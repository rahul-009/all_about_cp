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8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9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0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1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2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3.xml" ContentType="application/inkml+xml"/>
  <Override PartName="/ppt/comments/comment1.xml" ContentType="application/vnd.openxmlformats-officedocument.presentationml.comments+xml"/>
  <Override PartName="/ppt/notesSlides/notesSlide31.xml" ContentType="application/vnd.openxmlformats-officedocument.presentationml.notesSlide+xml"/>
  <Override PartName="/ppt/ink/ink14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  <p:sldMasterId id="2147483687" r:id="rId2"/>
    <p:sldMasterId id="2147483688" r:id="rId3"/>
  </p:sldMasterIdLst>
  <p:notesMasterIdLst>
    <p:notesMasterId r:id="rId3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5143500" type="screen16x9"/>
  <p:notesSz cx="6858000" cy="9144000"/>
  <p:embeddedFontLst>
    <p:embeddedFont>
      <p:font typeface="Bahnschrift SemiBold" panose="020B0502040204020203" pitchFamily="34" charset="0"/>
      <p:bold r:id="rId39"/>
    </p:embeddedFont>
    <p:embeddedFont>
      <p:font typeface="Bree Serif" panose="020B0604020202020204" charset="0"/>
      <p:regular r:id="rId40"/>
    </p:embeddedFont>
    <p:embeddedFont>
      <p:font typeface="Cambria Math" panose="02040503050406030204" pitchFamily="18" charset="0"/>
      <p:regular r:id="rId41"/>
    </p:embeddedFont>
    <p:embeddedFont>
      <p:font typeface="Comic Sans MS" panose="030F0702030302020204" pitchFamily="66" charset="0"/>
      <p:regular r:id="rId42"/>
      <p:bold r:id="rId43"/>
      <p:italic r:id="rId44"/>
      <p:boldItalic r:id="rId45"/>
    </p:embeddedFont>
    <p:embeddedFont>
      <p:font typeface="Merriweather" panose="020B0604020202020204" charset="0"/>
      <p:regular r:id="rId46"/>
      <p:bold r:id="rId47"/>
      <p:italic r:id="rId48"/>
      <p:boldItalic r:id="rId49"/>
    </p:embeddedFont>
    <p:embeddedFont>
      <p:font typeface="Montserrat" panose="020B0604020202020204" charset="0"/>
      <p:regular r:id="rId50"/>
      <p:bold r:id="rId51"/>
      <p:italic r:id="rId52"/>
      <p:boldItalic r:id="rId53"/>
    </p:embeddedFont>
    <p:embeddedFont>
      <p:font typeface="Poppins" panose="020B0604020202020204" charset="0"/>
      <p:regular r:id="rId54"/>
      <p:bold r:id="rId55"/>
      <p:italic r:id="rId56"/>
      <p:boldItalic r:id="rId57"/>
    </p:embeddedFont>
    <p:embeddedFont>
      <p:font typeface="Proxima Nova" panose="020B0604020202020204" charset="0"/>
      <p:regular r:id="rId58"/>
      <p:bold r:id="rId59"/>
      <p:italic r:id="rId60"/>
      <p:boldItalic r:id="rId61"/>
    </p:embeddedFont>
    <p:embeddedFont>
      <p:font typeface="Raleway" panose="020B0604020202020204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  <p:embeddedFont>
      <p:font typeface="Zilla Slab" panose="020B0604020202020204" charset="0"/>
      <p:regular r:id="rId70"/>
      <p:bold r:id="rId71"/>
      <p: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bhay Mahaja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63" Type="http://schemas.openxmlformats.org/officeDocument/2006/relationships/font" Target="fonts/font25.fntdata"/><Relationship Id="rId68" Type="http://schemas.openxmlformats.org/officeDocument/2006/relationships/font" Target="fonts/font30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66" Type="http://schemas.openxmlformats.org/officeDocument/2006/relationships/font" Target="fonts/font28.fntdata"/><Relationship Id="rId74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font" Target="fonts/font23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64" Type="http://schemas.openxmlformats.org/officeDocument/2006/relationships/font" Target="fonts/font26.fntdata"/><Relationship Id="rId69" Type="http://schemas.openxmlformats.org/officeDocument/2006/relationships/font" Target="fonts/font31.fntdata"/><Relationship Id="rId7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13.fntdata"/><Relationship Id="rId72" Type="http://schemas.openxmlformats.org/officeDocument/2006/relationships/font" Target="fonts/font3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font" Target="fonts/font21.fntdata"/><Relationship Id="rId67" Type="http://schemas.openxmlformats.org/officeDocument/2006/relationships/font" Target="fonts/font29.fntdata"/><Relationship Id="rId20" Type="http://schemas.openxmlformats.org/officeDocument/2006/relationships/slide" Target="slides/slide17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font" Target="fonts/font24.fntdata"/><Relationship Id="rId70" Type="http://schemas.openxmlformats.org/officeDocument/2006/relationships/font" Target="fonts/font32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font" Target="fonts/font22.fntdata"/><Relationship Id="rId65" Type="http://schemas.openxmlformats.org/officeDocument/2006/relationships/font" Target="fonts/font27.fntdata"/><Relationship Id="rId73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font" Target="fonts/font1.fntdata"/><Relationship Id="rId34" Type="http://schemas.openxmlformats.org/officeDocument/2006/relationships/slide" Target="slides/slide31.xml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font" Target="fonts/font3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1-05-06T07:15:18.261" idx="1">
    <p:pos x="6000" y="0"/>
    <p:text>hOMework Question. Write Ans in the comment</p:tex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0:34:58.0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1255 10635 382 0,'0'0'55'16,"0"0"-55"-16,0 0-72 16,0 0 9-16,0 0-92 15,0 0 26-15</inkml:trace>
  <inkml:trace contextRef="#ctx0" brushRef="#br0" timeOffset="1208.85">1255 10635 734 0,'-77'-7'105'15,"74"12"-97"-15,0-3-3 16,1 0 17-16,2 2 46 15,0-3-29-15,0 1-5 16,0 0 27-16,0 2 2 16,0-4-3-16,0 0 5 0,0 0 6 15,0 0 0-15,0 0 6 16,0 0-35-16,0 0-9 16,0 0-2-16,0 0-6 15,0-7 4-15,-2-8-12 16,0-6-2-16,-1-6-1 15,2-5-3-15,-1-4 0 16,-2-4 3-16,3-8-8 16,-1-8 6-16,1-13-5 15,-3-14-5-15,1-21-2 16,0-22 0-16,-3-23 4 16,6-29-1-16,0-18-3 15,0-18 1-15,9-12-1 16,12 0 0-16,7 10 0 15,3 6 0-15,-1 5 4 0,4 8-4 16,4-2-2-16,5 5 2 16,11 5 0-16,10 3 0 15,6 9-1-15,8 1-5 16,6 8 2-16,5-2 1 16,11 9-13-16,5 5-3 15,2 12 12-15,-3 14-15 16,-12 16 19-16,-13 14 1 15,-13 11 1-15,-11 6 0 16,-8 8 1-16,-4 2 3 16,-4 6-3-16,0 4 1 15,-4 4-1-15,-3 5 2 0,-4 5-2 16,-1 6 1 0,-2 4-1-16,0 5 0 0,-2 5 0 15,-1 5 1-15,-3 3-1 16,-1 1 0-16,0 2 0 15,-3 2 1-15,-1 0-1 16,-3 3 0-16,0 4 0 16,-7 1 1-16,-1 5-1 15,-3 2 0-15,0-1-1 16,0 2 1-16,0-1-1 0,0 1 0 16,0 0-3-1,0 0 2-15,0 0-1 16,0 0-3-16,0 0 4 15,0 0-3-15,0 0 3 0,0 0 0 16,0 0-2-16,0 0 0 16,0 0-2-16,-3 0 6 15,-5 0 1-15,-5 3 1 16,-9 7 8-16,-5 2-2 16,-3 0-6-16,3-1 2 15,4-3-2-15,4-4-1 16,4-1 4-16,5-1-2 15,3-2 0-15,4 0-1 16,3 0 2-16,0 0-1 16,0 0-3-16,0 0 1 0,0 0-1 15,0 0 0 1,0 0-1-16,0 0 0 0,0 0 1 16,0 0 1-16,0 0 0 15,0 0-1-15,0 0 0 16,0 0-2-16,9 0 2 15,4 0 2-15,7 0-1 16,9 0 1-16,4-4 0 16,2 0 0-16,-2 0-1 15,-5-1-1-15,-8 2 1 16,-7 2-1-16,-8 1 1 16,-4 0-1-16,-1 0 0 15,0 0 2-15,0 0-4 16,0 0 1-16,0 0-3 15,0 3-1-15,-5 18 0 0,-12 12 4 16,-3 10 1-16,1 10-3 16,5 4-136-16,8-5-141 15,4-8-171-15</inkml:trace>
  <inkml:trace contextRef="#ctx0" brushRef="#br0" timeOffset="9824.62">14119 11799 162 0,'0'0'305'0,"0"0"-209"15,0 0-63-15,0 0 49 16,0 0 13-16,0 0-20 16,0 0-29-16,0 0-7 15,0 0 13-15,0 0 8 16,0 0 8-16,0 0-4 16,0 0 3-16,0 0-8 15,0 0-9-15,0 0-13 16,0 0 6-16,-2 0 12 15,-3 0-5-15,-1-4-20 16,-1 0-20-16,-3 1 0 16,1-1 0-16,-3 2-8 15,2 2 10-15,2 0-8 16,-2 0 4-16,1 0-8 0,0 0 1 16,0 0 1-1,1 7-2-15,-1 3 1 0,-1 0 2 16,2 6 0-16,-2-3 10 15,0 4-4-15,3 3-6 16,0-2 7-16,0 0-3 16,1 0-2-16,2-4 0 15,0-4-4-15,2 2 1 16,1-1-1-16,1-2-1 16,0 1 3-16,0-3 0 15,0 0-3-15,0 3 1 16,0-1-1-16,0 2 2 0,0-1-1 15,0-1-1 1,3 2 4-16,4 0-4 0,0-1 2 16,0-1 4-16,3 1-4 15,1 1-1-15,-1-2 1 16,-2-4-2-16,-1 1-1 16,-4-3-1-16,4-3 2 15,-2 1 1-15,2 1 0 16,-1-2 3-16,1 0-2 15,5 0 0-15,1 0-1 16,0 0 3-16,3 0-3 16,-2 0-1-16,-1-3 0 15,1 0 1-15,-2-3-1 0,-6 2-1 16,0 3 0 0,-3-2 1-16,4-3 0 0,4-8 4 15,1-2-4-15,0-5 4 16,-2 1-4-16,-2-2-1 15,-2-3 1-15,0 1 1 16,-1 2 2-16,-2 2-4 16,1 3 3-16,-3 0-2 15,-1 1 0-15,2-1 2 16,-2 1-3-16,0 0 2 16,0 1-1-16,0 2 1 15,0 3 0-15,0-1-1 16,0 5 0-16,0-1 0 15,-3 0 0-15,-4-1 0 0,2 6 3 16,-2-1 0-16,1 0-2 16,0-2 2-16,-2 4-1 15,0 1 1-15,-1 0-1 16,-4 0-2-16,-2 0 0 16,-2 0-2-16,-7 1 5 15,3 10-4-15,-4-1 1 16,3 1-14-16,2 5-20 15,2 1-20-15,6 5-72 16,6 6-54-16,2-4-90 16,4 1-111-16,0-4-322 15</inkml:trace>
  <inkml:trace contextRef="#ctx0" brushRef="#br0" timeOffset="11344.45">9200 12385 519 0,'0'0'310'0,"0"0"-215"16,0 0-23-16,0 0 48 16,0 0 9-16,0 0-24 15,-7-8-17-15,7 8-7 16,0 0-21-16,0 0-18 16,0 0-14-16,0 0 4 15,0 0-2-15,0 0 5 16,5 0-19-16,17 0-5 15,13 0 4-15,13 0 3 0,8 4-4 16,9 5-6-16,8 6 3 16,6 1-4-16,4-6 2 15,1 4-7-15,-3-5 3 16,-6-8-1-16,-7 3 1 16,-9-4-2-16,-14 0-3 15,-18 0 1-15,-14 0 1 16,-9 0-2-16,-4 0 1 15,0 0 0-15,0 0-1 16,0 0-3-16,0 0-15 16,-3-5-13-16,-8-4-24 15,-4 1-100-15,2-5-182 16,11 4-248-16</inkml:trace>
  <inkml:trace contextRef="#ctx0" brushRef="#br0" timeOffset="23088.49">5427 12056 384 0,'0'0'212'16,"0"0"-134"-16,0 0-23 0,0 0 68 15,0 0-14-15,0 0-26 16,0 0 12-16,-5-20-26 16,5 17-18-16,0 3 4 15,0 0-6-15,0 0-23 16,0 0-15-16,0 0-1 16,0 0-10-16,0 16 0 15,0 8 2-15,13 9 37 16,-1 1-19-16,-1-4-11 15,-1-4-5-15,-3-9 2 16,-2-3 6-16,-2-11 4 16,3 0 3-16,-3-3 4 15,8 0 23-15,13-17 9 16,16-12 10-16,13-15-11 0,9-6-20 16,-2-3-12-16,-1 2-6 15,3 0-14-15,3 4 1 16,-1 7-1-16,-7 8-2 15,-14 12-7-15,-14 5-25 16,-13 6-25-16,-6 5-83 16,-5 4-35-16,-3 0-16 15,-2 0-159-15,-9 11-148 16</inkml:trace>
  <inkml:trace contextRef="#ctx0" brushRef="#br0" timeOffset="23504.94">5596 12002 453 0,'0'0'611'16,"0"0"-582"-16,0 0-29 16,0 0-34-16,0 0 34 15,0 0 48-15,14 23 35 0,6 8-17 16,1 3-13-16,-1 5-5 16,-5-7-9-16,-5-6-2 15,-2-6 8-15,-5-11 6 16,0-9-4-16,0 0 6 15,3 0 21-15,11-12-21 16,9-14-17-16,15-12-2 16,11-12-24-16,3 0-4 15,0 5-6-15,-6 5-8 16,-13 14-37-16,-7 6-76 16,-11 10-112-16,-8 2-159 15,-8 3-625-15</inkml:trace>
  <inkml:trace contextRef="#ctx0" brushRef="#br0" timeOffset="28503.98">5241 13477 134 0,'0'0'132'0,"0"0"-92"16,0 0-6-16,0 0 30 16,0 0 2-16,0 0 45 15,0 0 10-15,0 0 7 16,6-82-11-16,-4 79-26 15,0 1-7-15,-2 2-29 16,0 0-19-16,0 0-20 16,0 0 0-16,0 0-9 0,3 9-6 15,2 8 10-15,2 6 31 16,0 1-13-16,-4-7-17 16,2-4 9-16,-1-4 8 15,-1-7-4-15,-2-2 13 16,1 0 2-16,5 0 9 15,6-11-7-15,10-10-2 16,7-9 4-16,5-6-33 16,3 3-2-16,0 1-9 15,2-1-2-15,-1 6-16 16,-3 4-45-16,-2 7-62 16,-7 8-46-16,-6 8-111 0,-7 0-247 15</inkml:trace>
  <inkml:trace contextRef="#ctx0" brushRef="#br1" timeOffset="40534.62">3572 11915 141 0,'0'0'765'16,"0"0"-691"-16,0 0-64 0,0 0 9 15,0 0 18 1,0 0 69-16,0 0-38 0,0 0-18 16,0 0-25-16,0 0-9 15,0 0 4-15,0 0 3 16,-1-3 1-16,-11 2 7 16,-3-1-23-16,-5 1-3 15,0-1-2-15,0 1-1 16,0 1 3-16,5-3 0 15,-1 0 6-15,5 3 12 16,1 0-9-16,2-3-2 16,2 2-4-16,3 1 5 0,-1 0-6 15,4 0-2 1,0 0-1-16,0 0-4 0,0 0-5 16,0 0 0-16,-3 10-5 15,-1 17 10-15,-5 9 3 16,1 8 0-16,1 4 0 15,0 12 1-15,4 14-4 16,-1 10 10-16,1 10 3 16,2-5-1-16,-1-4-2 15,2-9-7-15,0-5 1 16,0-8 1-16,3-6-3 16,2-10 4-16,-3-3-2 15,-2-5 1-15,0-8 2 16,0-3 5-16,0-6 0 15,-2-6 2-15,-4-2-10 0,0-1 6 16,2-6-4 0,-2 3-2-16,3-7 0 0,2 0-1 15,1-3 1-15,0 0 4 16,0 0-4-16,0 0 9 16,0 0-3-16,0 0 4 15,0 0-2-15,0 0-3 16,0 0 2-16,0 0-7 15,0 0 0-15,0 0 2 16,0 0-3-16,0 0 0 16,0 0-2-16,0 0 0 15,0 0-1-15,0 0 0 0,0 0 1 16,0 0-1-16,0 0 0 16,0 0 0-16,0 1-2 15,0 6 2-15,0 0 0 16,0 2 0-16,0-1 2 15,0 1-3-15,0 2 2 16,0 2-2-16,0 3 1 16,0 1 0-16,0 0 3 15,0-1-3-15,0-3 1 16,0-2-2-16,0-5 2 16,0-2-1-16,0-1 1 15,0 4-1-15,0-4 0 16,0 4 0-16,0-4 2 0,0 0-3 15,0-1 2-15,0-2 0 16,0 0 0-16,0 0 0 16,0 2 0-16,0-2 0 15,0 0 0-15,0 0 2 16,0 0 1-16,0 0 0 16,0 0-1-16,0 0-3 15,0 0 3-15,0 0 1 16,0 0-4-16,0 0 4 15,0 0-2-15,0 0 0 16,1 0-2-16,2 0-2 16,3 0 0-16,7 0-2 15,12 0 4-15,17 0 7 0,15 0-2 16,1 0 3-16,-1 0-7 16,-7 0 2-16,-13 0-6 15,-9 0 3-15,-7 0-45 16,-13 14-68-16,-8 6-179 15,-8 2-263-15</inkml:trace>
  <inkml:trace contextRef="#ctx0" brushRef="#br1" timeOffset="44235.5">2921 11997 181 0,'0'0'198'16,"0"0"-189"-16,0 0-9 0,0 0-6 15,0 0-6 1,3 85 0-16,5-68-1 0,0-2-8 16,-2 0-84-16</inkml:trace>
  <inkml:trace contextRef="#ctx0" brushRef="#br1" timeOffset="45483.98">3018 12344 1114 0,'0'0'119'16,"0"0"-119"-16,0 0-16 15,0 0 16-15,0 0 47 16,0 0 9-16,-49-3 13 15,42-7-4-15,-2-3-18 16,-7-11-12-16,-6-3-1 16,-3-7-2-16,-6-10 9 15,-7-5 8-15,-3-11-27 0,-4-14-5 16,-5-10-3 0,-7-20-1-16,-5-17-5 0,-5-15-6 15,-1-21 1-15,-3-6 3 16,1-9-5-16,5-6 0 15,1 0 2-15,6-3 1 16,6-4-3-16,3-5 0 16,6 2 0-16,4 1-1 15,7 4 2-15,3 0-6 16,3 4 4-16,5-3 0 16,-1 6 1-16,6 5 0 15,2 1-1-15,6 4 0 0,6-1 1 16,2-3-1-1,0-8 0-15,17-6-2 0,13-1 2 16,8 1 1-16,15 3 1 16,6 0-2-16,8 0-2 15,2-3 2-15,-1 0-3 16,4 5 2-16,5 4-4 16,2 7 3-16,3 3 2 15,-4 7 0-15,-3 2 1 16,1 5-2-16,-4 10 2 15,-1 3-2-15,-2 12 0 16,-2 6-1-16,-5 6 2 16,-7 8-1-16,-3 15 1 15,-9 14 0-15,-9 16 0 16,-8 14 1-16,-7 11-1 0,-2 5-2 16,-4 5 2-16,0 3-2 15,-1 5 2-15,-1 1 0 16,-1 2-2-16,2 2 1 15,2-6-4-15,1 3 5 16,-1-2-1-16,4 2 1 16,-5 3-1-16,-5 4 1 15,-2 1 0-15,-5 5-2 16,1-2 2-16,-2 4 0 16,0-1 3-16,0-1-3 15,0 3 0-15,0 0-1 16,0 0 1-16,0 0 2 0,0 0-2 15,0 0 2-15,0 0 1 16,0 0-3-16,0 0-9 16,-7 0 1-16,-5 0 5 15,-1-3 0-15,-4 3 3 16,-3 0 4-16,-5 0 1 16,0 0-5-16,-2 0 1 15,4 3-2-15,1 3 2 16,3-3-1-16,5 2 0 15,4-3 0-15,3 2 2 16,5-2-2-16,2-2-1 16,0 0 1-16,0 0-4 15,0 0-4-15,0 0-2 0,5 0 3 16,7-4 6-16,8-2 1 16,8-8 0-16,8-2 1 15,2-1 3-15,-5 4-2 16,-10 5-2-16,-9 5-4 15,-9 3 3-15,-5 0-12 16,0 0-17-16,0 11-30 16,0 11-22-16,-5 10-7 15,-2 2-63-15,4 0-120 16,3-7-54-16,0-7-277 16</inkml:trace>
  <inkml:trace contextRef="#ctx0" brushRef="#br1" timeOffset="48485.65">3232 2994 813 0,'0'0'201'15,"0"0"-186"-15,0 0-14 16,0 0 16-16,0 0 64 16,0 0-15-16,31-36-10 15,-23 19-13-15,-1-5-15 16,-2-2 1-16,-5-3-19 15,0-5 4-15,0 1-4 16,-5-1 5-16,-10 6-4 16,-5 7-8-16,-1 7 7 0,-7 12-1 15,-2 0-8-15,-5 24 17 16,-3 20-18-16,0 13 3 16,3 9 1-16,4 5-2 15,11-1-1-15,10-5 4 16,10-11-5-16,0-12-6 15,5-13 3-15,12-11 0 16,3-8-2-16,0-7 2 16,2-3-16-16,3 0-10 15,3-16-11-15,4-15 10 16,2-7-14-16,-1-9-5 16,-3-8 24-16,-3-3-19 0,-6 3-36 15,-8 3 80 1,-4 15 2-16,-9 14 42 0,0 11-14 15,0 12 22-15,0 0-34 16,-2 24 7-16,-2 12-22 16,0 7 15-16,4 0-9 15,0-4-6-15,12-6 2 16,5-10-5-16,4-8 0 16,4-10-4-16,2-5 3 15,4 0 0-15,-4-20-35 16,1-4 19-16,-7-3-27 15,-2-4 39-15,-4-6-6 16,-2-9 6-16,-2-12-18 16,-2-7 11-16,-7 1-2 15,-2 5 14-15,0 17 41 0,0 13-13 16,-2 16 21-16,-1 5 7 16,1 8-27-16,2 0-29 15,0 24-12-15,0 17 12 16,0 14 37-16,0 5-17 15,0-4-9-15,0-4-5 16,5-10-2-16,0-7-2 16,-1-8-1-16,-4-8-1 15,0-7 4-15,0-5-3 16,0-5 1-16,0-2-1 16,0 0 7-16,0-5-3 15,3-20-5-15,4-5-44 0,3-3 15 16,4 3 12-16,3 9 8 15,0 7 4-15,1 11-20 16,1 3 16-16,0 14-5 16,2 19 7-16,-3 9 7 15,-5 5 6-15,-4-1-4 16,-6-4 4-16,-3-5 2 16,0-4 9-16,-13-9-8 15,-9-2 31-15,-10-5 0 16,-3-6-19-16,2-3-10 15,1-8-6-15,9 0 0 16,4-8-1-16,6-18-4 16,6-11-52-16,6-7-20 15,1 6-15-15,0 9 57 16,14 17 29-16,2 12 1 0,0 0-4 16,3 5 2-16,4 10 2 15,3 3 4-15,5-4-1 16,4-11 1-16,7-3-1 15,0-2 4-15,-2-19-1 16,-5-4-4-16,-5-7 0 16,-8-4 0-16,-5-1-1 15,-7-4 0-15,-7-6 6 16,-3-2-6-16,0-5 1 16,0 1-4-16,-9 1 5 15,-1 6 1-15,4 10-4 16,1 13 0-16,1 12 2 0,1 11 35 15,-1 11-36-15,0 31 18 16,-3 26-1-16,2 15 32 16,4 6-16-16,1-1-11 15,0-13-13-15,0-12-5 16,4-9-1-16,5-11-1 16,-2-10-2-16,-4-12 4 15,0-11-4-15,-1-7-1 16,0-3 0-16,-1 0 9 15,1-9 2-15,3-18-11 16,2-17-20-16,6-7-15 0,2 1-1 16,0 6 8-1,0 12 28-15,-4 14 3 0,-1 10-3 16,2 8-7-16,2 8 1 16,1 17 4-16,3 8 2 15,3 3 5-15,2-2-3 16,2-5-1-16,3-7 3 15,6-9-4-15,-3-4 0 16,4-9-23-16,-3 0-35 16,-2-17-16-16,-3-8-45 15,-9-3-8-15,-4-5 20 16,-7-4 41-16,-7-1 40 16,0 2 26-16,-7 3 0 15,-11 14 84-15,-2 10 7 0,1 9 46 16,-1 8-41-16,0 23-59 15,2 11-1-15,2 4 26 16,10 0-36-16,6-8-26 16,0-8 2-16,6-9 4 15,13-12-6-15,0-8-2 16,2-1-2-16,-1-6-17 16,0-16-18-16,-2-4-12 15,-2-4 0-15,-4-6-10 16,-1 2 6-16,-2 2-31 15,-3 10 48-15,-3 10 38 16,-1 12 41-16,-2 0-8 16,3 22-32-16,2 13 73 15,2 4 8-15,2-3-61 16,4-6-1-16,4-7-14 0,2-10 0 16,1-8-1-16,1-5-5 15,-1 0 0-15,1-5-1 16,0-14-49-16,-7-4-18 15,2-2 5-15,-8-3 50 16,-3 5-2-16,-2 9 15 16,-3 6 0-16,2 7 12 15,2 1 2-15,0 4-10 16,5 11-1-16,2 5 15 16,3-2-12-16,6-1 0 15,0-7 1-15,5-7-2 16,2-3 4-16,-4 0-3 0,-1-13-6 15,-4-7-10-15,-4-3 10 16,-4-2 1-16,-5 2-1 16,-5-4 7-16,0 3-5 15,0 0 3-15,0 4 21 16,0 10 1-16,-4 5 0 16,0 5 13-16,-2 18-35 15,-2 19-5-15,-2 23 18 16,2 19 4-16,1 14-3 15,4 13 10-15,3 5-13 16,0 2-8-16,1-1 6 16,9-5 30-16,-1-13-2 15,-9-11 2-15,0-23-13 16,0-18 18-16,-16-18 16 0,-1-17-8 16,-5-7 8-16,-5-14-1 15,-4-29-28-15,-3-16-26 16,-1-10 3-16,6-6 5 15,7-3-12-15,11 3 1 16,9-3-7-16,2 5-5 16,16 4 4-16,15 5-10 15,6 4-38-15,2 9-30 16,7 3-97-16,1 5-199 16,-4 5-435-16</inkml:trace>
  <inkml:trace contextRef="#ctx0" brushRef="#br1" timeOffset="48609.95">5127 3039 1348 0,'0'0'0'0,"0"0"-89"16,0 0 68-16,0 0-90 16,0 0-571-16</inkml:trace>
  <inkml:trace contextRef="#ctx0" brushRef="#br1" timeOffset="49348.73">5385 2941 1214 0,'0'0'160'16,"0"0"-156"-16,0 0-3 16,-2-88 18-16,15 64 33 15,4 0-8-15,1 0-37 16,2 7-1-16,0 8-2 16,-2 9-4-16,-2 0-3 0,2 26-4 15,0 14 7 1,-4 12 33-16,-1 10-21 0,-4 2-5 15,-4-1 0-15,-3-6-4 16,-2-10 5-16,0-15-6 16,0-8 0-16,0-15-2 15,0-3-1-15,0-5 1 16,0-1 21-16,0 0 5 16,0-16-2-16,-2-15-24 15,-1-10 0-15,3-7-2 16,0-1-5-16,0 4 7 15,15 7-24-15,0 11 13 16,3 13 2-16,-3 10-24 16,-2 4 33-16,3 10-9 0,-3 20 4 15,-1 7 3-15,-2 6 4 16,0-2-2-16,-6-4 0 16,2-5 1-16,-5-7-2 15,-1-8-5-15,0-7 6 16,0-4 1-16,0-6 2 15,0 0 7-15,0-2 7 16,0-19 12-16,0-13-24 16,2-12-3-16,8-8-2 15,6-2-2-15,0 4 1 16,4 8 2-16,0 13-2 16,0 14 2-16,-3 9 3 15,0 8-3-15,1 11-1 0,-3 22 6 16,1 6 7-1,-6 5 3-15,0-2-15 0,-1-2 2 16,-2-6-1-16,5-2-2 16,1-6-50-16,7-8-97 15,10-9-50-15,4-9-142 16,4 0-141-16</inkml:trace>
  <inkml:trace contextRef="#ctx0" brushRef="#br1" timeOffset="50633.05">6259 2943 366 0,'0'0'583'16,"0"0"-464"-16,0 0 77 16,0 0-65-16,0 0-53 0,-103 2-25 15,79 37-16 1,6 0 7-16,4 0-18 0,9-8-12 16,5-6-14-16,0-8-2 15,0-6 2-15,7-7 0 16,6-4 1-16,4 0-1 15,1-11-13-15,4-15-7 16,-2-9-50-16,0-2-20 16,-3 0-13-16,-5 6 17 15,-6 10 86-15,-2 12 10 16,-4 9-5-16,1 3 21 16,3 26-21-16,3 15 57 15,6 2-1-15,4-1-26 0,9-11-22 16,4-9-6-16,9-14-7 15,5-11 1-15,-1 0 14 16,-1-16-15-16,-9-9-16 16,-9-8 5-16,-10-4 11 15,-5-4 0-15,-9-6 1 16,0-9-1-16,0-3 0 16,-10-6-15-16,0 1 10 15,0 12 0-15,3 15 5 16,3 20 5-16,3 17-5 15,-1 4-1-15,2 33-15 16,0 21 16-16,0 13 41 16,0 7-26-16,0-7 14 15,2-6-12-15,6-11-12 0,-1-10-3 16,0-14 5 0,-2-12-5-16,-2-10-1 0,-1-7 1 15,-1-1 3-15,5-3 2 16,4-21-2-16,5-13-5 15,-1-13-29-15,3-3-23 16,-2 7 8-16,-1 11 35 16,-2 12 8-16,-2 14 1 15,3 9-8-15,0 7-3 16,3 21 11-16,0 12 11 16,1 3 12-16,1-6-20 15,4-4 4-15,2-7-5 0,0-11 0 16,1-8 0-16,4-7 0 15,0 0-1-15,2-6 1 16,-1-13-2-16,-5-4-4 16,-7-5-14-16,-8-1-14 15,-10-1 7-15,0 1 14 16,-6 8 11-16,-12 4 0 16,-3 9 11-16,3 8 21 15,0 0 3-15,-1 12-29 16,6 8 3-16,2 1 0 15,2-2-1-15,7-5-5 16,2-4-3-16,0-3-1 16,0-5-3-16,0-2 4 0,12 0-1 15,4 0 0-15,5-10-20 16,0-1-3-16,1 2-7 16,0 5 17-16,-2 4 9 15,3 0-2-15,3 3 7 16,0 11 0-16,6 3 1 15,1-2 0-15,8-3 1 16,4-6 6-16,5-6-1 16,0 0-1-16,-2 0 0 15,-9-13 0-15,-12-4-4 16,-7-1-1-16,-10-3 5 16,-6-2 0-16,-4 2 3 15,0-7 15-15,-6 1 5 16,-8 3-7-16,3 1-16 0,-1 11 17 15,7 6-15-15,2 6-8 16,-4 6-1-16,-1 23 0 16,-2 18 1-16,-2 17 0 15,7 14 5-15,3 17 13 16,2 9 2-16,0 5 4 16,0 4-2-16,9-3-19 15,1-6 8-15,-2-14-7 16,-5-17 0-16,-3-26-2 15,0-16 29-15,0-19 0 0,-11-12-4 16,-8 0 5 0,-6-17-5-16,-7-18-27 15,-2-10 6-15,-1-6-6 0,-1-9-3 16,7-8-6-16,4-7-25 16,11-9-26-16,11-12-45 15,3-13-122-15,17-5-164 16</inkml:trace>
  <inkml:trace contextRef="#ctx0" brushRef="#br1" timeOffset="50754.63">7627 2563 1014 0,'0'0'0'0,"0"0"-105"15,0 0-162-15,0 0 98 0</inkml:trace>
  <inkml:trace contextRef="#ctx0" brushRef="#br1" timeOffset="51115.9">7849 3019 789 0,'0'0'331'16,"0"0"-328"-16,0-95-3 15,-10 61 57-15,-4 4 64 16,0 6-50-16,-5 9-32 16,-1 12 15-16,-5 3 5 0,-1 23-46 15,-3 7 0 1,9 4 11-16,8-4-10 0,9-8 4 16,3-6-17-16,0-7 0 15,2-6 0-15,6-3 3 16,0 0 7-16,2 0-2 15,0 0-1-15,2-7-6 16,2 2 1-16,3 1-3 16,5 1-4-16,4 2-12 15,0 1-57-15,0 0-6 16,-3 0-28-16,-1 5-33 16,-4 7-79-16,0-3-154 15</inkml:trace>
  <inkml:trace contextRef="#ctx0" brushRef="#br1" timeOffset="51432.72">8035 2883 1291 0,'0'0'112'0,"0"0"-96"16,0 0 11-16,0 0-15 16,0 0 43-16,46 82 50 15,-32-37-69-15,-6-4-15 16,-1-6-13-16,-2-13-4 15,-3-10-1-15,-1-7-2 16,1-5 1-16,-2 0 6 16,5-5 2-16,6-20-10 0,3-13-3 15,4-7 0-15,1 5-4 16,-2 3 7 0,-3 15 0-16,0 10-1 0,0 10-4 15,-3 2-8-15,2 14 2 16,-4 18 1-16,-4 5 5 15,-5 2-4-15,0 1-128 16,-9-10-105-16,-17-3-213 16</inkml:trace>
  <inkml:trace contextRef="#ctx0" brushRef="#br1" timeOffset="53532.11">3803 3972 680 0,'0'0'157'16,"0"0"-134"-16,0 0-10 15,0 0 47-15,0 0 61 0,0 0 2 16,0 0-38-16,67-59-45 15,-50 23-11-15,-5 0-8 16,-9 1-6-16,-3 5-7 16,0 4 3-16,-9 8 1 15,-5 10 11-15,-4 5-22 16,-2 3 16-16,-5 18 0 16,-3 19-17-16,-2 18 0 15,6 7 7-15,13-3-2 16,9-8-5-16,2-12-2 15,9-15-5-15,9-10 0 16,4-12-7-16,-2-2 9 0,-1-5-6 16,2-13-16-1,-6-4-15-15,-2 0 15 16,1-2-4-16,-3 3-25 0,-2 5 12 16,-2 2 29-16,-3 7 10 15,-1 0-17-15,3 2-25 16,-3 2 16-16,1-2 15 15,-3 1 5-15,3-6 11 16,-3-4 3-16,1-8-3 16,-2-3 0-16,0-5 18 15,-7-3 15-15,-13-1 23 16,-8-3-12-16,-7 2 23 16,-6 3-6-16,-1 3-49 15,3 8 27-15,3 15 16 16,4 6-20-16,2 19-23 0,2 30-6 15,5 21 10-15,3 23 2 16,10 13-2-16,10 2-8 16,0-9-4-16,26-15-4 15,10-19 0-15,7-18-4 16,5-17-2-16,1-17-7 16,-1-11-15-16,1-2-46 15,1-11-24-15,3-11-50 16,-1-8-150-16,0 0-329 15</inkml:trace>
  <inkml:trace contextRef="#ctx0" brushRef="#br1" timeOffset="54115.28">4373 3782 1429 0,'0'0'0'15,"0"0"-7"-15,0 0 7 16,27 137 3-16,-3-62 21 16,4-1-12-16,2-6 0 15,-5-10-6-15,-4-6 1 16,-5-14-7-16,-8-11 10 16,-4-11-4-16,-4-13 32 15,0-3 28-15,0-12 14 0,0-15-43 16,0-16-26-1,0-11 21-15,4-9-9 0,2-5-14 16,0 1-7-16,-2 6-2 16,2 12 0-16,6 15 0 15,5 10-9-15,6 19-36 16,7 5-16-16,5 8 2 16,4 23 5-16,3 6-38 15,0 4-36-15,-3-7-50 16,-2-12 0-16,-5-10 62 15,-9-12 107-15,-6 0 9 16,-9-17 45-16,-2-11 58 0,-5-9 0 16,-1 0-21-1,0 3 42-15,-11 5-30 0,-10 8-25 16,3 4 0-16,2 7-24 16,2 7-24-16,2 3 9 15,0 27-16-15,1 23-5 16,1 16 18-16,6 3-19 15,4-6 0-15,5-10-8 16,19-15-5-16,6-9 1 16,12-12-39-16,6-11-40 15,12-6-70-15,8-3 0 16,0-14-15-16,-5-1-68 16,-4 0-149-16</inkml:trace>
  <inkml:trace contextRef="#ctx0" brushRef="#br1" timeOffset="54733.81">5468 4006 594 0,'0'0'336'16,"0"0"-144"-16,0 0-79 16,-107 2-14-16,69 27-2 15,3 7-22-15,6 4-22 16,10 0-14-16,9-2-5 16,10-3-12-16,0-8-19 15,6-7-1-15,14-9 4 16,5-9-3-16,5-2-6 15,2-11-4-15,-2-14-14 16,-1-7 21-16,-6-4 2 16,-7-6 1-16,-2-8-2 0,-9-8 0 15,-5-10 2-15,0-3 0 16,-10-1 2-16,-10 7 19 16,2 16-7-16,2 16 5 15,6 15 28-15,6 13-17 16,4 5-24-16,-2 6-9 15,0 25-10-15,0 18 10 16,2 10 0-16,0 1-3 16,14-3-18-16,9-4-21 15,5-7-19-15,6-8-83 16,6-9-46-16,10-11 35 16,2-8 33-16,-4-8 26 15,-6-2 57-15,-15 0 39 0,-10-9 10 16,-9-4 36-16,-8-3 46 15,0-3 37-15,-4-3-40 16,-17 5 19-16,0 7 14 16,-3 7-14-16,-3 3-38 15,-1 11-40-15,3 10-15 16,3 4-5-16,9-2 1 16,6-3-8-16,5-3-3 15,2-4-1-15,0-5 1 16,15-5 0-16,7-3-1 15,3 0-10-15,0-1-12 16,-2-9-2-16,-1-1-4 0,0 1-40 16,0-2-50-1,-1 5-18-15,-2 7-19 0,0 0-111 16,-3 7-110-16,2 7-164 16</inkml:trace>
  <inkml:trace contextRef="#ctx0" brushRef="#br1" timeOffset="55298.21">6042 4037 845 0,'0'0'299'0,"0"0"-257"15,0 0 66-15,0 0 19 16,0 0-16-16,0 0-86 16,-12-25-24-16,12 67 26 0,7 8 24 15,-1-3-37 1,3-7 2-16,-1-8-8 0,1-9-5 15,-3-12 2-15,1-9-2 16,1-2-3-16,2-11 10 16,7-14-10-16,-2-8-17 15,2-6-7-15,-2-6 4 16,-2-2 11-16,-1 1 8 16,0 11-4-16,-4 9 4 15,-3 14 0-15,0 12-1 16,0 10 2-16,2 24 0 15,1 8 27-15,-2 1-16 16,3-5-11-16,4-7 0 16,4-9 0-16,8-10-48 0,4-9-133 15,3-3 3-15,-1-11-43 16,0-13 14-16,-8-6 66 16,-5-7 95-16,-8-8 29 15,-5-11 17-15,-5-6 15 16,0-3 106-16,0-1 83 15,-1 3-47-15,-6 6-23 16,0 8-8-16,2 17 21 16,4 14-16-16,1 13-45 15,0 5-30-15,0 12-43 16,0 27-13-16,0 20 5 16,8 17 20-16,4 4-14 15,-1 0-10-15,-1-6-2 0,-1-14 0 16,-3-11-22-1,-4-8-62-15,-2-11-172 0,0-6-168 16,-17-12-359-16</inkml:trace>
  <inkml:trace contextRef="#ctx0" brushRef="#br1" timeOffset="55714.93">6341 3959 1239 0,'0'0'76'0,"0"0"-71"16,0 0-5-16,110-84 7 15,-58 71-3-15,1 3-4 16,5 2 0-16,-3 3-15 0,-5 5 0 16,-7 0 15-16,-13 0 2 15,-13 0-2-15,-8 0 0 16,-8 4 1-16,-1 10 4 16,0 9 44-16,0 3 3 15,-5 5 9-15,-5 6-4 16,5 1-29-16,4 0-10 15,1-2-3-15,0-7-9 16,0-8-1-16,7-8-4 16,6-9 2-16,3-4-1 15,1 0 8-15,1-20-5 16,1-9 1-16,-5-7-2 16,-1-6 46-16,-5-5-3 15,-5-1-16-15,-3 3 7 16,0 3-22-16,0 9-13 0,0 13-3 15,0 8-2-15,0 9-8 16,0 3-29-16,5 2-92 16,4 17-85-16,4 7 40 15,-2-1-355-15</inkml:trace>
  <inkml:trace contextRef="#ctx0" brushRef="#br1" timeOffset="55964.72">7165 3869 919 0,'0'0'113'0,"0"0"-102"0,0 0 141 16,0 0-34-16,0 0-60 15,0 0-50 1,2-72-2-16,-2 72-1 0,0 0-2 16,0 0-2-16,0 0 12 15,0 0 28-15,0 0 30 16,0 0-17-16,0 0-25 15,0 0-4-15,0 0-4 16,0 0-18-16,0 0-3 16,0 0-2-16,0 0-32 15,0 9-108-15,-5 4-63 16,0 2-369-16</inkml:trace>
  <inkml:trace contextRef="#ctx0" brushRef="#br1" timeOffset="56964.77">7689 3728 1197 0,'0'0'102'16,"0"0"-92"-16,0 0 39 15,-55-87 47-15,45 76 18 16,3 6-52-16,-3 5-16 0,-2 7-21 16,-7 23-13-16,-1 15-5 15,2 13 10-15,7 5 0 16,5 5-13-16,6-7 8 16,3-7-10-16,21-12-2 15,6-12 0-15,6-13-1 16,2-10-9-16,-1-7-24 15,-2-1-23-15,-4-19 2 16,0-7-9-16,-3-6-10 16,-3-3 32-16,-5-2 3 15,-3 8 15-15,-9 9 8 16,-3 9 16-16,-3 11 3 16,-2 1-3-16,3 16 2 15,2 14 30-15,3 3 33 16,7-4-33-16,7-7-16 0,4-10-14 15,4-7 5-15,-2-5 2 16,-7 0 1-16,-5-13 4 16,-11-4 4-16,-5-6 23 15,-4 0-10-15,-19-3-9 16,-7-1-13-16,-2 0-6 16,3 0 1-16,9 3 1 15,10 8-4-15,10 1 0 16,0 3-1-16,19-1-8 15,10 4 1-15,4 2 7 16,2 7-9-16,0 0-1 16,-1 16 5-16,-6 12 5 0,-5 10 0 15,-6 5 1-15,-5-1 7 16,-4-6 2-16,-5-7 13 16,0-9-10-16,-3-10-6 15,0-4 6-15,0-2 8 16,0-4-2-16,-1 0-3 15,-4 0-9-15,2-19-6 16,3-12-1-16,0-10-20 16,9 1-16-16,10 3 7 15,4 12 12-15,1 13 12 16,-2 8-12-16,0 4 13 16,-4 4 1-16,-1 23 3 15,-6 11 1-15,-2 5 13 0,-5 0 3 16,0-8 5-1,-2-7-3-15,1-12-2 0,-3-7-5 16,2-5-3-16,-1-4 7 16,1 0 4-16,2-20 4 15,6-11-19-15,6-10-3 16,4-8-1-16,2 4-1 16,-4 9 0-16,-1 11-1 15,0 9 0-15,0 10-1 16,-2 6 1-16,1 0-1 15,-1 18 1-15,-5 8-4 16,-1 5-2-16,-3-2-38 0,1-2-72 16,5-5-132-1,5-4-101-15,5-7-332 0</inkml:trace>
  <inkml:trace contextRef="#ctx0" brushRef="#br1" timeOffset="57413.84">9777 2422 1133 0,'0'0'163'0,"0"0"-160"0,0 0 9 16,0 0 5-16,0 0-11 15,-11 154 66-15,11-44 1 16,0 10-24-16,0 2-29 16,7-7-13-16,-2-12-3 15,-1-12-4-15,-4-19-23 16,0-15-101-16,0-24-96 15,0-21-230-15</inkml:trace>
  <inkml:trace contextRef="#ctx0" brushRef="#br1" timeOffset="57667.41">9795 2600 802 0,'0'0'482'0,"19"-134"-432"15,3 97-22-15,5 15 12 16,7 15-5-16,1 7-11 16,0 7-14-16,2 21 1 15,-2 11 22-15,-11 7-13 16,-13 14-8-16,-11 5 0 16,-7 1 6-16,-21 1-3 15,-5-10-11-15,-3-4 0 16,3-7-4-16,3-5-41 15,7-8-112-15,8-13-33 16,6-12-297-16</inkml:trace>
  <inkml:trace contextRef="#ctx0" brushRef="#br1" timeOffset="58130.72">10166 2679 929 0,'0'0'203'0,"0"0"-175"16,19-76-23-16,-14 69 63 15,-4 7 11-15,1 0-58 16,3 22-20-16,0 22-1 16,-3 16 36-16,-2 9-16 0,0 0-10 15,0-1-3-15,-5-2-5 16,-2-4-1-16,2-3-2 16,0-10-115-16,0-13-155 15,1-14-142-15</inkml:trace>
  <inkml:trace contextRef="#ctx0" brushRef="#br1" timeOffset="58531.07">10228 2727 1047 0,'0'0'144'16,"5"-144"-101"-16,9 92 45 0,4 14-2 15,2 13-58-15,2 13 2 16,1 10-26-16,2 2-4 15,-2 8 0-15,-4 15 0 16,-10 14 6-16,-9 11 2 16,-7 14 0-16,-22 4 5 15,-8 2 18-15,-4-9-23 16,-4-7 1-16,0-8-7 16,4-11 8-16,11-12-7 15,15-8 1-15,10-10-1 16,5-3 12-16,0 0-6 15,25-10-3-15,9-4 2 16,9 1-5-16,1 5-3 0,-2 8 0 16,-4 0 1-16,-3 21 6 15,-1 11 3-15,-7 5 6 16,-6 5-7-16,-6-5-7 16,-5-4-2-16,-4-6-5 15,0-6-47-15,-2-8-91 16,2-7-107-16,-1-6-294 15</inkml:trace>
  <inkml:trace contextRef="#ctx0" brushRef="#br1" timeOffset="58865.22">10584 2773 1109 0,'0'0'258'16,"0"0"-242"-16,0 0-6 0,-65 86 46 15,52-19 30-15,8 4-28 16,5-6-22-16,0-12-20 16,19-15-12-16,7-12-2 15,4-15-2-15,2-11 0 16,0 0 0-16,-6-18 7 16,-4-11-4-16,-7-8 2 15,-3-10 4-15,-7-6-6 16,-4-4 5-16,-1-4 0 15,-1 3-7-15,-18 2-1 16,-1 7 0-16,4 11-4 16,2 14-5-16,6 17-27 0,5 7-59 15,3 6-52-15,0 17-59 16,1 1-55-16,17-3-106 16</inkml:trace>
  <inkml:trace contextRef="#ctx0" brushRef="#br1" timeOffset="59165.15">10830 2851 929 0,'0'0'245'0,"4"83"-133"16,-3-33-41-16,4-4 26 15,2-1-17-15,4-5-31 16,3-7-34-16,3-9-9 16,3-9 2-16,-1-12-2 15,5-3-1-15,0-3 5 0,0-20-1 16,0-6-5-16,-6-7 3 15,-6-6 24-15,-11-3 0 16,-1-2 6 0,-10-4-19-16,-16 5-10 0,-3 1-8 15,3 7-1-15,4 13-4 16,4 8 0-16,4 12-20 16,1 5-5-16,-1 3-48 15,1 19 4-15,3 5-48 16,3 1-24-16,7-2-112 15,0-7-207-15</inkml:trace>
  <inkml:trace contextRef="#ctx0" brushRef="#br1" timeOffset="59364.41">11071 2713 1171 0,'0'0'67'0,"0"0"-61"16,0 0 40-16,0 0-14 15,0 0-25-15,20 84 40 16,-15-19 38-16,-5-1-47 16,0 1-31-16,0-5-1 15,0-5-2-15,-5-9-4 16,3-8-10-16,2-6-102 16,-3-8-97-16,-2-11-319 0</inkml:trace>
  <inkml:trace contextRef="#ctx0" brushRef="#br1" timeOffset="59573.76">10984 2614 1467 0,'0'0'150'0,"0"0"-148"15,73-92 1-15,-27 80-2 16,3 11 4-16,6 1-4 15,-1 11-1-15,-10 18-4 0,-14 9-28 16,-16 8-137 0,-14 2-31-16,-3 1-146 0,-23-7-78 15</inkml:trace>
  <inkml:trace contextRef="#ctx0" brushRef="#br1" timeOffset="59707.91">11107 2973 846 0,'0'0'237'15,"0"0"-237"-15,97-23-10 16,-46 16 10-16,-1-1 6 16,5 2-6-16,-1 1-61 15,-1-3-88-15,-5-3-262 16</inkml:trace>
  <inkml:trace contextRef="#ctx0" brushRef="#br1" timeOffset="60299.31">11494 2215 845 0,'0'0'452'16,"-61"-120"-435"-16,28 64-11 15,-9 1-6-15,-5 0 57 16,-9 1 17-16,-11 6-24 0,-12 6-22 15,-14 4-2 1,-18 10-22-16,-12 10-3 0,-13 9 0 16,-4 9 5-16,-2 4 2 15,-4 23 4-15,4 13-1 16,2 13-3-16,1 17-4 16,7 18 0-16,9 22 21 15,15 25 5-15,21 30 0 16,25 21-19-16,32 11-3 15,28 6 4-15,16-14-7 16,44-22-5-16,24-17 1 16,25-23 6-16,17-14-5 15,20-17 3-15,17-18-5 16,12-25-22-16,14-29-46 16,7-24 9-16,-2-15 11 15,-6-33 14-15,-13-18 22 16,-11-11 12-16,-12-13 9 0,-6-9-6 15,-5-16-3-15,-9-17 0 16,-12-18 0-16,-15-22 0 16,-33-19 2-16,-39-9 2 15,-31 3 19-15,-48 15 13 16,-44 26-10-16,-30 22-12 16,-22 30-10-16,-21 28 2 15,-9 27-4-15,-8 29-2 16,0 20-9-16,13 14-45 15,13 32-95-15,25 10-104 16,28 4-221-16</inkml:trace>
  <inkml:trace contextRef="#ctx0" brushRef="#br1" timeOffset="78093.39">3601 4766 613 0,'0'0'95'0,"0"0"-19"16,0 0-49-16,0 0 2 16,0 0 39-16,0 0-2 15,0 0-1-15,0-7-2 16,15 5-11-16,10 0-13 15,13 2-13-15,20-1 8 16,14-1-13-16,22 2 1 16,15-2-5-16,10-4-9 15,6-2 4-15,4-3-1 0,0-1-4 16,-12-1-1 0,-13-2 2-16,-24 2-5 0,-28 0-3 15,-26 4 0-15,-12 2 0 16,-13 2 0-16,1 1 2 15,-2-2 2-15,0 3 2 16,0 0-6-16,0-2-1 16,-7 2-5-16,-9 3-58 15,-3 0-108-15,-1 0-106 16,1 0-213-16</inkml:trace>
  <inkml:trace contextRef="#ctx0" brushRef="#br1" timeOffset="94324.74">16384 2917 599 0,'0'0'140'16,"0"0"-135"-16,0 0 4 0,0 0 46 16,0 0 36-16,0 0-5 15,0 0-34-15,0 4-3 16,0-4 17-16,0 0 4 15,5-5-1-15,3-7-16 16,3-8-35-16,2-2-5 16,0-5-4-16,-3-2-6 15,-3-4-5-15,-6 0 7 16,-1-1-5-16,0-3 4 16,-8 6-4-16,-8 4 0 15,-1 7 0-15,-5 12-11 16,-3 8 7-16,-5 7-1 0,-5 32 3 15,-4 19-1 1,3 18 2-16,5 11-2 0,8 4 3 16,12-6 0-16,7-12-1 15,4-16 0-15,7-16 0 16,9-14-2-16,3-10 5 16,-1-10-4-16,2-7-1 15,5 0-3-15,4-20 6 16,3-11 0-16,-3-6 3 15,-3-5-3-15,-6-7 1 16,-7 1-2-16,-1-3 1 16,-4 2-9-16,-3 9 7 15,-1 12 0-15,-3 11 2 0,1 13 0 16,-2 4-9 0,1 10-13-16,1 19 2 0,2 10 20 15,4 6 1-15,3-3 1 16,6-3 0-16,2-7-1 15,4-9-1-15,0-8 0 16,2-8 5-16,-1-5-3 16,-2-2-2-16,-3 0 1 15,0-13 3-15,0-9 1 16,-3-5-5-16,1-7 0 16,-2-7 2-16,-1-6 0 15,-3-3-4-15,-4-4 4 16,-1 0-2-16,-1 3 0 15,-1 4 2-15,-1 13 0 0,-1 11-2 16,-2 12 2-16,0 11 1 16,0 0-3-16,0 0-11 15,0 26-12-15,0 16 23 16,3 11 1-16,2 0 1 16,0-4 1-16,0-6-2 15,0-3-1-15,0-10 0 16,-2-4-1-16,-3-10 4 15,0-6-3-15,0-3 1 16,0-7 0-16,0 0 4 16,0 0 1-16,2 0 7 15,0-5 3-15,5-10-16 16,3-6-12-16,3 3-6 0,7 3 8 16,0 6-4-1,3 6-20-15,1 3 14 0,0 0 13 16,-1 12-4-16,-5 9 8 15,-3 3-3-15,-6 0 3 16,-9 0-3-16,0-1 6 16,-2-4 4-16,-15-4 40 15,-4-2 4-15,-8-2 15 16,1-5-21-16,1-1-11 16,5-3 4-16,6-2-18 15,7 0-6-15,5 0-2 16,4 0-1-16,0 0-8 0,6-7-10 15,16-6-61 1,8-5 13-16,8-2 40 0,7-4 16 16,4-3-37-16,1-4 15 15,-2 1 24-15,-6-5 0 16,-9 0 4-16,-7-2-3 16,-8 0 5-16,-8-4 5 15,-3-3 5-15,-7-2 2 16,0 0 15-16,0 2-10 15,0 6-9-15,-7 5-8 16,1 13 6-16,3 9-6 16,0 9 0-16,3 2-6 15,-1 11-19-15,-2 25 2 16,-3 19 17-16,3 12 1 16,0 6 0-16,3-3 2 0,0-7 1 15,0-7-4-15,0-9 5 16,0-11-3-16,0-11 1 15,0-8-1-15,0-10 1 16,0-3 2-16,0-4-3 16,1 0 5-16,4 0 14 15,5-19 21-15,3-11-7 16,6-10-33-16,1-4-1 16,0 0 1-16,0 7-2 15,-2 5-3-15,-2 9 3 16,-5 15-3-16,-2 6-12 15,3 2 6-15,1 15-13 0,4 16 22 16,2 3 1-16,3 3 0 16,2-2-1-16,2-5 2 15,6-4-2-15,5-6-4 16,5-8-23-16,1-6-16 16,-1-6-10-16,-3-4 2 15,-6-17-33-15,-10-3 50 16,-4-3 33-16,-9-2 1 15,-10-1 2-15,0 2 12 16,-3 0 38-16,-14 7-21 16,0 8 9-16,-1 6-9 15,-1 7-14-15,-2 3-4 16,-4 26-10-16,1 8 4 0,2 6 13 16,9 1-6-16,4-8-11 15,9-7-3-15,0-9 0 16,0-7-1-16,14-6 0 15,-1-5 1-15,4-2 0 16,1 0-4-16,1-15 3 16,1-8-11-16,-2-5 1 15,1-1-3-15,-2-3-7 16,-3 6 10-16,-2 4-2 16,-4 10 8-16,-6 9 0 15,1 3 3-15,1 2-9 16,1 14-8-16,5 5 19 0,1 2 5 15,3-2-5 1,0-5 1-16,2-4-1 0,1-4 1 16,1-8 0-16,0 0 1 15,-1 0-2-15,2-11-5 16,-3-3 0-16,1-6-5 16,-2 0-4-16,-2 3 7 15,-1 1 3-15,-5 7-7 16,-2 3-1-16,-3 6 11 15,-1 0-1-15,1 9-21 16,3 19-1-16,3 6 24 16,2 5 9-16,7 0 10 15,5-9-14-15,6-9 6 16,1-10 4-16,-2-10-7 16,-2-1-2-16,-5-7 6 0,-2-12 1 15,-3-7-7-15,-5-3-4 16,-5-1 10-16,-4-3 2 15,-1-2-3-15,0 1 6 16,-1 1-6-16,-9 7-5 16,2 10-6-16,1 11-6 15,0 5 3-15,-3 22-17 16,-2 25 20-16,-1 21 2 16,1 13 0-16,7 9 0 15,5 4 4-15,0-3-5 16,0-2 3-16,2-2 0 15,6-9 2-15,-2-13 1 0,-6-19-2 16,0-18 16-16,0-16 41 16,0-6 3-16,-14-6 13 15,-7 0 0-15,-11-6-21 16,-4-14-21-16,1-7-10 16,4-3-1-16,9-4-13 15,9-4-10-15,11-4-4 16,2-3 1-16,20-3-5 15,15-2 6-15,7 2-22 16,8 2-18-16,2 0-25 16,8 2-96-16,5 1-94 15,0-1-282-15</inkml:trace>
  <inkml:trace contextRef="#ctx0" brushRef="#br1" timeOffset="94826.24">19046 2719 669 0,'0'0'486'16,"0"0"-464"-16,5-81-18 16,-5 54 22-16,-2 1 45 15,-13 4-44-15,-3 5 12 16,-2 5-6-16,-2 7-15 0,-4 5-15 15,-2 0-1 1,0 13-1-16,1 18 0 0,7 8 7 16,7 6-7-16,11 1 0 15,2-2-1-15,10-4 0 16,17-4 2-16,3 0 0 16,5-3 2-16,0 0-4 15,-2 1 1-15,-6-1 0 16,-7 1-1-16,-6-7 0 15,-7-5 0-15,-7-2 1 16,0-3-1-16,-14-7 36 16,-11-3 20-16,-4-4 8 15,-4-3 14-15,-2 0-19 16,2-14-7-16,-1-9-20 0,6-3-13 16,7-4-4-16,10 2-12 15,8-1-2-15,3 1-2 16,6 2-11-16,23-3 0 15,7 5-17-15,10 2-25 16,3 4-23-16,2 6-75 16,1 3-51-16,0 0-42 15,-3-1-186-15</inkml:trace>
  <inkml:trace contextRef="#ctx0" brushRef="#br1" timeOffset="95206.77">19447 2687 680 0,'0'0'323'15,"0"0"-201"-15,0 0 25 0,0 0-22 16,0 0-35-16,0 0 0 16,-23-78-44-16,2 78-20 15,-4 0 9-15,-6 23-20 16,-3 20-9-16,2 16 5 16,4 10 2-16,8 7 2 15,11-1-7-15,9-10-5 16,3-10-6-16,28-14 5 15,7-16-4-15,9-13 0 16,0-12-15-16,-2 0 2 16,-4-10 15-16,-10-14 1 15,-7-3 5-15,-10-5-1 16,-7-3 2-16,-7-2 4 0,0 0-3 16,-15 6-5-16,-8 7-2 15,-4 10-1-15,-1 10 0 16,-3 4-4-16,-4 4 1 15,-3 20-17-15,6 8-55 16,5 1-72-16,12 1-67 16,12-5-124-16,3-9-171 15</inkml:trace>
  <inkml:trace contextRef="#ctx0" brushRef="#br1" timeOffset="97173.29">19856 2932 1335 0,'0'0'131'16,"0"0"-126"-16,0 0 18 15,-10-91 30-15,22 75-20 16,3 9-24-16,3 6-9 15,1 1 0-15,3 8-2 16,-1 20-4-16,1 9 0 16,-2 7 6-16,-3 3 8 15,-4-2-5-15,-2-5 2 16,-4-2-5-16,-3-10 0 16,-4-8-2-16,0-6 1 0,0-8 1 15,0-5 2-15,0-1 5 16,0 0 3-16,0-1 3 15,0-21 9-15,2-10-22 16,5-15-3-16,2-5-11 16,3-1-15-16,3 8 8 15,0 12 17-15,-1 16-9 16,-1 11-2-16,-1 6 0 16,-1 7 1-16,2 22 5 15,3 11 8-15,-3 7 1 16,0 2 12-16,1-4-7 15,-4-7 1-15,1-8 4 0,-1-10-2 16,-3-8-1-16,-2-7-2 16,-3-5 0-16,1 0 12 15,2-5-4-15,7-14 15 16,2-13-24-16,2-10-3 16,3-11-2-16,1-5-8 15,-2 1-4-15,2 11 12 16,-5 16 2-16,-6 14 4 15,-3 12 10-15,1 4-9 16,1 9-6-16,4 22 0 16,3 11 0-16,0 6 11 15,2 0-10-15,1-4 3 0,6-9-4 16,3-9-13 0,4-8-48-16,6-12-67 0,3-6-14 15,-2-1 34-15,-1-20 70 16,-7-5 38-16,-10-5 3 15,-8-3 4-15,-12-6 5 16,0 2 14-16,-10 1 13 16,-12 10 17-16,-3 10-17 15,-1 11 33-15,-1 6-25 16,0 6-19-16,3 20-4 16,2 9-2-16,8 3 5 15,4 0-6-15,8-5-20 16,2-9 1-16,0-9 2 15,15-6-2-15,5-7 3 16,6-2 4-16,2-3-9 0,2-18-3 16,0-5-35-16,-4-2 8 15,-5 1-9-15,-6 4-2 16,-5 8 15-16,-5 6 21 16,-4 9 5-16,5 0-4 15,2 18-18-15,3 11 22 16,6 4 9-16,5-5 0 15,5-7 1-15,8-7-5 16,5-10 5-16,7-4-4 16,-4-1 1-16,-2-17 2 15,-12-6-8-15,-9-5 1 16,-3-5-2-16,-4-7 0 16,-6-8 0-16,-3-7-6 0,-4-7-11 15,0-10-7 1,-11 4 20-16,-2 12 4 0,2 16 4 15,2 21 22-15,6 16 8 16,-1 4-34-16,-1 24-4 16,-1 23 4-16,-2 19 2 15,4 8 8-15,4 0 2 16,0-7 0-16,0-8-3 16,0-11-5-16,1-8-2 15,8-9 7-15,-2-12-7 16,-1-8 2-16,0-8-3 15,-5-3 2-15,1 0 6 0,3 0 8 16,5-16 6-16,3-12-5 16,4-9-16-16,-2-7 0 15,0 0 2-15,0 2-4 16,-1 11 1-16,0 11 1 16,0 11-2-16,-1 9-7 15,4 0-1-15,4 20 6 16,4 14 2-16,-1 10 3 15,1 4 9-15,2-1-9 16,1-7-3-16,1-7 0 16,4-9-14-16,2-7-66 15,2-11-72-15,4-6-21 16,-6-2-132-16,-4-17-88 0,-6-8 177 16,-10-5 130-1,-6-5 57-15,-8-6 58 0,-1 1 14 16,-1 0 103-16,-14 8 76 15,-2 9-49-15,-3 14 60 16,0 11-53-16,-4 0-105 16,-1 21-14-16,2 10-12 15,1 5 4-15,5 1-12 16,9-4-22-16,6-5-14 16,2-9-4-16,0-3 5 15,2-9-6-15,12-3-7 16,2-4-24-16,6 0-1 0,2-17-9 15,-1-7-35 1,-1-4-3-16,-2 3-29 0,-2 3 54 16,-4 7 27-16,-5 7 27 15,0 5 9-15,-3 3 18 16,6 2-15-16,3 16 34 16,5 4 13-16,6-3-29 15,3-2-10-15,5-6-13 16,3-8 9-16,-2-3-4 15,-1 0-9-15,-8-10-1 16,-7-3 2-16,-10-2-4 16,-5-2 8-16,-4 0 13 15,0-5 16-15,0 0-25 16,-7 1-5-16,-5-1 2 16,1 7-3-16,2 7 4 0,4 2 6 15,2 6-6-15,-4 3-10 16,-1 19-15-16,-4 19 15 15,1 16 4-15,4 17 6 16,3 11 8-16,4 12 9 16,0 5-7-16,2 5-1 15,11 2 8-15,3 3-20 16,0-5-3-16,-3-17-4 16,-4-18 2-16,-8-21-2 15,-1-22 2-15,0-13-2 16,0-7 0-16,0-9-13 15,-14 0-25-15,-5-24-28 0,-3-27-173 16,0-19-196 0</inkml:trace>
  <inkml:trace contextRef="#ctx0" brushRef="#br1" timeOffset="97317.88">22117 2481 1169 0,'0'0'0'16,"0"0"-105"-16,0 0 45 16,0 0-126-16,97-46-200 15</inkml:trace>
  <inkml:trace contextRef="#ctx0" brushRef="#br1" timeOffset="97706.66">22437 2797 941 0,'0'0'229'0,"0"0"-219"16,0 0-5-16,0 0 37 16,0 0 33-16,4-77 16 15,-14 76-53-15,-3 1-17 16,-6 0-12-16,-1 13-2 0,0 7 7 15,4 1-7-15,6 0-4 16,3-1 2-16,5-5-4 16,2-3-1-16,0-3 3 15,0-5-2-15,9-2 4 16,-2-2-1-16,6 0-2 16,2 0 2-16,5-6-4 15,3-8-29-15,2 1 13 16,-5 2-4-16,-3 5 5 15,-2 5-16-15,-4 1-4 16,3 1-21-16,-2 16-30 16,1 4-89-16,0-2-69 0,2-5-124 15</inkml:trace>
  <inkml:trace contextRef="#ctx0" brushRef="#br1" timeOffset="98040.9">22640 2797 809 0,'0'0'234'15,"0"0"-201"-15,0 0 75 16,0 0-20-16,0 0-41 16,0 0-40-16,37 18 27 15,-28 29 53-15,2 3-47 16,-3-5-21-16,2-8 3 16,-1-12-7-16,-2-11-3 15,-3-8-2-15,-1-6-2 16,4 0 5-16,2-7 5 15,4-14-5-15,4-9-7 0,1-8-6 16,1-4 0-16,-1-5-6 16,4 5-3-16,1 8 9 15,0 13 0-15,-1 14-13 16,-3 7-1-16,-2 17 5 16,-1 13 9-16,3 7 17 15,-3-3-15-15,-4-1-2 16,-4-6-6-16,-6-5-116 15,-2-5-105-15,-5-5-238 16</inkml:trace>
  <inkml:trace contextRef="#ctx0" brushRef="#br1" timeOffset="98422.84">18660 3382 1247 0,'0'0'126'0,"0"0"-126"0,0 0-108 16,162-25 108-16,-29 21 47 16,45 4 39-16,42 0-36 15,43 0 14-15,39 0-13 16,21 0-36-16,10 0 0 16,-2 5-12-16,-10 6 2 15,-22 1-3-15,-28 4-4 16,-45 3-1-16,-53-2-31 15,-49-3-120-15,-57-8-90 16,-51-6-362-16</inkml:trace>
  <inkml:trace contextRef="#ctx0" brushRef="#br1" timeOffset="99422.54">23513 2785 961 0,'0'0'307'0,"0"0"-278"16,0 0-28-16,0 0 56 16,0 0 7-16,0 0-36 15,0 0-28-15,12 12 0 16,-5 16 13-16,4 4 13 0,-3 3 0 15,1-8-2-15,-6-11 6 16,1-6 18-16,-1-9 6 16,-2-1-3-16,5 0 15 15,12-5-16-15,22-22-21 16,34-16-7-16,33-18-16 16,23-8-6-16,13-7-1 15,2-4-2-15,-12 2-18 16,-13 4-55-16,-26 16-86 15,-30 14-182-15,-31 15-388 16</inkml:trace>
  <inkml:trace contextRef="#ctx0" brushRef="#br1" timeOffset="108237.57">15660 2934 951 0,'0'0'286'0,"0"0"-263"0,0 0-6 15,-52-98 68-15,44 49 5 16,4-16-12-16,4-15-39 16,6-12 9-16,22-19-15 15,15-20-10-15,18-20-13 16,14-24-9-16,9-11-1 16,2-8 6-16,0 9-6 15,-6 22 2-15,-5 26 1 16,-8 33-2-16,-9 26 4 15,-13 21-5-15,-11 20 2 16,-12 12-2-16,-9 12 0 0,-8 8-9 16,-2 2-46-16,0 3-79 15,1 0-54-15,5 4-4 16,1 12-87-16,-6-1-113 16</inkml:trace>
  <inkml:trace contextRef="#ctx0" brushRef="#br1" timeOffset="108557.29">16665 467 1043 0,'0'0'211'16,"0"0"-172"-16,0 0-33 15,0 0-5-15,0 0 6 16,0 0 3-16,60-30 20 16,2 22-6-16,15-3-6 15,8-3-9-15,6 2-8 16,-3 0-1-16,-11 3 0 15,-21 5-27-15,-22 4-50 0,-20 0-128 16,-14 7-137 0,-4 5-64-16</inkml:trace>
  <inkml:trace contextRef="#ctx0" brushRef="#br1" timeOffset="108754.89">17164 420 596 0,'0'0'501'0,"0"0"-452"15,0 0-49-15,0 0 0 16,0 0 5-16,-23 123 69 16,20-59-16-16,0 7-31 15,3-2-11-15,0-4-6 16,-2-7-7-16,-3-5-3 0,0-8-19 16,-3-7-105-16,-1-12-142 15,4-15-258-15</inkml:trace>
  <inkml:trace contextRef="#ctx0" brushRef="#br1" timeOffset="108887.86">17344 789 721 0,'0'0'0'16,"0"0"-226"-16</inkml:trace>
  <inkml:trace contextRef="#ctx0" brushRef="#br1" timeOffset="109216.82">17780 403 1037 0,'0'0'116'0,"0"0"-100"0,0 0 1 15,0 0-17-15,0 0 10 16,0 0-10-16,2 131 48 15,-2-67-21-15,1 1-14 16,-1-5-4-16,0-3-9 16,0-5 3-16,0-3-3 15,-1-4-65-15,-9-10-186 16,0-14-204-16</inkml:trace>
  <inkml:trace contextRef="#ctx0" brushRef="#br1" timeOffset="110054.13">18048 523 859 0,'0'0'186'16,"0"0"-161"-16,0 0-6 15,0 0 48-15,0 0-36 16,0 0 12-16,-22-70-31 16,22 68 5-16,0 2 5 15,0 0-11-15,0 3-11 16,0 23-7-16,2 10 7 15,2 10 37-15,2 2-20 16,0 0-5-16,-2-1-11 0,-1-7 7 16,-3-6-8-16,0-7 4 15,0-10-5-15,-6-8 1 16,0-3 0-16,1-6-16 16,2 0-14-16,0-6 24 15,-1-18-66-15,1-10-15 16,1-8 66-16,1-6 21 15,-1-3 6-15,2-2 26 16,0 2 12-16,0 3-9 16,0 11 7-16,0 11-18 15,0 12 21-15,0 10 11 16,0 4-36-16,0 0-20 0,0 0-3 16,5 0-7-1,13 15 8-15,9 7 1 0,4 8 1 16,8 7 1-16,2 3-1 15,-2 1 1-15,1-2 0 16,-3-2-1-16,-5-5 1 16,-7-6 2-16,-8-8 4 15,-9-6 18-15,-6-3 8 16,-2 0 16-16,-5 1 7 16,-22 5 16-16,-10 1-35 15,-10 3-28-15,-6 1-4 16,-3-1-5-16,-2 2-12 15,-2 2-112-15,3 2-81 16,5-4-120-16,4-4-296 16</inkml:trace>
  <inkml:trace contextRef="#ctx0" brushRef="#br1" timeOffset="110336.54">16856 1055 855 0,'0'0'640'0,"0"0"-640"0,0 0-191 15,168 0 191-15,-48 0 37 16,28 0 11-16,22 0-32 15,1 5-4-15,-1-1-7 16,-9 2-1-16,-22-2-8 16,-17-1-37-16,-27-1-46 15,-28-1-77-15,-29-1-188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0:40:27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3909 5065 838 0,'0'0'289'0,"0"0"-234"16,0 0-34-16,0 0-8 16,0 0 23-16,0 0 13 0,0 0-21 15,0 0-15 1,0-14-13-16,0 14-7 0,0 0-96 15,0 0-184-15,-6 0-277 16</inkml:trace>
  <inkml:trace contextRef="#ctx0" brushRef="#br0" timeOffset="14499.1">3820 3841 366 0,'0'0'759'16,"0"0"-606"-16,0 0-102 15,0 0 54-15,0 0 27 16,0 0-55-16,0 0-46 16,0 0-6-16,0-3-13 0,0 3-10 15,0 0-2 1,0-2-5-16,0-3-33 0,-2-7-45 15,-18-4-205-15,-7-5-157 16</inkml:trace>
  <inkml:trace contextRef="#ctx0" brushRef="#br0" timeOffset="15510.48">3151 2969 768 0,'0'0'209'0,"0"0"-190"15,0 0 23-15,0 0 66 0,0 0-1 16,0 0-50-16,-19-72-14 16,13 55 0-16,-1-1 15 15,-3-3-17-15,-1-3-25 16,-1-2 12-16,-5-1-1 15,1-5-7-15,-5-2-8 16,-2-2-3-16,-6-3 3 16,-4 1 2-16,-3 3-5 15,-5 4 2-15,-1 3-6 16,2 3 2-16,1 3 0 16,0 4-6-16,0 1 8 15,1 2-5-15,-1 2-2 0,-3 1 2 16,-3 5-4-1,-1 3 1-15,-5 2 0 0,1 2 1 16,-1 0-2-16,-1 0 0 16,1 11 6-16,-1 0-4 15,1-1 0-15,-1 2-1 16,0 3 5-16,-1 0-6 16,1 3 4-16,7 2-2 15,3-1 0-15,7 1 3 16,1 2-1-16,8-7-3 15,2 2 5-15,7-5-6 16,6-5 6-16,4 0-4 16,4-4 1-16,-1-2-1 0,3 2 0 15,-1-3 0-15,2 0 1 16,0 0-2-16,0 0 2 16,0 0-1-16,0 0 1 15,0 0 0-15,0 0-3 16,0 0-5-16,0 5-45 15,0 3-76-15,0 12-143 16,0 10-48-16,0 9-89 16</inkml:trace>
  <inkml:trace contextRef="#ctx0" brushRef="#br0" timeOffset="17311.61">3595 5154 305 0,'0'0'217'0,"0"0"-133"0,0 0-23 15,0 0 76-15,0 0-10 16,0 0-34-16,-1-3-5 16,1 3-19-16,0 0 8 15,0 0-16-15,-2 0-3 16,-6 0-11-16,-5 4-12 16,-8 12 3-16,-5 4 0 15,-6 4-14-15,0-1 2 16,-1 0-8-16,-4 1 0 15,-5 0 1-15,-4 3-9 16,-5 2 7-16,-4-2-1 16,-2 1-10-16,-3-2 9 0,-7-4-7 15,-3-1 7 1,-5-3 0-16,0-3-7 0,1-4 0 16,4-5 6-16,1-3-4 15,4-2 6-15,2-1-5 16,1 0 0-16,1 0-1 15,8 0-7-15,5-10 10 16,4-2-5-16,2-5-1 16,0-2 8-16,-1-3-6 15,-2-3-2-15,2-1 4 16,-2-2-11-16,3 0 7 16,3-3-7-16,1 0 2 15,1-4 5-15,5 1-7 16,2 5 6-16,6 2-5 15,4 5 0-15,7 3 6 0,3 1-7 16,3 3 2-16,2-3 1 16,1 5-1-16,0-1 1 15,1 2 1-15,1 3 0 16,1 1-4-16,-2 0 0 16,2-2 0-16,1 4 0 15,-2 0 0-15,2 3 0 16,0 1-1-16,0 1 5 15,0 1-4-15,0 0 0 16,-1 0-3-16,-1 0 0 0,1 0-15 16,-1 0-27-1,-2 0-10-15,4 5-70 0,0 20-184 16,0 7-130-16,4-1-121 16</inkml:trace>
  <inkml:trace contextRef="#ctx0" brushRef="#br0" timeOffset="18627.31">1195 6525 829 0,'0'0'156'0,"0"0"-135"16,0 0 38-16,0 0 67 15,0 0-17-15,0 0-44 16,0 0-24-16,3-66 20 15,10 42 1-15,4 0-25 16,5-1-23-16,3 4-1 16,2 2 0-16,3 7-9 15,-3 8-4-15,-4 4 0 16,-4 0-6-16,-6 21-2 0,-6 11-9 16,-7 8 17-1,0 10 5-15,-9 6 0 0,-16 5 0 16,-6 3-1-16,-10-3 8 15,-1-6-6-15,1-8-4 16,6-10 5-16,8-12 1 16,12-11-7-16,8-5-1 15,7-9 4-15,0 0 1 16,2 0-5-16,21-17-6 16,14-13-7-16,8-12-13 15,4-5 12-15,-3-1 7 16,-4-3 3-16,-2 3-3 15,-5 4 5-15,-4 3 4 16,-4 8 1-16,-8 5 2 0,-2 0-3 16,-2 8 4-16,-5-2 2 15,-3 8 4-15,-2 5 4 16,-3 3 6-16,-2 6 9 16,0 0-9-16,0 0-18 15,0 0-3-15,0 0-1 16,-7 10-4-16,-6 14 4 15,-7 11 1-15,-1 5 7 16,0 8-2-16,1 5 2 16,3 0 7-16,5 0 1 15,7-7-1-15,5-5-7 16,0-5-3-16,3-8-5 16,11-4 0-16,1-3 2 15,4-5-4-15,0-5 0 16,5-2-2-16,4-2-22 0,4-6-52 15,7-1-49-15,2-4-161 16,1-17-219-16</inkml:trace>
  <inkml:trace contextRef="#ctx0" brushRef="#br0" timeOffset="18854.73">2021 6490 1210 0,'0'0'181'0,"0"0"-172"16,0 0-15-16,0 0 6 0,0 0 0 15,-10 91 23-15,20-33 6 16,-5 2-18-16,-1 0-9 16,-1-6 0-16,-2-8-2 15,2-7-21-15,3-8-72 16,-5-12-133-16,2-14-261 15</inkml:trace>
  <inkml:trace contextRef="#ctx0" brushRef="#br0" timeOffset="19010.39">2120 6318 1157 0,'0'0'0'15,"0"0"-269"-15,0 0 207 16,0 0-33-16,43 107-310 16</inkml:trace>
  <inkml:trace contextRef="#ctx0" brushRef="#br0" timeOffset="19397.8">2438 6577 973 0,'0'0'343'0,"0"0"-331"16,0 0-1-16,0 0 75 0,0 0-7 16,0 0-63-16,-84-30-11 15,77 31-5-15,-2 11 0 16,-1 6 0-16,0 3-5 16,4 3 5-16,0 2-1 15,5 1-2-15,1 0 1 16,0 0 0-16,8-2-7 15,13-1 9-15,5-2 0 16,1-3 0-16,0-4 0 16,-6-2 3-16,-7-6 4 15,-9-3-5-15,-5-2 0 16,0-2 26-16,0 0 68 0,-9 0-12 16,-17 0-20-16,-13 0-33 15,-4 0-20 1,-2 0-4-16,6 0-6 0,4 0 0 15,5 0-1-15,7 0-12 16,4 0-47-16,13 1-118 16,6 7-109-16,4-4-257 15</inkml:trace>
  <inkml:trace contextRef="#ctx0" brushRef="#br0" timeOffset="20961">3241 6784 975 0,'0'0'144'0,"0"0"-116"15,0 0 45-15,0 0 24 16,56-104-18-16,-37 73-53 16,0 1-15-16,-6-2 13 15,-9 5 17-15,-4 1 1 16,0 4-4-16,-17 6-25 15,-3 6 14-15,-4 10-27 16,-4 0 8-16,-7 28-8 16,-5 19 0-16,5 13 1 15,8 2 0-15,16-4-1 16,11-13-1-16,0-12-3 16,11-13 4-16,13-11 0 0,0-9 2 15,8 0 1-15,1-22 14 16,1-6-14-16,-5-5 4 15,-8 0-3-15,-4 0 4 16,-7 4 0-16,-3 8-6 16,-4 10 13-16,-1 9 1 15,-2 2-16-15,0 0 0 16,5 14-23-16,3 13 18 16,12 10 5-16,11-2-117 15,7-5-129-15,10-8-205 16</inkml:trace>
  <inkml:trace contextRef="#ctx0" brushRef="#br0" timeOffset="22142.15">3760 6623 470 0,'0'0'890'15,"0"0"-846"-15,-16-87-44 16,33 69 55-16,14 6-18 15,4 7-24-15,1 5-13 16,0 11-4-16,-7 22 4 16,-2 12 0-16,-5 4 22 15,-5 3 16-15,-5-4-17 0,-6-6 0 16,-5-8 3 0,-1-5-6-16,0-12-16 0,0-8-1 15,0-5 2-15,0-4-1 16,0 0 11-16,0 0 5 15,0 0 3-15,0-12-1 16,0-18-6-16,0-16-14 16,0-10-10-16,16 0 10 15,3 7-12-15,2 11 12 16,-6 15 0-16,-3 17-1 16,-2 6-5-16,1 10-2 15,4 26 5-15,2 12 3 16,-4 4 1-16,-3-1 6 15,-3-4 0-15,-2-8-5 16,1-10 2-16,-3-7-3 16,0-12-1-16,-3-7 0 0,2-3 1 15,0 0 7-15,1-7 7 16,5-15-14-16,4-15 3 16,3-7-2-16,0-9 0 15,-2 2-1-15,-1 5 1 16,-4 13 0-16,1 8 3 15,-3 13-5-15,0 11 7 16,-2 1-7-16,6 9-4 16,2 18 4-16,5 8 0 15,-2 0 3-15,2 0-3 16,-1-5-2-16,3-5 1 0,1-6-56 16,3-7-108-1,0-10-81-15,5-2-36 0,-7-5 59 16,1-17 109-16,-7-6 114 15,-5-1 6-15,-2 0 72 16,-5 1 85-16,-3 9 24 16,0 6-60-16,0 9-16 15,0 4 3-15,0 3-82 16,0 27-18-16,0 10 7 16,0 6 38-16,0-2-11 15,0-9-39-15,9-7 0 16,7-12-2-16,4-4-6 15,2-10 6-15,2-2-3 0,-1-2-4 16,1-16 14-16,-4-5-13 16,-4-6 1-16,-4-5-2 15,-4-3-1-15,-5 1 1 16,0 7-2-16,-3 11 2 16,0 11 0-16,0 7 2 15,0 0-6-15,0 24-5 16,0 9 9-16,1 6 11 15,8-3-9-15,6-6 1 16,6-9-3-16,4-7-1 16,4-10-10-16,-3-4-18 15,4 0-3-15,-6-15 19 16,-3-5-9-16,-4-3 12 16,-3-4 3-16,-3-10 2 0,-4-6 5 15,-4-8 2-15,-3-5 0 16,0-2-2-16,0 3 0 15,-10 8 1-15,3 10 6 16,0 16 11-16,3 12 25 16,3 9-1-16,1 5-42 15,0 28-6-15,0 18 6 16,0 15 19-16,0 5-6 16,0-3-7-16,0-5 3 15,0-9-7-15,5-5-2 16,3-10-2-16,-2-6-16 15,1-7-50-15,-2-6-116 16,2-9-147-16,-4-9-287 0</inkml:trace>
  <inkml:trace contextRef="#ctx0" brushRef="#br0" timeOffset="22661.96">5264 6530 534 0,'0'0'712'15,"0"0"-686"-15,0 0-5 16,0 0 34-16,0 0-4 16,0 0-42-16,0 0-6 15,0-23 8-15,2 22 17 16,-2-2 2-16,2 0 25 15,-2-1-2-15,0-2-1 0,0 2-12 16,0-2-28 0,1 0-4-16,-1 0-1 0,0 2-4 15,0-1 1-15,0 2-3 16,0 3 5-16,0 0 3 16,0 0-9-16,0 20-4 15,0 22 4-15,0 17 2 16,2 9 15-16,2 3-14 15,4-6 1-15,2-7-2 16,-1-8-2-16,-2-7-26 16,-7-11-73-16,0-3-114 15,-8-14-110-15,-12-10-275 16</inkml:trace>
  <inkml:trace contextRef="#ctx0" brushRef="#br0" timeOffset="23025.55">5137 6806 969 0,'0'0'115'0,"0"0"-95"16,0 0 76-16,0 0-64 16,120-78-20-16,-62 74-10 15,2 1 2-15,0 0-4 16,-6-1 3-16,-13-2-3 16,-13-3 5-16,-11-4-1 15,-6-3 34-15,-8-2 31 16,-3-5-30-16,0 1 16 15,0 0 14-15,-2 4-19 16,-5 6-18-16,4 5-13 0,1 4 9 16,2 3 2-16,0 0-19 15,0 15-11-15,0 21 4 16,0 13 14-16,4 5 19 16,-3 1-22-16,3-4-10 15,1-4-5-15,2-6 2 16,-3-4-5-16,-2-5-1 15,-2-4-49-15,0-1-48 16,-3-2-151-16,-10 0-16 16,-3-5-262-16</inkml:trace>
  <inkml:trace contextRef="#ctx0" brushRef="#br0" timeOffset="23280.12">5542 7106 1346 0,'0'0'36'0,"0"0"-32"16,0 0 42-16,0 77 52 16,0-46-43-16,0-1-33 15,2-1 8-15,2-2-2 16,-1-3-7-16,-3-3-12 16,0-3-3-16,0-5 0 15,0-2-5-15,0-2 0 16,0 2-1-16,0-4-5 15,0-1-4-15,0-3-36 16,0-1-35-16,0-2-12 0,0 0-37 16,0-14-49-16,0-14-427 15</inkml:trace>
  <inkml:trace contextRef="#ctx0" brushRef="#br0" timeOffset="23925.29">5630 6892 1046 0,'0'0'208'16,"14"-113"-184"-16,-1 67 19 16,1 10 51-16,1 9 2 15,0 11-58-15,0 7-30 0,3 9-5 16,3 0 3-16,0 17 0 16,3 15 0-16,-3 9 38 15,-3 5-3-15,-2 1-17 16,-8-2-1-16,-6-1-12 15,-2-6-7-15,-7-4-4 16,-12-10-5-16,-3-9 5 16,3-8 0-16,2-5-4 15,4-2-10-15,4-4-28 16,6-21-50-16,3-8-72 16,0-9-53-16,18-5-92 15,4-2-102-15,2 1 148 16,-3 1 263-16,-4 4 178 15,-4-1 75-15,-1 1 1 16,-4 2-61-16,-1 6-76 0,-2 9 13 16,-3 13-40-16,-2 5 1 15,0 7-32-15,0 1-16 16,0 6-43-16,0 25 6 16,0 21 3-16,-2 16 40 15,-1 1-39-15,3-2 3 16,0-11-4-16,10-10-9 15,11-11 1-15,3-13 0 16,4-11-1-16,4-11 0 16,2 0-4-16,-1-25-8 15,-3-8 5-15,-7-2 7 16,-8-4 2-16,-9 1 1 0,-5 5-2 16,-1 9 8-1,0 8 5-15,0 12 5 0,0 4-8 16,0 0-11-16,0 20-7 15,0 13-4-15,0 6 11 16,0 2 2-16,0-5-2 16,0-7-40-16,12-9-75 15,5-6-113-15,6-10-122 16,7-4-277-16</inkml:trace>
  <inkml:trace contextRef="#ctx0" brushRef="#br0" timeOffset="24358.53">6619 6932 1031 0,'0'0'111'0,"0"0"-42"16,0 0 95-16,0 0-43 15,0 0-53-15,0 0-14 16,-57-52 7-16,45 27-16 16,4-8-17-16,5-8-14 15,0-4-9-15,3-1-3 16,0-3-1-16,6 9-1 15,8 6 0-15,5 10-6 16,1 10 6-16,4 6-4 16,-1 7-4-16,0 1 3 15,-1 5 4-15,-1 22-9 0,-2 17 10 16,-3 14 0-16,-9 9 1 16,-3 8 0-16,-4 5 0 15,0 3 4-15,0-1-3 16,0-3-1-16,0-13 0 15,0-17-1-15,0-20 0 16,0-13 1-16,0-11-1 16,0-5 4-16,0 0-3 15,5-8 20-15,2-9 18 16,-2-5-14-16,-2-2-4 16,-3-3-14-16,0-3-7 15,5 0-4-15,2 3-34 16,5 3-52-16,1 3-185 0,3-1-102 15</inkml:trace>
  <inkml:trace contextRef="#ctx0" brushRef="#br0" timeOffset="24758.92">7123 6626 1316 0,'0'0'129'0,"22"-114"-94"15,5 67 58-15,5 11-15 16,6 12-28-16,7 12-30 16,1 12-20-16,0 5 4 0,-8 29-7 15,-12 15 4 1,-14 15-1-16,-12 6 4 0,-6 6-1 16,-26-5 4-16,-7-3-4 15,-6-13 1-15,-2-10 3 16,5-13 14-16,11-14-3 15,15-11 7-15,9-5 15 16,7-2 8-16,0 0-2 16,9-3-15-16,26-19-14 15,18-3-10-15,15-2-6 16,3 4 5-16,1 2-6 16,-4 7-4-16,-4 1 3 15,-11 9-6-15,-11 4-1 16,-15 0-43-16,-17 0-26 15,-10 7-65-15,-10 1-284 0,-25-6-551 16</inkml:trace>
  <inkml:trace contextRef="#ctx0" brushRef="#br0" timeOffset="26025.38">8431 6725 1109 0,'0'0'91'0,"0"0"-77"0,0 0 52 16,0 0 33-16,-109 0-58 16,72-7-20-16,-1-10 29 15,-1-5 23-15,5-7-32 16,0-7-15-16,9-1 9 15,11-4-7-15,13 1-19 16,1 0-7-16,15 5-2 16,16 5 5-16,8 9-5 15,6 11-2-15,-3 8-3 16,-3 2 0-16,-13 23 1 16,-9 15-8-16,-14 7 3 15,-3 9 8-15,-17 0 1 16,-19 0 0-16,-11-4 0 0,-3-12 6 15,6-11-1 1,11-16 8-16,11-6 9 0,12-5 12 16,5 0-13-16,5 0-11 15,0-12 5-15,15-10-15 16,17-7-2-16,12-1 2 16,5 4 5-16,7 7-5 15,-2 8 2-15,-6 10-1 16,-6 1-2-16,-9 8 0 15,-4 16-10-15,-1 5-34 16,2 2-70-16,2-3-100 16,5-6-58-16,2-11-349 15</inkml:trace>
  <inkml:trace contextRef="#ctx0" brushRef="#br0" timeOffset="26674.8">9241 6312 1363 0,'0'0'142'16,"0"0"-130"-16,0 0 37 16,0 0 64-16,0 0-70 15,0 0-41-15,-6-27 11 0,-14 25 18 16,-9-1-11-1,-4 0-15-15,0 0 2 0,1-1 8 16,2 1 3-16,2 0-14 16,1 1-2-16,2 2-2 15,6 0 4-15,8 0-4 16,5 0 0-16,3 0 0 16,3 0 0-16,0 0-6 15,0 0 3-15,0 0 0 16,0 0-6-16,0 8 0 15,0 13 9-15,0 8 5 16,0 8 0-16,-2 2-3 16,-5-1 0-16,0-5-1 15,-2-3 1-15,2-10-1 0,4-7-1 16,2-7 2-16,1-3-2 16,0-3-1-16,0 0 1 15,0 0-1-15,10 0 0 16,14 0 1-16,10-5 9 15,8-4-5-15,0 6-4 16,-2 3-3-16,-2 1 1 16,-6 21-2-16,-9 11 1 15,-11 6 1-15,-9 3-2 16,-3 2 4-16,-5-5 2 16,-13-7 5-16,-7-7 10 15,-2-9 1-15,-3-3 4 16,-5-7-1-16,-2-3-12 15,0-1 1-15,2-2-3 16,1 0-7-16,1 0-3 0,0 0-14 16,-4 0-43-1,-3 2-51-15,-8 7-236 0,-16 3-266 16</inkml:trace>
  <inkml:trace contextRef="#ctx0" brushRef="#br0" timeOffset="27524.61">3074 7679 1137 0,'0'0'160'16,"0"0"-137"-16,0 0 28 16,0 0 11-16,0 0-25 15,0 0-17-15,62-25-8 0,-38 59 3 16,-6 14 13-16,-8 11 7 16,-7 3-5-16,-3-4-16 15,-3-1-1-15,-14-6-4 16,-6-6-4-16,0-9-3 15,4-10 5-15,6-12-4 16,7-9 3-16,6-5-5 16,0 0-1-16,18-24-5 15,15-14-21-15,5-16-12 16,5-6 30-16,-2 2-18 16,-8 0 1-16,-4 8 25 15,-8 5 5-15,-9 7-5 16,-5 8 2-16,-5 8 8 15,-2 6 16-15,0 5 7 16,0 5 19-16,-4 4-19 0,-1 2-10 16,-2 0 0-16,-1 0-19 15,-7 18-3-15,-5 16 3 16,-1 12-1-16,8 7 7 16,9 5-10-16,4-1 5 15,4-2-4-15,18-2 0 16,7-9-1-16,4-8 0 15,2-6-8-15,1-9-29 16,0-5-49-16,-1-12-128 16,-3-4-224-16</inkml:trace>
  <inkml:trace contextRef="#ctx0" brushRef="#br0" timeOffset="27680.63">3744 7898 1568 0,'0'0'150'16,"0"0"-150"-16,0 0-25 16,0 0 25-16,119-5 8 15,-60 12-8-15,-2 5-190 16,-14-1-90-16,-17-3-314 16</inkml:trace>
  <inkml:trace contextRef="#ctx0" brushRef="#br0" timeOffset="27821.87">3718 8132 1277 0,'0'0'23'0,"0"0"-23"15,0 0 0-15,0 0 6 16,117 26-6-16,-52-26-89 16,3 0-176-16,-4-2-138 15</inkml:trace>
  <inkml:trace contextRef="#ctx0" brushRef="#br0" timeOffset="28258.19">4358 7810 1342 0,'0'0'271'0,"0"0"-247"15,0 0 37-15,0 0 25 16,0 0-66-16,0 0-14 15,30-35-6-15,6 47 12 16,-1 8-11-16,-5 1 1 16,-8 6-2-16,-9 0-4 15,-9 3 4-15,-4 3-15 16,-6 1 15-16,-26 0-4 16,-11 4 9-16,-14-1-6 15,-9 0 3-15,-2-4-4 16,6-7 1-16,10-9 0 0,20-8 1 15,18-5 6 1,11-4-1-16,3 0-4 0,4-1-1 16,25-17-9-1,9-3 8-15,12-2 2 0,2 5-1 16,-1 6 2-16,-5 4-1 16,-1 7-2-16,-3 1 0 15,0 0-10-15,-3 3-36 16,-3 6-43-16,-1 2-66 15,-2-2-61-15,3-5-149 16,-8-4-134-16</inkml:trace>
  <inkml:trace contextRef="#ctx0" brushRef="#br0" timeOffset="28640.62">4841 8047 813 0,'0'0'81'0,"0"0"-63"0,2-83 156 16,-2 54-17-16,0 4-68 15,0 8-14-15,-8 4 11 16,-1 10 13-16,-2 3-40 16,-4 5-43-16,-4 20-15 15,1 9 13-15,3 5-2 16,3-2-4-16,8-3 1 16,3-9-9-16,1-9 1 15,0-4-1-15,4-8 1 16,7-4-1-16,1 0 0 15,1 0 0-15,3-13 7 0,2-9-5 16,2-2-2-16,0 1 0 16,-2 2-2-16,-1 5 2 15,-6 6 1-15,-2 3-1 16,-2 7 0-16,1 0-1 16,2 8 2-16,1 17 2 15,1 5 4-15,-2 5 4 16,-1-4-11-16,1-3-1 15,0-8-49-15,0-2-121 16,0-9-125-16,-2-5-335 16</inkml:trace>
  <inkml:trace contextRef="#ctx0" brushRef="#br0" timeOffset="29407.99">3330 9097 936 0,'0'0'154'0,"0"0"-151"0,61-77 38 15,-23 58 53 1,0 7-39-16,-3 7-34 0,-4 5-12 16,-7 14 14-16,-3 17 10 15,-11 15 15-15,-9 8 25 16,-1 4-40-16,-7 0-11 15,-13-7 7-15,-3-8-27 16,0-5-2-16,-1-12 0 16,6-6 7-16,6-9-7 15,7-7-20-15,5-4 6 16,0-16 0-16,18-20-58 16,8-15 2-16,2-8 70 15,-1-3-1-15,-2-1-14 16,-5 1 1-16,0 8 14 15,-1 5-1-15,-5 7 1 0,-2 10 11 16,-3 7 18 0,-6 10 4-16,-3 10 29 0,0 4 7 15,0 1-18 1,-2 1-32-16,-13 23-12 0,-6 15 17 16,-5 13-2-16,4 12 1 15,9 3-4-15,8-4 4 16,5-2-4-16,4-7-19 15,20-9 0-15,11-7-5 16,9-9-14-16,6-4-58 16,4-12-100-16,-4-11-155 15,-6-2-527-15</inkml:trace>
  <inkml:trace contextRef="#ctx0" brushRef="#br0" timeOffset="29562.86">4049 9127 1621 0,'0'0'6'0,"0"0"-6"16,0 0-1-16,119-21 1 15,-58 21 0-15,3 0-23 16,-11 3-167-16,-14 6-69 16,-22-3-399-16</inkml:trace>
  <inkml:trace contextRef="#ctx0" brushRef="#br0" timeOffset="29721.45">4072 9318 1066 0,'0'0'468'0,"0"0"-468"16,0 0-42-16,0 0 42 16,0 0-7-16,132 0-19 15,-68 0-145-15,1-6-63 16,-1-8-217-16</inkml:trace>
  <inkml:trace contextRef="#ctx0" brushRef="#br0" timeOffset="30324.38">4907 8991 1415 0,'0'0'48'16,"0"0"-41"-16,0 0 78 15,0 0-7-15,0 0-51 16,0 0-17-16,-91-22 0 16,59 22 16-16,-1 0-13 15,3 2-3-15,5 2 1 16,6-1-3-16,11-3-4 16,2 2 2-16,4-2-5 15,0 2-1-15,2-2-2 16,0 0-10-16,0 2-10 15,0-2 2-15,0 2 0 0,0-2 3 16,0 2 4-16,0-1-6 16,-2 8-10-16,-4 6 11 15,-4 7 15-15,-3 6 3 16,-3 0 0-16,1-2 5 16,4-7-5-16,2-5 4 15,4-5-2-15,3-6 2 16,2-2-3-16,0-1-1 15,0 0-3-15,4 0 3 16,16 0 0-16,10 0 18 16,9-4-16-16,1 2-2 15,3 2-1-15,-3 0 0 16,-3 5-4-16,-2 13 1 16,-8 6 3-16,-9 5 1 0,-8 2 0 15,-10 1 9-15,0-4 28 16,-5-2-5-16,-13-6-3 15,-5-3 1-15,-8-4 3 16,-4-2-13-16,0-3-10 16,0-4-5-16,5-2-3 15,3-2-2-15,6 0-26 16,5-2-77-16,13-14-124 16,3-8-145-16,19-8-312 15</inkml:trace>
  <inkml:trace contextRef="#ctx0" brushRef="#br0" timeOffset="30792.12">5130 8866 1202 0,'0'0'272'0,"0"0"-258"0,0 0-14 15,0 0 11-15,0 0-4 16,16 90 36-16,-12-33-16 15,-2 2-12-15,-2-4 7 16,0-6 7-16,0-6 4 16,-2-12-22-16,-5-8-1 15,-3-9 0-15,3-7 0 16,1-5-3-16,3-2 6 0,3 0 1 16,-1 0 3-1,1-4-4-15,0-12-13 0,0-6-2 16,0-1 0-16,13 1-5 15,12 5-2-15,5 5-1 16,4 8 2-16,1 4 3 16,-3 9 0-16,-6 16 3 15,-4 5 2-15,-11 3 0 16,-5 1 1-16,-6-5 5 16,0-3 12-16,-13-5-3 15,-13-3 4-15,-6-5-2 16,-7-2-1-16,-3-4-10 15,3-5-3-15,0-2-3 0,8 0 0 16,-1 0-21 0,4-4-41-16,1 2-53 0,0 2-134 15,4 0-144-15,-4 2-223 16</inkml:trace>
  <inkml:trace contextRef="#ctx0" brushRef="#br0" timeOffset="31139.86">3216 9766 1663 0,'0'0'24'0,"0"0"-24"16,0 0-87-16,156-12 87 16,-41 12 59-16,28 7-44 15,20-3-9-15,18-3 0 16,9-1 30-16,1 0 8 16,-4-4-16-16,-18-8-6 15,-24 4-6-15,-29 4-14 16,-41 2-2-16,-31 2-7 15,-24 0-12-15,-20 0-39 16,0 2-82-16,-24 11-135 0,-13 1-36 16</inkml:trace>
  <inkml:trace contextRef="#ctx0" brushRef="#br0" timeOffset="32173.6">8723 7956 582 0,'0'0'102'15,"0"0"-57"-15,0 0 36 16,0 0 49-16,0 0 15 15,0-95-14-15,0 78-54 16,0 9 8-16,0 1-11 16,0 7-3-16,0 0-22 15,2 4-49-15,-1 29-10 16,3 16 10-16,-1 20 43 16,1 7-26-16,-3 0-5 0,-1-1-4 15,0-3-2-15,0-4-2 16,0-7-3-16,0-10 1 15,-3-10-1-15,-3-7-1 16,0-10-4-16,2-8-76 16,1-5-87-16,3-11-83 15,0 0-136-15,3-19-153 16</inkml:trace>
  <inkml:trace contextRef="#ctx0" brushRef="#br0" timeOffset="32522.66">8988 8070 978 0,'0'0'220'0,"0"0"-197"0,0 0-19 16,0 0 10-16,-27 110 30 16,27-62 10-16,18-3-13 15,7-5-23-15,7-12-14 16,3-13 3-16,0-11-4 15,0-4 5-15,0-9 7 16,-1-19-3-16,-6-10-6 16,-6-9 14-16,-13-7 35 15,-9-3 3-15,-11-2-21 0,-26 2 0 16,-9 6-9 0,-6 9-19-16,-2 14-2 0,8 12-7 15,5 16-2-15,8 0-1 16,10 23-1-16,10 7-23 15,11 7-64-15,2-2-62 16,23 0-55-16,17-7-159 16,9-8-179-16</inkml:trace>
  <inkml:trace contextRef="#ctx0" brushRef="#br0" timeOffset="32806.76">9474 7888 987 0,'0'0'103'0,"0"0"-92"16,0 0 27-16,0 0 63 16,0 0-61-16,0 0-14 15,30 105 69-15,-21-37-14 16,-3 7-14-16,1 2-28 15,-1-4-10-15,3-5-13 16,-2-3-7-16,-1-6-8 16,-2-7-1-16,-1-4-23 15,-1-12-111-15,-1-14-110 16,1-17-312-16</inkml:trace>
  <inkml:trace contextRef="#ctx0" brushRef="#br0" timeOffset="33140.15">9758 8084 1173 0,'0'0'138'16,"0"0"-136"-16,0 0-1 16,0 0 11-16,-85 70 41 15,47-33-25-15,-7-3-13 16,-4-4 20-16,2-4 7 15,7-9-14-15,14-8-15 0,14-3-10 16,8-6 3-16,4 0 10 16,7 0-12-16,25 0 2 15,13 0 6-15,11 0-2 16,2 11-3-16,-5 12-6 16,-5 4 7-16,-4 6-6 15,-2 2-1-15,-6-2 0 16,-6-4-1-16,-4-1 0 15,-7-6-23-15,-3-2-108 16,-1-8-72-16,-5-12-206 16</inkml:trace>
  <inkml:trace contextRef="#ctx0" brushRef="#br0" timeOffset="33424.58">10128 7721 1235 0,'0'0'114'16,"0"0"-111"-16,0 0-2 16,0 0 0-16,6 108 77 15,4-20-6-15,-3 9-32 16,-1 1-10-16,-3 0-1 15,-2-8-17-15,-1-9-1 16,0-6-10-16,0-10 0 0,0-12-2 16,-3-13-8-16,-4-11-96 15,0-15-67-15,1-14-165 16,-1 0-257-16</inkml:trace>
  <inkml:trace contextRef="#ctx0" brushRef="#br0" timeOffset="34279.07">10188 7701 733 0,'0'0'497'0,"0"0"-473"16,-100-33-21-16,53 26 31 15,-8 1 89-15,-7-1-41 16,-12 4-39-16,-11-3 4 16,-14-1-8-16,-11-3-14 15,-8-4-9-15,-8-4 5 16,-3-4-3-16,2-1-6 16,0 1 5-16,5 4-5 15,12 4-1-15,16 6 0 16,20 6-6-16,23 2 0 15,19 0-5-15,15 0 0 0,9 0 0 16,8 0 5-16,0 0-4 16,0 0-1-16,0 0 1 15,0 0 3-15,-2 0 3 16,2 0 0-16,0 0 7 16,0 0-4-16,0 0-4 15,0 0 0-15,0 0-5 16,0 0 4-16,0 0-4 15,-1 0-1-15,1 0 3 16,0 0-3-16,0 0-1 16,0 0 0-16,0 1-3 15,-3 9 0-15,0 10 3 16,2 10 1-16,1 13 4 16,0 9-3-16,0 16 6 0,0 13 5 15,0 12-2-15,3 10 9 16,-2 6-5-16,-1 4-7 15,0 1 0-15,0 2-3 16,-6-2 0-16,-1-5-4 16,1-12 5-16,-1-14-4 15,4-16-1-15,-1-14 0 16,4-15-1-16,0-15 2 16,0-13-3-16,0-6 1 15,0-1 0-15,7 1 1 16,22-1 1-16,19-1 14 15,22 2-1-15,20-1-7 16,19 1-1-16,23 2-6 0,24-1-4 16,19-2 4-16,14-3 0 15,2 0-1-15,-14-3 1 16,-21-8 5-16,-33 2-1 16,-31 3-4-16,-30 1-2 15,-25-1 2-15,-19 3-2 16,-10 2 0-16,-4 1-1 15,-4 0-27-15,0 0-1 16,0 0-13-16,0 0-47 16,0 0-120-16,0 0-267 15,-7 0-376-15</inkml:trace>
  <inkml:trace contextRef="#ctx0" brushRef="#br0" timeOffset="36472.74">8327 2536 627 0,'0'0'177'0,"0"0"-124"16,-22-85 37 0,18 67 24-16,4 5 1 0,-2 6-28 15,2 7-19-15,-2 0-30 16,0 29-35-16,-1 22-3 15,0 23 50-15,1 7-11 16,2-4-32-16,0-11-4 16,8-12 1-16,12-11-4 15,2-12 0-15,1-12 4 16,-2-9-1-16,0-10 11 16,5-5-3-16,-1-22-1 15,3-9 1-15,-1-10-5 16,-10-7 3-16,-8-5 4 15,-7-11-3-15,-2-2 17 16,-7 1-17-16,-13 2-5 0,-6 12 24 16,-1 11-29-16,4 12 6 15,4 17-13-15,4 12-1 16,2 4-5-16,-4 29-23 16,0 15-43-16,4 14-12 15,13 5-84-15,0 1-90 16,25-6-98-16</inkml:trace>
  <inkml:trace contextRef="#ctx0" brushRef="#br0" timeOffset="36659.93">8695 2694 1099 0,'0'0'169'0,"0"0"-169"0,0 0-5 16,0 0 5-16,4 90 44 15,0-49-21-15,3 0-23 16,-2-2-2-16,0 2 2 16,-2 0-73-16,3-7-198 15,0-10-68-15</inkml:trace>
  <inkml:trace contextRef="#ctx0" brushRef="#br0" timeOffset="36913.51">8951 2435 119 0,'0'0'1191'0,"0"0"-1163"16,0 0-28-16,0 0-21 15,0 0 21-15,-10 103 35 16,10-40-19-16,1-1-11 15,6-5-3-15,-2-10-1 16,0-6-1-16,-2-7-45 16,3-5-55-16,2-6-103 15,2-9-56-15,5-9-186 0</inkml:trace>
  <inkml:trace contextRef="#ctx0" brushRef="#br0" timeOffset="37243.15">9162 2635 1043 0,'0'0'218'0,"0"0"-218"15,0 0 0-15,0 0 5 16,-19 101 18-16,20-61-22 16,20-4 3-16,7-9-4 15,4-9 5-15,-2-10-5 16,-2-7 2-16,-6-1 2 15,-3-7 11-15,-2-16 20 16,-6-5 15-16,-1-7 9 0,-8-1 22 16,-2-3-11-1,0-3-12-15,-19-3-28 0,-2 3-22 16,-4 5 0-16,3 12-8 16,5 11-2-16,4 10-17 15,3 4-5-15,-2 3-63 16,4 21-74-16,5 13-19 15,3 0-108-15,3-4-104 16</inkml:trace>
  <inkml:trace contextRef="#ctx0" brushRef="#br0" timeOffset="37423.62">9549 2736 1091 0,'0'0'261'0,"0"0"-261"16,-7 87-8-16,6-41 6 16,1 4 4-16,0 0-4 15,0-2-27-15,0-11-149 16,0-11-260-16</inkml:trace>
  <inkml:trace contextRef="#ctx0" brushRef="#br0" timeOffset="38022.81">9735 2590 1472 0,'0'0'60'15,"0"0"-48"-15,94-54-12 16,-38 52 15-16,3 2 0 15,-5 15-6-15,-16 10-9 16,-13 5-5-16,-15 1-4 16,-10-3 2-16,0-1 1 15,-25 2 5-15,-12-1 1 16,-3-3 28-16,-2-3-23 0,7-4-3 16,10-5 4-16,8-6-6 15,10-4-7-15,7-3-34 16,0 0 22-16,0 0-8 15,0 0-25-15,17-3-3 16,5-10-4-16,8 0-7 16,5-2 34-16,4 3-58 15,-3 0-10-15,3 2 65 16,-4 0 35-16,-6 4 0 16,-3 1 7-16,-3 1 10 15,-4 3-4-15,0 0-7 16,-3-2 8-16,1-2 10 15,3-1 14-15,-4-4 20 16,3-2 0-16,-4-4 10 16,-4 0 13-16,-4-5 3 0,-3-4 1 15,-4-1-2-15,0-3-33 16,-7 4-22-16,-10 1-8 16,1 7 5-16,0 3-17 15,2 7-8-15,-2 5-1 16,3 2-1-16,-3 0-19 15,-1 8-44-15,3 10-35 16,3 9-82-16,5 4-34 16,6 1-77-16,0-2-171 15</inkml:trace>
  <inkml:trace contextRef="#ctx0" brushRef="#br0" timeOffset="38248.58">10554 2737 1228 0,'0'0'233'0,"0"0"-233"16,0 0-19-16,0 0-4 16,0 0 23-16,-5 104 36 15,2-50-26-15,-1 0-5 16,1-4-4-16,-2-5-2 15,-2-7-117-15,-1-14-199 0,0-11-316 16</inkml:trace>
  <inkml:trace contextRef="#ctx0" brushRef="#br0" timeOffset="38721.6">10778 2574 1395 0,'0'0'59'0,"0"0"-59"0,94-60 0 16,-39 51 12 0,2 6 2-16,-6 3-7 0,-10 0-7 15,-16 10 0-15,-15 3-8 16,-10 5-3-16,0 2 3 15,-12 0 8-15,-13 4 30 16,-4-6 4-16,6-1-12 16,4-6-21-16,12-4 5 15,7-5-6-15,0 1-4 16,0-2-15-16,10 1 2 16,15-1 17-16,6 0 5 15,8 1-4-15,1 1 5 16,-3 5-6-16,-4 1 1 15,-11 2-2-15,-10 0 0 16,-12 5 1-16,0 1 5 0,-9 3 22 16,-21 1 20-16,-12 1 1 15,-15 0-9-15,-6-3-32 16,5-2 14-16,9-6-21 16,15-7-4-16,20-1-68 15,12-3-118-15,2-2-117 16,28-25-259-16</inkml:trace>
  <inkml:trace contextRef="#ctx0" brushRef="#br0" timeOffset="39005.75">11333 2636 1158 0,'0'0'132'0,"0"0"-129"15,0 0-3-15,0 0 2 16,94 50 14-16,-59-49 14 15,0-1-9-15,-5-2 1 16,-8-21 27-16,-5-8 65 16,-9-8-24-16,-6-3-21 15,-2 2-11-15,0 4-29 16,-14 2-6-16,-6 9-21 16,-1 6-2-16,-3 8-4 15,-4 11-7-15,-1 0-28 16,-1 9-41-16,5 15-33 15,10 5-85-15,7 5 17 16,8-1-149-16,0 0-144 0</inkml:trace>
  <inkml:trace contextRef="#ctx0" brushRef="#br0" timeOffset="39225.6">11736 2750 160 0,'0'0'1284'15,"0"0"-1284"-15,0 0-24 16,0 0 24-16,2 129 16 16,-15-74-5-16,-7-1-11 0,-4-6-57 15,-4-6-75-15,-4-10-145 16,-3-11-263-16</inkml:trace>
  <inkml:trace contextRef="#ctx0" brushRef="#br0" timeOffset="39933.35">7963 2760 1232 0,'0'0'71'16,"0"0"-71"-16,0 0 0 16,-27 91 15-16,10-35 8 15,1 2-16-15,-1-2-7 0,-3-3-39 16,-5-8-182-16,-10-12-232 16</inkml:trace>
  <inkml:trace contextRef="#ctx0" brushRef="#br0" timeOffset="40220.47">6812 2692 1074 0,'0'0'176'0,"0"0"-176"15,0 0-2-15,0 0 2 16,97-29 47-16,-25 16-1 16,8-1-31-16,1 2-15 15,-7 6-31-15,-6-1-177 16,-13-4-224-16</inkml:trace>
  <inkml:trace contextRef="#ctx0" brushRef="#br0" timeOffset="40431.58">7274 2424 1104 0,'0'0'123'0,"0"0"-123"16,0 0-44-16,0 0 44 15,0 107 44-15,8-44-12 16,2 3-31-16,-1-4 5 16,-1-5-3-16,3-11-3 15,2-5-39-15,-2-10-166 16,1-9-53-16,-2-13-154 16</inkml:trace>
  <inkml:trace contextRef="#ctx0" brushRef="#br0" timeOffset="40708.04">7463 2694 1020 0,'0'0'154'0,"0"0"-154"16,0 0-9-16,0 0 9 16,0 0 26-16,0 0 26 15,85 38-4-15,-51-54 21 16,-11-6 7-16,-8-4 12 15,-8-1-21-15,-7-2-13 16,-2 2 12-16,-18 2-59 16,-9 3-2-16,-4 6 0 15,0 6-5-15,-1 7-23 0,1 3-33 16,1 5-52 0,-3 24-55-16,0 11-44 0,-2 4-206 15,-5 3-25-15</inkml:trace>
  <inkml:trace contextRef="#ctx0" brushRef="#br0" timeOffset="40895.08">6905 3002 1307 0,'0'0'0'0,"0"0"-102"15,-84 116 102-15,62-71 0 16,7 1 0-16,3-4-241 16,0-10-128-16</inkml:trace>
  <inkml:trace contextRef="#ctx0" brushRef="#br0" timeOffset="41435.19">5412 2774 1022 0,'0'0'144'15,"0"0"-144"-15,0 0-44 16,0 0 35-16,0 0 9 16,0 0 3-16,136-1 18 15,-77 1-15-15,-2 0-6 16,-1 0-173-16,-2-5-83 0,-7-6-71 16</inkml:trace>
  <inkml:trace contextRef="#ctx0" brushRef="#br0" timeOffset="42208.7">5966 2650 126 0,'0'0'932'15,"0"0"-932"-15,0 0-15 16,0 0 15-16,0 0 68 16,0 0-30-16,-10 0-32 15,-3 0 2-15,-7 6 25 16,2-5-15-16,-2-1 1 15,3 0 10-15,2-16-12 16,5-9 13-16,6-1-23 0,4-4-7 16,6 4-7-16,15 6 7 15,6 10-11-15,3 8 7 16,0 2-21-16,-5 5 25 16,-6 24 0-16,-9 11-13 15,-10 13 9-15,0 5 4 16,-12 2 10-16,-17-1 11 15,-6-6 18-15,-3-5-14 16,-3-6-11-16,-1-6-4 16,3-6 1-16,6-9 1 15,5-9-6-15,15-9 2 16,7-3 1-16,6-10 16 0,0-20-13 16,0-14-8-16,16-4-4 15,4 1 6-15,4 9-2 16,-1 5-4-16,3 10 4 15,0 8-4-15,1 6 0 16,3 9-1-16,1 0-1 16,1 0-6-16,2 12 1 15,-3 1 4-15,0 1-7 16,-6-2-106-16,-3-5 2 16,-4-4-43-16,-1-3 4 15,-4 0-11-15,-3 0 77 16,-5 0 87-16,-1 0 22 15,-3 0 75-15,-1 0-9 0,2 0-4 16,5 17-40-16,7 14-21 16,12 11 102-16,6-1-85 15,6-9-8-15,4-11-15 16,3-16 0-16,0-5 31 16,-2-17 36-16,-6-20 20 15,-5-12-24-15,-13-4 1 16,-15-2-21-16,-4 0 3 15,-7 3-21-15,-17 2-23 16,-7 8-8-16,1 4-6 16,4 14-3-16,5 12-4 15,5 12-11-15,-2 2-43 0,-1 31-83 16,-1 19-23 0,0 15-6-16,5 8-127 0,0 1-15 15,0-2-60-15</inkml:trace>
  <inkml:trace contextRef="#ctx0" brushRef="#br0" timeOffset="42921.81">6730 3394 1257 0,'0'0'111'0,"0"0"-88"0,0 0 8 15,0 0 54-15,-90 37-27 16,12 13-32-16,-31 16 3 16,-35 17 14-16,-31 15 6 15,-18 8-11-15,-10-3-1 16,0-11-19-16,12-17 3 15,21-15 1-15,29-15-10 16,34-14-4-16,39-15 1 16,33-7-8-16,22-6 4 15,13-3-5-15,0 0-10 16,3 0 7-16,17-15-1 0,3-3 4 16,2-4 0-16,-3 3 5 15,-3 3-3-15,1-4-1 16,0 2-1-16,2 0 1 15,-1 0-1-15,0-2 0 16,-2-4-2-16,3-1 6 16,-2-2-4-16,-2 1 3 15,-1 3-2-15,-3 1 1 16,-4 3-2-16,-4 3 0 16,1 3 1-16,-4 3 2 15,-3 5-3-15,0 0 1 16,0 4-1-16,0 1 5 15,0 0-5-15,0 0 1 0,-12 0-2 16,-5 20 3 0,-11 10 3-16,-3 7-3 0,-4 7-2 15,-2 1 8-15,3-2-7 16,5-2 8-16,6-5-9 16,12-7 0-16,6-6 0 15,5-6-1-15,0-4-3 16,15-8 2-16,13-1 4 15,13-4 0-15,8 0-2 16,13-8-4-16,9-3-28 16,9 4-12-16,7 5-48 15,7 2-114-15,-2 0-106 16,-11 0-461-16</inkml:trace>
  <inkml:trace contextRef="#ctx0" brushRef="#br0" timeOffset="71598.73">3589 2967 283 0,'0'0'74'16,"0"0"-40"-16,0 0 5 15,0 0-1-15,0 0 46 16,0 0 10-16,0 0 10 16,3-21 1-16,-3 20-6 15,0 1-7-15,0 0-15 16,0 0-24-16,0-2-3 15,0 2-2-15,0-2-2 16,0 2-8-16,0 0-9 16,0 0-3-16,0 0 0 0,-4 0-15 15,-3 0 5-15,-2 0-7 16,-1 0-7-16,0 2 6 16,-2 3-3-16,2 1-1 15,-1-2 2-15,-3 3 0 16,1 0 11-16,-2 0-4 15,0 2-3-15,0-2 2 16,0 2-3-16,3 2-2 16,1 2 1-16,-3 2-7 15,3 1 5-15,-3 3 1 16,-3 5-5-16,-1 2 7 16,-2 1 2-16,0 2 8 15,3-2-8-15,4-1-7 16,-1-3 10-16,2 1-9 15,2 1-3-15,3 0 3 0,-2 3-5 16,-1 4 4-16,1 3 5 16,-2 1-5-16,1 3 8 15,1 0-2-15,-1 3-6 16,4 0 3-16,-3-1 6 16,1 1-7-16,2 2 1 15,-1-1-5-15,0 4 8 16,1-1-1-16,0-5-4 15,1 3 2-15,0-4-5 16,0 1 3-16,0 1 3 16,0-2-6-16,-2 0 1 15,3-2 1-15,-2 1-2 0,3-3-1 16,0 1 3-16,1 2-1 16,0 2 1-16,1-2-1 15,-1 1 2-15,0 1-3 16,2-2 0-16,0 2 0 15,0 0 1-15,0 0-2 16,0 0 3-16,0 2-3 16,5-1 4-16,2-4-3 15,0 3-1-15,1-2-1 16,0 2 5-16,2 2-5 16,1 1 4-16,0 0-4 15,2-5 7-15,3-3-5 16,0-2-1-16,3-4-1 0,-1 1 1 15,4-5-1-15,0 0 0 16,1-2 0-16,2-4 0 16,2-2 0-16,-2-3 0 15,0-4-1-15,0-1 1 16,2-3 0-16,3-4 0 16,0 1 6-16,2-4-4 15,1 0 0-15,6 0-2 16,2-7 3-16,6-8 2 15,0 0-4-15,-2 2-1 16,-3-2 2-16,-5 0 2 16,-2 0-2-16,-2-2-2 0,-2-1 0 15,-3-1 4 1,0-3-3-16,1 2 2 0,-3-5 0 16,0-1-2-16,-1-8 3 15,-1-5-4-15,4-8 3 16,-2-4-2-16,1-3 0 15,0 0-1-15,0 0 5 16,-1-5-5-16,1-1 0 16,-4 0-3-16,-1 0 3 15,-3 1 0-15,-6-1-1 16,-3 0 0-16,-3-3 0 16,-4 1 1-16,-3-4 0 15,0 0 1-15,0 0-1 16,0-2 0-16,-5-1 0 15,-5-8 0-15,-2-2-5 0,2-2 4 16,-5 5-1-16,-3 5-5 16,-3 8 4-16,-2 6-4 15,-2 5 7-15,-3 3-3 16,0 5 4-16,-1 4-1 16,0-1 2-16,1 4 0 15,0 1-2-15,-1 2 0 16,4 4 3-16,0 1-3 15,2 6-6-15,1 2 5 16,0 2-5-16,2 3-6 16,0 6-1-16,2-1-9 15,-2 4-10-15,-1 1 5 0,1 1-22 16,2 5-14-16,-2 0-72 16,-2 5-49-16,-1 19-127 15,-2 2-38-15,-2-3-107 16</inkml:trace>
  <inkml:trace contextRef="#ctx0" brushRef="#br0" timeOffset="73746.35">3982 3913 871 0,'0'0'112'0,"0"0"-57"0,0 0-45 16,0 0-4-16,0 0 6 15,0 0 39-15,0 0-18 16,5-12-33-16,5 17-8 15,5 7-103-15,-3-2-158 16</inkml:trace>
  <inkml:trace contextRef="#ctx0" brushRef="#br0" timeOffset="77682.53">5833 3309 408 0,'0'0'71'0,"0"0"-39"15,0 0 18-15,0 0 61 16,0 0-28-16,0 0-25 16,0 0 2-16,-7-33 45 15,7 33-38-15,0 4-60 16,5 16-7-16,3 8 47 15,5 4-4-15,3-1-29 16,6 1-3-16,2-5 2 16,2-6 3-16,-1-6 7 15,-4-7-1-15,1-8-12 16,1 0 10-16,8 0 2 0,2-8-14 16,3-10 0-16,-3-3-2 15,2-1-1-15,0 2-5 16,2 2 5-16,3 3-5 15,-2 4 0-15,4 7-2 16,-1 4 2-16,4 0 0 16,1 3 0-16,5 10 0 15,2 4 7-15,1-2-6 16,-1-2 2-16,-6 0 0 16,-7-4 2-16,-7-1-5 15,-8-3 7-15,-5-1-7 16,-1-2 5-16,1-2-2 15,0 0 0-15,2 0 3 16,0-11-3-16,-5 3 0 0,-5 3-1 16,-2 1-2-16,-3 4-4 15,3 0 2-15,5 0 1 16,5 2 1-16,7 5 0 16,0 0 0-16,6-3 5 15,0-1 2-15,6-3-5 16,5 0 9-16,-3 0 5 15,3 0 2-15,-4-4-2 16,-3-2-8-16,-4 0-4 16,-1 3-3-16,-5-1 1 15,-4 4-2-15,-1 0 0 16,-2 0-1-16,2 0-2 0,6 0 3 16,4 7 3-1,6-3 3-15,1 1-5 0,-1-4 5 16,1-1-1-16,-1 0-1 15,1 0 1-15,-4 0-3 16,-4 0 1-16,3-1 2 16,-2-2-3-16,5-3 0 15,2-1 0-15,3 0-1 16,0 1 1-16,-2 0 0 16,-5 1-1-16,-4 5-1 15,-5 0-2-15,-1 0 0 16,2 0 2-16,2 0 0 15,1 0 4-15,3 0-4 16,0 5 4-16,2-1-4 16,4 0 5-16,1-2-5 0,4-2 4 15,2 0 6-15,-1 0-2 16,-1 0-6-16,-4-6-1 16,-6-1 5-16,-4 3-5 15,-5 1 6-15,-4 3-3 16,3-2 2-16,1 2-2 15,7 0-3-15,4 0 8 16,8-1 0-16,6-2-9 16,4 0 12-16,2-3-6 15,3 1 2-15,0-1 3 16,-1-1-6-16,-4 2 0 0,-4-1 0 16,-7 3-2-16,-1 1 0 15,-5-1-3-15,0 3 4 16,1-3-2-16,2 3 0 15,7 0 1-15,4 0 1 16,3 0-2-16,5 0-2 16,6 0 2-16,3 6 1 15,1 2-6-15,5 3 7 16,-3-1-4-16,1 1 0 16,2-4 3-16,0 0-3 15,1-5 1-15,-1-2 3 16,-1 0 4-16,-8 0 14 15,-9 0 4-15,-15 0-15 16,-14-4-9-16,-9 1 3 0,-4 0-5 16,-6 1 1-16,-3 1-1 15,-5 1-9-15,0 0-71 16,-10 4-201-16,-32 8-158 16</inkml:trace>
  <inkml:trace contextRef="#ctx0" brushRef="#br0" timeOffset="79167.63">8456 1914 372 0,'0'0'128'0,"0"0"-110"0,0 0-17 16,0 0 20-16,0 0 71 15,0 0 9-15,-28 0-33 16,28 2-23-16,0-2 9 16,0 1-4-16,0-1 9 15,0 0 23-15,0 0 34 16,-2 0-12-16,0 0 8 15,2 0-14-15,0 0-11 16,0 0-14-16,0 0-34 16,0 0-4-16,0 0-6 15,0 0 0-15,0 0-5 16,0 0-8-16,0 0 6 16,4-10-10-16,9-7-12 0,9-3-1 15,8-2-3-15,10 1 4 16,15 1 0-16,17-1 0 15,15 5 1-15,11 4-1 16,6 4-3-16,-2 8 3 16,-5 0 3-16,-14 11-3 15,-15 7 0-15,-15 2-3 16,-11-3 3-16,-11-1 0 16,-9-4 2-16,-7-3-3 15,-6-3 5-15,-4-3-4 16,-4-2 0-16,1-1 0 15,-2 0 0-15,0 0 0 0,0 0-3 16,0 0 3-16,0 0-30 16,0 0-32-16,0 0-41 15,-8-7-170-15,-11-8-396 16</inkml:trace>
  <inkml:trace contextRef="#ctx0" brushRef="#br0" timeOffset="80383.56">8752 798 701 0,'0'0'136'0,"0"0"-77"16,0 0 16-16,0 0-4 15,0 0-71-15,0 0 3 16,-1 89 2-16,-2-26 25 16,3 5-21-16,0-2-3 15,0-4-2-15,-1-2-4 16,-2-2 3-16,-3-6-3 15,3-8-3-15,1-10-8 16,2-14-252-16,0-14-120 16</inkml:trace>
  <inkml:trace contextRef="#ctx0" brushRef="#br0" timeOffset="80666.02">8859 1153 382 0,'0'0'394'0,"0"0"-390"16,0 0-4-16,0 0 0 16,0 0 23-16,0 0 51 15,92 57 13-15,-65-74-10 16,-6-8 7-16,-7-2 1 16,-10-4-45-16,-4-4 51 15,0 2-24-15,-19-1-50 16,-5 3-15-16,-1 9 6 0,3 6-8 15,4 11-6 1,3 5-1-16,3 10-4 0,4 25-45 16,3 15-55-16,5 9-77 15,0 10-76-15,8 2-105 16</inkml:trace>
  <inkml:trace contextRef="#ctx0" brushRef="#br0" timeOffset="81250.67">9428 2113 785 0,'0'0'96'0,"0"0"-87"0,0 0 40 15,0 0 43-15,0 0-16 16,0 0-36-16,-6-44-17 16,22 32-5-16,3 0-3 15,8-3-10-15,5 3 12 16,8 0 0-16,8 4-2 15,9 3-3-15,5 0-3 16,0 3 13-16,0 2-6 16,-1 0-12-16,1 0 9 15,-4 0 6-15,-10 0-13 16,-12 4-4-16,-7 0 0 16,-9 0 1-16,-5-1-3 0,-5-1 1 15,-3-1-1-15,-5-1 0 16,-2 0-6-16,0 0-4 15,0 0-125-15,0 0-96 16,-15-13-308-16</inkml:trace>
  <inkml:trace contextRef="#ctx0" brushRef="#br0" timeOffset="81688.53">9924 958 247 0,'0'0'804'0,"0"0"-738"0,0 0-26 15,0 0 14-15,0 0-22 16,0 0-32-16,-17 6 0 15,17 56-1-15,0 9 4 16,0 5 2-16,0 1-4 16,0-4 1-16,0-8-2 15,0-9-1-15,0-13 1 16,0-13-151-16,-2-13-239 16,2-16-116-16</inkml:trace>
  <inkml:trace contextRef="#ctx0" brushRef="#br0" timeOffset="81965.1">10059 1289 555 0,'0'0'356'0,"0"0"-356"16,0 0 0-16,0 0 6 16,0 0 34-16,92 46 13 15,-55-46 6-15,-3-16-12 16,-5-8-20-16,-9-3 8 15,-10-4 26-15,-10-5 9 16,0 1 17-16,-20-2-13 16,-13 3-59-16,-4 1-10 15,0 8 15-15,5 6-20 0,8 11-4 16,3 8 3-16,1 9-25 16,0 26-113-16,2 18 20 15,7 12-122-15,4 7-147 16</inkml:trace>
  <inkml:trace contextRef="#ctx0" brushRef="#br0" timeOffset="82333.2">10399 2143 995 0,'0'0'260'0,"0"0"-243"16,0 0-6-16,0 0 106 16,-17-77-21-16,41 52-65 15,10-4-15-15,11 1 15 16,9-1-15-16,6 3-2 15,6 2-11-15,3 5-2 16,5 5 6-16,0 10-5 16,-6 4-1-16,-8 0-1 15,-13 7 0-15,-8 10-1 16,-9 1-6-16,-7 0 4 0,-3 0-16 16,-5-3-164-16,-3-8-48 15,-7-7-151-15</inkml:trace>
  <inkml:trace contextRef="#ctx0" brushRef="#br0" timeOffset="82596.17">11216 1045 1165 0,'0'0'83'0,"0"0"-83"0,0 0-14 15,-16 114 12-15,16-40 4 16,0 9 0-16,0 2 1 16,0-4 1-16,0-12-4 15,1-13-3-15,1-9-225 16,-1-16-197-16</inkml:trace>
  <inkml:trace contextRef="#ctx0" brushRef="#br0" timeOffset="82931.21">11382 1400 863 0,'0'0'258'0,"0"0"-258"15,0 0-24-15,0 0 24 16,0 0 0-16,0 0 3 16,115 78 13-16,-78-78 7 15,-2 0-5-15,-6-13 7 16,-8-10 9-16,-9-6 17 16,-7-4 10-16,-5-5 21 15,0-2 17-15,-12 2-76 16,-8 9-6-16,-2 6-9 15,-1 12 6-15,0 11-14 16,-4 0-3-16,0 23-12 0,-2 14 1 16,8 12-107-16,6 3-66 15,5-3-117-15,7-12-392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0:43:21.8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958 6453 753 0,'0'0'407'0,"0"0"-367"0,0 0-23 15,0 0 20-15,0 0 28 16,0 0-27-16,0 0-19 15,39-90-2-15,-13 72-3 16,0 4-5-16,1 7-1 16,0 5-2-16,-2 2-6 15,-1 7-3-15,-4 17 3 16,-9 10-10-16,-4 6 9 16,-7 7 1-16,0 2 0 15,-20 5 1-15,-7-3 3 0,-2-3-3 16,3-8 0-1,3-8 3-15,6-11 2 0,8-9-5 16,8-7 0-16,1-5 13 16,0-5-14-16,10-24-14 15,11-9-70-15,8-8 73 16,1 1 9-16,0-1-31 16,0 0-35-16,-4 1 65 15,-1 3 2-15,-2 1-2 16,-5 5 3-16,-3 2 1 15,-3 4 1-15,-5 4 1 16,-4 5 0-16,1 3 3 16,-4 5 18-16,0 4-5 15,0 2 6-15,0 6 11 16,0 1-1-16,0 0-17 0,0 0-13 16,-14 17 10-16,-4 14-3 15,-1 9-11-15,2 6 8 16,6 3-3-16,4 3 4 15,5-5 6-15,2-3-2 16,0-4-8-16,2-7-3 16,13-3-3-16,2-6-1 15,5-3 0-15,1-4 0 16,5-4-32-16,4-6-72 16,1-5-66-16,3-2-164 15,-6-9-280-15</inkml:trace>
  <inkml:trace contextRef="#ctx0" brushRef="#br0" timeOffset="166.11">1730 6500 1257 0,'0'0'96'15,"0"0"-96"-15,0 0-48 16,92-4 48-16,-40 4 0 15,7 0-58-15,-4-3-314 16,-16 0-292-16</inkml:trace>
  <inkml:trace contextRef="#ctx0" brushRef="#br0" timeOffset="317.2">1794 6680 1187 0,'0'0'185'15,"0"0"-185"-15,0 0-80 16,0 0 80-16,94 32 0 16,-25-28-170-16,7-4-245 15</inkml:trace>
  <inkml:trace contextRef="#ctx0" brushRef="#br0" timeOffset="883.87">2427 6427 1224 0,'0'0'110'16,"0"0"-106"-16,0 0 18 16,0 0 71-16,0 0-56 15,7-87-33-15,20 71-4 16,5 1 1-16,-1 4-1 15,-3 7 0-15,-4 4-6 16,-4 0 6-16,-3 10-7 16,-6 11-4-16,-2 5 3 15,-4 3 0-15,-5 1 8 16,0 0 0-16,-5 1 1 0,-14-1 3 16,-1-1 1-16,0-7 0 15,4-6-5-15,4-6 1 16,7-5 5-16,5-5 1 15,0 0-7-15,0-9-28 16,10-10-69-16,11 0 43 16,7 1 13-16,1 5-33 15,1 6 40-15,2 7 20 16,-3 0 4-16,-4 22 6 16,-5 6 3-16,-5 5 1 15,-7 5 1-15,-6-2 15 16,-2 0 12-16,0-3 21 0,-15-5 9 15,-7-6 0-15,-5-4-3 16,-4-4 20-16,-3-5-12 16,-1-2-41-16,3-6 0 15,6-1-8-15,4 0-11 16,5 0-3-16,4-9-16 16,4-2-73-16,9 1-55 15,0-2-75-15,10 0-214 16</inkml:trace>
  <inkml:trace contextRef="#ctx0" brushRef="#br0" timeOffset="1335.11">3074 6560 968 0,'0'0'89'15,"0"0"-78"-15,0 0 73 16,0 0 53-16,-8-87-71 16,-5 69-16-16,-3 3-1 15,1 6-3-15,-2 5-7 16,-4 4-17-16,-3 13-1 16,-1 18-18-16,2 10 0 15,6 1 3-15,9-1-6 16,8-7 5-16,0-4-8 0,2-6 3 15,14-6-2-15,4-7-1 16,1-7 1-16,0-4-1 16,-1 0-2-16,1-10-21 15,-1-13 0-15,-4-4 7 16,-1-4 11-16,-1 2 0 16,-7 1-5-16,0 10 13 15,-1 7 3-15,-3 6-3 16,-1 5 0-16,3 0-5 15,1 9-22-15,6 15 23 16,3 2 4-16,3 2-1 16,2-4 1-16,4-1-63 15,-3-5-113-15,1-5-196 16,-6-8-241-16</inkml:trace>
  <inkml:trace contextRef="#ctx0" brushRef="#br0" timeOffset="1515.53">3270 6617 959 0,'0'0'342'16,"0"0"-342"-16,0 0 11 15,0 0-11-15,85-5 6 16,-36 1 4-16,9-2-7 16,3-3-3-16,-2 0 0 15,-4 2-63-15,-9-2-122 16,-14 2-153-16,-14 1-359 0</inkml:trace>
  <inkml:trace contextRef="#ctx0" brushRef="#br0" timeOffset="1733.69">3465 6440 850 0,'0'0'281'0,"0"0"-278"16,0 0-3-16,-1 80 16 16,9-39 22-16,4 5-16 15,-4-3-17-15,2 1-1 0,-1-5-4 16,-3-4-34 0,1-10-183-16,-1-7-200 0</inkml:trace>
  <inkml:trace contextRef="#ctx0" brushRef="#br0" timeOffset="1995.21">3723 6249 912 0,'0'0'352'0,"0"0"-325"0,0 0-23 16,0 0 3-16,0 0 1 16,23 102 19-16,-9-39-1 15,1 4-18-15,-2-3-2 16,1-1-6-16,-4 0-1 16,-4-1-112-16,-6-5-245 15,0-8-478-15</inkml:trace>
  <inkml:trace contextRef="#ctx0" brushRef="#br0" timeOffset="2768.55">1804 7824 897 0,'0'0'241'0,"0"0"-229"15,0 0-11-15,0 0 11 16,0 0 23-16,103-11-6 16,-49 9-22-16,1 2-2 15,-3 0-5-15,-11 0-9 16,-9 5-190-16,-17 2-291 15</inkml:trace>
  <inkml:trace contextRef="#ctx0" brushRef="#br0" timeOffset="2964.45">1807 7948 1222 0,'0'0'124'0,"0"0"-124"0,0 0-76 16,0 0 76-16,92 41 7 16,-30-23-1-16,7-3-6 15,4-4-144-15,-8-9-165 16,-5-2-293-16</inkml:trace>
  <inkml:trace contextRef="#ctx0" brushRef="#br0" timeOffset="3351.06">2528 7672 1161 0,'0'0'71'0,"0"0"-71"16,0 0-33-16,0 0 33 15,0 0 3-15,0 0 1 16,93 5 4-16,-59-2-5 16,-4-1 1-16,-4-2 0 15,-2 0-2-15,-7 0-1 0,-6 0 0 16,-8 0 6 0,-1 0-4-16,-2 0-1 0,0 0 32 15,0 4-11-15,0 9-22 16,0 9 9-16,0 11 6 15,0 8 2-15,0 4-11 16,0 5-5-16,0 1-2 16,-2 0 0-16,1-1 0 15,-1-5-77-15,2-7-127 16,0-7-66-16,0-9-195 16</inkml:trace>
  <inkml:trace contextRef="#ctx0" brushRef="#br0" timeOffset="3891.63">2944 7611 1008 0,'0'0'61'0,"0"0"-59"15,0 0-4-15,0 0 4 16,0 0 8-16,13 81 27 16,-3-40-19-16,-1 0 6 15,-1-1-11-15,-3-1 5 16,-2-1-6-16,-1-8-5 0,0-6-2 16,-2-9 0-16,0-6-1 15,0-5 3-15,0-2-6 16,0-2 20-16,0 0 37 15,0-4-18-15,0-16-24 16,1-3-16-16,6-1-1 16,4 0 0-16,5 5-16 15,2 0 2-15,6 6 0 16,2 3-7-16,1 4-20 16,1 6 16-16,-2 1 19 0,-6 21 6 15,-5 5-7 1,-5 3 8-16,-7 3 1 0,-3-3 5 15,0-4 23-15,-10-4 0 16,-12-6 12-16,-4-3 14 16,-6-4 3-16,-3-5 10 15,1-3-27-15,0-1-20 16,10 0-7-16,5 0-9 16,6 0-5-16,8 0-3 15,5-1-86-15,0 1-70 16,0-2-212-16,0 2-336 15</inkml:trace>
  <inkml:trace contextRef="#ctx0" brushRef="#br0" timeOffset="4250.55">1755 8566 1084 0,'0'0'245'0,"0"0"-245"0,0 0-15 16,0 0 15-1,0 0 13-15,112-16 3 0,-11 16 14 16,26 0 1-16,25 0-2 16,21 0-14-16,17-8-12 15,-2-4-1-15,-9 6 4 16,-22 3-4-16,-23 3-2 16,-22 0-123-16,-30-3-160 15,-30-5-211-15</inkml:trace>
  <inkml:trace contextRef="#ctx0" brushRef="#br1" timeOffset="15896.65">983 7837 846 0,'0'0'139'0,"0"0"-123"16,62-83-12-16,-24 62 3 0,2 11 16 15,0 10 16-15,-3 0-14 16,-5 22-15-16,-9 12-3 16,-8 7 0-16,-8 7 5 15,-7 4-1-15,0 3 1 16,-25-3-5-16,-7-3 9 16,-3-10-2-16,3-13-14 15,9-16 8-15,7-10-4 16,13-7 22-16,3-26-26 15,0-12-44-15,15-10 32 16,11-1 6-16,2-1 5 16,3 8-6-16,0 5 4 15,0 5-4-15,3 5 3 0,-2 1 4 16,1-1 0-16,-4 8 2 16,-9 4 0-16,-7 10 1 15,-10 9 3-15,-3 3 16 16,0 0 44-16,0 0-25 15,-6 20-19-15,-13 19-6 16,-2 20-3-16,0 16 12 16,5 7 8-16,6-2-13 15,10-7-19-15,0-12 5 16,3-11-6-16,17-13 0 16,4-8-1-16,4-10 0 15,3-9-47-15,0-10-94 16,-7 0-172-16,-11-17-410 0</inkml:trace>
  <inkml:trace contextRef="#ctx0" brushRef="#br1" timeOffset="16264.38">917 7261 699 0,'0'0'136'0,"0"0"-121"0,0 0-9 16,0 0 9-16,0 0 67 15,0 0-44-15,0-12-38 16,0 46 6-16,0 28-2 15,0 31 85-15,0 25 23 16,-1 17-2-16,-11 10-66 16,-1-8-21-16,3-6 1 15,0-19-10-15,5-22-14 16,3-20 2-16,0-21-2 16,1-11-1-16,1-16-57 0,0-11-81 15,0-11-118 1,5-18-148-16</inkml:trace>
  <inkml:trace contextRef="#ctx0" brushRef="#br1" timeOffset="17113.98">1023 7311 206 0,'0'0'988'0,"0"0"-973"0,0 0-15 16,0 0-11-1,0 0 1-15,0 0 10 0,48-7 3 16,7 10 10 0,17 1 0-16,21-4 1 0,18 0 8 15,18 0-2-15,13-5-7 16,18-6 4-16,6-1-5 15,8-1-11-15,-2 5-1 16,-17 2 0-16,-16 1 2 16,-16 5 0-16,-20-4 0 15,-12 3-1-15,-12-3-1 16,-9-4 2-16,-14 1-1 16,-8-2 2-16,-9-1 0 15,-7 1 1-15,-10 1-3 0,-8 3 6 16,-7 2 12-1,-4 1 19-15,0 2-3 0,-3 0-18 16,0 0-7-16,0 0 0 16,0 0-9-16,0-1 4 15,0 1-5-15,3 0 0 16,5 0 1-16,2 0-1 16,2 0 0-16,1 4-2 15,-1 3 2-15,-1 0 0 16,1-3 0-16,-3 1 0 15,-1-2-1-15,-2-2 2 16,0-1 2-16,-3 2-3 16,-3-2 4-16,1 0-4 15,-1 0 2-15,0 0 0 16,6 0 0-16,-1 0 0 0,3 0-2 16,-1 0 1-16,-1 0 2 15,-2 0-3-15,-1 0 0 16,0 0 0-16,0-2 0 15,0 2 0-15,-2 0 1 16,-1 0-1-16,0 0 3 16,0 0-3-16,0 0 1 15,0 0 0-15,0 0 11 16,0 0-7-16,0 5 5 16,0 14-3-16,0 14 11 15,0 16 0-15,0 17 0 16,0 19 8-16,0 19 2 0,0 12-5 15,-4 1 2-15,4-8-9 16,-1-12-14-16,1-13 0 16,-2-14-1-16,-1-12-2 15,-2-9 1-15,-3-12-3 16,-2-5-107-16,-7-14-172 16,-3-12-288-16</inkml:trace>
  <inkml:trace contextRef="#ctx0" brushRef="#br1" timeOffset="18414.84">3586 7944 379 0,'0'0'270'0,"0"0"-207"0,0 0 9 16,0 0 73-16,0 0-36 16,0 0-47-16,-2 0-40 15,6 0-8-15,17 0 2 16,16-5-7-16,22-10 14 15,18-9-8-15,20-8 2 16,18-10-5-16,15-9-6 16,9-4 4-16,12-9 1 15,1-5-10-15,-3 3 6 0,-6 1-5 16,-11 5-2 0,-17 9 0-16,-15 4 3 0,-17 7-2 15,-20 5 4-15,-16 5-4 16,-15 8 14-16,-14 7 16 15,-9 6 10-15,-6 4 4 16,-2 2-16-16,1 1-7 16,-2 1-7-16,2 0-11 15,-2 1 0-15,0-2-2 16,0 0 1-16,0 1 3 16,0 0-5-16,0 1-1 15,0-2 4-15,0 2 5 0,0 0-2 16,-5 0-7-1,-11 0 21-15,-5 0-15 0,-4 4-3 16,-2 1-2-16,-1 1 3 16,0 0-2-16,2-1 2 15,3-1-4-15,3-1 8 16,4-2 4-16,2 2-6 16,7-3 1-16,3 0-4 15,4 0 0-15,0 0 9 16,0 0-9-16,0 0 2 15,0 0-5-15,0 0-1 16,11 0 1-16,6 0 6 16,7 0-6-16,7 0 1 15,-4 0 0-15,-5-3-1 16,-9 3 2-16,-7 0-2 0,-2 0 0 16,-4 10-5-16,0 5-1 15,0 1 3-15,-4 4 2 16,-4 1-33-16,-2 4-113 15,2 2-67-15,-1 3-168 16</inkml:trace>
  <inkml:trace contextRef="#ctx0" brushRef="#br1" timeOffset="19782.12">6453 6577 696 0,'0'0'232'16,"0"0"-203"-16,0 0-14 15,0 0 69-15,0 0 16 0,0 0-17 16,-7-65-31-16,7 63-9 16,-1 2-2-16,-1 0 4 15,1 0-11-15,-2 0-14 16,2 17-20-16,-4 23 0 15,4 16 7-15,1 12 17 16,0 1-16-16,14-7 0 16,15-8-2-16,6-11-5 15,0-9 6-15,2-10-6 16,-2-11 1-16,-5-8-2 16,0-5 1-16,-2-5-1 15,-3-19 6-15,-3-7-4 16,-8-12 0-16,-9-6-1 15,-5-7 1-15,-2-4 1 0,-20-2 1 16,-6 2-1-16,-6 6 3 16,-1 6-3-16,4 10 6 15,4 13-1-15,10 8-8 16,7 10 0-16,5 7-11 16,3 0-13-16,0 20-116 15,1 23 62-15,1 17 15 16,0 8-157-16,10 1-161 15</inkml:trace>
  <inkml:trace contextRef="#ctx0" brushRef="#br1" timeOffset="20037.62">6921 6876 881 0,'0'0'366'0,"0"0"-336"0,0 0-20 15,0 0 10-15,0 0 8 16,0 0-25-16,0 34-2 16,7 15 14-16,-2 3 12 0,0-1-17 15,-3-4-9 1,-1-5-1-16,1-10-1 0,-2-7-81 15,1-13-210-15,5-12-361 16</inkml:trace>
  <inkml:trace contextRef="#ctx0" brushRef="#br1" timeOffset="20598.16">7306 6483 902 0,'0'0'127'0,"0"0"-100"15,0 0 121-15,0 0-9 16,0 0-69-16,0 0-57 16,-12-9-12-16,31 9 6 15,10 0 3-15,13 0-7 16,7 0 0-16,1-3-1 15,0-6 1-15,-3-1-2 0,-7-4 1 16,-8 3-2-16,-14 3 2 16,-6 0-1-16,-9 5 1 15,-3 0 9-15,0 1 46 16,0 2-1-16,0 0-23 16,0 0-20-16,0 9-10 15,-12 23 2-15,-2 14-1 16,0 12 3-16,4 8 0 15,3 2-6-15,3-1 4 16,1-5-5-16,2-8 1 16,1-7-2-16,-2-6-6 15,-1-10-105-15,0-7-123 16,-2-12-156-16,1-12-529 0</inkml:trace>
  <inkml:trace contextRef="#ctx0" brushRef="#br1" timeOffset="20797.48">7789 6844 1264 0,'0'0'119'0,"0"0"-119"0,-35 105 7 15,28-64 0 1,5-2-3-16,2-1-4 0,0-3-1 15,0-7-12-15,9-4-161 16,3-12-178-16</inkml:trace>
  <inkml:trace contextRef="#ctx0" brushRef="#br1" timeOffset="21087.33">8115 6522 1157 0,'0'0'56'0,"0"0"-45"15,0 0-11-15,18 93 7 16,-9-35 21-16,1 4-6 15,0-1-12-15,-4-3 6 16,0-4-12-16,-3-5 0 16,-2-5-4-16,-1-7-5 15,0-6-97-15,0-11-188 16,0-13-257-16</inkml:trace>
  <inkml:trace contextRef="#ctx0" brushRef="#br1" timeOffset="21612.78">8340 6623 1025 0,'0'0'189'16,"0"0"-187"-16,0 0-2 15,0 0 11-15,0 100 14 16,0-64 14-16,0-3-24 15,-8-5 0-15,-2-5-5 16,2-8 0-16,1-5-5 16,2-5-2-16,2-4 0 15,3-1 7-15,0 0-4 16,0 0 1-16,0 0-7 0,0 0-4 16,0 0 2-1,8 0-9-15,11 0 11 0,5 0 2 16,3 0 0-16,4 0-1 15,-3-6 1-15,0-4-2 16,-3-2 3-16,-5 0-3 16,-4-5 2-16,-8 1-1 15,-3-4 0-15,-5-1-1 16,0-2 2-16,0 1 3 16,-7 2 0-16,-1 7 6 15,1 7 55-15,3 4 19 16,3 2-29-16,-1 2-56 0,2 21 3 15,0 13-3-15,0 8 8 16,0 3-8-16,0 0 3 16,0-1-3-16,0-2 1 15,0-5-3-15,0-4-29 16,0-5-152-16,0-10-91 16,0-7-360-16</inkml:trace>
  <inkml:trace contextRef="#ctx0" brushRef="#br1" timeOffset="21806.61">8732 6877 1080 0,'0'0'325'0,"0"0"-322"0,0 0-3 15,-30 103 2-15,28-63 15 16,2 1-6-16,0-3-8 15,0-4-3-15,0-7 0 16,7-6-38-16,2-9-184 16,5-10-265-16</inkml:trace>
  <inkml:trace contextRef="#ctx0" brushRef="#br1" timeOffset="22212.54">8978 6610 1263 0,'0'0'115'16,"0"0"-102"-16,0 0 5 16,0 0 19-16,105-52 7 15,-58 54-28-15,-2 19-15 16,-6 8 9-16,-15 4-6 15,-12 4-1-15,-12 1-3 16,0 3 1-16,-22-2 10 16,-16-2-2-16,-11-1-8 15,-4-5 7-15,6-9-7 0,12-7 2 16,13-8 5-16,16-7-7 16,6 0 57-16,0 0-23 15,8-10-26-15,19-8 0 16,9-3-7-16,8 1-2 15,4 5 0-15,3 1-3 16,0 5 1-16,1-2-4 16,-2 3-85-16,-1 1-45 15,-8-3-75-15,-2 2-245 16</inkml:trace>
  <inkml:trace contextRef="#ctx0" brushRef="#br1" timeOffset="22406.82">9559 6564 1203 0,'0'0'134'16,"0"0"-97"-16,0 0 110 15,0 0-72-15,0 0-72 16,0 0-2-16,-17 81 4 16,17-31-3-16,0 3 1 15,0-3-2-15,0-2-1 16,0-2-3-16,0-3-76 15,0-8-120-15,0-6-243 16</inkml:trace>
  <inkml:trace contextRef="#ctx0" brushRef="#br1" timeOffset="22616.52">9808 6728 1295 0,'0'0'20'0,"0"0"-15"16,3 83-3-16,1-35 13 15,-2 2 2-15,-1-4-12 16,3-5-3-16,-1-4-2 16,2-11-7-16,2-6-159 15,2-13-203-15</inkml:trace>
  <inkml:trace contextRef="#ctx0" brushRef="#br1" timeOffset="23428.97">10103 6588 62 0,'0'0'1325'16,"0"0"-1286"-16,0 0-30 15,0 0 0-15,92-48 8 16,-44 55 0-16,2 13-10 16,-6 6-4-16,-14 4 0 0,-13 2-3 15,-14 1 0 1,-3-2 0-16,-15 2 4 0,-19-3 4 16,-4-2 2-16,-5-3-6 15,2-5 2-15,11-10-3 16,7-5 0-16,13-4 50 15,8-1-14-15,2 0-4 16,3-1-28-16,21-14-1 16,11-6-6-16,7 2 2 15,5 3-4-15,1 1 2 16,1 3-25-16,-3 2-37 16,0 5-16-16,-4 2-1 15,-6 1 6-15,-1-2 3 16,1 0 8-16,-7-4 40 0,-2-3 19 15,-2-3 3-15,-3-5 2 16,-3 0 5-16,-6-2 30 16,-6-2 27-16,-6-2-4 15,-1 1-24-15,0-2 0 16,-7 2 18-16,-6 4-8 16,-4 4-15-16,-1 7-4 15,-2 4 8-15,-5 5-26 16,-2 0-8-16,2 8 0 15,7 5-1-15,6 3 0 16,7-2 0-16,5 0-3 16,0-1 6-16,20 1-3 15,8 1 0-15,7 2-2 0,3 2-5 16,0 3-2-16,-1 6 3 16,-2 2-7-16,-4 2 1 15,-6-2 12-15,-6 0-2 16,-11-6 2-16,-8-4 0 15,0-5 3-15,-5-5 0 16,-20-3 37-16,-11-4 13 16,-13-3-8-16,-5 0-10 15,2-1-18-15,11-14 8 16,11-4 6-16,11-3-19 16,14-3-8-16,5-7-2 15,7-4-2-15,25 2 0 16,6 0-3-16,6 8-17 15,1 8-28-15,-3 7-39 0,-3 6-84 16,-3 5-103-16,-6 0-441 16</inkml:trace>
  <inkml:trace contextRef="#ctx0" brushRef="#br1" timeOffset="23607.73">11265 6638 1494 0,'0'0'0'16,"0"0"4"-16,0 0-4 16,1 87 75-16,-1-42-50 15,0-4-15-15,0-4-9 16,0-8-1-16,0-6 0 0,0-6-164 16,0-13-252-16</inkml:trace>
  <inkml:trace contextRef="#ctx0" brushRef="#br1" timeOffset="24595.86">11460 6510 1123 0,'0'0'91'0,"0"0"-78"16,0 0 71-16,0 0-31 15,0 0-32-15,76-83-6 16,-28 66-4-16,4 1 5 15,-5 8-1-15,-9 5 2 16,-13 3-3-16,-13 1-14 16,-10 20 1-16,-2 9 5 15,-9 3-1-15,-13 4 9 16,-2-5-5-16,-4-2-8 16,5-5 25-16,3-7-2 0,5-5-16 15,5-4-4-15,7-5-4 16,3-2 4-16,0-2 7 15,0 0-11-15,12 0 0 16,11 0 0-16,10-6 0 16,2 3 0-16,0 3-2 15,-1 0 2-15,-6 16 0 16,-5 7-1-16,-7 6 1 16,-8 2 1-16,-6 0 7 15,-2-4 21-15,0-5 12 16,-17-6-5-16,-8-1 9 0,-10-6-9 15,-12-1-14-15,-3-2-15 16,0-1-3-16,6-5-4 16,14 0 0-16,12 0-9 15,11 0-45-15,7-17-65 16,17-10-214-16,20-7-398 16</inkml:trace>
  <inkml:trace contextRef="#ctx0" brushRef="#br1" timeOffset="24995.12">12139 6435 1173 0,'0'0'114'16,"0"0"-106"0,0 0 101-16,0 0 5 0,0 0-84 15,-97 12-17-15,78 9-1 16,3 4-10-16,3-4 6 15,4 1-1-15,4-6-1 16,5-1 0-16,0-4-5 16,0-4 2-16,5 4 1 15,14 0-3-15,9-1 5 16,5 2-3-16,6-2-1 16,3 3-1-16,-2-1-1 15,-2 0 1-15,-3 2-1 0,-5-3 3 16,-4 0-3-1,-11 0 0-15,-7-2 1 0,-6 0-2 16,-2 2 2-16,-7 3 15 16,-25 2 32-16,-13 0-39 15,-9-3-5-15,-5-2-4 16,0-7-25-16,5-4-106 16,11 0-161-16,10-16-370 15</inkml:trace>
  <inkml:trace contextRef="#ctx0" brushRef="#br1" timeOffset="25132.4">12256 6434 1233 0,'0'0'130'16,"0"0"-129"-16,95-22 4 0,-60 22-5 16,-1 13-5-16,-1 9-32 15,-1 2-225-15,-7-1-311 16</inkml:trace>
  <inkml:trace contextRef="#ctx0" brushRef="#br1" timeOffset="25295.79">12562 6735 1174 0,'0'0'121'0,"0"0"-99"16,0 87 92-16,0-55 6 15,0-1-83-15,5-3-30 16,2-2-5-16,-2-5-2 0,5-6-79 15,0-7-151-15,1-8-238 16</inkml:trace>
  <inkml:trace contextRef="#ctx0" brushRef="#br1" timeOffset="25846.03">12931 6336 1189 0,'0'0'113'0,"0"0"-113"0,0 0 0 16,0 0 0 0,0 0 1-16,0 0 5 0,-20 87 6 15,2-54-6-15,-4-3 2 16,-1-4 0-16,1-4-4 15,2-8 6-15,7-4-7 16,4-5-1-16,8-1 5 16,1-4-6-16,0 1 1 15,0 2-2-15,3-2 1 16,14 1-1-16,6 1 4 16,4-2 1-16,0 2-5 15,4-3 2-15,3 0-1 16,-3 0-2-16,0 0 2 15,-8-3-1-15,-4-8 1 0,-8-1 3 16,-4-4-3-16,-2-2 0 16,-5-2-2-16,0-1 0 15,0 5 1-15,-3 0 1 16,-4 6 3-16,1 4-2 16,0 1 31-16,5 5 21 15,-2 0-52-15,-1 21 1 16,2 19-3-16,1 14 15 15,1 3 0-15,0 0-10 16,0-1 6-16,0-7-11 16,0-5-1-16,0-5 1 0,1-4-7 15,-1-9-153 1,0-7-165-16,0-8-481 0</inkml:trace>
  <inkml:trace contextRef="#ctx0" brushRef="#br1" timeOffset="26228.69">13254 6489 1264 0,'0'0'96'0,"0"0"-95"0,0 0 6 15,94-21 10-15,-62 27 8 16,-4 16-11-16,-7 4-12 15,-7 10 3 1,-14 1-4-16,0 2 3 0,-10 0-2 16,-18-4 0-16,-6-6 8 15,-2-4-10-15,-1-5 1 16,5-9 11-16,8-5-6 16,11-6 19-16,9 0 76 15,4 0-30-15,0-9-44 16,21-5-21-16,10-5-3 15,11 3-1-15,2 2-2 16,-1 2-1-16,-4 5 0 16,-7 7-33-16,-4 0-64 15,-3 0-60-15,-2 0-14 0,1 6-170 16,-3-4-333 0</inkml:trace>
  <inkml:trace contextRef="#ctx0" brushRef="#br1" timeOffset="26390.95">13726 6708 992 0,'0'0'345'0,"0"0"-345"15,0 0 5-15,0 0 8 16,-14 87 35-16,7-50-38 16,4 1-7-16,2-8-2 15,-1-4-2-15,2-6-92 16,0-7-186-16,0-8-317 15</inkml:trace>
  <inkml:trace contextRef="#ctx0" brushRef="#br1" timeOffset="26978.76">14054 6277 1175 0,'0'0'62'0,"0"0"-62"0,0 0 0 15,0 0 9 1,-23 97 4-16,12-60-8 0,-4-4-4 16,-4-4 2-16,-2-2-1 15,-1-6 0-15,0-3-2 16,9-7 1-16,4-6 1 15,5-2-2-15,4-3 2 16,0 0 11-16,3 0-6 16,10-4-7-16,3-2-1 15,0 5-2-15,2 1 3 16,4 0-1-16,1 1 3 16,8 9-2-16,0 0 3 0,6 2-2 15,0-7 0 1,-5-5-1-16,-7 0 0 0,-8 0-2 15,-7-11 3 1,-5-5-1-16,-4-2 0 0,-1-1-2 16,0-2 2-16,0 0 0 15,0-2 1-15,0 5 1 16,0 7 0-16,0 5 7 16,0 6 52-16,0 0-35 15,-1 17-24-15,-1 21 2 16,2 15 51-16,-2 8-4 15,2 4-21-15,0-4-12 16,0-5-13-16,0-9-1 16,0-11-4-16,0-8 0 15,0-9-27-15,4-9-179 16,6-10-135-16,3 0-330 16</inkml:trace>
  <inkml:trace contextRef="#ctx0" brushRef="#br1" timeOffset="27513.19">14615 6612 441 0,'0'0'583'0,"0"0"-549"15,0-85-1-15,-7 55 73 0,-6 3-6 16,0 5-47-1,3 8-36-15,-2 9 24 0,-3 5 0 16,-2 6-22-16,-3 17-8 16,2 8 6-16,6 1 2 15,7-2-13-15,5-3 1 16,0-7-4-16,8-6-3 16,14-5 0-16,2-9 5 15,-1 0-5-15,-1 0-8 16,-6-16-69-16,0-2 38 15,-6-2 16-15,-3-4 13 16,-1 3 10-16,-3 2 0 16,2 4 3-16,-3 6-6 15,-2 4 7-15,1 5-3 16,3 0-1-16,4 7-12 0,2 19 12 16,2 12 2-16,-4 9-1 15,-5 4 5-15,-1 3 2 16,-2-2 30-16,0-2-5 15,0-6-14-15,0-11 11 16,0-9 10-16,-8-9-17 16,-7-6 8-16,-9-4 5 15,-4-2-18-15,-2-3-14 16,-1 0 1-16,2 0-10 16,7 0-49-16,2-10-100 15,7-10-55-15,10-5-392 16</inkml:trace>
  <inkml:trace contextRef="#ctx0" brushRef="#br1" timeOffset="27687.36">14867 6752 1278 0,'0'0'56'0,"0"0"-55"15,0 0 3-15,-1 91-3 16,1-73-1-16,0-3-4 16,0-6-237-16,1-6-174 15</inkml:trace>
  <inkml:trace contextRef="#ctx0" brushRef="#br1" timeOffset="28095.19">15209 6471 1090 0,'0'0'54'16,"0"0"-45"-16,0 0-9 15,0 0 77-15,0 0-21 16,0 0-33-16,-64 79-5 15,64-57 7-15,0-4-12 0,0-3-3 16,8-3-7-16,4 0 8 16,1-2-8-16,6 3-2 15,3 0 6-15,2 1-6 16,7-1 1-16,4 3-1 16,2-1 2-16,-1 3-3 15,-2 2 0-15,-10 3-5 16,-5 1 5-16,-7 0 0 15,-5 0 2-15,-6-1 4 16,-1-2 23-16,-1-4 5 16,-20-2-13-16,-6-5-18 15,-11-4-3-15,-5-3-20 16,-9-3-123-16,-2-2-249 0</inkml:trace>
  <inkml:trace contextRef="#ctx0" brushRef="#br1" timeOffset="28228.36">15516 6514 750 0,'0'0'0'0,"114"-24"-126"16,-61 17-174-16</inkml:trace>
  <inkml:trace contextRef="#ctx0" brushRef="#br1" timeOffset="28579.09">15817 6496 1177 0,'0'0'124'16,"0"0"-119"-16,0 0 0 16,0 0 71-16,-95 111 21 15,75-54-36-15,7 0-10 16,6-2-21-16,7-9 1 15,0-6-20-15,17-10-2 16,9-7-6-16,6-9-2 16,3-11 2-16,0-3 0 15,-1 0-1-15,-4-17 0 16,-8-5 1-16,-8-4 2 0,-7-6-5 16,-7-4 1-16,-3-2 2 15,-21 4-3-15,-2 8 5 16,-3 13-5-16,3 11 2 15,0 2-1-15,0 8-1 16,0 14-7-16,5 4-10 16,6 0-108-16,6-5-200 15,9-7-351-15</inkml:trace>
  <inkml:trace contextRef="#ctx0" brushRef="#br1" timeOffset="28791.05">16090 6736 1247 0,'0'0'305'16,"0"0"-302"-16,0 0-3 16,0 112 11-16,-5-77 35 15,-2 0-30-15,-2-7-11 16,3-7-5-16,2-8 0 15,4-4-130-15,0-9-149 16,3 0-371-16</inkml:trace>
  <inkml:trace contextRef="#ctx0" brushRef="#br1" timeOffset="29225.99">16508 6370 977 0,'0'0'367'0,"0"0"-367"16,0 0 2-16,0 0 19 0,-49 97 64 15,34-50-7 1,5 6-36-16,7-6-15 0,3-3-14 15,0-8-3-15,7-6-7 16,11-8 0-16,5-8 1 16,4-6 0-16,2-6 2 15,-1-2-3-15,-3 0-2 16,-7-2 1-16,-8-9 2 16,-4-4-4-16,-6-3 0 15,0-2 1-15,0 1-1 16,-9 1 0-16,-10 6 0 15,-2 7-6-15,-4 5 6 16,-2 0-2-16,3 11 0 16,3 10 2-16,4 1-1 15,7 2-1-15,7 0-17 0,3-4-131 16,0-2-67 0,15-9-249-16</inkml:trace>
  <inkml:trace contextRef="#ctx0" brushRef="#br1" timeOffset="29727.07">16755 6501 1125 0,'0'0'64'15,"0"0"-43"-15,0 0 53 0,0 0 43 16,0 0-81-1,0 0-31-15,87-16 0 0,-62 27-3 16,-1 0 1-16,-4 0-1 16,-5 2-2-16,-8 4-4 15,-7 3 4-15,0 4 0 16,-6 3 2-16,-12-1 2 16,-6-1-3-16,-1-1 5 15,5-4-1-15,6-9-2 16,7-4-3-16,5-6-1 15,2-1 1-15,5 0 0 16,19 0 2-16,4 0 1 16,0 0-3-16,1 0-5 15,-4 0 5-15,-2 2-7 16,-1 0-1-16,-5 3 5 0,-7 2 0 16,-7 4 2-16,-3 5 2 15,0 4 5-15,-17 6 104 16,-9 0-33-16,-8 2-20 15,-1-4-9-15,3-6-30 16,2-4-10-16,2-6-5 16,4-2-3-16,4-4-1 15,5-2-73-15,7 0-163 16,8-2-95-16,0-18-750 16</inkml:trace>
  <inkml:trace contextRef="#ctx0" brushRef="#br1" timeOffset="29946.67">17237 6837 1028 0,'0'0'247'16,"0"0"-237"-16,0 0-4 15,-21 89-5-15,17-69 4 16,0-7-2-16,4-5-3 16,0-3-89-16,0-5-232 15,0 0-271-15</inkml:trace>
  <inkml:trace contextRef="#ctx0" brushRef="#br1" timeOffset="30363.13">17492 6342 1261 0,'0'0'101'0,"0"0"-93"15,0 0-8-15,0 0 22 0,0 0 18 16,0 0-14-1,124 4 1-15,-78-1-15 0,-7-3-9 16,-3 0 3-16,-8 0-4 16,-7 0-1-16,-4 0 2 15,-3 0-2-15,-6 0 3 16,1 0-4-16,-6 0 0 16,1 2-1-16,-1 21 1 15,-2 10 15-15,-1 7 21 16,0 10-1-16,-7 4-10 15,-3 0 9-15,0 0-1 16,2-5-23-16,1-8-8 16,1-6-2-16,-1-8 0 15,0-8-5-15,0-10-81 16,3-7-132-16,1-2-141 0,3-6-427 16</inkml:trace>
  <inkml:trace contextRef="#ctx0" brushRef="#br1" timeOffset="30680.01">17999 6575 1113 0,'0'0'69'16,"0"0"-66"-16,0 0 5 15,0 0 5-15,45 98 37 16,-18-80-11-16,6-1-22 0,2-9-4 15,4-5 9-15,-2-3 32 16,-3 0-4-16,-3-7-7 16,-4-8-25-16,-11-5 26 15,-6-2-6-15,-8-5-2 16,-2-2-6-16,-6 1-14 16,-16 4 3-16,-8 2-14 15,-2 9 2-15,-3 2-7 16,-4 7 0-16,0 3 0 15,0 1-31-15,-2 0-74 16,1 9-73-16,-2 4-115 16,0-1-418-16</inkml:trace>
  <inkml:trace contextRef="#ctx0" brushRef="#br1" timeOffset="33827.47">4134 7933 1350 0,'0'0'76'0,"0"0"-67"15,0 0-11-15,0 0 4 16,0 0-4-16,0 0-4 16,0 0 6-16,24 60 25 15,-13-28-2-15,1-6-13 16,-3-9-2-16,-3-5-6 16,-1-8 17-16,-2-4 32 0,6 0 0 15,12-6 8 1,21-28 0-16,24-21-1 0,17-22-24 15,16-15-26-15,8-8-2 16,1-9-6-16,-1 6-4 16,-11 18-63-16,-24 24-157 15,-39 28-355-15</inkml:trace>
  <inkml:trace contextRef="#ctx0" brushRef="#br2" timeOffset="42258.89">3273 5801 634 0,'0'0'228'15,"0"0"-188"-15,0 0-26 16,0 0 32-16,0 0 30 15,0 0-9-15,-54-40 1 16,38 34-32-16,-4 1-21 16,-7 0 2-16,-4 3 4 15,-8 1-1-15,-10 1-10 16,-4 0 13-16,-6 0 9 16,-3 0-6-16,3 6 9 0,1 6-6 15,7 0-12-15,1 4-1 16,1 4-8-16,1 2-1 15,3 6-2-15,-1 0-3 16,5 3 1-16,1 0-2 16,2-2-1-16,9-1 1 15,0 0 3-15,4 3-3 16,0 2 0-16,3 5 3 16,3 2-2-16,3 5-1 15,3 2 0-15,4 1 6 16,2-2-4-16,6 0 2 15,1-1-1-15,0 3-3 16,0 3 3-16,10 2 3 16,7 1 13-16,2-1-4 0,5-4-14 15,3-3 9-15,3-4-10 16,5-4 0-16,2-3-2 16,8-3 2-16,3-5 3 15,6 1-2-15,2-3 2 16,-1-3 3-16,3-3-5 15,2-2 2-15,5-6 4 16,2-4 0-16,5-4-2 16,3-3 5-16,7 0-7 15,7-6 8-15,4-7-2 16,4-4 0-16,-5-1-7 16,-5-2 1-16,-10 4-4 15,-6-1 0-15,-10 2-1 0,-5-2 1 16,-10 1 0-16,-4-2 0 15,-4-3 5-15,-1-5-3 16,-3-4 2-16,-2-6 1 16,-8-6-4-16,-2-9 27 15,-3-9-15-15,-5-5-3 16,-4-4-5-16,-6-2 2 16,-4-3-5-16,0 0 9 15,0-4-10-15,-18 7 7 16,-12 2-8-16,-14 6 2 15,-14-5 1-15,-20 5-1 16,-12-3 1-16,-8 7-1 16,-2 6 2-16,1 6-7 0,2 16 3 15,0 9-4-15,4 16-6 16,3 6-45-16,9 13-29 16,6 23-57-16,6 10-68 15,7 10-158-15,9-1-257 16</inkml:trace>
  <inkml:trace contextRef="#ctx0" brushRef="#br2" timeOffset="49473.78">6059 5923 350 0,'0'0'559'0,"0"0"-514"16,0 0-33-16,0 0 67 16,0 0 32-16,0 0-29 15,0 0-40-15,0-15-6 16,0 15-11-16,0 0 9 0,0 0 1 15,0 0-12-15,0 0 1 16,0 0-7-16,0 0-10 16,10 5-7-16,11 13 1 15,11 8 13-15,5 3 21 16,3 0-30-16,-1-3-1 16,2 0 1-16,-1-4-4 15,-1 0-1-15,-3-3 2 16,-7-4-1-16,-7-6 0 15,-7-3-1-15,-8-4-1 16,-4-2-2-16,-2 0-16 16,-1 0 15-16,0 0-17 0,0 1-40 15,-1 8-25 1,-18-3-92-16,-4-6-289 0</inkml:trace>
  <inkml:trace contextRef="#ctx0" brushRef="#br2" timeOffset="49738.62">6251 5862 1160 0,'0'0'103'0,"0"0"-83"16,0 0 4-16,0 0 51 15,0 0-42-15,0 0-29 16,-26 55 1-16,13-3 67 16,-2 1-48-16,-3 2-19 15,1-1-3-15,0 2-2 16,-1 6-1-16,0-2-126 16,-6 0-167-16,-8-8-667 15</inkml:trace>
  <inkml:trace contextRef="#ctx0" brushRef="#br2" timeOffset="52456.2">7122 6055 932 0,'0'0'181'0,"0"0"-174"0,0 0-2 15,0 0-1-15,0 0-2 16,0 0 1-16,38 31 45 16,-20-6-11-16,1 2-13 15,-3-5-14-15,-2-9 0 16,-4-3 25-16,-5-9 32 16,5-1 57-16,10-17 13 15,14-22-37-15,16-18-61 16,5-14-15-16,7-8-14 15,-2-3-6-15,0 3-3 16,-3 7-1-16,-7 13-2 16,-8 19-34-16,-7 17-78 15,-6 20-186-15,-11 3-246 0</inkml:trace>
  <inkml:trace contextRef="#ctx0" brushRef="#br2" timeOffset="53339.49">8197 6058 707 0,'0'0'131'16,"0"0"-115"-16,0 0 31 15,0 0 60-15,0 0-18 16,0 0-51-16,7-8-28 16,-1 8-10-16,8 0 0 0,8 9 17 15,9 9 41-15,6 7-12 16,5 6-15-16,3 9-15 16,0 4 5-16,2 1-1 15,-2-4-7-15,-5-4-10 16,-3-7-3-16,-7-4 3 15,-8-8-3-15,-9-5-1 16,-6-6-3-16,-6-3-8 16,-1-2-19-16,0-2-87 15,-15 0-46-15,-13-8-280 16</inkml:trace>
  <inkml:trace contextRef="#ctx0" brushRef="#br2" timeOffset="53578.55">8508 5957 851 0,'0'0'232'0,"0"0"-202"16,0 0-18-16,0 0-10 15,0 0 13-15,-52 93 117 16,24-41-96-16,-1 1-6 15,-1 3-6-15,0 0-9 16,-4-3-8-16,8-4-3 0,6-7-4 16,8 0-5-1,12-7-139-15,0-9-340 0</inkml:trace>
  <inkml:trace contextRef="#ctx0" brushRef="#br2" timeOffset="54238.47">9059 5975 948 0,'0'0'82'0,"0"0"-61"15,0 0 41-15,0 0 60 16,0 0-69-16,0 0-42 16,7-20-6-16,15 36 5 15,11 11 28-15,6 3-8 0,4 4-8 16,2 4-14-1,4 4 4-15,-2-1 3 0,1 0-7 16,-6-6-6-16,-5-5-1 16,-9-6 0-16,-9-6-1 15,-8-6-5-15,-8-4-5 16,-3-5-76-16,0-3-28 16,0 0-65-16,-16-21-313 15</inkml:trace>
  <inkml:trace contextRef="#ctx0" brushRef="#br2" timeOffset="54477.49">9404 5927 1259 0,'0'0'27'0,"0"0"-23"16,0 0-4-16,-30 77 12 15,15-31 69-15,-3 2-55 16,1 2-14-16,-2-3 13 16,1-2-21-16,0-8 0 15,-1-3-4-15,0-8 0 16,6-2-4-16,7-4-132 16,6-7-308-16</inkml:trace>
  <inkml:trace contextRef="#ctx0" brushRef="#br2" timeOffset="55076.73">10022 6011 871 0,'0'0'149'0,"0"0"-149"16,0 0 0-1,0 0 0-15,0 0 38 0,0 0 26 16,83 91-26-16,-67-57-12 16,-1-1-3-16,-4-5 37 15,-1-8-11-15,-7-10-13 16,0-4 31-16,-2-6 35 16,1 0 8-16,6-8 0 15,14-25-32-15,17-14-40 16,16-16-32-16,17-8-4 15,10-6-1-15,8-2-1 16,-3 1 0-16,-7 11-1 16,-18 18-45-16,-19 20-71 15,-21 16-228-15,-22 13-339 0</inkml:trace>
  <inkml:trace contextRef="#ctx0" brushRef="#br2" timeOffset="65858.24">11738 5864 711 0,'0'0'54'15,"0"0"-41"-15,0 0 37 0,0 0 103 16,0 0-29-16,0 0-16 15,0 0-42-15,0 0 8 16,-25-30-12-16,23 30 3 16,0 0-24-16,2 0-13 15,0 0-17-15,0 0-11 16,0 0-4-16,0 12 0 16,19 13 4-16,14 7 9 15,12-1-6-15,7-1 3 16,5-1-6-16,-4-3 5 15,-2-4-2-15,-9-1-3 16,-12-3 2-16,-5-3-1 16,-8-1-2-16,-10-5-3 15,-1-3 0-15,-6 0-52 16,0-1-67-16,0-4 27 0,-13-1-111 16,-9 0-235-16</inkml:trace>
  <inkml:trace contextRef="#ctx0" brushRef="#br2" timeOffset="66130.97">11939 5768 1089 0,'0'0'125'0,"0"0"-125"15,0 0 0-15,-41 78 6 0,21-29 5 16,0 7 18-16,-2 1 8 16,2-3-13-16,0-1-13 15,0-4-10-15,2-4 6 16,1-5-7-16,4-9 0 16,6-6-4-16,7-1-4 15,0-14-282-15,15-10-245 16</inkml:trace>
  <inkml:trace contextRef="#ctx0" brushRef="#br2" timeOffset="66590.83">12746 5737 850 0,'0'0'157'15,"0"0"-131"-15,0 0-24 0,0 0 47 16,0 0 86-16,0 0-73 15,-23-21-42-15,23 21-15 16,0 0-5-16,0 0 10 16,18 12-6-16,9 10 23 15,9 5 13-15,9 2-22 16,4 3-8-16,6 0-4 16,3-2-6-16,4-5 5 15,-4-4-1-15,-12-5-4 16,-11-1 0-16,-9-6 0 15,-11-3-3-15,-7-3 0 16,-5 1-2-16,-3-1-11 16,0 0-85-16,-3-3-8 15,-16 0-188-15,-4-5-261 16</inkml:trace>
  <inkml:trace contextRef="#ctx0" brushRef="#br2" timeOffset="66834.94">13047 5637 994 0,'0'0'131'16,"0"0"-118"-16,0 0-12 16,0 0 5-16,0 0 101 15,-60 90-38-15,39-47-31 16,4 1-14-16,-4-3 11 0,1-5-19 15,-1-3-10-15,2-6-2 16,0-1-3-16,6-4-2 16,5-1 1-16,4-1-57 15,4-8-277-15,0-12-351 16</inkml:trace>
  <inkml:trace contextRef="#ctx0" brushRef="#br2" timeOffset="67353.86">13905 5725 869 0,'0'0'219'0,"0"0"-189"16,0 0-19-16,0 0 84 15,0 0-18 1,0 0-37-16,3-9-33 0,14 32 4 16,5 10 20-16,-1 7-8 15,-1 1-1-15,-3-1 26 16,-6-6-20-16,1-10 28 16,-3-7-15-16,-2-10-6 15,-4-4 6-15,0-3 5 16,7 0 23-16,17-23 0 15,15-17-37-15,16-19-23 16,17-13-9-16,12-9 0 16,13-8-2-16,4 2-7 15,-7 6-25-15,-13 16-47 16,-21 20-146-16,-19 20-223 0</inkml:trace>
  <inkml:trace contextRef="#ctx0" brushRef="#br2" timeOffset="68503.02">15152 5748 817 0,'0'0'155'0,"0"0"-135"15,0 0 45-15,0 0 50 0,0 0-26 16,0 0-57-16,0 0-28 15,68 0 42-15,-23 27-2 16,11 4-20-16,4 4-10 16,5 1-14-16,-3-3 5 15,-7 1-5-15,-6-4-4 16,-11-4 4-16,-8-2-14 16,-8 1-97-16,-11-7-58 15,-5-7-132-15,-6-7-186 16</inkml:trace>
  <inkml:trace contextRef="#ctx0" brushRef="#br2" timeOffset="68736.21">15568 5679 1078 0,'0'0'124'16,"0"0"-120"-16,0 0-2 15,0 0-2-15,-93 76 7 16,65-23 28-16,2 6-1 16,-3-3-25-16,4-1-9 15,4-1 4-15,5-4-5 16,9-4 1-16,7-3-9 0,0-10-265 16,16-15-248-16</inkml:trace>
  <inkml:trace contextRef="#ctx0" brushRef="#br2" timeOffset="69048.74">16197 5677 1168 0,'0'0'136'0,"0"0"-124"16,0 0-12-16,0 0-9 0,0 0 9 15,0 0 33-15,95 86 14 16,-30-44-27-16,3-1-12 16,0-1 11-16,-10-2-15 15,-8-5-1-15,-12-3-6 16,-10-8 1-16,-12-3-5 15,-11-6-90-15,-5-2-109 16,0-8-67-16,-20-3-146 16</inkml:trace>
  <inkml:trace contextRef="#ctx0" brushRef="#br2" timeOffset="69251.39">16416 5686 1072 0,'0'0'181'16,"0"0"-168"-16,0 0-12 16,-95 17 3-16,66 20 15 15,-4 13 51-15,-2 7-21 16,1 4-48-16,4 2 3 16,7-1-4-16,9-2-12 15,11-4-227-15,3-12-450 16</inkml:trace>
  <inkml:trace contextRef="#ctx0" brushRef="#br2" timeOffset="70055.58">17517 5706 875 0,'0'0'79'0,"0"0"-65"16,0 0 30-16,0 0 48 0,0 0-35 15,0 0-51-15,9 17 3 16,-1 11 21-16,2 5 6 15,-2 1 20-15,2-3-38 16,0-8-5-16,-3-7 83 16,0-9-60-16,-4-5 20 15,1-2 24-15,7 0 15 16,16-22-6-16,18-16-39 16,22-19-44-16,14-13 2 15,9-6-5-15,3-6 4 16,-1 6-7-16,-13 9-12 15,-18 14-9-15,-20 18-47 16,-16 18-145-16,-17 17-135 16,-8 0-390-16</inkml:trace>
  <inkml:trace contextRef="#ctx0" brushRef="#br2" timeOffset="72402.52">6821 8117 963 0,'0'0'92'15,"0"0"-89"-15,0 0 8 16,0 0 74-16,0 0 25 16,0 0-55-16,-3 0-13 0,3 0 21 15,0 0 10-15,-2-5-22 16,-3-3-32-16,2-1-1 16,-3-1 12-16,3 0-3 15,0-3-14-15,-1 6 5 16,1-1 5-16,0 5 8 15,1 1-15-15,2 2-13 16,0 0 4-16,0 0-7 16,0 0-3-16,0 0 0 15,0 0-4-15,14 0 7 0,7 5 3 16,6 2-1 0,1-3 1-16,6-1 1 0,1-3-3 15,3 0 2-15,0 0-2 16,-4 0 2-16,-4 0-3 15,-3 0 3-15,-5-3-3 16,-6 0 0-16,-6 2 0 16,-4-2 3-16,-5 3-2 15,-1 0-1-15,0 0 12 16,0 0-1-16,0 0 9 16,0 0-1-16,0 0-6 15,0 0-9-15,0 0-4 16,0 4-2-16,0 21-3 15,0 15 5-15,0 13 12 16,0 0-5-16,0 3-6 16,0-2-1-16,-3-5 3 15,-1 0-2-15,1-8-1 0,0-7 0 16,-1-4 0-16,0-6-1 16,-2-2-2-16,0-3 2 15,-1-4-13-15,1-2-42 16,-3-5-58-16,2-8-158 15,3 0-191-15</inkml:trace>
  <inkml:trace contextRef="#ctx0" brushRef="#br2" timeOffset="72658.41">7439 8396 1506 0,'0'0'23'0,"0"0"-23"15,0 0-5-15,0 0 5 16,0 0 19-16,-3 111-13 16,3-76-3-16,0 0-2 15,0-4 1-15,0 2-2 16,0-2-95-16,7-9-90 15,6-6-124-15,2-12-349 16</inkml:trace>
  <inkml:trace contextRef="#ctx0" brushRef="#br2" timeOffset="73151.59">7776 8198 1371 0,'0'0'129'0,"0"0"-120"0,0 0-4 16,0 0 22 0,0 0-12-16,137-60-1 0,-86 60-1 15,-9 7-11 1,-9 13 8-16,-11 4-4 0,-12 3-5 15,-10 2 6-15,0 5 20 16,-28 5 0-16,-14 2-12 16,-8 0-12-16,-5-2 7 15,1-6-4-15,9-11-3 16,8-9 1-16,12-8-1 16,14-5 10-16,5 0 29 15,6 0-8-15,0 0 3 16,0-2-27-16,17-7-8 15,8 0 6-15,12 0-6 16,5 1-1-16,5 3 1 0,3 2-1 16,-2 3-2-1,-4 0 1-15,-4 0 0 0,-8 5 0 16,-7 2-1-16,-7 1-4 16,-3-1-5-16,-1-2-67 15,-2 0-40-15,2-2-95 16,2-3-84-16,0 0-291 15</inkml:trace>
  <inkml:trace contextRef="#ctx0" brushRef="#br2" timeOffset="73685.2">8431 8329 398 0,'0'0'753'0,"0"0"-724"16,0 0-14-16,0 0 48 15,26-86 38-15,-19 66-50 16,-4-1-27-16,-3 1 51 16,0 1-6-16,-1 0-31 15,-15-1-7-15,-3 4-10 16,0 3-10-16,-1 7 5 16,-2 6-13-16,1 0 3 15,-6 3-5-15,0 16 0 16,2 0-2-16,4 4 2 15,5-1-1-15,7-2 0 16,7-4-1-16,2-2 1 16,0-1 0-16,14 1 1 0,7-1 2 15,9 0 1-15,7 0 2 16,3 2-4-16,4 1 1 16,1 3-3-16,0 3 0 15,-2 4 0-15,-8 4 0 16,-11-2-1-16,-12 0 0 15,-12-2 0-15,0-3 0 16,-14 0 1-16,-16-5 1 16,-9-4 25-16,-9-3 15 15,-4-7-5-15,-1-4 6 16,4 0 1-16,11-17-17 16,8-5 0-16,13-1-10 15,11-5-4-15,6-1-12 16,4-1-2-16,23 1-2 0,8 5 2 15,3 6-46-15,6 5-20 16,3 4-50-16,1 7-137 16,-1 0-266-16</inkml:trace>
  <inkml:trace contextRef="#ctx0" brushRef="#br2" timeOffset="73867.35">8789 8438 1069 0,'0'0'367'0,"0"0"-365"0,0 0-2 16,0 0 29-16,-27 106 7 15,32-73-29-15,3 0-5 16,2-2-4-16,-1-4-75 16,-3-4-157-16,1-9-284 15</inkml:trace>
  <inkml:trace contextRef="#ctx0" brushRef="#br2" timeOffset="75070.24">9218 8176 803 0,'0'0'168'0,"0"0"-152"16,0 0 78-16,17-97 37 15,-11 78-52-15,-2 8 2 16,-1 5-22-16,-3 6-17 15,0 0-34-15,0 14-8 16,0 16 0-16,0 12 38 16,-8 4 1-16,-5 1-32 15,-4-2-2-15,0-5 2 16,0-4-5-16,-1-8 1 16,4-8-3-16,4-10 3 0,6-6-3 15,4-4 0-15,0 0 4 16,0 0 10-1,3-3-14-15,14-10 5 0,8 0-5 16,8 0-2-16,2 9 2 16,2-1 0-16,4 3 0 15,0 0-1-15,-1-5 2 16,-1 2-1-16,-9-1 0 16,-7-2 0-16,-10-1 0 15,-4-1 0-15,-9-4 0 16,0-3 0-16,0 1 0 15,-13-2 0-15,-7 1-2 16,1 1 5-16,2 0-3 16,5 9 9-16,8 3 2 0,2 2 18 15,2 2-18-15,0 9-11 16,0 23-2-16,0 11 2 16,0 10 9-16,0-1-5 15,3-3-4-15,6-4 2 16,-1-5-2-16,2-2 0 15,-2-5-1-15,1-6-65 16,-2-6-109-16,3-13-60 16,4-8-212-16</inkml:trace>
  <inkml:trace contextRef="#ctx0" brushRef="#br2" timeOffset="75589.25">9778 8241 996 0,'0'0'190'15,"0"0"-169"-15,0 0 13 16,0 0 50-16,-25-85 0 16,15 74-23-16,0 7-41 15,-1 4-7-15,-8 0 5 16,1 17-11-16,-1 12-1 15,2 6-3-15,10 1 8 16,7 0 0-16,0-4-7 16,3-7-4-16,18-7 1 15,4-9-1-15,4-6 0 0,0-3 4 16,-3-1-11-16,-4-12 1 16,-4-7-52-16,-4 0 35 15,-10-2-1-15,0-1 24 16,-4-1 1-16,0 2 1 15,0 0 2-15,0 7 0 16,-4 7 3-16,4 6 33 16,0 2-21-16,0 0-19 15,0 12-7-15,0 18 2 16,4 13 5-16,8 6 2 16,-1 4 0-16,-1-6 2 0,-5-1 3 15,-3-5 1-15,-2-4 3 16,0-7 4-16,-15-3 13 15,-8-5-12-15,-6-1-10 16,1-7 0-16,1-2-6 16,-1-4-1-16,2-5-38 15,3-3-164-15,6-7-141 16,12-20-332-16</inkml:trace>
  <inkml:trace contextRef="#ctx0" brushRef="#br2" timeOffset="75790.47">10109 8437 1409 0,'0'0'25'0,"0"77"-14"16,-4-32-8-16,-2-1 19 15,5 0 6-15,1-6-26 16,0-6 0-16,0-8-2 15,0-10-38-15,0-10-143 16,0-4-255-16</inkml:trace>
  <inkml:trace contextRef="#ctx0" brushRef="#br2" timeOffset="76203.99">10277 8136 1445 0,'0'0'57'0,"0"0"-48"15,0 0 23-15,0 0-10 16,0 0-18-16,0 0 0 16,85-6 1-16,-41 6 2 15,2 0-5-15,1 0-1 16,-6-3 2-16,0-7 0 15,-6-3-1-15,-5 1-1 16,-7 2 3-16,-6 3-3 0,-8 2 3 16,-6 3-1-1,-3 2 33-15,0 0-11 0,0 0-13 16,0 7-12-16,0 16 2 16,0 12 54-16,0 7-38 15,-2 3-9-15,-3 5-2 16,-1 0 0-16,-1-2-7 15,-2-3 0-15,-2-3 2 16,1-6-2-16,-1-4-28 16,4-7-94-16,1-5-117 15,6-13-141-15,0-7-374 16</inkml:trace>
  <inkml:trace contextRef="#ctx0" brushRef="#br2" timeOffset="76571.22">10903 8265 1105 0,'0'0'216'0,"0"0"-196"16,0 0 21-16,0 0 58 15,0 0-59-15,0 0-32 16,17 40-7-16,-6-6 19 15,0-1-2-15,6-5-6 16,3-9-10-16,7-8 10 16,2-6-7-16,2-5 0 0,0-1 3 15,1-17 3-15,-3-11 13 16,-3-6 21-16,-4-2-18 16,-10-2 8-16,-7 3-7 15,-5 1-1-15,-2 3-4 16,-15 4-15-16,-3 7-5 15,-2 8-3-15,1 13-10 16,-6 0 0-16,-4 19-32 16,-4 17-64-16,1 9-131 15,0 2-133-15</inkml:trace>
  <inkml:trace contextRef="#ctx0" brushRef="#br2" timeOffset="78017.75">4497 6394 228 0,'0'0'321'15,"0"0"-236"-15,0 0-4 16,5-79 86-16,-5 60-2 16,0 0-37-16,0 6-14 15,0 4-5-15,0 6-28 16,0 3-14-16,0 15-58 16,0 38-8-16,0 29-1 15,2 34 38-15,9 21-8 16,2 14-13-16,4 18 15 15,-2 3 12-15,4-5-22 16,-1-14-11-16,0-25-5 16,-1-22 1-16,-2-17-7 0,-8-16 2 15,-2-15-2 1,-3-8 0-16,-2-14 0 0,0-10-3 16,0-12 3-16,0-7-21 15,0-7-97-15,-4-20-43 16,-9-26-281-16</inkml:trace>
  <inkml:trace contextRef="#ctx0" brushRef="#br2" timeOffset="78334.42">4846 6222 1251 0,'0'0'54'15,"0"0"-54"-15,0 0-5 16,0 0-3-16,0 85 8 16,15 11 13-16,4 21 52 15,2 17 9-15,0 5 7 16,-7 8-4-16,-2-4-32 15,-8 1-19-15,-4-2-10 16,0-13-6-16,0-8-8 0,0-16-4 16,-12-13 1-1,1-10-45-15,1-18-220 0,1-25-332 16</inkml:trace>
  <inkml:trace contextRef="#ctx0" brushRef="#br2" timeOffset="78438.37">5002 7888 816 0,'0'0'0'15</inkml:trace>
  <inkml:trace contextRef="#ctx0" brushRef="#br2" timeOffset="91865.39">7097 9011 142 0,'0'0'120'0,"0"0"-69"16,0 0-28-16,0 0 5 15,0 0 11-15,0 0 1 16,0 0 20-16,0 0 16 16,-2-12 15-16,2 10 3 15,0-4 7-15,0 1-10 0,0-4-26 16,0-3-42-16,0 0 11 15,0 1 11-15,0 1 5 16,0-1 1-16,0 2-3 16,0 1-1-16,0 1-12 15,0 2 6-15,0 2 12 16,0 2-2-16,0 1-24 16,0 0-27-16,0 0-3 15,0 7-9-15,0 17 12 16,0 11 1-16,0 10 17 0,0 2-6 15,0-2-7-15,-2-1 0 16,1-7 10-16,-2-2-8 16,3-9 1-16,0-6-1 15,0-10-6-15,0-6 11 16,0-1 0-16,0-3-3 16,0 0 11-16,0 0 2 15,0 0-3-15,0 0 3 16,0 0-12-16,8 0 2 15,15 0-3-15,9 0-4 16,12-7 7-16,9 2-7 16,5 1-4-16,13-1-1 15,6 2 0-15,5-1 0 16,5-2 0-16,1-1 0 16,-3-2-2-16,-5 1 3 0,-13 3-1 15,-8 0 0 1,-11 3 3-16,-9-2-2 0,-7 3-1 15,-11-1 2-15,-4 1-1 16,-7 0-1-16,-2-1 0 16,-2 2 0-16,-2-2 2 15,2 0-2-15,-3 2 0 16,-2 0 4-16,1 0-4 16,-2 0 0-16,0 0 2 15,0-2 14-15,0-12 5 16,0-8 6-16,1-12-23 15,2-13-1-15,-3-6-3 0,0-6 0 16,0 0 0-16,0 2-2 16,0 12 4-16,-4 15-4 15,-4 17-4-15,-7 13-22 16,-6 22-60-16,-5 23-193 16,-6 10-130-16</inkml:trace>
  <inkml:trace contextRef="#ctx0" brushRef="#br2" timeOffset="93417.14">8436 7942 558 0,'0'0'163'0,"0"0"-101"0,0 0-19 16,0 0 52-16,0 0 18 15,0 0-12-15,0-7-47 16,0-7-19-16,0-4-6 16,0-5 8-16,0-2-7 15,0-2-3-15,0-3-2 16,0-2-8-16,0-1 8 15,0 1-13-15,0 4-7 16,0 2 11-16,1 5 2 16,2 8 14-16,0 4-6 15,1 4-15-15,5 1-1 16,4-1-9-16,6 2 3 16,1 2-4-16,5 1 3 0,3 0-3 15,9 0 3-15,8 9 1 16,11-2 0-16,7-2-1 15,8-4 0-15,7-1-3 16,3 0 2-16,0 0 0 16,-3-3-4-16,-2-6 4 15,-13-4-2-15,-8-1 1 16,-13 1 3-16,-12 0-3 16,-12 2 0-16,-6-3 1 15,-7 1 6-15,-2-1-4 16,-1 2 3-16,-2 3 4 15,0 3-6-15,0 3 10 0,0 2-10 16,0 1-2-16,4 0-3 16,1 4-11-16,5 14 11 15,3 8 0-15,2 5 3 16,2 6-3-16,0 1 4 16,-3 6-3-16,2 1-1 15,-3 5-5-15,-1 2 3 16,-1 7-13-16,5 1-86 15,3 2-53-15,8 1-88 16,4-4-204-16</inkml:trace>
  <inkml:trace contextRef="#ctx0" brushRef="#br2" timeOffset="94496.84">9750 9168 319 0,'0'0'45'0,"0"0"-28"16,0 0-8-16,0 0 62 16,0 0 28-16,0 0 13 15,-42-74-5-15,42 65 2 0,0 5 10 16,0 2-13 0,0 2-55-16,0 0-38 0,0 7-10 15,0 20 11 1,0 5 69-16,0 5-51 0,0-3-11 15,0-1-4-15,0-6-15 16,0-4 15-16,0-6-4 16,9-2-8-16,2-10 3 15,4-2-3-15,7-3 8 16,8 0 8-16,11 0-4 16,5-10-4-16,11-1-5 15,6 0-5-15,9-4 4 16,7 4-6-16,3-3 0 15,3 2-1-15,-3 2 0 0,-7 2-1 16,-12 4 1 0,-14 0-2-16,-12 1 0 0,-12 0 4 15,-10 2-2-15,-5-1 0 16,-7 1 4-16,-1-1-4 16,-2 2 2-16,0-1-1 15,0 1 8-15,0 0-4 16,0 0 19-16,0-2-3 15,0 2-17-15,0 0 3 16,0 0-4-16,2 0-2 16,-2 0-1-16,2-1 3 15,2-3 2-15,5-3 4 16,1-2-7-16,-1 1 6 0,-3-1 19 16,-2 2-8-1,-1 0 5-15,0-2-9 0,-2 0-2 16,-1 0 14-16,3 4-12 15,-3 1 2-15,0 2-6 16,0 2-5-16,0 0 0 16,1 0-6-16,-1 0 0 15,0 0 0-15,2 0-3 16,-2 0 0-16,0 0 3 16,0 0-8-16,3 0 0 15,0 11 5-15,1 1 3 16,-1-4-1-16,-1-4 2 0,-2-3-1 15,0-1 5 1,0 0-2-16,0 0 2 0,0 0-2 16,0-4 6-16,1-23-3 15,3-17-6-15,1-16-3 16,0-14-22-16,0-11-68 16,2-19-126-16,-3-11-152 15</inkml:trace>
  <inkml:trace contextRef="#ctx0" brushRef="#br2" timeOffset="96030.53">7603 9650 273 0,'0'0'304'15,"0"0"-236"-15,0 0-62 16,0 0 12-16,0 0 24 16,0 0 0-16,0-1-16 15,0 10 67-15,0 3-7 16,-7 2-46-16,-3-4-8 15,-1 2 14-15,-6 1-2 0,0-1-1 16,-4-2-10-16,-1-3-8 16,-1-2-1-16,-3-4 0 15,0-1-3-15,3 0 6 16,2-4-12-16,1-8 19 16,5 0-11-16,5-2-10 15,2-3-1-15,8 0-5 16,0-2-4-16,1 1-3 15,16 1 3-15,3 1-3 16,2 6 0-16,3 3-2 16,0 7 1-16,2 0 0 15,1 0-2-15,-2 10 3 16,-5 8-4-16,-3 4 3 0,-2 4-1 16,-6 6 1-1,-4 1 0-15,-6 1 1 0,0 4 0 16,0 1 0-16,-16 0 0 15,-4 1 0-15,-5-5 2 16,-2-5 2-16,3-5-3 16,1-8-1-16,1-2 0 15,4-6-2-15,3-2 6 16,3-3-3-16,5-4 0 16,4 0 4-16,-1 0 0 15,4-15-5-15,0-6-3 16,0-7-1-16,14 1 2 0,6 3-1 15,4 1 2 1,1 6 1-16,-2 6 0 0,0 9 0 16,3 2 0-16,0 0 0 15,3 13-6-15,-1 7 6 16,0 2 0-16,-1 1-2 16,0-2 0-16,-1 0-5 15,-3-3-90-15,-2-1-33 16,3-4-113-16,-4-8-102 15</inkml:trace>
  <inkml:trace contextRef="#ctx0" brushRef="#br2" timeOffset="96222.21">7986 9639 1107 0,'0'0'83'15,"0"0"-83"-15,0 0 0 16,0 0 7-16,0 115 31 16,0-51-20-16,0 3-18 15,4-2 0-15,-1-8-13 16,0-11-174-16,-2-12-232 16</inkml:trace>
  <inkml:trace contextRef="#ctx0" brushRef="#br2" timeOffset="97096.96">8752 7193 395 0,'0'0'469'0,"0"0"-401"16,0 0-42 0,0 0-22-16,100-40 20 0,-60 40 71 15,-2 15-45-15,-6 10-25 16,-12 9-4-16,-11 6-11 15,-9 4 0-15,-5 0-5 16,-23 0 6-16,-14-3-3 16,-10-2 6-16,-6-7 2 15,-3-8 1-15,9-10-5 16,13-11 7-16,13-3 23 16,16 0 8-16,10 0-10 15,0-4 0-15,25-6-30 0,13-3-9 16,14 6-1-1,2 7 0-15,1 0-5 0,0 5 4 16,4 7-4-16,2 1-37 16,0 2-27-16,-6 0-10 15,-8 0-73-15,-13-9-88 16,-11-6-147-16</inkml:trace>
  <inkml:trace contextRef="#ctx0" brushRef="#br2" timeOffset="97280.15">9235 7204 622 0,'0'0'222'0,"0"0"-185"15,0 0 9-15,0 0 35 16,0 0-42-16,0 0-26 0,18 16 65 16,-4 37-44-16,1 12-22 15,0 8-11-15,2 7-1 16,0 7-96-16,-1 3-81 15,-3 4-199-15</inkml:trace>
  <inkml:trace contextRef="#ctx0" brushRef="#br2" timeOffset="97929.78">10086 9708 586 0,'0'0'267'0,"0"0"-189"0,0 0 30 15,0 0 36-15,-2-82-57 16,6 71-25-16,13 3-15 16,4 8-17-16,6 0-26 15,0 0 24-15,-1 17-3 16,-3 5-11-16,-4 5-5 16,-9 4-6-16,-10 1 0 15,0 4-3-15,-15-2 2 16,-18-3-2-16,-11-2 6 15,-4-8-2-15,3-11 5 0,8-7-8 16,9-3 11 0,9 0 0-16,9-16 6 0,8-8 12 15,2-5-13-15,17 2-15 16,21 5 0-16,9 5-2 16,10 8 0-16,3 6-1 15,4 1-6-15,6 2 6 16,4 0-10-16,3 0-78 15,-6 0-36-15,-3 0-88 16,-13-1-81-16,-17-14-155 16</inkml:trace>
  <inkml:trace contextRef="#ctx0" brushRef="#br2" timeOffset="98099.1">10730 9492 968 0,'0'0'114'0,"0"0"-100"16,0 0 42-16,0 0 57 15,0 0-90-15,0 0-23 16,-27 71 69-16,27-9-41 16,0 10-20-16,0 5-8 15,5 2-2-15,-2 1-97 16,-3-10-202-16,-3-16-362 16</inkml:trace>
  <inkml:trace contextRef="#ctx0" brushRef="#br2" timeOffset="99396.09">4116 11269 494 0,'0'0'499'16,"0"0"-455"-16,0 0-28 15,0 0-4-15,0 0 81 0,0 0 4 16,-57-69-32 0,57 67-20-16,0 0-29 0,0 2-4 15,0-1-1-15,0 1-5 16,8 0 7-16,11 0 2 15,8 0 8-15,8 0-8 16,5-2-7-16,1 2-2 16,1-4-3-16,0 1-3 15,-5 0 3-15,-5 2 1 16,-9-3-4-16,-7 2 0 16,-7 0 0-16,-6 2 1 15,-1 0-1-15,-2 0 2 16,0 4-3-16,0 27 2 15,0 12 33-15,0 14 8 0,0 11-28 16,0 5 0-16,-2-2-8 16,-3-2-3-16,1-6 2 15,-5-8-4-15,1-5 1 16,-2-5-2-16,1-3-1 16,-1-9-36-16,2-3-85 15,3-6-41-15,2-10-178 16,3-14-210-16</inkml:trace>
  <inkml:trace contextRef="#ctx0" brushRef="#br2" timeOffset="99678.4">4671 11612 754 0,'0'0'513'0,"0"0"-501"16,0 0-12-16,0 0 0 16,0 0 8-16,0 0 14 15,134-2 4-15,-68 5-19 16,5 0 2-16,-3-1-9 15,-7 1 0-15,-12-3-33 0,-10 0-132 16,-14 0-145-16,-15 0-203 16</inkml:trace>
  <inkml:trace contextRef="#ctx0" brushRef="#br2" timeOffset="99901.8">4946 11434 581 0,'0'0'659'0,"0"0"-659"0,-20 77 1 16,19-24 4 0,1 7 1-16,0 0 16 0,0 0-16 15,0-5-5-15,8-7-1 16,1-4-40-16,-1-6-148 15,-1-14-192-15</inkml:trace>
  <inkml:trace contextRef="#ctx0" brushRef="#br2" timeOffset="100380.63">5291 11372 1303 0,'0'0'77'16,"0"0"-76"-16,0 0 11 16,0 0 7-16,94-29 22 15,-61 45-18-15,-1 12-15 16,-9 6 0-16,-7 4-6 15,-10 2-1-15,-6-2-2 16,-5 2 2-16,-24-1 5 16,-9 0-4-16,-9-4 1 15,-1-4 4-15,5-11-3 16,9-9-3-16,13-8 8 0,7-3 24 16,10 0 10-16,4 0-12 15,0-9-18-15,9-6-1 16,17 2-9-16,12 0-2 15,5 5-1-15,4 1 2 16,1 5-2-16,0 2 0 16,3 0-3-16,-3 0 2 15,-6 6-1-15,-6 1-44 16,-10 0-62-16,-6 0-30 16,-5-1-65-16,-7-5-170 15,-2-1-154-15</inkml:trace>
  <inkml:trace contextRef="#ctx0" brushRef="#br2" timeOffset="100600.17">5804 11374 1170 0,'0'0'117'0,"0"0"-116"16,0 0 2-16,0 0 11 15,-22 119 36-15,22-62 25 16,4 0-34-16,3 0-33 16,0-3-4-16,-3-4-2 15,-2-3-4-15,-2-9-43 16,0-3-62-16,0-8-53 16,-8-7-226-16</inkml:trace>
  <inkml:trace contextRef="#ctx0" brushRef="#br2" timeOffset="101346.48">6264 11367 653 0,'0'0'211'15,"0"0"-178"-15,0 0 36 16,0 0 66-16,0 0-14 16,0 0-51-16,-20-35-70 15,20 75 1-15,7 18 43 16,1 9-16-16,0 2-11 15,-1-4-1-15,-2-2-12 16,0-9-3-16,-2-1-1 16,-1-5-1-16,-1-9-54 15,-1-8-75-15,4-18-126 16,1-13-226-16</inkml:trace>
  <inkml:trace contextRef="#ctx0" brushRef="#br2" timeOffset="101664.44">6453 11454 1001 0,'0'0'113'0,"0"0"-113"16,0 0 0-16,0 0 15 16,0 0 39-16,-109 56-18 15,78-29-21-15,-3 4 19 16,2-1 0-16,3-4 0 15,7-10-9-15,6-8-13 0,12-3-5 16,4-5 12 0,0 0 11-16,1 0-14 0,23 0-12 15,14 0 17-15,12 0-5 16,7 0-6-16,1 0-10 16,-1 7 2-16,-3 10-1 15,-6 3-1-15,-6 5-8 16,-7 0-31-16,-10 3-114 15,-9-8-99-15,-15-6-273 16</inkml:trace>
  <inkml:trace contextRef="#ctx0" brushRef="#br2" timeOffset="103029.03">2646 11541 947 0,'0'0'187'0,"0"0"-101"0,0 0-33 15,-1-84-12-15,24 64 15 16,7 10 3-16,0 10-31 16,0 0-13-16,-3 16-8 15,-7 15 7-15,-7 6-13 16,-7 6 4-16,-6 4 8 16,0 3 1-16,-23-4-3 15,-3 1-7-15,-3-9-1 16,3-8-2-16,7-14 3 15,11-8-3-15,8-8 1 16,0-2-2-16,8-23-11 16,21-16-52-16,7-13 1 15,8-5 37-15,-2 1 11 16,0 1 11-16,-4 4-1 16,-4 7-11-16,-6 5 15 0,-8 8 1 15,-9 9 4 1,-8 7 10-16,-3 8 30 0,0 4 23 15,-3 5-23-15,-7 0-11 16,-4 6-15-16,-7 26-16 16,0 18 0-16,2 9 1 15,9 3-1-15,10-2 0 16,0-10-1-16,14-8-2 16,11-10-2-16,5-6 1 15,0-2-42-15,-3-4-53 16,-3-7-103-16,-10-2-210 15,-12-9-365-15</inkml:trace>
  <inkml:trace contextRef="#ctx0" brushRef="#br2" timeOffset="103382.27">2248 10797 117 0,'0'0'877'0,"0"0"-849"15,0 0-16-15,0 0 24 16,0 0-20-16,0 0-5 15,-31 118-6-15,29 5 73 16,-1 32 2-16,-4 11-6 16,-3 3-26-16,-3 0-20 15,-3-17-15-15,4-19-9 16,6-22-4-16,4-24-6 16,2-17-31-16,0-20-43 15,0-23-77-15,0-23-152 16,0-15-100-16</inkml:trace>
  <inkml:trace contextRef="#ctx0" brushRef="#br2" timeOffset="104132.29">2465 10566 1027 0,'0'0'16'0,"0"0"-16"16,0 0-31-16,0 0 31 16,0 0 46-16,155 15 8 0,-62 1 0 15,26 0 20-15,19 4-18 16,26-3-18-16,27-8-18 15,31 0-9-15,37-5-11 16,22-4 4-16,27 0-4 16,9 0 6-16,3 0 9 15,-4 0-4-15,-15-2-1 16,-22-1 1-16,-25 3-6 16,-28 0-5-16,-29 0 0 15,-31 5-4-15,-35-1 4 16,-31-1 1-16,-32-3 1 15,-23 0 2-15,-23 0-3 0,-12 0 1 16,-9 0 4 0,-1 0 7-16,0 0 36 0,0 0-11 15,0 0-19-15,0 0-3 16,0 0-8-16,0 0-7 16,0 0 2-16,0 0-2 15,0 0 0-15,0 0-1 16,0 0 0-16,0 0 9 15,0-4 1-15,0 1-3 16,0-2 4-16,0 2-10 16,0 3-1-16,0 0 2 15,0 0-1-15,0 0 4 16,0 0-5-16,0-1-2 16,0 1 1-16,0 0 1 15,0 0-3-15,0 10-9 0,0 19 12 16,-6 15 8-16,-6 20 8 15,-2 20-14-15,0 26 13 16,1 24 7-16,-5 10 1 16,4-1-3-16,4-12-14 15,3-19-1-15,4-22-5 16,-1-14-1-16,-1-11-2 16,-5-12 2-16,-2-5-33 15,-4-8-101-15,-8-11-172 16,-5-18-282-16</inkml:trace>
  <inkml:trace contextRef="#ctx0" brushRef="#br2" timeOffset="104679.79">2461 12344 682 0,'0'0'154'16,"0"0"-112"-16,0 0 36 16,0 0 54-16,0 0-24 15,0 0-53-15,-41-10-50 16,83 10-3-16,27 13 50 15,35 4 13-15,36 0-35 0,31-1-3 16,33 2-12-16,26-9-3 16,34-5-1-16,33-4 13 15,17 0 35-15,7-13-8 16,-7-1-13-16,-16 1-12 16,-31 6-21-16,-31 7 2 15,-41 0-7-15,-36 0-2 16,-27 0-13-16,-28 4-78 15,-27-1-104-15,-25-3-64 16,-26 0-283-16</inkml:trace>
  <inkml:trace contextRef="#ctx0" brushRef="#br2" timeOffset="105243.94">3360 11537 897 0,'0'0'201'0,"0"0"-186"16,0 0-14-16,0 0 10 16,0 0 30-16,0 0-18 15,89 0-8-15,-37 0-12 16,1 0 1-16,1 0-4 16,-5 0-133-16,-8 0-185 15,-15 0-174-15</inkml:trace>
  <inkml:trace contextRef="#ctx0" brushRef="#br2" timeOffset="105417.97">3457 11688 1134 0,'0'0'66'15,"0"0"-66"-15,0 0-27 16,114 0 27-16,-39 0 7 15,9-1-7-15,-2-1-158 16,-17 1-310-16</inkml:trace>
  <inkml:trace contextRef="#ctx0" brushRef="#br0" timeOffset="119755.1">7867 10737 1053 0,'0'0'118'0,"0"0"-104"15,0 0-14-15,0 0-12 16,0 0 12-16,-3 87 8 16,3-24 1-16,0 8-4 15,0 2 0-15,3 1-5 0,1-5 4 16,-2-11-4 0,-2-5 0-16,0-12-2 0,0-4-15 15,0-11-233-15,0-12-149 16</inkml:trace>
  <inkml:trace contextRef="#ctx0" brushRef="#br0" timeOffset="120143.23">8045 10891 963 0,'0'0'57'0,"0"0"-55"0,0 0-4 15,0 0 1-15,0 0 1 16,0 0 9-16,-54 101 0 16,29-59 0-16,-5 2 1 15,-3-4 2-15,-3-4-2 16,7-7 2-16,5-10-6 16,10-12-1-16,11-4 6 15,3-3 29-15,0 0 35 16,0-6-20-16,5-11-21 15,12-3-32-15,3 3-1 16,4 6-1-16,-1 5 0 16,4 6-1-16,2 0 1 15,5 14 1-15,1 9-1 0,0 8 4 16,-1 2-4-16,-3 0 0 16,-2-2-2-16,-4-2-91 15,-6-9-168-15,-5-10-195 16</inkml:trace>
  <inkml:trace contextRef="#ctx0" brushRef="#br0" timeOffset="120323.63">8267 10969 1189 0,'0'0'164'0,"0"0"-164"15,0 0-91-15,0 0 91 16,122-19 3-16,-68 19-2 16,-2 0-1-16,-6 0-81 15,-14 0-343-15</inkml:trace>
  <inkml:trace contextRef="#ctx0" brushRef="#br0" timeOffset="120482.75">8384 11196 1173 0,'0'0'70'15,"0"0"-70"-15,0 0-66 0,0 0 66 16,112-37 0-16,-61 27-227 16,2-4-196-16</inkml:trace>
  <inkml:trace contextRef="#ctx0" brushRef="#br0" timeOffset="120792.18">8804 11004 1029 0,'0'0'108'16,"0"0"-107"-16,0 0-1 16,0 0 0-16,8 83 0 15,19-73 5-15,6-7-3 16,-2-3 3-16,-1 0-5 15,-5-4-18-15,-5-13 12 0,-6-6 6 16,-3-2 7-16,-8-8-2 16,-3 2 15-16,0-2 34 15,-22-1 1-15,-10 4-19 16,-4 2-6-16,-1 5-9 16,3 11-9-16,6 8-5 15,5 4-4-15,1 7-3 16,5 23-8-16,9 14-2 15,8 10-73-15,1 6-131 16,26-4-222-16</inkml:trace>
  <inkml:trace contextRef="#ctx0" brushRef="#br0" timeOffset="120963.11">9108 11156 1262 0,'0'0'27'15,"0"0"-24"-15,-55 85 0 16,43-51-2-16,4 0 3 16,2 0-2-16,3-7-2 15,3-5-93-15,0-10-213 16,0-10-398-16</inkml:trace>
  <inkml:trace contextRef="#ctx0" brushRef="#br0" timeOffset="121392.3">9367 10654 979 0,'0'0'133'16,"0"0"-125"-16,0 0 1 15,0 0 75-15,0 0-20 0,0 0-47 16,32-2-12-16,-2 9 36 16,5 1 0-16,5-3-22 15,1-4-2-15,-3 1-5 16,-3-2 3-16,-5 0 4 15,-7 0-7-15,-4 0 1 16,-8 0 0-16,-2 0 9 16,-8 0 7-16,1 4-12 15,-2 19-6-15,0 12 18 16,0 12 16-16,0 11-34 16,-9 3-7-16,-2 11-4 15,1 0-1-15,4 6-69 16,-3 0-173-16,-4-8-206 15</inkml:trace>
  <inkml:trace contextRef="#ctx0" brushRef="#br0" timeOffset="122224.93">7931 11877 527 0,'0'0'273'16,"0"0"-235"-16,0 0 45 16,0 0 91-16,0 0-53 15,0 0-81-15,1-8-40 0,3 38 5 16,1 17-2-1,0 9 13-15,-3 5-1 0,-2-1 1 16,0 4-2-16,0 3-14 16,0-7 0-16,0-10-3 15,0-9-80-15,0-18-218 16,0-14-242-16</inkml:trace>
  <inkml:trace contextRef="#ctx0" brushRef="#br0" timeOffset="122545.17">8070 11993 1123 0,'0'0'89'0,"0"0"-89"16,0 0 0-16,0 0 0 16,0 0 1-16,0 0 2 15,-77 97-2-15,55-67 3 16,2 0-3-16,-2-8 2 15,4-3-2-15,6-10 4 16,6-5-3-16,4-4 9 16,2 0 8-16,0 0 27 15,0-8 12-15,8-8-46 16,12 6-1-16,2 1-11 16,7 9-3-16,2 0 1 0,3 15-1 15,2 20-1 1,1 2 2-16,-2 5-3 0,-1-1 4 15,-4-5-57-15,-5-2-99 16,-8-11-182-16</inkml:trace>
  <inkml:trace contextRef="#ctx0" brushRef="#br0" timeOffset="122742.83">8285 12025 1301 0,'0'0'35'16,"0"0"-35"-16,0 0-16 15,0 0 16-15,0 0 10 0,133 8-7 16,-82-2-3-16,-1-3-11 16,-5 2-172-16,-13-5-235 15</inkml:trace>
  <inkml:trace contextRef="#ctx0" brushRef="#br0" timeOffset="122922.18">8374 12263 1338 0,'0'0'0'0,"0"0"-108"0,0 0 108 16,127-3 0-16,-58 0 0 15,9-4-31-15,-1 3-244 16,-8-2-77-16</inkml:trace>
  <inkml:trace contextRef="#ctx0" brushRef="#br0" timeOffset="123124.02">8896 11871 967 0,'0'0'86'0,"0"0"-86"16,0 0-25-16,0 0 25 15,-2 82 19-15,9-26-7 16,-2 7-7-16,-4 8-2 0,-1 2-3 16,0 1-2-16,0-9-116 15,0-13-314-15</inkml:trace>
  <inkml:trace contextRef="#ctx0" brushRef="#br0" timeOffset="123317.07">9141 12196 716 0,'0'0'585'0,"0"0"-582"0,-28 112-3 15,25-68 3-15,3-2-3 16,0-5 0-16,13-4-57 16,2-5-141-16,2-15-226 15</inkml:trace>
  <inkml:trace contextRef="#ctx0" brushRef="#br0" timeOffset="123691.87">9359 11986 1468 0,'0'0'113'0,"0"0"-113"0,0 0 0 16,0 0 9-16,124-50-8 16,-75 52 5-16,-3 19-6 15,-11 6 0-15,-13 3-1 16,-14 3 0-16,-8 3 0 15,0 5-1-15,-25 0 2 16,-10-4 8-16,-2-1-5 16,2-9-2-16,8-13-1 15,9-5 2-15,11-9 4 16,5 0 3-16,2 0 6 16,0 0-5-16,7-7 13 15,13-6-14-15,5-3-9 0,5 2 0 16,4 4-2-1,0 4 1-15,8 3-25 0,2 0-77 16,2 1-53-16,0-1-43 16,1 1-130-16,-7-5-90 15</inkml:trace>
  <inkml:trace contextRef="#ctx0" brushRef="#br0" timeOffset="124074.99">10024 12109 465 0,'0'0'333'0,"0"0"-186"16,20-90-31-16,-20 64 58 15,0-2-81-15,-7 1-31 16,-9 8-21-16,1 5-21 16,0 2 2-16,0 10-9 15,1 2 9-15,1 0-22 16,1 8-2-16,0 5 1 0,8 4-6 16,4 0 1-16,0-1 6 15,0 0 0-15,8 3-1 16,12 0 1-16,5-2 8 15,3 2-8-15,4 5 1 16,-3-1 0-16,-1 4 0 16,-8 0-1-16,-6 3 0 15,-8-2-1-15,-6-6 3 16,0-5 1-16,-3-2 7 16,-19-6 36-16,-11-6 39 15,-16-3-21-15,-8 0-31 16,-2 0-14-16,10-10-5 0,12-11-2 15,13-1-2-15,14-13-10 16,10-1-10-16,2-8-71 16,30 4-95-16,9-2-93 15,1-1-473-15</inkml:trace>
  <inkml:trace contextRef="#ctx0" brushRef="#br0" timeOffset="124907.95">8110 12797 1064 0,'0'0'200'0,"0"0"-191"16,0 0-9-16,0 0 0 15,5 76 7-15,3-12 34 16,2 10-12-16,-1 2-2 16,-1 1-17-16,-3-2 1 15,-2 7-7-15,-3 5-4 16,0-2-2-16,0-11-92 15,0-20-216-15,-6-24-195 16</inkml:trace>
  <inkml:trace contextRef="#ctx0" brushRef="#br0" timeOffset="125242.68">8247 12970 1096 0,'0'0'116'0,"0"0"-108"15,0 0 28-15,0 0-3 16,0 0-26-16,0 0-3 16,-37 57-1-16,11-24 3 15,-3-2-3-15,-1 0 3 16,3-9 2-16,9-8-8 16,6-7 8-16,10-4 7 15,2-3 23-15,0 0 15 0,0 0-10 16,14 0-34-16,7 0 8 15,8 0-16-15,-1 0 7 16,2 3-6-16,0 14-2 16,4 7 0-16,1-2 0 15,2 6 0-15,-1-5-9 16,-2 4-153-16,-4-10-112 16,-10-8-354-16</inkml:trace>
  <inkml:trace contextRef="#ctx0" brushRef="#br0" timeOffset="125404.16">8479 13111 1500 0,'0'0'41'0,"0"0"-41"16,0 0-15-16,0 0 15 15,85-3 0-15,-26 13-9 16,-2-6-158-16,-14 1-142 15,-12-1-304-15</inkml:trace>
  <inkml:trace contextRef="#ctx0" brushRef="#br0" timeOffset="125558.49">8600 13305 1095 0,'0'0'296'0,"0"0"-296"16,0 0-96-16,0 0 96 15,119-10 6-15,-63-2-6 16,1-3-284-16,-5-1-156 16</inkml:trace>
  <inkml:trace contextRef="#ctx0" brushRef="#br0" timeOffset="125891.75">9066 12987 1225 0,'0'0'245'0,"0"0"-245"16,0 0 0-16,0 0 7 16,0 0 5-16,97-34-11 15,-72 48 0-15,-6 10-2 16,-11 12 2-16,-8 4 1 16,0 4 8-16,-22 3-5 0,-11-4-1 15,-9 1 5-15,0-8-3 16,7-12-1-16,11-8 1 15,13-11 18-15,8-5 53 16,3 0-13-16,0 0-31 16,0 0-1-16,21-1-30 15,11-12 15-15,7-1-14 16,3 1-2-16,-1 11-2 16,1-3-5-16,0 5-61 15,1 0-100-15,-3 0-72 0,-5 0-283 16</inkml:trace>
  <inkml:trace contextRef="#ctx0" brushRef="#br0" timeOffset="126047.46">9586 13164 1362 0,'0'0'121'15,"0"0"-121"-15,0 0 0 16,-47 98 5-16,37-41-3 15,0 8-2-15,-3 3-80 16,-9 1-109-16,-11-13-315 16</inkml:trace>
  <inkml:trace contextRef="#ctx0" brushRef="#br0" timeOffset="127974">9825 12931 881 0,'0'0'198'0,"0"0"-184"16,0 0-7-16,0 0 2 16,0 0 68-16,0 0-48 15,27-48-29-15,-26 58 0 16,1 17 9-16,-2 6 30 0,0 10-11 16,-6-2-17-16,-10 0-8 15,-2-5 8-15,-3-6-8 16,2-6 3-16,0-7-2 15,6-6-2-15,5-9 3 16,5-2-1-16,3 0 5 16,0 0 13-16,0-8 37 15,7-5-55-15,6-3-4 16,3 7 0-16,4 4-1 16,6 5 0-16,6 0 1 0,6 5 0 15,10 7-1 1,4-2 3-16,0-5-3 0,-7-5 4 15,-8 0-5-15,-14 0 2 16,-10-11-3-16,-7-2 3 16,-6-7 0-16,0-1 3 15,-7-2-1-15,-8-1 11 16,-2 0 8-16,5 2-6 16,4 3 7-16,5 8 2 15,1 7 13-15,2 4-13 16,0 4-24-16,0 21-16 15,0 16 16-15,0 13 7 16,0 3-6-16,-3-3 0 16,1-1-1-16,2-2 0 15,0-4-40-15,0-8-135 16,0-9-89-16,0-20-216 16</inkml:trace>
  <inkml:trace contextRef="#ctx0" brushRef="#br0" timeOffset="128424.48">10354 13084 886 0,'0'0'75'16,"0"0"-61"-16,0 0 101 16,18-88 51-16,-18 72-75 15,-14-3-42-15,-1 5-18 16,-2 4 7-16,0 4-6 15,1 1 5-15,4 5-30 0,1 0-4 16,4 2-3-16,2 13-2 16,4 0 2-16,1 4-4 15,0-5 4-15,3-3 0 16,12-2-4-16,2-7 4 16,0-2-8-16,0 0-8 15,2 0 6-15,0-6-2 16,-3-5 9-16,-1 2 0 15,-3-1 4-15,0 4-1 16,-1 5 1-16,1 1-1 16,1 0-5-16,-1 7-3 15,0 16 6-15,-2 4 2 16,-5 7 4-16,-4 3 5 0,-1-4 6 16,0 0 5-16,-18-3-6 15,-12-3-13-15,-8 3 6 16,-9 0-7-16,-6 1-22 15,-8-5-169-15,-1-2-175 16,-5-4-216-16</inkml:trace>
  <inkml:trace contextRef="#ctx0" brushRef="#br0" timeOffset="132939.09">2175 8788 349 0,'0'0'809'0,"0"0"-692"16,0 0-102-16,0 0 30 15,0 0 0-15,0 0-36 16,0 0-9-16,-14 33 0 16,28 26 11-16,-3 6-7 15,-2 3-3-15,-5 0 3 16,-1-5-1-16,-3-2-3 15,0-2-1-15,0-5-90 16,-4-6-56-16,-2-11-123 0,2-12-145 16</inkml:trace>
  <inkml:trace contextRef="#ctx0" brushRef="#br0" timeOffset="133306.17">2407 8926 1137 0,'0'0'235'0,"0"0"-235"15,0 0 0-15,0 0 2 16,0 0 0-16,0 0 4 16,-92 93-1-16,64-54-5 15,-2 0 8-15,-2-3-8 16,5-7 3-16,4-8-1 0,8-8-1 15,6-7 1 1,8-6 7-16,1 0-2 0,0 0 7 16,0-15 7-16,11-3-13 15,4-1-8-15,5 5-1 16,1 8 0-16,-1 6 0 16,4 0-12-16,2 17 11 15,5 8-1-15,3 5 2 16,-4 2 0-16,-3 0-2 15,-4-2-1-15,-3-2 1 16,-3 1-104-16,-3-5-92 16,-6-7-180-16</inkml:trace>
  <inkml:trace contextRef="#ctx0" brushRef="#br0" timeOffset="133511.2">2666 9061 1284 0,'0'0'176'15,"0"0"-176"-15,0 0-28 16,0 0 28-16,0 0 1 16,107-10 4-16,-72 10-5 15,-4 0-8-15,-7 5-178 16,-8 0-195-16</inkml:trace>
  <inkml:trace contextRef="#ctx0" brushRef="#br0" timeOffset="133689.2">2675 9290 1302 0,'0'0'0'16,"0"0"-9"-16,0 0 9 15,91 0 3-15,-43 0 5 16,1 0-8-16,0 0-132 16,-7-9-154-16,-10-5-251 15</inkml:trace>
  <inkml:trace contextRef="#ctx0" brushRef="#br0" timeOffset="133853.5">3034 9144 1219 0,'0'0'15'16,"0"0"-11"-16,0 0-4 16,0 0 7-16,120-15-2 15,-69 8-4-15,1 0-1 16,-2-1-40-16,-9 1-197 16,-9-2-164-16</inkml:trace>
  <inkml:trace contextRef="#ctx0" brushRef="#br0" timeOffset="134055.89">3382 8892 963 0,'0'0'185'0,"0"0"-150"16,0 0 14-16,0 0-21 16,0 0-26-16,0 0 11 15,13 118 26-15,-4-68-22 16,-1 0-5-16,-1 3-5 15,-4-2-5-15,-3 1-2 16,0-2-19-16,0-3-127 16,-13-7-232-16</inkml:trace>
  <inkml:trace contextRef="#ctx0" brushRef="#br0" timeOffset="134244.1">3595 9324 1314 0,'0'0'87'15,"0"0"-86"-15,0 0-1 16,-11 106 0-16,8-76 0 16,3-2-80-16,0-4-176 15,0-7-202-15</inkml:trace>
  <inkml:trace contextRef="#ctx0" brushRef="#br0" timeOffset="136059.6">4145 9200 764 0,'0'0'160'0,"0"0"-114"0,0 0 42 16,0 0 16-16,0 0-53 16,0 0-28-16,49 0-7 15,-10 0 3-15,13 0-3 16,5 0-10-16,3 0-2 15,0 0-3-15,-1 0-1 16,-6 0-17-16,-6 0-336 16,-12 0-230-16</inkml:trace>
  <inkml:trace contextRef="#ctx0" brushRef="#br0" timeOffset="136277.01">4722 8788 1268 0,'0'0'12'0,"0"0"-12"0,0 0-40 15,0 0 40-15,6 78 7 16,12-25 10-16,-1 5-10 16,0 7-4-16,-6 0 2 15,-4 4-4-15,-5 0-1 16,-1-3-25-16,-1-4-151 15,0-15-145-15</inkml:trace>
  <inkml:trace contextRef="#ctx0" brushRef="#br0" timeOffset="136791.21">5004 8846 998 0,'0'0'194'0,"0"0"-194"15,0 0-32-15,0 0 32 16,-34 89 3-16,21-55-1 16,-2 1 2-16,-1 0-3 15,0-7 3-15,0-6-3 16,3-7-1-16,5-9 0 15,6-1 3-15,2-5 4 0,0 0 3 16,0 0-10-16,0 0 0 16,9 0-19-16,8 0 19 15,5 0 1-15,2 0 3 16,10 2-3-16,4 3-1 16,2-5 0-16,0 0 1 15,-8 0-1-15,-10-5 1 16,-9-7-2-16,-9-5-78 15,-4-4 49-15,0-2 30 16,-7 1 1-16,-8 2 27 16,0 4 26-16,2 5-5 15,6 5 1-15,3 4 1 0,4 2-29 16,0 22-22 0,-1 21 0-16,1 21 5 0,0 9 1 15,0 1-5-15,0-1-1 16,5-3-2-16,6-5 0 15,3-6-158-15,-5-18-149 16,-5-17-514-16</inkml:trace>
  <inkml:trace contextRef="#ctx0" brushRef="#br0" timeOffset="137390.67">5039 8521 1084 0,'0'0'54'0,"-97"-66"-53"16,45 37 20-16,-3 5 54 15,-6 2-3-15,-5 7-45 16,-1 6-1-16,2 7 6 15,0 2-8-15,4 5-3 16,1 14-21-16,-3 7 5 16,-1 4 1-16,-1 6-3 15,3 6-2-15,2 9 8 16,3 14-3-16,6 8 11 0,8 12 2 16,13 13-2-16,14 9 17 15,16 9-2-15,4 6 2 16,32 0-21-16,13-6-9 15,12-8 1-15,7-10-3 16,7-6 1-16,9-11-3 16,6-7 6-16,7-10 4 15,7-11-5-15,2-17-5 16,-1-13 4-16,-5-19-4 16,-1-5-18-16,-4-35-18 15,0-21 9-15,-2-17 6 16,-10-8 11-16,-11-2 10 15,-12 2 9-15,-15 1-4 16,-15-1 1-16,-15-3 2 16,-13 0 17-16,-2 3 2 0,-19 4-17 15,-10 4 3-15,-7 8 1 16,1 6-13-16,0 4-1 16,2 6 0-16,1 8-29 15,3 9-31-15,6 9-82 16,3 11-70-16,1 10-277 15</inkml:trace>
  <inkml:trace contextRef="#ctx0" brushRef="#br0" timeOffset="138208.39">5101 8742 1183 0,'0'0'92'15,"0"0"-89"-15,-10-88 4 16,10 42 36-16,0-11 38 16,0-11-40-16,0-14 11 15,0-13-5-15,0-12 3 16,0-12-17-16,-12-17-15 16,-14-21-6-16,-8-20 9 15,-11-17-15-15,-7-11-6 16,-5-7 0-16,-8-8 0 15,-6-5 1-15,-1 11 1 0,5 25-2 16,12 36 0-16,14 37 0 16,14 24-1-16,13 25 2 15,13 18 3-15,1 16 0 16,0 11-7-16,11 6 3 16,-1 3-2-16,2 6 1 15,-5 3-4-15,-4 3 5 16,-1 1 0-16,-2 0-12 15,0 0 1-15,0 0-12 16,0-2 23-16,0 2-1 16,0-1 3-16,0 1 2 15,0 0 5-15,0 0-7 16,0-3 8-16,0-2-1 0,0-4-1 16,-2-4-6-1,-1-2 0-15,0-2-1 0,-1 0 0 16,2 2 2-16,-1 4-3 15,0 1 0-15,-1 2 1 16,1-1-2-16,0 0 2 16,-2 0-1-16,2 0 0 15,0-1 3-15,0-2-4 16,2 0 1-16,-1-2-1 16,1-5-1-16,-1 1 4 15,0-2-1-15,0 2-1 16,-1-4 2-16,0 3-1 15,-1 0-1-15,1 1 0 0,-2 3-1 16,1 2 2 0,1 1-1-16,2 3 0 0,-1 1 1 15,1 1-1-15,-3-1 0 16,2 1 0-16,2-1-2 16,-1 1 1-16,1 1 1 15,-2 1 0-15,2 1 1 16,0-1-1-16,0 1 0 15,0-1 1-15,0-1-2 16,0 0-4-16,-1-3 2 16,1 3-47-16,-4 3 11 15,4 3-103-15,-2 0-29 0,-3 0-247 16</inkml:trace>
  <inkml:trace contextRef="#ctx0" brushRef="#br0" timeOffset="144805.89">3979 12706 1258 0,'0'0'166'0,"0"0"-163"15,0 0 4-15,0 0-2 16,0 0 3-16,0 0-8 16,0 0-14-16,23 29 13 15,0 9 1-15,1 6 5 16,-1-1-3-16,-4-7 5 15,-4-6 0-15,-7-13 4 16,-3-10 39-16,-4-4-18 16,3-3 31-16,1 0 27 0,11-13-12 15,11-20-21-15,18-21-34 16,14-13-17-16,5-6-4 16,1 2 0-16,-3 8 0 15,-7 13-2-15,-8 16-1 16,-10 11-72-16,-12 12-57 15,-12 9-132-15,-13 2-125 16,-16 2-329-16</inkml:trace>
  <inkml:trace contextRef="#ctx0" brushRef="#br0" timeOffset="145122.65">4138 12633 1414 0,'0'0'106'0,"0"0"-106"15,0 0-11-15,0 0-2 16,0 0-4-16,0 0 5 16,31 80 12-16,-4-31 13 15,-2 2 2-15,-3-4 5 16,-4-7-5-16,-4-9-3 15,-6-15 30-15,-1-5-7 16,-4-8-1-16,-1-3 6 0,4 0 2 16,11-3 0-1,20-31-9-15,25-19-7 0,26-29-17 16,25-14-9-16,11-15-3 16,15-7-64-16,-1 1-157 15,-18 13-295-15</inkml:trace>
  <inkml:trace contextRef="#ctx0" brushRef="#br0" timeOffset="147386.54">7009 7873 441 0,'0'0'184'16,"0"0"-61"-16,0 0-9 0,0 0 25 16,0 0-5-16,0 0-40 15,0 0-57-15,-3-18-6 16,-1 12-5-16,-2-1-6 16,0 4 5-16,-3-3-3 15,-1-1-1-15,-5 0 18 16,-1-1-25-16,-5-1-4 15,0 2 12-15,-3-1-5 16,-3 2 11-16,3-1-13 16,-1 3-8-16,1-2 4 15,6 4-5-15,-1 2-4 16,6 0 1-16,1 0 1 16,2 0-3-16,-1 0-1 15,-1 2 2-15,-2 9-2 0,-2 2 0 16,-4 7 1-16,1 1 1 15,-1 3-2-15,2 2 2 16,2 2 3-16,0 4-3 16,5 1 2-16,0 6 7 15,3 4-1-15,5 4 2 16,3 3-10-16,0 3 3 16,0-2 1-16,0 0-4 15,0-1 0-15,6-4 1 16,6-1-2-16,2 0 0 15,0-1 4-15,1 1 0 16,2 2 5-16,2-1-3 16,-1-2 0-16,3-2-4 0,5-5-3 15,0-2-1-15,5-1 1 16,0-5 4-16,4-4-3 16,-1-3 2-16,-3-2 0 15,1-5-2-15,-5-3-1 16,0-3 1-16,0-5 1 15,-1 0 1-15,1-4 0 16,1 0 0-16,3 0 2 16,0-13-3-16,3-3 1 15,3-7-1-15,1-5-1 16,2-3-1-16,2-5 4 16,-4-2-3-16,-4-3-2 0,-7 0 2 15,-6-3 2 1,-2 3-3-16,-3-3 0 0,-2 0 1 15,-2 2 0-15,-4-2-1 16,-3-2 0-16,-5-3 2 16,0 0 0-16,0-4-2 15,-7 1 3-15,-9-4-2 16,-3-2-1-16,-3 1 1 16,-1-2 1-16,0 2-2 15,-3 3 1-15,-2 4-2 16,-2 5 4-16,-2 9-3 15,1 7 0-15,-1 4 0 16,3 6 0-16,1 5-2 16,1 3 2-16,2 6-1 15,0 5-5-15,-2 0 4 0,1 20-3 16,-3 10-49-16,0 9-31 16,8 8-59-16,8 7-50 15,6 3-156-15,5 4-71 16</inkml:trace>
  <inkml:trace contextRef="#ctx0" brushRef="#br0" timeOffset="148554.75">8010 9171 50 0,'0'0'238'0,"0"0"-148"0,0 0-13 15,0 0 45-15,0 0 43 16,0 0-19-16,-13-8-49 15,4 0-25-15,-5 0-22 16,-1-1 5-16,-2 0-6 16,-3-2-15-16,-5-1-13 15,-3-1 9-15,-2-1 27 16,-3 1-34-16,-3 0 8 16,0 3-19-16,-1 3 3 15,-1 3 20-15,-1 1-20 16,1 3-6-16,1 0 0 15,2 0-3-15,1 0 2 16,2 0-8-16,2 6 10 0,5-1-5 16,2 4-4-1,-1 5-1-15,2 2 0 0,-6 5 2 16,1 3-1-16,3 2-1 16,2 0 0-16,2 0 1 15,5 3 0-15,-1 3 1 16,5 4-1-16,1 6 5 15,1 3 29-15,4 3-28 16,2 3 1-16,3 2 0 16,0-3-5-16,0 1 6 15,0-5-5-15,0 0 3 16,0-2 5-16,0 4-4 16,12-1 5-16,4 1 3 15,8 2-4-15,3-1-5 0,5-2 10 16,2 0-9-16,7-4-4 15,2-3-4-15,4-3 6 16,5-4-4-16,1-3 1 16,6-4 3-16,-1-4-4 15,4-2 1-15,0-4-3 16,2-9-1-16,1-7 1 16,2 0 3-16,3-20-3 15,0-15 5-15,2-7-2 16,1-8-1-16,-4-3-1 15,-9-6 1-15,-11-1-1 16,-14-6 2-16,-10-10-1 16,-7-5-2-16,-4-8 1 0,-11-6-1 15,-3 1 0-15,-3 2 2 16,-24 5-4-16,-9 13 2 16,-8 12-1-16,-5 17 0 15,-3 11 0-15,-3 10-2 16,-1 7-5-16,4 5-49 15,3 9-30-15,5 3-55 16,8 5-91-16,3 19-254 16</inkml:trace>
  <inkml:trace contextRef="#ctx0" brushRef="#br0" timeOffset="159134.2">3653 3173 710 0,'0'0'135'16,"0"0"-100"-16,0 0 10 16,0 0 45-16,0 0 27 15,0 0-25-15,0 0-33 16,0 0-15-16,0-6 2 16,0 3-7-16,0 2 3 15,0-1-8-15,0 2-16 0,0-1 12 16,-6 0-5-16,0 1-6 15,-2-3-4-15,-1 3-4 16,1 0 1-16,-2 0 1 16,-1 0-6-16,0 0 2 15,-2 0-4-15,-4 5-3 16,0 6 2-16,-3 1-3 16,4 1 0-16,-3 3 2 15,1 1 2-15,-1 3-5 16,1-1 7-16,1 1-3 15,2 0 0-15,4-1-2 16,-1 0 5-16,2 6 0 16,1-1-7-16,1 3 6 15,3 1-5-15,1 2 1 0,3 2-2 16,-2 2 3-16,1 3-1 16,1 0 4-16,-2 1 3 15,0 0-1-15,2-1 5 16,-1 2-8-16,2 2 3 15,0 1-7-15,0 0 9 16,0 2-4-16,0 1-5 16,0-3 5-16,0 3 1 15,0-3-2-15,0 0 3 16,0 2 0-16,0-2 3 16,0 2-4-16,0-1-4 15,2 1 4-15,1-1-1 16,2 0-4-16,0-5 2 0,2 0-3 15,-1-3 0-15,1 1-1 16,0-1 5-16,-1-2-5 16,3 0 2-16,1 0-1 15,1 1 4-15,1-1-3 16,0-2 4-16,-2-3-3 16,1-2-1-16,1-5 0 15,0-2 2-15,2 0-4 16,-1-2 0-16,0-2 1 15,4 0-1-15,-1-1 2 16,3-2 1-16,1 2 0 16,3-3 2-16,5 2-3 0,-1-4 4 15,1 0-6-15,0-3 4 16,-1-2-4-16,-1 1 2 16,3-2 2-16,-3-2-4 15,0 0 1-15,-3-1 0 16,0 0 2-16,3 0 0 15,-1 0-3-15,1 0 4 16,0-9-4-16,-5 0 4 16,3-2-2-16,-1-6 0 15,4-1-1-15,1-5 0 16,2-7 3-16,4-2-2 16,0-3-1-16,1-4 0 15,-2-3 1-15,-5-1-1 16,-5-1 1-16,-3 1-1 15,-4-1 2-15,-5-2-1 0,1-1-2 16,-3-2 0-16,-2-3 1 16,0 1-1-16,-4-1-1 15,3-3 1-15,-5 3 1 16,-1 4-1-16,2 3-1 16,-2 1 1-16,0 4 0 15,0-3 0-15,0-3 3 16,-3-3-3-16,-7-2 0 15,0-1 1-15,-2 2-3 16,-3 5 2-16,0 4-4 16,-1-1 4-16,-2 4 0 15,0 0 3-15,2 2-3 0,-3 3 3 16,0 1-4-16,1 3 1 16,0 3-1-16,1 6 1 15,-1 2-2-15,-1-1 2 16,1 5 0-16,-1-2-3 15,0 3 3-15,0-1 1 16,2 3 0-16,1-2 0 16,0 4-1-16,2 0 0 15,-1-1-2-15,-2-1 5 16,-3-1 0-16,-1 0-3 16,1 2 2-16,2 3-6 15,0-1 2-15,1 3-1 0,2 2-1 16,0 2 1-16,0 1 1 15,0 0 2-15,2-2 0 16,3 2-1-16,0 0-3 16,1 0 1-16,2 0-4 15,4 0-34-15,3 0-3 16,0 2-32-16,0 11-58 16,5 7-100-16,19 4 0 15,2-1-164-15,6-1-302 16</inkml:trace>
  <inkml:trace contextRef="#ctx0" brushRef="#br0" timeOffset="160050.4">4397 4077 1098 0,'0'0'144'15,"0"0"-138"-15,0 0 25 16,0 0 104-16,0 0-28 16,0 0-61-16,-29 0-32 0,29 0-10 15,0 0-4 1,10 0 2-16,16 0-2 0,15 0 17 15,22-6 12-15,19-6 4 16,12-6-21-16,9-3 5 16,8-5-7-16,-4-1-4 15,-1-1 1-15,-8 1-5 16,-19 4 3-16,-24 6 7 16,-25 8-5-16,-21 5 1 15,-9 4 5-15,0 0 33 16,0 0-4-16,0 0-26 15,-6-2-2-15,-7-2 4 16,-6-2-11-16,-2 0-5 16,-4 0 0-16,3 2 0 0,5 1-2 15,5 1 2-15,6 0-3 16,2 1 1-16,4 1-2 16,0 0-2-16,0 0-18 15,0 0-13-15,0 0-19 16,3 1-44-16,8 16-95 15,9 4 71-15,5-1-140 16,5-6-129-16</inkml:trace>
  <inkml:trace contextRef="#ctx0" brushRef="#br0" timeOffset="160542.76">5520 3659 1102 0,'0'0'224'0,"0"0"-177"15,0 0-38-15,0 0 78 16,0 0 12-16,0 0-63 16,-35-22-26-16,35 22-5 15,0 0 12-15,2 0-11 16,3 0 5-16,5 0-1 15,10 0 9-15,5 0 12 16,8-3-11-16,4-1-9 16,0-3-1-16,-2 1-9 15,-4-1 3-15,-7 0-4 0,-4 3 2 16,-6 1-1-16,-8 1 3 16,-2 2-4-16,-4 0-1 15,0 0 1-15,0 6 7 16,0 15-5-16,0 12 8 15,-4 10 16-15,-4 5-26 16,0 4 5-16,-1 7 2 16,2-3-6-16,3-9 6 15,0-10-5-15,2-11 2 16,-1-4-3-16,2-4-1 16,-3-3 0-16,2-2-1 0,-1-5-3 15,1 3 4 1,1-3-37-16,-2 2-55 0,0-4-59 15,2-3-105-15,1-3-202 16,0 0-360-16</inkml:trace>
  <inkml:trace contextRef="#ctx0" brushRef="#br0" timeOffset="160690.09">5871 4056 1132 0,'0'0'78'0,"0"0"-78"16,0 0-7 0,0 0-93-16,0 0-308 0</inkml:trace>
  <inkml:trace contextRef="#ctx0" brushRef="#br0" timeOffset="161233.95">6085 3641 1243 0,'0'0'110'0,"0"0"-105"16,0 0 53-16,0 0 66 16,0 0-96-16,0 0-16 0,69-53-8 15,-37 46-2-15,-4 4 1 16,-3 1-3-16,-3 2 6 15,-4 0-5-15,-1 5 1 16,-5 11-3-16,-4 3 1 16,-6 2-2-16,-2 2 2 15,-2 1 8-15,-17 2 2 16,-2-2-6-16,-1-4 5 16,2-5 6-16,5-6-3 15,7-5-5-15,6-4 1 16,2 0-2-16,0 0 3 15,0 0-6-15,0 0-3 16,6-9 0-16,10-5 4 0,5 1-4 16,4 4-4-1,6 6 2-15,0 3-1 0,3 0 2 16,-3 22-5-16,-2 7 4 16,-7 10 1-16,-7 5 1 15,-10 0 1-15,-5-1 2 16,0-5 11-16,-24-3 1 15,-9-6-12-15,-9-2 18 16,-9-4-8-16,-5-5-12 16,-1-3 4-16,2-6-5 15,5-5-15-15,8-4-38 16,14 0-91-16,16-12-66 16,12-7-210-16,9 0-303 15</inkml:trace>
  <inkml:trace contextRef="#ctx0" brushRef="#br0" timeOffset="161734.34">6433 4303 772 0,'0'0'357'0,"-114"75"-295"15,46-33-23-15,-7-3 69 16,-9-3 30-16,-6 0-72 15,-9-2-8-15,-4-3 0 0,-3-8-15 16,2-7-17 0,4-15-4-16,0-1 12 0,6-21 0 15,3-16-16-15,8-14 2 16,10-14-10-16,14-15-2 16,19-11-8-16,19-13-2 15,18-10-3-15,3-9 4 16,34 1-7-16,23 2 8 15,18 8-2-15,17 10-6 16,20-1-3-16,15 5-2 16,14 9 7-16,12 8-11 15,5 23 17-15,-2 23-2 16,7 26 1-16,-6 11-16 16,-3 36 6-16,-16 19 1 15,-22 15 8-15,-28 18-3 0,-26 14-1 16,-21 10 6-16,-23 2 0 15,-18-1 1-15,0-9-1 16,-21-10 2-16,-20-12-2 16,-14-12 0-16,-12-6 0 15,-12-12-2-15,-9-4-26 16,-7-7-124-16,-4-16-227 16,2-14-443-16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0:47:12.2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2193 5730 655 0,'0'0'263'0,"0"0"-230"16,0 0-30-16,0 0 20 15,0 0 64-15,0 0-16 16,0 0-30-16,-7-35-19 16,16 23-3-16,1 2 1 15,2-1-4-15,2 3-5 16,3 3-3-16,0 3-3 0,0 2-5 16,0 0-6-1,-3 17 5-15,-2 5 0 0,-3 8-4 16,-8 7 5-16,-1 6 6 15,0 7-3-15,-20-3 2 16,-3-1-2-16,-2-7-2 16,5-11 1-16,3-8-1 15,7-10 0-15,7-5 2 16,1-5-3-16,2 0 8 16,0 0-8-16,0-10-5 15,10-15-30-15,6-4-48 16,8-4 49-16,0-3 28 15,0-1-29-15,5-2-12 16,-2-1 25-16,1 0 22 0,-1 2 2 16,-2-1 0-16,-2 5 1 15,-1 3-1-15,-6 2 1 16,-2 6 3-16,-4 5-4 16,-5 8 14-16,-3 4 16 15,-2 4 0-15,0 2 25 16,0 0-12-16,0 0-26 15,-3 0-3-15,-14 14-6 16,-7 9-4-16,-1 11-3 16,2 5-2-16,5 2 3 15,4 2-4-15,6 1 3 16,8-2-2-16,0-5 2 16,0-4-2-16,20-6-1 0,3-7 0 15,6-3 1-15,3-5 0 16,1-2-1-16,2-6 0 15,0-2-8-15,0-2-135 16,-5 0-181-16,-8-12-269 16</inkml:trace>
  <inkml:trace contextRef="#ctx0" brushRef="#br0" timeOffset="169.94">2865 5761 1180 0,'0'0'155'0,"0"0"-155"16,0 0-18-16,97-15 18 15,-51 14 0-15,2 1-7 16,-3 0-190-16,-8 0-69 16,-15 0-274-16</inkml:trace>
  <inkml:trace contextRef="#ctx0" brushRef="#br0" timeOffset="334.04">2934 5908 212 0,'0'0'1094'0,"0"0"-1094"0,0 0-23 16,0 0-7-16,0 0 30 15,97 17 0-15,-39-9-130 16,4-5-195-1,-5-2-345-15</inkml:trace>
  <inkml:trace contextRef="#ctx0" brushRef="#br0" timeOffset="1066.05">3783 5462 546 0,'0'0'435'0,"0"0"-328"16,0 0-92-16,0 0 49 15,0 0 16-15,0 0-70 16,-25-50-10-16,21 65-16 16,-2 14 16-16,-4 7 10 0,-4 4 1 15,-5-5-10-15,-3 1 2 16,-4-4-1-16,0-5-1 15,3-3 2-15,3-7-2 16,10-10 4-16,4-2-1 16,5-5-4-16,1 0 8 15,0 0-1-15,0 0-7 16,0 0-5-16,0 4-20 16,13 7 10-16,7 2 13 15,10 4 4-15,9 0-1 16,4-4-1-16,2-4-12 0,-3-4 12 15,-5-5 3-15,-10 0-3 16,-9 0 0-16,-8-3-9 16,-5-13 9-16,-5-1 6 15,0-6 0-15,0-1 3 16,-8 0 2-16,-2 0 10 16,-2 1-11-16,3 5-5 15,5 7 28-15,0 6-25 16,4 5 11-16,0 0-19 15,0 0-9-15,0 25-13 16,0 11 18-16,0 11 4 16,7 4 3-16,0-1-1 15,-1-3-1-15,1-2-1 16,2-4-1-16,-2-4 1 0,3-4-139 16,1-12-123-1,0-9-216-15</inkml:trace>
  <inkml:trace contextRef="#ctx0" brushRef="#br0" timeOffset="1482.29">4190 5725 874 0,'0'0'133'0,"0"0"-106"16,0 0 41-16,0 0 17 0,0 0-18 15,0 0-2-15,-66-71-55 16,51 73-10-16,-1 19 0 16,-5 8-3-16,4 5-3 15,4 0 4-15,6-2 1 16,7-4 0-16,0-9 0 16,0-2-1-16,13-8-2 15,-2-4-2-15,1-1 2 16,-1-4 8-16,4 0-4 15,2-8 8-15,-2-13-8 16,1-4-13-16,-3-4 6 16,-7 4 7-16,-1 6 1 15,-3 9 2-15,-2 5 1 16,1 5 2-16,1 0-6 16,3 0-10-16,7 13-5 0,3 8 10 15,5 1 4 1,2 2 1-16,-1-1-4 0,3-5-121 15,-3-8-172-15,0-7-263 16</inkml:trace>
  <inkml:trace contextRef="#ctx0" brushRef="#br0" timeOffset="1655.92">4421 5801 1111 0,'0'0'33'15,"0"0"-10"-15,0 0-23 0,94-8 8 16,-40 5-3-16,5-3-4 16,4-4 1-16,-5-1-4 15,-7 0-30-15,-12-1-264 16,-11 0-125-16</inkml:trace>
  <inkml:trace contextRef="#ctx0" brushRef="#br0" timeOffset="1864.68">4679 5627 665 0,'0'0'67'0,"0"0"-58"15,0 0-5-15,0 104 7 16,12-67 2-16,-2-1-2 15,1-1-11-15,-2 0 1 16,-2-3-2-16,0-7-224 16</inkml:trace>
  <inkml:trace contextRef="#ctx0" brushRef="#br0" timeOffset="2399.39">4860 5611 1133 0,'0'0'72'16,"0"0"-69"-16,0 0 17 16,66-81-3-16,-28 66-6 15,0 5-11-15,-1 6 0 16,-7 4 1-16,-7 0-1 15,-6 2-10-15,-6 15-4 16,-5 3-5-16,-6 3 19 16,0 4 5-16,-4-1 0 15,-11-5 5-15,0 0-5 16,2-9 0-16,5-3-5 16,1-5 6-16,5-2-6 0,2-2 6 15,0 0-2-15,0 0-2 16,2 0 0-16,11 0-2 15,4-4 0-15,6 4 0 16,0 0 0-16,3 0-2 16,-4 5-7-16,-2 12-2 15,-7 5-2-15,-8 5-3 16,-5 1 16-16,0-2 0 16,-7-2 15-16,-10-2-11 15,-6-6 1-15,-4-2 80 16,-6-4-2-16,-2-2-17 15,0-5-26-15,0-2-25 0,5-1 3 16,3 0-18-16,2 0-1 16,3 0-29-16,2 0-183 15,-2 0-391-15</inkml:trace>
  <inkml:trace contextRef="#ctx0" brushRef="#br0" timeOffset="3365.94">2416 6966 918 0,'0'0'231'16,"0"0"-206"-1,0 0 25-15,0 0 16 16,25-87-38-16,1 70-16 0,3 5-12 15,-1 10 0-15,-4 2-3 16,-8 7-6-16,-1 18 1 16,-8 8 2-16,-3 7 6 15,-4 3 3-15,0 1 2 16,-18-1-4-16,-2 0 4 16,0-5-4-16,1-7 2 15,3-10-2-15,5-10 3 16,6-7-2-16,5-4 1 15,0 0 2-15,2-13 1 0,15-15-6 16,5-8-22-16,5-3 18 16,-2 0 1-16,-2 1 3 15,-3 2 0-15,-1 1 2 16,-2 1-1-16,-2 3-1 16,-2 6 0-16,-6 6 4 15,-4 5 1-15,-3 7 8 16,0 2 20-16,0 3-7 15,0 2 22-15,0 0-24 16,0 0-17-16,0 0-7 16,-1 2-7-16,-4 21-1 15,-4 10 3-15,2 9 2 16,3 5 3-16,2-4-3 16,2-1 3-16,0-2 0 15,6-7-7-15,12-4 4 0,-1-4 0 16,4-3 0-1,-1-4-1-15,1-3-7 0,7-8-107 16,-2-7-202-16,4 0-243 16</inkml:trace>
  <inkml:trace contextRef="#ctx0" brushRef="#br0" timeOffset="3555.16">3194 6933 1303 0,'0'0'235'0,"0"0"-235"15,0 0-151-15,0 0 151 16,0 0 4-16,118 30-4 16,-72-20-259-16,-10-3-167 15</inkml:trace>
  <inkml:trace contextRef="#ctx0" brushRef="#br0" timeOffset="3703.01">3212 7113 1216 0,'0'0'0'0,"0"0"-33"0,0 0-132 15,0 0 162-15,131 0-39 16,-74 0-358-16</inkml:trace>
  <inkml:trace contextRef="#ctx0" brushRef="#br0" timeOffset="4182.22">3738 6848 1006 0,'0'0'140'0,"0"0"-126"16,0 0 87-16,0 0 19 15,0 0-32-15,0 0-63 16,-17-5-11-16,17 5-10 15,9 0 4-15,11 0-8 16,10 0 17-16,6 0-17 16,6 0 1-16,0-2 2 15,-5 0 1-15,-4-3 0 16,-9 2-2-16,-6 0 2 0,-10 1-1 16,-4 0-3-16,-4 2 5 15,0 0-4-15,0 0 7 16,0 0-8-16,0 7-3 15,0 17 2-15,0 13 1 16,0 11 5-16,0 7 0 16,0 0-3-16,0 1-1 15,0-2-1-15,0-3-1 16,0-6-3-16,0-7 4 16,0-10-182-16,0-11-41 15,0-14-234-15</inkml:trace>
  <inkml:trace contextRef="#ctx0" brushRef="#br0" timeOffset="4669.06">4203 6822 1229 0,'0'0'45'16,"0"0"-45"-16,0 0-1 15,0 0 1-15,0 120 1 16,0-76-1-16,0-4 0 16,0-4 5-16,0-5-4 15,0-8 2-15,0-6-3 16,0-6 2-16,0-7 3 16,0-4-3-16,0 0 0 0,0 0 2 15,0 0 17 1,1-6 62-16,8-13-34 0,4-5-49 15,6-2-1-15,4 3 0 16,0 6-39-16,-1 6 30 16,1 6 5-16,-1 5-10 15,-4 0 10-15,3 9-5 16,-7 9 6-16,0 5 1 16,-6 3 0-16,-6-3 3 15,-2 1 6-15,0-3-3 16,-10-2 7-16,-10-4 13 15,-5-3 48-15,0-5-25 16,-2-3-16-16,3-2-1 0,6-2-10 16,3 0-16-16,5 0 2 15,7 0-5-15,3 0-4 16,0 0-94-16,3 0-136 16,17-15-310-16</inkml:trace>
  <inkml:trace contextRef="#ctx0" brushRef="#br0" timeOffset="4850.35">4590 7087 1126 0,'0'0'205'0,"0"0"-199"0,0 0-6 16,111-16 6-16,-56 9-5 15,1 1 4-15,-3-3-5 16,-2 0-5-16,-3-5-102 15,-10-1-215-15,-11-1-267 16</inkml:trace>
  <inkml:trace contextRef="#ctx0" brushRef="#br0" timeOffset="5068.37">4853 6918 1336 0,'0'0'14'0,"0"0"-7"0,0 0-7 16,0 106 2-16,0-64-1 15,5-1-2-15,0 1 4 16,0-4-3-16,0-3 0 16,-1-6-12-16,-1-6-209 15,0-9-155-15,2-7-366 16</inkml:trace>
  <inkml:trace contextRef="#ctx0" brushRef="#br0" timeOffset="5451.58">5122 6906 1287 0,'0'0'96'0,"0"0"-89"0,0 0-7 15,109-18 0-15,-69 18-4 16,-5 14 3-16,-7 5-4 16,-11 3-5-16,-8 2 8 15,-9 2 4-15,-2 5-1 16,-23-3 9-16,-12 3 6 16,-6-2-3-16,-2-5-6 15,-1-4-5-15,10-8 14 16,7-7-2-16,13-4 58 15,9-1-8-15,7 0-20 0,0 0-14 16,0 0-11 0,24-8-15-16,14-4 6 0,14-2-8 15,11 0-4-15,7 3 1 16,8-1-17-16,5 3-51 16,-1 4-15-16,-9 3 4 15,-11 2-40-15,-13 0-155 16,-18 0-271-16</inkml:trace>
  <inkml:trace contextRef="#ctx0" brushRef="#br0" timeOffset="5832.17">3275 7757 1104 0,'0'0'199'0,"0"0"-199"0,0 0 7 15,0 0-5-15,122 0 19 16,-27 0 2-16,24 4-20 16,18 2 6-16,17-1-6 15,15-3-2-15,3-2 3 16,3 0 0-16,-7 0 3 16,-15 0-7-16,-12-4-10 15,-21-4-148-15,-23-1-208 16,-27-3-287-16</inkml:trace>
  <inkml:trace contextRef="#ctx0" brushRef="#br0" timeOffset="51943.28">7780 1200 359 0,'0'0'296'0,"0"0"-235"16,0 0-47-16,0 0 29 16,0 0 41-16,0 0 12 15,0 0-19-15,0 0 2 16,0 0-4-16,0 0 4 15,0 0 0-15,0-5-3 16,0-4-37-16,6-3-23 16,1-1-2-16,6-2-2 15,0 1-7-15,6 2-5 16,-1 2-1-16,5 4-2 16,-1 4-1-16,-2 2 0 0,-2 2-8 15,-6 16 4-15,-2 6-1 16,-7 3-4-1,-3 4 12-15,0 4-3 0,-10 3 4 16,-16 4 6-16,-8-1-6 16,-8 3 4-16,-4-10 4 15,-1-5-6-15,6-5 0 16,10-11 2-16,11-6 3 16,10-2-4-16,8-4 5 15,2-1 9-15,0 0 2 16,0 0 2-16,0 0-9 15,12 0-6-15,8-6 2 16,10-3-7-16,12 2-1 0,8-1 0 16,5 3 1-1,2 1 0-15,0 1 1 0,-2 3-2 16,-3 0-1-16,-5 0-3 16,-5 0-97-16,-6 3-67 15,-6 6-125-15,-11-3-234 16</inkml:trace>
  <inkml:trace contextRef="#ctx0" brushRef="#br0" timeOffset="52123.6">8367 1430 1127 0,'0'0'264'0,"0"0"-264"16,0 0 0-16,-40 96 3 0,37-57-1 15,-2 1 4-15,1-2-6 16,3 2-1-16,-5-4-146 16,-3-3-208-16</inkml:trace>
  <inkml:trace contextRef="#ctx0" brushRef="#br0" timeOffset="54457.59">8859 1217 552 0,'0'0'261'0,"0"0"-234"16,0 0-7-1,0 0 55-15,0 0 7 0,0 0 6 16,0 0-22-16,6-26-32 15,-2 11-23-15,-2-4-6 16,-2 0-2-16,0 0 10 16,-2-1-4-16,-13 0 5 15,0 4-9-15,-4 4-5 16,1 4 0-16,-2 8-5 16,-4 0 1-16,-1 19 3 15,-3 16-2-15,3 12 3 16,6 6 0-16,9-2-2 15,10-7-1-15,4-7 3 16,21-8 5-16,7-8 2 16,1-8-7-16,2-10 1 15,-2-3 10-15,-2-1-11 0,-4-16 6 16,-9-2-6-16,-4-3 0 16,-6 0 0-16,-5-2 2 15,-1 0-1-15,-1 0 0 16,-1 2-1-16,0 3 2 15,0 7 0-15,0 5-2 16,0 4 4-16,0 3-3 16,0 0-2-16,0 0-27 15,2 4 1-15,3 16 19 16,4 5 8-16,-1 7 1 16,0 0-1-16,2 1 0 0,-3 2 2 15,-1-3 0 1,-2-2-2-16,-1-4 0 0,-3-3-4 15,0-3 1-15,0-4 3 16,-1 2 1-16,-18 2 4 16,-10-3 13-16,-7 0 7 15,-6-2 0-15,0-6-3 16,2-3-5-16,3 1 11 16,6-1-27-16,7-4-1 15,7 1-13-15,10-1-86 16,7-2-205-16,0 0-271 15</inkml:trace>
  <inkml:trace contextRef="#ctx0" brushRef="#br0" timeOffset="54652.12">9292 1454 1154 0,'0'0'14'0,"0"0"-9"16,0 0-10-16,0 0 6 16,7 104-1-16,-7-70 0 15,0 6 0-15,-10-2-221 16,-12-3-189-16</inkml:trace>
  <inkml:trace contextRef="#ctx0" brushRef="#br0" timeOffset="57977">9628 1119 801 0,'0'0'85'16,"0"0"-69"-16,0 0-1 15,0 0 57-15,0 0 0 16,0 0-38-16,0 0-4 16,0 0 3-16,-2-27-9 15,2 27-9-15,0 0-9 16,0 0-6-16,0 0 0 0,0 0-6 15,0 0-1-15,0 19-9 16,-1 12 16-16,-1 12 7 16,-1 5 7-16,3 5-10 15,-2-3 1-15,2 5-5 16,0 1 8-16,-2-2-1 16,2-2-1-16,-2-7-4 15,1-8-2-15,-1-9-2 16,1-6 1-16,1-2-24 15,0-8-130-15,0-9-63 16,13-3-106-16</inkml:trace>
  <inkml:trace contextRef="#ctx0" brushRef="#br0" timeOffset="58438">9940 1186 954 0,'0'0'76'0,"0"0"-46"16,0 0 16-1,0 0 31-15,0 0-39 0,0 0-33 16,-56 53-1-16,32-6 3 15,1 9 1-15,8 0-7 16,7 4 4-16,5-5-5 16,3-7 2-16,7-11-1 15,17-12-1-15,6-10 6 16,6-12 5-16,5-3 1 16,1-8-9-16,-5-19-3 15,-11-6-2-15,-9-5-3 16,-12 2 5-16,-5 6 3 15,-7 8 2-15,-16 6 14 16,-4 7 2-16,-4 7-19 16,-1 2-1-16,1 7-1 15,3 17 0-15,6 7-4 16,9 6-11-16,10 2-75 0,3 1-100 16,16-8-99-16,16-10-94 15</inkml:trace>
  <inkml:trace contextRef="#ctx0" brushRef="#br0" timeOffset="58648.82">10329 1486 173 0,'0'0'1016'0,"0"0"-1010"0,0 0-6 16,0 0 0-1,-6 105 2-15,6-57 0 0,0 2 5 16,0-5-2-16,3-4-5 16,6-6-3-16,3-4-122 15,-1-11-113-15,3-11-190 16</inkml:trace>
  <inkml:trace contextRef="#ctx0" brushRef="#br0" timeOffset="59074.16">10540 1331 1039 0,'0'0'163'0,"0"0"-144"15,0 0-8-15,0 0 3 16,0 0 6-16,93-53-18 15,-63 53 5-15,-4 0-7 16,-2 4 3-16,-7 12-6 16,-6 3 2-16,-8 2-4 15,-3 3-2-15,0 9 4 16,-24 7 3-16,-15 7 22 16,-6 2-17-16,-3-7 6 15,2-9-7-15,11-15-3 0,12-7 7 16,13-8 10-1,8-3 8-15,2 0 0 0,0 0-9 16,2 0 6-16,15 0 2 16,9-2-18-16,13-5-5 15,6 0-1-15,3-1 1 16,2 1-2-16,-1 3-4 16,-7 1-7-16,-8 3-91 15,-10 0-34-15,-7 0-115 16,-7-2-134-16</inkml:trace>
  <inkml:trace contextRef="#ctx0" brushRef="#br0" timeOffset="59570.88">10882 1298 778 0,'0'0'220'16,"0"0"-147"-16,0 0-18 15,0 0-18-15,0 0-17 16,0 0-9-16,80-50-7 16,-60 50-3-16,-3 0 0 15,-4 8 1-15,-3 9-2 16,-7 5 0-16,-3 0 0 16,0 4 9-16,-9-1 2 0,-8-1-8 15,0-3 4 1,2-5 6-16,0-4-11 0,1-4-2 15,8-3 14-15,2-1-12 16,4-2-1-16,0-2 2 16,0 0-3-16,0 0-7 15,16 0-19-15,5-3 18 16,6-3 1-16,3 3 2 16,-3 3 2-16,-5 0 3 15,-2 1-5-15,-5 13 4 16,-2 2 1-16,-6 3 0 15,-5 0 11-15,-2 2 20 16,0-1 6-16,-14 1 2 0,-9-2-5 16,-4-1 5-1,-3-2-17-15,-4-3-14 0,3-2-1 16,-1 0-7 0,2-2-1-16,5 0-31 0,10-3-168 15,10-6-219-15</inkml:trace>
  <inkml:trace contextRef="#ctx0" brushRef="#br0" timeOffset="59765.19">11358 1569 1058 0,'0'0'285'0,"0"0"-285"16,0 0 0-16,0 0 3 15,-13 98-3-15,13-73 1 16,0 0 1-16,0 0-4 16,0-4-28-16,0-5-160 15,0-7-170-15</inkml:trace>
  <inkml:trace contextRef="#ctx0" brushRef="#br0" timeOffset="60320.82">11673 1293 974 0,'0'0'181'16,"0"0"-161"-16,0 0 16 15,0 0 64-15,0 0-61 16,0 0-28-16,20-73-5 16,8 66-5-16,8 4 0 15,0 3-2-15,0 0 0 16,-7 0-1-16,-7 8-3 16,-7 5 4-16,-8 4-8 15,-7 1 3-15,0 0 3 16,0 0 0-16,-19-1 3 0,-3-1 8 15,2-4-6-15,2-1-2 16,7-5 3-16,4-2-2 16,5-4 3-16,2 0-4 15,0 0-4-15,9 0-7 16,14 0-4-16,7 0 15 16,7 0 0-16,0 3-9 15,-6 6 3-15,-6 3 1 16,-8 5 5-16,-7 3-2 15,-9 2 1-15,-1 3 1 16,-3 3 26-16,-20 0-6 16,-6 0 1-16,-6-3-1 15,-1-4-7-15,-3-3-9 0,4-4-2 16,8-7-2-16,7-1 0 16,7-6-67-16,8 0-72 15,5-10-118-15,3-17-293 16</inkml:trace>
  <inkml:trace contextRef="#ctx0" brushRef="#br0" timeOffset="60670.63">12092 1343 951 0,'0'0'178'0,"0"0"-178"15,0 0 0-15,0 0 1 0,0 0 11 16,48 87 6-1,-20-62-4-15,3-5 1 0,4-8-9 16,0-8 4-16,-3-4-2 16,-3 0-1-16,-3-19 4 15,-2-4 12-15,-6-4 35 16,-8-1-20-16,-6 0 35 16,-4 0 19-16,-4 0-32 15,-16 0-39-15,-5 4-8 16,-1 5-10-16,0 4-3 15,3 8 5-15,3 5-10 16,-4 2 5-16,0 5-14 16,-4 16 10-16,7 2-9 15,4 2-120-15,9 0 12 16,8 1-26-16,0-2-88 0,0-6-178 16</inkml:trace>
  <inkml:trace contextRef="#ctx0" brushRef="#br0" timeOffset="60890.23">12527 1495 1009 0,'0'0'275'0,"0"0"-275"0,0 0 0 16,0 86 7-16,-2-49 11 15,-1 2 0-15,0-3-14 16,-1-3 1-16,2-5-5 16,-1-4-112-16,-1-10-207 15,1-7-253-15</inkml:trace>
  <inkml:trace contextRef="#ctx0" brushRef="#br0" timeOffset="63020.95">12783 1278 350 0,'0'0'322'16,"0"0"-197"-16,0 0-68 16,0 0 24-16,0 0 3 15,0 0-12-15,0 0-14 16,27-68-25-16,-24 62-3 15,1 2-1-15,3-2-18 16,5 1-6-16,4-1-3 0,3 2-1 16,5 2-1-16,-2 2 1 15,-3 0-2-15,-2 2 0 16,-7 10-7-16,-5 4-6 16,-5 4 5-16,0 0 9 15,0 1 3-15,-12 0-2 16,-4-2 15-16,-6 0-6 15,1 1-4-15,-3-1 2 16,3-6-1-16,4-3-6 16,5-4 0-16,6-3 0 15,5-3 2-15,1 0-2 16,0 0 1-16,0 0-2 0,7 0 4 16,12 0-3-1,7-6-1-15,7-2 1 0,4 1-1 16,5 5 0-16,2 2-9 15,-1 0-1-15,-3 5 5 16,-12 12-1-16,-9 4 2 16,-14 8-11-16,-5 0 2 15,0 5 7-15,-15-1 6 16,-8-5 28-16,-6-1 18 16,-4-3 2-16,-6-7 9 15,-3 0-14-15,4-6-8 16,1-5-4-16,7-3-15 15,6-1-4-15,8-2-10 16,4 0-2-16,5 0-8 0,7-9-124 16,0-12-39-16,19-12-267 15</inkml:trace>
  <inkml:trace contextRef="#ctx0" brushRef="#br0" timeOffset="63436.08">13236 1231 911 0,'0'0'245'0,"0"0"-210"0,0 0-26 16,0 0 19-16,0 0 22 15,0 0-50-15,10-13 3 16,5 13-3-16,5 0 4 15,4 0-4-15,3 0 8 16,5 0-8-16,2 0 6 16,0 0-4-16,-5-1 0 15,-5-3 0-15,-9 1-1 16,-5 3 4-16,-7 0-1 16,-3 0-4-16,0 0 20 15,0 0 41-15,0 0-17 16,0 0-13-16,0 8-21 15,-4 15 6-15,-5 8 17 16,0 5-18-16,1 5 5 0,2 1-14 16,-3 5-5-16,2 2 2 15,1-1-3-15,1-1-4 16,3-10-117-16,2-8-22 16,0-9-84-16,0-10-208 15</inkml:trace>
  <inkml:trace contextRef="#ctx0" brushRef="#br0" timeOffset="63810.98">13853 1462 835 0,'0'0'370'0,"0"0"-341"0,0 0-29 16,0 0-10-16,0 0 10 15,-13 79 20-15,6-34-12 16,4 1-6-16,0-6-2 16,3-7-114-16,0-9-162 15,0-8-281-15</inkml:trace>
  <inkml:trace contextRef="#ctx0" brushRef="#br0" timeOffset="64135.03">14145 1462 848 0,'0'0'258'15,"0"0"-258"-15,0 0-39 16,0 0 39-16,114-15 4 16,-76 13 1-16,6-2-5 15,1 1 2-15,2 1 0 16,-1-3-2-16,5 1-1 16,-1-5 0-16,0-1-134 15,-1-1-20-15,-4 1-43 16,-9 0 88-16,-9 3 58 15,-10 4 33-15,-12 0 19 16,-5 1 86-16,0 2 125 0,-20 0-126 16,-6 0-85-16,-12 0-225 15</inkml:trace>
  <inkml:trace contextRef="#ctx0" brushRef="#br0" timeOffset="74534.82">10813 965 461 0,'0'0'157'0,"0"0"-100"16,0 0-7-16,0 0 47 16,0 0 3-16,0 0-3 15,0 0-11-15,4-7-28 16,-4 7-8-16,0 0-2 15,0 0-15-15,0-2-5 16,0 2 0-16,0 0 13 16,0-1-3-16,0-2 1 15,0-1-12-15,-4 2-17 16,-3-3-2-16,-1 3 13 16,-4-3-3-16,1 1-4 15,-2 0-8-15,-5 1-3 0,4 0 1 16,-1 0-2-16,3 2 4 15,2 1-3-15,0 0-1 16,0 0 2-16,0 0-4 16,-2 0 2-16,1 0-1 15,-2 0 2-15,4 0 1 16,-3 3-2-16,2 1 1 16,0 3 2-16,-2-2-3 15,0 1 0-15,2 0 1 16,2 2-2-16,0-2 1 15,1 0-1-15,1 3 3 16,-1 0-4-16,0 0 1 0,2 2 0 16,-2 1 2-16,1 0-3 15,-1 1 2-15,0 2-1 16,2-2 3-16,-2 4-3 16,1 0 4-16,-1-1-4 15,0 2 6-15,2-1-1 16,2 0 3-16,-1-1 0 15,4 0-9-15,-1 0 6 16,-1 1 0-16,1 0-4 16,-1 1 0-16,1-1 0 15,1 1 1-15,0 1 0 16,-3-1 0-16,2 4 1 16,-2-1 0-16,1 0 2 0,-1 0-2 15,3-3-1 1,0 1 2-16,0-1-2 0,0 3 1 15,0 3-2-15,0 1 6 16,2 0-7-16,2-1 1 16,3 0 1-16,2-1-1 15,-1-3 3-15,0-1-5 16,1-1 5-16,-1 0-4 16,0-1 0-16,0-3 4 15,4 2-1-15,-2-2-1 16,3 0 6-16,0-1-7 15,0-2 3-15,0 1-2 16,0 0 0-16,3-3-2 16,-3 4 1-16,4-5 3 0,-1 1 1 15,1 0-6-15,1-1 9 16,1-1-4-16,-1 1-4 16,0-2 5-16,1 0-6 15,-2 0 4-15,-1-2-3 16,1 1 2-16,0-2-3 15,0 0 2-15,0-2-2 16,-3 1 3-16,3-2-3 16,-2 0 3-16,0 0-1 15,4 0 0-15,-2 0 0 16,1 0 0-16,-1 0-1 16,-1-3 0-16,1-3-1 15,2 1 2-15,1-2 1 0,-1-2 0 16,0 0-1-16,-2 0-1 15,-3 0-1-15,0-2 1 16,1-2 0-16,1-5 1 16,-2-2-1-16,0 0 3 15,-3-5-3-15,1-3 0 16,0 2 0-16,-4-3-1 16,1 2 2-16,-2 2-1 15,-1 1-1-15,-2-1-1 16,0 3 1-16,-2-3 1 15,-2-3-1-15,0-2 0 16,0-5 0-16,0-1 2 0,0-4-2 16,0 2 0-1,0 5 0-15,0 5 0 0,-9 0-2 16,1 3 2-16,-2 1 0 16,0 0 1-16,0-1-1 15,-2 1 2-15,2 2 0 16,0 3-2-16,4 2-1 15,-3 3 1-15,2-2 0 16,-1 3 3-16,0-2-3 16,1 1 4-16,-2-3-4 15,0 2 1-15,-1-1 0 16,-4 0-2-16,-1 3 0 16,-2 0 1-16,-1 1 1 15,1 0 1-15,1 3 0 0,-1 1 0 16,0 0-1-16,0 3-1 15,0 0 0-15,0 2 0 16,-2 2 0-16,-1-1-1 16,-2 2 0-16,-1 0 0 15,0 0-1-15,-3 0 2 16,4 3-1-16,-1 5 1 16,3 0 0-16,0 1 2 15,2 1-3-15,2-2 1 16,0 2-2-16,4-1 0 15,1-1 1-15,1 1 0 16,3-2-5-16,0 2-25 0,2 1-7 16,4 4-34-16,-1 1-68 15,2 4-132-15,0-3-75 16,3-6-327-16</inkml:trace>
  <inkml:trace contextRef="#ctx0" brushRef="#br0" timeOffset="82019.86">11055 2066 515 0,'0'0'100'0,"0"0"-60"16,0 0-23-16,0 0 28 16,0 0 66-16,0 0-42 15,0 0-56-15,0 0-11 16,9 9 12-16,-7 13 28 15,-1 3-5-15,-1 2 4 16,0-1 4-16,0 1-19 16,0-1 27-16,0-6-21 15,-1-3-9-15,-3-4-14 0,4-5-4 16,0-3 4-16,0-1 4 16,0-1 5-16,0-2-6 15,0-1-5-15,11 0 18 16,9 0 10-16,11 0-3 15,16 0-9-15,15-8-14 16,16-1 0-16,18-4 1 16,15 3-9-16,18-4 1 15,20 2-2-15,13 0 0 16,10 3 3-16,-1 1-3 16,-4 1 6-16,-8 2-1 15,-12 2-5-15,-7 2 3 16,-4 0-3-16,-7-2-1 15,0 1-2-15,-4 1 6 0,-5-1-3 16,-4 1 0-16,-9-2 4 16,0 1-2-16,-4-3-1 15,-2 1 2-15,-9-1-3 16,-10 1 0-16,-10 0 0 16,-11 2 0-16,-9 0 1 15,-10 2-2-15,-12 0 1 16,-6 0 0-16,-7 0-2 15,-6 0 6-15,-1 0-4 16,-5 0 0-16,-2-1 2 16,1 1-2-16,-4 0 0 0,0 0 0 15,1 0 0 1,-1 0 0-16,0 0 3 0,0-2 7 16,0-2 16-16,0-5 36 15,0-6-44-15,0-4-10 16,0-7 3-16,0-6-9 15,0-1-2-15,-3 1 0 16,-4 2-5-16,0 5 4 16,-1 7-26-16,-10 11-137 15,-19 7-63-15,-20 5-405 16</inkml:trace>
  <inkml:trace contextRef="#ctx0" brushRef="#br0" timeOffset="82982.3">9148 2948 792 0,'0'0'129'0,"0"0"-73"16,0 0 72-16,0 0 13 16,0 0-38-16,-21-85-58 15,35 76-21-15,15 3-17 16,11 2-3-16,8 4-2 15,-3 0 11-15,-3 9-12 16,-11 13 0-16,-15 8 4 16,-9 6-5-16,-7 8 1 15,-15 6 3-15,-25 1 7 16,-15 0 2-16,-10-6-11 16,-6-5 7-16,3-12-9 0,7-6 6 15,11-8 4-15,13-5-7 16,14-6 18-16,10-3 2 15,9 0 1 1,4 0 12-16,0 0-11 0,19-7-11 16,13-8-11-16,8 1 2 15,8 2-8-15,4 3 4 16,4 5-1-16,2 0 0 16,-5 4 1-16,-3 0-1 15,-8 0 0-15,-5 9-12 16,-5 3-75-16,-4 2-45 15,-5-2-63-15,-6-6-138 16,-4-5-176-16</inkml:trace>
  <inkml:trace contextRef="#ctx0" brushRef="#br0" timeOffset="83431.78">9549 3037 989 0,'0'0'194'0,"0"0"-165"16,0 0-17-16,0 0 7 16,109-82 19-16,-60 75-8 15,-1 7-25-15,-8 0 6 16,-11 6-9-16,-7 12-2 16,-15 2-4-16,-7 3 4 15,0-1 0-15,-4 0 7 0,-18-1 24 16,-5-2-1-1,0-3 3-15,3-3-15 0,7-6-7 16,7-3-3-16,8-4-4 16,2 0 11-16,2 0-15 15,21 0-11-15,10-4 3 16,7 1-4-16,1 3 11 16,-5 3-2-16,-1 14 1 15,-5 6 2-15,-4-2 0 16,-10 1-1-16,-9-1-2 15,-7-3 6-15,-1-1 32 16,-23-2 5-16,-13-1 1 0,-8-1 6 16,-5-3-28-16,2 0-13 15,10-4-6-15,11-2 0 16,10-3-1-16,12-1-116 16,5 0-120-16,15-1-128 15</inkml:trace>
  <inkml:trace contextRef="#ctx0" brushRef="#br0" timeOffset="83608.8">10143 3180 1284 0,'0'0'94'0,"0"0"-90"16,0 0-4-16,105-5 43 0,-41 3-9 15,11-1-27-15,2 0-3 16,-7 2-4-16,-10 1-33 15,-17-2-133 1,-14-1-186-16,-17-3-242 0</inkml:trace>
  <inkml:trace contextRef="#ctx0" brushRef="#br0" timeOffset="83803.85">10449 2967 287 0,'0'0'879'0,"0"0"-837"0,0 0-31 16,0 0 6 0,-10 92 47-16,15-39-2 0,5 4-29 15,3 0-20-15,1-7-10 16,2-4-3-16,6-10-108 16,3-9-108-16,2-13-279 15</inkml:trace>
  <inkml:trace contextRef="#ctx0" brushRef="#br0" timeOffset="84252.02">11132 3013 1074 0,'0'0'138'0,"0"0"-116"16,0 0 26-16,0 0 64 16,0 0-49-16,0 0-38 15,-46 15-24-15,27 32 12 16,1 9 38-16,7 1-23 16,4-4-7-16,7-10-7 15,1-10-13-15,19-8 8 16,7-14-1-16,3-7-3 15,0-4 8-15,0-13-2 16,-5-14-3-16,-6-7-1 16,-9-7-6-16,-8-8 9 0,-2-7-10 15,-7-6 2-15,-17-5-2 16,-6 0 0-16,-2-1 0 16,4 10-2-16,1 11 5 15,9 17-5-15,3 15 2 16,2 15-13-16,3 7-3 15,-2 26 2-15,6 14 1 16,6 6-81-16,0 8-90 16,13-4-39-16,3-8-179 15</inkml:trace>
  <inkml:trace contextRef="#ctx0" brushRef="#br0" timeOffset="84598.28">10863 2592 1101 0,'0'0'111'0,"0"0"-92"15,0 0-8-15,0 0-5 16,-23 106 43-16,20-28 35 16,0 15-18-16,-1 10-25 0,1 2-26 15,0 0 12-15,3-11-11 16,0-10-10-16,11-17-5 16,19-13 0-16,12-13-1 15,3-11-63-15,3-11-46 16,0-11-25-16,-5-8-77 15,-3 0-127-15</inkml:trace>
  <inkml:trace contextRef="#ctx0" brushRef="#br0" timeOffset="84898.72">11330 2685 494 0,'0'0'661'16,"0"0"-594"-16,0 0-67 15,0 0 2-15,0 0-2 16,94 59 47-16,-48 3 5 16,-1 12-35-16,-6 5 24 15,-9 6 13-15,-10-4-16 16,-13-2-18-16,-7-9 5 15,0-7-18-15,-5-10 7 16,-9-10-8-16,-2-8-6 16,-4-9 0-16,-2-6-2 0,-1-7-121 15,6-13-103-15,2 0-317 16</inkml:trace>
  <inkml:trace contextRef="#ctx0" brushRef="#br0" timeOffset="85154.82">11764 2727 544 0,'0'0'741'0,"0"0"-690"0,0 0-51 15,0 0 0 1,0 0 50-16,39 118 41 0,-26-47-28 15,-3 4-22-15,-1-3-27 16,-1-4-2-16,-1-8-12 16,0-7 0-16,1-10-39 15,0-8-111-15,0-13-79 16,2-17-246-16</inkml:trace>
  <inkml:trace contextRef="#ctx0" brushRef="#br0" timeOffset="85482.33">12039 2863 1272 0,'0'0'61'0,"0"0"-59"16,0 0-2-16,0 0 28 16,0 0-1-16,-52 109-9 15,30-71 14-15,-1-1-1 16,-6-2 6-16,3-7-5 15,4-7 2-15,8-9 3 16,11-7-14-16,3-4 3 16,0 2-13-16,2 1-11 15,19 3 2-15,15 3 8 16,7 2-8-16,7 3 0 16,4 0-2-16,-1 3-2 15,1 2 0-15,-4-1-26 0,-8 5-60 16,-10-1-50-1,-12 2-29-15,-12-7-172 0,-8-2-259 16</inkml:trace>
  <inkml:trace contextRef="#ctx0" brushRef="#br0" timeOffset="85850.61">9207 3923 1095 0,'0'0'497'16,"0"0"-458"-16,0 0-39 15,105-44-35-15,32 37 35 16,49-3 41-16,46 4-20 16,42-5 2-16,30 0-20 15,17-6 0-15,6-1 0 16,-22 3-1-16,-36 1 6 16,-49 9-8-16,-62 5-11 0,-59 0-6 15,-51 0-98 1,-32 0-70-16,-16 0 13 15,-22 0 84-15,-24 0-83 0,-13-9-466 16</inkml:trace>
  <inkml:trace contextRef="#ctx0" brushRef="#br0" timeOffset="98713.69">1568 3237 617 0,'0'0'304'0,"0"0"-252"0,0 0-45 16,0 0-1-16,0 0 25 15,0 0 34-15,0 0-4 16,0 0-23-16,10-8-3 16,3 1 5-16,4-2-8 15,1-2-6-15,2-1-3 16,1-2-7-16,-1 4-7 16,-4-1-5-16,-4 5-4 15,-5 5 0-15,-4 1-55 16,2 0-187-16,0 1-100 15,3 5-218-15</inkml:trace>
  <inkml:trace contextRef="#ctx0" brushRef="#br0" timeOffset="99263.54">3568 3230 838 0,'0'0'103'16,"0"0"-101"-16,0 0-2 15,0 0 18-15,0 0 14 16,0 0 18-16,75-4-10 15,-40-5-19-15,2-2-16 16,-1 1-1-16,-4 1-4 16,-6 0-11-16,-7 1-176 15,-16 4-172-15</inkml:trace>
  <inkml:trace contextRef="#ctx0" brushRef="#br0" timeOffset="99862.44">1665 4565 630 0,'0'0'132'0,"0"0"-96"16,0 0-5-16,0 0 96 16,0 0 0-16,0 0-23 15,-15 0-19-15,15 0-37 16,0 0-15-16,0 0-7 16,0 0-8-16,3 0-6 15,11-2-10-15,7-5 0 16,13 1-2-16,9 1-80 15,8 1-98-15,5 0-180 16,2-3-322-16</inkml:trace>
  <inkml:trace contextRef="#ctx0" brushRef="#br0" timeOffset="100295.01">3840 4512 848 0,'0'0'377'0,"0"0"-340"16,0 0-34-16,0 0-3 16,0 0 14-16,0 0-14 15,102-53 0-15,-47 43-10 16,-1 2-86-16,-9 7-117 16,-15-2-225-16</inkml:trace>
  <inkml:trace contextRef="#ctx0" brushRef="#br1" timeOffset="108310.58">475 707 741 0,'0'0'198'0,"0"0"-170"0,0 0-18 15,0 0-5-15,0 0 19 16,0 0-14-16,26-77-1 16,1 71-7-16,1 6-2 15,4 0 0-15,0 18-1 16,-5 14 2-16,-5 11 0 15,-14 7 17-15,-8 2 10 16,0 2-15-16,-8-7 0 16,-18-6-2-16,1-10-10 15,2-6 9-15,-6-5-3 16,9-4 9-16,4-7-11 16,4-5-2-16,4-4 1 0,8 0 12 15,0-15-16 1,0-15-6-16,7-11-83 0,16-5 38 15,5-5 30-15,9 3 4 16,-2 1 17-16,-5 4 4 16,-8 3-4-16,-9 2 2 15,-8 9 1-15,-3 8 6 16,-2 9 19-16,0 7 48 16,0 5 5-16,0 0-43 15,-3 1-29-15,-10 20-2 16,2 12 7-16,-1 10 1 15,4 4-2-15,6 3-4 16,2-2-7-16,0-6-2 16,14-2 2-16,8-9-2 0,3-5-2 15,3-6 0-15,-1-4-51 16,3-4-56-16,2-10-67 16,1-2-137-16,-1-14-266 15</inkml:trace>
  <inkml:trace contextRef="#ctx0" brushRef="#br1" timeOffset="108477.27">1087 740 1139 0,'0'0'134'16,"0"0"-134"-16,0 0-74 15,0 0 74-15,0 0 21 0,133-2-17 16,-78 2-4-16,0 0-2 15,-8 0-240-15,-12 0-170 16</inkml:trace>
  <inkml:trace contextRef="#ctx0" brushRef="#br1" timeOffset="108650.24">1146 847 1266 0,'0'0'101'0,"0"0"-101"15,0 0-94 1,0 0 79-16,0 0 15 0,93 13 11 16,-30-4-11-16,1-2-124 15,-9 2-207-15,-17-5-197 16</inkml:trace>
  <inkml:trace contextRef="#ctx0" brushRef="#br1" timeOffset="108798.85">1253 1001 579 0,'0'0'706'16,"0"0"-706"-16,0 0-279 15,0 0 263-15,0 0 16 16,117 15 0-16,-41-15-23 16,6-3-275-16,-7-15-297 0</inkml:trace>
  <inkml:trace contextRef="#ctx0" brushRef="#br1" timeOffset="109331.17">1813 819 1164 0,'0'0'31'16,"0"0"-31"-16,0 0 0 15,0 0 45-15,0 0 7 16,9-99-40-16,2 74-4 15,3-3 3-15,-4-1 18 16,-2-4-7-16,1-2 3 16,-6 5-10-16,-1 3 3 0,-2 7 13 15,0 9 12-15,0 6-12 16,0 2-3-16,0 3-7 16,0 0-21-16,0 0-9 15,0 15-21-15,0 16 19 16,0 16 11-16,0 6 5 15,3 1 0-15,6-2-5 16,-3-2 2-16,3-3-1 16,-2-7-1-16,-4-4 2 15,-3-7-6-15,0-3 3 16,-2-5-44-16,-15-4-4 16,-1-3 21-16,-4-3 21 15,-2-6-8-15,1-5-10 16,1 0 19-16,6 0 6 0,2-9 7 15,8-3 13-15,4 2 4 16,2 2-13-16,0 2-4 16,0 4-7-16,8 2-1 15,11 0-6-15,4 0 7 16,10 5 0-16,6 6 0 16,6-3 0-16,7-5-5 15,2 0-112-15,-1-3-46 16,-6 0-113-16,-9-8-210 15</inkml:trace>
  <inkml:trace contextRef="#ctx0" brushRef="#br1" timeOffset="109602.06">2317 547 1088 0,'0'0'198'0,"0"0"-198"16,0 0 0-16,0 0 7 16,0 0 29-16,-67 87-2 15,62-22-4-15,3 10-4 16,2 0 1-16,4-2-15 16,16-4-11-16,3-5 3 0,5-5-8 15,2-9 0 1,1-11-80-16,-1-12-36 0,-1-10-89 15,-3-17-144-15,-3 0-124 16</inkml:trace>
  <inkml:trace contextRef="#ctx0" brushRef="#br1" timeOffset="110760.7">2514 825 212 0,'0'0'952'0,"0"0"-920"15,0 0-25-15,0 0 14 0,0 0-5 16,0 0-13 0,24-4 0-16,-3 26 5 0,3 3 1 15,-4-3 1-15,-3 2 1 16,-4-4-3-16,-3-2-8 16,-2-2 6-16,-4-2-4 15,-3-5-1-15,-1-3-1 16,0-4 8-16,0-2-7 15,0 0 11-15,0 0 23 16,0-8 26-16,0-13-40 16,0-6-18-16,0-2 3 15,0 5-5-15,2 2-1 16,9 6 0-16,3 5-1 16,1 6 1-16,-2 5-10 0,4 0 2 15,-2 16 2-15,4 8 5 16,-3 5 2-16,1 1 10 15,-4-1-9-15,-1-4 3 16,-4-5 0-16,-3-8-4 16,-1-3 0-16,-4-6-1 15,0-3 0-15,2 0 15 16,-2 0-10-16,1 0 18 16,4-7 21-16,2-18-20 15,3-9-16-15,1-8-5 16,1 2-3-16,2 3 0 15,-2 8 2-15,-5 13-1 16,0 8 0-16,-4 7 1 0,-1 1-2 16,3 0-13-16,6 13 9 15,2 7 2-15,2 0 4 16,2 1-1-16,-4 0-1 16,2-3 0-16,-2-2 0 15,2-2-19-15,1-4-83 16,1-5-23-16,4-5-13 15,3 0-66-15,-5-13 102 16,-2-3 65-16,-7 3 37 16,-5 4 28-16,-3 4 10 15,-2 4 53-15,0 1 40 16,0 0-60-16,0 0-49 16,0 0-15-16,0 6 8 0,3 1-4 15,6-1 1 1,2-1-2-16,1-2-6 0,1-3 1 15,0 0 9-15,-1 0-7 16,-2-3 5-16,-4-6 8 16,-6-2 18-16,0 1 15 15,-9-3-8-15,-13 5-3 16,-2-1-22-16,-2 2-4 16,6 2-2-16,5 0-6 15,10 2-7-15,3 2-1 16,2-1-10-16,0 2-35 15,0 0-30-15,17 0 0 0,5 0 47 16,10 0 7 0,4 0-32-16,4 0-5 0,1 6 36 15,-5 4 20-15,-6 4-1 16,-8 3 1-16,-5 2-2 16,-5 4 4-16,-2-1 3 15,2-5 6-15,-1-5 1 16,-1-6 2-16,0-6 4 15,-1 0 10-15,-4 0 17 16,-2-6 22-16,-2-14 22 16,-1-6-16-16,0-5-14 15,-13-7-18-15,-7-5 5 16,-2-4-12-16,-3-5-18 16,1-2-3-16,-1 3-2 15,6 7-6-15,4 10-3 16,6 18 1-16,7 10-1 0,2 6-53 15,0 6-121-15,12 19 12 16,15 9 94-16,11-3-183 16,6-8-317-16</inkml:trace>
  <inkml:trace contextRef="#ctx0" brushRef="#br1" timeOffset="111079.27">3841 643 1126 0,'0'0'165'15,"0"0"-143"-15,0 0 9 16,0 0 95-16,0 0-49 0,0 0-54 16,-11 7-19-16,2 10-2 15,3 4-2-15,-1 1 3 16,5-2-3-16,2-3 0 16,0-2 0-16,0 0 1 15,14-3-1-15,4 0 0 16,5 1 2-16,6-2 1 15,1 2-2-15,-2-3 3 16,-1 1-1-16,-5-4-3 16,-9-1 3-16,-6-2-1 15,-7-1-2-15,0 3 0 16,-11 4 1-16,-25 5 15 16,-12 3 20-16,-9 1-36 15,0-3-3-15,3-4-95 16,8-8-142-16,7-4-178 0</inkml:trace>
  <inkml:trace contextRef="#ctx0" brushRef="#br1" timeOffset="111426.87">4238 424 1593 0,'0'0'39'16,"0"0"-39"-16,0 0-15 15,0 0 15-15,89 37 6 16,-41 10 7-16,1 16-2 15,-11 8-6-15,-8 4-4 16,-10 0 3-16,-10-4-4 16,-10-4-3-16,-5-8-3 15,-29 0 5-15,-19-3-34 16,-21-5-87-16,-21-9-210 16,-18-12-509-16</inkml:trace>
  <inkml:trace contextRef="#ctx0" brushRef="#br1" timeOffset="117641.72">7709 5411 1004 0,'0'0'46'16,"0"0"-29"-16,0 0 2 15,0 0 55-15,0 0-47 16,0 0-15-16,0 0-1 16,0-87 0-16,0 76 19 15,-4 4 0-15,-8-1-9 16,-4 5-4-16,-8 3-11 0,-4 0-4 16,-5 14 2-16,-3 13-4 15,-2 10 0-15,-1 8 3 16,3 9 31-16,4 2-18 15,9-1-6-15,9 2 13 16,9-7 20-16,5 0-5 16,3-5-13-16,21-2 10 15,4-6-7-15,7-7-8 16,6-6-15-16,5-9 5 16,6-8-6-16,3-7 0 15,1 0 1-15,-5-13-1 16,-7-3-2-16,-10-3-2 0,-8 3 2 15,-9 0-4-15,-5 0-15 16,-6-1-113-16,-4 0-27 16,-2-1-45-16,0-1-138 15,0-2-165-15</inkml:trace>
  <inkml:trace contextRef="#ctx0" brushRef="#br1" timeOffset="118196.26">8070 5434 567 0,'0'0'145'16,"0"0"-57"-16,0 0-9 16,0 0 104-16,0 0-69 15,0 0-46-15,0-36-49 16,0 49-19-16,0 19 1 15,3 19 8-15,7 7 17 16,-2 2-7-16,1 1-1 16,-2-3-5-16,-1-5-12 0,1-5 3 15,-2-8-3-15,-1-4 0 16,-1-7-2-16,-2-8-6 16,-1-5-52-16,0-9-110 15,0-7-83-15,0 0-115 16</inkml:trace>
  <inkml:trace contextRef="#ctx0" brushRef="#br1" timeOffset="118643.83">8088 5438 924 0,'0'0'133'0,"0"0"-118"16,0 0-2-16,0-80 30 15,23 73-5-15,6 5-27 16,3 2-2-16,0 2-5 16,-4 18 4-16,-5 5 3 15,-8 8 0-15,-6 6-10 16,-9 2 10-16,0 2 1 16,-12 1-3-16,-15 0-5 15,-6-3 3-15,-6-7-6 16,3-9-1-16,4-10 7 15,9-7-6-15,11-8 11 16,5 0-1-16,7-2 34 16,0-16 7-16,0-2-47 15,17-2-4-15,6 6-1 0,4 6-1 16,0 8 1 0,5 2 0-16,1 4 0 0,2 17-3 15,2 6 6-15,-2 1-2 16,-5 4-1-16,-3 0 0 15,-6-3-1-15,-4-3-2 16,-5-3-3-16,-2-3-3 16,-7-7-146-16,-3-7-167 15,0-6-200-15</inkml:trace>
  <inkml:trace contextRef="#ctx0" brushRef="#br1" timeOffset="118848.25">8446 5373 166 0,'0'0'970'16,"0"0"-928"-16,0 0-30 16,0 0-8-16,0 0 2 15,114-42 2-15,-61 42-8 16,-1 0 1-16,-2-1-2 15,-11-2-50-15,-11-3-352 16</inkml:trace>
  <inkml:trace contextRef="#ctx0" brushRef="#br1" timeOffset="119048.33">8609 5265 1075 0,'0'0'62'15,"0"0"-49"-15,-13 110-13 16,13-52 13-16,17 5 16 16,7 6-17-16,-4-5-7 15,1-5-1-15,-6-5-4 16,-3-6-2-16,-7-6-25 16,-5-9-315-16,-1-7-99 15</inkml:trace>
  <inkml:trace contextRef="#ctx0" brushRef="#br1" timeOffset="119376.75">7647 6159 395 0,'0'0'886'0,"0"0"-886"16,0 0 5-16,149-31-5 16,-46 24 8-16,19-4 3 15,12 1-5-15,3-4-3 16,-3 1-1-16,-12 1 0 15,-16 1-2-15,-23 5-79 16,-26 2-244-16,-28 3-87 16</inkml:trace>
  <inkml:trace contextRef="#ctx0" brushRef="#br1" timeOffset="119625.58">7731 6305 1216 0,'0'0'85'0,"0"0"-74"16,88-14-11-16,-6 10 11 15,20-4 15-15,15 0-3 16,9-5-8-16,-6 2-7 15,-5-1 1-15,-13 2-9 16,-14 2-2-16,-17-3-11 16,-19 1-275-16,-26-2-275 0</inkml:trace>
  <inkml:trace contextRef="#ctx0" brushRef="#br1" timeOffset="119769.55">8852 6089 1170 0,'0'0'0'0,"0"0"-254"15,0 0 136-15,0 0-158 16</inkml:trace>
  <inkml:trace contextRef="#ctx0" brushRef="#br1" timeOffset="120127.26">9075 5572 670 0,'0'0'681'15,"0"0"-681"-15,0 0-24 16,35 105 24-16,-12-68 2 16,6-6 7-16,-5-8-4 15,-7-8 0-15,-5-11 7 0,-6-4 54 16,8-6 80-16,14-29-16 16,18-17-81-16,17-19-31 15,14-12-7-15,12-5-1 16,1-3-8-16,4 1 1 15,-9 9-1-15,-13 15-2 16,-17 15-60-16,-22 12-186 16,-23 19-574-16</inkml:trace>
  <inkml:trace contextRef="#ctx0" brushRef="#br1" timeOffset="147687.42">4556 2803 909 0,'0'0'225'15,"0"0"-198"-15,0 0-25 16,0 0-1-16,0 0 77 15,0 0-46-15,0 0-13 16,20-39-9-16,1 27-8 0,6 1 3 16,5 0-5-16,5-1 2 15,1 1-2-15,2 0 0 16,-5 5 3-16,-5 5-3 16,-6 1 0-16,-9 3-1 15,-2 16-7-15,-3 6 8 16,-1 5 3-16,-3 5-1 15,-3 8-2-15,-3 8 3 16,0 8 0-16,0 6 0 16,0 5 0-16,-4-3-3 15,-1-3 0-15,1-10 0 16,2-12 0-16,2-9 4 16,0-13-4-16,0-10 0 0,0-5 2 15,0-4-4 1,0-1 2-16,0 0-7 0,12-6 7 15,7-16 5-15,4-10-3 16,-1-1 0-16,-5 0-2 16,-9 7 4-16,-5 6 4 15,-3 7-1-15,0 6 14 16,0 4 39-16,0 1-27 16,-1 2-15-16,-3 0-17 15,-2 0-1-15,-6 16-7 16,-5 11 4-16,-5 17 1 15,1 12 3-15,2 10-1 16,6 13 0-16,6 7 1 16,7 2-1-16,0 3 7 0,0 0-5 15,15-10 2-15,2-7-2 16,-2-15-1-16,-5-12-1 16,-4-10 1-16,-4-12 0 15,-2-11 3-15,0-8-3 16,0-3 43-16,-15-2 19 15,-18-1 9-15,-14 0-53 16,-10 0-13-16,-3 0 7 16,-2-11-6-16,0-2-4 15,6-2-2-15,5 5-1 16,16-1-3-16,12 7-5 16,13-1-55-16,10-5-138 15,6-4-283-15</inkml:trace>
  <inkml:trace contextRef="#ctx0" brushRef="#br1" timeOffset="148987.68">5622 2561 741 0,'0'0'190'0,"0"0"-175"16,0 0-3-16,0 0 68 15,0 0 75-15,8-80-82 16,-8 70-37-16,0 1 26 0,-8 1-17 16,-7 1-29-1,-3 4-15-15,-4 3 7 0,-3 0-7 16,-2 3-1-16,-1 15-4 16,-1 8 2-16,2 5 0 15,2 2 2-15,5 3 4 16,5-3 1-16,8 0-5 15,6 0-2-15,1-1 2 16,3 0-1-16,16-7 1 16,8-3 0-16,5 0 1 15,2-1-1-15,7 3 0 16,0-2 5-16,-2 2-4 16,-6-1-1-16,-10-5 1 15,-4 0 0-15,-9-3-1 16,-7-6 0-16,-1-2-2 0,-2-1 2 15,0-3 2-15,-20 3 42 16,-15 1 21-16,-15-5-25 16,-7 0-9-16,-7-2 0 15,3 0-7-15,3-2-5 16,7-7-14-16,7 1-1 16,14-3-1-16,9 5-1 15,9 0-3-15,8 3 1 16,4 2-44-16,0-2-123 15,26-3-50-15,10-4-178 16,9-6-158-16</inkml:trace>
  <inkml:trace contextRef="#ctx0" brushRef="#br1" timeOffset="149205.07">5748 2665 1007 0,'0'0'140'0,"0"0"-140"16,0 0 0-16,0 0 4 15,20 98 16-15,-14-55-7 16,1-1-8-16,0-2-1 16,-2-6-1-16,0-4-3 15,-3-4 0-15,-2-5-8 0,0-9-292 16,0-8-151-16</inkml:trace>
  <inkml:trace contextRef="#ctx0" brushRef="#br1" timeOffset="149352.23">5826 2454 915 0,'0'0'11'0,"0"0"-11"0,0 0-193 15,0 0 118 1,0 0-130-16</inkml:trace>
  <inkml:trace contextRef="#ctx0" brushRef="#br1" timeOffset="149938.04">5896 2790 838 0,'0'0'30'0,"0"0"-20"16,21 76 14-16,-8-48 49 16,2-3-13-16,2-3-39 15,-4-8-8-15,-2-4 5 16,-5-5 2-16,-6-3 13 16,0-1-3-16,0-1 39 15,0 0 29-15,0 0-1 16,0 0-11-16,0-14-22 0,-2-13-54 15,-2-10-10-15,4-7 1 16,0 3-1-16,0 4 3 16,9 11-2-16,0 10 2 15,1 8-3-15,0 8-1 16,1 0-6-16,3 17 1 16,2 13-3-16,2 3 9 15,-1 5 0-15,-3-4 1 16,-3-5-1-16,-4-5 0 15,-2-6 1-15,-4-9-1 16,-1-5 1-16,0-2-1 16,0-2 0-16,0 0 6 0,0 0 3 15,0 0 2-15,2-13 11 16,0-14-14-16,1-11-8 16,4-4 4-16,3-5-4 15,2 3 0-15,1 7 0 16,4 9 4-16,-2 8-4 15,-2 11 0-15,0 7-2 16,1 2 2-16,3 12-8 16,1 14 5-16,1 7-1 15,-3 5 3-15,-3 0 1 0,-2-1 0 16,0-2-3 0,-2-5-5-16,4-9-145 15,2-11-76-15,3-10-233 0</inkml:trace>
  <inkml:trace contextRef="#ctx0" brushRef="#br1" timeOffset="150720.74">6493 2675 247 0,'0'0'717'16,"0"0"-588"-16,0 0-104 16,0 0-17-16,0 0 17 15,-5 80 19-15,5-40-27 16,0-5-2-16,0-6-8 15,6-7-1-15,5-8 1 0,-1-6-3 16,0-4-4-16,5-4 11 16,1 0-3-16,3-15 12 15,0-9-9-15,-5-6-8 16,-2-5 7-16,-3-4-1 16,-5 0 18-16,0 6-7 15,-4 11 21-15,0 12-13 16,0 7 29-16,0 3-48 15,0 0-9-15,2 20-29 16,1 6 29-16,4 7 3 16,3-5-1-16,1-5 0 15,6-2-2-15,0-10 0 16,5-3-3-16,1-8-52 16,6 0-24-16,-2-10-69 0,1-14-26 15,-5-5 46 1,-5-7 33-16,-6-5 78 0,-7-2 17 15,-3-1 9-15,-2 2 37 16,0 6 108-16,-5 6-21 16,-4 6-17-16,3 7-35 15,0 8-15-15,2 5-3 16,2 2-1-16,2 2-36 16,0 8-26-16,-2 24-17 15,0 11 17-15,1 11 2 16,1 4-1-16,0-3 1 15,0-4-2-15,8-4 1 16,7-12-2-16,5-6 0 16,0-9-11-16,2-8-26 0,3-9-42 15,-1-3-3-15,-1-4 17 16,-1-21-7-16,-6-6 2 16,-2-11 27-16,-4-5 25 15,-7-4 19-15,-3-3 4 16,0 3 20-16,0 5 29 15,-5 12 27-15,-3 8-7 16,3 11 41-16,2 8-31 16,1 7-4-16,2 0-34 15,0 0-45-15,0 22-9 16,0 19 6-16,0 18 1 16,0 7 4-16,5-1-1 0,6 0-1 15,3-8 0 1,0-5-2-16,-1-8-124 0,-6-15-103 15,-4-10-348-15</inkml:trace>
  <inkml:trace contextRef="#ctx0" brushRef="#br1" timeOffset="150898.84">6973 2662 1273 0,'0'0'138'0,"0"0"-138"15,0 0 0-15,0 0 1 16,98-15 0-16,-44 15-1 0,3 3-3 16,3 4-116-16,1-1-42 15,-6-3-159-15,-10-3-92 16</inkml:trace>
  <inkml:trace contextRef="#ctx0" brushRef="#br1" timeOffset="151219.57">7475 2651 470 0,'0'0'451'16,"0"0"-230"-16,0 0-108 15,0 0-27-15,0 0-13 16,0 0-11-16,-91-16-41 16,75 43-11-16,-1 7-7 15,3 4 10-15,7-2-9 16,4-5-4-16,3-7 0 16,0-7-3-16,10-5 7 0,4-7-4 15,3-5 1-15,1 0 0 16,0-8-2-16,1-9-3 15,-6-7-7-15,-1-5 9 16,-4-2 4-16,-3 1-1 16,-1 8 1-16,-4 10 0 15,0 4 4-15,0 8-3 16,0 0-3-16,1 11-23 16,4 14 11-16,5 8 12 15,4-2 0-15,4-4-5 16,7-5-96-16,3-7-111 15,1-7-223-15</inkml:trace>
  <inkml:trace contextRef="#ctx0" brushRef="#br1" timeOffset="151601.46">7673 2694 635 0,'0'0'579'0,"0"0"-552"15,0 0 3-15,0 0 15 16,0 0-45-16,0 0-3 15,12 26 3-15,3 6 0 16,-3-3 7-16,0 0 2 16,-4-4-1-16,-3-7 3 15,0-8-4-15,-3-4 8 16,-2-3 35-16,1-3-16 0,-1 0 3 16,0 0 31-1,2 0-17-15,0 0 6 0,-1-15-15 16,3-10-11-16,2-10-27 15,6-1-4-15,2 3 1 16,7 1-1-16,3 8 0 16,4 3 0-16,0 6 0 15,-1 8 0-15,-2 7-2 16,-3 0-7-16,-3 18 9 16,-6 5-6-16,-3 6-2 15,-3 2 5-15,-2-4-5 16,-2 4-15-16,2-5-102 15,1-5-140-15,3-6-239 16</inkml:trace>
  <inkml:trace contextRef="#ctx0" brushRef="#br1" timeOffset="153686.53">8194 2806 439 0,'0'0'409'0,"0"0"-330"0,0 0-64 16,0 0 60-16,0 0 51 15,0 0-45-15,16-13-57 16,-8 1 13-16,1-2-4 16,1-3 0-16,2-2-3 15,-1-3-9-15,-1-4 2 16,-1 0-3-16,-6-2-16 15,-3-1 1-15,0 5-4 16,0 4-1-16,-5 7 7 16,-5 7 24-16,-2 6-10 15,-4 0-20-15,-1 0 9 16,-4 18-10-16,0 12 0 16,4 9-4-16,7 6 3 0,7-1-1 15,3 0 1-15,3-6-2 16,19-6 2-16,7-5 0 15,6-9-3-15,10-9-26 16,3-9-48-16,6 0-21 16,-4-21-67-16,-8-4-63 15,-11-4 145-15,-11 1 68 16,-8 2 16-16,-6 2 2 16,-6 5 35-16,0 4 85 15,0 6 2-15,0 5 11 16,0 4-51-16,0 0-37 15,0 0-47-15,0 2 0 0,0 13-3 16,0 3 3 0,0-3 1-16,4-5 1 0,15-7-1 15,6-3 9-15,3 0-5 16,-3-10 7-16,-3-6-6 16,-7-3 2-16,-8-1 11 15,-7 1 27-15,0 1 34 16,-21 0-16-16,-12 1-27 15,-5 1-26-15,1 4-11 16,3 6-1-16,10 6-5 16,4 0 4-16,4 12-4 15,10 6-4-15,6 2-80 16,0-2-55-16,25-5 31 16,13-8-140-16,7-5-77 15,6-3-27-15</inkml:trace>
  <inkml:trace contextRef="#ctx0" brushRef="#br1" timeOffset="154267.69">8751 2597 308 0,'0'0'300'0,"0"0"-81"16,0 0-42-16,0 0-77 16,0 0-67-16,0 0-31 15,11 21 5-15,-5 8 3 16,4 2 8-16,4-2 1 16,1-5 15-16,4-8-16 15,2-6-7-15,1-10-4 16,3 0 17-16,0-8 21 15,2-16-4-15,-1-5-29 16,-4-4 6-16,-5 3 23 0,-5 1-22 16,-9 8 16-1,-3 5-2-15,0 5-5 0,0 8-7 16,-2 0-13-16,-1 3-8 16,-2 6-6-16,-1 16 2 15,0 3 3-15,6 4 1 16,0-5-7-16,10-6 4 15,17-9-9-15,10-9-4 16,2-2-2-16,0-20-15 16,-3-5 13-16,-7-2 15 15,-7 2 5-15,-8 4 2 16,-4 1-1-16,-7 7 4 0,-3-1 4 16,0 5 2-1,0-2 3-15,0 3-2 16,-5 4-12-16,0 2 0 0,2 4-13 15,-1 0 11-15,-2 6-9 16,0 17 2-16,3 5 6 16,3 5 0-16,0 3 3 15,7-2 0-15,8 0 3 16,0-7 5-16,-7-10-1 16,-2-5-1-16,-6-7 51 15,0-5-11-15,0 0 14 16,-14 2 7-16,-14 1-29 15,-11 1-25-15,-7-2-8 16,-8 3-5-16,-6 4-9 16,-9 4-165-16,-11 10-177 0,-17 6-464 15</inkml:trace>
  <inkml:trace contextRef="#ctx0" brushRef="#br1" timeOffset="155684.41">5562 3634 687 0,'0'0'169'0,"0"0"-157"0,0 0 10 15,0 0 128-15,0 0-40 16,0 0-41-16,13-80-34 16,-13 67 6-16,-8 3 31 15,-8 1-19-15,-3 3-1 16,-1 4-37-16,0 2-6 15,-4 0 0-15,3 11-6 0,-4 11 0 16,1 9-3 0,1 11 3-16,1 13 7 0,6 11 1 15,7 7 10-15,7-2-15 16,2-8-3-16,8-12 0 16,12-13-2-16,8-9 2 15,3-9 0-15,6-9-2 16,3-10 0-16,5-1 2 15,2-8-3-15,-2-16-15 16,-1-5-54-16,-8-5-15 16,-5-5 12-16,-8 0 30 15,-8-1 31-15,-5 3 11 16,-8 8 1-16,-2 7 2 0,0 9 3 16,0 7 31-1,0 6 46-15,0 0-47 0,0 7-36 16,-2 23 0-16,-2 11 4 15,4 5 6-15,0-2-7 16,6-6 6-16,12-9-8 16,2-5 1-16,6-9-4 15,-3-10 4-15,-2-5 1 16,-3 0 4-16,-5 0-3 16,-9-13 0-16,-4-3 4 15,0-7-7-15,-3-3 0 16,-18-3-1-16,-3-2-2 15,-3 1 1-15,4 3 2 16,4 1 3-16,9 7-3 0,6 2 1 16,4 4 8-1,0-2-10-15,20 2 1 0,8 4-3 16,3 8-2-16,4 1 4 16,-3 14-1-16,-3 13-4 15,-6 7 5-15,-7 5 0 16,-9 0 1-16,-1-2-3 15,-6-4 2-15,0-11 0 16,0-10 0-16,0-5 2 16,0-5-1-16,1-2 3 15,1 0 12-15,2-19 3 16,0-18-12-16,7-9-6 0,2-5 0 16,5 1 0-1,2 8 0-15,1 9-1 0,-7 12 3 16,0 10-1-16,-4 10 0 15,1 1-2-15,1 6-1 16,3 16 1-16,0 9 11 16,2 2-10-16,-1-1 0 15,5-1-1-15,0-5-1 16,7-5-11-16,3-6-170 16,3-11-43-16,-3-4-221 15,1-9-159-15</inkml:trace>
  <inkml:trace contextRef="#ctx0" brushRef="#br1" timeOffset="156152.32">6535 3721 680 0,'0'0'186'16,"0"0"-31"-16,0 0 55 0,0 0-90 15,0 0-72-15,0 0-29 16,-27-40-15-16,22 40-4 16,0 7 0-16,1 4 1 15,3 2-1-15,1-4 0 16,0-5-5-16,0-1 4 15,0-2-2-15,0-1 3 16,0 0 4-16,0 0 0 16,0 0-2-16,0 0 9 15,0-4-1-15,1 1-4 0,-1 3-4 16,0 0 0-16,0 0-4 16,3 6-7-1,0 24 0-15,0 22 9 0,4 17 9 16,0 11 2-16,-1 3 3 15,0 3 4-15,-3-5 6 16,-3-2 13-16,0-7-4 16,-14-12 0-16,-10-17 10 15,0-12 7-15,2-13-5 16,3-12-11-16,3-6 5 16,1 0-6-16,0-20-12 15,0-12-21-15,3-13 3 16,4-7-5-16,8-7 2 15,0 0-8-15,0 4-17 16,13 3-15-16,12 8-33 0,5 1-77 16,5 8-85-1,2 1-108-15,-7 5-175 0</inkml:trace>
  <inkml:trace contextRef="#ctx0" brushRef="#br1" timeOffset="157220.63">6597 3811 829 0,'0'0'316'0,"0"0"-277"15,0 0-10-15,0 0 58 16,120-62-23-16,-81 62-43 16,-1 0-15-16,-8 18-2 15,-7 9 1-15,-9 5-4 16,-8 2 7-16,-6 2-8 0,0-7 9 16,-6 0 8-16,-11-9 6 15,2-6 1-15,4-8 0 16,2-6-2-16,4-3 3 15,3-22-18-15,2-15-7 16,0-9-14-16,12 0-11 16,10 3-64-16,5 13 25 15,-2 13 12-15,3 9 10 16,0 5-52-16,3 6-14 16,-3 0 69-16,-3 0 16 15,-5 0 7-15,-7 0-15 16,-4 0 31-16,-6 7 1 15,-3 6 4-15,0 3 52 16,0 8 44-16,0 4-13 16,0 4-33-16,0-1-14 0,4-1-20 15,2-7 2-15,4-5-6 16,0-9-7-16,2-9 3 16,3 0 6-16,3-17 41 15,-1-12 1-15,2-6-29 16,-7 1 25-16,-2-3-27 15,-4 0-2-15,-2 1 4 16,-4-2-32-16,0 7 10 16,0 9 7-16,0 9-14 15,0 8 7-15,0 5-10 16,0 0 0-16,0 16-14 16,3 13 6-16,8 3 8 0,4 1 0 15,5-3-26-15,7-6-52 16,4-6-40-16,4-12-29 15,1-6-8-15,-3 0 56 16,-1-9 89-16,-10-9 10 16,-7-2 12-16,-6 4 42 15,-6 1 58-15,-3 1 14 16,0 1-29-16,-7-1-39 16,-6 4 4-16,0 1 10 15,3 6-27-15,4 3-15 16,2 0-18-16,-3 4-12 15,0 16-2-15,0 8-2 16,7 3 4-16,0-1 0 0,0-6-4 16,19-3 2-1,4-7-18-15,8-7-56 0,2-7-31 16,2 0-68-16,-2-14-92 16,-4-5-39-16,-7-4 126 15,-4 0 96-15,-6 2 84 16,-6 2 68-16,-2 4 208 15,-4 5-40-15,0 5-63 16,0 2-32-16,0 3-53 16,0 0-74-16,3 0-14 15,2 9 0-15,3 6 1 16,2-1-1-16,-1 0 4 0,-2-3-2 16,1-1-1-16,-3-3 0 15,0-5-1-15,-4-2 0 16,1 0 4-16,3 0 0 15,2-15 7-15,1-6 0 16,3-1-10-16,2 1 3 16,-1 6-3-16,1 4 3 15,-3 5-4-15,1 6-1 16,1 0-2-16,0 15-3 16,-1 13 6-16,1 3-1 15,-2 4 2-15,0-2 0 16,2-3-1-16,3-4-108 15,2-10-178-15,0-10-383 16</inkml:trace>
  <inkml:trace contextRef="#ctx0" brushRef="#br1" timeOffset="157803.53">8117 3647 1353 0,'0'0'136'16,"0"0"-132"-16,0 0 5 15,0 0 42-15,0 0-37 16,0 0-4-16,-42 103-6 16,42-75 5-16,13-6-9 15,7-5 1-15,7-10 4 0,5-7 3 16,2 0-5-16,4-10 7 16,-5-11-6-16,-4-3-2 15,-8-4 1-15,-9 3-3 16,-7 1 4-16,-5 3 0 15,0 7-2-15,-5 6 3 16,-3 4 0-16,1 4 0 16,-1 0-5-16,1 12-6 15,-2 15 4-15,5 8 0 16,4 0 1-16,0-4 1 16,10-6 0-16,15-11-7 15,5-7-1-15,0-7-20 16,-5 0-7-16,-2-16 25 15,-4-3 2-15,-5-4 5 16,0-1 3-16,-4 0 1 0,-2-2-1 16,-1-1-1-1,3 6-1-15,-1 7-11 0,4 2-23 16,2 12 26-16,3 0 6 16,3 0 4-16,-4 5 0 15,0 7 1-15,-3 0 6 16,-6-1 54-16,-1-1 7 15,-7-2-8-15,0 0-2 16,-1 2-19-16,-21 5-1 16,-10 3-12-16,-7 0-16 15,-3 2-10-15,-1-1-1 16,-4 1 1-16,-5 4-33 0,-6 6-80 16,-6 4-132-1,-6 4-134-15</inkml:trace>
  <inkml:trace contextRef="#ctx0" brushRef="#br1" timeOffset="158132.62">6401 4554 1121 0,'0'0'471'0,"0"0"-469"0,0 0-2 16,0 0 0-16,106-22 12 15,-1 11 8-15,23-3-3 16,21-4-3-16,10-6 20 16,12-1-8-16,-9-1 4 15,-12 6-13-15,-18 10-16 16,-29 5-2-16,-25 5-4 15,-28 0 0-15,-25 0-49 16,-23 11-76-16,-7 6-111 16,-42-3-56-16,-22 5-568 15</inkml:trace>
  <inkml:trace contextRef="#ctx0" brushRef="#br1" timeOffset="158368.47">6453 4824 1603 0,'0'0'60'0,"162"-34"-60"15,-40 20-19-15,19-3 19 16,9-3 14-16,11-1 3 16,-2-1 13-16,-14 7 12 15,-24 6-38-15,-33 6-4 16,-30 2-4-16,-22 1-7 15,-20 0-50-15,-16 0-46 16,0 0-139-16,-23 0-68 0,-16 0-94 16</inkml:trace>
  <inkml:trace contextRef="#ctx0" brushRef="#br1" timeOffset="169680.94">3763 2244 585 0,'0'0'184'0,"0"0"-152"0,0 0-19 15,0 0 65 1,0 0 33-16,0 0-43 0,0 0-32 16,-82-40-12-1,76 40-3-15,-3 0-4 0,-1 0-4 16,-3 0-4-16,-6 9 3 16,1 7 12-16,-2 0-6 15,0 5 0-15,0 2-4 16,1 1 5-16,-1 3-1 15,1 0 3-15,3 2-7 16,1-1 12-16,5 2-5 16,3 3-14-16,4 6 13 15,3 8 2-15,0 5-11 16,0 6-3-16,0-1 2 16,12-2-3-16,-2-3-5 0,3-5-1 15,0-4 1 1,3-5 1-16,-1-5-1 0,2-5 0 15,2-5-1-15,3-5 1 16,5-4-1-16,8-7 5 16,5-4-5-16,5-3 3 15,0 0 2-15,1-4-6 16,-3-9 6-16,1-3-6 16,-2-4-16-16,-6 0 0 15,-6-4 16-15,-2-1 0 16,-6 0-8-16,-3-3 8 15,-2-3 4-15,-3-5-2 16,-1-6 3-16,1-8-4 16,-3-4 2-16,-7-5 0 0,-1-1-3 15,-3 2 8-15,0-2 1 16,0 6-1-16,0 1 0 16,-4 6-3-16,-8 7 13 15,-5 3-1-15,-8 5 2 16,-7 3-3-16,-6 2-7 15,-4 1-3-15,1 8 0 16,2 6-5-16,7 8-1 16,2 4 0-16,-1 6-5 15,0 21-2-15,1 14-20 16,2 16-102-16,9 13-39 16,7 13-139-16,6 12-160 15</inkml:trace>
  <inkml:trace contextRef="#ctx0" brushRef="#br1" timeOffset="170514.14">3785 3564 593 0,'0'0'140'0,"0"0"-92"0,0 0 7 16,0 0 92-16,-94-37-26 15,76 37-55-15,-4 0-28 16,-2 0-13-16,-1 0 6 16,-1 11 3-16,-3 3 0 15,1 5-9-15,0 3 3 16,1 5 1-16,2 7-1 16,2 11-5-16,5 10 8 15,5 10-17-15,8 12-3 16,5 2 8-16,0 3-10 15,11-2 1-15,11-6 6 16,4-5-8-16,6-9-1 0,-1-7-2 16,6-6 0-16,-2-12-3 15,4-7-1-15,-3-9-1 16,1-9 0-16,0-8 0 16,1-2 2-16,3-7 0 15,2-17-4-15,2-10 2 16,0-4-6-16,-1-9 4 15,-4-6-2-15,-7-4 4 16,-4-3 0-16,-10-5 3 16,-5-2-2-16,-11-9 5 15,-3-2 1-15,-7-2 12 16,-14 2 2-16,-7 7 2 16,-4 10 2-16,-5 11-9 15,-1 11-2-15,1 12 6 0,2 6-15 16,0 7-2-16,3 5-3 15,2 7-2-15,1 2-5 16,0 1-53-16,0 27-74 16,4 10-71-16,5 6-212 15</inkml:trace>
  <inkml:trace contextRef="#ctx0" brushRef="#br1" timeOffset="171764.84">1895 8306 675 0,'0'0'205'0,"0"0"-164"16,0 0 10-16,0 0 60 16,0 0-24-16,0 0-87 15,0 0 5-15,-13 18-5 16,-2 17 27-16,-5 4-3 16,-4 2-10-16,-1 3-6 15,2-9-2-15,2-3 1 0,3-8-6 16,5-9 0-16,5-6 5 15,6-8-6-15,1-1 5 16,1 0-2-16,0 0-3 16,0 2-11-16,10 3-23 15,10-1 34-15,5 6 3 16,6 0-2-16,8-4 2 16,1-2 0-16,2-3-2 15,-2-1-1-15,-7 0 1 16,-8-2-2-16,-8-11-5 15,-8-2 6-15,-8-1 4 16,-1-5 1-16,0-2 9 16,-5 2 16-16,-7 1-5 15,1 4 11-15,1 5-1 16,3 4 11-16,3 6-2 0,1 1-8 16,3 0-36-16,0 8-11 15,0 19-21-15,0 17 32 16,0 10 5-16,0 8-2 15,0 0 3-15,0-1-6 16,0 0-2-16,0-3-95 16,0-4-63-16,0-7-175 15,0-12-209-15</inkml:trace>
  <inkml:trace contextRef="#ctx0" brushRef="#br1" timeOffset="171966.29">2180 8783 1210 0,'0'0'116'0,"0"0"-116"16,0 0-4-16,-14 108 4 16,14-71 4-16,0-5-4 15,9-1 0-15,-1-6-7 16,1-6-106-16,-3-6-188 15,1-12-226-15</inkml:trace>
  <inkml:trace contextRef="#ctx0" brushRef="#br1" timeOffset="172316.78">2310 8470 1283 0,'0'0'0'16,"0"0"-11"-16,0 0 11 16,0 0 23-16,0 0-2 15,100-7-12-15,-63 7-5 16,-5 0 1-16,-7 0 2 16,-3 0 0-16,-7 0 4 15,-7 0 13-15,-5-2 29 0,-3 2-14 16,0 0-11-1,0 0 1-15,0 0-5 0,0 14-21 16,2 12 15-16,3 14 21 16,2 5-23-16,-2 9 1 15,-2 3-14-15,1 3 1 16,1-3-4-16,-2-3-12 16,2-7-108-16,1-6-81 15,3-13-183-15,-1-10-380 16</inkml:trace>
  <inkml:trace contextRef="#ctx0" brushRef="#br1" timeOffset="172729.69">2843 8685 134 0,'0'0'1180'0,"0"0"-1180"15,0 0-50-15,129-3 50 16,-66 3 37-16,8 3-23 16,6-2-7-16,1-1 0 15,-3 0-7-15,-11 0 3 16,-12 0-3-16,-17-2 0 16,-10-5 3-16,-8 2-1 0,-7-1 13 15,-7 1 9-15,-1 1 20 16,-2-1 25-16,0-3-17 15,0 0-8-15,-4-5-27 16,-6 1-2-16,0 0-3 16,1 3-4-16,2 4 2 15,1-1 15-15,5 6-9 16,1 0-7-16,0 0-9 16,0 0-17-16,0 4-6 15,0 12 19-15,0 5 2 16,1 2-59-16,8 2-81 15,3 0-34-15,2-8-155 16,-1-1-214-16</inkml:trace>
  <inkml:trace contextRef="#ctx0" brushRef="#br1" timeOffset="173649.18">3996 8488 1065 0,'0'0'86'0,"0"0"-79"15,0 0 80-15,0 0 50 16,0 0-51-1,0 0-37-15,-81-78 6 0,59 78 6 16,-3 0-18-16,-6 16-29 16,-3 16-3-16,-1 13-9 15,7 6 12-15,4 6-3 16,10 2-8-16,10-2 3 16,4-5-4-16,0-10-2 15,20-9-2-15,3-12-5 16,7-7 5-16,5-6-21 15,3-8-21-15,1 0-1 16,3-8-1-16,-3-14-14 16,-3-7-16-16,-5-4 32 15,-7-1 14-15,-5-1 2 16,-7 7 28-16,-9 10 7 0,-3 9 20 16,0 9 28-16,0 0 7 15,0 0-62-15,0 7-1 16,0 13-10-16,8 5 11 15,5-1 9-15,8-8-7 16,4-5 0-16,2-7 1 16,0-4-1-16,-3 0 1 15,-6-16 6-15,-9-2-2 16,-5-3 5-16,-4-2 7 16,-6-3 7-16,-20 2-10 0,-7 4-1 15,-5 3-2 1,5 4-10-16,8 7-2 0,10 5-1 15,10 1 0-15,3 0-9 16,2 3-6-16,0 14-2 16,9 3 14-16,16-3-2 15,8-9-27-15,6-8 15 16,4 0 6-16,-1-11 11 16,-5-9 1-16,-7-3 0 15,-8-1-2-15,-8-1 2 16,-2-2-1-16,-7-1 6 15,-3 3-2-15,-2-1 4 16,0 2 19-16,0 2-13 16,-5 2 5-16,-2 10 0 15,2 5 0-15,2 5 13 0,1 0-32 16,-1 23-21 0,-1 19 21-16,1 18 3 0,3 14 8 15,0 12 1-15,0 8 0 16,9 3 9-16,6 0-5 15,-2-5-16-15,1-6 1 16,-7-8-1-16,0-12-64 16,-4-15-105-16,-1-16-60 15,-2-17-224-15</inkml:trace>
  <inkml:trace contextRef="#ctx0" brushRef="#br1" timeOffset="173849.92">4376 8710 1333 0,'0'0'187'0,"0"0"-182"15,0 0-2-15,0 0 3 16,0 0 15-16,113-70-20 16,-85 91-2-16,-6 6-2 15,-9 4-8-15,-8 3-12 16,-3 1-84-16,-2-2-68 15,0-5-101-15,0-7-155 16</inkml:trace>
  <inkml:trace contextRef="#ctx0" brushRef="#br1" timeOffset="174230.36">4557 8672 1135 0,'0'0'185'0,"0"0"-177"16,0 0 3-16,0 0 8 15,87-29 3-15,-48 29-10 16,-1 12-10-16,-6 10-2 16,-7 7-4-16,-10 1 3 15,-7 0-2-15,-6-3 3 16,-2-3 4-16,0-6 6 16,-9-4-10-16,-1-8-9 0,2-6-1 15,2 0-4 1,6-14 13-16,0-20-61 0,0-10 14 15,1 0 48-15,12 7 5 16,4 7 2-16,1 9 27 16,4 7-14-16,0 7 12 15,0 7-4-15,0 0-11 16,-4 10-1-16,-3 13 7 16,-2 4-23-16,-6 1 4 15,-2 3-2-15,-5-3-2 16,0-1-44-16,0-3-99 15,-1-8-245-15,-6-12-451 16</inkml:trace>
  <inkml:trace contextRef="#ctx0" brushRef="#br1" timeOffset="174349.45">4940 8443 1164 0,'0'0'0'0,"0"0"-286"15,0 0 171-15,0 0-147 16</inkml:trace>
  <inkml:trace contextRef="#ctx0" brushRef="#br1" timeOffset="175079.7">4978 8655 111 0,'0'0'1163'0,"0"0"-1163"0,0 0-24 16,0 0 24-16,72 87 62 16,-48-41-32-16,-4-3-23 15,-3-10 4-15,-6-8 26 16,-4-10-12-16,-3-7-3 16,-3-7-1-16,1-1 10 15,1-1 45-15,4-19-26 16,-1-8-35-16,4-10-14 15,-1-8-2-15,1-8 1 16,1 1-7-16,1 6-2 16,2 16 2-16,-1 14-7 0,-1 16 10 15,-1 1 3-15,1 12-8 16,5 16 9-16,-2 5 7 16,0 5 1-16,-2-3-2 15,1-5-5-15,-3-10 1 16,-1-5-1-16,-5-10 2 15,0-5-3-15,-3 0 1 16,1 0 5-16,4-18-6 16,0-9-6-16,2-4 0 15,0-1 4-15,-2 2-20 16,-4 8 4-16,1 9 18 16,-3 7 0-16,-1 6 0 0,4 0-10 15,0 11-15 1,3 13 25-16,8 3 15 0,0 0-9 15,6-3-5-15,2-9-1 16,3-9 0-16,3-6-37 16,0-1 17-16,-1-20 9 15,-3-7 11-15,-5 2 6 16,-3-2 2-16,-9 1 13 16,-5 4 13-16,-3-1 8 15,0-1 6-15,-15 4-7 16,-5 4-2-16,2 9-13 15,-2 8 4-15,-1 0-6 16,4 27-13-16,-2 13-2 16,7 10 3-16,11 7 1 15,1-3-10-15,8-8-3 0,17-11-1 16,8-12-6-16,4-8-27 16,-1-10-54-16,-3-5-78 15,-11 0-162-15,-11 0-383 16</inkml:trace>
  <inkml:trace contextRef="#ctx0" brushRef="#br1" timeOffset="175547.97">3071 9362 600 0,'0'0'0'0,"-149"25"-192"16,86-11 9-16,5-4 183 15,10-1 86-15,3-1-79 16,0-4-7-16,-1-2-3 15,3-2 3-15,1 0 36 16,4 0 49-16,1-2 64 16,0-7 3-16,3 0-7 0,-2-2-17 15,4-2 23-15,1 1-42 16,-1 2 3-16,2 2 6 16,-3 1-34-16,-5-1-29 15,2 4-3-15,-1-1-8 16,5 2-6-16,7 2-4 15,10 0-17-15,8-1 1 16,7 0-11-16,0 0-7 16,0 1-2-16,4 0-15 15,20 1-50-15,14 0-24 16,14 0-26-16,4 0-124 16,-1 4-177-16,-6 2-435 15</inkml:trace>
  <inkml:trace contextRef="#ctx0" brushRef="#br1" timeOffset="176396.39">1972 9658 942 0,'0'0'183'0,"0"0"-155"15,0 0 0-15,0 0 80 16,0 0-6-16,0 0-35 16,0 0-41-16,-49 77-17 15,40 8 11-15,5 23 26 16,4 8-21-16,0 3-12 15,19-7-1-15,9-9-11 16,9-15-1-16,5-16-27 16,5-20-100-16,3-20-84 15,0-24-172-15</inkml:trace>
  <inkml:trace contextRef="#ctx0" brushRef="#br1" timeOffset="176865.3">2372 9797 1344 0,'0'0'98'15,"0"0"-93"-15,0 0-5 16,0 0 0-16,0 0 29 16,-87 64-23-16,67-19-3 15,0 0 2-15,2-5-4 16,1-11 0-16,3-5 0 15,4-8 1-15,7-9 5 16,3-4-7-16,0-1-2 16,3-1-22-16,17 2-5 0,9 2 29 15,6-1 11-15,5 1-10 16,0-2-1-16,0-3 0 16,-1 0-4-16,-7-8 4 15,-6-7 0-15,-6-2 6 16,-10 0 0-16,-5-4 3 15,-5-2-6-15,0-3 3 16,-1 2 9-16,-13 4 21 16,3 3-15-16,1 6 19 15,3 5 4-15,4 5-6 16,1 1-36-16,0 11-2 16,1 24-18-16,-3 14 18 15,1 7 3-15,0 3 2 0,3-6-5 16,0-3-26-1,0-5-95-15,3-6-37 0,10-7-141 16,4-14-169-16</inkml:trace>
  <inkml:trace contextRef="#ctx0" brushRef="#br1" timeOffset="177032.07">2635 10185 1029 0,'0'0'221'15,"0"0"-221"-15,0 0 0 16,-7 78 1-16,7-47 6 0,0-4-1 16,0 0-6-1,0-4-23-15,5-9-173 0,4-8-101 16,-2-6-119-16</inkml:trace>
  <inkml:trace contextRef="#ctx0" brushRef="#br1" timeOffset="177347.56">2730 9966 734 0,'0'0'558'0,"0"0"-530"16,0 0-14-16,0 0 35 16,0 0-19-16,0 0 5 15,67-12-4-15,-34 14-8 16,-1-1-4-16,-4 1-8 15,-6 1-6-15,-6-3 1 0,-7 1-5 16,-6-1 4-16,-3 0 2 16,0 3 12-16,0-1 13 15,0 3-15-15,0 5-14 16,0 11-3-16,0 9 9 16,-6 11-2-16,-4 6-3 15,1 0-4-15,-1 3-5 16,4 0-78-16,6-5-76 15,0-9-118-15,0-12-162 16</inkml:trace>
  <inkml:trace contextRef="#ctx0" brushRef="#br1" timeOffset="177618.73">3012 9870 1268 0,'0'0'62'16,"0"0"-58"-16,0 0-4 16,0 0 44-16,0 0 2 15,109 18-1-15,-72 32-3 16,-5 15 1-16,-13 7 5 16,-6-2-8-16,-9 1-23 15,-4-6-3-15,0-6-5 0,-4-11-3 16,-12-4-6-16,1-15-9 15,0-8-72-15,-1-9-88 16,4-10-158-16,2-2-405 16</inkml:trace>
  <inkml:trace contextRef="#ctx0" brushRef="#br1" timeOffset="177796.46">3516 10105 1478 0,'0'0'61'0,"0"0"-61"15,0 0-19-15,0 0 19 0,114 13 0 16,-71-8-41-16,-5-2-252 16,-15-3-287-16</inkml:trace>
  <inkml:trace contextRef="#ctx0" brushRef="#br1" timeOffset="177946.1">3582 10285 1358 0,'0'0'26'0,"0"0"-26"0,0 0-96 16,0 0 80-1,99 0-23-15,-40-6-358 0</inkml:trace>
  <inkml:trace contextRef="#ctx0" brushRef="#br1" timeOffset="178382.67">4166 10084 942 0,'0'0'513'0,"0"0"-508"15,0 0 30-15,-4-97 33 16,4 67 23-16,0 1-61 15,0 1-21-15,0 4 14 16,0 9 9-16,-1 7-5 16,-2 5-3-16,-1 3-8 0,2 0 0 15,1 0-15 1,-1 0-1-16,1 20-7 0,-2 15 6 16,0 14 1-16,2 13 3 15,1 3-1-15,0-2 1 16,0-2-3-16,0-6 1 15,0-10-1-15,1-9 0 16,-1-9-1-16,0-12 1 16,0-4-13-16,-3-7-4 15,-10-1 16-15,-6-3 1 16,-2 0 8-16,2 0 0 16,6 0 0-16,7 0-2 0,6-2 2 15,0-9 8 1,6-5-15-16,21-6 5 15,12-3-6-15,13-6 0 0,10 4-16 16,4 3-46-16,2 2-83 16,-5 2-139-16,-7 6-329 15</inkml:trace>
  <inkml:trace contextRef="#ctx0" brushRef="#br1" timeOffset="181578.61">7935 7093 320 0,'0'0'273'0,"0"0"-177"0,0 0-7 16,0 0 62-16,0 0-19 15,0 0-41-15,0 0 1 16,-7-11-5-16,4 3-12 16,0-4-10-16,3-1-4 15,0-1-21-15,6-1-21 16,18 2-1-16,7 1-9 15,6 4-9-15,4 8 1 16,-4 0-1-16,-3 14 1 16,-8 14-2-16,-12 10-6 0,-9 6 7 15,-5 3-1 1,-14 3 1-16,-17 2 4 0,-10-1-4 16,-7 1 3-16,-4-3-2 15,3-7 2-15,8-13-3 16,11-13 2-16,11-9 0 15,12-7 1-15,7 0 2 16,0-3 6-16,0-18-11 16,12-7-15-16,10-7 13 15,10-1 0-15,5 0 2 16,1 1-1-16,5 0-5 16,1 1-15-16,-2-2 6 15,-2 2-11-15,-3-4 25 16,-4 2 1-16,-8 4 0 15,-5 2 4-15,-9 6-4 0,-5 6 8 16,-4 7-8-16,-2 6 4 16,0 3 2-16,0 2 8 15,0 0-10-15,0 0 1 16,0 0-5-16,0 0 0 16,-15 0 5-16,-4 12-5 15,-3 3 8-15,1 1-6 16,3 4-1-16,1 6 9 15,2 4 10-15,5 10-5 16,4 4-3-16,6 3-11 16,0-4 9-16,22-2-7 15,7-9-2-15,6-3-1 0,3-8-1 16,3-6 1-16,-5-4-1 16,-1-7-8-16,-5-2-30 15,-2-2-126-15,-4 0-84 16,-2-14-171-16</inkml:trace>
  <inkml:trace contextRef="#ctx0" brushRef="#br1" timeOffset="181786.7">8625 7149 1198 0,'0'0'217'0,"0"0"-217"0,0 0 1 16,0 0-1-16,108-4 31 16,-47 4-27-16,-6 3-4 15,-5 0-2-15,-8-3-153 16,-12 0-201-16,-15 0-379 16</inkml:trace>
  <inkml:trace contextRef="#ctx0" brushRef="#br1" timeOffset="181936.47">8748 7267 1238 0,'0'0'161'0,"0"0"-161"0,0 0 0 16,0 0 5-16,149 13 1 16,-74-10-6-16,8-3-228 15,-10 0-378-15</inkml:trace>
  <inkml:trace contextRef="#ctx0" brushRef="#br1" timeOffset="183793.96">10399 6765 563 0,'0'0'153'0,"0"0"-80"16,0 0 79-16,0 0 5 0,0 0-74 15,0 0-49-15,8-19-21 16,-8 18 29-16,0 1 14 16,0 0-36-16,0 0-15 15,-3 9-4-15,-9 13 13 16,-5 4-2-16,3 3-7 16,-4-1 1-16,7 1-5 15,-1 1 1-15,2 0 2 16,0 1-3-16,0-5-1 15,1-2 0-15,5-3 2 16,0-4-1-16,2-4-1 16,2-4-1-16,0-2-1 15,0 0 2-15,0-1 0 16,4 0-2-16,4-1 5 0,-1 1-4 16,3-3 1-16,0-1 0 15,3-2 4-15,7 0-2 16,4 0 4-16,3-1-4 15,1-9 1-15,1 3-2 16,-3-2 2-16,3 0-2 16,-2 0 1-16,-4 0-2 15,0 1 0-15,-6 0 2 16,-3 2-1-16,-4 0 0 16,-6-1 0-16,2 2 0 15,-5-4 5-15,-1 1-6 16,0-4 6-16,0 0-3 15,-4-4-3-15,-7 2 2 0,-1 1-2 16,-1 0 5-16,1 5-2 16,4 0 12-16,3 3 0 15,4 4 5-15,1 1-5 16,0 0-3-16,0 0-12 16,0 3-6-16,0 22 6 15,0 9 5-15,6 11 7 16,4 3-6-16,1-1 1 15,3-1 6-15,0-5-1 16,-4-5-9-16,-3-5-3 16,-1 2 0-16,-6-1-1 15,0-2-2-15,0 0-33 0,-2-4-198 16,-5-10-231-16</inkml:trace>
  <inkml:trace contextRef="#ctx0" brushRef="#br1" timeOffset="184712.96">9635 7421 501 0,'0'0'261'0,"0"0"-225"15,0 0 26-15,0 0 95 0,0 0-51 16,0 0-45-16,-3 0-18 16,0 0 20-16,3 0 12 15,0 0-6-15,0 0-16 16,0 0-1-16,0 0-14 15,3-1-17-15,20 1-20 16,12-1 14-16,15-1-4 16,8-3-5-16,9 0-1 15,7-3 1-15,-4 0-4 16,-5-3-1-16,-13 0-1 16,-15 4-3-16,-17 0 0 15,-8 6-8-15,-7 1-164 16,-2 0-41-16,2 0-202 0,3 0-118 15</inkml:trace>
  <inkml:trace contextRef="#ctx0" brushRef="#br1" timeOffset="185345.46">11152 7102 67 0,'0'0'0'0,"0"0"-67"0,0 0 67 15,0 0 103-15,0 0 14 16,0 0 20-16,2 0 25 16,-2 0 22-16,0 0-33 15,0 0-55-15,0 0-14 16,0 0-5-16,0 0 2 15,0 0-11-15,0 0-15 16,0 0-9-16,8 0-36 16,16 0-3-16,16 0 23 15,19 0 7-15,12 0-18 0,10 0-8 16,-1-3-7-16,-6-7-1 16,-8 0-2-16,-14 1-3 15,-17 1-7-15,-13 3-110 16,-14-3-56-16,-8 0-26 15,-3 0-88-15</inkml:trace>
  <inkml:trace contextRef="#ctx0" brushRef="#br1" timeOffset="185565.56">11452 6979 779 0,'0'0'303'15,"0"0"-303"-15,0 0-28 16,0 0 28-16,0 0 67 16,23 94-23-16,-11-54-14 15,-5 3 5-15,-4-3-11 16,-1-2-17-16,-2-2-6 16,0-1-1-16,0-4-2 15,0-4-176-15,0-8-225 16</inkml:trace>
  <inkml:trace contextRef="#ctx0" brushRef="#br1" timeOffset="185875.02">12029 7204 1136 0,'0'0'133'16,"0"0"-125"-16,0 0-8 16,105-3 37-16,-47 3-7 15,8 0-20-15,-3 0-3 16,-4 0 0-16,-11 0-6 0,-9 0-1 15,-9-2-3-15,-7-1-62 16,-5-2-104-16,-2-3-162 16,-5-6-335-16</inkml:trace>
  <inkml:trace contextRef="#ctx0" brushRef="#br1" timeOffset="186593.6">12900 6725 509 0,'0'0'370'0,"0"0"-348"16,0 0 23-16,0 0 98 16,0 0-89-16,0 0 11 15,-20-4-2-15,20 4 20 16,0 0-1-16,0 0-11 16,0 0-2-16,0 0-17 15,0 0-10-15,0 0-18 16,0 0-22-16,0 0-2 15,0 0-5-15,13 0 3 16,12 0 2-16,9 0 15 16,6 0-15-16,2-2 0 15,-3-1 1-15,-5-1-1 0,-6 0 0 16,-10 0 5-16,-8 1-4 16,-7 1 2-16,-3 0-1 15,0 0 0-15,0 1-1 16,0-1 5-16,0 2-3 15,0 0-2-15,0 0 15 16,0 0-10-16,0 0-6 16,0 20-8-16,0 13 8 15,0 12 18-15,0 4-11 16,-3-2-5-16,-1-1-1 16,-1-3-1-16,1-4 1 15,4-5-2-15,0-6-1 0,0-2-2 16,0-5-144-1,-1-5-207-15,-13-6-721 0</inkml:trace>
  <inkml:trace contextRef="#ctx0" brushRef="#br1" timeOffset="193404.79">10416 7038 113 0,'0'0'48'0,"-7"85"-16"15,4-37-25-15,3-2-7 16,0-2-11-16</inkml:trace>
  <inkml:trace contextRef="#ctx0" brushRef="#br1" timeOffset="194157.47">10568 7620 344 0,'0'0'204'0,"0"0"-173"0,0 0-21 16,0 0 22-16,0 0 62 16,0 0-22-16,0-4-37 15,0 4 2-15,0 0 16 16,0 0 20-16,0 0 23 15,0 0-20-15,0 0-14 16,0 0-15-16,0 0-15 16,0 0 2-16,0 0-12 15,0 0-15-15,0 0 3 0,0-2 2 16,0 2 6-16,0 0-2 16,0 0-10-16,0 0 5 15,0 0-6-15,0 0-3 16,0 0-1-16,0 0-1 15,0 0 2-15,0 0-2 16,0 0 0-16,0 0-3 16,0 0 3-16,0 0-8 15,0 0-33-15,0 0-96 16,0 0-103-16,0 0-166 16</inkml:trace>
  <inkml:trace contextRef="#ctx0" brushRef="#br1" timeOffset="199358.21">9891 7062 781 0,'0'0'88'15,"0"0"-85"-15,0 0 16 0,0 0 15 16,0 0 14-16,0 0 23 15,0 0-41-15,59-79 29 16,-55 62-6-16,-2 0-22 16,-2 1-3-16,0 0-15 15,0 1-3-15,-12 2 12 16,-3 4-12-16,-2 5 2 16,-6 4-12-16,-4 0 0 15,-5 13 0-15,-1 15 2 16,-1 3 0-16,3 8-2 15,3 7 1-15,7 0-1 16,6-1 1-16,6-5 0 0,8-8-2 16,1-6 1-16,0-10 0 15,15-3 0-15,2-4-1 16,4-5 1-16,8-4 3 16,1 0 4-16,2-6-3 15,-2-9-2-15,-3-1-2 16,-7-6 0-16,-5 0 4 15,-7-5-3-15,-3-2 0 16,-5-2-1-16,0 4 3 16,0 2-2-16,0 9-1 15,0 5 0-15,0 7 1 16,0 4 4-16,0 0-5 16,5 7-11-16,8 19 7 0,5 11 3 15,1 6 1 1,7-1 0-16,7-3-4 0,12-4-6 15,14-10-275-15,6-7-152 16</inkml:trace>
  <inkml:trace contextRef="#ctx0" brushRef="#br1" timeOffset="200341.55">12174 6699 353 0,'0'0'327'0,"0"0"-263"16,0 0-44-16,0 0 40 15,0 0 48-15,0 0-88 16,0-16-20-16,0 34-11 15,0 13 11-15,0 13 21 16,-6 4 20-16,-3 5-25 16,4-1 5-16,0-4-4 15,3-5-1-15,-1-6-1 16,-1-9-9-16,1-11-1 0,2-7-1 16,-1-7-4-1,2-3 8-15,0 0-4 16,0 0 7-16,0 0 107 0,0-12-57 15,0-12-26-15,6-5-35 16,11-3 1-16,5 4-4 16,3 4-7-16,5 6 10 15,-1 6 0-15,1 6-2 16,-2 6-4-16,-1 0 0 16,-3 6 3-16,-3 13 4 15,-6 6-2-15,-3 3 0 16,-7 1 1-16,-5-2 0 15,0-2 0-15,-1-2 1 16,-20-4 2-16,-6-3 3 16,-8-5 13-16,-3-3 12 0,0-1 3 15,-1-6 7-15,5 2 2 16,4-3-35-16,8 0-8 16,8 0 3-16,5 0-3 15,6 0-12-15,3 0-95 16,0 0-112-16,9-4-453 15</inkml:trace>
  <inkml:trace contextRef="#ctx0" brushRef="#br1" timeOffset="200879.55">10986 5532 657 0,'0'0'0'0</inkml:trace>
  <inkml:trace contextRef="#ctx0" brushRef="#br1" timeOffset="200957.65">10803 5315 479 0,'0'0'0'0,"0"0"-77"16,122-4-244-16</inkml:trace>
  <inkml:trace contextRef="#ctx0" brushRef="#br1" timeOffset="202207.43">11269 5310 695 0,'0'0'62'0,"0"0"-56"16,0 0-6-16,0 0 72 16,0 0 18-16,0 0 5 15,59-15 24-15,-37-2-31 16,-6-2-50-16,-2-2-3 15,-4-2-19-15,-6-2-10 16,-4-3 9-16,0-7-9 16,0 0-5-16,-9 1 2 15,-11 5 2-15,-3 11-1 16,-6 12-4-16,-8 6 2 16,0 22 3-16,-2 24-5 0,1 15 3 15,11 11-4-15,3 4 2 16,10-2-1-16,11-5 0 15,3-11-1-15,0-11 1 16,13-16 0-16,6-11 1 16,-3-8-1-16,3-9 1 15,1-3 0-15,3-6 11 16,8-17-10-16,-1-10 6 16,0-5-7-16,-4-5 2 15,-5-1-3-15,-8-2 0 16,-3 1 0-16,-9 5 0 15,-1 6 1-15,0 11 2 16,0 10 2-16,0 10-2 16,0 3 15-16,0 4-18 15,4 19-4-15,1 10 0 0,4 4 7 16,1 1-3-16,1 2 0 16,4-6-1-16,4-2 0 15,2-6-98-15,4-6-192 16,-1-11-211-16</inkml:trace>
  <inkml:trace contextRef="#ctx0" brushRef="#br1" timeOffset="202388.29">11671 5289 1059 0,'0'0'203'0,"0"0"-200"16,-37 93-2-16,35-42 3 0,2-4-2 15,0 1 5-15,4-6-7 16,7-5-1-16,2-10 1 16,1-9-10-16,3-9-279 15,-2-9-191-15</inkml:trace>
  <inkml:trace contextRef="#ctx0" brushRef="#br1" timeOffset="202859.98">11907 5059 879 0,'0'0'257'0,"0"0"-256"16,0 87-1-16,0-37 5 16,0-1 1-16,5 1 7 15,-2-3-1-15,-3-5-9 16,0-6 9-16,0-10 3 15,0-12-6-15,-5-6 13 16,2-5 42-16,1-3 5 16,0 0-5-16,1-12-32 15,1-18-20-15,0-10-12 16,0 0-10-16,17 2-13 16,4 13 10-16,6 7 9 15,1 11-7-15,0 7 2 0,-1 7 9 16,-2 23 0-16,-5 8 1 15,-6 7-2-15,-9 1 3 16,-5-3 2-16,0-8 5 16,-22-4-7-16,-9-8 64 15,-11-4 8-15,-7-6-10 16,-2-1-22-16,2-10-28 16,7-2-8-16,9 0-2 15,11-2-1-15,7-12-6 16,11-1 3-16,4-2-100 15,24-1-132-15,20-6-142 16,9-4-260-16</inkml:trace>
  <inkml:trace contextRef="#ctx0" brushRef="#br1" timeOffset="203340.28">12014 5763 616 0,'0'0'309'0,"-171"55"-263"16,74-27 65-16,-6-12 52 0,-4-7-43 16,-2-8-26-1,-4-1-40-15,5-10 0 0,1-17-16 16,7-9-13-16,10-15 7 15,8-16-18-15,18-15-4 16,21-16-5-16,24-11-1 16,19-15-1-16,23-5-2 15,38 1-1-15,21 7 0 16,18 10 0-16,22 13-4 16,22 11-11-16,18 17-10 15,20 18 16-15,7 25 9 16,-1 27 0-16,-9 11 0 15,-26 40 2-15,-26 18-2 16,-34 13-5-16,-32 6 4 16,-26 9 1-16,-30 0-2 0,-6 1 2 15,-40-5 2-15,-18-12-1 16,-13-10-2-16,-18-6 1 16,-5-8 0-16,-5-7 0 15,5-14-2-15,11-15-82 16,11-17-137-16,11-4-272 15</inkml:trace>
  <inkml:trace contextRef="#ctx0" brushRef="#br1" timeOffset="204135.32">12480 4770 949 0,'0'0'204'15,"0"0"-168"-15,0 0-21 16,0 0 81-16,0 0-20 16,87-27-28-16,-20 21 6 15,12 0-20-15,2-1-25 16,-4-1 5-16,-10 1-9 15,-11-1 0-15,-16 3-10 16,-12 1 1-16,-13 0-91 16,-8-4-54-16,-7-6-78 15,0-5-232-15</inkml:trace>
  <inkml:trace contextRef="#ctx0" brushRef="#br1" timeOffset="204370.13">13107 4278 1035 0,'0'0'247'16,"0"0"-217"-16,0 0-19 16,0 0 61-16,0 0-13 15,0 0-48-15,137-23-1 16,-53 21-7-16,1-1-3 0,-7 1 0 15,-5 2-17 1,-17 0-171-16,-19 0-94 0,-17 0-164 16</inkml:trace>
  <inkml:trace contextRef="#ctx0" brushRef="#br1" timeOffset="204600.47">13500 4260 740 0,'0'0'408'0,"0"0"-408"16,0 0 4-16,-15 87-4 15,15-29 1-15,0 9 27 16,0 4 21-16,0-3-29 0,0-3 3 16,0-5-13-1,0-6-3-15,-4-7-6 0,-6-3 2 16,-3-7-6-16,0-6 0 15,3-11-345-15,1-12-317 16</inkml:trace>
  <inkml:trace contextRef="#ctx0" brushRef="#br1" timeOffset="205356.66">13543 4587 371 0,'0'0'795'0,"0"0"-755"15,0 0-15-15,0 0-1 16,94-24-4-16,-50 41 7 16,-4 6 9-16,-5 9-22 15,-7 1-11-15,-11 0-1 16,-9 2 4-16,-8-5-3 15,0-3 2-15,-7-3-4 16,-14-5 12-16,-3-8 2 16,1-4-4-16,6-7 47 15,7 0 13-15,7-8-16 0,3-18-43 16,5-10-12 0,20-12-18-16,5 2-4 0,2 8-54 15,-4 14 48 1,-2 14 19-16,-7 10-1 0,3 0 8 15,0 4 1-15,-2 9 1 16,7 1 0-16,-1-4 4 16,1-3-4-16,0-4 0 15,-6-3 3-15,-3 0-7 16,-8 0 10-16,-6-4 2 16,0-9 7-16,-4-5-6 15,0-1 2-15,0 2-1 16,-2 1-4-16,-4 6 6 15,2 3-3-15,2 7 4 16,1 0-13-16,-2 9-18 0,-4 23 18 16,-4 18 1-1,1 15 0-15,3 11 1 0,3 14-1 16,4 6 8-16,0 1 0 16,0-3-7-16,10-10 7 15,-2-11-4-15,-3-12-3 16,-5-17 0-16,0-15 1 15,0-14 0-15,0-8 11 16,-13-7 71-16,-14 0 9 16,-13-17-66-16,-5-17-20 15,3-12 11-15,9-10 3 16,7-9-11-16,13-2-11 16,13 2 2-16,0 8-4 0,16 6 1 15,17 6-14-15,10 4-35 16,17 5-66-16,12 0-82 15,7-5-137-15,-2-4-413 16</inkml:trace>
  <inkml:trace contextRef="#ctx0" brushRef="#br1" timeOffset="205575.56">14573 4207 1199 0,'0'0'136'0,"0"0"-116"0,0 0 16 16,0 0-10 0,0 0-18-16,0 0-2 0,5 135-1 15,15-72 3-15,-1-3-5 16,-5-3-2-16,-5-3 0 16,-6-2-1-16,-3-3-2 15,-6-4-74-15,-17-8-288 16,-8-15-524-16</inkml:trace>
  <inkml:trace contextRef="#ctx0" brushRef="#br1" timeOffset="205876.31">14459 4572 1043 0,'0'0'127'16,"0"0"-125"-16,31-78 14 0,3 64-12 15,5 8 0-15,3 6-5 16,2 0 1-16,-6 17-5 15,-1 4 0-15,-2 1 5 16,-4 0 2-16,-2-8-1 16,-4-4 2-16,-5-6-2 15,-3-4 12-15,-4 0 44 16,-3-3 40-16,-5-11-15 16,-5-4 27-16,0 0-34 15,-13-1-62-15,-10 1 1 16,-4-1-11-16,2 5 1 0,0 2-8 15,1 4 2 1,9 8-61-16,7 0-153 0,8 4-51 16,0 7-244-1</inkml:trace>
  <inkml:trace contextRef="#ctx0" brushRef="#br1" timeOffset="206189.85">15333 4144 1185 0,'0'0'53'15,"0"0"-9"-15,0 0 63 16,0 0-3-16,0 0-55 0,0 0-49 16,-54-25-18-16,54 88 18 15,3 19 8-15,10 10-6 16,6 6 4-16,1 2-2 15,2-4 11-15,1-2 56 16,-3-2-60-16,-7-7-4 16,-11-4-5-16,-2-12-1 15,-13-13-1-15,-17-19 3 16,-5-14-3-16,-2-15-1 16,-2-8-93-16,3-11-119 15,6-26-177-15,3-13-254 16</inkml:trace>
  <inkml:trace contextRef="#ctx0" brushRef="#br1" timeOffset="206365.57">15316 4515 1211 0,'0'0'138'0,"0"0"-136"16,0 0 6-16,105-26 9 15,-73 39-11-15,-3 15-6 16,-10 7-8-16,-4 8-3 15,-8 1-2-15,-5-3-82 16,-1-6-187-16,-1-11-335 16</inkml:trace>
  <inkml:trace contextRef="#ctx0" brushRef="#br1" timeOffset="206940.14">15606 4605 1303 0,'0'0'126'0,"0"0"-125"15,0 0 2-15,0 0-1 16,0 0 3-16,0 0-5 16,55 67 8-16,-38-43-5 15,-5-5 2-15,-2-9-2 16,-1-5-1-16,-6-5 5 16,4 0 11-16,1-9 66 15,2-16-5-15,5-6-61 16,-2-4-3-16,-1 5 5 15,-3 10-9-15,-5 7 22 16,0 9-11-16,-2 4-14 0,1 0-8 16,4 0-13-1,6 13 9-15,5 4 2 0,9-4-3 16,5-5 2-16,8-5-58 16,5-3-28-16,-3-2-41 15,-3-13 23-15,-8-4 33 16,-4-1 63-16,-9 0 11 15,-3 6 3-15,-6 5 3 16,-6 4 9-16,-3 5 16 16,1 0-31-16,3 14-7 15,2 11 7-15,4 3 10 16,6-3-4-16,0-7 3 0,4-6-4 16,1-8 25-16,0-4 8 15,3-5 32-15,0-20-7 16,0-4-39-16,-7-6 25 15,-7-6 24-15,-10-7-15 16,0-9-34-16,-10-5-10 16,-12-1-10-16,-1 3-3 15,3 14 1-15,5 15 2 16,8 16-4-16,0 15-30 16,4 14-88-16,1 22-63 15,2 8 59-15,0-1-336 16</inkml:trace>
  <inkml:trace contextRef="#ctx0" brushRef="#br1" timeOffset="207308.67">17024 4356 1242 0,'0'0'115'0,"0"0"-102"16,-23-81 83-16,3 57 37 15,-2 6-66-15,0 7-19 16,0 5-25-16,-6 6-10 16,-3 13-12-16,-6 18 2 15,-2 13-3-15,5 3 0 16,10 1 5-16,10-6-10 16,11-11 5-16,3-8-6 0,0-9 2 15,17-8 1-15,4-6 3 16,8 0 10-16,6-13-2 15,4-11-3-15,4-1 2 16,-6 4-6-16,-7 6-1 16,-4 6-3-16,-2 9 1 15,-2 0 2-15,0 7-22 16,-5 18-15-16,-1 1-51 16,-1 4-81-16,2-8-107 15,1-10-305-15</inkml:trace>
  <inkml:trace contextRef="#ctx0" brushRef="#br1" timeOffset="207452.28">17261 4485 1427 0,'0'0'81'0,"0"0"-79"16,0 0-2-16,0 0 0 16,-49 80 0-16,49-57-11 15,0-6-148-15,14-10-183 16,5-7-457-16</inkml:trace>
  <inkml:trace contextRef="#ctx0" brushRef="#br1" timeOffset="207840.78">17539 4069 1015 0,'0'0'374'16,"0"0"-373"-16,0 0 0 15,0 0-1-15,4 103 11 16,4-60-10-16,3-5 6 16,-1-7-3-16,-1-8-4 15,-4-6 1-15,-2-7 2 16,-1-6-3-16,0-4 8 16,-1 0 1-16,9 0 12 15,10-5 42-15,9-10-48 16,6 0-13-16,1 4-4 15,2 7-5-15,-3 4-3 0,-4 0-3 16,-4 9 12 0,-10 15 0-16,-9 6-6 0,-8 7 7 15,0 2 29-15,-25-1 23 16,-10-7 34-16,-3-8-40 16,-6-8-17-16,1-9-14 15,-3-6-14-15,1 0-1 16,2-3-6-16,-2-16-167 15,1-8-341-15</inkml:trace>
  <inkml:trace contextRef="#ctx0" brushRef="#br1" timeOffset="209023.86">7921 8797 1064 0,'0'0'182'15,"0"0"-131"-15,0-91-1 16,20 58 10-16,9 8 60 16,9 9-77-16,5 12-24 15,1 4-5-15,-6 21-6 16,-8 16-3-16,-9 13-1 16,-13 7-1-16,-8 1 2 15,0 2-3-15,-25-2-2 16,-7-1 3-16,-2-5 0 15,3-13-1-15,7-15-2 0,11-12-4 16,6-12 4-16,7 0-3 16,0-29 0-16,6-17-174 15,18-14 82-15,11-8 43 16,6 0-25-16,2 7 0 16,-1 2 71-16,-4 9 6 15,-4 8 1-15,-6 5 4 16,-5 10 6-16,-9 10 11 15,-6 5 40-15,-4 7-2 16,-4 3-2-16,0 2 1 16,0 0 6-16,0 0-33 15,-7 0-13-15,-12 15 0 16,-4 8-12-16,0 10-3 16,1 7 2-16,5 4 2 0,5 4 0 15,8 5 20 1,4 0-4-16,0-2-13 0,11-4-7 15,14-5-3-15,7-6 0 16,5-10-1-16,7-9 0 16,5-10-27-16,7-7-149 15,4-5-80-15,-1-22-417 16</inkml:trace>
  <inkml:trace contextRef="#ctx0" brushRef="#br1" timeOffset="209178.03">8849 8763 1435 0,'0'0'114'0,"0"0"-114"0,0 0-22 15,0 0 22-15,0 0 7 16,117 20-7-16,-52-6-105 16,-5-6-153-16,-14-3-323 15</inkml:trace>
  <inkml:trace contextRef="#ctx0" brushRef="#br1" timeOffset="209325.79">8851 8998 1032 0,'0'0'314'0,"0"0"-314"16,0 0-85-16,0 0 85 15,131 24 0-15,-55-24-271 16,4 0-266-16</inkml:trace>
  <inkml:trace contextRef="#ctx0" brushRef="#br1" timeOffset="209761.08">9723 8857 1013 0,'0'0'235'0,"0"0"-214"16,0 0 9-16,0 0 107 15,0 0-77-15,0 0-10 16,136-11-22-16,-73 9-15 15,-1 1-6-15,-2 1-7 16,-8-1 0-16,-8 0-19 16,-11-5-178-16,-6-1-116 15,-11-4-250-15</inkml:trace>
  <inkml:trace contextRef="#ctx0" brushRef="#br1" timeOffset="210455.92">10562 8347 736 0,'0'0'218'16,"0"0"-160"-16,0 0 57 0,0 0 13 16,0 0-54-1,0 0-62-15,-3-20-12 0,-4 45 0 16,-3 10 14-16,1 1-7 15,-1-1-2-15,0-5-4 16,-1-2-1-16,0-3 4 16,2-7 1-16,2-7-5 15,4-7 2-15,2-3-1 16,1-1 1-16,0 0 0 16,0 0 3-16,0 0-5 15,0 0 0-15,10 0 0 16,10 0 2-16,8-1-2 0,8-3 6 15,2 4-6-15,-1-4 0 16,-2 1 0-16,-4-3 0 16,-6 0 2-16,-6 0-3 15,-7 0 2-15,-8-3 1 16,-4 0 2-16,0-5-3 16,0-1 2-16,-3 1-3 15,-9-5 2-15,2 6 3 16,2 4-1-16,3 4 17 15,4 5 19-15,1 0 0 16,0 0-40-16,0 26-4 16,0 15 4-16,10 14 30 15,1 5-3-15,3-1-18 16,-1-2-6-16,-3-6-3 16,-2-1 0-16,-5-6 0 0,-3-7-3 15,0-5-19 1,0-11-240-16,0-11-335 0</inkml:trace>
  <inkml:trace contextRef="#ctx0" brushRef="#br1" timeOffset="210655.39">11014 8706 1127 0,'0'0'274'0,"0"0"-268"15,92-24-6-15,-30 16 13 16,8 4-10-16,5-2 0 16,-1 5-3-16,-12-5-7 15,-12 1-180-15,-15-6-195 16,-15 0-331-16</inkml:trace>
  <inkml:trace contextRef="#ctx0" brushRef="#br1" timeOffset="210852.67">11356 8478 327 0,'0'0'973'16,"0"0"-959"-16,0 0-14 0,0 0 0 16,-3 83 9-16,16-31-9 15,-1 5 5-15,-3-6-5 16,-2-4-1-16,-3-8-4 15,2-12-315-15,-2-10-331 16</inkml:trace>
  <inkml:trace contextRef="#ctx0" brushRef="#br1" timeOffset="211067.27">11784 8755 1256 0,'0'0'86'0,"0"0"-69"16,128-25-17-16,-56 10 12 15,5-3 3-15,5-2-3 16,-5 3-8-16,-9 1-4 16,-13 3-1-16,-8 5-87 15,-10-5-168-15,-11-1-213 16</inkml:trace>
  <inkml:trace contextRef="#ctx0" brushRef="#br1" timeOffset="211672.07">12806 8343 345 0,'0'0'85'16,"0"0"-85"-16,0 0-2 16,0 0 2-16,0 0 1 15,0 0 0-15,-27 11 2 0,27-11 12 16,0 0 180-1,-1 0 82-15,-1 0-86 0,0 0-68 16,1 0-46-16,1 0-10 16,0 0-4-16,0 0-7 15,0 0-7-15,0 0 4 16,0 0-4-16,0 0-4 16,0 0-14-16,0 0-15 15,0 0-5-15,0 0-11 16,0 0-4-16,18 0 4 15,12 0 0-15,8 0 9 16,4 0-8-16,-3-6-1 16,-7-3 0-16,-7 2 0 15,-5 1 0-15,-7 0 1 16,-4 1 0-16,-5 3 1 0,-1 0 1 16,-2 0-1-1,-1 2 4-15,0 0-6 0,0 0-4 16,0 11-4-16,0 17 7 15,-4 16 1-15,-4 7 6 16,-2 7-5-16,3 7 3 16,0 1-4-16,4-1-5 15,2-8 3-15,-2-7-113 16,-6-10-161-16,-10-11-232 16</inkml:trace>
  <inkml:trace contextRef="#ctx0" brushRef="#br1" timeOffset="212621.72">7438 8273 675 0,'0'0'161'0,"0"0"-138"15,0 0 30 1,0 0 77-16,0 0-17 0,0 0-36 15,0-33-71 1,0 44-6-16,0 27 0 0,0 23 18 16,1 26 67-16,4 29-44 15,2 17-20-15,0 19 50 16,-2 9-19-16,-2-5-15 16,-3-15-28-16,0-27-2 15,3-25-7-15,3-23 1 16,0-16-1-16,-1-15 2 15,0-10-2-15,2-12-8 16,2-10-232-16,1-3-159 16,1-22-126-16</inkml:trace>
  <inkml:trace contextRef="#ctx0" brushRef="#br1" timeOffset="214287.88">7596 8360 544 0,'0'0'88'0,"0"0"-32"16,0 0 11-16,0 0 89 16,0 0-33-16,0 0-34 15,-21-25-21-15,21 20 8 16,0-1-14-16,0-2-12 15,0-2-10-15,-2 2-10 16,1-5 10-16,-6 1 3 16,0-1-16-16,-1-4-12 15,-1-1-11-15,1 0 2 16,-1-3 0-16,-1 1 2 0,3 2-4 16,-2 2-3-16,2 6 4 15,5 5 5-15,1 3 11 16,1 2 11-16,0 0-19 15,0 0-7-15,5 0-6 16,19 0 1-16,12 0 8 16,9 0 0-16,7 0-7 15,7 0 4-15,6 0 0 16,5 0 10-16,2 0-6 16,2 0 1-16,-4 0 3 15,-4 0-4-15,0 0-5 16,-5 0 12-16,-7 0-11 15,-5 0 0-15,-3 2-2 16,2-1-1-16,1-1 1 0,6 0 4 16,4 0-3-16,1 0 4 15,-1-5-6-15,-4 4-3 16,-2 1-1-16,-1 0 1 16,0 0 0-16,2-1 0 15,1-2 0-15,2-4-2 16,3 1 4-16,0-5-2 15,0 2 0-15,-2 0 0 16,0 1 5-16,-5 4-5 16,-3-1 3-16,0 3-3 15,-3 1 0-15,-2-1 0 16,-1 2 0-16,0-2 2 16,-1-2-2-16,2 0 1 0,3-3 1 15,7 2-2 1,4-1 0-16,2-2 3 0,-2 1-3 15,2-1-6-15,-3-1 6 16,4 2 0-16,2 1 0 16,2-1-3-16,3-2 4 15,-2 1-1-15,0 2 0 16,-1 1-2-16,0 2 2 16,-3 0 3-16,2 1-1 15,0 1-4-15,-1-2 5 0,0 0-2 16,-2 0-1-1,-2 0 1-15,0 3-1 0,-1-1 1 16,-1-1 2-16,-3 0-6 16,2-7 1-16,-2 3 1 15,1-1 0-15,2-4-1 16,2 0 2-16,2 2 0 16,0 0 0-16,-2-2-2 15,1 2 1-15,-2 1 1 16,0-1 0-16,-2 3 1 15,-2 0-1-15,-2 0 0 16,-1 0 2-16,-1 0-2 16,-5-1 3-16,5-1-2 15,-5 1-1-15,6-2 1 16,2 1 0-16,1 1-1 0,1 1 2 16,-1 1-5-1,-3 2 2-15,-3-1-1 0,-4-1 1 16,0 1 1-16,2-3 0 15,0 2 0-15,1-2-4 16,-1 1 4-16,-3-1 0 16,-6 3 0-16,-5-3 0 15,-1 1 2-15,-6 3-1 16,-5 2-1-16,-4 0-2 16,-6-1 2-16,-2 2 2 15,-1 0-1-15,1 0-2 16,-3 0 2-16,1 0-1 0,-2 0 0 15,0 0 2 1,1 0-5-16,1 0 5 0,-4 0-2 16,0 0 0-16,-2 0 0 15,-1 0 0-15,0 0 0 16,0 0-1-16,0 0 0 16,0 0 1-16,0 0-1 15,0 0-1-15,0 0-2 16,2 6 4-16,2 3-1 15,2 4 2-15,0 3-2 16,0 5 1-16,1 7 0 16,-3 13 0-16,1 10 1 15,-1 13 1-15,-3 12 11 16,1 7-2-16,1 2-1 16,2 2-3-16,2-3 4 0,3-7-4 15,2-7-7-15,1-3 10 16,0-8-6-16,-1-5-4 15,0-9 4-15,-2-10-4 16,0-8 0-16,-2-7 0 16,-1-4-4-16,-2-2 2 15,-5 0-38-15,0 2-59 16,-19-4-84-16,-22-8-441 16</inkml:trace>
  <inkml:trace contextRef="#ctx0" brushRef="#br1" timeOffset="-213791.85">7565 9679 638 0,'0'0'299'0,"0"0"-269"0,0 0-30 15,0 0 84-15,0 0 64 16,0 0-55-16,-42-6-49 15,42 6-10-15,0 0 38 16,0-1-1-16,0 1-23 16,4-2-18-16,12-2 1 15,11-3 32-15,8-2-20 16,7 0-22-16,4 2-7 16,8 1-6-16,6 0-1 15,6 0 12-15,0 2-13 0,5-1 5 16,-4 1-1-16,-2-1-8 15,1 4 6-15,-2-1 1 16,-2 2-6-16,-4 0 4 16,-6 0-4-16,-1 0 6 15,1 0-6-15,1-1-2 16,7 1 8-16,2-3-5 16,0-2-1-16,1-2 0 15,-1-1-2-15,3-1 5 16,-2-2 1-16,5-1-4 15,2 2 1-15,2-1 0 16,0 3-3-16,3 3 3 16,2-1-2-16,1 1 4 15,1 3-5-15,-6-2 4 16,-4 1 1-16,-3 2 4 0,-1-1-7 16,0 1 4-16,3-1-7 15,7-1 7-15,1 0-7 16,2-3 0-16,6-1 2 15,5-2 0-15,1-2 0 16,2 2 2-16,1-2-2 16,1 2 3-16,1 1 0 15,-5 3-4-15,-4 1 8 16,-6-1-7-16,-3 1 1 16,3-4-2-16,5-3 1 15,4-1-1-15,3-3-1 16,-4 1-2-16,2 3 2 0,-7 0 0 15,-4 2 1 1,-11 3-1-16,-5 0 0 0,-2-2 1 16,0 1-1-16,7-3 2 15,0-1 2-15,4 1 1 16,-2-1-4-16,2 0 9 16,2 2-3-16,1 2-4 15,0-2 1-15,-5 3-4 16,-6-1 5-16,-4 0-5 15,-5 1 0-15,-3-1 0 16,-4-1 0-16,-6 1 0 16,-7-1 0-16,-8 2 0 15,-11 1 0-15,-6 3 0 16,-4-1 0-16,-5 1 0 16,-1 0-8-16,0-1-52 0,-20-1-24 15,-26-5-86 1,-23-12-486-16</inkml:trace>
  <inkml:trace contextRef="#ctx0" brushRef="#br1" timeOffset="-212689.53">4531 2311 362 0,'0'0'62'0,"0"0"-62"0,0 0 2 15,0 0 4-15,0 0-1 16,0 0 1-16,0 0 10 15,3 0 33-15,2 0 91 16,-2-5-8-16,2-3 12 16,-2-4-2-16,1-1-18 15,-1-1-53-15,-1-1 2 16,-1 3 9-16,-1 4-28 16,0 3 1-16,0 5-12 15,0 0-6-15,0 0-31 0,0 0 0 16,0 0-6-16,0 11-5 15,0 21 3-15,-1 16 2 16,-11 9 7-16,-1 3-5 16,1-2 1-16,1 0-4 15,-1 3 1-15,0 9-4 16,-3 5 2-16,2 1-17 16,-4-17-433-16</inkml:trace>
  <inkml:trace contextRef="#ctx0" brushRef="#br2" timeOffset="-206835.7">6234 10263 154 0,'0'0'650'0,"0"0"-592"15,0 0-41-15,0 0 50 16,0 0 58-16,0 0-31 15,0-5-43-15,0 5-7 16,0 0 8-16,0 0 0 16,0 0-9-16,0 0-15 15,0 0 0-15,0 0 5 16,0 8-29-16,0 20-1 16,0 10 24-16,-3 8 36 15,0 1-44-15,3-5 0 16,0-1 3-16,0-4 4 15,0-3-6-15,0-4-8 16,0-6-8-16,0-5 0 0,0-1-4 16,0-1 0-1,-3-1-6-15,-1 0-42 0,2-6-80 16,2-6-119-16,0-4-218 16</inkml:trace>
  <inkml:trace contextRef="#ctx0" brushRef="#br2" timeOffset="-206696.58">6515 10536 1334 0,'0'0'0'16,"0"0"-191"-16,0 0 45 16,0 0 134-16,0 0-243 0</inkml:trace>
  <inkml:trace contextRef="#ctx0" brushRef="#br2" timeOffset="-206210.08">7296 10094 1213 0,'0'0'93'0,"0"0"-79"0,0 0 4 16,0 0 51-16,0 0-41 15,0 0-19-15,98-7 5 16,-39 7-2-16,1 0-11 16,0 0-1-16,2 0 0 15,-5-5-13-15,-8-4-105 16,-13 2-69-16,-16-2-197 16</inkml:trace>
  <inkml:trace contextRef="#ctx0" brushRef="#br2" timeOffset="-205994.26">7570 10085 1180 0,'0'0'99'16,"0"0"-93"-16,-10 77-6 16,10-34 55-16,0 8-4 15,5 7-26-15,0 0-10 16,-5 2-1-16,0-2-13 15,0-3-1-15,0 0-2 16,0-5-73-16,0-4-55 16,0-9-127-16,0-10-186 15</inkml:trace>
  <inkml:trace contextRef="#ctx0" brushRef="#br2" timeOffset="-205327.96">7824 10439 938 0,'0'0'68'16,"0"0"-46"-16,0 0 79 16,-13-91 30-16,2 83-22 15,0 6-59-15,-8 2-8 16,-2 16-11-16,-3 22-2 15,3 11 18-15,6 6-20 0,8-3-14 16,7-7-2-16,0-5-11 16,11-16 0-16,10-8-3 15,0-10 6-15,4-6-3 16,4 0 0-16,0-22-1 16,-3-5-30-16,-4-6-7 15,-4-7 23-15,-8 2 15 16,-3-2 0-16,-5 9 0 15,-1 11 0-15,-1 10 1 16,0 7 3-16,0 3-4 16,0 9-14-16,2 16 5 15,3 8 9-15,2 2 7 16,3-7-5-16,3-4-2 16,4-7 0-16,3-6 0 15,2-8-7-15,-1-3-8 0,1 0 3 16,-4-14-2-16,1-9-9 15,-2-1-15-15,-3-4 28 16,-3-5 8-16,-4-4 1 16,-6-6 2-16,-1-1-1 15,0-5 3-15,0 4-1 16,-7 10 2-16,-1 11 15 16,3 12 41-16,2 10 8 15,0 2-34-15,3 16-34 16,0 19 0-16,0 17 22 0,0 6-6 15,0 1-11 1,0-5-2-16,3-4-1 0,3-5-2 16,-1-5 0-1,-1-3 0-15,-3-7-38 0,1 0-101 16,2-6-59-16,-3-8-234 16</inkml:trace>
  <inkml:trace contextRef="#ctx0" brushRef="#br2" timeOffset="-204975.08">8299 10325 917 0,'0'0'363'0,"0"0"-344"16,0 0-15-16,0 0 9 0,0 0 32 15,-77 78-11 1,55-45-28-16,0 0 1 0,-1-3 9 15,0-6 1-15,2-6 3 16,7-6-11-16,8-8-2 16,5-4-2-16,1 0 4 15,0 0-8-15,7-12 8 16,11-8-5-16,3-2-3 16,3 4-2-16,0 8 1 15,-3 7 0-15,3 3-3 16,-4 0 1-16,1 21-2 15,0 5 4-15,-1 3-1 0,-1 0 0 16,0 0-3-16,-2-7-38 16,-1 0-88-16,1-8-55 15,-4-5-140-15,1-9-217 16</inkml:trace>
  <inkml:trace contextRef="#ctx0" brushRef="#br2" timeOffset="-204785.69">8508 10372 880 0,'0'0'248'0,"0"0"-216"15,0 0-32-15,0 0 29 16,0 0 45-16,-7 113-46 0,14-73-21 16,0-8-5-1,1 0-2-15,0-11-5 0,1-6-96 16,1-7-121-16,-4-8-192 15</inkml:trace>
  <inkml:trace contextRef="#ctx0" brushRef="#br2" timeOffset="-204610.07">8568 10194 1027 0,'0'0'0'0,"0"0"-129"16,0 0 101-16,0 0 28 0,6 100-115 16,5-67-269-16</inkml:trace>
  <inkml:trace contextRef="#ctx0" brushRef="#br2" timeOffset="-203925.4">8640 10478 134 0,'0'0'719'15,"0"0"-688"-15,0 0-23 16,0 0 69-16,0 0 35 16,33 99-53-16,-19-76-25 0,-4-7-10 15,-2-7 11 1,-3-4-13-16,-3-5 3 16,1 0 12-16,4-4 30 0,3-12 12 15,2-8-60 1,1-6-14-16,0-3 0 0,1-2-4 15,-1 5 0-15,-3 8-1 16,-5 11 1-16,-1 8 1 16,-1 3-2-16,4 17-19 15,6 16 19-15,3 6 48 16,8 0-33-16,3-6-15 16,6-10 2-16,7-10 2 15,4-13-4-15,1 0-4 16,-2-18 2-16,-6-11-1 15,-7-4-9-15,-10 0 3 16,-6 2 9-16,-9-1 1 16,-5 1-1-16,0 2-3 0,-7 2-1 15,-8 1 1-15,-4 4-1 16,-1 5 1-16,2 5 6 16,4 6 2-16,5 6-5 15,-1 0 0-15,0 23 2 16,-2 15 3-16,4 13 19 15,4 9-18-15,4 6 5 16,0 8-1-16,14 4-1 16,4 2-1-16,-1 4 6 15,0-8-4-15,-6 1-5 16,-4-10 1-16,-7-15-4 16,0-11 9-16,0-19 10 15,-5-8 18-15,-12-8 2 0,-6-6 4 16,-9 0-17-16,-3-13-14 15,-2-18 10-15,7-11-9 16,5-9-6-16,11-5-6 16,11 1 0-16,3 2-3 15,17 1-1-15,18 6-5 16,6 0-34-16,10 5-45 16,1 0-116-16,0 5-164 15,-9-3-576-15</inkml:trace>
  <inkml:trace contextRef="#ctx0" brushRef="#br2" timeOffset="-201760.89">9717 10391 407 0,'0'0'121'15,"0"0"-87"-15,0 0 25 16,0 0 108-16,0 0-23 15,5-83-35-15,-5 65 1 16,0 0-28-16,0 1-14 16,1 4-19-16,3 2-25 15,-1 3-3-15,-1 6-3 16,2 2-11-16,5 0-7 16,1 22-7-16,1 16 7 15,1 10 31-15,-3 6-19 0,-1 2-11 16,-3-5 2-16,-1-6-1 15,-3-4 0-15,-1-11-2 16,0-10-1-16,0-7 1 16,0-6-3-16,0-7 3 15,0 0 20-15,0 0 1 16,0 0 5-16,0-11-3 16,0-9-23-16,0-10-5 15,0-7 2-15,2-7-1 16,11 3-5-16,4 0 3 15,1 7 1-15,4 8 3 16,0 9-4-16,1 10 4 16,-1 7 2-16,-2 0-9 0,-2 13 8 15,-2 11-4-15,-3 6 5 16,-3 2-2-16,-5 3 5 16,-5-5-1-16,0 0 0 15,0-9-1-15,0-5 2 16,0-6 0-16,0-8 0 15,0-2-3-15,0 0 5 16,0 0 5-16,0 0 2 16,0-16 2-16,0-13-14 15,3-9-5-15,5-4 4 16,2 2 2-16,2 6-2 16,-2 6 1-16,0 8-1 15,0 7 2-15,-1 10-3 0,-1 3-4 16,2 7 0-1,3 16 6-15,2 11 19 0,1 2-7 16,-2 0-5-16,3-3-7 16,2-5 3-16,-1-5-2 15,1-6 0-15,-1-7-1 16,-2-7-8-16,3-3-27 16,0 0-27-16,-1-15 8 15,2-10 0-15,0-1-28 16,-2-10 18-16,-1 2 34 15,-3 0 29-15,-7 5 1 16,-1 11 3-16,-3 8 10 0,-3 9 43 16,2 1-12-16,-2 0-32 15,0 14-7-15,0 6 21 16,0 5 16-16,1-2-30 16,5-2-9-16,2-3 1 15,4-4 2-15,-1-5-5 16,4-3 2-16,2-5-2 15,2-1 3-15,-1 0 1 16,-1 0-3-16,-3-7 5 16,-5-5-4-16,-4-6 1 15,-5-4 2-15,0-1-2 16,-10-6 9-16,-14 0 28 0,-8 3 14 16,-1 1-30-16,0 7-7 15,2 7-7 1,12 3-1-16,7 5-10 0,9 3-8 15,3 0 6-15,0 2-33 16,7 14-41-16,14 6 51 16,7-2-46-16,6-2 17 15,4-2-10-15,4-2 0 16,0-8 10-16,-2-2 4 16,-6-4 17-16,-8 0 29 15,-9 0 4-15,-8 0 2 16,-6 0 2-16,-3 0 37 15,0 0 22-15,0 0-14 0,0 10-32 16,0 3-15 0,0 7 25-16,0 0 18 0,0 2-30 15,0-6-10-15,0-1 0 16,4-5-2-16,5-3 5 16,1-3-8-16,3-4 8 15,3 0 3-15,2-13 0 16,-3-7 0-16,-2-6 14 15,-6-5 46-15,-7-6-17 16,0-7-17-16,-14-3-5 16,-9 1-1-16,-5-1-3 15,-1 0-6-15,-1 2-8 16,4 2-14-16,4 8 3 16,8 13-3-16,8 10 0 0,4 12-1 15,2 6-24-15,0 24-75 16,0 9 91-16,15 4-152 15,7 2-12-15,3-3-96 16,2-4-116-16</inkml:trace>
  <inkml:trace contextRef="#ctx0" brushRef="#br2" timeOffset="-201242.03">11168 10112 1160 0,'0'0'44'16,"0"0"-34"-16,0 0 12 15,0 0 14-15,0 0-23 16,0 0 51-16,0 85-35 16,-9-55-13-16,-4-2-3 15,-4-2 3-15,1-2-5 16,-1-4 1-16,2-7-1 15,5-4-7-15,3-6-3 16,7 1 0-16,0-4 0 16,0 0-2-16,0 4-9 15,3-3-6-15,14 2 16 16,6 0 4-16,6 0 0 0,3-3-3 16,3 0 0-16,0 0-2 15,-2 0 1-15,-6-12-2 16,-4 0-11-16,-8-2 4 15,-6-2 9-15,-5-2 2 16,-4-3 0-16,0 1 3 16,0 0 1-16,-7 4-1 15,-2 2 15-15,1 7 12 16,4 3 17-16,1 4-4 16,2 0-38-16,-2 21-1 15,0 15-3-15,0 10 18 16,2 11-14-16,-3-1-7 15,4 1 0-15,-2-1 0 0,2-7-8 16,0-6-75 0,0-8-116-16,4-19-262 0</inkml:trace>
  <inkml:trace contextRef="#ctx0" brushRef="#br2" timeOffset="-200407.93">12084 10255 273 0,'0'0'1037'0,"0"0"-1001"16,0 0-33-16,-90 0 26 0,74 29 48 15,6 8-21 1,9 3-39-16,1-2-8 0,0-3 0 16,8-4-3-16,7-11-5 15,0-3-2-15,-1-13 2 16,-4-2 4-16,0-2 4 16,-2 0-7-16,2-12 9 15,1-11-7-15,-2-4-3 16,-4-4-1-16,-3-2 0 15,-2-2 0-15,0 0 0 16,-7 2-4-16,-5 6 4 16,4 6 0-16,1 9 2 15,4 4-1-15,3 4-1 16,0 4 0-16,0 0-5 0,5 0-55 16,17 0 49-1,6 2 11-15,-1 12 0 0,-2 10 0 16,-3 2 0-16,-4 6 4 15,-1 0-1-15,-4-4-1 16,-4-2 1-16,-1-5 2 16,-3-4 0-16,-2-5 3 15,-1-7-3-15,0-3-1 16,-1-2-2-16,1 0 3 16,0 0 9-16,5-7-1 15,0-13-3-15,2-10-10 16,3 0 0-16,-4-1 3 15,1 6-3-15,-1 4 1 16,1 9-2-16,-3 6 1 16,2 6-6-16,1 1-7 0,1 22 13 15,2 8 0-15,1 4 8 16,-2-3-8-16,3-2 1 16,1-7-1-16,4-3 0 15,4-8-50-15,7-9-111 16,4-3-49-16,0-7-162 15,1-17-371-15</inkml:trace>
  <inkml:trace contextRef="#ctx0" brushRef="#br2" timeOffset="-199610.1">12745 9929 800 0,'0'0'393'0,"0"0"-357"16,0 0-27-16,0 0 42 15,-39 78 42-15,39-21-59 16,0-1-19-16,8-2-9 16,4-6 9-16,-6-3 17 15,0-5-18-15,-3-9-13 16,-3-8 6-16,0-10-6 16,0-5 0-16,0-7 2 15,0 1-3-15,0-2 17 16,0 0 5-16,0-17-12 15,0-11-10-15,0-7-2 16,11 5 1-16,5 2 1 0,2 4-22 16,0 12 13-1,4 5 8-15,0 7-5 0,1 0 3 16,-3 7 2-16,0 13 0 16,-6 4 1-16,-4 2 2 15,-7 2 19-15,-3 0-1 16,0-6 8-16,-13-1 11 15,-9-6-3-15,-1-3-2 16,-1-3-13-16,4-4-13 16,5-4-2-16,5-1-6 15,6 0 0-15,4-17-30 16,0-10-87-16,21-10-96 0,9-1 57 16,7 8-49-16,3 8-26 15,3 5-21-15,-4 11 119 16,-6 5 133-16,-6 1 4 15,-9 4 83-15,-2 16 53 16,-6-2 47-16,-3 3-23 16,-4-3-39-16,-3-1-30 15,0-8-3-15,0-2-24 16,-6-4 3-16,-4-3 8 16,-1 0-10-16,-3 0-24 15,-3 0-21-15,3-12-15 16,1-10 6-16,2-9-14 15,6-10 1-15,5-10-2 0,0-9 0 16,5-3 1 0,13 3-4-16,4 10-2 0,2 14 4 15,1 15 1-15,1 15-2 16,1 6 1-16,2 18 1 16,-1 17 2-16,1 8 1 15,-5 7-1-15,-2-2 3 16,-3 0-4-16,-6-3 1 15,-6-2-2-15,-7-6-5 16,0-1-38-16,0-10-130 16,-12-5-73-16,-9-8-195 15</inkml:trace>
  <inkml:trace contextRef="#ctx0" brushRef="#br2" timeOffset="-199175.71">13177 10240 912 0,'0'0'0'0,"0"0"3"16,102-59 9-16,-56 34 48 16,-1 0-38-16,-3-3-11 15,-11 4 15-15,-9 3 29 16,-10 3-26-16,-9 2-10 16,-3-1 9-16,0 3 9 15,-2 3 4-15,-5 4 4 16,3 6-16-16,1 1 4 15,-3 8-24-15,5 14-7 16,-1 8 37-16,2 0-32 0,0 2 5 16,0-4-4-1,9-2 1-15,0-3-4 0,1-9-4 16,-3-3 1-16,0-5-2 16,-4-5 0-16,2-1 0 15,5 0 9-15,5-11 8 16,2-9-10-16,3-4-7 15,-2-2 3-15,1 2-3 16,-3 8 3-16,0 5-4 16,-5 7 1-16,1 4-4 15,0 4-2-15,-1 19 0 16,1 7 6-16,-2 4 6 0,2-3-4 16,1-1-4-16,4-6-34 15,6-7-170-15,2-10-209 16</inkml:trace>
  <inkml:trace contextRef="#ctx0" brushRef="#br2" timeOffset="-198762.43">14210 9915 763 0,'0'0'492'16,"0"0"-465"-16,0 0 4 15,0 0 88-15,-98-54-32 0,76 60-46 16,-5 21-25 0,1 8-1-16,2 2 1 0,9-5-11 15,7-5 0-15,8-3-5 16,0-3-3-16,2-4 3 16,19-2 0-16,7-3 4 15,10-3-1-15,-2 1-3 16,1 0-4-16,0 0-7 15,-6 0 2-15,-3 0 8 16,-11-2 2-16,-8-2-1 16,-7-2 0-16,-2 2 0 15,0 1 5-15,-17 4 41 16,-15 2 11-16,-11 2-22 16,-12-2-21-16,-6 0-4 0,3-3-7 15,8-5-3-15,10-2-5 16,16-3-14-16,13 0-86 15,11-12-86-15,0-11-240 16</inkml:trace>
  <inkml:trace contextRef="#ctx0" brushRef="#br2" timeOffset="-198573.72">14339 9992 1329 0,'0'0'0'16,"0"0"13"-16,3 104-9 0,10-59 21 16,3 0-2-16,-1-3-16 15,0-4-7-15,-3-10-3 16,-5-6-91-16,-1-11-207 16,-2-11-467-16</inkml:trace>
  <inkml:trace contextRef="#ctx0" brushRef="#br2" timeOffset="-198431.25">14531 9861 1222 0,'0'0'0'0,"0"0"-290"16,0 0 144-16,0 0 131 15,21 81-255-15</inkml:trace>
  <inkml:trace contextRef="#ctx0" brushRef="#br2" timeOffset="-197777.35">14685 10120 724 0,'0'0'515'16,"0"0"-488"-16,-87 74-3 16,67-43 66-16,12-1 19 15,6-3-60-15,2-6-42 16,0-6-1-16,10-6-5 15,4-9 5-15,2 0 3 16,6-7 3-16,1-19-1 16,4-6-2-16,-3-5-9 0,-1-1 15 15,-4-4-5-15,-5-1 0 16,-7-6 8-16,-5-6-8 16,-2-1 10-16,-2 2 3 15,-13 9-11-15,4 8-7 16,1 19 2-16,6 8 1 15,2 10-2-15,-1 11-6 16,-1 28-7-16,1 21 6 16,3 9 2-16,0 1 0 15,12-12-1-15,11-10-3 0,9-13-7 16,7-11-6 0,4-13 7-16,2-10 0 0,-3-1-12 15,-5-6 9-15,-9-12-5 16,-5-5 7-16,-6-3 7 15,-3-3 1-15,-4-1 2 16,-7 2-1-16,-3 8 4 16,0 5-5-16,0 10 2 15,0 5-3-15,-8 0-2 16,-7 18 5-16,-2 6 3 16,6 3-3-16,7 3-2 15,4-2 2-15,0 1 0 16,7-5 0-16,8-3-1 15,3 1 0-15,4-6 1 16,0-3 0-16,1 0 1 0,0-6 2 16,-3-1-1-16,-4-3 0 15,-8 0 3-15,-8-3-1 16,0 0 17-16,0 0 28 16,-25 0-27-16,-19 2-2 15,-24 2-20-15,-24 1-90 16,-18-5-193-16,-22 0-761 15</inkml:trace>
  <inkml:trace contextRef="#ctx0" brushRef="#br2" timeOffset="-188114.4">7692 11547 595 0,'0'0'520'0,"0"0"-457"0,0 0-54 16,0 0 40-16,0 0 30 16,0 0-23-16,0 0-28 15,15-80-4-15,-8 65 4 16,3-1-3-16,0 1-5 15,3 0-6-15,2 3-6 16,0 5 0-16,-2-1-6 16,1 8-2-16,-2 0-7 15,0 8 2-15,-1 12 2 16,-3 7 3-16,1 4 4 16,-6 0-4-16,-3 0 0 0,0-1 1 15,0-2-1-15,-7-3-4 16,-4-5 3-16,-1-4 1 15,2-5 14-15,2-4-9 16,4-7-2-16,4 0 5 16,0 0 1-16,0 0 4 15,0 0-4-15,0 0-6 16,0 0-3-16,4 0-3 16,6-4-8-16,4-3 11 15,8 2-10-15,2 5-2 16,4 0 8-16,-2 3-4 15,-2 14 5-15,-2 5-3 16,-7 3 3-16,-5 1 2 16,-6-3-1-16,-4-3-5 0,0-1 7 15,-13-4 13-15,-6-2 29 16,-10 1 17-16,-4-6 6 16,-2-3-6-16,-4-1-18 15,3-4-13-15,-1 0-8 16,5 0-14-16,4-11 1 15,4-3-7-15,9 2-18 16,5 2-58-16,10 3-131 16,0 0-248-16</inkml:trace>
  <inkml:trace contextRef="#ctx0" brushRef="#br2" timeOffset="-181560.94">8372 11612 731 0,'0'0'286'0,"0"0"-272"15,0 0-14-15,0 0 11 16,0 0 44-16,0 0-16 15,0 0-29-15,22 0 8 16,-1 0 28-16,4 0-14 0,1 0-17 16,3 0-6-1,2 0 0-15,4-5-4 0,-1 3-2 16,-3-2-3-16,-7 4-38 16,-9 0-129-16,-9 0-102 15,-6 0-133-15</inkml:trace>
  <inkml:trace contextRef="#ctx0" brushRef="#br2" timeOffset="-178907.99">8450 11809 509 0,'0'0'65'0,"0"0"-53"15,0 0 41-15,0 0 57 16,0 0-47-16,0 0-31 16,0 0 12-16,0-1 15 15,0-1-12-15,0 2 3 16,0 0-1-16,0 0-8 15,3 0-9-15,5 0-13 0,5 0 0 16,9 0 17-16,5 0-9 16,6 0-11-16,3 0-9 15,4 0 0-15,-1 0-4 16,-1-2-3-16,-9-1 0 16,-5 3 0-16,-9 0-13 15,-7 0-59-15,-4 0-102 16,-4 0-38-16,0 0-72 15,-7 0-230-15</inkml:trace>
  <inkml:trace contextRef="#ctx0" brushRef="#br2" timeOffset="-178595.46">8496 11940 1033 0,'0'0'145'0,"0"0"-140"15,0 0-4-15,0 0 39 16,0 0-4-16,0 0-34 0,68 0 20 15,-19-5-9-15,8-6-8 16,2 2-4-16,-4-1-1 16,-7 1-30-1,-15 6-93-15,-9 1-111 0,-14 2-223 16</inkml:trace>
  <inkml:trace contextRef="#ctx0" brushRef="#br2" timeOffset="-174916.75">10180 9804 10 0,'0'0'144'0,"0"0"-100"15,0 0 2-15,0 0 31 16,0 0-19-16,0 0-23 16,0 0-16-16,75 12 40 15,-69-9 35-15,0 1 42 16,-2-1-7-16,-2-1-8 15,0-2 33-15,-2 0-53 0,0 0-31 16,0 0 16-16,0 0-11 16,0 0-17-16,0 0-7 15,0 0-9-15,0 0 1 16,0 0-5-16,0-2-8 16,2-15 8-16,1-7-8 15,2-8-25-15,-2-9-1 16,1-1 1-16,-1-6 2 15,-1-6-1-15,-2-8-6 16,0-3 4-16,0-6-3 16,0 4 1-16,0 1-2 15,-2 5 0-15,-1 9 3 16,-1 7-1-16,3 8-2 0,1 8 3 16,-2 7-3-16,2 6 0 15,0 6 0-15,0 3 1 16,0 5 1-16,0 2-2 15,0 0 0-15,0 0 0 16,0 0 0-16,0 0 0 16,0 0-1-16,0 0-3 15,0 0 4-15,0 0 0 16,0 0-3-16,-2 0-1 16,2 0 4-16,-2 0-2 0,2 0-1 15,-3 0-6 1,-2 15 9-16,-3 11 3 0,-3 6 2 15,-5 3-4 1,4 1-1-16,1-4 0 16,1-4 0-16,1-3 3 0,3-10-2 15,2-3-1-15,3-10-1 16,1 0 1-16,0-2 4 16,0 0-1-16,0 0 1 15,0 0-4-15,0 0 8 16,0 0-4-16,0 0-3 15,0-16 4-15,0-2-5 16,0-7-1-16,8 3 0 16,1 4 2-16,1-1-1 15,3 2 0-15,2-1 0 16,0 1-2-16,1 6 1 16,0 1 1-16,-4 5-1 0,1 4 0 15,-2 0 1-15,3 1 0 16,4 0-5-16,1 0 5 15,4 2 0-15,-1 7 0 16,-2 1-1-16,0-1 2 16,-5-2-1-16,0 1 0 15,-3-2 0-15,-2 4-1 16,-1 0 1-16,0 6-8 16,1 5-40-16,0 4-57 15,2 4-115-15,-1-5-141 0,1-6-352 16</inkml:trace>
  <inkml:trace contextRef="#ctx0" brushRef="#br2" timeOffset="-169534.7">10427 6480 403 0,'0'0'169'0,"0"0"-133"0,0 0 31 15,0 0 71-15,0 0-3 16,0 0 15-16,0 0-57 16,3-73-23-16,-3 57 3 15,-8 3 16-15,-8-2-31 16,-6-2-34-16,-5 1 9 16,0-1-9-16,-1 2-11 15,-3 2 12-15,0 2-14 16,-3 4 0-16,-2 2-5 15,-5 5 4-15,-2 0-2 16,-6 0-5-16,0 9 4 16,-2 7 0-16,5 0-5 0,2 1 8 15,1 3-4 1,2 1-1-16,3 1 4 0,1 0-5 16,4 0 3-16,-1-1 6 15,4 4-6-15,3 0 8 16,1 4-4-16,2 5-9 15,4 9 5-15,2 2-3 16,3 5 0-16,3 3 1 16,4 1-3-16,2 1 3 15,5-1 1-15,1 1-3 16,0-3 1-16,0-1 1 16,0-1 2-16,0 1-1 15,5 0-3-15,5-2 1 16,-2-2 3-16,4-6-3 0,0-5-1 15,0-5-2 1,2 0 1-16,4-5 1 0,-1 2 0 16,7-3-1-16,4-3 0 15,4 3 0-15,3-3 1 16,4-2 0-16,3-1 0 16,6-3-3-16,4-3 3 15,5-3-1-15,1-4-2 16,-3-2 4-16,0-4-4 15,-1 0-1-15,-4 0 1 16,-2-7 0-16,1-7-1 16,3-6 1-16,0-3 0 15,2-5-2-15,-5 0 2 16,-1-2 0-16,-6 0 4 16,-6-1-4-16,-6 0 0 0,-2-4 2 15,-6 0-2-15,-4 1 1 16,-2-4-1-16,-7-1 0 15,-2-2 1-15,2-1-1 16,-5 1 1-16,0-1-1 16,1 2 1-16,-3-1-1 15,-2-1 0-15,0 0 0 16,0-2 0-16,0 1 0 16,-2-1 2-16,-11-1-2 15,-4-2 0-15,-10-1-1 16,-4-2 0-16,-8-4 1 15,-5-3 0-15,-4 0 0 0,-2 2 0 16,-4 5-1-16,1 6 0 16,-1 11-1-16,6 11 1 15,2 6 1-15,7 10-6 16,0 6-6-16,3 8-32 16,0 25-29-16,4 17-86 15,11 6-110-15,9-3-122 16,10-6-267-16</inkml:trace>
  <inkml:trace contextRef="#ctx0" brushRef="#br2" timeOffset="-163168.28">9535 11792 812 0,'0'0'258'0,"0"0"-232"15,0 0 56-15,0 0 68 16,0 0-20-16,0 0-49 16,0 0-23-16,-22-8-9 15,22 8-10-15,0 0-13 0,0 0-12 16,5 0-4-1,15 0 0-15,10 4 36 0,8 3-18 16,4-3-23-16,0-2 3 16,0-2-4-16,-6 0-2 15,-2 0-1-15,-6 0-1 16,-3 0-1-16,-8 0-31 16,-5 0-40-16,-7 0-64 15,0 0-80-15,-5-10-106 16,1-6-263-16</inkml:trace>
  <inkml:trace contextRef="#ctx0" brushRef="#br2" timeOffset="-162586.65">10181 11439 998 0,'0'0'155'0,"0"0"-133"0,0 0 101 16,0 0 43-16,0 0-72 15,0 0-50-15,-17-20-4 16,17 20-6-16,0 0-10 16,0 0-11-16,0 0-7 15,0 0-6-15,6 0-2 16,15 0 2-16,7 2 11 16,7 2 2-16,-1 1-11 15,3-5 2-15,2 0-3 16,1 0 0-16,-5-5 2 15,-5-4-1-15,-8-3 1 16,-9 4-1-16,-6 2 0 16,-5 5 6-16,-2-1 3 0,0 2 9 15,0 0 3-15,0 0-18 16,0 0-3-16,0 0-2 16,0 13-2-16,0 20 2 15,0 12 3-15,-7 14 20 16,-4 1-18-16,3-4-3 15,-2-1-1-15,-2-5-1 16,4-7 0-16,-2-2-19 16,5-12-35-16,2-1-38 15,1-12-139-15,2-9-205 16,-1-7-180-16</inkml:trace>
  <inkml:trace contextRef="#ctx0" brushRef="#br2" timeOffset="-162202.78">10962 11261 1133 0,'0'0'206'0,"0"0"-195"16,0 0-11-16,0 0 102 15,0 0-11-15,0 0-66 16,-43 14-20-16,29 23 39 16,-2 11 16-16,0 8-20 15,6 6-12-15,2 1-5 16,4 1-1-16,4-5-13 15,0-2-7-15,0-7-1 16,14-6-1-16,3-8-12 16,1-6-42-16,2-5-48 15,-2-5-39-15,4-10-78 16,2-10-150-16,-1 0-144 16</inkml:trace>
  <inkml:trace contextRef="#ctx0" brushRef="#br2" timeOffset="-160419.99">11091 11537 1215 0,'0'0'85'16,"0"0"-80"-16,0 0 1 15,0 0 42-15,0 0 11 16,0 0-57-16,-7-44 2 15,26 44-2-15,4 10 30 0,-1 11 8 16,-1 9-19-16,-2 10-2 16,-3 0 7-16,-2-1-6 15,-4 2-10-15,-2-11-5 16,-2-3-2-16,-2-7 0 16,-2-7-2-16,-2-5 0 15,1-5 0-15,-1-3-1 16,0 0 4-16,0 0 8 15,0-3 6-15,0-25-3 16,4-12-15-16,2-7-4 16,4-2 4-16,2 8-4 15,2 7 1-15,-2 8 3 16,1 9-1-16,-1 7 0 16,-1 3-4-16,1 7-1 15,1 0-6-15,4 17 12 16,2 7 1-16,-3 5 1 0,-3 3 1 15,-3-4-1-15,-1-1-2 16,-2-7 2-16,-1-2-3 16,-2-5 1-16,-1-5 0 15,-2-3 3-15,1-4-2 16,0-1-1-16,-2 0 2 16,2 0 3-16,-1 0 6 15,4-17-4-15,2-11-7 16,2-11-2-16,2-2 2 0,-1-3 0 15,0 6 0 1,-2 9 2-16,1 8-4 0,-2 6 4 16,-3 4 0-16,2 5 0 15,-5 6 1-15,1 0 0 16,5 4-3-16,1 20 0 16,6 5 22-16,0 8 4 15,2-3-18-15,-3-3-7 16,0-8 2-16,0-3-1 15,1-4-2-15,-1-7-3 16,2-5-5-16,1 0-24 16,2-4-17-16,3 0-29 15,1-11 5-15,0-8 21 16,-5-4 18-16,-4 2 10 16,-4-5 13-16,-1 2-1 15,-3 8 12-15,-1 5 3 16,-3 8 24-16,-1 3 19 0,0 0-24 15,0 0-17-15,0 7-2 16,3 6 5-16,0 4 15 16,1-4-13-16,-1-2-7 15,0-2 0-15,1-7-1 16,-1 4 1-16,-1-6-2 16,-1 0 1-16,-1 0 0 15,4 0 8-15,3-8 1 16,1-6-1-16,1-1-7 15,-5 0-1-15,-2 3 3 0,-2-1-2 16,0 2 0 0,0 0 2-16,0 2 1 0,0 5 7 15,0 4 18 1,0 0-5-16,0 0-6 0,0 0-13 16,0 0-5-16,0 0-2 15,0 0 0-15,0 0 0 16,0 0-1-16,0 0 2 15,0 0 1-15,0 0 5 16,0 0-3-16,-2 0-3 16,-5 1 1-16,-2 13 1 15,-3 6 12-15,0 2-14 16,4 1 2-16,0 2-1 16,2 2 1-16,2-1-2 15,2-4-1-15,2-4 0 16,0-4 0-16,0-4-2 0,0-1 2 15,10-5 0-15,3-3-2 16,4 1 1-16,1-2-5 16,5 0-4-16,-1 0-6 15,-2 0-4-15,-3 0 12 16,-5-3 2-16,-7-7 6 16,0 0 6-16,-5-4-2 15,0-3 4-15,0-1 16 16,0-4-7-16,-7-5 0 15,-11-6-5-15,-7 3 0 16,0 0-5-16,3 6-2 0,4 10-2 16,7 9-2-16,7 1-1 15,2 4-4-15,2 6-5 16,0 17-52-16,0 6 45 16,15-4-96-16,11-4-56 15,6-5 36-15,2-8-19 16,1-1-24-16,0-7 102 15,-3 0 73-15,-6-8 3 16,-3-3 11-16,-9 2 27 16,-5 0 39-16,-4 5 25 15,-5 1-6-15,0 3-5 16,0 0 1-16,0 0-16 16,0 0-29-16,0 0-23 0,0 0-20 15,0 7-5 1,0 15 4-16,-5 6 14 0,3 0-12 15,2-2 2-15,0-7-7 16,14-2 2-16,4-10-2 16,4-5-1-16,3-2 2 15,4-3 5-15,-2-14-1 16,-2-7-3-16,-6-1-1 16,-8-2 2-16,-4-9 1 15,-7-2 5-15,0-3 13 16,-3-2 6-16,-21-1-10 15,-5-3-8-15,-7 1-5 0,3 5 0 16,3 12-7 0,10 14 1-16,10 6-4 0,5 9 2 15,3 0-9-15,2 15-21 16,0 13-26-16,0 9 23 16,5-2-124-16,20-3-69 15,7-7-72-15,3-10-136 16</inkml:trace>
  <inkml:trace contextRef="#ctx0" brushRef="#br2" timeOffset="-159920.09">12639 11176 1376 0,'0'0'109'0,"0"0"-104"0,0 0 22 16,0 0 11-16,0 0-36 15,0 0 16-15,-18 104 22 16,4-58-34-16,-1-2 3 16,-5-5 6-16,-1-2-10 15,1-9-4-15,1-8 3 16,7-8-3-16,5-6 0 16,6-6-1-16,1 0 8 15,0 0-8-15,0 0-11 16,5 0-2-16,15 0 13 0,11 0 5 15,8-4-2 1,5-1-1-16,2 1-3 0,1-2 1 16,-5 0-8-1,-7-3 8-15,-10 1-5 0,-9 1-2 16,-9-2 5-16,-3-4 2 16,-4-6 4-16,0 0 1 15,0-3-5-15,-5 6 0 16,-7 7 4-16,2 0 12 15,4 8 6-15,2 1 8 16,1 0-17-16,0 14-13 16,-4 20 3-16,0 9 7 15,2 10-9-15,4-2 0 16,1 2-2-16,0-5 0 16,0-6 0-16,11-11-42 15,2-5-61-15,-1-9-130 16,0-15-239-16</inkml:trace>
  <inkml:trace contextRef="#ctx0" brushRef="#br2" timeOffset="-159687.71">13005 11081 1334 0,'0'0'218'15,"0"0"-218"-15,0 0-22 0,65 84 22 16,-36-17 60 0,-4 13-1-16,-10 4-41 0,-8-1-10 15,-7-5-5-15,0-8-3 16,-29-7-25-16,-13-6-98 16,-15-5-113-16,-15-13-172 15</inkml:trace>
  <inkml:trace contextRef="#ctx0" brushRef="#br2" timeOffset="-155459.25">10112 11809 1220 0,'0'0'237'0,"0"0"-237"0,0 0-6 15,0 0 6-15,0 0 5 16,0 0-4-16,0 0 2 16,9 24 10-16,-8-21 1 15,2-3-3-15,-3 0 0 16,0 0 8-16,0 0 28 15,0 0-8-15,0 0-23 16,0 0-5-16,0 0-8 16,0 0-2-16,0 0-1 15,0 0-19-15,0 0-64 16,-3-5-143-16,-10-7-360 16</inkml:trace>
  <inkml:trace contextRef="#ctx0" brushRef="#br2" timeOffset="-145106.43">6799 11731 351 0,'0'0'697'0,"0"0"-658"0,0 0-39 16,0 0-2-16,0 0 2 16,0 0 0-16,0 0 13 15,25 53 4-15,-15-34-10 16,-1-4-3-16,-5-5 1 16,2-7 8-16,-3-3 27 15,-2 0 47-15,6 0 11 16,7-10-26-16,4-10-25 15,5-10-29-15,5-3 2 16,1-6-9-16,8 0-11 0,7 0-10 16,12 3-147-16,8 4-91 15,8 13-358-15</inkml:trace>
  <inkml:trace contextRef="#ctx0" brushRef="#br0" timeOffset="-141154.03">9610 11433 852 0,'0'0'312'0,"0"0"-308"16,0 0 13-16,0 0 24 15,0 0 26-15,0 0-9 16,11-9-36-16,0-2 5 16,2-6-20-16,1-2 5 15,-2 2 14-15,-2 0-2 16,-1 4-5-16,-4 1 8 0,0 0-8 16,-1 5-10-1,0-4-5-15,-1 8 0 0,-1-2-1 16,0 3 1-16,-2 2-1 15,0 0 7-15,0 0-1 16,0 0-7-16,0 0-2 16,0 0-3-16,0 4-6 15,0 14 9-15,0 14 1 16,0 8 13-16,0 9-8 16,0 4-2-16,0-7-2 15,0 0-1-15,-4-5-1 16,3-8 0-16,-1-5 0 15,1-12 0-15,-2-9 1 16,3-1 0-16,-1-4-1 16,1-2-2-16,-2 0 2 0,1 0 3 15,-1 0 2-15,-5 0 11 16,-4 0 0-16,-10 0-7 16,-6 0-9-16,-4 0 1 15,4 0 0-15,4 0 1 16,4 0-1-16,8 0 3 15,6 0-4-15,5 0 1 16,0 0 3-16,0 0 3 16,0 0 0-16,0 0 6 15,15-2-12-15,12-5 13 16,9 1-4-16,6-5-8 16,3 2 1-16,-1 0-3 0,-6 5-1 15,-3-1-1 1,-4 3-59-16,-7 1-127 0,-7-2-104 15,-12 0-274-15</inkml:trace>
  <inkml:trace contextRef="#ctx0" brushRef="#br0" timeOffset="-139890.87">12057 8238 356 0,'0'0'482'0,"0"0"-401"15,0 0-57-15,0 0 111 16,0 0-1-16,0 0-53 16,14-12-26-16,-6-3-34 15,4-5-20-15,-1 3 20 16,-2-1 10-16,-1 0-1 15,-1 1 6-15,0-3-15 0,-1 6-5 16,-2 2 0-16,-1 5 1 16,-3 6 16-16,0 1 3 15,0 0-30-15,0 0-6 16,0 0-9-16,0 0-6 16,0 17 10-16,0 10 5 15,0 7 15-15,0 3-11 16,0 4-4-16,0 3 1 15,0 2-1-15,3-5 4 16,5-2-7-16,1-7 5 16,-3-7-2-16,0-8 3 15,-5-6-3-15,-1-6 0 16,0 0 0-16,0-3-14 16,0 0 6-16,0 0 8 15,-8 0 6-15,-14-2 12 16,-4 0-13-16,-5 0 0 0,4 0-1 15,9 0 0-15,8 0 1 16,5-4-4-16,5 2 36 16,0 0-16-16,0-1-12 15,11 1-9-15,17-5 0 16,10-2 8-16,10 1-6 16,-3 1 0-16,-3 2-3 15,-7 4 1-15,-3 1-21 16,-2 0-87-16,-3 0-72 15,-2 0-92-15,-8 0-313 16</inkml:trace>
  <inkml:trace contextRef="#ctx0" brushRef="#br0" timeOffset="-139689.4">12806 8494 1350 0,'0'0'308'15,"0"0"-308"-15,0 0 0 16,0 0 9-16,0 0-9 16,0 0-52-16,0-11-211 0,-3 11-495 15</inkml:trace>
  <inkml:trace contextRef="#ctx0" brushRef="#br0" timeOffset="-132713.4">9471 8606 421 0,'-17'126'8'0,"17"8"-8"15,1-3-10-15,35-18-5 16,14-16-37-16</inkml:trace>
  <inkml:trace contextRef="#ctx0" brushRef="#br0" timeOffset="-131042.45">9725 8013 252 0,'0'0'79'0,"0"0"-73"16,0 0-1-16,0 0 3 15,0 0 49-15,0 0-3 16,-79 6-42-16,71-3-10 15,-2 0 1-15,0 2-2 16,-1-1 0-16,-2 2-1 0,0 1 1 16,0 3 1-16,-3 0 1 15,5 2-2-15,-2 0 4 16,-1 1 1-16,4-2-1 16,0 3-2-16,0-2 3 15,3 0-3-15,1 1 2 16,1 3 7-16,0 0-2 15,-2 3 4-15,0 4 27 16,-1 4-2-16,0 0-6 16,-1 1-14-16,1-2 2 15,0 2 19-15,-1 0-8 16,2-2-16-16,1 3 3 16,1 0 10-16,2 1 3 15,-1 0-4-15,4 0-11 16,-2 2-3-16,2 1-3 15,0 1 1-15,0 1 4 0,0-2-8 16,0-5 4-16,0 0-2 16,6-4-3-1,-2-1 1-15,3-4 4 0,0 1 2 16,-1-3-2-16,3 5-4 16,-1-1 6-16,3-1 2 15,-1 2-1-15,-1 0-4 16,3 2-3-16,-4-3-3 15,4 2 4-15,0-5-8 16,0 2 5-16,1-4 4 16,0 1-7-16,3 0 7 0,0-4-2 15,3 0 0 1,-1-1-1-16,0 0-1 0,2-3 4 16,2 1 2-16,1-3-1 15,-1-1 5-15,2-1-4 16,1-4-1-16,0-1 4 15,3 0-9-15,7 0 4 16,0-10 4-16,5-4-11 16,1-1 6-16,-1-1-7 15,-5 1-1-15,-5 2-1 16,-3 0-1-16,-6-2 1 16,-1 1 0-16,1-3 1 0,-3-2-1 15,0-3 2 1,-1-2-2-16,-4-2 0 0,-4 1 2 15,-5-3-2-15,2 0 3 16,-5-2-2-16,1-3 3 16,0 1-3-16,-2-3 1 15,0-1-2-15,0 0 3 16,1 0-3-16,3 3 0 16,-2 2 1-16,1-1-1 15,-2 2 0-15,2 1 1 16,-2 1-1-16,1-2 2 15,-1-1-1-15,1-2 0 16,-2 0 2-16,0 0 1 16,0 0 4-16,0 0-3 15,0 1 5-15,0-2 1 0,-5 1 10 16,-2 0-11-16,-3-2-10 16,0 3 11-16,-2 3 5 15,-2 1-3-15,-3 3 10 16,-2 2 3-16,-3 5-6 15,0 3 5-15,3 3-19 16,-3 2 3-16,-3 1-7 16,-2 4 2-16,-1 1-3 15,-6 2 0-15,3 2-2 16,-3 0 0-16,-3 12-11 16,1 10 5-16,-3 6-50 15,4 5-54-15,2 4 5 16,1-2-126-16,0-4-226 0</inkml:trace>
  <inkml:trace contextRef="#ctx0" brushRef="#br2" timeOffset="-126674.15">17807 1694 954 0,'0'0'278'0,"0"0"-250"15,0 0-22-15,0 0 13 16,0 0-3-16,0 0-5 16,40-56-8-16,-24 61-3 15,0 20 3-15,-10 3-2 16,-6 10 1-16,0 6 3 16,-23 4 7-16,-15 3 13 15,-14-2-8-15,-7-5-8 16,1-10 12-16,7-12 33 15,18-12 1-15,13-8-2 16,13-2 6-16,7-10 10 0,0-14-42 16,17-8-23-1,16 1-6-15,9 6 2 0,1 7 0 16,5 8-2-16,1 9-33 16,5 1-62-16,1 12-74 15,-2 15-72-15,-2 0-397 16</inkml:trace>
  <inkml:trace contextRef="#ctx0" brushRef="#br2" timeOffset="-126565.35">18164 2006 1555 0,'0'0'128'0,"0"0"-117"16,0 0-7-16,0 0-4 16,0 0-42-16,0 0-156 15,17-87-422-15</inkml:trace>
  <inkml:trace contextRef="#ctx0" brushRef="#br2" timeOffset="-126189.47">18897 1502 1156 0,'0'0'255'0,"0"0"-246"15,0 0 58-15,0 0-19 16,0 0-35-16,0 0 4 16,109-40-9-16,-44 23-2 15,5 1 1-15,0 0-7 16,-5 7 1-16,-10 2-1 16,-13 7-151-16,-19 0-103 0,-14 0-248 15</inkml:trace>
  <inkml:trace contextRef="#ctx0" brushRef="#br2" timeOffset="-125988.11">19231 1418 1062 0,'0'0'287'0,"0"0"-287"16,0 0 3-16,0 0-3 16,-10 107 55-16,9-38 41 15,1 2-60-15,0-1-17 16,0-1-17-16,0-5 6 15,0-4-8-15,0-7 1 16,0-8-2-16,1-9-1 0,4-10-160 16,6-10-75-16,3-15-203 15</inkml:trace>
  <inkml:trace contextRef="#ctx0" brushRef="#br2" timeOffset="-125359.33">19544 1755 1172 0,'0'0'111'16,"0"0"-77"-16,0 0 146 15,0 0-55-15,0 0-69 16,0 0-41-16,-62-17-11 16,39 49-4-16,-8 8 0 15,6 6 1-15,8-4-1 0,9-6 0 16,8-9 0-16,0-9-7 15,0-7 5-15,18-8 2 16,4-3 2-16,1 0-1 16,3-17 5-16,-3-10 4 15,-1-9-5-15,-3-7-5 16,-3-1 2-16,-6 4 0 16,-3 13 1-16,-7 13-2 15,0 7 4-15,0 7 0 16,0 0-5-16,0 7-14 15,6 20 2-15,1 13 12 16,6 7 2-16,3-3-1 16,6-7 1-16,1-9-2 15,2-5 0-15,2-10-8 0,-4-7-52 16,2-6-26-16,2 0 6 16,-1-17-21-16,2-12 15 15,-5-7 55-15,-5-6 26 16,-4-5 2-16,-8-4 3 15,-4-5 5-15,-2-4 9 16,0-5 30-16,-5-4 17 16,-7 3 16-16,5 12 12 15,1 12-21-15,4 22-3 16,0 11-15-16,0 9-5 16,2 0-45-16,0 8-1 0,0 28-15 15,0 20 15 1,2 16 2-16,8 3 0 0,3-4 0 15,-2-4 0-15,2-5-2 16,-1-2-1-16,0-3-61 16,-4-11-155-16,1-12-114 15,1-19-334-15</inkml:trace>
  <inkml:trace contextRef="#ctx0" brushRef="#br2" timeOffset="-125027.3">20122 1681 1199 0,'0'0'104'0,"0"0"-36"0,0 0 25 16,0 0-77-1,0 0-12-15,-92 69-4 0,59-28 2 16,-4 1-1-16,2-3 2 16,5-6-2-16,6-9 2 15,11-10 0-15,8-9-3 16,5-5 0-16,0 0 1 15,3-5 12-15,18-13 5 16,5-4-7-16,4 2-11 16,-1 5 4-16,-3 9-6 15,1 6 2-15,1 0-2 16,1 19-2-16,0 11-1 16,-1 8 5-16,-1-1 1 15,-2-2-1-15,0-5-6 0,0-6-144 16,-3-11-99-16,-2-13-305 15</inkml:trace>
  <inkml:trace contextRef="#ctx0" brushRef="#br2" timeOffset="-124838.71">20340 1783 473 0,'0'0'598'0,"0"0"-449"15,0 0-43-15,0 0-52 16,0 0-54-16,0 0 1 15,0 71 5-15,10-24 1 16,1-4-4-16,4-5-3 16,2-10 4-16,2-7-4 15,-5-8-5-15,-2-12-130 16,-2-1-156-16,-3-7-244 0</inkml:trace>
  <inkml:trace contextRef="#ctx0" brushRef="#br2" timeOffset="-124692.99">20440 1553 1069 0,'0'0'178'15,"0"0"-178"-15,0 0-30 16,0 0 0-16,0 0-23 16,3 92-206-16,9-61-196 0</inkml:trace>
  <inkml:trace contextRef="#ctx0" brushRef="#br2" timeOffset="-124074.98">20522 1810 587 0,'0'0'303'16,"0"0"-246"-16,0 0 33 15,13 88-2-15,-3-64 7 16,-1-2-55-16,2-3-21 16,-2-5-4-16,-1-6-4 15,-2-5 5-15,-2-3 18 16,3 0 38-16,0-6 36 15,3-12-44-15,3-6-43 16,0-5-13-16,0 1-5 16,0-1-2-16,-2 7 0 15,-3 6-1-15,-3 6 0 0,2 8-2 16,0 2-1-16,4 8-11 16,9 16 9-16,2 4 5 15,5 2-1-15,5-5 4 16,5-8-3-16,4-9 3 15,3-6-1-15,-5-2-1 16,-10-6 2-16,-3-12-1 16,-13-3 2-16,-5-2 0 15,-8-1 4-15,0 0 0 16,0-2-3-16,-11 1 20 0,-5 4-3 16,3 5-15-1,3 4 2-15,3 10-1 0,5 2-5 16,-1 0-3-16,-2 24-11 15,0 18 8-15,-2 18 3 16,6 12 1-16,1 8 1 16,0 6 0-16,0 0-3 15,10 1 1-15,3-7 0 16,-1-12 0-16,-5-18 0 16,-6-17 1-16,-1-16 2 15,0-10 0-15,-10-5 37 16,-16-2 21-16,-9 0-22 15,-11-15-11-15,3-14-8 16,3-7-8-16,10-4-8 16,10-4-4-16,14 2-4 0,6 0-22 15,14-2-26-15,26 1-41 16,12-1-102-16,10-2-217 16,0 0-481-16</inkml:trace>
  <inkml:trace contextRef="#ctx0" brushRef="#br2" timeOffset="-122628.08">21452 1676 1328 0,'0'0'76'0,"0"0"-70"0,0 0-6 15,0 0 0-15,0 0 2 16,0 0 8-16,88 80 0 15,-69-51-7-15,-6 2 10 16,-7-5 15-16,-2-2-7 16,-4-4-5-16,0-7-3 15,0-4 7-15,0-3 3 16,0-4 11-16,0-2-12 16,0 0-1-16,0 0 6 15,0-6 10-15,-2-16-18 16,0-7-13-16,2-7-6 15,0-2-2-15,6 3 2 16,8 8 0-16,3 9 0 16,0 7-4-16,1 6 1 15,-2 5 2-15,0 0-3 0,-1 9 1 16,-1 16 0-16,-3 7-2 16,-1 4 5-16,2-1 0 15,-3-2 3-15,1-7-3 16,-3-6 0-16,0-8 0 15,-2-6 0-15,-1-4 2 16,-4-2 0-16,0 0 6 16,3 0-3-16,-1-12 11 15,3-7-13-15,1-7-2 16,0-1-1-16,-2-4 2 16,3 0-2-16,-2 4 0 15,3 4 1-15,-1 7-1 0,0 7 0 16,-2 5-2-16,1 2-2 15,1 2 1-15,2 0-1 16,2 9 4-16,1 13-9 16,3 4 9-16,0-1 0 15,4 1 0-15,-1-5-1 16,3-3 2-16,5-2 0 16,-1-7-1-16,-2-5 1 15,-4-4-1-15,-6 0 0 16,-3 0 0-16,-3-4 0 15,-1-9 0-15,1-5 0 16,-4-3 2-16,-1-3 0 16,-2 0 1-16,0 1-2 15,0 4 3-15,-3 7-2 16,0 4-1-16,1 7 14 0,0 1 8 16,0 0-21-16,2 0-2 15,0 0-2-15,0 0-3 16,0 4 3-16,0 10 1 15,0 3 1-15,0-3 0 16,0 2-1-16,2-3 1 16,6 1 0-16,2-4 0 15,0-3-2-15,-1 0 0 16,0-3 0-16,-5-2 1 16,3-2-8-16,1 0 2 15,-1 0 0-15,1 0 4 16,1 0-5-16,-1-6-2 0,0-1 2 15,-1 1 1-15,-2 0 7 16,-1 1 0-16,-1 0 1 16,-3-1 1-16,0-2 3 15,0 0 5-15,-2-6 5 16,-9 1 3-16,-3-3-3 16,-1 3-2-16,0 1-3 15,1 1-1-15,7 5-4 16,0 4-5-16,3 2 0 15,3 0-3-15,1 0-2 16,0 0-5-16,0 6-25 16,0 4-24-16,0 3-15 15,13-2-26-15,5 1 8 0,8-2 10 16,0-2-4-16,4-2-33 16,2-4 27-16,-2-2 37 15,-3 0 50-15,-7 0 5 16,-5 0 8-16,-7 0 21 15,-4 0 49-15,-3 0 20 16,-1 0-25-16,0 0-10 16,0 0-26-16,0 4-34 15,0 8 10-15,0 1 17 16,0 1-10-16,0-2 0 16,0-4-14-16,2-4 5 15,8-2 2-15,0-2 13 0,2 0 25 16,-2-8 2-16,1-10-12 15,-2-5-13-15,-4-4-7 16,-4-4 5-16,-1-7 2 16,0-6-24-16,-18-5 15 15,-5-4 12-15,-3 3-22 16,3 6 2-16,3 14-6 16,7 14 2-16,6 12-7 15,2 4-5-15,2 3 2 16,-2 21-3-16,5 10-19 15,0 7-17-15,10 1-42 16,15-5-105-16,3-10-62 16,4-13-284-16</inkml:trace>
  <inkml:trace contextRef="#ctx0" brushRef="#br2" timeOffset="-122253.24">22822 1404 1317 0,'0'0'199'15,"0"0"-191"-15,0 0 49 16,0 0-6-16,0 0-20 16,0 0-28-16,22-9 3 0,-1 14 0 15,5 0 1-15,0-1-6 16,3-1 7-16,1-2-6 15,-3-1 1-15,-6 0 0 16,-5 0-3-16,-7 0 0 16,-5 0 0-16,-2 4 0 15,-2 4-1-15,0 11 1 16,0 12 2-16,0 8 7 16,-3 11 0-16,-9 0-2 15,-2-3-4-15,1 0-1 16,1-5-2-16,4-4 0 15,5-8-2-15,3-4-80 16,0-9-145-16,0-12-150 16,8-5-395-16</inkml:trace>
  <inkml:trace contextRef="#ctx0" brushRef="#br2" timeOffset="-121759.42">21511 2819 275 0,'0'0'0'16</inkml:trace>
  <inkml:trace contextRef="#ctx0" brushRef="#br2" timeOffset="-120128.28">20036 2767 666 0,'0'0'189'16,"0"0"-165"-16,0 0 130 15,0 0-20-15,0 0-1 16,0 0-89-16,-58-10-38 15,42 48-6-15,-1 9 0 16,5 1 10-16,7-1-9 16,5-6 2-16,4-8-6 15,16-8 1-15,8-8 2 16,4-11 9-16,5-6-6 0,1-5 3 16,-3-17-4-1,-8-7 0-15,-10-4-4 0,-14-5-3 16,-3-2-2-1,-9-4-7-15,-17 4-14 0,-6 5 21 16,-1 9 4-16,0 10-7 16,4 13 9-16,6 3-4 15,5 2 0-15,8 11 5 16,6 1 0-16,4-5-6 16,0-3 4-16,7-5-12 15,19-1 12-15,9-3 4 16,7-13 1-16,1-2 8 15,-2 2-10-15,-6 7-1 16,-5 9 0-16,-3 0-1 16,-2 14 1-16,0 15 1 0,-5 7 1 15,-6 6 5 1,0-1-3-16,-7-2 3 0,-2-8 2 16,0-9-7-16,-4-12 3 15,2-6-3-15,-2-4 0 16,1 0 7-16,1 0 13 15,5-14 41-15,6-16-11 16,4-13-51-16,2-8 5 16,0-3-1-16,-2 4-3 15,-1 12 0-15,-3 14 5 16,-6 15 12-16,-1 9-13 16,1 3-6-16,2 27-12 15,4 14 9-15,2 8 6 16,4 1-1-16,9-4-2 0,7-5-4 15,11-12-114-15,6-10-131 16,-1-14-332-16</inkml:trace>
  <inkml:trace contextRef="#ctx0" brushRef="#br2" timeOffset="-119358.84">21089 2433 1101 0,'0'0'281'0,"0"0"-281"0,0 0-6 16,-17 116 6-1,17-54 6-15,7 2 2 0,6 2 0 16,-5-6-7-16,-1-14 4 16,-5-9 0-16,-2-11-5 15,0-10 3-15,0-7 5 16,0-6-2-16,0-3 34 15,-2 0 3-15,-3 0-1 16,0-9-10-16,3-13-24 16,2-10-8-16,0-5 3 15,7 0-4-15,15 6 1 16,8 5-9-16,8 9 6 16,6 6 1-16,3 9 1 15,-2 2 0-15,-7 6-1 0,-8 14 0 16,-10 1 1-16,-10 3-4 15,-8 1 2-15,-2-1 1 16,-7-4 2-16,-14-3 14 16,-5-2 21-16,-2-4 1 15,1-3-7-15,4-5-13 16,7-1-12-16,5-2 0 16,8 0-4-16,3-3-1 15,5-18-71-15,23-6-86 16,11 0 30-16,10 5 52 15,-1 6-60-15,-5 9 29 16,-3 7 30-16,-8 0 72 16,-9 11 5-16,-6 12 2 15,-7 0 10-15,-5-1 18 16,-5-2 54-16,0-3 3 0,-3-4 1 16,-11-4-11-16,-2-5 10 15,-1-4-15-15,-3 0-16 16,-2 0-5-16,0-7-15 15,1-14-19-15,0-12-1 16,8-12 12-16,5-15-20 16,8-9-7-16,0 2-2 15,15 9 2-15,12 14 2 16,3 12-2-16,5 13-1 16,5 8 0-16,0 11-1 0,2 5-5 15,-4 23 5 1,-2 12-3-16,-7 6 4 0,-3 5 0 15,-8 3 0-15,-3-3-2 16,-6-2 1-16,-6-6-10 16,-3-4-107-16,-2-4-128 15,-23-8-154-15</inkml:trace>
  <inkml:trace contextRef="#ctx0" brushRef="#br2" timeOffset="-118861.9">21642 2830 258 0,'0'0'860'0,"0"0"-827"16,0 0-28-16,115-83 25 16,-70 59 19-16,6-1-37 0,-1-1 8 15,-5 2 6-15,-12 3-9 16,-12 1 6-16,-11 1 6 16,-7-2-8-16,-3-2 1 15,0 2-6-15,-5 5-5 16,-5 4 10-16,3 8 3 15,4 4 36-15,3 0-48 16,-2 11-12-16,0 19-4 16,2 12 4-16,0 9 0 15,0-1 3-15,4-2-3 16,4-5 4-16,0-11-2 16,1-5-1-16,-6-13 0 15,2-6 1-15,-5-7-1 0,0-1 2 16,2 0 3-16,-2 0 13 15,7-16 24-15,1-13-18 16,6-8-25-16,2-2 2 16,1 6-2-16,-1 13 0 15,0 9-7-15,-3 10 4 16,0 1-1-16,3 4 2 16,0 16 0-16,-3 4-3 15,1 2 5-15,-1-5 2 16,-1-2-2-16,-1-5 0 15,-1-7 4-15,1-6-3 16,-1-1 0-16,3-1-1 16,2-15-112-16,2-5-113 15,3-3-272-15</inkml:trace>
  <inkml:trace contextRef="#ctx0" brushRef="#br2" timeOffset="-118408.2">22965 2510 349 0,'0'0'1140'15,"0"0"-1133"-15,0 0-1 16,0 0 20-16,1-81 79 16,-8 74-48-16,-10 5-20 0,-8 2-24 15,-6 0-10-15,-11 15-1 16,-5 7-2-16,2 6 4 15,6 4-4-15,12-3-1 16,13-2 0-16,11-3-3 16,3-3-3-16,10-1 6 15,18-4-3-15,9-2 4 16,5-5 2-16,1-1-1 16,-1-1 5-16,0 2-6 15,0 3-1-15,-4 0 1 16,-3 0 0-16,-10 0 2 15,-13-6-2-15,-9-1-2 16,-3-1 2-16,-2 2-4 16,-22 5 4-16,-18 2 20 15,-16 1-8-15,-7-3-8 0,0-1-1 16,8-4 0-16,14-6-2 16,11 0-1-16,15 0-5 15,12-6-49-15,5-15-108 16,28-9-149-16,15-12-355 15</inkml:trace>
  <inkml:trace contextRef="#ctx0" brushRef="#br2" timeOffset="-118239.93">23156 2529 729 0,'0'0'447'0,"0"0"-443"0,3 82-1 16,3-45 8-16,2 4-2 15,6 0 2-15,-3-4 0 16,3-3-11-16,-2-10-4 16,-6-8-235-16,-1-10-403 15</inkml:trace>
  <inkml:trace contextRef="#ctx0" brushRef="#br2" timeOffset="-118099.31">23322 2493 624 0,'0'0'583'16,"0"0"-583"-16,0 0-146 0,0 0 105 15,0 0 10 1,0 0-307-16</inkml:trace>
  <inkml:trace contextRef="#ctx0" brushRef="#br2" timeOffset="-117428.86">23554 2625 946 0,'0'0'161'16,"0"0"-153"-16,0 0 50 15,-98 60 25-15,85-32-43 16,6-1-22-16,7-4-15 16,0-7 10-16,7-5-12 15,10-8-1-15,2-3 13 16,3-2-2-16,5-22 2 0,-2-7-6 15,-4-11-6-15,-2-2 5 16,-6-3-2-16,-3-2-1 16,-6 0 8-16,-4 0 20 15,0 6 40-15,0 6-15 16,-10 13-25-16,1 13 19 16,1 11-18-16,-2 0-30 15,0 28-2-15,-2 12-11 16,4 11 9-16,6 1 2 15,2-8 0-15,2-3-1 16,16-11 1-16,4-7-4 16,5-13 0-16,5-10-4 15,3 0 8-15,-2-10 0 0,-4-8-2 16,-10 0 1-16,-6 3-1 16,-9 4 2-16,-2 3 0 15,-1 6 3-15,-1 2-6 16,0 0 3-16,2 0-19 15,3 1-6-15,2 11 15 16,1 0 10-16,1-1-1 16,-1-5-2-16,2-3 3 15,2-3-1-15,1 0 0 16,6 0 1-16,-3-7 2 16,4-6 0-16,-1 4-1 15,-5 0-1-15,2 3 2 0,-4 5-2 16,1 1 0-16,0 0-2 15,1 7 1-15,-4 9 1 16,-7 7 6-16,-3 1-3 16,0 3 32-16,-8-1 11 15,-11-4-24-15,-4-5 3 16,-5-5-18-16,-8-7-1 16,-6-5-6-16,-4 0-53 15,-5-19-171-15,0-9-318 16</inkml:trace>
  <inkml:trace contextRef="#ctx0" brushRef="#br2" timeOffset="-114145.8">1605 3634 473 0,'0'0'0'15,"0"0"-32"-15,0 0-20 16,0 0 52-16,0 0 27 0,0 0 0 15,-89-28-15-15,79 28-11 16,-2 14 2-16,-5 8-3 16,-1 7 3-16,-2 5 2 15,2 2 2-15,1 5 8 16,9 8-1-16,4 5 17 16,4 11-5-16,0 7 0 15,12 10-3-15,8 4 9 16,7-2-17-16,3-6-14 15,4-12 7-15,1-13-11 16,-1-12 8-16,4-13-10 16,-2-10 10-16,-1-9 2 0,4-7-4 15,-4-2 4-15,0-8-3 16,2-12-4-16,-5-5-22 16,-1-6-42-16,0-7 18 15,-3-2 29-15,-5-9-14 16,-5-2-2-16,-6-3 18 15,-6-2 3-15,-5-3-21 16,-1 3 28-16,0-4 5 16,-17-3 23-16,-9 1 6 15,-8-1 29-15,-3 1-18 16,-3 6 27-16,3 8-12 16,4 10-5-16,3 11-3 15,6 12 14-15,4 12-35 16,3 3-26-16,-2 9-14 15,-1 18-28-15,-4 6-125 0,3 0-75 16</inkml:trace>
  <inkml:trace contextRef="#ctx0" brushRef="#br2" timeOffset="-112646.33">18303 3507 980 0,'0'0'202'0,"0"0"-159"16,0 0-5-16,0 0-6 15,0 0-32-15,-13 102 0 16,4 16 22-16,3 30 42 15,-4 29-24-15,0 14 43 16,-3 3-5-16,-1-3-24 16,4-14-5-16,3-23-32 15,7-29-8-15,0-28-4 16,0-28-2-16,5-21-3 16,2-18 1-16,0-15-3 15,-4-12-1-15,0-3-47 16,4-18-26-16,3-24-106 15,3-19-169-15,1-15-164 16</inkml:trace>
  <inkml:trace contextRef="#ctx0" brushRef="#br2" timeOffset="-111930.31">19061 4146 789 0,'0'0'336'0,"0"0"-314"15,0 0-22-15,0 0 29 16,0 0 49-16,0 0-37 16,-76 23-8-16,55-23-3 15,-6 0 6-15,-1 0 5 16,-1-3 10-16,4-10-18 16,5-6 2-16,7-2-17 15,9-5-8-15,4 2-3 16,0 0-6-16,12 3-1 15,9 5 0-15,5 7-2 0,-1 9 0 16,-1 0 2-16,-2 20-2 16,0 17 2-16,-7 11-3 15,-6 11 3-15,-9 6 0 16,0 2 2-16,-9-2-2 16,-14-7-1-16,-7-5-2 15,-5-11 6-15,-2-9-1 16,2-10 3-16,0-10 3 15,5-5 13-15,3-8-6 16,5 0 1-16,4 0 3 16,4-17-5-16,2-9-13 15,8-8-1-15,4-5 2 16,0-2-2-16,16 4 0 16,10 5-1-16,0 7 0 15,4 7 1-15,-1 7-1 0,3 7 0 16,0 4-1-1,1 7 1-15,-1 19 1 0,-3 5-3 16,1 7 3-16,-2 0-1 16,-5-3 1-16,0 1-1 15,-3-8-1-15,2-6 2 16,-2-5-49-16,2-7-96 16,1-7-35-16,2-3-80 15,-1-1-211-15</inkml:trace>
  <inkml:trace contextRef="#ctx0" brushRef="#br2" timeOffset="-111608.31">19412 4137 1178 0,'0'0'149'16,"0"0"-142"-16,0 0 17 0,0 0 34 15,0 0-55-15,0 0 7 16,100 0 0-16,-50-3-10 15,0-1 1-15,2-4 0 16,-7 1-2-16,-3-1-2 16,-10 1-140-16,-12 0-103 15,-12 1-215-15</inkml:trace>
  <inkml:trace contextRef="#ctx0" brushRef="#br2" timeOffset="-111383.95">19499 4240 1247 0,'0'0'197'0,"0"0"-197"16,0 0-12-16,0 0 12 15,0 0 10-15,119 10-10 16,-73-7 3-16,-3-1-8 15,-1-1 3-15,-8-1-156 16,-9 0-100-16,-13 0-212 16</inkml:trace>
  <inkml:trace contextRef="#ctx0" brushRef="#br2" timeOffset="-111203.27">19470 4459 1453 0,'0'0'12'0,"0"0"-7"0,0 0-5 15,122-1 1-15,-62 1-1 16,2-2-61-16,-3-3-188 16,-9-5-479-16</inkml:trace>
  <inkml:trace contextRef="#ctx0" brushRef="#br2" timeOffset="-109325.96">12541 7723 298 0,'0'0'30'0,"0"0"-25"16,0 0 1-16,0 0-5 16,0 0 8-16,0 0 8 15,0 0-17-15,-17-37-6 16,10 37-12-16,0-1-22 16,-1-1-112-16</inkml:trace>
  <inkml:trace contextRef="#ctx0" brushRef="#br2" timeOffset="-109113.7">12541 7723 663 0,'-103'-93'38'0,"93"91"-36"0,2 2-2 15,-2 0 18-15,0 0 3 16,0 0-15-16,0 0-6 15,-2 6 0-15,0 1-32 16,-3 2-95-16,-3 0-16 16,-6 2-141-16</inkml:trace>
  <inkml:trace contextRef="#ctx0" brushRef="#br2" timeOffset="-108950.28">12037 7796 447 0,'0'0'114'0,"0"0"-100"16,0 0-8-16,0 0-5 15,0 0-1-15,0 0 0 16,-79 56-44-16,69-49-78 16,2 0-23-16</inkml:trace>
  <inkml:trace contextRef="#ctx0" brushRef="#br2" timeOffset="-108797.37">11840 7945 390 0,'0'0'101'0,"0"0"-72"15,0 0 0-15,0 0 35 16,0 0-19-16,0 0-31 16,-64 85-12-16,59-72-2 0,0-2-59 15,0-4-130-15</inkml:trace>
  <inkml:trace contextRef="#ctx0" brushRef="#br2" timeOffset="-108635.52">11689 8238 866 0,'0'0'131'15,"0"0"-131"-15,0 0-57 16,0 0 54-16,-55 82 3 0,53-61-5 15,2 1-106 1,0 2-136-16,0-3 11 0</inkml:trace>
  <inkml:trace contextRef="#ctx0" brushRef="#br2" timeOffset="-108447.24">11654 8682 475 0,'0'0'114'15,"0"0"-94"-15,0 0-20 16,0 0 14-16,6 91 58 16,0-72-29-16,4-1-29 15,0-3-14-15,3 2 0 16,3-2-45-16,0 0-93 0,3 0-46 16</inkml:trace>
  <inkml:trace contextRef="#ctx0" brushRef="#br2" timeOffset="-108309.21">11915 9053 524 0,'0'0'83'0,"0"0"-55"15,0 0-1-15,0 0 1 16,0 0-7-16,0 0-10 16,79 83-11-16,-54-74-97 15,3-3-108-15</inkml:trace>
  <inkml:trace contextRef="#ctx0" brushRef="#br2" timeOffset="-108164.29">12220 9229 459 0,'0'0'283'0,"0"0"-239"0,0 0-2 16,0 0 59-16,0 0-57 16,0 0-20-16,88 35-13 15,-56-35-11-15,3 0 0 16,2 0-163-16,-2 0-156 15</inkml:trace>
  <inkml:trace contextRef="#ctx0" brushRef="#br2" timeOffset="-108022.18">12721 9216 344 0,'0'0'325'0,"0"0"-304"0,0 0-16 15,0 0 2-15,0 0 8 16,99-14-13-16,-67 5-2 15,3-6-23-15,-1-3-296 16</inkml:trace>
  <inkml:trace contextRef="#ctx0" brushRef="#br2" timeOffset="-107864.81">13209 8939 1017 0,'0'0'156'0,"0"0"-144"0,0 0-5 15,0 0-5-15,0 0-2 16,51-88-42-16,-30 71-148 16,-1-4-135-1</inkml:trace>
  <inkml:trace contextRef="#ctx0" brushRef="#br2" timeOffset="-107695.52">13412 8292 1105 0,'0'0'115'0,"0"0"-110"16,-32-90 1-16,32 62-1 15,0-1-5-15,0-3-4 16,0-1-131-16,0-1-17 0,-6-2-83 16,-5-2-92-16</inkml:trace>
  <inkml:trace contextRef="#ctx0" brushRef="#br2" timeOffset="-107532.97">13128 7611 936 0,'0'0'169'16,"0"0"-153"-16,-96-25-9 16,75 20 8-16,4 2 9 15,-1 3-24-15,1 0-45 16,-12 0-121-16,-8 9-64 15,-11 6-130-15</inkml:trace>
  <inkml:trace contextRef="#ctx0" brushRef="#br2" timeOffset="-104547.55">20500 4468 426 0,'0'0'125'0,"0"0"-106"0,0 0 130 15,0 0 58-15,0 0-36 16,0 0-58-16,0 0-42 15,-5 0-6-15,5 0-21 16,0 0-21-16,17 0 2 16,10 0 6-16,12-3 21 15,10-3-14-15,8-3-29 16,5-1 0-16,-2-3-9 16,-3 3-1-16,-5-2-4 15,-9-2-94-15,-6-2-136 16,-12-7-239-16</inkml:trace>
  <inkml:trace contextRef="#ctx0" brushRef="#br2" timeOffset="-103947.73">21297 3699 958 0,'0'0'311'15,"0"0"-271"-15,0 0-39 0,0 0 2 16,0 0-3 0,0 0 2-16,0 79 1 0,0-25 15 15,-1 3-2-15,-11-3-10 16,-3-3 3-16,-5-4 1 15,-1-5 4-15,2-10-11 16,4-9 3-16,7-8-2 16,6-11 1-16,2-4-5 15,0 0 9-15,0 0-1 16,0 0 0-16,13 0-8 16,7 0 8-16,4-4-5 15,4-3-3-15,4 1 1 0,2 0-1 16,4-1 1-1,0-3 0-15,-1 2-1 0,-7-3 1 16,-8 0 0 0,-9-2 2-16,-5-2-3 0,-8-2 5 15,0-3 0-15,0-2 2 16,-6 3 0-16,-6 2 18 16,4 5 17-16,3 6 13 15,2 4-25-15,3 2-8 16,0 0-22-16,0 11-17 15,0 19 12-15,0 11 5 16,0 10 1-16,1 3-1 16,1 2 1-16,1-3-1 0,-1-2 0 15,-2-5-51 1,0-4-103-16,0-7-45 0,-4-11-331 16</inkml:trace>
  <inkml:trace contextRef="#ctx0" brushRef="#br2" timeOffset="-103004.08">21249 4356 603 0,'0'0'232'16,"0"0"-128"-16,0 0 86 15,0 0-60-15,0 0-72 16,0 0-43-16,0-5-14 16,0 5-2-16,-5 0 2 15,-1 0 17-15,-1 3-3 0,4-2-4 16,1-1 15-16,-2 0 2 16,-2 0-11-16,-3 0 3 15,-2 0-12-15,4 0-2 16,1 0 8-16,3-4-9 15,3 0 13-15,0 2-11 16,0-1-5-16,0-1 1 16,0 3-3-16,0-1 3 15,0 2-6-15,0 0-5 16,0 0 1-16,0 0-7 16,0 0 9-16,0 0 5 15,0 0 1-15,0 0 5 16,0 0-4-16,0 0-2 0,-3 0-20 15,-5-4-68 1,-1 0-127-16,6-1-173 0,3 1-276 16</inkml:trace>
  <inkml:trace contextRef="#ctx0" brushRef="#br2" timeOffset="-102581.91">21923 3579 362 0,'0'0'610'0,"0"0"-556"16,0 0-39-16,0 0 94 15,0 0 18-15,0 0-67 16,-15-1-50-16,2 32-4 16,-3 23 9-16,3 20-5 15,4 12 11-15,6 7 5 16,3 0 8-16,0-5-2 0,3-4-24 15,13-8 0-15,4-11-5 16,0-12-2-16,0-14-1 16,0-12-9-16,0-12-131 15,2-9-16-15,-1-6-113 16,-1 0-278-16</inkml:trace>
  <inkml:trace contextRef="#ctx0" brushRef="#br2" timeOffset="-101315.87">22000 4022 1059 0,'0'0'141'16,"0"0"-134"-16,0 0 7 0,0 0 2 16,0 0 6-16,102-9-13 15,-68 28-2-15,2 2-3 16,-9 1-1-16,-9 3 0 15,-3-1-1-15,-8 0 1 16,-2-2 5-16,-5-2-6 16,0-5 8-16,0-5 19 15,0-2 1-15,-5-4 13 16,-4 0 19-16,3-4-8 16,-1 0-24-16,0-8 1 15,3-16-10-15,-2-11-19 16,3-4-1-16,3 0 2 0,0 2-6 15,3 5 3 1,13 2 0-16,1 7-8 0,5 9 5 16,-3 7 2-16,1 7 0 15,-3 0 0-15,-2 16-3 16,-1 10 0-16,0 7 3 16,-2 2 0-16,-2-2 1 15,-2-4 0-15,-3-3 1 16,-3-3 0-16,-1-8-1 15,-1-3 0-15,0-7 3 16,0-2-1-16,0-3-1 16,0 0 6-16,0 0-2 15,2-12 13-15,3-17-9 0,0-10-8 16,5-1 1 0,0 0 0-16,2 10-2 0,2 9 0 15,-1 9-3-15,0 6-1 16,0 4 4-16,3 2-1 15,-1 0 1-15,-1 14-8 16,2 7 7-16,-1 4 0 16,0-1-1-16,-3-2 2 15,1-3 0-15,0-2 0 16,-1-3 0-16,3-5-2 16,-2-4 1-16,1-3-82 15,3-2-13-15,-3 0 57 0,2-15 2 16,-4-6 14-16,-2-3 22 15,-7-2-5-15,-2 7 6 16,-1 6 4-16,0 8-3 16,0 5 48-16,0 0-23 15,-1 7-22-15,-5 15-4 16,2 3 2-16,4-1 1 16,0-3 4-16,1-4-7 15,18-6 4-15,4-6 0 16,4-5 1-16,0 0 5 15,0-3-9-15,-6-12 6 16,-6-3-1-16,-8-3-1 16,-7 2 9-16,0-1 10 15,-4 0 42-15,-12 2-14 16,-4 3-21-16,3 5-14 0,5 2-7 16,6 7-10-16,2 1-8 15,3 0 6-15,1 10-12 16,0 8-4-16,6 1-14 15,18-3-8-15,11-4-52 16,5-2 8-16,7-7 9 16,1-3-29-16,-3 0-23 15,-1 0 69-15,-12-3-1 16,-11-4 59-16,-9 1 7 16,-11 5-1-16,-1-1 107 15,0 2 0-15,0 2-45 16,-4 15-65-16,-5 9 7 0,1 1 4 15,6-3-13 1,2-8 5-16,0-3 1 0,0-7-4 16,7-6 7-16,-1 0 12 15,3-4 95-15,1-20-15 16,-1-4-43-16,-5-7-15 16,-4-5-9-16,0-7 10 15,0-1-10-15,-8-1-19 16,-10 2 5-16,-2 3-1 15,0 8-15-15,1 11-5 16,4 10-2-16,7 8-10 16,1 7-2-16,-1 3-23 15,2 20-22-15,3 9-20 16,3 2-68-16,3 1-24 16,15-6-124-16,0-8-309 0</inkml:trace>
  <inkml:trace contextRef="#ctx0" brushRef="#br2" timeOffset="-100963.89">23404 3821 1236 0,'0'0'222'0,"0"0"-212"15,0 0 6-15,0 0 50 16,0 0-40-16,0 0-24 15,69-6-2-15,-48 25 0 0,0 7-2 16,-7 6 0-16,-4 2 1 16,-4 3 2-16,-6-3 1 15,0-1-2-15,-10-3 1 16,-9-4 5-16,-1-6 1 16,3-9 25-16,8-6 13 15,6-2 0-15,3-3 8 16,0 0-12-16,0 0-30 15,17-4-4-15,10-11-3 16,10-5-4-16,6 3-1 16,4 0-12-16,5-2-35 15,3 4-35-15,0 0-70 16,-3-1-142-16,-10-4-309 0</inkml:trace>
  <inkml:trace contextRef="#ctx0" brushRef="#br2" timeOffset="-100714.95">23774 3530 1328 0,'0'0'43'0,"0"0"-39"16,0 0 28-16,0 0 2 16,0 0-34-16,0 0 0 15,59 93 10-15,-30-21 13 16,-9 14 30-16,-8 8 4 0,-12 7-13 15,0 0-11 1,-26-5-17-16,-13-5-13 0,-9-8 1 16,-11-16-4-16,-6-13-60 15,-8-13-114-15,-10-14-142 16,-7-11-424-16</inkml:trace>
  <inkml:trace contextRef="#ctx0" brushRef="#br2" timeOffset="-98315.81">23356 3834 415 0,'0'0'196'0,"0"0"-171"16,0 0 1-16,0 0 129 15,0 0-11-15,0 0-46 16,0 0-22-16,-17-10-11 15,17 10 10-15,0-1-16 16,0 1-29-16,0 0-13 16,0 0-4-16,0 0-12 15,5-2 11-15,4 2-10 16,5-2 6-16,8 0 2 16,3 0-1-16,4 1 4 15,-1-2-4-15,0 2-8 16,1-3 2-16,-4 4-1 0,-1-1-1 15,-11 1-1-15,-5 0 4 16,-6 0-4-16,-2 0 2 16,0 0 6-16,0 0 8 15,0 0-2-15,0 0-6 16,0 0-2-16,0 21 1 16,-7 15-2-16,-3 15 11 15,0 12-3-15,4 7 3 16,-1 1-2-16,4-1 1 15,0-7-3-15,3-6-9 16,0-9 1-16,0-12 4 16,0-9-8-16,0-7 5 15,0-7-5-15,0-3 0 16,0-3-3-16,-1-1-7 0,-13-5-172 16,-4-1 8-16,-4-3-300 15</inkml:trace>
  <inkml:trace contextRef="#ctx0" brushRef="#br2" timeOffset="-98055.46">23359 4074 521 0,'0'0'757'0,"0"0"-743"16,0 0-14-16,0 0 0 15,0 0 10-15,122 0-1 16,-58 0 2-16,1 0-11 16,-5 0-2-16,-5 0 2 15,-9 0-177-15,-19 0-323 16</inkml:trace>
  <inkml:trace contextRef="#ctx0" brushRef="#br0" timeOffset="-64519.79">20477 3788 717 0,'0'0'137'0,"0"0"-119"16,0 0 18-16,0 0 69 15,0 0-27-15,0 0-58 0,0 0-20 16,-17-3-24-16,12 37 22 15,-2 15 2-15,-3 2 12 16,-5 4-3-16,-2-7 0 16,-3-4-3-16,2-10 2 15,0-9-8-15,4-9 3 16,7-4 5-16,4-10-4 16,3 0 0-16,0-2 11 15,0 0 4-15,5-13 8 16,9-4-27-16,2 0-4 15,1 7 1-15,1 3 0 16,-1 6-15-16,6 1 8 16,5 0 5-16,1 0 3 15,3 3-1-15,0 2-6 16,-5-1-4-16,-7-2 11 0,-8-1-20 16,-8-1 22-16,-4 0 4 15,0 0 17-15,0-12-17 16,-8-4-1-16,-5-3 4 15,-2 1 12-15,-1-2 10 16,5 7-2-16,2 3-14 16,5 4 22-16,2 6-5 15,2 0-30-15,0 12 0 16,0 20-10-16,0 14 10 16,2 9 1-16,6 6 1 0,4-3-2 15,-4 1 2 1,0-6-2-16,0-7 0 0,-2-3-42 15,-3-15-212-15,-3-12-273 16</inkml:trace>
  <inkml:trace contextRef="#ctx0" brushRef="#br0" timeOffset="-63640.12">20512 3457 692 0,'0'0'69'0,"0"0"-57"15,0 0 31-15,0 0 44 0,0 0-19 16,0 0-36-16,-82-33-25 16,64 33-2-16,-4 0-2 15,-5 5-1-15,-3-1 3 16,-2 3 3-16,-3 1 21 16,-2 1 7-16,0 5 0 15,1 5-10-15,1 5 5 16,1 9-1-16,4 10-14 15,5 9-8-15,8 18 9 16,7 9-5-16,9 9-7 16,1 3 2-16,3 2-7 15,15-1 6-15,6-1 5 16,4-7-10-16,4-12 9 0,3-9-10 16,3-12 4-16,4-9-1 15,5-9-3-15,7-9 0 16,1-5 11-16,1-12 0 15,0-5 3-15,-3-2-10 16,-3 0 6-16,1-9-7 16,-6-10 1-16,-2-3 2 15,-2-4-4-15,-6 0 1 16,-8 0 1-16,-3-4-3 16,-6-2-1-16,-4-6 4 15,-6-2 0-15,-3-7 2 16,-5-8 3-16,0-7-1 0,0-5 6 15,-10-6-12-15,-5-4 8 16,-7-1-8-16,-1-3 8 16,-7 4 6-16,-4 7-12 15,-1 16 4-15,-3 8 4 16,3 10-11-16,-2 6 12 16,5 5-13-16,2 6-1 15,2 9 0-15,0 7-1 16,-3 3-5-16,0 0-17 15,-10 24-108-15,-4 10-44 16,-7 3-265-16</inkml:trace>
  <inkml:trace contextRef="#ctx0" brushRef="#br0" timeOffset="-61112.68">21478 4580 247 0,'0'0'71'0,"0"0"-71"15,0 0 0-15,0 0-51 16,-77-84 34-16,60 68 17 0,-3-2 1 16,1 0-1-16,-7 1-78 15</inkml:trace>
  <inkml:trace contextRef="#ctx0" brushRef="#br0" timeOffset="-59623.11">15586 603 582 0,'0'0'209'15,"0"0"-141"-15,0 0 1 16,0 0 47-16,0 0 6 16,0 0-28-16,0 0-17 15,-39-43-58-15,39 45-19 16,0 28-13-16,0 16 13 16,0 14 11-16,0 4-8 15,0 2 2-15,0-2-3 16,3-8-1-16,0-7-1 15,2-10 0-15,1-8-1 16,0-8-53-16,0-9-117 0,1-11-154 16,2-3-121-16</inkml:trace>
  <inkml:trace contextRef="#ctx0" brushRef="#br0" timeOffset="-59254.25">15837 520 1019 0,'0'0'151'0,"0"0"-144"16,0 0 41-16,0 0 6 0,0 0-41 16,0 0-10-16,-41 80-1 15,32-26 4-15,8 2 6 16,1-5-8-16,1-8-1 15,19-9-2-15,3-12-1 16,5-9 0-16,0-10 9 16,2-3 1-16,-1 0 10 15,-3-13 4-15,-6-8 11 16,-8 0 19-16,-9-2-27 16,-3 2 8-16,-10 4-25 15,-20 0-5-15,-9 6 2 16,-4 9-7-16,-5 2-16 0,1 10-50 15,6 15-59 1,8 4-43-16,11 0-221 16,9-5-31-16</inkml:trace>
  <inkml:trace contextRef="#ctx0" brushRef="#br0" timeOffset="-58774.89">15197 245 585 0,'0'0'130'0,"0"0"-73"15,0 0 28-15,0 0-27 16,0 0-56-16,0 0 7 0,13 68 13 15,10 1 37-15,-1 16 8 16,2 12-23-16,-6 4-10 16,-8-3 10-16,-5-4-2 15,-5-10-23-15,0-15-4 16,-17-9-7-16,-4-16 0 16,-6-9-4-16,-3-7 1 15,-3-7-1-15,-2-7-4 16,1-13-12-16,0-2-201 15,6-32-138-15,4-20-374 16</inkml:trace>
  <inkml:trace contextRef="#ctx0" brushRef="#br0" timeOffset="-58264.74">15304 290 797 0,'0'0'178'0,"0"0"-178"15,0 0-3-15,0 0 3 16,117-11 11-16,-59 7 21 16,14-1-1-16,15-2-5 15,9-2-1-15,0-2-16 16,1-2 4-16,-10-2-4 15,-8-3-3-15,-12-2 2 16,-10-1 5-16,-12 1 6 0,-13 3 7 16,-11 1-1-16,-9 8 13 15,-8 2 9-15,-3 4 0 16,-1 2-4-16,0 0-10 16,0 0-7-16,0 0-14 15,0 0-12-15,0 0-2 16,0 12-12-16,0 20-10 15,0 19 23-15,0 18 1 16,0 11 1-16,5 9-1 16,2 1 3-16,1-2-1 15,6-6-2-15,4-12 1 0,2-12-2 16,4-9-2 0,-1-10-8-16,-1-9-42 0,-2-6-24 15,-4-4-13-15,-2-7-15 16,-6-1 6-16,-1-5-55 15,-4-7-3-15,-3 0-39 16,0-3-202-16</inkml:trace>
  <inkml:trace contextRef="#ctx0" brushRef="#br0" timeOffset="-57755.52">14695 565 767 0,'0'0'239'0,"0"0"-188"16,0 0-47-16,0 0 21 16,0 0 51-16,0 0-22 15,-22-9-40-15,24 9-10 16,12 0 6-16,4 0 8 0,7 0 3 16,7 0 15-16,6 0 8 15,6-11-13-15,-1 0-8 16,-1-3-6-16,-10 2-12 15,-9 2 5-15,-8 5-9 16,-10 2 3-16,-5 3 0 16,0 0 0-16,0 0-4 15,0 6-4-15,0 21 4 16,0 17 0-16,-3 14 7 16,-9 9 6-16,-1 4-9 15,2-2-3-15,2 0 2 16,7-7-3-16,2-9-3 15,4-10-157-15,17-15-146 0,6-16-235 16</inkml:trace>
  <inkml:trace contextRef="#ctx0" brushRef="#br0" timeOffset="-57208.99">16763 525 1234 0,'0'0'121'0,"0"0"-113"16,0 0 32-16,0 0 13 0,0 0-11 15,0 0-42 1,31-32-1-16,-1 43-3 0,-4 12-4 16,-4 10 5-16,-12 2-3 15,-10 4 12-15,-1 2-3 16,-28 3 3-16,-13-3 5 16,-3-9-3-16,5-8 0 15,12-13 4-15,14-10 2 16,12-1 5-16,2 0 32 15,10 0-40-15,28-16-11 16,20-4-5-16,19-2-21 16,9 4 9-16,4 6-43 15,-11 4-59-15,-8 8-11 16,-23 0-109-16,-21 2-155 0</inkml:trace>
  <inkml:trace contextRef="#ctx0" brushRef="#br0" timeOffset="-56541.66">15672 1316 255 0,'0'0'266'16,"0"0"-214"-16,0 0 32 15,0 0 50-15,0 0 6 16,0 0-49-16,-12-75-25 0,12 69 8 15,0 6-8-15,0 0-11 16,0 13-55-16,0 29 5 16,0 15 1-16,1 10 18 15,5 1-8-15,0-12-12 16,3-2-2-16,-2-4-2 16,1-7-1-16,0-5-4 15,0-9-156-15,-1-11-79 16,-2-10-120-16</inkml:trace>
  <inkml:trace contextRef="#ctx0" brushRef="#br0" timeOffset="-56125.27">15844 1191 961 0,'0'0'320'0,"0"0"-320"15,0 0-3-15,0 0-9 16,0 97 12-16,8-41 0 16,5-5 2-16,6-8-2 15,1-14-1-15,-4-10 1 16,-2-7 0-16,-6-9 2 0,-4-3 4 15,-1 0 16-15,4-5 39 16,3-17 3-16,0-8-39 16,-3-6 3-16,-7-4 4 15,0 6-3 1,0 7-7-16,0 10-14 0,-2 11 3 16,2 6-11-16,0 13-1 15,0 23-25-15,0 16 23 16,2 10 3-16,8-1-3 15,5 0-121-15,1-3-8 16,-2-4-189-16,-11-5-196 16</inkml:trace>
  <inkml:trace contextRef="#ctx0" brushRef="#br0" timeOffset="-55933.09">15441 1994 1352 0,'0'0'246'0,"0"0"-246"16,0 0-41-16,110-50 41 15,-17 34-1-15,14-1 5 16,6 4-9-16,-8 5 5 16,-19 6-70-16,-28 2-122 15,-26 0-241-15,-25 6-303 16</inkml:trace>
  <inkml:trace contextRef="#ctx0" brushRef="#br0" timeOffset="-55607.86">15887 2140 1251 0,'0'0'88'16,"0"0"-88"-16,0 0-32 15,0 0 32-15,0 0 18 16,89 64-18-16,-86-39 4 15,-3 3 8-15,-3-1-2 16,-21-3 3-16,-9 0 2 16,0-5-3-16,6-8-1 0,9-4-4 15,11-7 38 1,7 0 48-16,2-20-18 0,26-4-75 16,14-2-5-16,11 5 2 15,8 9-5-15,-2 8-2 16,2 4 8-16,-8 0-5 15,-2 1-44-15,-5 7-22 16,-4-2-27-16,-7-3-21 16,-8-3-99-16,-7 0-96 15,-9-14-13-15</inkml:trace>
  <inkml:trace contextRef="#ctx0" brushRef="#br0" timeOffset="-55225.38">16429 2147 267 0,'0'0'227'15,"0"0"-33"-15,-95-111-76 16,44 70 11-16,-5-2-16 15,-5-1 9-15,3 6-52 0,2 7 27 16,2 13-41-16,2 13-1 16,-5 5-28-16,-2 29-16 15,-4 20-3-15,3 18 13 16,7 13 0-16,12 10-1 16,14 5 9-16,14 7-24 15,13 3-3-15,0-4-1 16,30-10-1-16,25-17-1 15,25-21 1-15,19-20 5 16,12-17-4-16,-3-12 8 16,-8-4-9-16,-11-20-30 15,-13-16-16-15,-15-15 8 16,-14-16 38-16,-12-17 4 16,-16-4 3-16,-19-2 18 0,0 3 20 15,-35 3-10-15,-14 6-18 16,-9 9-10-16,-3 11 2 15,-1 14-4-15,6 14 3 16,2 10-8-16,5 13-9 16,7 7-1-16,11 12-120 15,6 18-103-15,10 4-401 16</inkml:trace>
  <inkml:trace contextRef="#ctx0" brushRef="#br0" timeOffset="-52209.38">9723 8298 582 0,'0'0'90'0,"0"0"-51"15,0 0 36-15,0 0-13 16,0 0 26-16,0 0-37 16,0 0-1-16,4-53-35 15,-4 53-15-15,0 0-2 16,0 16 2-16,0 12 39 16,-4 10 10-16,-12 6-31 15,-4 1-12-15,-4 0-5 16,0-5 2-16,1-3-1 15,5-9-2-15,6-11 0 16,6-8 3-16,4-7 0 16,2-2 1-16,0 0 0 15,0 0 0-15,13 0 0 16,12 0 4-16,8-2-2 16,3-3-5-16,2-3-1 0,-1 1 5 15,0-2-5-15,-4-1 0 16,-10-2 1-16,-6 1-1 15,-7-1 6-15,-6 1-6 16,-4-5 8-16,0 1 0 16,-5-2-5-16,-11-3 5 15,2 1-5-15,2-1 3 16,0 1 24-16,4 6-19 16,2 5 14-16,5 5 5 15,1 3 3-15,0 0-20 16,0 10-13-16,14 15 0 0,4 12 24 15,0 6-3-15,-3 5-3 16,-3 2-11-16,-4 3-7 16,-2 3 5-16,-6 1-5 15,0-3-34-15,-4-7-136 16,-11-14-321-16</inkml:trace>
  <inkml:trace contextRef="#ctx0" brushRef="#br0" timeOffset="-52073.34">10103 8527 1468 0,'0'0'21'0,"0"0"-21"16,0 0-154-16,-88-4 5 16,88 20-331-16</inkml:trace>
  <inkml:trace contextRef="#ctx0" brushRef="#br0" timeOffset="-48891.19">13970 8171 853 0,'0'0'258'0,"0"0"-203"0,0 0-38 15,0 0 28-15,0 0 36 16,0 0-3-16,0 0-35 16,100-23-4-16,-41 17-22 15,-1 0-13-15,-7 2-8 16,-6 1-30-16,-9 3-89 15,-10 0-16-15,-16 6-158 16,-10 8-161-16</inkml:trace>
  <inkml:trace contextRef="#ctx0" brushRef="#br0" timeOffset="-48712">14054 8347 1275 0,'0'0'0'0,"0"0"-126"0,0 0 91 16,121-38 35-16,-64 29 24 15,7 3-24-15,-2 1-152 16,-6 1-197-16,-8-2-194 16</inkml:trace>
  <inkml:trace contextRef="#ctx0" brushRef="#br0" timeOffset="-48413.49">14722 7796 1057 0,'0'0'164'0,"0"0"-164"15,0 0-43-15,0 0 43 16,0 90 17-16,10-32 18 16,2 3-10-16,0 5-8 15,-2-2-4-15,-2-4-5 16,-2-6 3-16,0-7-6 0,-2-10-2 16,2-7-2-16,-3-8-1 15,2-5-2-15,-1-5-70 16,0-6-146-16,0-6-172 15</inkml:trace>
  <inkml:trace contextRef="#ctx0" brushRef="#br0" timeOffset="-47959.96">14984 7988 1074 0,'0'0'133'0,"0"0"-124"15,0 0 0-15,0 0 20 16,0 0 20-16,0 0-22 16,-8-7-27-16,-1 27 2 15,-4 12 13-15,0 8 47 16,1 7-42-16,5 0-7 15,7 3 6-15,0-3 6 16,0-6-9-16,16-11-15 16,6-13 3-16,6-8-3 15,2-9 2-15,2 0 12 0,-2-19-10 16,-3-8-4-16,-9 1 7 16,-7-2-5-16,-7 3-1 15,-4 5 3-15,-4 0 2 16,-15 4-5-16,-10 2 6 15,-3 6-8-15,1 6 0 16,0 2-14-16,8 0 8 16,6 11-69-16,8 6-58 15,9 1-127-15,0-6-150 16,15-4-65-16</inkml:trace>
  <inkml:trace contextRef="#ctx0" brushRef="#br0" timeOffset="-47796.4">15198 8178 1190 0,'0'0'58'0,"0"0"-58"15,0 0 0-15,89-15 27 16,-32 10 18-16,4-2-35 16,3 0-10-16,-5 2-12 15,-9 1-63-15,-12 1-223 16,-10-2-167-16</inkml:trace>
  <inkml:trace contextRef="#ctx0" brushRef="#br0" timeOffset="-47596.58">15412 8027 1210 0,'0'0'17'16,"0"0"-12"-16,-4 77-5 15,5-37 2-15,18 5 20 16,3 2-13-16,-1 0-7 16,-3-4-2-16,-1-4-29 15,-3-4-106-15,-8-13-166 16,-2-9-158-16</inkml:trace>
  <inkml:trace contextRef="#ctx0" brushRef="#br0" timeOffset="-47210.47">15651 7816 570 0,'0'0'798'15,"0"0"-798"-15,0 0-11 16,0 0-9-16,0 0 20 15,0 0 25-15,123-6-11 16,-71 6-8-16,-6 0 1 16,-9 0-6-16,-10-2 0 15,-7-1 3-15,-8 0 0 0,-9 3-4 16,-2 0 11 0,-1 0 9-16,0 0 6 0,0 18-21 15,0 15 1-15,0 15 67 16,0 8-47-16,0 1-8 15,-3 0-12-15,2-1-2 16,-2-3-3-16,0-5-1 16,0-3-6-16,3-5-86 15,0-6-54-15,0-9-136 16,0-12-311-16</inkml:trace>
  <inkml:trace contextRef="#ctx0" brushRef="#br0" timeOffset="-47023.63">16267 7982 1337 0,'0'0'0'0,"0"0"-36"15,0 0-8-15,115 0 44 16,-66 0 0-16,-1 0-27 15,-8 0-301-15,-11 0-199 16</inkml:trace>
  <inkml:trace contextRef="#ctx0" brushRef="#br0" timeOffset="-46843.49">16317 8260 1321 0,'0'0'59'0,"0"0"-59"0,0 0-89 16,0 0 89-16,101 0 0 16,-40-4-8-16,8-7-196 15,-1-2-158-15,-6-5-273 16</inkml:trace>
  <inkml:trace contextRef="#ctx0" brushRef="#br0" timeOffset="-46494.61">16937 7857 1300 0,'0'0'69'0,"0"0"-67"0,0 0-2 16,0 0 23-16,126-33 36 16,-81 40-43-16,-2 15-15 15,-9 7-2-15,-11 4 0 16,-16 0-1-16,-7 3 0 15,-10 2 2-15,-25 1 0 16,-14 0 10-16,-5 0-8 16,-1-2 3-16,7-9-4 15,15-10 6-15,14-11-2 0,12-5 0 16,7-2 42 0,0 0-3-16,17 0-32 0,15-9 3 15,13-3-14-15,7 1 3 16,2 3-4-16,2 3-1 15,3 1-1-15,-1-2-77 16,3 3-72-16,-6-5-70 16,-8-4-229-16</inkml:trace>
  <inkml:trace contextRef="#ctx0" brushRef="#br0" timeOffset="-46093.66">17529 7833 1298 0,'0'0'154'16,"0"0"-123"-16,0 0 41 0,0 0-14 16,0 0-42-16,0 0-16 15,77-63-4-15,-50 63 4 16,-7 0 0-16,-10 17-16 16,-7 4 10-16,-3 7 2 15,-3 2 4-15,-17 4 5 16,0-4-4-16,1-5 3 15,8-11-3-15,6-8-1 16,5-2 0-16,0-3-7 16,18-1-3-16,14 0 1 15,6 0 9-15,4 0-19 16,-4 0-2-16,-8 0 7 0,-6 0 13 16,-9 13 0-16,-9 5-3 15,-6 2 4-15,0 0 6 16,-9-1 23-16,-18-2 19 15,-8 0-9-15,-7-6-3 16,-7 1-22-16,-4-3-12 16,-2-3-2-16,-5-1-19 15,0-5-114-15,-6 0-203 16,-6-8-536-16</inkml:trace>
  <inkml:trace contextRef="#ctx0" brushRef="#br0" timeOffset="-45007.58">10362 2044 642 0,'0'0'150'0,"0"0"-128"0,0 0 7 15,0 0 89-15,0 0 15 16,0 0-28-16,-15-9-53 16,15 13-44-16,7 19-6 15,9 12 71-15,6 5-15 16,0 2-35-16,-3-2-7 15,-1-11 5-15,-5-8 2 16,-5-8 7-16,-1-11-8 16,3-2 15-16,5-2 10 15,10-26 21-15,14-14-18 0,9-15-32 16,5-12-6-16,8-7-4 16,-3 2-5-16,-2 2-2 15,-10 11-1-15,-11 14-26 16,-10 19-51-16,-13 16-54 15,-9 10-37-15,-3 2-55 16,-17 21-161-16,-19 9-8 16</inkml:trace>
  <inkml:trace contextRef="#ctx0" brushRef="#br0" timeOffset="-44707.72">10671 1923 1180 0,'0'0'59'16,"0"0"-59"-16,0 0 0 0,0 0 7 16,0 0 21-16,0 0 63 15,70 87-48-15,-46-49-20 16,-6 2 3-16,-5-8-5 16,-6-3 2-16,-4-10 17 15,-1-8-6-15,-2-6 11 16,0-5 1-16,2 0 5 15,5-9 8-15,11-29-29 16,16-24-10-16,14-25-18 16,17-16-2-16,12-12-15 0,15-10-48 15,12-6-85 1,3 6-166-16,-10 13-416 0</inkml:trace>
  <inkml:trace contextRef="#ctx0" brushRef="#br0" timeOffset="-39996.16">4020 3028 685 0,'0'0'151'0,"0"0"-110"16,0 0-29 0,0 0 1-16,0 0-3 0,0 0 50 15,0 0 0-15,0 0-24 16,-43-47-19-16,41 47-7 15,1-2-4-15,-1 2 0 16,2-1 0-16,0 1 1 16,-2 0 8-16,2-3-7 15,0 3 4-15,0 0-3 16,0 0 1-16,0 0 5 16,0 0-6-16,0 0 4 15,0 0-3-15,0 0-3 0,0 0 3 16,0 0 7-16,0 0 13 15,0-2-3-15,0 2-10 16,0 0-7-16,0 0-2 16,0 0-8-16,0 0 4 15,0 0-1-15,0 0-3 16,0 0 1-16,0 0 0 16,0 0 2-16,0 0-3 15,0 0 3-15,0 0-2 16,0 0 3-16,0 0 1 15,0 0 4-15,0 0 11 16,0 0-2-16,0-1-7 16,0 1-11-16,0 0 6 0,0 0-4 15,0 0-2 1,0 0 0-16,0 0 3 0,0 0-3 16,0-2 0-16,0 2 5 15,0 0-4-15,0 0 1 16,0 0 0-16,0 0-1 15,0 0-1-15,0 0 4 16,0 0-4-16,0 0-10 16,0 0 3-16,4 0-6 15,2 5 13-15,4 10 0 16,2 1 0-16,2 2 4 16,-3 2-1-16,3 1-2 15,-3 2 13-15,1 1-8 16,0-1-3-16,1 3-2 0,-2 1 1 15,-1-2 1-15,0 1 25 16,-1 0-13-16,0-2-3 16,-5 2-3-16,-1-1 1 15,-3 1-1-15,0-1-5 16,0 2 5-16,0-1 2 16,-9-1-4-16,0 0 13 15,-1-5-12-15,0-2-2 16,0 1 2-16,2-3-3 15,1-4 3-15,1 0-2 16,1-3-4-16,-1 1 3 16,-2 1-3-16,0 2 0 15,-2 3 3-15,-2 1-4 16,1-3 4-16,1 0-3 16,0-4 1-16,1 0 2 0,6-4-4 15,-2-2 2-15,1 0-1 16,1-1-2-16,-1 2 3 15,1-1-2-15,0 0 3 16,-1-1-3-16,3-1 0 16,1-2 2-16,0 0 0 15,0 0 1-15,0 0 20 16,0 0-7-16,0 0-14 16,0 0 5-16,0 0-4 15,0 0-3-15,0 0 4 16,0 0-4-16,0 0 2 0,0 0-3 15,0 0 4-15,0 0-4 16,0 0 2-16,0 0-2 16,0 0 1-16,0 0 1 15,0 0-1-15,0 0-1 16,0 0 3-16,0 0-3 16,0 0 0-16,0 0 0 15,0 0 0-15,0 0 0 16,0 0 0-16,0 0 0 15,0 0 1-15,0 0-4 16,0 0-3-16,0 2-123 16,0 2-160-16,0-4-256 0</inkml:trace>
  <inkml:trace contextRef="#ctx0" brushRef="#br0" timeOffset="-37275.76">17938 8035 856 0,'0'0'115'0,"0"0"-85"0,0 0 48 15,0 0 37-15,0 0-26 16,0 0-44-16,0 0-25 16,0 0 2-16,0-1-1 15,0 1 9-15,0 0-6 16,0 0-9-16,0 0 19 15,0 0 0-15,0 0-4 16,0 0-6-16,0 0-2 16,0 0-5-16,0 0 2 15,0 0-12-15,0 0 6 16,0 0-4-16,0 0-4 16,0-1-1-16,0 1 4 0,0 0-2 15,0 0 6-15,0-2-6 16,0 2 8-16,0-1 2 15,0-2-7-15,0 3 4 16,0-1-4-16,0 1-1 16,0 0-5-16,3-1 1 15,-2 1-5-15,-1 0 2 16,0 0-1-16,0 0 3 16,0 0-2-16,0 0 1 15,0 0 1-15,0 0-1 16,5-2 1-16,12-2 1 15,11-4-4-15,12-1 6 0,7 0-1 16,3 0-5-16,2 0 0 16,2 0-3-16,2-2 3 15,-1 0 0-15,-3 2-1 16,-8 2 1-16,-12 5 0 16,-14 0-4-16,-8 2-12 15,-7 0-24-15,-3 0-19 16,0 0-36-16,0 0-56 15,-13 0-70-15,-16 0-194 16</inkml:trace>
  <inkml:trace contextRef="#ctx0" brushRef="#br0" timeOffset="-37056.72">18216 7792 1240 0,'0'0'20'0,"0"0"-20"16,-10 88 0-16,10-33 33 16,7 3 46-16,6 3-30 15,0-4-39-15,-3-6-7 16,1-8-3-16,-3-7-1 16,2-7-75-16,2-10-105 15,-1-10-169-15,1-9-93 16</inkml:trace>
  <inkml:trace contextRef="#ctx0" brushRef="#br0" timeOffset="-36293.93">18539 7750 1206 0,'0'0'99'0,"0"0"-95"16,0 0-4-16,114-23 40 15,-66 33 35-15,-1 20-37 16,-5 10-25-16,-7 3-3 16,-13 2-10-16,-12-2 1 15,-10-1 3-15,0-3-2 16,-29-1 5-16,-9 0 7 0,-9-6-12 16,0-8 8-16,11-10 4 15,10-12 23-15,11-2 35 16,10-2-2-16,5-19-38 15,0-5-32-15,19-3 3 16,14 1-1-16,10 4-2 16,11 1-4-16,2 1 3 15,7-1 1-15,3 1 1 16,-2-2-1-16,-5-1-7 16,-7 0-12-16,-10 2 9 15,-13 1 2-15,-10 7 8 16,-12 1 3-16,-7 3 1 15,0-2-4-15,-12-1 0 0,-8-3 0 16,-6 0 0-16,0 6 0 16,-1 3-2-16,3 6 2 15,4 2 0-15,4 0-1 16,3 4-7-16,0 13 7 16,7 2-1-16,5 2 0 15,1 4 0-15,0-1-3 16,20 2 5-16,5 3-4 15,3 3 6-15,6 0-2 16,1-3 0-16,-1 4 0 16,-2-3-4-16,-3 0 4 15,-9-5 1-15,-8-3-1 16,-11-5-1-16,-1-3 1 0,-7-2 5 16,-19-1 1-1,-9 0 1-15,-5-4-2 0,3-7 7 16,5 0 10-16,7-13-5 15,6-15 3-15,9-9-10 16,9-3-7-16,1-4-3 16,8 3 0-16,17 6-3 15,5 1 0-15,4 7-33 16,4 0-17-16,3 5-63 16,2-1-50-16,5 3-49 15,-4-2-158-15,-7 0-105 16</inkml:trace>
  <inkml:trace contextRef="#ctx0" brushRef="#br0" timeOffset="-36103.01">19454 7524 696 0,'0'0'349'0,"0"0"-292"16,0 0 55-16,0 0-12 16,0 0-64-16,0 0-36 15,-6 89 102-15,25-27-42 16,-1 0-46-16,0-1 5 15,3-2-12-15,-8-5-6 16,2-1-2-16,-5-7-1 16,-3-7-77-16,-3-8-93 15,-1-11-171-15,-2-15-196 0</inkml:trace>
  <inkml:trace contextRef="#ctx0" brushRef="#br0" timeOffset="-35763.03">19729 7658 1104 0,'0'0'51'0,"0"0"-49"15,0 0 1-15,0 0 10 16,0 0 49-16,0 0-35 16,-30 95-18-16,8-62 2 15,-10 1 6-15,1 1 12 16,-1-5-2-16,5-8-8 15,10-8 14-15,8-8 17 0,5-3 21 16,4-3-26-16,0 0-26 16,16 0-6-16,19-4 5 15,11-5-5-15,8-1-6 16,1 7-7-16,-2 3 1 16,-2 0-1-16,-2 0 0 15,-6 10-6-15,-4 3-3 16,-3 1-79-16,-2-2-60 15,-7-8-40-15,2-4-191 16</inkml:trace>
  <inkml:trace contextRef="#ctx0" brushRef="#br0" timeOffset="-35526.71">20115 7268 1214 0,'0'0'158'16,"0"0"-158"-16,0 0 0 16,0 0 12-16,-4 142 91 15,22-54-67-15,3 7-7 16,1-2-8-16,-3-2-10 16,-4-7-10-16,-5-4-1 0,-5-10-1 15,-2-10-13 1,-3-10-95-16,0-15-67 0,0-18-194 15,0-17-141 1</inkml:trace>
  <inkml:trace contextRef="#ctx0" brushRef="#br0" timeOffset="-34510.28">20295 7222 1306 0,'0'0'44'0,"0"0"-37"0,0 0-7 15,-119-20 54-15,74 20 23 16,-14 0-33-16,-15 3-6 16,-17 8 13-16,-20 2 4 15,-18 2-15-15,-19 2-15 16,-15 5-6-16,-17 2 11 15,-11 5-19-15,-1 2 2 16,0 6 1-16,11-3 0 16,13 2-7-16,17-4 1 15,23-6 0-15,12-2-7 16,15-7-2-16,10-1 0 16,5-3 1-16,6-1 0 15,4-3 3-15,7 2-3 0,5-2 1 16,6-4 2-1,6-1-1-15,5-2 2 0,2-1-4 16,1 2 1-16,1 2 2 16,1-3-1-16,5 0-1 15,6-2-1-15,2 0 2 16,6 0 1-16,3 0-3 16,1 0 0-16,3-3 2 15,2-2-1-15,-1 1-1 16,0-4 1-16,-3 0-2 15,-1-1 4-15,3-2-3 16,3 3 0-16,2 2 4 16,6 3-3-16,3 0 3 15,2 3-1-15,0 0-3 0,-1 0 3 16,1 0-5-16,0 0 2 16,0 0-7-1,0 0 5-15,0 17-1 0,6 14 3 16,13 14 2-16,4 9-1 15,3 13 6-15,3 10 5 16,1 12-12-16,2 5 10 16,0 0-4-16,-3-6 0 15,-1-7-6-15,-8-10 7 16,-2-6-7-16,-3-5 2 16,-3-6 2-16,-2-3-2 15,-2-6 2-15,-2-9-1 16,-2-7 1-16,2-12-1 0,-3-4-2 15,-2-7 1 1,1-5 0-16,0-1-2 0,10 0 1 16,14 0 2-16,21 0 13 15,23-5-4-15,20-11 0 16,19 0-6-16,24-5-6 16,19-4 4-16,21 0-2 15,17-3 0-15,15-3-2 16,15 1-1-16,4-2 0 15,4 3 0-15,-4 0 2 16,-6 2 2-16,-11-1 2 16,-13 0-5-16,-25 5-5 15,-36 3 2-15,-34 8 3 16,-42 3 0-16,-27 6-2 16,-20 1 2-16,-10 2 0 0,0 0 4 15,0-2-4-15,0 2-6 16,0 0-10-16,0 0-22 15,0-2-20-15,-8-4-9 16,-19-6-175-16,-18-9-697 16</inkml:trace>
  <inkml:trace contextRef="#ctx0" brushRef="#br0" timeOffset="2321.87">8240 1883 546 0,'0'0'527'0,"0"0"-527"16,0 0-256-16,0 0 45 15,0 0 117-15,0 0-15 16</inkml:trace>
  <inkml:trace contextRef="#ctx0" brushRef="#br0" timeOffset="4481.79">3250 3668 964 0,'0'0'89'16,"0"0"-81"-16,-87-30 6 16,53 19 38-16,-1 1 56 15,-3-2-49-15,1 1-15 16,2 1 12-16,1 1 11 16,1-1-47-16,3 5 8 0,-4-3-22 15,1 1 18-15,0 0 1 16,-2 1-16-16,0 4 4 15,-4 0 1-15,-4 2-7 16,-4 0-1-16,-5 0-1 16,-1 0 6-16,-1 0 3 15,4 0-6-15,2 0 7 16,4 0-1-16,2 0-8 16,2-1 1-16,5-3 4 15,-2 0-1-15,3 3-1 16,1 1-7-16,-3 0 8 15,-2 0-5-15,0 0-3 16,-2 0 1-16,3 0-1 16,-3 5 1-16,0 2 0 15,1-3 0-15,3 0 0 0,4 3-3 16,9-1 0-16,1-1-1 16,3 3 2-16,5-1-1 15,-3 0 0-15,3 2 2 16,1 0-2-16,-1 0 0 15,3 0 0-15,-1 2-1 16,0-2 2-16,-2 4-1 16,-2 0 0-16,0-1 1 15,0 2-1-15,2-1 3 16,0 0-1-16,0 4-4 0,1 2 3 16,0 0-1-1,0 1 0-15,1 3-3 0,0 1 3 16,2 5 0-16,0 6 0 15,2 4-2-15,5 3 0 16,3 7 2-16,0 2 0 16,0 4-1-16,14 1 1 15,7-6 0-15,5 1-1 16,6-5 1-16,7 2-2 16,4-1 2-16,4-1 3 15,6-2 1-15,8-5-1 16,5-4-2-16,9-8-1 15,6-5 0-15,-4-2-2 0,4-5 2 16,3-2 2 0,5 0-1-16,7-3 1 0,5-2-2 15,2-2 0 1,8-3 4-16,6-3-4 0,10 0 0 16,16-2 12-16,9-13-12 15,13-5 3-15,5-2-3 16,-1-5 0-16,-6-2-2 15,-13-1 0-15,-11-2 2 16,-17 0 3-16,-14 2-1 16,-16 2 3-16,-16 3 0 15,-13 1-4-15,-12 0-1 16,-8-3-1-16,-8-5 1 16,-6-5 3-16,-8-10-2 15,-7-9 3-15,-10-7-1 16,-4-14 1-16,-11-9 24 0,-26-3-27 15,-15-2 4-15,-10 10 10 16,-6 8-12-16,-6 7-2 16,4 8 1-16,-2 2 2 15,-3 5-4-15,-4 6 1 16,1 7-1-16,-2 9 0 16,6 9-8-16,7 8 6 15,8 10 1-15,9 2-11 16,7 15-21-16,8 22-38 15,6 15-42-15,13 10-155 16,6-4-351-16</inkml:trace>
  <inkml:trace contextRef="#ctx0" brushRef="#br0" timeOffset="5645.5">4910 4006 869 0,'0'0'266'0,"0"0"-221"15,0 0-37-15,0 0-2 16,0 0 7-16,110-100 6 15,-6 41 5-15,35-18-3 16,31-18-1-16,38-17-14 16,24-15 10-16,22-16 11 15,13-6-18-15,-8-7-6 16,-10 0-3-16,-14 9 2 16,-16 6-2-16,-17 15 3 15,-16 10-3-15,-27 6 0 16,-23 8 1-16,-20 3 1 15,-22 7 3-15,-17 9 1 16,-15 12 41-16,-14 15-5 0,-15 14 4 16,-11 14-17-1,-10 9-5-15,-7 8 7 0,-4 7-11 16,-1 2-8-16,0 2 0 16,0 0-12-16,0 0 0 15,0 0-6-15,0 0-3 16,0 0 5-16,0 0 2 15,-1 0 2-15,-4 5-1 16,-7 5 5-16,-8 3 3 16,-10 5 6-16,-6 4-13 15,1 0 2-15,-3 1-2 16,0-2 2-16,-3 1-2 16,-2 2 4-16,1-4-4 0,4 0 1 15,8-7 0-15,8-5 2 16,9-3-2-16,9-4 2 15,3-1 5-15,1 0-8 16,0 0 6-16,0 0-4 16,0 0-2-16,6 0-7 15,15 0 7-15,14 0 3 16,11-9-3-16,10-5 0 16,-1 1 7-16,-10 1-5 15,-13 9-2-15,-11 3 0 16,-7 0-1-16,-6 10-4 15,-2 17 3-15,-6 10-7 16,0 11 8-16,-4 11 1 16,-13 7-10-16,2 3-176 0,0-3-85 15,5-8-311-15</inkml:trace>
  <inkml:trace contextRef="#ctx0" brushRef="#br0" timeOffset="9678.23">10436 779 871 0,'0'0'108'15,"0"0"-86"-15,0 0-22 16,0 0-24-16,0 0 24 16,0 0 2-16,88 60 0 15,-61-26 7-15,-4 0-3 16,-5-10-5-16,-4-9 6 15,-7-9 2-15,-2-6 62 16,1 0 99-16,13-17-8 16,19-31-14-16,27-28-113 15,26-27-33-15,16-20 3 0,13-25-5 16,12-5-33-16,5 22-175 16,-14 38-231-16</inkml:trace>
  <inkml:trace contextRef="#ctx0" brushRef="#br0" timeOffset="15593.82">5810 4556 789 0,'0'0'84'16,"0"0"-73"-16,0 0 3 0,0 0 63 15,0 0 7 1,0 0-32-16,0 0-34 0,78-70-2 16,-43 64 4-16,4 4-8 15,-1 2-3-15,-4 13-2 16,-9 20 6-16,-12 13-6 15,-10 10 16-15,-3 6-5 16,-12 2 8-16,-14-2-21 16,-4-8 0-16,1-9-1 15,4-14 0-15,8-15 0 16,11-10-3-16,6-6 1 16,0 0 7-16,0-17 5 15,3-10 77-15,16-5-66 16,7 3-25-16,4 5 0 0,5 4-4 15,5 5 4 1,8 3 0-16,3 5-2 0,9 0 1 16,2 5 1-16,-2-4-2 15,-6 1 2-15,-12-1 0 16,-14-3 0-16,-6-2 0 16,-9-5 3-16,-6-7-3 15,-4-7 3-15,-3-8 0 16,0-2 0-16,-18-1-1 15,-7-1 0-15,-9 0 0 16,0 6-1-16,0 6 3 16,4 10-1-16,8 10-2 15,8 5 14-15,8 5 3 0,3 0-13 16,3 0-5 0,0 15-12-16,0 17 3 0,0 8-2 15,8 4 11-15,9 1 0 16,4-1-3-16,1 0 3 15,0-3 0-15,0-1-1 16,-2-5 1-16,-4-4 0 16,-2-9 1-16,-4-2-1 15,-8-7 0-15,-2-2 2 16,0 0-1-16,-9-1 1 16,-13-1 3-16,-6-3 5 15,-4-4 9-15,-1-2 14 0,1-8 3 16,5-13-6-1,4-5-7-15,8-1-21 0,6-3 6 16,9-1-8-16,0-2 0 16,14-2-8-16,14-3-2 15,11-1 1-15,7-5 9 16,8-8-41-16,2-2 28 16,0-5 0-16,-8 1-29 15,-9 3 32-15,-16 9 8 16,-14 9 2-16,-9 4 7 15,-5 2-6-15,-23 2 9 16,-11 2 8-16,-15 0-3 16,-18 1 7-16,-16 4-5 15,-14 7-6-15,-12 11-5 16,0 4-3-16,11 10 6 0,9 20-2 16,16 10 5-1,14 12 0-15,7 21-10 0,10 21-1 16,14 28-1-16,18 21-3 15,15 17 3-15,32 5 3 16,26-5-2-16,21-19 1 16,17-30 0-16,18-41 2 15,8-35-4-15,11-29 1 16,-1-14 1-16,-2-38-2 16,-3-26 0-16,-15-20 0 15,-18-10 1-15,-26-3 1 16,-25 0-2-16,-27 5 0 0,-16-2 10 15,-30-1-10-15,-29-1 2 16,-24 2-4-16,-17 7 5 16,-16 9-2-16,-6 16-1 15,3 24 4-15,2 22-4 16,5 24 0-16,12 10 1 16,15 29-2-16,20 11-5 15,21 11-20-15,20 12-153 16,21 2-76-16,3 2-106 15,12-2-320-15</inkml:trace>
  <inkml:trace contextRef="#ctx0" brushRef="#br0" timeOffset="16177.72">5856 5356 1434 0,'0'0'117'0,"0"0"-117"15,139-46-122-15,-42 10 122 16,22-13 5-16,18-7-4 16,13-5 8-16,7 0-6 15,-4 8-1-15,-21 12-2 16,-22 12-2-16,-31 11-8 16,-36 6-195-16,-35 8-192 0</inkml:trace>
  <inkml:trace contextRef="#ctx0" brushRef="#br0" timeOffset="16393.36">6024 5524 1567 0,'87'-28'108'16,"34"-6"-108"-16,33-12-99 15,23-19 26-15,14-12 56 16,-5-2 17-16,-11 6 0 16,-18 10 0-16,-28 9-173 15,-37 8-187-15</inkml:trace>
  <inkml:trace contextRef="#ctx0" brushRef="#br0" timeOffset="16537.5">7465 4897 1361 0,'0'0'0'0,"0"0"-832"16</inkml:trace>
  <inkml:trace contextRef="#ctx0" brushRef="#br0" timeOffset="18959.15">16503 6979 1037 0,'0'0'135'15,"0"0"-125"-15,0 0-8 16,0 0 5-16,0 0 13 15,1 97 65-15,8-74-35 16,1-6-17-16,3 0 10 16,0-8-12-16,1-4 4 15,4-5-3-15,11-8 1 16,9-28-4-16,19-23-14 0,16-28-4 16,13-29-11-16,10-30-110 15,7-31-198-15,0-16-500 16</inkml:trace>
  <inkml:trace contextRef="#ctx0" brushRef="#br0" timeOffset="30910.63">3964 685 453 0,'0'0'493'0,"0"0"-419"16,0 0-33-16,0 0 55 16,0 0 16-16,0 0-17 15,0 0-33-15,-19-11-1 16,19 9-17-16,0 2-8 15,0 0 0-15,0 0-19 16,0 0 7-16,0-1 7 16,0-3-4-16,0 3-9 15,0-2-1-15,0 0-12 16,0-3 3-16,0-3-1 16,0 2-4-16,0 0 2 15,0 3-5-15,0 1 5 16,-4 1 0-16,-3 0-1 15,1 0-2-15,0 1 4 0,1 1 5 16,1 0 2 0,3 0-10-16,-1 0 12 0,2 0-2 15,0-3-11-15,0 3-2 16,0 0-4-16,0-2 0 16,3 2 4-16,12 0 0 15,9 0 0-15,8-3 4 16,1 1-4-16,1 1 0 15,-3 0 0-15,0-1 0 16,-5-1 0-16,-4 0 0 16,-9 1-2-16,-6 2-34 15,-5 0-37-15,-2 0-69 0,0 0-103 16,-2-1-148 0</inkml:trace>
  <inkml:trace contextRef="#ctx0" brushRef="#br0" timeOffset="32373.15">4940 529 617 0,'0'0'293'16,"0"0"-235"-16,0 0-57 15,0 0 5-15,0 0 47 0,0 0 30 16,20 20-28 0,-3 8 13-16,3 5 5 0,0-1-20 15,-1-7-12-15,-8-10-12 16,-1-12 1-16,2-3 26 16,11-20 41-16,21-31-3 15,21-29-41-15,22-34-36 16,15-26-12-16,8 17-5 15,3 32-17-15,0 41-93 16,-18 42-176-16,-33 8-299 16</inkml:trace>
  <inkml:trace contextRef="#ctx0" brushRef="#br0" timeOffset="50635.84">4304 2653 710 0,'0'0'92'15,"0"0"-76"-15,0 0-12 16,0 0-2-16,0 0 3 16,-1-86 18-16,1 73 19 15,0 2-31-15,0 2-11 16,0 1 0-16,0 2-5 16,0 0-13-16,0-1 5 15,0 0 4-15,0 0 9 16,0 1-1-16,0 2-1 15,0 2 2-15,0-1 2 16,1 3-2-16,-1 0 0 16,0 0 1-16,0 0-1 15,0 0 0-15,0 0 1 0,0 0 15 16,0 0 29 0,0 0 16-16,0-2-3 0,0 2-10 15,0 0-11-15,0 0-12 16,0 0-15-16,4 0-8 15,6 16-2-15,8 36 0 16,8 45 43-16,5 43 11 16,0 45 40-16,-3 29-34 15,-3 13-23-15,-3 6-7 16,-4-18-18-16,-1-31-12 16,-2-33 4-16,2-41-3 15,-4-32 5-15,2-22-3 0,-7-16-2 16,1-16 1-1,-5-11-2-15,0-11-32 0,-4-2-35 16,0-18 2-16,-8-28-125 16,-9-30-373-16</inkml:trace>
  <inkml:trace contextRef="#ctx0" brushRef="#br0" timeOffset="50952.74">4566 2670 1105 0,'0'0'59'0,"0"0"3"16,0 0-42-16,-44-78-2 15,40 78 37-15,4 11-14 16,0 52-41-16,3 41 0 15,16 51 77-15,7 35-16 16,5 11-31-16,6 5-11 16,3-12-14-16,1-18 5 15,-7-22-10-15,-5-27 3 16,-4-26-3-16,-6-26-42 16,-6-22-52-16,-3-21-42 15,-5-22-207-15,-5-12-298 16</inkml:trace>
  <inkml:trace contextRef="#ctx0" brushRef="#br0" timeOffset="55551.58">1093 11869 26 0,'0'0'745'0,"0"0"-656"0,0 0-79 15,0 0 40 1,0 0 87-16,0 0-40 0,0 0-39 16,0-18-15-16,0 14-1 15,0-1 7-15,5-1-16 16,4-2-9-16,1 2 0 16,1 2-19-16,3 4-5 15,-1 0 0-15,2 0-11 16,0 10 6-16,-2 9 0 15,-1 11 5-15,-2 5 4 16,-9 9-3-16,-1 6 12 16,0 0 0-16,-13-3-11 15,-8 0-1-15,0-10 4 16,-2-8-2-16,3-5-1 16,4-10 4-16,3-8 2 0,9-6 1 15,4 0-5-15,0 0 10 16,0-6-14-16,1-15-4 15,15-9-17-15,7-3 13 16,3 0-6-16,1-2-4 16,1 2-8-16,-2 0 5 15,-3 3 5-15,-3 0 10 16,-3 3 6-16,0 1 4 16,-4-1-4-16,4 2 3 15,-4 1-2-15,-1 5 2 16,-5 3 2-16,-3 3 0 0,-2 5 8 15,-2 5 9-15,0-1 20 16,0 4-17-16,0 0-9 16,0 0-8-16,0 0-8 15,0 0 1-15,0 5-2 16,-10 14 1-16,-3 9 0 16,-2 11-4-16,1 8 8 15,2 7-3-15,5 3 3 16,3-3 1-16,4-1 7 15,0-10-5-15,4-7-6 16,9-6-1-16,3-2-2 16,1-11 2-16,0 3-3 15,3-10 0-15,1 1 0 16,7-5-62-16,3-6-82 0,1-7-142 16,1-24-247-16</inkml:trace>
  <inkml:trace contextRef="#ctx0" brushRef="#br0" timeOffset="55758.87">1732 12013 1187 0,'0'0'276'0,"0"0"-276"16,0 0-38-16,0 0 35 0,0 0 3 15,0 0 11-15,127-4-11 16,-72 4 0-16,-3 0-26 16,-9 0-174-16,-9 0-197 15</inkml:trace>
  <inkml:trace contextRef="#ctx0" brushRef="#br0" timeOffset="55934.67">1802 12216 1439 0,'0'0'93'15,"0"0"-93"-15,0 0-88 0,0 0 88 16,85 0-4 0,-21 0-82-16,1 0-187 0,-10 0-363 15</inkml:trace>
  <inkml:trace contextRef="#ctx0" brushRef="#br0" timeOffset="57390.78">3920 2932 529 0,'0'0'0'0,"0"0"-68"16,0 0 26-16,0 0 38 16,0 0 4-16,0 0-34 15,0 43-347-15</inkml:trace>
  <inkml:trace contextRef="#ctx0" brushRef="#br0" timeOffset="57636.11">3802 4381 1018 0,'0'0'8'0,"0"0"-8"16,0 0-30-16,0 0 29 16,0 0-77-16,0 0-226 15</inkml:trace>
  <inkml:trace contextRef="#ctx0" brushRef="#br0" timeOffset="60717.03">4000 2253 542 0,'0'0'329'16,"0"0"-323"-16,0 0 7 16,0 0-2-16,0 0 42 15,0 0 21-15,0 0-27 16,-52-32-15-16,46 32-10 16,-6 0-8-16,-5 0-3 15,-3 0 2-15,-5 5-4 0,1 2 15 16,-4 4-4-16,2-1 2 15,-1 2 4-15,-2-1-10 16,3-1 2-16,4-2 11 16,5-4 9-16,5-1 2 15,2 1-12-15,0 1-7 16,-1 6-10-16,-4 5-11 16,-1 4 4-16,0 6 0 15,1 3-1-15,3 5-1 16,-1 8 0-16,4 5 7 0,3 7 5 15,5 3-6 1,1 2 0-16,0-1-6 0,4-4 9 16,11-6-4-16,5-4 1 15,4-5 5-15,3-7-7 16,4-5-3-16,1-7 4 16,1-7 0-16,-1-7 4 15,0-3 2-15,1-3 1 16,-1 0 7-16,0 0-6 15,-2-9-10-15,0-4 4 16,2-3-3-16,3-4-1 16,2-2 0-16,0-3-2 15,-2-3 0-15,-5-1 2 16,-2-6-4-16,-4-6 1 0,-5-8 5 16,0-8-6-16,-6-2 2 15,-4-3-1-15,-5 8-1 16,-4 3 2-16,0 2 0 15,-6 6 2-15,-9-1-3 16,-2 4-2-16,-3 3 1 16,2 8 0-16,-2 4 2 15,-2 7-3-15,-2 2 0 16,-2 3 4-16,-3 2-4 16,-2 5 0-16,-3 3-2 15,1 3 0-15,-2 0 2 16,0 0 0-16,3 1 5 15,2 6-6-15,3-3 2 0,2 2-1 16,2 1 0 0,0 3 1-16,1 1-1 0,-2 3 0 15,-1 4-3-15,3 0 3 16,2 3 0-16,1 3 0 16,3 2-1-16,1 4-1 15,-3 0 2-15,2 2 0 16,2-1 3-16,0 2-4 15,-1 2 1-15,2 4 0 16,3 1 2-16,1 1-2 16,3 1 0-16,2-1 0 15,4-1 0-15,0-6-1 16,0-1 1-16,0-3-3 16,12-2 1-16,6-1 2 15,4-2 0-15,7 0 0 0,2-2 5 16,4-1-4-16,4-3-1 15,3-4 0-15,1-7 0 16,4-5 0-16,2-3 4 16,-3-2-1-16,-1-12-1 15,-4-5 7-15,-8-1-3 16,-7-2-2-16,-2-3 2 16,-3-5-2-16,-7-6 5 15,0-10 1-15,-8-7-2 16,-6-12 2-16,0-4-3 0,-6-3-3 15,-15 6 1 1,-5 10-1-16,-3 8 3 0,-1 8-1 16,1 7-2-1,0 8-4-15,2 4 0 0,3 6 1 16,3 7-2-16,1 5-2 16,-1 3-3-16,-2 12-50 15,-2 24-44-15,-2 16-103 16,1 10-126-16,-3 5-554 15</inkml:trace>
  <inkml:trace contextRef="#ctx0" brushRef="#br0" timeOffset="62132.85">2944 11782 918 0,'0'0'52'16,"0"0"-42"-16,0 0-6 16,0 0 88-16,0 0 9 15,0 0-63-15,0 0-25 16,-4-17 1-16,4 17 15 16,0 0 14-16,0 0-6 15,0 0-12-15,0 0-2 0,9 0-12 16,4 0 2-16,7 0-1 15,3 0-8-15,3 0 4 16,0 0-2-16,3 3-5 16,-3-3 3-16,0 3-1 15,-4-3-2-15,-4 0 2 16,-6 0-2-16,-6 0 4 16,-4 0-1-16,-2 0 4 15,0 0 62-15,0 0-23 16,0 0-9-16,0 0-18 15,0 4-5-15,0-2-9 16,0 9-4-16,0 9-2 16,-5 10 3-16,-5 13 10 0,-2 5 5 15,-1 5 0-15,-2-5-5 16,0-2 1-16,3-13-1 16,4-5-6-16,1-9 1 15,5-5-6-15,1-4 0 16,-3-3 0-16,4 2-2 15,0-5 0-15,0 3-2 16,0 2-20-16,0-1-114 16,0-5-201-16,5-3-413 15</inkml:trace>
  <inkml:trace contextRef="#ctx0" brushRef="#br0" timeOffset="63955.92">3701 12016 1111 0,'0'0'96'0,"0"0"-84"16,0 0 1-16,0 0 70 15,0 0-21-15,0 0-38 16,-3-7-19-16,23 7 5 16,12 0 1-16,10 0-5 0,4-3-6 15,5-3 6-15,-5 1-4 16,-2 3-2-16,-10 2-7 16,-3-4 3-16,-10 4-105 15,-7 0-74-15,-9 0-98 16,-5 0-83-16</inkml:trace>
  <inkml:trace contextRef="#ctx0" brushRef="#br0" timeOffset="64171.63">3877 11845 1235 0,'0'0'57'0,"0"0"-57"16,0 0 0-1,0 0 0-15,0 0 5 0,0 0 23 16,6 104 13-16,1-60-15 16,-4-4-19-16,-3-2-2 15,0-3-4-15,0 2 0 16,-4-8-1-16,-12-1-175 16,-4-12-385-16</inkml:trace>
  <inkml:trace contextRef="#ctx0" brushRef="#br0" timeOffset="66132.58">5147 11804 596 0,'0'0'184'0,"0"0"-126"15,0 0-10-15,0 0 53 16,0 0 12-16,0 0-42 15,0 0-40-15,9-33-20 16,-9 33-11-16,0 0-7 16,0 13 0-16,0 11 7 15,0 4 25-15,-6 7 2 16,-4-1-21-16,0 4-4 16,-1-5 1-16,3-3-2 15,-1-6 1-15,4-5-2 16,3-10 2-16,2-2 0 15,0-7-2-15,0 0 1 16,0 0 3-16,0 4-3 0,6-4 11 16,7 4-5-16,6-1-6 15,2-3-1-15,4 0 8 16,5 0-8-16,-2 0 2 16,1-11-2-16,-7 2 6 15,-5 0 6-15,-7-2-4 16,-4 0 3-16,-3-2-7 15,-3-2 10-15,0-4-8 16,0 0 1-16,0-2 11 16,-8 6-5-16,0 4 33 0,1 5-9 15,2 5 18 1,4 1-22-16,-1 0-21 0,2 0-12 16,-4 14-2-16,-2 16-6 15,-1 10 8-15,0 10 3 16,4 4-3-16,1-3-1 15,2 5-1-15,0-2-6 16,-1-1-162-16,-6-5-110 16,-9-13-402-16</inkml:trace>
  <inkml:trace contextRef="#ctx0" brushRef="#br0" timeOffset="66985.77">4331 12308 515 0,'0'0'109'0,"0"0"-61"16,0 0 142-16,0 0 10 15,0 0-78-15,0 0-53 16,0 0-13-16,-21-1-4 0,21 1-8 16,0 0-4-16,0 0-4 15,0 0-4-15,0 0-9 16,0 0 0-16,0 0-10 15,0 0-8-15,13-4-2 16,6 4 12-16,7-3-5 16,6 0 1-16,6 0-6 15,6 0 3-15,8-1-1 16,0 0-6-16,-3 2 3 16,-3 2-4-16,-11-4 0 15,-9 4-2-15,-8 0 4 16,-10 0-5-16,-3 0 3 0,-5 0-10 15,0 0-104-15,0 0-102 16,-22 0-329-16</inkml:trace>
  <inkml:trace contextRef="#ctx0" brushRef="#br0" timeOffset="67975.72">2285 12265 401 0,'0'0'160'0,"0"0"-106"15,0 0-14-15,0 0 52 16,0 0 1-16,0 0-13 16,-5 0-28-16,5 0 26 15,0 0-10-15,0 0-19 16,0 0-22-16,0 0-9 15,5 0-6-15,10 0 10 16,9 2-17-16,9-2 9 16,7 0-4-16,7 0 9 15,-4 0 1-15,-1 0-2 0,-7-2-13 16,-8-2 1 0,-5 3-6-16,-7 1 3 0,-7-3-1 15,-2 3-2-15,-6 0-2 16,0 0-13-16,0 0-114 15,0-3-181-15,0 3-256 16</inkml:trace>
  <inkml:trace contextRef="#ctx0" brushRef="#br0" timeOffset="68525.15">2785 12254 893 0,'0'0'149'16,"0"0"-143"-16,0 0-6 16,0 0 17-16,0 0-2 15,0 0-14-15,9 0 7 16,-8 0 6-16,-1 0 2 15,0 0-5-15,0 0 9 16,0 0 17-16,0 0 28 16,0 0-18-16,0 0-10 15,0 0-22-15,0 0 1 16,0 0-3-16,0 0-1 0,0 0-5 16,0 0-7-16,2-5 0 15,5 2-1-15,0 0 1 16,3 3-1-16,-1 0-1 15,0 0-3-15,-6 0 5 16,-3 0-6-16,0 0-5 16,0 0 3-16,0 0 8 15,0 0 9-15,-9 0-6 16,0 0 14-16,-4 0-6 16,0 0-2-16,3 0-2 15,2 0 1-15,4-6-7 16,3-1 4-16,1 1 9 0,0-5-14 15,0 2-1-15,1 1-3 16,5 6-1 0,-1 2 2-16,2 0-49 0,4 9-60 15,5 4-47-15,8 4-295 16</inkml:trace>
  <inkml:trace contextRef="#ctx0" brushRef="#br0" timeOffset="69508.81">4960 12283 432 0,'0'0'17'0,"0"0"-13"16,0 0 11-16,0 0 23 15,0 0 12-15,0 0 31 16,0 4 7-16,0-4-4 16,0 0 3-16,0 0-1 15,0 0-6-15,0 0-11 16,0 0-19-16,0 0-17 0,0 0-9 15,0 0-12-15,0 0-1 16,0 0-5-16,-2 0 1 16,-1 0 6-16,-4 0-3 15,1 0 3-15,0-6 2 16,3-1 4-16,2-4 7 16,1 5-19-16,0-2 7 15,0 5-10-15,0 0-1 16,0 3 2-16,0 0-5 15,0 0-8-15,0 0 0 16,0 0-3-16,0 0 7 16,0 0 4-16,0 5 3 15,0-3-1-15,0-2-2 0,0 0 1 16,0 0 8 0,0 0 1-16,-2 0 4 0,1 0 1 15,-2 0-10-15,3-10-3 16,0-3-2-16,0 2-15 15,7-2-3-15,6 6-19 16,3 5 0-16,-3 2-36 16,-3 0-116-16,-4 9-229 15</inkml:trace>
  <inkml:trace contextRef="#ctx0" brushRef="#br0" timeOffset="74297.88">980 11487 494 0,'0'0'381'0,"0"0"-351"16,0 0-18-1,0 0 10-15,0 0 65 0,0 0 2 16,0 0-58-16,0-30-25 16,0 30-6-16,0 0 0 15,3 26-13-15,0 25 13 16,1 25 4-16,-3 22 44 16,-1 16 1-16,0 10-9 15,0 6-19-15,0-3-9 16,0-12-7-16,0-21-5 15,0-18 2-15,0-18 3 16,0-12-5-16,0-13 0 16,-1-9 1-16,-5-7-1 15,3-11-10-15,2-6-111 16,-3-3-66-16,1-24-182 0</inkml:trace>
  <inkml:trace contextRef="#ctx0" brushRef="#br0" timeOffset="75847.67">969 11540 793 0,'0'0'62'15,"0"0"-49"-15,0 0 28 16,0 0 48-16,0 0 53 16,0 0-66-16,-17-50-39 15,16 41 0-15,-1-2 6 16,1 0 8-16,1-2-6 15,0 0 6-15,0-1-32 16,0 4 7-16,0 4-3 16,0 3 7-16,0-1-3 15,0 4-20-15,0 0-2 0,0 0-5 16,0 0-6-16,1 0 3 16,11 0 3-16,8 0 0 15,6 0 3-15,9 0-3 16,6 0 5-16,6-2 12 15,5 0-6-15,3-1 8 16,3 3-7-16,6-2-2 16,4 2-6-16,4-4 4 15,-1 2-4-15,-3 2 3 16,-3 0-5-16,-3 0 3 16,-1 0-5-16,-3 2 2 15,5 4-3-15,-1-1 6 16,-3 1-5-16,-4 0 0 15,-8-2-2-15,-4-1-1 0,2 0 6 16,3-3-3-16,6 0 0 16,0 0 2-16,1 0-2 15,-5 0 0-15,-3 0 3 16,-3-3-6-16,-5 3 5 16,3 0-2-16,3 0 0 15,7 0 2-15,3 0-1 16,7 0-1-16,2 0 2 15,-4-3-2-15,0 2 4 16,-5 1-3-16,-3 0-2 16,0 0 3-16,2 1-2 15,2 8 0-15,5-1-3 16,-3-2 3-16,2-2 0 0,1 0-1 16,2-4-1-16,4 0 1 15,1 0 1-15,1 0 0 16,-6 0 2-16,-2 0 0 15,-8 0-1-15,1 0-1 16,-4 0 0-16,4 0 0 16,1 0 1-16,1 0-1 15,3 0 1-15,-1 0-1 16,1-4 2-16,-4 1 2 16,-3 2-3-16,-2 1-1 15,-3 0 0-15,-3 0-2 16,-3 0-1-16,-1 0 2 0,0 0 1 15,1 0-2-15,1 0 1 16,3 0 2-16,4 0 0 16,0 0-1-16,2 0-2 15,-6 0 2-15,-5 0 0 16,-4-3 3-16,-4-2-3 16,-5 2 0-16,0 0 0 15,-3 0 0-15,0 0 2 16,0-3-2-16,-3 2 0 15,-1 1 2-15,-3-1-4 16,-4 2 5-16,-4 2-3 16,-4 0 0-16,-3 0-1 15,-2 0 1-15,3 0 0 0,1-2 1 16,3 0-1 0,3 2-1-16,-1 0 1 0,0 0 1 15,-2 0 1-15,0 0-2 16,2 0 0-16,-3 0 0 15,1-1 0-15,-4 1-2 16,1 0 2-16,-1 0 2 16,0 0-2-16,1 0-2 15,1 0 2-15,2 0 2 16,0 0-2-16,2 0-5 16,-2 0 4-16,-2 0-1 15,-2 0-8-15,-1 0 10 0,0 3 0 16,-1 1 0-1,-1 0-3-15,2-1 7 0,-1 3-4 16,-1 6 1-16,0 10 0 16,0 5 4-16,0 11 3 15,-1 8 3-15,-9 10 6 16,-2 4-1-16,2 8 2 16,-2 2-2-16,2 1 0 15,2 5 3-15,-2-3-3 16,3 1-2-16,2-4 7 15,0-2-11-15,2-1 6 16,3-9-4-16,-1-2-8 16,1-9 1-16,0-10-2 15,0-4 1-15,0-13-4 16,0-7 3-16,0-9-3 0,0 0 2 16,0-1-1-16,0-3-2 15,-3 0-2-15,-8 0-45 16,-17 0-55-16,-24-14-195 15,-32-18-761-15</inkml:trace>
  <inkml:trace contextRef="#ctx0" brushRef="#br0" timeOffset="77146.73">1004 12622 481 0,'0'0'109'0,"0"0"-102"16,0 0-1-1,0 0 5-15,0 0 121 0,0 0 33 16,-55 20-15-16,55-20-29 16,0 0-33-16,0 0-24 15,0 0-2-15,0 0-9 16,0 0 6-16,0 0-15 16,0 0-8-16,0 0 3 15,7 0-10-15,10 0 4 16,13-6-2-16,10-2-10 15,10 5 2-15,7-3-13 16,7 3-1-16,4 2-2 16,6-6-1-16,2 7 3 15,0 0 2-15,-3 0-5 16,-3 0 1-16,-5 0-3 0,-3 0 2 16,-1 0-3-16,-1 4 0 15,3-4-2-15,-2 3 6 16,-5-3-7-16,-4 0 0 15,-8 0 2-15,-1 0-1 16,-1 0-1-16,1 0 4 16,4 0-3-16,2 0 2 15,4 0-3-15,2 0 0 16,2 0 1-16,-1 0 2 16,-1 4-3-16,1-1-1 0,0 3 1 15,4-3 2 1,1-3 1-16,-2 0-2 0,-2 0 1 15,-4 0 0-15,-5 0-2 16,-3 0 3-16,-2 0 0 16,-1 0-3-16,0 0-1 15,-3 0 1-15,2 0 1 16,2 0 0-16,1 0-1 16,-3 0 0-16,4 0-1 15,-3 0 1-15,2 0-4 16,1 0 4-16,1 2 0 15,0 1 3-15,1-3-3 16,3 0 0-16,2 0 0 16,0 0 2-16,-1 0-2 15,0 0 0-15,0 0 0 0,0 0 1 16,0 0-1 0,5 0 0-16,-1 0 5 0,5 0-4 15,0 0-1-15,-2-3 0 16,3-2 5-16,-6-1-4 15,-3-1-1-15,-2 4 0 16,-10-3 0-16,2 1 6 16,-4-1-4-16,3-1 5 15,2 1 1-15,2-1-5 16,0 0-1-16,0 1 0 16,-3 2 3-16,-3-2-3 15,-7 3 0-15,-6-4 3 0,-6 6-4 16,-5-2 2-16,-3 1 1 15,-5-2-4-15,-2 4 4 16,-5-3-4-16,0 2-5 16,0-8-42-16,-19-2-56 15,-24-13-306-15</inkml:trace>
  <inkml:trace contextRef="#ctx0" brushRef="#br0" timeOffset="90329.63">879 4787 699 0,'0'0'122'0,"0"0"-84"0,0 0-26 16,0 0-1-16,0 0 6 15,0 0 33-15,0 0-32 16,42-53-14-16,-15 78 21 16,5 13 20-16,1 11 5 15,-3 4-6-15,-5 8-13 16,-5-4 10-16,-5-12-16 16,-4-12-3-16,-2-16-13 15,-2-11-1-15,-2-6 18 16,0 0 28-16,8-19 40 15,11-32 17-15,10-16-82 16,14-17-22-16,4-2-3 16,-1 3 2-16,-1 10 0 15,-3 9-6-15,-7 18 0 16,-10 16-1-16,-11 13-19 0,-11 11-89 16,-6 6-62-16,-2 7-109 15,-4 22-74-15,-22 10 37 16</inkml:trace>
  <inkml:trace contextRef="#ctx0" brushRef="#br0" timeOffset="90645.99">1187 4704 1076 0,'0'0'11'16,"0"0"-11"-16,0 0-7 15,0 0 7-15,0 0 3 0,30 92 46 16,-10-35 15 0,3 5-27-16,-1 0-12 0,-2-8-15 15,-4-12 2-15,-4-14 0 16,-3-12 8-16,-6-12 33 16,4-4 2-16,4-9 35 15,16-32-4-15,18-22-48 16,17-20-25-16,12-10-6 15,3-8-4-15,3-7-1 16,7-6-2-16,7 4-19 16,-2 16-84-16,-12 29-111 15,-28 31-79-15,-31 27-461 0</inkml:trace>
  <inkml:trace contextRef="#ctx0" brushRef="#br0" timeOffset="101658">12766 5714 607 0,'0'0'123'0,"0"0"-90"16,0 0 20-16,0 0 31 16,0 0 8-16,-87-41 0 15,85 38-33-15,2 3-17 16,0 0-30-16,0 0-12 0,0 5-6 16,19 19 6-16,11 11 13 15,8 6 10-15,15 5-11 16,5-2-8-16,3-5 18 15,7-4-8-15,0-8-7 16,6-9 4-16,2-7 9 16,7-6 9-16,2-5-8 15,3-5-2-15,6-19 6 16,-4-6-1-16,-5-11 7 16,-6-7 3-16,-10-8-19 15,-10-6 13-15,-3-2-5 16,-11-1-3-16,-7 2-5 0,-6 6-4 15,-9 8 4 1,-6 11-3-16,-7 12-11 0,-5 10 10 16,-3 8 0-16,-2 5-7 15,0 3-4-15,0 0-12 16,0 0 0-16,-10 6 10 16,-15 11 2-16,-9 2 5 15,-2 3-4-15,3-5 0 16,2 0-2-16,4-4-1 15,7-1 2-15,7-6-1 16,4-1-5-16,6-5 6 16,3 0 2-16,0 0-2 15,0 0 0-15,10-8 2 16,12-8-2-16,5-3 0 16,7 5 1-16,-3 1 0 0,4 7-1 15,2 5-3-15,1 1 1 16,-1 0 1-16,-8 20 1 15,-11 5-5-15,-10 5-5 16,-8 2 9-16,0 2-5 16,-12 2-67-16,-9 2-89 15,-7-3-127-15,-10-6-468 16</inkml:trace>
  <inkml:trace contextRef="#ctx0" brushRef="#br0" timeOffset="104647.87">5023 2526 666 0,'0'0'86'15,"0"0"-81"-15,0 0 2 16,0 0-2-16,0 0 40 16,0 0 22-16,0 0-18 0,0-6-7 15,0 5-12-15,0 1 13 16,0 0 13-16,0 0-4 15,0 0-8-15,0 0-9 16,0 0-17-16,0 0 0 16,0 0-7-16,0 0-1 15,0 0 2-15,0 0-4 16,0 0 5-16,0 0 7 16,0 0-3-16,0 0 4 15,0 0-6-15,0 0-6 16,0 0 1-16,0 0-5 15,0 0 0-15,0-2 1 16,0 2-6-16,0 0 5 0,0 0-1 16,0 0-3-1,0 0 3-15,0 0-4 0,0 0 0 16,0 0 0-16,0 0 3 16,0 0-5-16,0 0 2 15,0 0-4-15,0 0-7 16,0 0-29-16,0 0-13 15,0 0 1-15,0 0-28 16,0 0-16-16,0 0-41 16,0 0-35-16,-6 14-10 15,-7 4 18-15,-4 0-101 16</inkml:trace>
  <inkml:trace contextRef="#ctx0" brushRef="#br0" timeOffset="112356.67">7790 9153 721 0,'0'0'110'0,"0"0"-50"15,0 0-49-15,0 0 25 16,0 0 97-16,0 0-18 16,0 0-49-16,-46-14-30 0,34 14-3 15,-8 0-3-15,-13 8-23 16,-15 10 3-16,-5 2 18 15,-5 0-10-15,-3 1 8 16,0 0 7-16,-1 4-14 16,5 3 10-16,4 5 2 15,2 4-6-15,9 9-1 16,4 3-20-16,6 7 15 16,6 4-3-16,2 9-14 15,4 13 8-15,5 8 1 16,3 6-1-16,4 3 1 15,4 2-9-15,4 0 5 0,0 1 2 16,4 2 0 0,13-1 6-16,1-5 3 0,4-2-5 15,0-5 0-15,-2-2-3 16,0 0 3-16,-4-9-1 16,3-2-4-16,-1-14-1 15,-1-12-3-15,1-5 4 16,-6-13-6-16,0-8 2 15,-5-9-4-15,-4-3 1 16,0-10-1-16,-1 2 0 16,-2-3-1-16,0 0 5 15,0 0-8-15,0-1 8 0,2-1-4 16,-2 1 0 0,0-2 1-16,0 0-1 0,0 0 0 15,0 0 0-15,0 0 0 16,0 0 2-16,0 0 5 15,0 0 4-15,0 0-1 16,0 0 2-16,-12-18-3 16,-10-8 1-16,-8-10-10 15,-2-2 0-15,2 0 0 16,1 1 1-16,4 5-1 16,2 1 3-16,3 5-2 15,3 9 2-15,7 7-3 16,7 4-1-16,3 5-3 15,0 1 4-15,0 0-10 0,0 10 4 16,18 11 6-16,7 8 3 16,7 3-3-16,1-3 0 15,5-1 0-15,-2-6 2 16,1-5-2-16,-5-4 0 16,-4-6-6-16,-8-3 3 15,-7-4 2-15,-6 0-4 16,-5 0 5-16,-2 0 6 15,1 0-3-15,6-23-3 16,2-12 0-16,-3-14-1 16,-2-1 1-16,-4 5 0 15,0 11 0-15,0 13 1 16,0 10-1-16,0 11-2 16,-2 0-1-16,-5 11-4 15,-11 31-2-15,-14 26 9 0,-14 27 0 16,-6 17-26-16,1 8-109 15,6-7-263-15,2-12-482 16</inkml:trace>
  <inkml:trace contextRef="#ctx0" brushRef="#br0" timeOffset="130918.59">10043 8282 308 0,'0'0'152'0,"0"0"-116"16,0 0-30-16,0 0 1 0,0 0 39 15,0 0 56 1,0 0-2-16,0 0-20 0,0 0 4 16,0 0-13-16,0 0-10 15,0 0-5-15,0 0-20 16,0 0-8-16,0 0 3 15,0 0-4-15,0 0 8 16,-2 0-3-16,2 0-1 16,0 0 7-16,0 0-6 15,0 0-7-15,0 0 7 16,0 0-14-16,0 0 2 16,-2 0-2-16,0 0-10 15,-1 0 15-15,-3-4-6 16,-3-7-9-16,-2-1-1 15,-5 2-5-15,1-4 0 0,2 2-1 16,-1 3-1 0,3-3 3-16,-1 3-1 0,-1-2 4 15,1 0-3-15,2 4 0 16,0 0 1-16,0 2 4 16,0 1-8-16,0 4 12 15,-3-2-10-15,-1 2 2 16,0 0-4-16,1 0 2 15,3 0 0-15,0 0 0 16,0 0-1-16,-2 0 3 16,1 0-4-16,-2 0 0 15,-2 2 1-15,-1 2 4 0,0 2-5 16,-1 3 4-16,-2 1-2 16,3-1-2-16,-1 3 4 15,2 1 0-15,2-1-4 16,-1 3 4-16,4-1-4 15,-2-1 3-15,5-1-1 16,-2 0-2-16,1 1 0 16,-1 2 1-16,-1 1 2 15,1 2-2-15,2 3 1 16,0 2 2-16,0 3-3 16,2 4 2-16,2 6-2 15,-2-3 2-15,3 1-3 16,-1-1 4-16,1-2-3 0,0 3 0 15,0-3 1 1,1 0-2-16,-1-2 1 0,2 0 0 16,0-4-1-16,0 1 1 15,0-1-1-15,0-1 0 16,0 3 1-16,2-3-1 16,6-1 2-16,1 0-1 15,1 1 0-15,0-2 2 16,2 2-2-16,1-1-1 15,-1 0 1-15,1-2-1 16,-2-1 0-16,3 0 2 16,0-3-5-16,0-2 3 0,5-2 0 15,0 0 1 1,2-4 1-16,3-2 1 0,0-4-3 16,5-3 8-16,-1 0-5 15,2 0 1-15,0 0-2 16,1-9 1-16,0-3-2 15,0-1 0-15,-5 0 0 16,-1 0 0-16,1-4-1 16,-2-3 0-16,3-4 0 15,-3-5 1-15,-3-4 1 16,1-5-4-16,-3-6 4 16,0-6-1-16,0-3-1 15,-2-1 1-15,-1 2-2 16,-4 5 2-16,-4 6-1 15,-6 1 1-15,-2 4 0 16,0-3 0-16,0 0-1 16,-10-5 5-16,-8-1-5 0,-2-2 0 15,-9-4 1-15,-3 4 1 16,-4 0-2-16,-5 3 1 16,0 4-2-16,-4 3 5 15,4 4-4-15,5 3 0 16,6 6 0-16,5 9-1 15,3 6-1-15,2 7 0 16,3 2-2-16,-2 2-9 16,1 18 13-16,0 5-13 15,6 7-45-15,7 2-48 0,5 3-98 16,2-2-90 0,14-10-199-16</inkml:trace>
  <inkml:trace contextRef="#ctx0" brushRef="#br0" timeOffset="132768.13">10805 9060 590 0,'0'0'244'0,"0"0"-175"0,0 0-46 16,0 0 10-16,0 0 86 16,0 0-11-16,1 0-40 15,-1 0-26-15,0 0-21 16,0 0 5-16,0 0 0 15,0 0-1-15,0 0 0 16,0 0-4-16,0 0 0 16,0 0 2-16,0 0-8 0,0-5 6 15,0-1-9 1,0 1-6-16,0 3 2 0,0 0-1 16,0 1 1-16,0 1 3 15,0 0-5-15,0 0 5 16,0 0-6-16,0 0-3 15,0 0 2-15,0 0-4 16,0 0 3-16,0 0 4 16,0 0-7-16,0 0 8 15,0 0 1-15,0 0-5 16,0 0 3-16,0 0-3 16,0 0 4-16,0 0 5 15,0 0-7-15,0 0 5 16,0 0-3-16,0 0-3 15,0 0 0-15,0 0-2 16,0 0 5-16,0 0 2 16,0 0-7-16,0 0 6 0,0 0-4 15,0 0-1-15,0 0-2 16,0 0-1-16,0 0 2 16,0 0-2-16,0 0 1 15,0 0-2-15,0 0 1 16,-4 5 0-16,-10 6 2 15,-2 1-1-15,0-1 2 16,4-3-2-16,5-1 0 16,-2-3-1-16,4 1 1 15,-1-2-1-15,2-1 1 0,2 0-1 16,1-2 5-16,-1 0 0 16,0 0-3-16,-3 4 5 15,-3-2-2-15,-4 5-2 16,-3-3-1-16,2 0-3 15,0 1 5-15,0-2 0 16,2 1-5-16,-1-1 5 16,-1 0-3-16,0 0 0 15,1 1 3-15,0-3-4 16,0 0 4-16,4-1 1 16,-2 2-4-16,3-2 1 15,1 0 2-15,-3 0-3 16,1 0 4-16,-1 0-6 15,3 0 6-15,-2 0-4 16,-2-4 1-16,-2-7 0 0,-4-3 0 16,2 1-1-16,-1-2 0 15,-1-1-1-15,5 3 1 16,-1 0-2-16,4-1 1 16,1 3-1-16,2 2 0 15,2 3 1-15,1 4-1 16,0 0 1-16,2 2-2 15,0 0 1-15,0 0-10 16,0 0-16-16,0 0-27 16,-1 0-37-16,-7 3-214 15,-8 6-269-15</inkml:trace>
  <inkml:trace contextRef="#ctx0" brushRef="#br0" timeOffset="135917.54">7033 12846 767 0,'0'0'136'0,"0"0"-50"0,0 0 55 16,0 0 24-1,0 0-75-15,0 0-30 0,-3-87-15 16,10 74 2-16,4 2-29 16,1 6-6-16,-1 1-4 15,1 4-7-15,-2 0-1 16,0 6-1-16,-1 11-2 15,-5 10 1-15,-4 3 2 16,0 4 7-16,-10-1-7 16,-9-2 2-16,-5-7-3 15,2-5 3-15,7-10 2 16,8-4-4-16,4-5 2 16,3 0 8-16,0 0-10 15,0-11-2-15,9-2-41 16,7 0 15-16,6 3 20 0,0 5 2 15,-1 5-6 1,0 0 10-16,-4 11-5 0,-4 9 3 16,-3 4-2-16,-5 3-3 15,-5 0 9-15,0-5 0 16,0-1 3-16,-15-4 30 16,-2-4 12-16,-3-3-7 15,-5-3 6-15,-3-4 2 16,-2-3-3-16,-2 0-17 15,2 0-12-15,8 0-4 16,7-6-9-16,8 2 2 16,7 1-6-16,0 3-1 0,0-3-46 15,2-5-50-15,19 2-100 16,11-8-74-16,7 1-108 16</inkml:trace>
  <inkml:trace contextRef="#ctx0" brushRef="#br0" timeOffset="136149.87">7449 12867 1263 0,'0'0'169'0,"0"0"-169"15,0 0 0-15,0 0 31 16,0 0 7-1,0 0 2-15,111-4-19 0,-68 4-16 16,-3 0-3-16,-4 0-2 16,-3 0-43-16,-4 0-114 15,-10 0-45-15,-12 0-219 16</inkml:trace>
  <inkml:trace contextRef="#ctx0" brushRef="#br0" timeOffset="136323.01">7485 13007 1385 0,'0'0'37'0,"0"0"-37"0,0 0 0 16,0 0 8-16,123 0-8 16,-68 0-1-16,-1 0-110 15,-11 0-195-15,-16 0-314 16</inkml:trace>
  <inkml:trace contextRef="#ctx0" brushRef="#br0" timeOffset="136490.79">7518 13196 1386 0,'0'0'67'0,"0"0"-67"15,0 0-59-15,0 0 59 16,110-2 0-16,-49-2-27 15,5-1-173-15,1-6-150 16,-8-5-251-16</inkml:trace>
  <inkml:trace contextRef="#ctx0" brushRef="#br0" timeOffset="136967.95">8281 12806 1003 0,'0'0'299'0,"0"0"-284"0,0 0-6 16,0 0 20-16,0 0 9 15,0 0-26-15,-4 34-11 16,4 6 52-16,0 4-1 15,0-1-17-15,4 3-11 16,0-2-5-16,5-6-18 16,2-6 9-16,5-4-9 15,0-9 0-15,3-5-1 16,2-12-3-16,3-2 1 16,1 0-20-16,-1-19 15 15,-5-8 7-15,-3-9 0 0,-6-1 7 16,-10-7-7-16,0 0 9 15,-14 1 25-15,-11 0-13 16,-2 9 1-16,0 10 17 16,4 7 3-16,1 12-36 15,4 5-5-15,0 0-1 16,1 2-4-16,5 12 3 16,5 7-30-16,7 1-56 15,0 2-80-15,16 0-52 16,10-8-161-16,1-3-354 15</inkml:trace>
  <inkml:trace contextRef="#ctx0" brushRef="#br0" timeOffset="137291.25">8699 13054 1117 0,'0'0'262'16,"0"0"-246"-16,0 0-10 0,0 0-1 15,0 0 18-15,0 0-3 16,113-6-16-16,-66 9 0 16,-2 3-4-16,-3-2-1 15,-4 0-25-15,-5-4-103 16,-6 0-89-16,-8 0-125 16</inkml:trace>
  <inkml:trace contextRef="#ctx0" brushRef="#br0" timeOffset="137543.71">8911 12928 696 0,'0'0'451'16,"0"0"-435"-16,0 0-14 15,0 0 7-15,0 0 30 16,0 0-23-16,0 19 12 15,8 8 57-15,0 6-37 16,-2 3 6-16,-2-1-14 16,0 1-29-16,-3-3-6 15,1-1-5-15,0-2-5 16,-2 0-99-16,2-7-94 16,-1-7-298-16</inkml:trace>
  <inkml:trace contextRef="#ctx0" brushRef="#br0" timeOffset="137927.74">9334 13135 1099 0,'0'0'265'15,"0"0"-259"-15,0 0 7 16,0 0-3-16,0 0 36 15,101-8-26-15,-59 8-8 16,-1 0-3-16,-7 0-4 16,-5 0-4-16,-6 0-1 15,-4 0 0-15,-4 0-15 16,-2 4-66-16,1-4-84 0,-6 0-170 16,-1 0-208-1</inkml:trace>
  <inkml:trace contextRef="#ctx0" brushRef="#br0" timeOffset="138519.61">9824 12914 941 0,'0'0'182'16,"0"0"-162"-16,0 0 22 15,0 0 66-15,0 0-52 16,0 0-32-16,-6-10-5 16,6 10 5-16,0 0-7 15,11 0 2-15,10 0 18 0,8 0 1 16,4 0-15-16,2 0-15 15,-1-7 0-15,-6 3-6 16,-3 1 0-16,-6 0-2 16,-8 0 1-16,-6 2 0 15,-5 1 3-15,0 0-4 16,0 0 21-16,0 0 7 16,0 0-16-16,0 10-6 15,0 17-6-15,0 11 48 16,0 4-26-16,0 3-22 15,0 5 7-15,0-3-5 16,-5-1-2-16,-2-3-1 16,4-6-28-16,2-3-99 15,1-11-109-15,0-16-278 0</inkml:trace>
  <inkml:trace contextRef="#ctx0" brushRef="#br0" timeOffset="138870.04">10540 12806 1133 0,'0'0'169'0,"0"0"-162"15,0 0 21-15,0 0 101 16,0 0-50-16,0 0-55 16,-7-17-12-16,0 28-11 15,-3 16 9-15,-4 17 27 16,-1 5-4-16,5 8 0 16,5 0-20-16,5 0-1 15,0-1-9-15,0-5-2 16,15-4-2-16,7-3-10 15,2-8-87-15,2-9-126 16,-3-9-90-16,1-15-379 16</inkml:trace>
  <inkml:trace contextRef="#ctx0" brushRef="#br0" timeOffset="140117.04">10636 13024 684 0,'0'0'601'16,"0"0"-568"-16,0 0-31 16,0 0 1-16,0 0 35 15,0 0-14-15,94-41-22 16,-69 60 4-16,-4 10 9 16,-2 5 16-16,-6 2 22 0,-1 1-27 15,-4-1-1-15,-1-1-6 16,-5-5-8-16,-2-4-4 15,0-8-2-15,0-6-2 16,0-5-3-16,0-7 4 16,0 0 0-16,0 0 4 15,0-10 1-15,0-20-9 16,0-11-3-16,1-1 0 16,5 5 3-16,-2 6 0 15,3 11 3-15,0 3-3 16,3 4-5-16,0 6 3 15,1 4-1-15,1 3 0 16,0 0 2-16,-2 10-8 16,1 13 9-16,-1 1 9 15,-1 6-5-15,-4 3 5 0,0-6-2 16,0-3-4-16,-1-7-1 16,-3-4 1-16,1-10-3 15,-2 0 0-15,1-3 1 16,1 0 2-16,2 0 2 15,2-10 4-15,4-13-9 16,2-12-9-16,2 3 9 16,-4-1-3-16,-3 6-2 15,2 3 5-15,-4 15 2 16,-2 1-2-16,1 5 14 16,-4 3-5-16,1 0-2 15,5 0-7-15,-2 11 1 16,6 8 14-16,2 0 0 0,2 0-7 15,-3-3-5-15,3-2-3 16,-1-2 0-16,0-5-2 16,4-1-42-16,0-4-45 15,3-2-80-15,1 0-12 16,-1-2-18-16,-3-14 58 16,-6-1 101-16,-7 4 40 15,-2 4 11-15,-2 5 124 16,0 4 40-16,0 0-46 15,0 0-77-15,0 0-25 0,0 7-11 16,0 6 29 0,0 4-9-16,2-4-21 0,11 0-8 15,7-4-6 1,4-5 11-16,1-4-11 0,-2 0 13 16,-6-4-9-16,-4-7 0 15,-4-4 9-15,-6-5 1 16,-3-2 24-16,0-2 10 15,-12 0-16-15,-11 4-11 16,-4 0-11-16,2 7 8 16,5 8-11-16,6 2-8 15,3 3-2-15,1 0 2 16,5 17-14-16,1 1-16 16,4 1-58-16,12-5-72 0,13 0 3 15,7-11 1-15,0-3-29 16,0 0 36-16,-7 0 40 15,-4 0 104-15,-7-7 5 16,-6 7 87-16,-3 0 6 16,-1 4-27-16,0 15 33 15,0 9 47-15,4 4-52 16,4 3-50-16,3-5-4 16,3-4-18-16,0-8-9 15,4-9-2-15,-2-9-2 16,4 0 11-16,-3-7 2 15,-2-16 28-15,-2-5 19 16,-9-5-15-16,-8-3-16 16,0-4 21-16,-8-4-20 0,-16 0-12 15,-2-2-13-15,-5 5 1 16,5 8-10-16,6 9-5 16,4 11 0-16,5 6-7 15,2 7-1-15,1 0-18 16,1 7-42-16,7 13-62 15,0 8-62-15,0 2-87 16,9-8-184-16</inkml:trace>
  <inkml:trace contextRef="#ctx0" brushRef="#br0" timeOffset="140603">11838 12961 1075 0,'0'0'94'15,"0"0"-63"-15,0 0 52 16,0 0-7-16,0 0-53 16,0 0 29-16,30 46 43 15,-30-19-51-15,0 4-16 16,0-6-9-16,0-7-6 16,0-6-6-16,-3-5-1 15,2-7-3-15,1 0-3 16,0 0 9-16,0 0-1 15,0 0-8-15,0 0-12 16,0-7-2-16,3 1 3 16,10 0 4-16,4 6 0 0,2 0 6 15,5 0 0-15,4 0 1 16,4 0 0-16,4-3 0 16,-4-1 1-16,-6 1-1 15,-4-5 1-15,-9-4-1 16,-6-5 2-16,-4-1-1 15,-3-1 0-15,0-3 0 16,-6 3-1-16,-8 0 2 16,1 5 0-16,2 8 1 15,3 2 8-15,3 4-4 16,2 4-7-16,-2 26 5 16,0 9-5-16,5 13 18 0,0-3-15 15,0 2 0-15,18-7-3 16,2-5-4-16,0-6-70 15,-1-12-195-15,-6-11-310 16</inkml:trace>
  <inkml:trace contextRef="#ctx0" brushRef="#br0" timeOffset="140849.38">12243 12759 1233 0,'0'0'141'0,"0"0"-141"0,0 0 0 16,0 0 32-16,97 94 78 15,-69-34-37-15,-10 1-28 16,-9 8 2-16,-9-4-12 16,-7-2-16-16,-21-9-8 15,-9-7-11-15,-11-7-10 16,-6-14-54-16,-10-5-107 15,-9-15-154-15,-12-6-408 16</inkml:trace>
  <inkml:trace contextRef="#ctx0" brushRef="#br0" timeOffset="142035.26">9666 9266 930 0,'0'0'183'16,"0"0"-162"-16,0 0-13 0,0 0 53 15,0 0-4-15,0 0-13 16,31-12 5-16,49 5 35 16,27-3-13-16,21-7-23 15,21-3-10-15,13-6-14 16,6 0-6-16,-3 0 4 15,-15 6-7-15,-28 3-14 16,-34 8 0-16,-35 5-1 16,-29 1-42-16,-23 3-66 15,-8 0-59-15,-41 0-35 16,-26 0-304-16</inkml:trace>
  <inkml:trace contextRef="#ctx0" brushRef="#br0" timeOffset="142252.96">9762 9245 1188 0,'0'0'263'0,"0"0"-253"16,0 0-10-16,0 0 0 15,112 0 14-15,-5-7 77 16,33-8-54-16,34-6-25 15,13-5-10-15,-3 1-2 16,-16 6 0-16,-42 5-83 0,-41 5-181 16,-43-3-312-1</inkml:trace>
  <inkml:trace contextRef="#ctx0" brushRef="#br0" timeOffset="142404.05">10683 9153 1605 0,'0'0'0'16,"0"0"-9"-16,0 0-182 16,0 0 182-16,0 0-3 15,87 47-31-15,-51-30-305 16,-7-5-415-16</inkml:trace>
  <inkml:trace contextRef="#ctx0" brushRef="#br0" timeOffset="145082.68">10345 7911 331 0,'0'0'51'0,"0"0"-39"16,0 0-11-16,-46-78 2 15,32 58 9-15,-1 2 71 16,-1 8-15-16,-5 4-30 16,-4 6-14-16,-5 0 4 15,-8 6-19-15,-4 5 0 16,-2-3-6-16,1-2-2 15,4-3 11-15,3-2 17 16,4-1 1-16,-2 0 11 16,3 2-25-16,-3 4 8 0,1 5-13 15,-3 5-3-15,0 5 0 16,1 3-4-16,-2 6 14 16,3 3 7-16,1 3-15 15,3 2 5-15,-1-1 2 16,5 4-4-16,1 6 7 15,0 1-11-15,1 8 12 16,1 0 5-16,5 4-19 16,3 3 0-16,3 7 2 15,7 4 11-15,3 3 1 16,2-2-10-16,0-3 6 16,17-7-7-16,7-4-5 15,6-1-2-15,6-2 2 0,6 1 6 16,3-2 4-16,5-7-10 15,4-1 4-15,3-10-3 16,3-5-5-16,4-8 0 16,6-6 10-16,9-8-8 15,0-6-3-15,4-6 3 16,-3 0-3-16,-7-9 1 16,-6-7 1-16,-7-6-2 15,-6-2 1-15,-9-1 2 16,-9-8-3-16,-4-4 2 15,-5-9-2-15,-3-10 0 0,-4-10 1 16,1-5 0 0,0-4-1-16,-1 0 0 0,-4 0 4 15,-4 7-3-15,-2 2-1 16,-9 5 0-16,-1 1-1 16,0-2 1-16,-11-1 0 15,-14-3 2-15,-7-6-2 16,-1-3-2-16,-2-1-1 15,-1-1 3-15,3 3-5 16,-2 4 4-16,-4 6-3 16,-4 8-10-16,-5 10 6 15,-4 9-14-15,-3 12 11 16,-4 11-2-16,-6 14-4 16,-2 0-12-16,0 24-41 0,7 14-36 15,8 10-16-15,12 5-126 16,8 0 59-16</inkml:trace>
  <inkml:trace contextRef="#ctx0" brushRef="#br0" timeOffset="147851.27">9869 13138 198 0,'0'0'144'0,"0"0"-94"0,0 0-6 16,0 0 39-16,0 0 57 15,0 0-26-15,0 0-56 16,0 0-10-16,0 0-2 16,3 0-3-16,-1 0-3 15,1-3-10-15,-1 3 1 16,-2-4 0-16,1 4-2 16,-1 0 4-16,0 0-8 15,0 0-5-15,0 0-6 16,0 0-6-16,0 0 1 15,0 0-4-15,0 0-4 16,0 0 2-16,0 0-3 0,0 0 1 16,0 0 2-1,0 0-2-15,0 0 2 0,0 0 1 16,0 0-4-16,0 0 3 16,0 0 0-16,0 0-1 15,0 0-2-15,0 0-1 16,0 0 1-16,0 0 0 15,0 0 0-15,0 0 0 16,0 0 0-16,0 0 0 16,0 4 3-16,-3 3-2 15,0-2 1-15,1-3-1 16,0 1 1-16,1-3 0 0,-1 0 0 16,-2 0 0-1,3 0 1-15,1-5-3 0,0-4 0 16,0-2 0-16,0 6 0 15,0 1 0-15,1-3 1 16,8 7 1-16,-1-3-4 16,1 3 2-16,-4 0 0 15,-2 0 0-15,-3 0-3 16,0 0 2-16,0 0 0 16,0 0 0-16,0 0-1 15,0 0 4-15,-10 10-4 16,0-6-15-16,-2-4-116 15,2 0-111-15,-2 0-575 16</inkml:trace>
  <inkml:trace contextRef="#ctx0" brushRef="#br0" timeOffset="156107.83">9616 13332 394 0,'0'0'0'16,"0"0"-170"-16</inkml:trace>
  <inkml:trace contextRef="#ctx0" brushRef="#br0" timeOffset="160213.49">11922 13562 398 0,'0'0'397'0,"0"0"-267"16,0 0-63-16,0 0 34 15,0 0 21-15,0 0-21 16,0 0-20-16,-3-6-4 16,3 3-9-16,0 3-17 15,0 0-15-15,0 0-9 0,0 0-12 16,0-3 1 0,0 1-6-16,7-3-4 0,12-4 5 15,10-2-6-15,4-6-4 16,2 1 7-16,-6 6-7 15,-8-1 2-15,-9 8-1 16,-9 0 0-16,-3 3 3 16,0 0 7-16,0 0 2 15,0 0 3-15,0 0-12 16,-13 0 13-16,-4 0-10 16,-3 0-8-16,2 0 2 15,5 0 1-15,3 3-2 16,4 0-1-16,5-3 0 15,1 3-1-15,0-3 1 16,0 0-3-16,0 4-2 0,0-4 0 16,10 0 3-16,1 1 1 15,2-1-7-15,-1 0 7 16,-3 0-5-16,-5 0 0 16,-3 0-14-16,-1 3-18 15,0 6-36-15,-8 6-103 16,-24 4-60-16,-20 4-334 15</inkml:trace>
  <inkml:trace contextRef="#ctx0" brushRef="#br0" timeOffset="169530.42">9461 12502 798 0,'0'0'54'0,"0"0"-49"15,0 0 1-15,0 0 22 16,0 0 24-16,0 0-28 16,0 0-8-16,0-7 20 15,0 7 19-15,0 0 5 16,0 0-1-16,0 0-12 15,0 0-2-15,0 0-3 16,0 0-16-16,0 0-1 0,0 0-8 16,0 0-3-16,0 0-1 15,0 0 3-15,0 0-5 16,0 0-4-16,0 0-1 16,0 0 25-16,0 0-7 15,0 0-3-15,0 0-9 16,0 0-7-16,0 0 0 15,0 0-1-15,0 0-3 16,0 0 3-16,0 0 0 16,0 0 3-16,0 0 6 15,0 0 1-15,0 0 1 16,0-3 1-16,0 3-7 0,0 0 6 16,0-4-9-16,1-3 1 15,6-3 9-15,0 0-13 16,0 4 1-16,-4 2-1 15,0 1 0-15,-1 0-2 16,1-2-1-16,-1 2 1 16,-2 3 0-16,0 0 0 15,0 0 1-15,0 0-2 16,0 0 3-16,0 0-3 16,0 0 0-16,0 0-1 15,0 0-4-15,0 0-2 16,0 11 7-16,0 9 1 15,0 17 0-15,0-1 0 0,0 7 1 16,0 1-1-16,0 3 0 16,-2 1 0-16,-5-4 0 15,-3-5-1-15,0-6 2 16,2-9-1-16,0-7-1 16,1-4 2-16,2-6-2 15,1-3 0-15,3-4 2 16,-1 0 1-16,1 0-2 15,1 0 3-15,-3 0 0 16,-4 0 2-16,-3 0 5 16,-5 0-9-16,-2-8 3 15,7 5-3-15,3 3-2 16,5 0 15-16,2 0-8 16,0 0-3-16,0-3-4 0,2 0-3 15,16-1 3-15,11-3 4 16,9-2-2-16,1 2 1 15,-4 3-3-15,-5 1-1 16,-7-4-2-16,-3 4-37 16,0 0-39-16,-6-4-118 15,-4-4-7-15,-9-1-172 16,-1-5-163-16</inkml:trace>
  <inkml:trace contextRef="#ctx0" brushRef="#br0" timeOffset="170143.63">9680 12372 833 0,'0'0'130'16,"0"0"-125"-16,0 0 8 15,0 0 139-15,0 0-28 16,-47-82-74-16,32 70-6 15,-5 4 28-15,2 1-46 16,-3 4-16-16,0 0 18 16,-1 0 0-16,-1 3 9 0,-4 0-13 15,-1 0-11 1,-1 11 1-16,0 2-3 0,1 3-6 16,1 4 2-16,4 3 7 15,0 4-4-15,2-1-2 16,4 9 2-16,3 8 4 15,2 10-5-15,2 5 1 16,5 8 3-16,5-2-4 16,0 3-7-16,0-3 2 15,17 0 1-15,3-10-3 16,5-1-1-16,2-13-1 16,3-4 0-16,-2-5 0 15,1-14 0-15,-3-3 0 0,4-11-2 16,4-3 2-1,3-5 5-15,6-20-2 16,1-10 5-16,-2-12-7 16,-4-2-1-16,-7-5 0 0,-5-3 0 15,-11-1 2-15,-7-2-2 16,-8-6-2-16,0-2 2 16,-5-2 0-16,-15 0 1 15,-5 3-2-15,-5 7 5 16,-2 10-4-16,1 9 0 15,2 11-6-15,-3 14 6 16,2 8-2-16,-3 8-22 16,-1 0-75-16,-1 21-125 15,1 7-197-15</inkml:trace>
  <inkml:trace contextRef="#ctx0" brushRef="#br0" timeOffset="180208.49">12417 7989 336 0,'0'0'0'0,"0"0"-32"15,0 0-59-15,0 0 91 16,0 0 95-16,0 0-57 16,0 0-33-16,-17 0 10 15,17 0 42-15,-2 0 29 16,0 0-35-16,2-3 32 15,-3 1 8-15,2 0-7 16,1 1 27-16,0-1-33 16,0-2-12-16,0 0-16 15,-2-1-6-15,-2-1-14 16,1-3-1-16,-2 0-5 16,2 0-4-16,-2-1-2 0,-2-1 8 15,0 2 15-15,-2-1-12 16,-1-1-1-16,-4 0 7 15,1 3-22-15,-4 0 12 16,-1 1-1-16,-1-1-3 16,0 1 2-16,3 2-3 15,-1 1 1-15,-1 2-5 16,0 2 0-16,-6 0 0 16,0 0-7-16,-2 0-3 15,0 0 4-15,-3 2-7 16,4 5 6-16,1-1-3 15,6-2 1-15,1 1 3 0,5-2-4 16,2 1 3 0,0 0-2-16,2 0-7 0,0 1 9 15,-4 3-2-15,-3 4-5 16,0 5 4-16,-2 0-2 16,1 1 1-16,2 1 2 15,-1-1-6-15,2 2 11 16,1-1-5-16,0 1-2 15,0 0 0-15,2 2-3 16,-3 2 4-16,3 0-5 16,2 3 2-16,0 0 0 15,2 3-1-15,1 2 0 16,4 1 1-16,-3-1 1 16,3-4 2-16,1 0-5 15,-2 2-1-15,2-2 5 0,0-1-1 16,0 0-3-16,0-1 4 15,5-1-5-15,3 2 2 16,1-1-2-16,1 0 4 16,0-3-4-16,1 0 0 15,0-2 0-15,2-1 0 16,-2 0 0-16,5-3 0 16,2-3 0-16,0-2 4 15,1-2-3-15,0-2-1 16,-3-2 0-16,2-2 0 15,0 1 0-15,2-3 4 16,1 2-4-16,0-3 1 0,1 3 0 16,0-1-1-16,5-2 0 15,-2 1 0-15,2-2 2 16,-1 0-2-16,-1 0 0 16,1 0 3-16,-2-2-2 15,-2-6-1-15,-3 3 0 16,-4-2 0-16,0-2 0 15,1-3 2-15,5-3-2 16,-3-3 2-16,1 1-2 16,0-2 1-16,-2 1-1 15,2 2 0-15,-3-2 1 16,1-2-1-16,-2 4 0 16,-5-6-1-16,0 3 1 0,-3-5-1 15,-4-7 0-15,0-9 1 16,1-8 0-16,-2-8 1 15,-2-1-1-15,0 0-2 16,0-1 2-16,-7 3 0 16,-12-1-1-16,0 6 1 15,-8 1-1-15,-2 7 1 16,-5 9 0-16,0 7-7 16,-7 12 3-16,-1 5-12 15,-3 9-32-15,4 0-59 16,6 17-174-16,1 3-170 15</inkml:trace>
  <inkml:trace contextRef="#ctx0" brushRef="#br0" timeOffset="183144.58">9736 9167 1237 0,'0'0'110'16,"0"0"-107"-16,0 0 4 16,0 0 61-16,0 0 45 15,0 0-61-15,0 0-33 16,44 5-13-16,1-5 4 16,17 0 4-16,10-7 10 0,1-5-11 15,-6 0-8 1,-12 0 0-16,-19 5-5 0,-18 2 3 15,-14 3-1-15,-4 2 7 16,-31 0 22-16,-29 0-10 16,-30 9-16-16,-12 5 0 15,6-4-1-15,19-5-1 16,29-5 38-16,23 0-21 16,15 0 3-16,10 0-18 15,7 0-5-15,33-3-4 16,25-8 4-16,27-2 1 15,7 0-1-15,-8 7-43 0,-15 6-28 16,-24 0-64 0,-24 6-190-16,-19 3-296 15</inkml:trace>
  <inkml:trace contextRef="#ctx0" brushRef="#br0" timeOffset="183595.41">9907 9135 458 0,'0'0'63'0,"0"0"-63"15,0 0-348-15</inkml:trace>
  <inkml:trace contextRef="#ctx0" brushRef="#br0" timeOffset="183827.04">9907 9135 463 0,'-52'-18'238'0,"52"18"-238"0,0 0 0 16,0 0-1-16,0 0 1 16,0 0 41-16,4 0-13 15,2 0-16-15,-2 0-5 16,1 0-4-16,0 0-3 16,5 0 0-16,9-7-10 15,7-6-222-15</inkml:trace>
  <inkml:trace contextRef="#ctx0" brushRef="#br0" timeOffset="186424.27">22909 1032 736 0,'0'0'65'15,"0"0"-52"-15,0 0 8 16,0 0 72-16,0 0 24 16,0 0-11-16,0 0-38 15,-93-60-31-15,76 55-4 16,-5-1 1-16,-1 0-1 16,-6 1-5-16,-4 1-5 0,-2-1 6 15,-5 3-7-15,2 2 1 16,-3 0-10-16,2 0 8 15,3 0 3-15,-1 0-14 16,3 2-3-16,1 1 4 16,1 1 3-16,2 2-6 15,2-4 1-15,-1 3 1 16,1 1 2-16,-4-1 5 16,-6 2-13-16,-2 0 1 15,-2-1 5-15,0 3-5 16,2-1 1-16,3 0-2 15,2 1-2-15,2-2 4 16,4 3-6-16,1 1 9 0,1 1-2 16,1 1-5-16,-1 4 1 15,0 1-2-15,2 1 0 16,3 3-1-16,-1 5 0 16,-2 4 0-16,-4 7 0 15,-3 3 1-15,4 2 3 16,1 2-2-16,5-1-1 15,2 1-1-15,2-3 1 16,3-4-1-16,2-2 0 16,4-3-2-16,4 0 2 15,2 1 2-15,1 4-2 16,2 0 2-16,0 2 0 16,0 0-1-16,0 0 3 0,7-1-3 15,5-2 1-15,-1-1 0 16,4-4 3-16,2-2 1 15,3 3-5-15,5-4 3 16,5 1 0-16,4 1 0 16,4-3-2-16,2-2 0 15,4-2-1-15,6-3 2 16,7-5-1-16,6-5-1 16,12-5 6-16,12-5-3 15,2-1 4-15,3 0-6 16,-4-1-1-16,2-10-1 15,-4-1 0-15,4-2 0 0,-1-3 1 16,0-1 0-16,-4-5 1 16,-3-1-2-16,-5-3 1 15,-10-3 2-15,-9-1-1 16,-6-6 1-16,-8-2 0 16,-8-6 0-16,-4-8 7 15,-10-8 13-15,-9-10-8 16,-9-9-9-16,-4-8-3 15,-22-7-1-15,-17 2-1 16,-9 5-1-16,-14 13 0 16,-15 17-3-16,-17 12-2 15,-21 18-6-15,-17 19-25 16,-8 9-26-16,1 27-107 16,5 13-242-16,12 7-662 0</inkml:trace>
  <inkml:trace contextRef="#ctx0" brushRef="#br0" timeOffset="194073.37">18606 5158 804 0,'0'0'115'0,"0"0"-76"0,0 0-1 15,0 0 68-15,0 0-5 16,0 0-22-16,0 0-36 15,38-12-21-15,9 6 47 16,16-3-1-16,13-1-22 16,11-3-19-16,2-3-18 15,1 1 3-15,-12 2-9 16,-18 7-3-16,-22 4-9 16,-22 2-81-16,-16 0-94 15,0 13-125-15,-37 4-81 16</inkml:trace>
  <inkml:trace contextRef="#ctx0" brushRef="#br0" timeOffset="194255.92">18581 5354 1343 0,'0'0'69'0,"0"0"-62"16,154-35 1-16,-51 23-1 15,11 3 42-15,-2 6-30 16,-11 3-19-16,-20 3-60 16,-24 5-282-16,-22-4-399 0</inkml:trace>
  <inkml:trace contextRef="#ctx0" brushRef="#br0" timeOffset="202018.04">11758 7650 385 0,'0'0'10'16,"0"0"-10"-16,0 0 0 0,0 0 8 16,0 0 22-16,0 0-10 15,0 0 0-15,-43-20 23 16,43 20 35-16,0-2 15 15,0 0-18-15,0 0-21 16,0 1 1-16,0-2-5 16,0 0-10-16,0-1-26 15,0 2 9-15,0 1 3 16,0-1 24-16,0 1-15 16,0-1-17-16,0 1-3 15,0-2-5-15,0-3 1 16,0 0-5-16,3 0-4 0,-2 3-2 15,1 1 0-15,-1 2-4 16,2 0-49-16,1 0-107 16,6 0-39-16,5 11 144 15,4 1-217-15</inkml:trace>
  <inkml:trace contextRef="#ctx0" brushRef="#br0" timeOffset="202200.01">11758 7650 331 0</inkml:trace>
  <inkml:trace contextRef="#ctx0" brushRef="#br0" timeOffset="202309.14">11758 7650 331 0,'89'20'35'0,"-83"-23"-35"0,2 0 0 0,1 0 4 0,-1 0 20 16,1 1-3-16,-5 1-15 15,2 0-1-15,-3 1-3 16,-1 0 0-16,3-2-2 16,1 2-7-16,3-2-38 15,4 0-102-15</inkml:trace>
  <inkml:trace contextRef="#ctx0" brushRef="#br0" timeOffset="202620.3">12111 7613 238 0,'0'0'134'16,"0"0"-130"-16,0 0 35 15,0 0 81-15,0 0 48 16,0 0-54-16,-50-8-49 15,41 8-6-15,-1 0-13 16,-2 0-19-16,-2 0-13 16,-2 0-12-16,0 0 5 15,-1 0-6-15,0 0 0 16,0 0-1-16,-3 5 0 0,0 2-2 16,-3 0-5-16,0 6-39 15,-1-3 0-15,3 2-9 16,2 2-34-16,4-2-47 15,1 2-20-15,6-1 48 16,1-1-60-16</inkml:trace>
  <inkml:trace contextRef="#ctx0" brushRef="#br0" timeOffset="202768.08">11736 7822 320 0,'0'0'97'0,"0"0"-52"0,0 0 8 16,0 0 13-16,0 0-27 15,0 0-18-15,-69 60 3 16,59-47-23-16,3 4-1 16,-4 2-48-16,-3 3-76 15,3 0-93-15</inkml:trace>
  <inkml:trace contextRef="#ctx0" brushRef="#br0" timeOffset="203307.02">11601 8281 620 0,'0'0'263'16,"0"0"-240"-16,0 0-16 15,0 0 0-15,-44 91-1 0,43-68 15 16,1 4-14-16,0 3 1 16,0 3-4-16,0 2-4 15,0-2-48-15,0 1-34 16,1 2 35-16,2-5 8 15,-1 0 5-15,2-1-8 16,-1-1 35-16,-2-1 3 16,6 0 4-16,0 0-10 15,5-1 2-15,0 0 8 16,1 2 3-16,2-4-2 16,-1 3 9-16,0-3 17 15,1-1 32-15,0-2 7 0,-1-4-24 16,0 2 7-1,3-2-5-15,1 0-19 0,1 2-10 16,1-2-7-16,3 2-8 16,-1 0 0-16,1 0-32 15,-2 2-32-15,-1-4-10 16,0 2-27-16,-2-2-20 16,3-3 32-16,-1-1 57 15,0-4 26-15,2-2 6 16,-3 1 13-16,1-2 28 15,-3 1 46-15,-4-1-1 16,1 0-19-16,0 1-14 16,-1 1-1-16,2 2-23 15,3-2-12-15,2 0-10 16,7 0-7-16,4-3-3 0,5-1-65 16,4-5-82-16,2 0-96 15</inkml:trace>
  <inkml:trace contextRef="#ctx0" brushRef="#br0" timeOffset="203888.64">12707 9400 587 0,'0'0'399'0,"0"0"-368"16,0 0-29-16,0 0 11 16,100-23 24-16,-69 19-23 0,2-4-14 15,6-3-1 1,3-2-40-16,3-5-54 0,4-5-78 15,-1-5-75-15,0-2 107 16,-6-3 99-16,-5 0 32 16,-4-2 10-16,-4 1 1 15,-4 2 17-15,-5-1 8 16,-7 1 12-16,-1 2 5 16,-4-2 10-16,-1-1 2 15,-1-2 43-15,1-2-14 16,0-5-20-16,1-4-5 15,1-4-28-15,-1-5-13 16,-2 1 26-16,0 2-4 16,-6-1-14-16,0 0 6 15,0 2-6-15,0-1-5 0,0-1-17 16,-6-1 0 0,-1 0-4-16,-2-3 2 0,-4-2 0 15,-3 2 13-15,-4-3 4 16,-2-1 17-16,1 3 0 15,-6 2 1-15,3 7 2 16,-5 2-8-16,-1 7-10 16,-2 0 1-16,0 4-12 15,-1 6 0-15,-1 4-9 16,3 9 9-16,-1 4 16 16,0 6-23-16,3 2 8 15,4 3-8-15,4 2-3 0,2 0 0 16,6 0 0-1,3 0-11-15,5 0-72 0,1 2-30 16,3 13-40-16,-1 5-42 16,2 4-52-16,0 2-33 15</inkml:trace>
  <inkml:trace contextRef="#ctx0" brushRef="#br0" timeOffset="204221.3">12980 7857 925 0,'0'0'171'16,"0"0"-153"-16,59-87-12 0,-14 47 88 16,13-4 3-16,14-3-43 15,13-3-30-15,12-7 12 16,7-2-4-16,3 0-2 15,-7 5-3-15,-3 6-18 16,-8 3 2-16,-4 3-1 16,-8 0-3-16,-8 3-1 15,-11 1 0-15,-16 3-2 16,-14 6-2-16,-9 7 2 16,-11 7-4-16,-6 6-1 15,-2 3-26-15,0 2-88 16,0 1-68-16,0-3-204 0,-5-5-387 15</inkml:trace>
  <inkml:trace contextRef="#ctx0" brushRef="#br0" timeOffset="204636.84">14406 6673 1114 0,'0'0'59'0,"0"0"-46"16,0 0-5-16,0 0 28 15,0 0-9-15,-40 79 75 0,32-28-68 16,6 5-19-16,2 0-6 16,3-8 3-16,17-6-4 15,5-9-3-15,6-7 1 16,-1-11-6-16,2-11 0 15,-1-4 9-15,1 0-5 16,0-21 12-16,-3-6-11 16,-5-9 0-16,-9-4 2 15,-6-9-5-15,-8-2 7 16,-1-3 9-16,0-2-5 0,-17 2 1 16,-5 6 0-1,-1 9-1-15,0 9-1 0,1 10-8 16,2 10-3-1,1 9-1-15,0 1-8 0,-5 16-46 16,1 19-39-16,0 10-37 16,1 3-133-16,2 2-259 15</inkml:trace>
  <inkml:trace contextRef="#ctx0" brushRef="#br0" timeOffset="212484.86">20689 3547 352 0,'0'0'88'15,"0"0"-33"-15,0 0-19 16,0 0 47-16,0 0 21 16,0 0-11-16,0 0-39 15,-20-22 1-15,19 18 11 0,-3-1 0 16,1 0 13-1,-3 1-11-15,0-3-35 0,-1 1 8 16,-2-2-20-16,2-1 7 16,-3 0 14-16,0 1-9 15,-2-1-5-15,-4 2-4 16,3-1-9-16,0 1 2 16,0 2-3-16,0 3-4 15,4 0 0-15,1 2-9 16,-1 0 8-16,1 0-3 0,1 0-5 15,0 0 3 1,0 0-2-16,3 0 3 0,-3 0-1 16,-2 0-4-16,1 0 9 15,-2 3 0 1,0 1-4-16,0 0-1 0,-1 3 4 16,-3-1-4-1,-1 3 1-15,0-2-3 0,-2 2 3 16,4-1-1-16,1-2-3 15,2-2 3-15,3-1 0 16,-1 1-1-16,1 2 11 16,2-2-13-16,-1 1 7 15,0 0-3-15,-1 3-4 16,-3 1 5-16,1 1-2 16,2 0-4-16,1 2 0 15,-1 0 4-15,0 0-2 16,-1 2 0-16,0-1 2 0,-1 0-4 15,2 2 5 1,1-1-5-16,-1-1 5 0,2 1-4 16,0 1 4-16,0 2-1 15,0 5-1-15,-1 6-1 16,0 4 10-16,1 6-6 16,2 1 2-16,1-1-4 15,2 0-1-15,0-1 0 16,0-2-1-16,0 2 6 15,0-3-2-15,0-3-5 16,0-2 3-16,0 0-2 16,5 2 4-16,4-4-5 15,-1 1 10-15,0-3-10 0,2 0 1 16,0-1-1 0,2 0 1-16,0-2 3 0,-1-1-6 15,1-3 1-15,0 0-2 16,3-1 2-16,1 1 3 15,3-2-3-15,3 1 1 16,-2-3 3-16,0-2-2 16,-1-2 0-16,0 1-3 15,1-4 3-15,-1-1 4 16,1 1-5-16,-1-6-1 16,0 0 4-16,3-1-4 15,3 0 9-15,3 0-9 0,1-2 6 16,0-8-3-16,-3 1-1 15,0-2 0-15,-3 1 2 16,0-3-4-16,-1-2 3 16,0-2-2-16,-4 0-2 15,-2-3 2-15,2 0-1 16,-2-4 1-16,-1-5 4 16,0-4-5-16,1-1 0 15,-5 0 0-15,2-2 0 16,-3 1 0-16,1 0 2 15,-5 1-4-15,-1-1 0 16,-3-1 2-16,-2-2 0 16,0-3 2-16,0-3-3 15,0-2 2-15,-3-5 2 16,-6 1-3-16,-1 3-3 0,-2 1 2 16,-5 7 1-16,1 8-2 15,-4 0 1-15,-2 6-1 16,-1 1 2-16,-3-2 3 15,1 3 1-15,2 2-4 16,-4 4 0-16,1-3-1 16,-1 0 1-16,-1 1-2 15,2 2 2-15,4 4-2 16,6 3-4-16,1 5 6 16,1 3-12-16,1 2-13 15,-5 0-26-15,-6 17-33 16,3 6-46-16,-1 12-68 0,7 8-61 15,5-5-85-15,0 1-369 16</inkml:trace>
  <inkml:trace contextRef="#ctx0" brushRef="#br0" timeOffset="-209513.14">20533 5051 541 0,'0'0'170'16,"0"0"-121"-16,0 0 30 15,0 0 55-15,0 0-17 16,0 0-55-16,-20-78 2 16,20 64-1-16,0-2-22 15,0 0 4-15,0 2-11 16,0 6 7-16,0 1-4 16,0 4 2-16,0 2 1 15,0 1-14-15,0 0-11 0,0 0 0 16,0 0-8-1,0 0-7-15,0 11-2 0,0 9 2 16,0 12 17-16,0 5 8 16,0 4-18-16,0-1 7 15,0 2-3-15,0-6-4 16,0-5-7-16,0-3 4 16,0-4-3-16,0-4 1 15,0-2-1-15,0-3-2 16,-3 0-1-16,-2 0-45 15,-3 2-77-15,-1-1-126 16,-2-3-162-16</inkml:trace>
  <inkml:trace contextRef="#ctx0" brushRef="#br0" timeOffset="-208729.03">20564 5650 436 0,'0'0'523'0,"0"0"-465"15,0 0-45-15,0 0 30 16,0 0 46-16,0 0-49 15,-6 9-22-15,5-7 6 16,-1-2 33-16,1 0 17 16,-1 0 2-16,-3 0-9 0,-2-3-2 15,-3-11-50-15,2-1-10 16,-1-2 12-16,6-4-16 16,3 2 6-16,0-1-7 15,0 5-1-15,7 3 0 16,2 7 0-16,2 5 0 15,-1 0 1-15,1 19-12 16,2 12 11-16,-7 10 1 16,-3 4 2-16,-3-2-2 15,0 0-1-15,-16-2 1 16,-9-6 0-16,-4-1 1 16,0-9 0-16,2-9 2 15,5-6 16-15,3-5 7 0,4-5-2 16,5 0-7-1,0-5-6-15,5-16 0 0,3-5-10 16,2-2-1-16,0 2 0 16,0 5-1-16,14 7 2 15,3 2-1-15,-1 7 0 16,4 1 0-16,3 4-2 16,3 0 1-16,-1 17-2 15,2 3 3-15,-2 2-2 16,-2-2 2-16,-3-3 0 15,-3-1-5-15,-2-6-59 16,0-1-68-16,2-7-81 16,-3-2-85-16,0 0-236 15</inkml:trace>
  <inkml:trace contextRef="#ctx0" brushRef="#br0" timeOffset="-203598.57">20944 5629 481 0,'0'0'235'0,"0"0"-173"15,0 0-39-15,0 0 72 16,0 0 71-16,0 0-17 15,0 0-78-15,-7-18-43 16,7 18 0-16,0 0 4 16,0 0 1-16,0 3-15 15,10 15-14-15,12 8 36 16,4 1-5-16,4 0-21 16,3-5-1-16,1-1-1 15,-1-2-6-15,-1-5 4 0,-9-3-10 16,-4-4 0-16,-8-1 0 15,-5-4 0-15,-3-1-23 16,-3-1-73-16,0 0-17 16,0 0-52-16,0 0-97 15,0-11-125-15</inkml:trace>
  <inkml:trace contextRef="#ctx0" brushRef="#br0" timeOffset="-203378.69">21138 5554 1031 0,'0'0'138'0,"0"0"-87"15,0 0 20-15,0 0 43 16,0 0-22-16,0 0-80 16,-24 25-1-16,7 12 5 15,-4 5 21-15,-1-1-28 16,2-1-8-16,1-4-1 15,4-1-14-15,-2 2-84 16,3-4-112-16,0-7-260 16</inkml:trace>
  <inkml:trace contextRef="#ctx0" brushRef="#br0" timeOffset="-202734.09">21038 4721 1067 0,'0'0'129'0,"0"0"-101"15,0 0-9-15,0 0 1 16,0 0-14-16,0 0 15 16,29 64 6-16,-1-29-15 15,8 1-12-15,2 2 9 16,0-2-5-16,-3-2-3 15,-4-4 0-15,-11-6-1 16,-7-4-15-16,-5-5-60 0,-3-3-60 16,-5-6-62-16,0-4-181 15</inkml:trace>
  <inkml:trace contextRef="#ctx0" brushRef="#br0" timeOffset="-202516.39">21202 4836 1148 0,'0'0'116'16,"0"0"-100"-16,0 0-8 15,0 0 18-15,0 0-6 16,0 0 5-16,-43 108 26 16,26-49-37-16,-3 2-11 15,1-3-3-15,-2-3-2 0,-1 0-41 16,-1 4-54-16,-1-1-79 15,-3 2-165-15,1-7-342 16</inkml:trace>
  <inkml:trace contextRef="#ctx0" brushRef="#br0" timeOffset="-201632.21">20530 6296 645 0,'0'0'167'0,"0"0"-96"15,0 0 43-15,0 0 49 16,-5-91-63-16,10 73-50 15,5 4-20-15,2 4-3 16,0 3-5-16,-1 5-1 0,1 2-17 16,-2 0-3-1,0 2-1-15,0 17 0 0,-3 5-2 16,-4 7 2-16,-3 3 1 16,0 0 1-16,-5-3-4 15,-8-7 14-15,1-4-24 16,2-7 16-16,3-6-4 15,4-2 18-15,1-4-17 16,2-1 11-16,0 0 0 16,0 0-12-16,0 0 8 15,0 0-8-15,9-1-5 16,4-3 4-16,4 3-8 16,-2 1 5-16,2 0-4 15,-2 12 0-15,-1 8 8 16,2 2 0-16,-5 4-4 0,-2-3 4 15,-7-2 0-15,-2-4 1 16,0-8-1-16,-11 0 27 16,-9-3 49-16,-7-4 9 15,-2-2-24-15,-7 0-11 16,4 0-15-16,3-6-14 16,5-1-6-16,9-1-13 15,5 5-2-15,7 1 0 16,3 2-7-16,0 0-43 15,0 0-79-15,0-3-96 16,15-1-146-16,3-5-308 16</inkml:trace>
  <inkml:trace contextRef="#ctx0" brushRef="#br0" timeOffset="-198331.93">21065 6206 560 0,'0'0'251'0,"0"0"-185"15,0 0-15-15,0 0 77 16,0 0 23-16,0 0-74 15,0 0-25-15,-5-4-2 16,5 4-9-16,2 0-3 16,12 15 20-16,5 8 6 15,7 5-21-15,4 4-22 16,5 1 13-16,1 0-16 16,3-1-1-16,-4-3-5 15,-3-5-4-15,-8-4-3 0,-5-3-5 16,-6-4 3-1,-4 0-4-15,-2-4 1 0,-4-1-7 16,-2-2-25-16,-1-1-33 16,0-2-48-16,0-3-69 15,0 0-21-15,-4-8-109 16,-8-17-383-16</inkml:trace>
  <inkml:trace contextRef="#ctx0" brushRef="#br0" timeOffset="-198137.28">21318 6151 1116 0,'0'0'140'0,"0"0"-138"15,0 0 3-15,0 0 26 16,0 0 48-16,0 0-3 16,-66 105-34-16,53-57-23 15,-4 1-1-15,-1-3-18 16,-2 3 0-16,-5 3-14 15,-3 6-128-15,-4-1-111 16,-5-1-465-16</inkml:trace>
  <inkml:trace contextRef="#ctx0" brushRef="#br0" timeOffset="-196582.49">22530 4850 769 0,'0'0'120'0,"0"0"-89"16,0 0-16-16,0 0 59 15,0 0 13-15,0 0-62 0,-10-22-25 16,10 27-17-16,0 15 17 15,0 6 13-15,0 5 1 16,0 3-8-16,0 3 4 16,0-1 0-16,0-5 0 15,0-6-5-15,5-7 0 16,7-7 2-16,2-4-2 16,1-6 4-16,5-1-8 15,2 0 9-15,0 0-2 16,2-4-5-16,-6-9 3 15,-3 2-3-15,-5-4-2 16,-5-1 7-16,-4-4-3 16,-1 2 15-16,0-7 2 15,-1 5 6-15,-8 3-4 0,5 5-1 16,-2 9 3-16,5 1 6 16,1 2-23-16,0 0-9 15,0 0-1-15,0 5-10 16,0 16 6-16,0 12 5 15,0 9 4-15,7 5-2 16,-1 4 1-16,1 2-3 16,0-1 0-16,-6 3-2 15,1-3-81-15,-2-7-88 16,0-9-165-16,0-16-432 16</inkml:trace>
  <inkml:trace contextRef="#ctx0" brushRef="#br0" timeOffset="-192518.1">23006 5283 35 0,'0'0'49'0,"0"0"-40"15,0 0-9-15,0 0-18 16</inkml:trace>
  <inkml:trace contextRef="#ctx0" brushRef="#br0" timeOffset="-192047.34">23048 5069 839 0,'0'0'68'0,"0"0"-39"15,0 0 16-15,0 0 74 16,0 0-24-16,0 0-29 15,4-7-45-15,-4 7-12 16,3 0-6-16,1 7 1 0,3 12 12 16,2 3-4-1,-1 7 16-15,-1 1-9 0,0 0-8 16,-3-4 0-16,-2-1 0 16,-2-9 4-16,0-4 9 15,0-3 0-15,0-3 6 16,0-5-16-16,2-1 9 15,1 0 32-15,10-3 10 16,18-30-5-16,19-20-30 16,21-21-28-16,19-13 4 15,7-6-2-15,6-1-4 16,1 11-3-16,-9 15-13 16,-21 14-24-16,-23 24-42 15,-32 11-96-15,-19 10-69 0,-44 5-433 16</inkml:trace>
  <inkml:trace contextRef="#ctx0" brushRef="#br0" timeOffset="-191283.53">20043 3333 300 0,'0'0'357'0,"0"0"-285"15,0 0-28-15,0 0-19 16,0 0 41-16,0 0 32 0,46-20-13 16,-28 20-41-1,4 18-6-15,3 12 4 0,-2 9 39 16,1 8-40-16,-6-2-12 16,-3-7 8-16,-5-12-10 15,-3-10-4-15,-2-9 19 16,-1-4 22-16,2-3 3 15,11-3-12-15,15-29-1 16,16-15-29-16,17-18-18 16,6-8-3-16,2 0-3 15,2-1 0-15,-3 5-1 16,-7 5-2-16,-13 15-16 0,-16 15-43 16,-19 16-85-16,-8 16-8 15,-9 2-81-15,-5 25-205 16,-23 10 68-16</inkml:trace>
  <inkml:trace contextRef="#ctx0" brushRef="#br0" timeOffset="-190933.85">20564 3251 1044 0,'0'0'119'0,"0"0"-104"16,0 0-15 0,0 0-17-16,0 0 17 0,0 0 12 15,16 68 19-15,3-23 10 16,-2 5-22-16,-4-4 12 16,-3-6 11-16,-3-13 0 15,-2-11-22-15,-4-10 8 16,2-4 12-16,0-2 18 15,3 0 15-15,14-16-17 16,17-16-27-16,20-18-28 16,16-12 3-16,17-7-4 15,20-6-8-15,13 1 7 16,10 3-47-16,-5 13-63 0,-18 18-33 16,-27 20-84-16,-29 15-206 15</inkml:trace>
  <inkml:trace contextRef="#ctx0" brushRef="#br0" timeOffset="-187051.23">17491 7294 758 0,'0'0'95'0,"0"0"-67"16,0 0-9-16,-101-101 66 16,72 74 3-16,-2 3 26 15,1 0-62-15,1 2-27 16,5 6 20-16,0 2 2 15,-1 3-18-15,2 4-4 0,-2 3-9 16,0 4 12 0,-4 0-10-16,-6 20-6 0,-3 15 4 15,-3 11-2-15,-1 16 1 16,1 16 10-16,1 15-11 16,1 15 6-16,6 13 0 15,6 8-1-15,9 6 7 16,11 2-3-16,7 0 0 15,5-9-5-15,23-8-12 16,11-6 5-16,10-8-2 16,10-11-2-16,12-15 0 15,7-17-1-15,8-15-6 16,4-15 0-16,2-15 5 16,-2-17-5-16,-1-1 2 0,0-30 1 15,-3-13-3-15,0-13 7 16,-5-15-6-16,-7-13 0 15,-14-15 5-15,-16-15-5 16,-24-14 0-16,-20-12 0 16,-20-15-1-16,-37-5 0 15,-25 2-3-15,-30 13-5 16,-35 27-22-16,-44 39-20 16,-38 43-76-16,-38 36-104 15,-30 40-208-15</inkml:trace>
  <inkml:trace contextRef="#ctx0" brushRef="#br0" timeOffset="68599.82">22789 6641 1129 0,'0'0'116'15,"0"0"-100"-15,0 0 59 16,23-91 20-16,4 66-17 16,6 7-57-16,11 5-8 15,5 8-13-15,0 5-1 16,-5 0 0-16,-11 21-3 16,-13 9-5-16,-16 10 0 15,-4 8 8-15,-25 7 1 16,-22 3 9-16,-15-1-1 0,-6-7-6 15,-1-6 9 1,12-12 14-16,14-14-4 0,18-9 4 16,13-6 17-16,12-3-10 15,0 0-10-15,10-8-11 16,24-16-10-16,15-5 0 16,15 3-2-16,7 3 0 15,0 9 1-15,-1 4-11 16,3 5-16-16,-4 3-9 15,0 2-27-15,-2-2-19 16,-9-1-14-16,-7-6 16 16,-13-8 45-16,-7-5 28 15,-6-6 7-15,-11-5 4 16,-4-2 22-16,-10 0 11 0,0-1 13 16,0 1-2-16,-13-2-7 15,-9 2-22-15,1 5 8 16,-6 9 3-16,0 9-11 15,2 9 0-15,0 3-9 16,0 1-5-16,2 21-5 16,0 5 0-16,7 1-1 15,6 4-1-15,5-2 1 16,5-2 1-16,3-2 0 16,22 1-2-16,8-1 2 15,6-1 2-15,8 1-2 16,-2 0 0-16,-5-2 0 15,-7 0 0-15,-11-3 0 0,-15-2-8 16,-7-1 7-16,0-1-6 16,-20-1 7-16,-15-1 7 15,-10-5 28-15,-7-5-3 16,2-5 0-16,5 0-7 16,11-3-1-16,13-15-13 15,12-10-3-15,9-10-8 16,7-7-10-16,30-3-9 15,11 1-2-15,9 6-11 16,5 8-23-16,-5 4-42 16,-2 4-3-16,-2 3-6 15,-8 3-21-15,-6-1 47 0,-11 0-31 16,-8-1 30-16,-4-6 54 16,-9-8 27-16,-3-5 8 15,-4-9 41-15,0-1 19 16,-11-5 8-16,-13 1-3 15,-6 1 6-15,-9 1-6 16,-4 3 20-16,-8 3-17 16,-5 8-37-16,-9 10 5 15,-12 7-7-15,-10 11 1 16,-8 10-19-16,-9 0-11 16,-2 16 0-16,-2 18 4 15,1 15-2-15,0 18-1 16,7 24 5-16,11 21-3 0,17 18-3 15,20 12 3 1,26 4-4-16,20-6-3 0,6-10-3 16,39-12-1-16,19-16-1 15,21-17 0-15,20-16 0 16,14-16 0-16,14-19 1 16,9-18 0-16,7-16 1 15,8-12-1-15,1-28-13 16,2-14 3-16,-13-12 0 15,-14-6 10-15,-24-8 1 16,-25-7 2-16,-25-6 4 16,-22-9-7-16,-18-7 3 0,-13-1 3 15,-21 0-4 1,-29 10-2-16,-18 14-6 0,-16 21 5 16,-10 19-2-16,0 21-5 15,6 14-27-15,6 11-45 16,10 24-190-16,9 15-139 15,11 9-266-15</inkml:trace>
  <inkml:trace contextRef="#ctx0" brushRef="#br0" timeOffset="71527.2">17529 8541 391 0,'0'0'46'0,"0"0"-42"16,0 0 1-16,0 0 55 16,0 0 101-16,-102 13 29 15,84-8-52-15,-4 1-24 16,-1-1-21-16,4 2-22 15,3-1 3-15,3-2-4 16,9-2-4-16,1-1-1 16,1-1-18-16,2 0-5 15,0 0-7-15,0 0-13 16,0 0-4-16,9 0-6 0,15 0-6 16,14-3 11-16,20-5 2 15,5-1-4-15,4-4-5 16,-3 3-8-16,-6-1 2 15,-8 7-4-15,-6 2-2 16,-9 2-48-16,0 0-115 16,3 0-93-16,4 0-128 15,5-3-281-15</inkml:trace>
  <inkml:trace contextRef="#ctx0" brushRef="#br0" timeOffset="71848.06">18961 8449 830 0,'0'0'126'16,"0"0"-110"-16,0 0 5 0,0 0 137 15,0 0-56-15,0 0-38 16,123-7 24 0,-16-6-29-16,25-6-17 0,22-6-24 15,18-6-16-15,0 0-2 16,-11 6-13-16,-26 9-132 15,-38 6-276-15</inkml:trace>
  <inkml:trace contextRef="#ctx0" brushRef="#br2" timeOffset="77963.37">15324 5853 544 0,'0'0'555'0,"0"0"-515"16,0 0-36-16,0 0 16 16,85-89 36-1,-41 84 0-15,1 5 1 0,0 2-31 16,-8 25-24-16,-11 11 4 15,-10 7-5-15,-16 8 8 16,0 5 5-16,-26 4-1 16,-16 4-1-16,-11-3 3 15,-7-7-12-15,5-14 2 16,12-17-1-16,14-14 8 16,16-11 15-16,11 0 42 15,2-22-9-15,0-14-56 16,24-7-1-16,9 3-4 0,13 9 1 15,6 5-15-15,3 10 13 16,6 3-1-16,3 7 3 16,2 5-4-16,2 1-54 15,-2 0-22-15,-6 0 26 16,-6 7-8-16,-8 2 5 16,-9-3-36-16,-9-3 28 15,-9-3 32-15,-6 0 31 16,-4-3 2-16,-2-14 11 15,-3-6 4-15,0-8 24 16,-2-5-3-16,-2-4 0 16,0-4-13-16,-2-2 2 15,-13 0 1-15,-2 6 2 0,-1 7-8 16,-1 9 32 0,0 8-1-16,3 9-20 0,-1 5-19 15,2 2-8-15,-3 9-4 16,-1 16-1-16,3 3 1 15,4 3-1-15,9-4-7 16,3-2 4-16,3 1-2 16,17-1 6-16,5-1-2 15,5 2 2-15,1-4-1 16,-2 2 1-16,1 0 0 16,1-2 1-16,-4-1-1 15,-5 0 1-15,-5-2-2 16,-3 2 1-16,-6 0 0 15,-4 0 0-15,-4 2 1 0,0 1 5 16,-12-6 1 0,0-2-1-16,0-9 5 0,1-5 2 15,-1-2 32-15,-3 0-12 16,0 0-21-16,-1 0 0 16,2 0-3-16,0-7 3 15,4-1 5-15,3 1-4 16,1 0 4-16,1 0-3 15,2 1-11-15,1 3 6 16,2 1-5-16,0 0-2 16,0 2-2-16,0 0-5 15,0 0 2-15,0 0-4 16,0 0-1-16,0 0-14 16,0 0-45-16,0 0-24 15,0-1-22-15,5-2-11 0,7-3-30 16,0-6-148-16,-6-5-285 15</inkml:trace>
  <inkml:trace contextRef="#ctx0" brushRef="#br2" timeOffset="78776.55">15806 5723 839 0,'0'0'80'0,"0"0"-80"16,0 0 62 0,0 0 95-16,0 0-62 0,0 0-46 15,0 0-2-15,-24-25-32 16,41 13 4-16,4-3-10 15,10-3-4-15,4 2 3 16,2 6-6-16,-1 6 4 16,1 4-3-16,-2 6-3 15,-4 21-3-15,-7 9 3 16,-5 8 10-16,-9 5 4 16,-7 1-1-16,-3-1 9 15,0-2-15-15,-20-7 4 16,-2-6 4-16,-2-8-5 0,-2-9 2 15,3-9 13-15,4-2-9 16,9-6-4-16,7 0 1 16,3 0 27-16,0-7-17 15,0-13-23-15,5 0-4 16,13 0 0-16,4 4-1 16,7 8 1-16,2 5 0 15,8 3 4-15,1 0-1 16,-2 20-3-16,-3 12 3 15,-6 7 0-15,-11 4-1 16,-8 3 2-16,-10 2 2 16,0 2 1-16,-12-7 2 15,-9-8-1-15,-10-8 5 16,-2-9 13-16,-5-6 10 0,-1-6-4 16,1-6-3-1,5 0-10-15,4-7-2 0,2-13-1 16,5-6-7-16,5 1-5 15,5 3-2-15,6 5 0 16,6 8-25-16,0 4-38 16,19 2-115-16,16 2-78 15,10-1-11-15,4-2-115 16</inkml:trace>
  <inkml:trace contextRef="#ctx0" brushRef="#br2" timeOffset="78957.09">16506 6146 1424 0,'0'0'58'0,"0"0"-56"0,-43 78-2 16,34-25 43-16,4 9-29 16,4-2-12-16,1-3-2 15,-4-3-12-15,-5-4-215 16,-5-8-212-16</inkml:trace>
  <inkml:trace contextRef="#ctx0" brushRef="#br2" timeOffset="81727.72">17101 5787 738 0,'0'0'188'0,"0"0"-156"16,0 0-5-16,0 0 102 15,0 0-11-15,0 0-63 16,0 0-10-16,2-10-12 15,-2 10 9-15,0 0 14 16,-2 0-9-16,-18 0-3 16,-8 0-8-16,-11 0-33 15,-4 4 1-15,3 2 3 0,4-1-6 16,6-3 5 0,5 1-4-16,7-1 5 0,8 0-3 15,5-2-2-15,5 1-1 16,0-1 2-16,0 2-1 15,0-1-4-15,0-1 0 16,0 3-2-16,0 3 2 16,0 8-12-16,0 8 14 15,0 8 7-15,-3 7-6 16,-3 1-1-16,0 0 0 16,-2-2 2-16,-4-6-2 15,3-5 3-15,4-11-3 16,4-4 0-16,1-9 0 15,0-1-1-15,0 0 0 0,0 0-3 16,13-11 4-16,14-9 5 16,6 0 1-16,6 1-6 15,-1 3-2-15,8 2 1 16,0 4-6-16,5 6 6 16,-6 4 0-16,-9 0-12 15,-9 4 7-15,-12 8-4 16,-10 6 2-16,-5 3 7 15,0 2 1-15,-15 2 10 16,-13 3-3-16,-8-2-5 16,-6 3 9-16,-1-1-2 15,1 0-2-15,4-6-5 16,9-4-1-16,9-6 1 0,7-3-2 16,8-3-6-1,5-3-7-15,0-1-181 0,17-2 4 16,18-7-87-16,13-24-177 15</inkml:trace>
  <inkml:trace contextRef="#ctx0" brushRef="#br2" timeOffset="81943.13">17426 5736 813 0,'0'0'427'15,"0"0"-399"-15,0 0-26 16,0 0 0-16,0 0 12 16,16 93 47-16,3-23-36 15,2 2-21-15,-2 3-1 16,-3 6-3-16,-6-2-7 16,-4 0-127-16,-6-11-254 15,0-18-181-15</inkml:trace>
  <inkml:trace contextRef="#ctx0" brushRef="#br2" timeOffset="82345.63">17912 6118 1177 0,'0'0'95'16,"0"0"-95"-16,0 0 5 16,0 0-5-16,-33 132 21 15,27-62-19-15,2 1 1 16,-2-4-3-16,0-7-165 15,-7-11-320-15</inkml:trace>
  <inkml:trace contextRef="#ctx0" brushRef="#br2" timeOffset="84093.88">16837 5187 424 0,'0'0'51'16,"0"0"-51"-16,0 0 4 0,0 0 3 16,0 0 0-16,0 0 9 15,64 91 0-15,-64-50 15 16,-12 1-15-16,-6-3-12 15,0-4 5-15,5-12-4 16,5-10-2-16,5-7 3 16,3-3 53-16,0-3 44 15,0 0-45-15,4 0-24 16,13 0-26-16,7-8-8 16,4 4 3-16,3 1-3 15,2 3-4-15,5-2-47 16,8-1-163-16,2-5 28 0</inkml:trace>
  <inkml:trace contextRef="#ctx0" brushRef="#br2" timeOffset="84526.15">17293 5151 837 0,'0'0'22'0,"0"0"-22"16,0 0-16-16,0 0 16 16,0 0 4-16,106-21 0 15,-83 21-4-15,-1 10-4 0,-11 3 3 16,-4-2 1-16,-7 2-17 16,0 0 0-16,0 1 17 15,-8 0 7 1,-5-1-7-16,4-3 11 0,3-4-4 15,6-1-5-15,0-1-2 16,1 2 0-16,20 1 8 16,3 2 6-16,5 4-9 15,0 0-3-15,2 4 0 16,-6 1 5-16,-5-3-5 16,-10-4 7-16,-8-1 3 15,-2-3 56-15,0 0 35 16,-24 0 23-16,-9 0-54 0,-9 2-56 15,2-1-12-15,9 1-4 16,9 2 0-16,10 9-22 16,10 7-200-16,2 1-179 15</inkml:trace>
  <inkml:trace contextRef="#ctx0" brushRef="#br2" timeOffset="86043.57">18470 6023 317 0,'0'0'64'16,"0"0"-47"-16,0 0 30 15,0 0 49-15,0 0 6 16,0 0 22-16,0 0-20 0,0 0-18 15,0 0 5 1,0 0-5-16,0 0-15 0,0 0-17 16,0 0-16-16,0 0 2 15,0 0-11-15,0 0-5 16,0 0 4-16,0 0-4 16,0 0-3-16,-3 0 2 15,-1-1-9-15,0-6 0 16,1-2-10-16,-3 3 3 15,5-1-2-15,-1 0 3 16,1 3 2-16,1 1 3 16,0 3-11-16,0 0-2 15,0 0 0-15,0 0-10 0,0 0 1 16,0 0-6-16,3 0 15 16,11 0 0-16,7 3 0 15,4 2 9-15,0-4-8 16,0-1 2-16,-5 0-3 15,-5 0 1-15,-7 0-1 16,-4 0 0-16,-4 0 0 16,0 0 10-16,0 0-2 15,0 0-3-15,0 0-1 16,0 0-3-16,0 0-1 16,0 7 0-16,0 13-18 15,0 13 18-15,0 17 25 16,0 15-7-16,0 5-12 15,0 1-5-15,0-2 1 0,0-11-2 16,0-6 1-16,0-8-1 16,0-8 0-16,0-6-6 15,0-8-108-15,0-8-83 16,0-14-209-16,0-3-211 16</inkml:trace>
  <inkml:trace contextRef="#ctx0" brushRef="#br2" timeOffset="86525.86">18816 6031 977 0,'0'0'120'0,"0"0"-112"0,0 0 17 16,0 0 82-16,0 0-58 15,0 0-49-15,0-16-5 16,0 34 5-16,0 8 6 16,0 6 7-16,0 3-1 15,2 1-8-15,5-2 8 16,1-5-2-16,3-5-8 16,-1-6 5-16,3-11-6 15,3-4 1-15,4-3 6 16,6 0 2-16,-1 0 1 0,-4-10-5 15,-2-8-5 1,-7-5 8-16,-4 1-3 0,-6-7-3 16,-2 2 1-16,0 0-2 15,-2 3-2-15,-8 7 4 16,3 7 1-16,2 5 26 16,3 5 1-16,2 0-18 15,0 0-14-15,0 9-12 16,0 23 5-16,0 16 7 15,0 12 0-15,0 8 1 16,2 1-1-16,5-2 0 16,3-5-7-16,1 0-95 15,1-9-116-15,-4-18-299 0</inkml:trace>
  <inkml:trace contextRef="#ctx0" brushRef="#br2" timeOffset="87506.71">19483 6421 561 0,'0'0'224'16,"0"0"-212"-16,0 0-7 15,0 0 83-15,0 0 26 0,0 109-31 16,0-61-35-1,0 2-40-15,-7-2-3 0,-2-8-5 16,-1-4-5-16,3-14-244 16,2-14-215-16</inkml:trace>
  <inkml:trace contextRef="#ctx0" brushRef="#br2" timeOffset="88300.88">19855 6186 181 0,'0'0'646'0,"0"0"-577"15,0 0-57-15,0 0 44 16,0 0 55-16,8-77-31 0,-6 57-50 15,-2 1-5 1,0-2 13-16,-6 0-23 0,-14-1-7 16,-8 8 8-16,-5 3-8 15,0 8 7-15,-1 3-6 16,4 8-3-16,3 18-1 16,7 11-4-16,5 9 14 15,10 5 2-15,5 0-16 16,0-4 3-16,24-9-3 15,7-13-1-15,6-10 1 16,-1-10 1-16,-5-5 6 16,-8 0-7-16,-9 0 2 15,-4-14 0-15,-2-7 4 0,-3-4-6 16,-3-4 2 0,-2 2 0-16,0 2 1 0,0 1-3 15,0 2 0-15,-3 9 1 16,3 5 0-16,0 6-2 15,0 2 0-15,0 0-11 16,0 0 3-16,0 7-4 16,0 15 1-16,7 15 11 15,0 10 0-15,0 5 2 16,-4 3 1-16,0-6-1 16,-1-8 1-16,-2-6 0 15,0-8-2-15,0-7 8 16,-5-4 18-16,-12-4 17 15,-2-2-11-15,-7-2-11 0,0-3-1 16,3-2-12-16,1-3-5 16,2 0-3-16,3 0-2 15,2 0-10-15,3 0-121 16,10 0-33-16,2 0-144 16,2-8-128-16</inkml:trace>
  <inkml:trace contextRef="#ctx0" brushRef="#br2" timeOffset="88727.3">20070 6049 1195 0,'0'0'77'16,"0"0"-70"-16,0 0 2 16,0 0 7-16,0 0-15 15,0 0 7-15,5 4-6 16,14 10 6-16,2-5-3 16,5-1 8-16,0-6 1 15,1-2-3-15,-3 0-1 16,-8 0 1-16,-3 0-11 15,-4 0 13-15,-5 0 3 0,-1 0 16 16,-3 0 6-16,0 0-19 16,0 0-19-16,0 14-3 15,0 17 3-15,0 18 42 16,-3 9-29-16,-6 8-8 16,1 4-3-16,1-1 0 15,0 2-2-15,-3 0 0 16,-3-2-111-16,-2-15-67 15,-6-13-310-15</inkml:trace>
  <inkml:trace contextRef="#ctx0" brushRef="#br2" timeOffset="89225.53">15463 7164 1222 0,'0'0'0'0,"0"0"-135"16,-109-35 53-16,92 29 82 15,13 1 205-15,4 2-79 16,0 3-55-16,10 0-69 16,35 0 2-16,28 0 36 15,42 0-10-15,43 0 19 16,42 0-13-16,41 0 0 15,41-3-4-15,38-5-21 16,28-3 4-16,26-6-15 16,7-2 0-16,2-5 11 15,-17 2-11-15,-25 1 0 16,-39 3 4-16,-55 3-4 0,-53 4-2 16,-52 1-6-1,-48 3-52-15,-39 2-51 0,-34 0-10 16,-21-2-51-16,-11-3-50 15,-35-7-329-15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0:58:39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8568 11500 984 0,'0'0'109'15,"0"0"-102"-15,0 0-2 16,0 0 17-16,0 0 45 16,0 0-36-16,0 0-12 15,-35-26 3-15,28 26 8 16,-4-5-13-16,-5 2-11 15,0 0 5-15,-6-1 8 16,1-1 8-16,-7 1-5 0,0 0 1 16,-4-1-2-1,-1-2-4-15,-1 3 1 0,4-1 9 16,0 1-6-16,5-1 2 16,2-1-7-16,1 2-2 15,2 1 4-15,3 0-4 16,0-1-2-16,3 0 3 15,0 2-3-15,1 1-6 16,-2 1 1-16,-1 0-2 16,2-2 0-16,-4 2-1 15,1 0-3-15,-4 0 5 16,3 0 1-16,2 0 4 0,0 0 0 16,1 0-2-1,0 0 2-15,-1 0-7 0,-5 0-1 16,-2 0 0-16,-3 2-1 15,0 3 1-15,0 1 4 16,-1-2-5-16,3 1 6 16,3-1 1-16,-1-1-4 15,2 2 3-15,1 1-4 16,3 0-4-16,0-2 2 16,5 2 3-16,1-3-4 15,0 1 6-15,-2 0-7 16,-3 5 3-16,-3-2-2 15,-3 4 1-15,0 1 1 16,-1-2 0-16,-3 0-2 16,3 4 3-16,1-4-4 0,4 0 4 15,0-3-1 1,3 3-3-16,0-4 1 0,-1 5-1 16,-4 2 2-16,-1 0 0 15,2-2-2-15,1-2 2 16,6 1 0-16,2-4 2 15,1 2-2-15,-4 1 0 16,3-1 0-16,-1-3 0 16,0 3 0-16,4-1-4 15,-4 6 4-15,0 0-2 16,1-3 0-16,1 7 1 16,2-3 0-16,-1-1-1 0,0 3 1 15,2-1 0-15,2 4 0 16,-3-3 0-16,3 5 3 15,0-5-4-15,-1 4 3 16,3-2-3-16,-1 2 2 16,-1 3 3-16,-1-6-4 15,4 3 2-15,0-3 0 16,0-1-1-16,0 1 0 16,0 0-1-16,0 3 0 15,7 0 0-15,3-3-1 16,0 3 3-16,1-3-2 15,-1 3 2-15,3-3-2 16,-2-1 2-16,6-1-1 0,1 4 1 16,1 1-1-16,3 0 1 15,1 0 1-15,0 1-3 16,3-2 3-16,-1 2-1 16,-2-5-1-16,2 4 0 15,-1-4-1-15,-1-2 0 16,0-1-1-16,1-2 1 15,3-4 1-15,-1 2 2 16,0 2 2-16,-2-5 0 16,3 1-2-16,3 0-1 15,7-3 5-15,10-1-8 16,6 0 10-16,5-3-6 0,1 0-4 16,0 0 4-1,-6 0-4-15,-1 0 2 0,-3 0-2 16,-4 0 2-16,0-3-1 15,-3-2 1-15,-2 3-2 16,-2-5 2-16,2-3-1 16,-3 0 1-16,3 1-1 15,1-2 1-15,0-3-1 16,3-2 0-16,-4 3 0 16,-3-4 1-16,-6 6 0 15,-2-2-1-15,-4-4-2 16,0 1 3-16,-1-1-2 0,1-6 0 15,1-1-1 1,-2 0 0-16,-2-6 2 16,-3 0 0-16,-3-7 0 0,-3-9-1 15,-5-5 0-15,-3-3 1 16,-5-3 0-16,0-2 3 16,-12-2-4-16,-16-2 0 15,-12-2-3-15,-19 0 6 16,-16 8-4-16,-13 6 1 15,-12 10-18-15,-8 22-16 16,1 19-13-16,0 17-23 16,10 36-50-16,12 18-194 15,13 6-224-15</inkml:trace>
  <inkml:trace contextRef="#ctx0" brushRef="#br0" timeOffset="1882.45">9811 5987 1018 0,'0'0'150'16,"0"0"-137"-16,0 0-1 15,0 0 64-15,0 0 10 16,0 0-52-16,0 0-32 15,0-10-2-15,-1 62 18 0,-11 10-4 16,1 2-8 0,-1-1-4-16,2-4-1 0,5-11 0 15,3-12 0-15,2-13-2 16,0-11-5-16,14-9-25 16,8-3 30-16,6 0-1 15,3-6 2-15,5-9-2 16,-1-3-5-16,-2 0 3 15,-1-2-6-15,-7 0 3 16,-7-3 7-16,-7-1 3 16,-11-2-3-16,0-1 6 15,-2 1 3-15,-17 2 10 16,3 8 11-16,1 7-7 16,6 4 2-16,6 5 31 0,1 0-35 15,1 4-21-15,-5 24-13 16,0 20 13-16,1 15 18 15,0 5-18-15,1 2 5 16,4-2-5-16,0-5-6 16,0 1-55-16,0-7-109 15,12-13-132-15,5-16-223 16</inkml:trace>
  <inkml:trace contextRef="#ctx0" brushRef="#br0" timeOffset="2053.81">10223 6383 1188 0,'0'0'42'0,"-25"96"-35"0,17-39-5 16,4-5 18-16,4-2-2 16,0-5-14-16,0-5-4 15,0-11-36-15,9-13-220 16,2-16-240-16</inkml:trace>
  <inkml:trace contextRef="#ctx0" brushRef="#br0" timeOffset="2353.01">10390 6124 1231 0,'0'0'173'16,"0"0"-173"-16,0 0-25 15,0 0 25-15,0 0 17 16,94-27-3-16,-45 21-9 16,-4 1 2-16,-9 3-2 15,-9-2-5-15,-12 2 9 16,-8 2 14-16,-2 0 6 16,-4 11-4-16,3 17 9 15,-2 14 21-15,-2 12-18 16,0 6-23-16,0 6-5 0,-10-3-5 15,-2-3-4 1,2-2-4-16,4-7-135 16,6-7-75-16,0-9-278 0</inkml:trace>
  <inkml:trace contextRef="#ctx0" brushRef="#br0" timeOffset="2884.86">10955 6471 1161 0,'0'0'202'0,"0"0"-202"16,0 0 0-16,0 0 0 16,148-7 43-16,-61 7-12 15,14 0-23-15,15 0-4 16,6 0-3-16,5 0 0 15,-7-13-1-15,-16-6 3 16,-20-2-2-16,-29 6 1 16,-25 5-2-16,-15 1 5 0,-11-1 0 15,-4 0 36-15,0-7 13 16,0-7-37-16,-9-3-7 16,-10-3 4-16,-5 1-12 15,-4 7-1-15,2 7 4 16,3 8 18-16,4 7 3 15,2 0-20-15,5 14-4 16,2 19-2-16,6 11-1 16,4 4 0-16,0 1-4 15,14-5-7-15,15-4-113 16,3-9-143-16,-2-10-384 0</inkml:trace>
  <inkml:trace contextRef="#ctx0" brushRef="#br0" timeOffset="3617.6">12330 6119 1477 0,'0'0'113'15,"0"0"-113"-15,0 0 0 16,114-28 1-16,-59 28 21 15,1 18-11-15,-7 12-6 16,-14 4-5-16,-20 10-2 0,-15 0 2 16,-12 0 5-16,-24 2 3 15,-10-7-7-15,-4-6 4 16,5-11-2-16,10-9 1 16,10-10 3-16,12-3 31 15,7-5 15-15,6-15-31 16,0-2-19-16,26-2-3 15,9 0 1-15,11 3-1 16,9 1 0-16,9 0 0 16,8 4 0-16,3 0 0 15,2-1-11-15,-3-1-10 16,-6-2-1-16,-6-1 7 16,-10-1 11-16,-10-2 4 0,-12-1 1 15,-12-3 2 1,-13 3-1-16,-5 1 3 0,-7-1 2 15,-20 5 2-15,-8 4-1 16,-4 6-5-16,-1 7 4 16,5 3-6-16,6 0 2 15,9 2-4-15,8 9 1 16,5 1-2-16,7 5 0 16,0-1 0-16,4 3 2 15,18 2-2-15,10 1 1 16,8 2 1-16,5 3 0 15,0 5 0-15,-2 1 0 16,-9-2 2-16,-10-2-1 0,-8-4-1 16,-11-8-1-16,-5-1 1 15,-14-3 13-15,-22-1 3 16,-16-5 6-16,-5-7-6 16,7 0 8-16,8-13 10 15,17-13-13-15,14-9-8 16,11-2-13-16,3 0-2 15,29 4-2-15,13 4-9 16,10 5-22-16,8 5-25 16,5-2-64-16,0 5-112 15,-3 0-81-15,-5 0-244 16</inkml:trace>
  <inkml:trace contextRef="#ctx0" brushRef="#br0" timeOffset="4031.78">13543 5828 922 0,'0'0'229'15,"-88"-78"-192"-15,29 42 74 16,-11 3 27-16,-12 4-54 16,-8 4-18-16,-4 9-3 15,-4 4-3-15,-6 9-17 16,-2 3-22-16,-1 11 7 16,4 19-8-16,9 14-12 15,14 17 8-15,15 14-2 16,15 18-10-16,20 19 3 15,20 15-6-15,10 7 6 16,30 1-4-16,25-11-2 0,19-19-2 16,21-16 2-16,20-23 0 15,12-20-1-15,7-24-18 16,-1-21-9-16,-2-10-9 16,-4-38 5-16,-5-19 24 15,-10-13 7-15,-16-8 1 16,-27-6 5-16,-23-3-2 15,-30-6 5-15,-16-3 2 16,-26-4-7-16,-26 5-4 16,-17 4 4-16,-9 11 0 15,-11 20-4-15,-1 23-5 16,-2 25-3-16,-2 21-43 16,-1 22-179-16,-8 28-198 0</inkml:trace>
  <inkml:trace contextRef="#ctx0" brushRef="#br0" timeOffset="5914.71">9214 7253 870 0,'0'0'245'0,"0"0"-199"15,0 0-30-15,0 0 69 16,0 0 18-16,23-100-24 16,5 74-46-16,10 6-13 15,9 8 3-15,-1 11 0 16,-4 1-9-16,-7 21 0 15,-12 17-7-15,-12 11 3 0,-11 10 2 16,-3 5-6-16,-30 7 1 16,-14 4 0-16,-13-1-6 15,-9-5 4-15,-1-13-2 16,8-17-2-16,10-18 5 16,19-15-1-16,13-6 15 15,11-12 33-15,9-16-21 16,13-7-27-16,23 0 1 15,14 8-3-15,9 11 4 16,1 13-6-16,1 3 2 16,1 15-3-16,-1 18-4 15,-6 6 4-15,-5 4-2 16,-5 1-51-16,-7-2-60 16,-2-2-109-16,-10-8-115 15,-7-6-266-15</inkml:trace>
  <inkml:trace contextRef="#ctx0" brushRef="#br0" timeOffset="6333.87">9703 7452 1131 0,'0'0'125'0,"-12"-86"-115"16,12 51 26-16,26 4 57 15,13 4-30-15,15 5-31 16,1 14-11-16,-2 8-11 15,-7 0-4-15,-16 18-2 0,-12 10-8 16,-15 5 3-16,-3 5 1 16,-17 3 2-16,-19 1 11 15,-5-2-13-15,-1-4 10 16,5-9-10-16,12-10 7 16,10-10 3-16,10-5-7 15,5-2 7-15,0-3 0 16,21-18-2-16,14-6-6 15,11 1 0-15,4 10-2 16,2 8 0-16,-3 8-4 16,-3 0 0-16,-9 18 4 15,-9 11 1-15,-13 5 4 16,-11 1-3-16,-4 4 22 16,-12-1-8-16,-20-1-1 0,-11 1 4 15,-7-3-9 1,-2-4-7-16,7-5-3 0,13-7-36 15,15-8-127-15,14-11-133 16,3-9-331-16</inkml:trace>
  <inkml:trace contextRef="#ctx0" brushRef="#br0" timeOffset="6498.62">10459 7434 1364 0,'0'0'162'0,"87"-22"-154"15,-35 22-8-15,-2 0 59 16,-2 7-40-16,-1 6-13 0,-5 2-6 16,-9-1-26-16,-6-1-145 15,-10-4-139-15,-16-6-289 16</inkml:trace>
  <inkml:trace contextRef="#ctx0" brushRef="#br0" timeOffset="6674.44">10621 7352 970 0,'0'0'549'0,"0"0"-540"15,0 0-2-15,-25 98-7 16,25-40 33-16,14 2-18 0,6 0-10 16,-1-5-5-16,1-6-100 15,-1-7-98-15,-6-9-262 16</inkml:trace>
  <inkml:trace contextRef="#ctx0" brushRef="#br0" timeOffset="7466.26">10974 7327 1344 0,'0'0'154'16,"0"0"-146"-16,0 0 9 15,42-83 38-15,11 70 16 16,10 9-31-16,5 4-31 16,-3 22-3-16,-16 18-2 15,-18 13-4-15,-21 12 0 16,-10 6 5-16,-32-1-4 15,-22 2 3-15,-11-7-3 16,-8-6 1-16,3-10-2 16,9-16 4-16,16-17-4 15,21-16 10-15,15 0 13 16,9-25 0-16,13-7-20 16,26-7-3-16,9 5 0 0,13 7 1 15,4 5-4-15,1 6-3 16,8 8-10-16,-2 1 8 15,-2 5-5-15,-8 0-1 16,-7-2 2-16,-10-3-17 16,-6-6 26-16,-9-8 3 15,-8-5 0-15,-9-7 4 16,-4-3 0-16,-9-3 0 16,0-2 7-16,-7 2-3 15,-15 1 9-15,-3 4-9 16,-2 2-2-16,2 9-1 15,2 6-4-15,0 9 1 0,4 8 2 16,0 0-4-16,3 10-1 16,4 7 0-16,4 6-2 15,4 4 2-15,4 1 1 16,0 4 0-16,9 1-3 16,12 3 2-16,10 3-1 15,5 4 2-15,11-3 0 16,3 1-1-16,2-5 3 15,-5-4-2-15,-13-6 1 16,-20-3 0-16,-14-2 4 16,-1-4 8-16,-33-3 6 15,-11-3 10-15,-10-7-3 16,-1-4 1-16,7 0-2 0,9-17-8 16,9-10 1-1,13-7-18-15,15-3 0 0,3-1-2 16,15 1-18-16,22 0-22 15,11 2-29-15,14 0-78 16,10-2-183-16,1-1-204 16</inkml:trace>
  <inkml:trace contextRef="#ctx0" brushRef="#br0" timeOffset="7655.56">12027 7166 1191 0,'0'0'229'16,"0"0"-204"-16,0 0 37 0,0 0 58 15,0 0-85-15,0 0-26 16,-27 110 64-16,27-43-59 16,0 6-11-16,7-1-2 15,-2-1-2-15,2-6 0 16,-3-7-70-16,2-5-80 16,-2-14-147-16,3-14-396 15</inkml:trace>
  <inkml:trace contextRef="#ctx0" brushRef="#br0" timeOffset="7964.01">12296 7274 1165 0,'0'0'158'0,"0"0"-158"16,0 0 14-16,0 0 54 15,0 0-14-15,-108 18-43 16,69 11 10-16,-3 1 5 15,-1 2 15-15,2-5-1 16,8-1-7-16,7-10-4 16,10-6-1-16,11-5-2 15,5 2-17-15,9 2-4 16,26 6 0-16,17 3 21 16,8 1-21-16,9 0-5 15,-1 7 0-15,1 2-18 0,-4 7-55 16,-5 1-56-1,-8 3-79-15,-7-4-170 16,-8-2-322-16</inkml:trace>
  <inkml:trace contextRef="#ctx0" brushRef="#br0" timeOffset="8181.65">12489 8011 1215 0,'-103'2'383'16,"-24"4"-340"-16,-30 5-31 16,-30-1 77-16,-39 8-8 15,-36 12-51-15,-34 17-8 16,-22 7-22-16,4 0-2 16,28-8 0-16,52-17-23 15,62-20-33-15,52-9-53 0,44-41-215 16,36-32-858-16</inkml:trace>
  <inkml:trace contextRef="#ctx0" brushRef="#br0" timeOffset="17435.54">16152 1054 1205 0,'0'0'148'0,"0"0"-126"15,0 0 3-15,0 0-16 16,0 0 0-16,-11 81 57 16,11-15-8-16,5 10-35 15,-3 3-18-15,-2 3 0 16,0-4-2-16,0-5-3 16,-2-8 0-16,-13-11-2 15,-3-6-53-15,2-10-105 16,2-16-149-16,4-17-198 15</inkml:trace>
  <inkml:trace contextRef="#ctx0" brushRef="#br0" timeOffset="17652.04">16124 1183 1119 0,'0'0'175'0,"0"0"-140"16,22-99 8-16,4 74 20 15,7 2 13-15,7 6-42 16,5 6-33-16,0 8 0 16,-3 3-1-16,-5 3-5 15,-7 18 4-15,-7 9-20 16,-7 8-125-16,-13 11-53 16,-3 5-175-16,-19 4-100 15</inkml:trace>
  <inkml:trace contextRef="#ctx0" brushRef="#br0" timeOffset="17792.84">16231 1516 866 0,'0'0'509'16,"0"0"-494"-16,0 0-15 15,0 0 0-15,133-53 8 16,-73 43-7-16,3 5-1 16,-5 2-1-16,-12 3-96 15,-15 0-233-15,-24 13-286 16</inkml:trace>
  <inkml:trace contextRef="#ctx0" brushRef="#br0" timeOffset="17944.28">16292 1735 930 0,'0'0'522'0,"0"0"-522"16,0 0-68-16,95 0 68 15,-34 0 7-15,10 0-7 16,6 0-119-16,-2 0-137 15,-10 0-264-15</inkml:trace>
  <inkml:trace contextRef="#ctx0" brushRef="#br0" timeOffset="18465.28">16819 1427 1235 0,'0'0'87'0,"0"0"-81"16,0 0-6-16,0 0-1 15,0 0 1-15,58 92 12 16,-18-44-1-16,3-3-10 16,-1-7 1-16,-4-8 0 15,-9-9 0-15,-9-11 0 16,-10-5-2-16,-4-5 1 16,-6 0 15-16,3-3 161 15,1-21-53-15,0-13-80 16,3-8-32-16,-4-2 10 15,-1-6 4-15,1 3-23 0,1 7 1 16,1 16-4-16,2 11-8 16,-1 12 3-16,5 4-38 15,10 0-57-15,7 8 37 16,7 6 2-16,6 1-52 16,-3-6 2-16,0-8 52 15,-4-1 59-15,-10 0 2 16,-6-13 0-16,-11-1 12 15,-7-5 9-15,0 4 69 16,-12 0 18-16,-8 6-29 16,-4 7-29-16,-3 2-27 15,1 11-12-15,-3 24-6 16,6 13-7-16,6 10 2 16,11 4 3-16,6-5-4 15,3-7-2-15,25-11 0 0,7-12-27 16,10-12-25-16,3-7-45 15,4-8-32-15,-1-5-73 16,-6-17-142-16,-8-7-49 16</inkml:trace>
  <inkml:trace contextRef="#ctx0" brushRef="#br0" timeOffset="19096.14">17671 1411 864 0,'0'0'113'0,"0"0"-44"16,0 0-12-16,0 0-23 15,0 0-24-15,0 0 51 0,34 71-8 16,-21-37-35-16,-3-3-2 16,-1-4 2-16,-3-7 18 15,-1-7-14-15,-1-5-13 16,-4-7 10-16,1 1 13 16,-1-2 5-16,2 0 9 15,-1 0-14-15,5-4-6 16,5-18-3-16,4-8-10 15,0-6-10-15,0 1-3 16,-3 7 5-16,-4 10-5 16,-2 11-1-16,-5 7 1 15,2 0-7-15,6 0-6 0,3 16 8 16,6 6 2 0,2 4 3-16,5-3 0 0,7-7 1 15,4-6-1-15,3-10 0 16,-2 0 0-16,-10-11-11 15,-7-13 4-15,-7-3 7 16,-4-4 4-16,-6 3-3 16,-3 2 4-16,0-1-3 15,0 3-1-15,0 7 5 16,-3 7-3-16,-1 7-3 16,2 3-4-16,-2 15-27 15,-2 26 19-15,3 21 12 16,2 11 3-16,1 2-1 15,0-3-1-15,3-7 2 0,4-9 2 16,-4-9-5 0,-3-14 23-16,0-16 15 0,0-8 32 15,0-9-7-15,-6 0-7 16,-15 0-5-16,-11-16-19 16,-8-6-23-16,0-7-9 15,7-3 0-15,4 1-20 16,7 1-1-16,11 2-33 15,6 4-17-15,5 2-68 16,0 6-166-16,0 7-428 16</inkml:trace>
  <inkml:trace contextRef="#ctx0" brushRef="#br0" timeOffset="22677.83">18792 1226 219 0,'0'0'822'15,"0"0"-697"-15,0 0-84 16,0 0 21-16,0 0-18 15,0 0-35-15,56-52-2 16,-21 55-6-16,4 18 0 16,0 11-1-16,-10 9 0 15,-7 7 0-15,-15 6-2 16,-7 3 5-16,-10-1 2 16,-21-4-4-16,-5-8 15 15,-1-11-3-15,12-13-13 16,13-13 8-16,12-7 1 15,0 0 22-15,25-23 8 0,19-13-36 16,16-10 1-16,8-9-8 16,6-3 1-16,-5 2 2 15,-9 4-3-15,-18 13 1 16,-21 9 3-16,-14 6 0 16,-7 7 2-16,-5 4-2 15,-13 2 6-15,-6 6 6 16,-1 5-7-16,-4 0 6 15,3 9-10-15,3 11-1 16,6 4-8-16,12 4-6 16,5 6 4-16,0 7 10 15,23-1 4-15,9 4-3 16,2-4 1-16,0-6 0 16,0-3-1-16,-7-10 1 0,-8-4 0 15,-13-8 0-15,-6-5-2 16,0-3 0-16,0-1 13 15,-17 2 51-15,-14-2-2 16,-8 0-9-16,1 0-37 16,6-7 4-16,13-11-2 15,14-8-9-15,5-8-9 16,19-8-7-16,23-3-11 16,14-1-10-16,11 2-14 15,3 5-32-15,-3 1-32 16,-9 2-3-16,-17 1 52 15,-13-3-8-15,-11-6 47 16,-10-4 18-16,-7-6 2 0,-2-5 29 16,-23 2 35-16,-12-1-34 15,-11 6 30-15,-14 7-7 16,-6 5-10-16,-6 7 5 16,0 9-28-16,4 11 3 15,1 9-10-15,6 4 1 16,-2 10-8-16,1 25 1 15,-1 18-6-15,-2 25 0 16,-2 25 0-16,10 16 2 16,12 17-3-16,18 6 7 15,29-3 1-15,5-11-3 16,42-18-6-16,23-21 0 16,18-19 3-16,16-17-4 0,7-21 3 15,9-21 0 1,4-11-5-16,3-30 2 0,-5-25-4 15,-14-13 0-15,-20-8-2 16,-27-9 6-16,-20-8 4 16,-28-7 0-16,-13 1-2 15,-27-3 4-15,-25 12-5 16,-11 18-1-16,-11 20-28 16,-10 33-4-16,-9 19-56 15,-9 42-141-15,-5 27-87 16,-2 20-166-16</inkml:trace>
  <inkml:trace contextRef="#ctx0" brushRef="#br0" timeOffset="23677.44">15983 1783 722 0,'0'0'431'16,"0"0"-376"-16,-96-44-42 16,53 43-6-16,-7 1 21 0,0 4 51 15,-7 19-36-15,-3 15-6 16,-6 20 18-16,0 12-16 15,-1 22 9-15,6 16-20 16,13 12-6-16,14 10 7 16,21 3-18-16,13-6-7 15,15-11-4-15,31-13 3 16,17-17 0-16,20-15-1 16,13-17-2-16,16-15 0 15,13-14-1-15,11-10 4 16,4-9-3-16,-1-6 0 15,-10 0-4-15,-11-4-4 0,-15-11-4 16,-24 0 11-16,-22 1 1 16,-25 7-9-16,-20 3 9 15,-12-2 4-15,0-1 11 16,-12-3 19-16,-16-5-30 16,-9-3 9-16,-7 5-11 15,-1 0 7-15,7 6 2 16,10 2-4-16,11 2-3 15,8 0 6-15,7 3-9 16,2 0-1-16,0 0-1 16,9 0-13-16,14 2 14 15,8 12 0-15,2 5 3 16,-4 2-3-16,-5 3-10 16,-7 3-27-16,-6 4-24 0,-5 1-160 15,-3 3 27-15,-1-8-208 16</inkml:trace>
  <inkml:trace contextRef="#ctx0" brushRef="#br0" timeOffset="24331.07">17303 3194 486 0,'0'0'671'16,"0"0"-553"-16,0 0-91 15,0 0 56-15,0 0-34 16,49-96-11-16,-24 59-12 16,-2-3-1-16,-3 1 24 15,-8 2-13-15,-5 2-11 16,-7 2-7-16,0 4-1 16,-3 6 9-16,-14 4 13 0,-2 8-21 15,-1 11-18-15,-5 6 4 16,-1 28-3-16,-3 23 0 15,4 17-1-15,11 4 4 16,13-4-4-16,1-13 0 16,27-11 1-16,11-14-5 15,11-9-2-15,3-13-11 16,1-8-36-16,-3-6-43 16,-1-5-132-16,-7-18-45 15,-11-8-76-15,-11-7 80 16,-8-4 173-16,-12-3 96 15,0-1 167-15,0 1 111 0,0 8-43 16,-2 10-41 0,-1 11-56-16,3 9-27 0,0 7-43 15,3 0-50-15,24 19-18 16,13 11 0-16,9 7 9 16,1 2-4-16,2 1-3 15,-2-5-2-15,-5-3 3 16,-7-5-8-16,-7-6-78 15,-10-4-119-15,-6-13-138 16,-11-4-283-16</inkml:trace>
  <inkml:trace contextRef="#ctx0" brushRef="#br0" timeOffset="24511.01">17976 2952 1243 0,'0'0'83'0,"0"0"-63"0,0 0 110 16,0 0-28-16,0 0-88 15,-87 48-11-15,75 6 2 16,4 5 4-16,5-3-9 16,3-5-10-16,3-9-52 15,27-6-72-15,8-14-42 16,14-16-174-16,10-6-282 16</inkml:trace>
  <inkml:trace contextRef="#ctx0" brushRef="#br0" timeOffset="24829.62">18408 2928 1006 0,'0'0'235'0,"0"0"-160"0,0 0 104 15,-100-65-30-15,72 82-91 16,-4 24-40-16,2 13-8 16,5 3 5-16,12-5-15 15,10-7 3-15,3-11-3 16,7-12-3-16,13-9-1 15,9-9 2-15,-1-4-16 16,2-11-5-16,-1-14-7 16,-6-9 30-16,-4 0 6 15,-4 1-5-15,-5 5 1 16,-3 12 0-16,-3 8-2 0,5 8 0 16,6 0-5-16,6 22-1 15,11 6 4-15,5 2-3 16,8 0-86-16,9-9-124 15,6-12-67-15,2-9-313 16</inkml:trace>
  <inkml:trace contextRef="#ctx0" brushRef="#br0" timeOffset="25210.9">18944 2904 1114 0,'0'0'175'15,"0"0"-157"-15,-89-42 83 0,67 42 56 16,4 30-113-1,1 15-32-15,7 9-3 0,10 2-2 16,0-6-6-16,20-12-1 16,16-10-10-16,10-16-6 15,9-12-36-15,7 0-34 16,2-25-1-16,-8-5 54 16,-7-4 33-16,-14-5 0 15,-10-2 5-15,-10-4-1 16,-8-6-2-16,-7-5 5 15,0-1 15-15,-2-4-8 16,-13 2 44-16,1 13-5 16,1 12 34-16,5 20-12 15,5 11-22-15,1 3-21 16,0 17-32-16,2 27-14 16,0 18 14-16,0 16 5 0,0-3-2 15,9-5-3-15,13-8 0 16,1-9 0-16,0-8-47 15,1-6-81-15,-9-12-177 16,-10-7-306-16</inkml:trace>
  <inkml:trace contextRef="#ctx0" brushRef="#br0" timeOffset="25928.78">19186 2990 1421 0,'0'0'90'0,"0"0"-90"0,0 0 0 15,0 0 7 1,110-83-6-16,-33 59-1 0,5 0 0 16,-12 3-18-16,-16 0 17 15,-17 1-2-15,-18-1-34 16,-9 0 37-16,-7 3 4 16,-3 3 9-16,0 4 61 15,-4 9-12-15,-2 2-7 16,-1 1-40-16,-3 23-15 15,1 10 0-15,1 8 1 16,4 2-1-16,4-1 0 16,0-2 3-16,0-6-3 0,12-6 0 15,5-8-7-15,2-11 6 16,-1-6-5 0,2-4-8-16,0 0 9 0,-1-1 0 15,-3-7 5 1,-5-1 0-16,3-2-15 0,1-2-3 15,0 6-10-15,0 1 17 16,-1 6 10-16,-1 0-9 16,5 0 10-16,7 5-3 15,5-1 5-15,9-4-2 16,6 0 0-16,0-6 5 16,-4-13-7-16,-10-4 5 15,-12 1 0-15,-11 2 6 16,-8 3-7-16,0 1 37 15,0 5-2-15,-7 4-20 0,0 4-4 16,1 3-8-16,-4 3-5 16,-2 28-2-16,-1 22-13 15,-1 24 15-15,6 18 4 16,5 12-1-16,3 5-6 16,0 1 7-16,8-4-2 15,6-13-2-15,-4-17 0 16,-7-23 0-16,-3-23 12 15,0-16 43-15,-24-14 16 16,-14-3 12-16,-16-16-23 16,-4-21-14-16,1-14-20 15,10-13-21-15,19-6-5 0,14 0 0 16,14 3 0 0,14 1-27-16,34-2-53 15,26 0-20-15,20-2-119 0,4-2-393 16</inkml:trace>
  <inkml:trace contextRef="#ctx0" brushRef="#br0" timeOffset="26377.37">20836 2797 1544 0,'0'0'15'0,"0"0"-7"0,5-78-2 15,10 51 19-15,-3 3 7 16,-2-3 3-16,-3 0-12 16,-4-2 24-16,-2 0-9 15,-1 7-8-15,0 8 4 16,0 8-22-16,0 5 1 16,0 1-13-16,0 16-9 15,0 27 1-15,0 21 5 16,0 14 6-16,0 5-6 15,7 0 6-15,5-2-3 16,1-5 0-16,-3-7-19 16,-7-16-17-16,-3-18 2 0,-3-11-1 15,-23-12 20 1,-13-7 15-16,-6-5 4 0,0-4 12 16,6-14 9-16,13-4 29 15,14-2-15-15,12 0-22 16,0 0-5-16,30-2-10 15,13 2 2-15,16 2-4 16,9 1-16-16,13 3-33 16,6 0-34-16,1 3-55 15,-5 1-191-15,-17 2-286 16</inkml:trace>
  <inkml:trace contextRef="#ctx0" brushRef="#br0" timeOffset="27615.28">21413 2763 726 0,'0'0'799'0,"0"0"-782"16,0 0-17-16,0 0 0 15,0 0 1-15,0 0 0 16,63 94 10-16,-29-54-9 16,-2 0 1-16,-4-4 1 15,-4-10-2-15,-8-8 18 16,-6-11 13-16,-5-5 16 15,-3-2 12-15,-1 0 7 16,5-7 3-16,2-18-12 16,6-14-32-16,0-9-10 15,0-5-17-15,-4 4 8 0,-2 7-8 16,-1 10-8-16,-1 12 1 16,6 12-36-16,7 8-19 15,7 0-43-15,6 6-43 16,7 10-60-16,1 0 0 15,-2-3-28-15,-2-10 143 16,-9-3 93-16,-9 0 10 16,-10-7 96-16,-8-7 86 15,-2-4-12-15,-16 3-14 16,-5 6-96-16,-3 5-16 16,0 4-7-16,-1 8-22 15,2 19-10-15,3 5-15 16,6 5 7-16,10-1 0 15,6-4-5-15,0-6-1 16,9-7 0-16,7-7-1 0,-3-7 0 16,4-5-4-16,2 0-4 15,-1-17-1-15,2-7-6 16,-1 0-2-16,-6 4 3 16,-5 6 9-16,-3 7 4 15,-3 4-2-15,0 3 1 16,4 3-10-16,4 17-1 15,7 7 13-15,5 3 0 16,8-4 2-16,7-6-2 16,6-12 2-16,6-8-2 15,-3-1 2-15,-5-21-1 16,-9-5 0-16,-11-6 1 16,-8-4-2-16,-4-7 4 0,-6-10-1 15,-1-8-2-15,-2-7 9 16,0-2-10-16,-2 4 8 15,-8 11 10-15,4 17-7 16,0 17 12-16,3 17-9 16,2 5-5-16,-1 13-9 15,-2 27-9-15,1 21 9 16,2 14 1-16,1 5 0 16,0-2-2-16,4-8 1 15,15-12-1-15,4-10 1 16,7-14-9-16,4-12-7 15,-2-13-2-15,-1-9 10 0,-2 0 7 16,-4-21-1-16,-3-9 1 16,-6-6 1-16,-4-4 0 15,-6 2 0-15,-4 2 2 16,-2 8 1-16,0 14 11 16,0 6-10-16,0 8 11 15,0 2-15-15,0 28-9 16,2 8 9-16,3 6 5 15,5-5 0-15,5-6-5 16,8-8 1-16,4-10 2 16,2-10-3-16,3-5 0 15,-6 0 0-15,-1-13-4 16,-5-10-3-16,-4-7 7 0,-6-4-6 16,-6-7 6-16,-4-1 2 15,0 4-2-15,0 11-4 16,0 12 2-16,-4 10-1 15,0 5 1-15,-1 1-1 16,-2 21-6-16,1 9 7 16,1 0 0-16,5-2 1 15,0-7-1-15,8-5-6 16,15-7-40-16,6-7-58 16,3-3-4-16,-3 0 16 15,-2-1 31-15,-12-7 48 16,-9 2 15-16,-5 3 14 0,-1 3 85 15,0 0-38 1,0 0-21-16,-5 0-36 0,2 0-4 16,1 0-51-16,-1 0-92 15,1-3-237-15</inkml:trace>
  <inkml:trace contextRef="#ctx0" brushRef="#br0" timeOffset="30126.81">9964 6918 682 0,'0'0'210'0,"0"0"-183"15,0 0-13 1,0 0 19-16,-73-86 41 0,62 68 49 16,0 2-33-16,-3-3-51 15,1 1 11-15,-4 1-10 16,-3-3 27-16,-1-1-20 15,-7-3-25-15,-3-3 8 16,-7-4-9-16,-3 0-8 16,-4-1-4-16,-5 3 2 15,-2 3-2-15,-5 8 5 16,-3 9-6-16,0 7 0 16,3 2 3-16,0 3-10 15,7 14 4-15,0 3-3 16,5 6-2-16,3 6 0 0,5 8 5 15,4 7 0-15,-1 8 4 16,4 7-2-16,1 3 6 16,3 7-1-16,6 8-2 15,5 3 6-15,5 2-9 16,5 5 3-16,3 6-6 16,2 0 2-16,0 0 5 15,5-1-5-15,10-8-6 16,12 0 10-16,8-1-8 15,7-1 7-15,12-7-2 16,5-8-5-16,9-11-2 16,5-9-1-16,7-13 1 15,7-8 3-15,9-11-3 0,6-11 8 16,4-7-8 0,7-1 1-16,4-27 9 0,-4-8-9 15,-4-7 2-15,-12-7-3 16,-12-4-8-16,-16-6 8 15,-11-6-1-15,-11-6-4 16,-13-5 3-16,-10-4 1 16,-10-8 1-16,-12-8-2 15,-2-8 4-15,-26-8-2 16,-17-2 0-16,-17-1-1 16,-12 5 1-16,-9 10 3 15,-1 19 0-15,-1 18-2 0,3 22-1 16,8 19-2-16,7 19-2 15,8 4-11-15,10 11-12 16,11 20-33-16,14 8-42 16,14 7-106-16,8 7-3 15,14-1-97-15,18-6-216 16</inkml:trace>
  <inkml:trace contextRef="#ctx0" brushRef="#br0" timeOffset="30993.82">11269 9601 973 0,'0'0'330'0,"0"0"-266"16,-16-76-58-16,41 54 14 16,22 6-13-16,12 8 9 15,4 8 25-15,-11 5-11 0,-12 27-30 16,-20 11 0-16,-20 8-1 15,-6 8-1-15,-42 6 4 16,-22 5 13-16,-16 4-11 16,-10-3 5-16,4-8-3 15,14-18-2-15,20-18 7 16,25-17 3-16,20-10 17 16,13-6 63-16,23-24-71 15,27-4-19-15,19-3-3 16,13 16-1-16,6 15 2 15,1 6 1-15,-2 11-3 16,-7 11-7-16,-6 1-23 16,-7 1-76-16,-7-1-68 0,-10-4-66 15,-10-2-165-15</inkml:trace>
  <inkml:trace contextRef="#ctx0" brushRef="#br0" timeOffset="31409.44">11932 9728 1168 0,'0'0'87'0,"8"-91"-81"15,27 57 0-15,9 6 15 16,1 12 35-16,-5 11-14 16,-10 5-29-16,-12 2-13 0,-8 16 0 15,-10 5 2-15,0 4 14 16,-10 3 26-16,-13 1-10 15,-5-1-17-15,2-3-1 16,5-7-9-16,9-10-1 16,10-8-3-16,2-2 1 15,2 0 1-15,24-8-2 16,10-5 11-16,11-1-9 16,1 7-1-16,-1 7-2 15,-8 0 1-15,-8 18-1 16,-10 10 5-16,-15 10 0 15,-6 3 31-15,-9 2 15 16,-20 1-7-16,-11-4-10 16,-7-4-14-16,0-3-5 15,3-5-14-15,8-6-1 0,10-5-15 16,20-6-122-16,6-11-173 16,20 0-292-16</inkml:trace>
  <inkml:trace contextRef="#ctx0" brushRef="#br0" timeOffset="31555.78">12657 9756 1588 0,'0'0'88'16,"0"0"-83"-16,0 0-5 0,95-28 0 16,-47 28-1-1,5-2 1-15,4 2-81 0,-2-2-160 16,-5-3-198-16</inkml:trace>
  <inkml:trace contextRef="#ctx0" brushRef="#br0" timeOffset="32177.92">13111 9560 1418 0,'0'0'228'16,"0"0"-213"-16,0 0 4 15,0 0 9-15,0 0 16 16,114-44-17-16,-72 67-19 15,-6 9-6-15,-11 4-2 16,-14 2-1-16,-11 4 1 16,-1 2 0-16,-31 2 2 0,-10 0-3 15,-7 0 2-15,4-7-2 16,14-14 2-16,14-12 2 16,13-13-2-16,4 0-1 15,17-24-16-15,25-14-9 16,15-13-15-16,12 0 27 15,4-3-5-15,-1 5-14 16,-1-1 32-16,-10 4 4 16,-12 5-4-16,-17 9 7 15,-16 9 7-15,-14 6 10 16,-2 4 14-16,-15 3-16 16,-13 4-8-16,-6 5 1 15,-1 1-9-15,0 1 1 0,5 13-1 16,8 1-3-16,9 2-3 15,10 2-7-15,3 2 6 16,6 5 0-16,24-2-3 16,10 2 3-16,7-1-5 15,5-1 6-15,0 3 0 16,-7 2 0-16,-10 1 0 16,-14 1 0-16,-14 2 1 15,-7-2-1-15,-3-4 6 16,-22-5 11-16,-12-7 16 15,-8-4 1-15,-11-8-7 16,-2-3-6-16,6-2-2 16,12-20-1-16,12-10-4 15,15-7-13-15,13-5-2 0,0 0-1 16,23 4-17 0,15 1-22-16,9 3-25 0,8 0-34 15,1 1-202-15,-6 3-396 16</inkml:trace>
  <inkml:trace contextRef="#ctx0" brushRef="#br0" timeOffset="32630.51">15295 8010 226 0,'0'0'1186'0,"0"0"-1084"15,0 0-81-15,0 0 42 16,0 0 16-16,0 0-43 15,124-15-22-15,-35 4-7 16,8-1-7-16,-2 0-1 16,-5 0-10-16,-9 2-86 15,-13 0-125-15,-18-1-47 16,-18-2-293-16</inkml:trace>
  <inkml:trace contextRef="#ctx0" brushRef="#br0" timeOffset="32959.39">16059 7770 1157 0,'0'0'177'0,"0"0"-157"16,0 0 1-16,0 0 91 15,0 0-42-15,-91 26-46 16,79 6 0-16,7 3-23 16,5-3-1-16,0 0 8 15,15-4-8-15,10-6 0 16,8-4 3-16,8-5 1 15,7-1-3-15,5 1 1 16,8-2 3-16,4 2-1 16,-3 1-3-16,-7 2 4 15,-16-5-2-15,-21 0-2 0,-14 0 1 16,-4 1 0 0,-41 4 38-16,-22 2-2 0,-26 0-34 15,-15-4-8-15,-6-5-10 16,6-9-52-16,17 0-107 15,24-27-122-15,28-15-129 16</inkml:trace>
  <inkml:trace contextRef="#ctx0" brushRef="#br0" timeOffset="33086.51">16294 7822 1062 0,'0'0'295'0,"0"0"-288"0,105-17-4 16,-69 14 1-16,-1 3-4 15,1-1-46-15,6-4-166 16,-2-4-352-16</inkml:trace>
  <inkml:trace contextRef="#ctx0" brushRef="#br0" timeOffset="33309.4">16836 7295 1440 0,'0'0'91'0,"-36"81"-88"16,36-1-3-16,2 13 46 0,26 16-1 15,7 0-19 1,7 1-15-16,0-10-7 0,-5-9-4 16,-7-10-3-16,-6-13-61 15,-11-18-171-15,-9-21-107 16,-4-23-328-16</inkml:trace>
  <inkml:trace contextRef="#ctx0" brushRef="#br0" timeOffset="33842.61">16978 7282 1464 0,'0'0'113'0,"-145"-40"-97"0,52 36-10 15,-12 4 17-15,-11 0 55 16,-13 0-51-16,-11 4-22 16,-12 10 2-16,-10 6-6 15,3 1 12-15,9 3-10 16,16-2-1-16,22-2 2 16,25-5-1-16,26-2-3 15,28-8-3-15,17-2 3 16,10-1 0-16,6-2 1 15,0 1 3-15,0-1-3 16,0 0 2-16,0 0 3 16,0 0 12-16,0 0-6 15,0 0 2-15,0 0-10 0,0 0-4 16,0 19-3 0,0 25-8-16,0 32 11 0,7 35 23 15,10 24-10-15,8 17-1 16,0 13 4-16,4-4-11 15,-1-3 2-15,0-19-2 16,2-24-4-16,4-22-1 16,1-31 5-16,-2-19 2 15,1-14 4-15,1-16-9 16,7-13 9-16,19 0-2 16,27-29 5-16,27-8-11 15,30-7 0-15,25-4-2 0,13-1-1 16,11 2 0-1,-1 1-3-15,-11 10-34 0,-17 10-43 16,-38 9-84-16,-37 0-402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0:59:26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3034 11966 1129 0,'0'0'176'0,"0"0"-174"15,0 0-2-15,0 0-12 16,0 0 12-16,0 0 26 16,32 83 32-16,-14-39-6 15,3 0-14-15,-1-1-12 16,-4-7-1-16,-3-12-4 16,-3-7 5-16,-3-14 9 15,0-3 5-15,11-3 0 16,18-27-8-16,19-23-1 15,22-22-5-15,11-18-14 0,6-4-10 16,-7 10 3-16,-14 20-1 16,-18 17-4-16,-20 20-5 15,-18 15-44-15,-10 10-78 16,-7 5-95-16,-7 0-41 16,-28 20-237-16</inkml:trace>
  <inkml:trace contextRef="#ctx0" brushRef="#br0" timeOffset="318.93">3429 11855 1254 0,'0'0'150'0,"0"0"-149"16,0 0 2-16,0 0-3 15,0 0 29-15,0 0-4 16,-3 3-10-16,13 20 1 15,8 8 26-15,-1 6-19 16,-1-4-8-16,-2-6 3 16,-4-11 22-16,-4-8-6 15,-3-8 3-15,1 0 14 16,5 0-6-16,12-31-16 16,19-18-2-16,25-29-13 15,19-26-7-15,11-14-7 16,8-12 0-16,4-4 0 0,-3-3-36 15,-8 13-60 1,-23 9-199-16,-34 16-471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00:27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3089 11350 715 0,'0'0'474'16,"0"0"-402"-16,0 0-58 15,0 0 83-15,0 0 18 16,0 0-33-16,0 0-42 16,0 0-21-16,-15-15 4 15,15 15-5-15,20 0 3 16,15 0 17-16,14 4-5 16,5 0-6-16,1-4-7 15,-4 0-14-15,-5 0 0 16,-8 0 3-16,-8 0-7 15,-7 0-1-15,-6 0 1 16,-7 0 0-16,-5 0-2 16,-3 0-6-16,-2 0-23 15,0 0-44-15,0 0-88 16,0 6-144-16,0-5-220 0</inkml:trace>
  <inkml:trace contextRef="#ctx0" brushRef="#br0" timeOffset="861.61">8443 11332 775 0,'0'0'80'15,"0"0"-65"-15,0 0 125 16,0 0 67-16,0 0-59 15,0 0-29-15,-3 0-35 16,3 0-27-16,23 0-5 16,26 0-4-16,24-2 8 15,13-10-12-15,11-1-17 16,2-5-13-16,-2 0 3 16,-6-2-9-16,-12 5 3 0,-13 3-9 15,-19 5-2-15,-14 1-1 16,-11 3-3-16,-9 1-17 15,-7 1-13-15,-3 1-29 16,-2 0-60-16,9 0-135 16,5 0-120-16,11-1-177 15</inkml:trace>
  <inkml:trace contextRef="#ctx0" brushRef="#br0" timeOffset="1810.17">12428 10341 163 0,'0'0'692'16,"0"0"-630"-16,0 0-50 16,0 0 12-16,0 0 73 15,0 0 33-15,-20-50-54 16,18 50-44-16,2 0-20 16,0 0-5-16,-1 23-4 15,-1 24 3-15,1 24 105 16,-3 16-57-16,1 13-7 0,0-2-14 15,1-4 7-15,0-5-13 16,0-14-8-16,1-5 2 16,-1-15-18-16,1-3 1 15,-1-11-3-15,0-9 2 16,2-8-1-16,-2-10-1 16,2-6-2-16,0-6-32 15,0-2-33-15,0-8-19 16,0-23-90-16,0-10-207 15,6-14-132-15</inkml:trace>
  <inkml:trace contextRef="#ctx0" brushRef="#br0" timeOffset="2745.11">12467 10330 933 0,'0'0'108'15,"0"0"-101"-15,0 0 15 16,0 0 70-16,0 0-2 16,0 0-52-16,-2-18-33 15,2 18 6-15,0 0 17 16,10 0 12-16,18 2 61 15,14 9-29-15,19-4-26 0,12-1-9 16,17-3-15-16,19-3-4 16,17 0-7-16,14 0-9 15,12-3 3-15,3-6-3 16,-6 1 0-16,-6-1 1 16,-8 0-1-16,-13 0-2 15,-10 2 4-15,-11-1-4 16,-10 2-1-16,-9-1-3 15,-5 1 4-15,-3 0 0 16,-4-1-1-16,-7 0 1 16,-5 5 2-16,-4-4-1 15,-2 4 0-15,-2-1 0 16,1-1 0-16,-2 0-1 16,2 3 2-16,-5-2 1 15,-4-1-3-15,-7 4 0 0,-8-1 0 16,-8 1 0-16,-11 0 1 15,-5 0-1-15,-3 0-8 16,0 0 8-16,0 0 2 16,0 0 0-16,0 0 3 15,0 0 3-15,0 0 3 16,0 0 5-16,0 0-16 16,0 0 7-16,0 0-5 15,0 0 0-15,0 0 0 16,0 0-1-16,0 0-1 0,0 0 1 15,0 0 2 1,0 0-1-16,0 0-1 0,0 0-1 16,0 0 0-16,0 0 3 15,0 0-1-15,0 0 0 16,0 0 0-16,0 0 0 16,0 0-2-16,0 0 1 15,0 5-4-15,0 10 6 16,0 6 17-16,2-1-8 15,0 3-9-15,-1 0 1 16,1 8 0-16,-2 9 1 16,0 9 11-16,0 10-5 15,0 8 4-15,-8 7 4 16,-1 6-10-16,1 0 6 16,3-4-4-16,1-5-5 0,4-11-4 15,0-13 3 1,0-7-2-16,0-10-3 0,6-6 0 15,-5-4 0-15,1-7-1 16,-2 2-10-16,0-4-32 16,-12 3-8-16,-18 0-36 15,-13 1-181-15,-14-6-234 16</inkml:trace>
  <inkml:trace contextRef="#ctx0" brushRef="#br0" timeOffset="3176.09">12987 11544 671 0,'0'0'223'0,"0"0"-181"16,0 0-32-16,0 0 120 0,0 0 59 16,0 0-51-16,0 0-58 15,-57-17-29-15,107 13 5 16,29 1 15-16,26 3-20 15,30 0-15-15,23 0-8 16,14 0-5-16,15 0-6 16,-1 0-3-16,-11-3-6 15,-13 3-8-15,-26-4-1 16,-28 2 1-16,-28-1 0 16,-26 1-5-16,-21-4-34 15,-17-1-61-15,-15-3-176 16,-1-6-228-16</inkml:trace>
  <inkml:trace contextRef="#ctx0" brushRef="#br0" timeOffset="3285.39">14732 11413 1151 0,'0'0'123'16,"0"0"-123"-16,0 0-305 15,0 0 85-15,-85-7-9 16</inkml:trace>
  <inkml:trace contextRef="#ctx0" brushRef="#br0" timeOffset="7290.97">17912 3600 324 0,'0'0'0'0,"0"0"-140"16</inkml:trace>
  <inkml:trace contextRef="#ctx0" brushRef="#br0" timeOffset="7342.15">17912 3600 91 0,'-37'-89'191'16,"-4"89"-191"-16,-11 0-3 16,-7-2-38-16</inkml:trace>
  <inkml:trace contextRef="#ctx0" brushRef="#br0" timeOffset="8258.98">17527 3384 686 0,'0'0'249'16,"0"0"-204"-16,0 0 71 15,0 0-3-15,0 0-37 0,0 0-5 16,66-58-23-1,-36 48-18-15,5 3-10 0,3 7-3 16,-3 0-12-16,-1 17-4 16,-7 14-2-16,-9 8-6 15,-8 5 6-15,-10 10 2 16,0 1 0-16,-18-1 13 16,-8-7-8-16,2-11-3 15,0-12-1-15,4-7-1 16,3-9 5-16,5-4-6 15,4-4 2-15,5 0 2 16,3-10-4-16,0-16-9 16,11-12-87-16,18-9 62 15,8-3 14-15,3 0 17 16,3 1-27-16,1 7 15 0,-1 5 13 16,-2 4 2-1,-3 4 0-15,-8 5 2 0,-6 3 11 16,-6 4 22-16,-7 4-9 15,-2 4 8-15,-4 3 11 16,-5 5-4-16,0 1 9 16,0 0-13-16,0 0-21 15,0 0-16-15,-12 7 3 16,-8 12 0-16,-8 11 3 16,-3 3-5-16,7 3-1 15,4 1 2-15,8-3-2 16,3-1 1-16,9-2 2 0,0-6-6 15,9 0 3 1,16-4 0-16,6 1-3 0,7-6 2 16,5-1 0-16,2-6-57 15,3-5-117-15,1-4-155 16,-6-4-379-16</inkml:trace>
  <inkml:trace contextRef="#ctx0" brushRef="#br0" timeOffset="8436.15">18504 3402 1365 0,'0'0'61'0,"0"0"-61"16,0 0 0-16,114-8 1 15,-51 8 3-15,-1 0-4 16,-5 2-96-16,-15 1-194 15,-19-3-315-15</inkml:trace>
  <inkml:trace contextRef="#ctx0" brushRef="#br0" timeOffset="8602.29">18536 3558 1361 0,'0'0'202'16,"0"0"-202"-1,0 0-13-15,0 0 13 0,0 0 1 16,111-9-1-16,-55 9-90 16,-8 0-140-16,-9 0-278 15</inkml:trace>
  <inkml:trace contextRef="#ctx0" brushRef="#br0" timeOffset="12758.01">19460 3459 760 0,'0'0'83'0,"0"0"-49"16,0 0 128-16,0 0-61 15,0 0-54-15,0 0-20 16,62-66 18-16,-49 46 10 15,-4-3 5-15,-2-1-31 16,-6-2-6-16,-1 5 30 16,0-2-17-16,-11 0-14 15,-8 3-13-15,-3 5-8 16,-1 5 2-16,0 9-6 0,-7 1 7 16,-6 19-9-16,-5 23 5 15,1 13-2-15,8 4 2 16,13 1 0-16,16-8 0 15,3-8 0-15,10-10-6 16,18-8 6-16,2-11 1 16,4-8 0-16,1-7 3 15,-3 0 0-15,-2-18-1 16,-5-9 4-16,-3-7-5 16,-4-4 1-16,-6-1 1 15,-4 2 0-15,-4 6 1 16,-4 12 20-16,0 8-11 15,0 9 10-15,0 2-24 16,0 5-7-16,0 22-4 0,0 11 10 16,0 7 0-16,0 1-4 15,0 1-64-15,10-3-108 16,3-6-100-16,5-10-274 16</inkml:trace>
  <inkml:trace contextRef="#ctx0" brushRef="#br0" timeOffset="12929.93">19706 3521 1005 0,'0'0'250'16,"0"0"-235"-16,0 0 43 15,0 0 28-15,0 0-86 0,0 0-18 16,0 80 18 0,0-21 5-16,0-1-5 0,10-4 0 15,9-9-8-15,2-9-203 16,3-17-162-16,-3-19-161 15</inkml:trace>
  <inkml:trace contextRef="#ctx0" brushRef="#br0" timeOffset="13243.49">20107 3146 995 0,'0'0'229'15,"0"0"-218"-15,0 0 11 16,0 0 117-16,0 0-41 16,0 0-71-16,-25-11-25 15,10 58-2-15,-5 17 5 16,3 9-3-16,9-1 5 15,4 0-3-15,4-4-1 16,4-5-1-16,14-7 0 16,5-7-3-16,3-7 1 15,-1-7-155-15,0-14-88 16,2-15-247-16</inkml:trace>
  <inkml:trace contextRef="#ctx0" brushRef="#br0" timeOffset="14023.73">20269 3416 1135 0,'0'0'148'0,"0"0"-132"15,0 0 95-15,0 0-32 16,0 0-79-16,0 0-7 16,15 24 7-16,6 10 2 15,-4 2-1-15,-3 1-1 16,-3-6 0-16,-7-3 0 0,-2-9 3 15,-2-4-3-15,0-10 3 16,0-1-3-16,0-4 3 16,0 0 1-16,0 0 7 15,1-12 8-15,3-20-7 16,1-10-12-16,2-11 3 16,3 2 0-16,1 4-3 15,1 8 0-15,3 15-4 16,-1 11 4-16,2 11-2 15,3 2-6-15,1 23-4 16,2 11 12-16,-5 6 0 16,2 3 0-16,-3-6 1 15,-3-3 2-15,-2-8-3 16,-4-6 0-16,-4-8 3 0,1-6-3 16,-4-5 0-16,0-1 0 15,0 0 3-15,0 0 12 16,0-9-5-16,0-14-2 15,0-10-7-15,0-7 1 16,0 0 0-16,0 6-1 16,3 8-1-16,-1 11 4 15,1 9 0-15,-1 6-4 16,1 0 0-16,5 0-12 16,5 18 7-16,5 3 5 15,2 1 2-15,0-4 0 16,0-5-2-16,-1-4 0 15,0-7 2-15,0-2-4 0,-1 0 2 16,-1 0-3-16,0-9-17 16,-4-7-33-16,0-4 10 15,-3-2 23-15,-3-2 0 16,2 2 16-16,-6 6 4 16,-2 5 3-16,2 8 1 15,-3 3 14-15,0 0 12 16,2 0-30-16,2 3-3 15,2 10 3-15,4 1 2 16,0 2-1-16,4-1 0 16,1-2-1-16,0 0 2 15,3-4-2-15,2-1-4 16,7-3-64-16,7-2-76 16,4-2-86-16,2-1-139 0,-2 0-90 15</inkml:trace>
  <inkml:trace contextRef="#ctx0" brushRef="#br0" timeOffset="14940.06">21291 3407 166 0,'0'0'520'15,"0"0"-458"-15,0 0 53 16,0 0 53-16,0 0-46 16,0 0-39-16,-52-37-34 15,35 37-20-15,-1 11-3 16,0 13-25-16,1 9 9 0,5 3-5 15,9 0-2-15,3-3 0 16,0-8 0-16,16-6-1 16,6-10 5-16,3-6-3 15,3-3 9-15,1-5-2 16,-2-14-6-16,-7-9 2 16,-5-1-2-16,-9-4 5 15,-6-2 29-15,0 1-2 16,-3-3-6-16,-17 2-17 15,0 7-7-15,2 8-2 16,4 11 0-16,6 9 1 16,1 0-6-16,0 9-10 15,4 15 8-15,2 5 0 16,1 1-2-16,1-2-53 16,18-4-40-16,3-5-11 0,4-7-51 15,7-6 18-15,1-6-41 16,0 0-50-16,-8 0 69 15,-6-9 65-15,-6-2 98 16,-6 1 6-16,-3-3 70 16,-5 4 46-16,0 0 40 15,0 1-35-15,0 2-23 16,0 1-3-16,0 4-65 16,0 1 9-16,0 0-9 15,0 0-36-15,-2 6-2 16,-1 12 2-16,0 2 2 15,3 3 5-15,0-1 0 0,0-4-4 16,6-5 7 0,6-2-6-16,0-6 10 0,-4 0 0 15,-1-5 14-15,-4 0-11 16,1 0-2-16,-4 0 12 16,0 0 29-16,1 0 5 15,1 0 14-15,1-5-30 16,3-7-35-16,-3 5 3 15,-2-3-3-15,2 5-5 16,-3 1 4-16,3-1-7 16,-2 1 4-16,2-3-6 15,0-2 2-15,3-1-1 16,-3-2 0-16,0-2 7 0,-1-3 18 16,-2 1-4-1,0-5 4-15,0 0-12 0,-10-3-3 16,-5-1 1-16,-3 0-5 15,-2 3 0-15,1 2 1 16,2 7-7-16,5 6-1 16,5 1 1-16,0 4 0 15,5 1-1-15,1 1-2 16,-1 0 1-16,-2 0 0 16,1 0-7-16,-4 0 4 15,2 0-3-15,0 0-44 16,5 3-51-16,0 3-87 0,0 1-8 15,16-5-208 1</inkml:trace>
  <inkml:trace contextRef="#ctx0" brushRef="#br0" timeOffset="15524.29">21769 3300 1167 0,'0'0'114'0,"0"0"-109"16,0 0 90-16,0 0-17 15,0 0-78-15,0 0 7 0,32 17-13 16,-17 12 8-16,-3 3-2 16,-2 2 7-16,-4-4-5 15,-3-4 2-15,0-7-2 16,-3-6 5-16,0-9-5 15,0-3 1-15,0-1 5 16,0 0 5-16,0 0 35 16,0-4 20-16,0-14-23 15,0-8-35-15,1-4-7 16,9 0-1-16,5 5-2 16,2 6 0-16,1 8-1 15,0 6-1-15,1 5-6 0,1 0 2 16,-2 16 4-1,-2 4-4-15,-5 3 6 0,-4-3-2 16,-5-5 1 0,-2-6 0-16,0-4-1 0,0-3 2 15,0-2 3-15,0 0 0 16,0 0 11-16,0-11 1 16,-2-13-14-16,0-7 3 15,2-1-4-15,0 3 4 16,10 7 3-16,7 6-7 15,2 6 4-15,0 9-3 16,3 1-1-16,2 3-6 16,-3 19 0-16,3 7 5 15,-4 3 0-15,-5 1-6 16,-2-1 7-16,-6-1-44 0,-4-3-168 16,-3-6-129-16,0-15-752 15</inkml:trace>
  <inkml:trace contextRef="#ctx0" brushRef="#br0" timeOffset="15674.93">22336 3309 1214 0,'0'0'73'15,"0"0"-2"-15,0 0-20 16,0 0-48-16,0 0-3 16,23 111 13-16,-14-62-13 15,2-2 5-15,6-5-5 16,3-10-113-16,0-14-251 0</inkml:trace>
  <inkml:trace contextRef="#ctx0" brushRef="#br0" timeOffset="15906.07">22563 3131 1416 0,'0'0'131'0,"0"0"-125"15,0 0-4-15,0 0 8 16,0 0-9-16,120 71 7 16,-86-4 16-16,-9 6-17 15,-13 1 3-15,-8-4-4 16,-4-2-4-16,-6-4-2 0,-27-4-3 16,-23-6-45-16,-22-7-215 15,-28-7-384-15</inkml:trace>
  <inkml:trace contextRef="#ctx0" brushRef="#br0" timeOffset="16791.64">17802 4492 795 0,'0'0'134'16,"0"0"-85"-16,0 0 180 16,0 0-85-16,0 0-28 15,0 0-40-15,-29-43-51 16,41 34-16-16,8 6-8 0,6 3 6 15,5 4-3-15,-1 21 0 16,-1 5 1-16,-9 8-5 16,-9 4 0-16,-9 4 1 15,-2 1 0-15,-13-1 2 16,-13-7-3-16,1-10 0 16,4-13 0-16,7-9 1 15,7-7 1-15,4 0 3 16,3-23-5-16,0-14-51 15,10-8 5-15,15-4 28 16,0 3 3-16,2 5 1 16,-2 6 13-16,-2 4 1 15,1 1 4-15,-6 3 0 16,-1 5 1-16,-4 2 5 0,-6 5 28 16,-3 8-5-16,-4 2-2 15,0 3 17-15,0 2-28 16,-9 0-9-16,-11 4-6 15,-3 20-5-15,-6 11 0 16,9 9-5-16,7 3 5 16,8 0-2-16,5-5 5 15,1-4-3-15,24-7 4 16,11-5-2-16,9-8-3 16,5-6 1-16,1-7-29 15,1-5-97-15,-1 0-169 16,-5-13-155-16</inkml:trace>
  <inkml:trace contextRef="#ctx0" brushRef="#br0" timeOffset="16971.98">18501 4445 1018 0,'0'0'541'15,"0"0"-528"-15,0 0-8 16,88-40 15-16,-31 35-3 15,5 5-15-15,1 0-2 16,-4 0-7-16,-11 8-165 16,-16-1-149-16,-19-1-341 15</inkml:trace>
  <inkml:trace contextRef="#ctx0" brushRef="#br0" timeOffset="17129.34">18592 4593 1412 0,'0'0'180'16,"0"0"-180"-16,0 0-3 16,101-21 3-16,-26 14 3 15,5 5-3-15,-6 2-51 16,-16 0-181-16,-19 0-179 16</inkml:trace>
  <inkml:trace contextRef="#ctx0" brushRef="#br0" timeOffset="17274.74">18688 4741 1255 0,'0'0'143'15,"0"0"-143"-15,0 0 0 16,90-34 7-16,-31 20-7 16,-4 1-183-16,-10-5-321 15</inkml:trace>
  <inkml:trace contextRef="#ctx0" brushRef="#br0" timeOffset="17615.29">18543 3268 824 0,'0'0'234'0,"0"0"-233"15,0 0 7-15,0 0 16 0,0 0-13 16,0 0 7-16,93-8-8 16,-56 16-10-16,1 6-2 15,1-4-188-15,-1-4-268 16</inkml:trace>
  <inkml:trace contextRef="#ctx0" brushRef="#br0" timeOffset="18274.27">19547 4459 856 0,'0'0'153'16,"0"0"-138"-16,0 0 36 15,0 0 76-15,12-81-48 16,-12 59-1-16,-12 3-16 16,-11 3-29-16,-4 8-10 15,-8 8 4-15,-5 5-10 16,-4 28-8-16,3 10 1 15,7 10-9-15,14 2 1 16,13-7-2-16,7-4 0 16,9-8 0-16,21-11-2 15,3-8 1-15,5-13 1 16,0-4 6-16,-7-4-5 16,1-16-2-16,-5-7 4 0,-6-10-1 15,-5-2 1-15,-7 2-2 16,-2 7 3-16,-5 10 8 15,-2 9 25-15,0 10-2 16,1 1-35-16,3 13-4 16,1 19-8-16,5 12 12 15,3 1 2-15,4-1-2 16,6-3-105-16,4-4-76 16,3-10-102-16,0-10-192 15</inkml:trace>
  <inkml:trace contextRef="#ctx0" brushRef="#br0" timeOffset="18523.23">19865 4712 819 0,'0'0'194'16,"0"0"-74"-16,0 0-11 16,0 0-55-16,0 0-27 15,90-14-4-15,-83 34-4 16,-7 4 2-16,0 2-16 16,-20 0 5-16,-14-3 5 15,-6-3-9-15,0-7 3 16,6-7-7-16,13-3 5 15,9-3 36-15,12 0 41 16,0 0-17-16,17-6-25 16,16-10-33-16,14-2-7 15,6 4-2-15,2 3-5 0,-1 4-5 16,-5 7-67 0,-4 0-69-16,-5 0-29 0,-3 0-264 15</inkml:trace>
  <inkml:trace contextRef="#ctx0" brushRef="#br0" timeOffset="18779.39">20353 4226 1318 0,'0'0'73'16,"0"0"-55"-16,0 0 118 0,0 0-122 15,0 0-9-15,-38 84-5 16,34-18 1-16,4 5 7 16,0 0 1-16,0-5-4 15,5-5-1-15,14-3-2 16,3-11 0-16,2-7-2 16,3-13-173-16,-3-12-92 15,-2-14-313-15</inkml:trace>
  <inkml:trace contextRef="#ctx0" brushRef="#br0" timeOffset="19677.04">20483 4480 1194 0,'0'0'189'0,"0"0"-185"16,0 0 65-16,0 0-58 15,0 0-5-15,0 0-6 16,50 85 5-16,-25-38 2 15,-5-1-2-15,-4-4 4 16,-4-8-2-16,-6-9 3 16,-1-9-9-16,-2-8 3 15,-3-7-1-15,0-1 3 16,2 0 11-16,2-19 46 16,0-15-42-16,2-9-21 15,2-2 1-15,0 4-2 16,-1 8-13-16,2 13 14 15,-3 11 0-15,1 8-12 0,4 1 5 16,4 6-1 0,5 16 7-16,2 7 0 0,-2 3 1 15,-1 0 1-15,-1-6-1 16,-3-6 0-16,-2-8 1 16,-6-8-1-16,-4-4 0 15,3 0 6-15,-1 0 0 16,3-16 9-16,1-10-12 15,-2-5-3-15,-1-7 5 16,-2 0-5-16,-2 8 1 16,-2 12 4-16,0 11 1 15,0 7 37-15,0 0-42 0,5 12-1 16,4 12-1-16,3 7 1 16,2-1 1-16,5-2-1 15,3-8 1-15,-1-4-6 16,6-6 5-16,1-3-20 15,6-7-32-15,3 0-50 16,-2-7-22-16,0-10 28 16,-8 0 19-16,-4-3 3 15,-7 0 51-15,-4 3 23 16,-2 3 0-16,-4 6 4 16,-5 5 25-16,1 3 31 15,-2 0-36-15,1 9-20 16,3 9 22-16,1 1-3 0,2-2-8 15,3-1-5 1,3-9 0-16,3-3 11 0,3-4-2 16,1 0 6-16,-1 0-12 15,-6-7-4-15,-3-2 14 16,-7-2 42-16,-3 1-5 16,0-4-32-16,0-4-11 15,-1 0-11-15,-13-2 3 16,-3 3-7-16,1 2 4 15,-3 6 3-15,2 5 13 16,4 2-19-16,2 2-3 16,4 0-3-16,0 0-3 15,6 10-2-15,1 2 4 16,0-2-25-16,0-1-52 0,8-1 1 16,4-3 6-16,3-3-13 15,-1-2-36-15,0 0-120 16,0 0-61-16,-3 0-139 15</inkml:trace>
  <inkml:trace contextRef="#ctx0" brushRef="#br0" timeOffset="20606.53">21729 4511 350 0,'0'0'635'0,"0"0"-608"16,0 0 20-16,0 0 96 15,0 0-83-15,0 0-22 16,-69-24-21-16,44 44-13 16,2 4 14-16,3 5 9 15,5-2-1-15,8-6-16 16,7-3-3-16,0-6-1 15,5-7 0-15,18-3 5 16,7-2 10-16,5-2-11 16,-1-16 0-16,-4-5-3 15,-8-5-2-15,-8 2 1 0,-10-7 3 16,-4-2 33-16,0-3 8 16,-14-2-31-16,-15-4 1 15,-8 1 5-15,0-1 1 16,1 4-7-16,4 6-10 15,12 14-8-15,8 11-2 16,7 9 0-16,3 0-16 16,2 14-31-16,0 18-62 15,20 7-23-15,14 1-55 16,9-6-77-16,4-9-30 16,-2-8 63-16,-5-7 193 15,-6-5 36-15,-9-2 3 16,-5-2 66-16,-5 1 145 15,-2 1-25-15,1 4-46 0,-1 4-22 16,0 7-22-16,3 9-31 16,2 6-7-16,-1 5-10 15,1 4-10-15,-3-5 9 16,-2-2 2-16,-1-8-29 16,-7-9 5-16,-3-8-5 15,-1-8-12-15,-1-2 4 16,0 0 43-16,0 0 9 15,0-12-14-15,0-14-36 16,0-9-14-16,7-6 0 16,1 0-13-16,2 10-4 15,3 11 9-15,-6 10-1 16,2 10 6-16,-2 0-4 0,3 7-2 16,3 16 8-16,3 4-4 15,3-1 5-15,0-3 2 16,-3-6-2-16,-2-7 0 15,-2-3 3-15,-6-7-2 16,1 0-1-16,-3 0 1 16,3-13 12-16,0-8-7 15,3-6-5-15,-2-2 5 16,2 1-5-16,-1 4 0 16,-2 7 11-16,-1 8-9 15,-1 6 6-15,4 3-9 16,3 3-7-16,1 17 6 15,5 8-6-15,-1 1 2 0,3 1 4 16,-2-1-1-16,-1-5-72 16,0-6-149-16,-4-5-59 15,3-6-191-15</inkml:trace>
  <inkml:trace contextRef="#ctx0" brushRef="#br0" timeOffset="20856.28">22513 4638 670 0,'0'0'483'0,"0"0"-374"16,0 0-21-16,0 0 4 15,100-24-36-15,-76 24-25 16,-4 3-15-16,-10 8-2 0,-8 8-14 16,-2 2 0-1,-19 1 5-15,-18 4 8 0,-11-3-9 16,-2-3 3-16,7-5-3 16,12-6 3-16,18-5 28 15,11-4-3-15,2 0-8 16,30-4-14-16,15-14 3 15,14-5-13-15,6-3-2 16,3-1-58-16,0-2-39 16,-5-1-56-16,-13-1-159 15</inkml:trace>
  <inkml:trace contextRef="#ctx0" brushRef="#br0" timeOffset="21059.71">22729 4224 1548 0,'0'0'25'0,"0"0"-25"16,0 0 0-16,0 0 15 15,109 86 0-15,-57-29 5 16,-7 7-1-16,-14 3 0 16,-14 4 10-16,-17 1-16 15,-5-1-6-15,-34-4-7 16,-19-3-5-16,-19-13-152 15,-20-9-429-15</inkml:trace>
  <inkml:trace contextRef="#ctx0" brushRef="#br0" timeOffset="21839.76">17966 5599 1413 0,'0'0'147'0,"0"0"-137"16,0 0-3-16,0 0 52 16,91-75-17-16,-51 87-36 15,-5 26 1-15,-8 9-7 16,-13 13 8-16,-14-1-2 15,0 2-6-15,-25-4 9 16,-9-7-6-16,1-14-3 16,6-11 0-16,11-13 1 15,9-11-1-15,7-1 1 16,0-21-1-16,25-19-50 16,8-13-8-16,3-5 44 15,-5-1-14-15,-6-2-25 16,-6 8 33-16,-8 6 20 0,-2 6 2 15,-3 7 0-15,-2 4 11 16,-2 7 20-16,-2 8 15 16,0 10 8-16,0 5 2 15,0 0-38-15,-9 14-18 16,-6 21 5-16,-2 14 2 16,7 5 4-16,10 1 0 15,0-5-10-15,17-6 1 16,13-6-4-16,12-8 0 15,11-7-4-15,9-11-18 16,5-8-76-16,2-4-167 16,-9-4-255-16</inkml:trace>
  <inkml:trace contextRef="#ctx0" brushRef="#br0" timeOffset="22005.25">18733 5543 1439 0,'0'0'182'0,"0"0"-179"16,0 0 5-16,0 0 16 16,147-22 2-16,-75 29-23 15,-1 8-3-15,-9 0-32 16,-14-3-217-16,-20-4-181 16</inkml:trace>
  <inkml:trace contextRef="#ctx0" brushRef="#br0" timeOffset="22160.13">18864 5690 1468 0,'0'0'92'0,"0"0"-77"16,0 0-15-16,140-9 3 16,-73 9-3-16,-4 0-124 15,-13 0-166-15,-20 0-465 16</inkml:trace>
  <inkml:trace contextRef="#ctx0" brushRef="#br0" timeOffset="22311.7">18920 5842 1024 0,'0'0'515'0,"0"0"-515"16,0 0 5-16,0 0-5 15,96 0 8-15,-31 0-8 16,8 0-143-16,3 0-99 15,2-12-302-15</inkml:trace>
  <inkml:trace contextRef="#ctx0" brushRef="#br0" timeOffset="22707.56">19838 5496 1114 0,'0'0'147'0,"0"0"-129"15,0 0 120 1,-90-70 24-16,65 70-90 0,-5 27-52 16,-6 20-10-16,3 8 3 15,3 7 8-15,10-2 6 16,10-7-24-16,10-11 7 16,0-13-7-16,18-12-3 15,16-10 0-15,9-7 0 16,7-10-1-16,0-13-14 15,-6-6-33-15,-9-1 6 16,-10-5 3-16,-7-5 17 16,-6-6 15-16,-7 1 7 15,-5 5 3-15,0 9 11 16,0 12 16-16,0 12 21 0,0 7-13 16,0 0-37-16,0 26-1 15,0 12 0-15,0 11 3 16,2 2-3-16,8-4-2 15,3-4-20-15,1-7-108 16,-1-6-153-16,0-8-159 16</inkml:trace>
  <inkml:trace contextRef="#ctx0" brushRef="#br0" timeOffset="23076.37">20047 5753 1286 0,'0'0'86'16,"0"0"-55"-16,0 0 96 15,0 0-53-15,90-41-58 0,-70 41-9 16,-3 12 3-16,-10 10-9 16,-7 7 5-16,0 0 4 15,-15-1-9-15,-8-1 5 16,-3-4-5-16,8-8 0 16,4-6 2-16,10-5-2 15,4-4-1-15,0 0 0 16,6 0 2-16,19 0-2 15,12 0 6-15,8-4-2 16,0 1-3-16,-1 3 0 16,-8 0 1-16,-10 0 5 15,-13 5 8-15,-8 3-1 0,-5 4-4 16,-9 4 21 0,-20-3 10-16,-7 1-18 0,-6 1-15 15,3-6-8-15,0-4 1 16,1-5-2-16,6 0-15 15,10-5-89-15,12-19-208 16,10-10-325-16</inkml:trace>
  <inkml:trace contextRef="#ctx0" brushRef="#br0" timeOffset="23331.32">20626 5276 1389 0,'0'0'172'0,"0"0"-169"15,0 0 1-15,0 0 55 16,-62 122-8-16,59-50-23 16,3 6-6-16,0-2 2 15,0-1-19-15,11-7-3 16,11-14 1-16,4-7-3 15,3-9-38-15,1-11-118 16,0-11-167-16,-5-14-236 16</inkml:trace>
  <inkml:trace contextRef="#ctx0" brushRef="#br0" timeOffset="24273.09">20784 5598 1157 0,'0'0'169'0,"0"0"-119"15,0 0-12-15,0 0 42 16,0 0-44-16,105 22-10 16,-79 22 13-16,-7 1-18 15,-3-1-13-15,-8-3 4 16,-4-7-7-16,-3-10 1 16,-1-11 0-16,0-7-6 15,0-6 1-15,0 0 4 16,0 0 5-16,2-15 8 15,2-12 5-15,-3-9-19 0,2-4-1 16,4 5 0-16,-1 7-6 16,4 8 6-16,4 9-2 15,0 8 0-15,3 3 0 16,5 3-2-16,2 19 1 16,1 11 0-16,-3 1 1 15,1-1 4-15,-1-4-4 16,-2-7-1-16,0-8 3 15,-1-5-2-15,-3-9 1 16,1 0 2-16,-4-5 3 16,0-11-5-16,-1-7-1 15,-3-3 0-15,-4-4 1 0,-4 0-2 16,1 8 2-16,-2 7 0 16,0 8 4-16,0 7 4 15,0 0-2-15,3 5-8 16,3 19-10-16,1 8 10 15,7 1 6-15,1-4-4 16,4-7 0-16,5-7-2 16,2-7 1-16,4-8-1 15,0 0-11-15,0-4-1 16,-1-13-6-16,-4-1-11 16,-4-2 1-16,-4-2 14 15,-4-3 6-15,-1 6 7 16,-3 2 0-16,-5 8 1 0,-1 5 0 15,0 4 0 1,-2 0 0-16,4 9-12 0,5 7 8 16,2 5 2-16,1-4 2 15,2-4 0-15,2-6 1 16,0-4 1-16,3-3 0 16,0 0 0-16,-4-6 0 15,-3-4-2-15,0 3 0 16,-5 3-1-16,0 3-1 15,-1 1-4-15,-2 0 2 16,0 0 0-16,0 0 4 16,0 0-3-16,0 0 3 0,2 0 0 15,-1-6 11 1,6-1 0-16,-5-4 14 0,0 1 17 16,-6-2-9-16,-1-2-2 15,0-3-11-15,-10-2-6 16,-13-2-8-16,-7-2-6 15,-4 1-3-15,3 1 0 16,5 4 3-16,8 5 0 16,8 8-8-16,9 2-3 15,1 2-30-15,0 0-31 16,0 0-43-16,14 11-42 16,8-1-14-16,0-2-235 15</inkml:trace>
  <inkml:trace contextRef="#ctx0" brushRef="#br0" timeOffset="24955.81">22233 5590 582 0,'0'0'509'15,"0"0"-499"-15,0 0 51 16,0 0 86-16,0 0-62 15,0 0-8-15,-3-20 19 16,3 17-36-16,0-3-3 16,0 2-2-16,0-3-28 15,2 0-20-15,12-2 0 0,2 2-4 16,3 1-3-16,-1 5 0 16,-4 1-6-16,-3 0 6 15,-2 1 0-15,-2 15-5 16,2 8 2-16,-2 6 2 15,-1 6 1-15,1-2-1 16,0-3 5-16,-2-4-4 16,-2-4 1-16,-1-8-1 15,-2-8 0-15,0-3 1 16,0-4 0-16,0 0 2 16,0 0-2-16,0 0 11 15,0-5 9-15,0-12-9 16,0-8-12-16,0-6 0 15,0-1-2-15,0 3 0 0,12 7-7 16,1 6 8-16,2 8-6 16,2 8 4-16,1 0-1 15,0 0-1-15,2 13 3 16,1 7 1-16,-1 1-2 16,-2 0 3-16,-3-6 1 15,-5-5 0-15,-5-5-1 16,-1-3 2-16,-3-2-1 15,2 0 7-15,4-2-1 16,3-16 9-16,4-6-12 16,0-6 1-16,2 0 0 15,-3-1-3-15,-3 9 8 16,-1 7 1-16,-3 8-11 0,1 7 3 16,0 0-3-16,4 9-7 15,3 16 2-15,-1 8-6 16,-2 3 7-16,-2 0-19 15,0-5-43-15,-1-5-86 16,0-8-150-16,-1-7-212 16</inkml:trace>
  <inkml:trace contextRef="#ctx0" brushRef="#br0" timeOffset="25288.94">22841 5699 861 0,'0'0'339'0,"0"0"-288"15,0 0 28-15,0 0 28 16,0 0-49-16,94-26-35 15,-77 38-12-15,-3 4 7 0,-7 4-4 16,-6-1-5-16,-1-2 5 16,0-4 11-16,-1-6 5 15,-4-3-10-15,3-2-14 16,2-2 3-16,0 0-4 16,0 0 2-16,20 0-4 15,12 0 7-15,12 0-4 16,1 0-3-16,0 2-1 15,-7 12 0-15,-8 5-2 16,-11 2 22-16,-12 2 3 16,-7-2-7-16,-7-3 16 15,-24-2-8-15,-11-2-24 0,-6-1 7 16,-5-8-9-16,-1-3-1 16,1-2-40-16,4-10-78 15,7-21-281-15,11-12-576 16</inkml:trace>
  <inkml:trace contextRef="#ctx0" brushRef="#br0" timeOffset="25493">23183 5389 1303 0,'0'0'308'0,"0"0"-304"16,94 81-4-16,-66-19 80 0,-8 5-41 15,-10 2 1-15,-8 2-13 16,-2-5-22-16,-18-6-2 16,-22-4-3-16,-11-3-20 15,-14-10-146-15,-18-8-313 16</inkml:trace>
  <inkml:trace contextRef="#ctx0" brushRef="#br0" timeOffset="26074.2">16860 3500 187 0,'0'0'0'16,"0"0"-17"-16</inkml:trace>
  <inkml:trace contextRef="#ctx0" brushRef="#br0" timeOffset="26773.12">16860 3500 671 0,'-7'22'158'0,"6"-34"-118"16,-1 0-38-16,-1 1 33 15,-1 5 103-15,1 2-50 16,2 1-57-16,-2 3-22 16,-1 0 16-16,1 0 9 15,-4 0-30-15,-5 4-4 16,-6 18 0-16,-4 6 1 15,4 6 0-15,8-2 2 16,8 1-5-16,2 0 2 16,12 4 0-16,16 7 3 0,7 5-2 15,3 11 3 1,3 5 0-16,-6 5-3 0,-5 1 5 16,-8 0-1-16,-9-2 4 15,-9-1 33-15,-4-4-24 16,-9-5 13-16,-16-5 29 15,-5-9-35-15,-3-6-6 16,-3-8 7-16,8-11 8 16,6-6-2-16,11-10-15 15,7-4 1-15,4 0 1 16,0-1-6-16,2-19-6 16,16 1-7-16,5-1-4 15,1 10 0-15,-4 7-2 16,-2 3 3-16,3 0 2 15,0 13-4-15,6 13 4 0,3 12-1 16,0 7 0-16,-4 13 2 16,-7 7-7-16,-7 10 7 15,-7 14 2-15,-5 7 0 16,0 3-2-16,0 0 3 16,0-5-1-16,0-6 0 15,0-3 0-15,0-4 5 16,7-7-1-16,15-13-5 15,6-8 3-15,7-11-4 16,10-12 0-16,9-10 2 16,7-13 1-16,7-7 2 15,-3 0-5-15,-9-3 0 0,-7-8 0 16,-8-4-44-16,-3 0-98 16,-10 1-7-16,-10-6-171 15</inkml:trace>
  <inkml:trace contextRef="#ctx0" brushRef="#br0" timeOffset="29337.54">16438 7445 1123 0,'0'0'94'16,"0"0"-92"-16,0 0 1 15,0 0 25-15,0 0 68 16,0 0-39-16,-86-90-39 15,86 64-4-15,0-3 4 16,0-4-14-16,0 1-1 16,4 4 1-16,6 4-4 0,1 7 1 15,1 11 1-15,3 6-1 16,5 4 0-16,5 27-1 16,5 14 11-16,2 13 29 15,-2 10-15-15,-7 6-16 16,-7-3-9-16,-8-2 1 15,-8-10 9-15,0-4 7 16,-11-7 8-16,-13-7-8 16,0-5 9-16,-1-5 2 15,4-4-19-15,1-6 4 16,5-4-13-16,5-6 2 16,6-6-1-16,4-3-1 15,0-2-10-15,0 0-17 16,0-10-12-16,1-19-19 15,12-8-128-15,-2-3 56 0,6 2-14 16,1 4-122-16,-1 5-144 16</inkml:trace>
  <inkml:trace contextRef="#ctx0" brushRef="#br0" timeOffset="30020.99">16588 7516 677 0,'0'0'317'0,"0"0"-246"16,0 0-68-16,0 0 75 15,0 0 28-15,100 45-29 16,-75-10-40-16,-5 1-16 16,-4-3-4-16,-8-6-8 15,-3-6-6-15,-5-7-2 0,0-8 1 16,0-4 9-16,0-2 8 16,0 0 4-16,3-23-23 15,0-10 2-15,4-11-4 16,3-2-3-16,0 5-21 15,3 11 18-15,1 15 7 16,0 14-5-16,2 1 2 16,1 9 1-16,3 15 3 15,-2 2 3-15,-1 5 6 16,-2-6 8-16,-4-3-2 16,-4-7-1-16,-4-8-4 15,-1-5-4-15,-2-2 9 16,0 0 13-16,0 0-4 15,0-2 3-15,2-16-19 0,1-6-8 16,2-5-7-16,4 0 3 16,1 4 1-16,5 5-26 15,2 12 11-15,4 8 12 16,4 0-1-16,2 16 3 16,7 5 3-16,4-3 1 15,6-8-1-15,1-7 1 16,0-3-9-16,-5-10 9 15,-8-11-8-15,-9-8 8 16,-10-4 4-16,-6-5-2 16,-7-3-1-16,0 0 0 15,0 2 5-15,-10 4 17 0,-7 4 2 16,-1 5-2-16,1 8 1 16,4 8-8-16,5 8 31 15,1 2-38-15,0 29-3 16,0 23-6-16,3 27 25 15,4 19-14-15,0 11 5 16,3 11-6-16,12 1 0 16,0-3-6-16,1-2-4 15,-2-11 0-15,-2-9-10 16,-7-14-59-16,-4-16-76 16,-1-21-142-16,0-22-327 15</inkml:trace>
  <inkml:trace contextRef="#ctx0" brushRef="#br0" timeOffset="30250.81">17362 7692 521 0,'0'0'967'0,"12"-103"-935"16,28 77-28-16,14 12 16 15,2 14 42-15,-2 0-24 16,-14 27-27-16,-15 4-3 15,-17 5 1-15,-8 3 0 16,-10 3 7-16,-21 1-9 16,-7 0-4-16,2-1-3 15,1-4-56-15,8-8-136 0,8-12-144 16,12-12-339-16</inkml:trace>
  <inkml:trace contextRef="#ctx0" brushRef="#br0" timeOffset="30706.19">17859 7549 370 0,'0'0'1122'0,"0"0"-1083"0,0 0-34 15,0 0 11 1,0 0 4-16,110-10 22 0,-27 10-23 16,14 0-13-16,9 0-5 15,6-9-1-15,-2-10 4 16,-8-1-4-16,-21 0 3 16,-25 5-1-16,-22 4 2 15,-18 3-3-15,-9 3 4 16,-7-2 9-16,0-4 37 15,0-2-19-15,-15-4-32 16,-5 0-5-16,-2 0 5 16,-1-2 1-16,3 5 5 15,4 2 4-15,10 5-10 16,5 4 9-16,1 3 0 0,0 0-9 16,0 5-7-16,10 19 7 15,1 10 1-15,-3 4-1 16,-1 3-5-16,-7 1-38 15,0 2-103-15,-13-6-137 16,-19-3-342-16</inkml:trace>
  <inkml:trace contextRef="#ctx0" brushRef="#br0" timeOffset="32787.28">19388 7158 1021 0,'0'0'86'0,"0"0"-71"16,0 0 24-16,0 0 58 15,0 0-55-15,-6-85-24 0,29 69-17 16,2 3 5-1,-1 6 1-15,-5 7-1 0,3 0-3 16,2 22-1-16,2 19 32 16,-1 13 25-16,-3 3-39 15,-5 5-7-15,-7-5 2 16,-5-3-8-16,-5-6 2 16,0-12-5-16,0-13 1 15,0-11-2-15,0-9 17 16,0-3 15-16,0 0-8 15,0-12 0-15,0-14-15 16,0-12-8-16,0-6-4 0,0-4 0 16,0-2-7-1,5 4 5-15,11 2-1 0,6 10 3 16,4 9-9-16,-5 13 5 16,3 12 3-16,-3 0 0 15,1 12-3-15,0 15 0 16,-2 6 4-16,-1 2 0 15,-6-1 4-15,-3-1-3 16,-5-4-2-16,-4-5 1 16,-1-7-3-16,0-6-2 15,0-6 4-15,0-3-1 16,-1-2 2-16,-1-2 17 16,0-23 9-16,2-10-23 15,0-10-3-15,2-2 4 16,14 2 0-16,0 6 1 15,2 11 8-15,1 11-4 0,-3 7 3 16,3 10-4-16,-1 0-7 16,2 22 5-16,0 13 2 15,-4 5-5-15,-5 5-3 16,-5 0-2-16,-4 2-5 16,-2 1-65-16,2-3-114 15,0-7-161-15,3-16-408 16</inkml:trace>
  <inkml:trace contextRef="#ctx0" brushRef="#br0" timeOffset="32957.47">20263 7262 1270 0,'0'0'155'0,"0"0"-142"16,0 0-13-16,0 0 56 15,0 118-19-15,0-68-23 16,3 2-14-16,2-5-2 15,-2-6-103-15,-1-7-48 16,-1-14-223-16,-1-9-489 16</inkml:trace>
  <inkml:trace contextRef="#ctx0" brushRef="#br0" timeOffset="33409.08">20649 7264 1071 0,'0'0'244'16,"0"0"-236"-16,0 0-4 16,0 0 19-16,0 0 49 15,0 110-32-15,3-64-31 16,3-1-5-16,-2-4-4 16,-2-2-23-16,-2-8-119 15,0-6-228-15,0-12-309 16</inkml:trace>
  <inkml:trace contextRef="#ctx0" brushRef="#br0" timeOffset="34052.92">20754 7160 1248 0,'0'0'31'0,"0"0"-23"15,0 0-8-15,0 0 16 16,114-30-5-16,-86 56-6 16,-3 7-5-16,-3 5 41 15,-3 0-8-15,-6-2-13 0,-3-1-7 16,-3-2 1-16,-6-4 5 16,-1-8-2-16,0-4-11 15,0-10 6-15,0-5-7 16,0 0 8-16,0-2 6 15,0 0 3-15,0-6 5 16,0-15-3-16,0-8-19 16,0-8-1-16,0 0-4 15,0-1 0-15,0 3-1 16,9 5-13-16,7 6-1 16,3 7 0-16,1 8 10 15,-1 5 2-15,-5 4-13 0,3 0-1 16,-2 13 15-1,-2 10-5-15,3 4 7 0,-5 1 0 16,-3 1 0-16,1-3 0 16,-5-3 1-16,-3-9-1 15,1-6 0-15,-2-5 1 16,1-3 0-16,-1 0 4 16,2 0 1-16,1-4 15 15,4-16-5-15,1-9-15 16,2-7 4-16,1-2-4 15,2 1 4-15,0 7 7 16,2 9 10-16,2 11-1 16,1 7-13-16,1 3-6 15,-1 1-2-15,2 21 0 0,-1 3 4 16,-5 8-1-16,-2 0-3 16,-5 0-3-16,-4-1-51 15,-1-2-85-15,-2-5-110 16,0-5-199-16</inkml:trace>
  <inkml:trace contextRef="#ctx0" brushRef="#br0" timeOffset="34323.21">21577 7347 870 0,'0'0'211'16,"0"0"-210"-16,0 0 44 15,0 0 61-15,0 0-44 16,0 0-20-16,53 93-15 0,-53-62 0 15,-8 1 7 1,-12-6 14-16,-2-6-12 0,4-6 10 16,6-7 9-16,7-4 0 15,5-3-4-15,0 0-5 16,4-4-28-16,17-11-13 16,6-7 2-16,6 2-6 15,4 3-1-15,0 4-22 16,-2 2-38-16,2 5-44 15,-2 3-104-15,-5 3-55 16,-5-1-341-16</inkml:trace>
  <inkml:trace contextRef="#ctx0" brushRef="#br0" timeOffset="34495.12">21918 7395 1132 0,'0'0'223'16,"0"0"-223"-16,0 0 0 15,0 0 15-15,0 0 29 16,5 81-29-16,1-49-15 16,1-5 0-16,-2-6-34 15,0-8-63-15,2-6-142 16,1-7-274-16</inkml:trace>
  <inkml:trace contextRef="#ctx0" brushRef="#br0" timeOffset="35102.6">22055 7173 1288 0,'0'0'142'0,"0"0"-135"16,0 0 0-16,0 0 41 16,0 0-43-16,0 0-5 15,80-2-3-15,-60 29 3 16,-4 2 3-16,-3 4 3 15,-2-5 3-15,-4-2 0 16,-3-2-2-16,-4-4-6 0,0-6-1 16,0-4 2-1,0-9 1-15,0-1-1 0,0 0 15 16,0 0 2-16,0-14 1 16,0-12-20-16,6-6-4 15,8-12 0-15,2 0-17 16,-1 4-13-16,0 8 32 15,-2 11 2-15,-1 11 0 16,0 8-4-16,0 2-3 16,1 2-3-16,-1 23 0 15,0 7 10-15,1 7 8 16,-3 0 7-16,0 0 7 16,-3-6-12-16,-4-8-1 15,-2-6-6-15,-1-12-3 16,0-5 4-16,0-2-1 0,2 0 11 15,0-13 28 1,3-11-11-16,0-7-27 0,5-5 5 16,0-5-7-16,5 2-1 15,6 3 4-15,0 7-2 16,3 13 2-16,-4 7-3 16,-6 9 11-16,1 0-4 15,-1 10-7-15,-1 11 3 16,-1 6 0-16,-2 5-1 15,-1-1-4-15,-5-2-4 16,0 0-22-16,-4 0-72 16,0-4-139-16,0-2-217 15</inkml:trace>
  <inkml:trace contextRef="#ctx0" brushRef="#br0" timeOffset="35456.18">22663 7265 967 0,'0'0'382'15,"0"0"-370"-15,0 0-7 16,92-63 76-16,-60 62-42 16,-2 1-28-16,-6 3-9 15,-6 15 4-15,-10 6-2 16,-4 0 0-16,-4 1-2 16,0-2 3-16,-7-2-5 15,-6-6 1-15,1-6 2 0,4-5 11 16,3-4-12-1,5 0 8-15,0 0 5 0,0 0-1 16,12-4-1-16,9-5-7 16,7 0-5-16,8 5 2 15,0 2-2-15,-2 2 1 16,-7 0-2-16,-11 2 4 16,-9 8-1-16,-7 4-2 15,0 3 2-15,-19 2 14 16,-15 1-17-16,-15 2-3 15,-9 2-81-15,-13-3-112 16,-12 2-171-16,-16 1-276 16</inkml:trace>
  <inkml:trace contextRef="#ctx0" brushRef="#br0" timeOffset="36419.71">19566 7885 520 0,'0'0'348'15,"0"0"-316"-15,0 0-24 16,0 0 91-16,0 0 45 16,0 0-82-16,107-5-8 0,-77 37 28 15,5 3-13-15,5-5-15 16,-2-6-10-16,-1-9-24 16,-5-6-11-16,-7-9 2 15,-3 0-5-15,-1-2 3 16,1-14 2-16,3-7-6 15,5-1-1-15,2-1-4 16,1 0 1-16,4 1-1 16,3 6-1-16,0 7 1 15,2 4-1-15,-1 7-3 16,-3 0 4-16,0 14 0 16,6 4 2-16,-1-2 8 15,6 0 3-15,-2-7 4 16,-4-5-1-16,-7-4-8 15,-5 0-2-15,-8 0-3 0,-1-4 2 16,-1-15 3-16,3-2-8 16,3-3 0-16,2 1 0 15,1 3-1-15,2 3 0 16,2 5-1-16,3 4 2 16,-1 6 0-16,0 2-8 15,3 0 7-15,0 4-1 16,5 5 2-16,-1-3-1 15,1 0 3-15,-1-1-2 16,-3-2 3-16,-1-2-1 16,-5-1 1-16,-3 0-3 15,3 0 3-15,-1 0-3 0,7 0 0 16,5 0 0-16,7-4 2 16,5-5-1-16,7 1 0 15,-1-1-1-15,4 2 0 16,0 3 0-16,2 0 2 15,0 2-1-15,-4 2-1 16,-1-1-4-16,-5 0 3 16,-4-4 1-16,-5-1 0 15,-8 0 3-15,-8-2-3 16,-13 3 0-16,-10 2-1 16,-11 1 0-16,0 2-11 15,-31 0-98-15,-21 8-197 16,-18 8-184-16</inkml:trace>
  <inkml:trace contextRef="#ctx0" brushRef="#br0" timeOffset="37403.58">19632 7880 1181 0,'0'0'0'0,"-105"23"13"0,41 4-13 16,-7 1 59-16,-8 7-5 16,-1 5-10-16,-2 3 4 15,3 5 18-15,7 4 11 16,9 6-18-16,13 0-12 15,18 1-17-15,14 2-9 16,16-4 2-16,2-2-10 16,12-5-4-16,18-8-9 15,13-4 3-15,17-6-3 16,12-8 3-16,19-13-3 16,10-9 8-16,11-2-4 15,5-9-4-15,-4-11-11 0,-12 0-16 16,-12 0 23-1,-16-2-4-15,-21 6 0 0,-20 3 8 16,-15 4 1-16,-11 4 6 16,-6 2 5-16,0 2 8 15,0-1 8-15,0-2-8 16,-4 3-9-16,-9-2 1 16,-4 0-10-16,6 1-2 15,7 0 4-15,4 0-2 16,0 1-4-16,0 1 1 15,0-2 0-15,10 1 1 16,3 1 0-16,0-1 8 16,-3 1-8-16,0 0 0 15,0 0 0-15,-1 4 0 0,-3 9-5 16,0 7-25-16,-6 5-79 16,0 0-182-16,0-5-180 15</inkml:trace>
  <inkml:trace contextRef="#ctx0" brushRef="#br0" timeOffset="37836.1">20224 8598 1387 0,'0'0'0'15,"0"0"-7"-15,0 0 7 0,127-26 65 16,-83 2-30-16,-6-3-21 16,-11 2 20-16,-10-4 3 15,-9 0-5-15,-6-4-8 16,-2-1-17-16,0 1 22 16,-12 0-12-16,-2 1-7 15,0 4 13-15,0 9-19 16,4 7-3-16,3 6 13 15,6 6-5-15,1 0-9 16,0 11-4-16,0 23-8 16,0 22 12-16,0 20 15 15,1 9-8-15,11 13 7 0,0 10-1 16,-2 4-4 0,0 0-6-16,-2-6-3 0,-5-14 0 15,-1-12-23-15,-2-16-41 16,0-24-95-16,0-17-50 15,0-17-48-15,0-6-94 16,4-15-67-16</inkml:trace>
  <inkml:trace contextRef="#ctx0" brushRef="#br0" timeOffset="38044.26">20451 8710 1099 0,'0'0'166'0,"0"-114"-110"0,19 80 55 16,6 14 11-16,3 14-71 15,1 6-34 1,-1 12-8-16,-4 15 14 0,-6 8 0 16,-7 4 11-16,-8 2-21 15,-3-2-11-15,-3-4 1 16,-11-2-3-16,-3-6-11 16,3-10-36-16,8-7-94 15,6-10-70-15,0 0-178 16,15-14-169-16</inkml:trace>
  <inkml:trace contextRef="#ctx0" brushRef="#br0" timeOffset="38573.53">20925 8507 1196 0,'0'0'132'16,"0"0"-126"-16,0 0 64 15,0 0 57-15,0 0-37 16,0 0-55-16,-82-61 9 15,55 81-18-15,-1 13-3 16,5 6-8-16,5 1 0 16,14-1-9-16,4-6-6 15,3-9-2-15,19-8 0 16,2-13-1-16,4-3-5 16,0-7 0-16,-1-13-4 0,-6-3-10 15,-4-3-8-15,-2-2 21 16,-5-4 6-1,-1-1-2-15,-1 5-5 0,-3 7 7 16,-2 9 3 0,-1 10 5-16,3 2-5 0,4 14 0 15,4 15 11-15,7 11 21 16,6 1-13-16,6-7-14 16,7-9-3-16,3-12-2 15,-4-10 0-15,-5-3-2 16,-7-12-3-16,-10-13 4 15,-7-2 0-15,-6-1 1 16,-3-4 0-16,0-3 0 16,0 1-1-16,-5 2 1 15,0 10 1-15,3 10 0 0,0 9 6 16,2 3-4-16,0 15-3 16,0 18 0-16,7 9 7 15,8 0-3-15,4-4-4 16,-1-8-8-16,0-9-59 15,-5-9-162-15,-3-11-149 16,-8-1-419-16</inkml:trace>
  <inkml:trace contextRef="#ctx0" brushRef="#br0" timeOffset="38705.73">21207 8243 902 0,'0'0'0'0,"0"0"-148"15,0 0 104-15,0 0-60 16,-3 80-223-16</inkml:trace>
  <inkml:trace contextRef="#ctx0" brushRef="#br0" timeOffset="39370.79">21318 8435 821 0,'0'0'157'15,"0"0"-80"-15,0 0 121 16,110 59-92-16,-80-37-46 15,-5 3 6-15,-7-1-22 16,-6-2-19-16,-8 1 17 16,-4-2-6-16,0-3 3 0,-12-4-9 15,-3-5-5 1,0-7 6-16,3-2-4 0,2-1-7 16,3-18-11-16,4-12-9 15,3-5-14-15,0-6-11 16,10-2-34-16,10 4-52 15,5 8-79-15,4 8-16 16,0 11-39-16,3 6-60 16,-2 5 69-16,-2 2 193 15,-5 0 43-15,-3 0 91 16,-5 0 96-16,-2 8 24 16,1 5 1-16,-1 5-76 15,0 9-13-15,-1 7-27 16,-2 1-13-16,-2 2-14 0,-3-3-20 15,1-9-33-15,-5-7 7 16,-1-9-10-16,0-6-8 16,0-3 2-16,0 0 15 15,0-16 22-15,0-6-33 16,0-7-8-16,3-3-6 16,3 1-1-16,2 2-17 15,5 7 1-15,2 8-18 16,7 10-1-16,3 4 17 15,3 2 2-15,1 18 14 16,1 3-2-16,-2-3-3 0,-2-1 7 16,-1-6 4-1,-11-7 1-15,-4-4 2 0,-6-2-3 16,-4 0 24 0,2-9 55-16,-2-9-35 0,0-5 1 15,0-1-12-15,0-2-20 16,0 1 7-16,0 4-18 15,0 2-2-15,0 10-1 16,0 4-8-16,0 5-30 16,10 0-17-16,5 0-51 15,5 9-53-15,5 2-73 16,3-4-239-16</inkml:trace>
  <inkml:trace contextRef="#ctx0" brushRef="#br0" timeOffset="39545.19">22346 8333 1112 0,'0'0'197'16,"0"0"-160"-16,0 0 141 0,0 0-43 16,0 0-111-16,0 0-20 15,0 77 2-15,0-24 18 16,0-4-17-16,8-7-5 16,0-9-2-16,-1-7-39 15,0-11-99-15,-2-11-166 16,-5-4-445-16</inkml:trace>
  <inkml:trace contextRef="#ctx0" brushRef="#br0" timeOffset="39671.94">22389 8171 371 0,'0'0'493'0,"0"0"-493"0,0 0-156 16,13 81-5-16</inkml:trace>
  <inkml:trace contextRef="#ctx0" brushRef="#br0" timeOffset="40187.48">22511 8404 1059 0,'0'0'221'15,"0"0"-210"-15,0 0 17 0,0 0 77 16,0 0-96-1,0 0 4-15,-45 42-13 0,68-25 3 16,8 3 4-16,0-3-2 16,1 1-3-16,-3-3 2 15,-6-1 2-15,-10-4 10 16,-7-4 5-16,-6-3 10 16,0 1 15-16,-14-2 30 15,-20 3-11-15,-9-1-44 16,-7 0-11-16,9-3-6 15,9 0-4-15,13 1-2 16,12-1-9-16,7-1-10 16,2 0-46-16,28-3-54 15,15-14 21-15,8-6 23 0,6-6 53 16,-4-1-24-16,-4-3 48 16,-6 1 40-16,-12 5 36 15,-10 7 24-15,-11 4-24 16,-10 8-10-16,-2 4-11 15,0 3-4-15,-5 1-17 16,-7 0-29-16,1 0 11 16,-2 14-5-16,2 8-7 15,8 3-3-15,3 5 5 16,0 1-5-16,17-1 2 16,6-3-3-16,4-6-1 15,2-3-1-15,2-6-35 16,1-6-41-16,-5-6-135 15,-2 0-234-15,-12-4-351 0</inkml:trace>
  <inkml:trace contextRef="#ctx0" brushRef="#br0" timeOffset="41418.44">21144 9266 607 0,'0'0'195'0,"0"0"-178"15,0 0 118-15,0 0 81 0,0 0-87 16,-23-92-41-16,-6 80-10 16,-5 3 9-16,0 9-31 15,-5 0-21-15,4 18-7 16,2 15-3-16,5 5-3 15,12 3 0-15,8-1-14 16,8-4-6-16,0-5-4 16,21-7 1-16,13-10-3 15,8-12-15-15,8-2 0 16,5-5-10-16,2-14-23 0,-5-4-15 16,-7 0-14-1,-7-1 21-15,-10 4 21 16,-6 2 31-16,-5 5 8 0,-4 7 1 15,-1 5 2-15,-1 1 9 16,5 0 7-16,4 12 24 16,3-1-6-16,-2-3-12 15,-7-1-4-15,-7-7 6 16,-7 0-15-16,0 0 26 16,-1 0 54-16,-21-4-36 15,-5-9-45-15,-3-3-7 16,3 3-2-16,4 1-2 15,4 7 0-15,2 2-3 16,6 3-2-16,-1 0-18 16,2 14-4-16,7 1 8 15,3-3-8-15,1-3-10 0,26-8 18 16,15-1 5-16,10-7 13 16,10-17-4-16,0-8 5 15,-6-2 1-15,-9 1 0 16,-11 4 8-16,-13 5-1 15,-10 3 4-15,-8 2 7 16,-5-1 2-16,0 1 8 16,-8-1-10-16,-11 2-1 15,-1 3-7-15,0 4-5 16,4 7 7-16,0 4 3 16,1 0-13-16,4 7 6 15,2 22-1-15,6 10-4 16,3 13 7-16,3 10-1 15,17 7 2-15,7 1 6 16,-2 1-17-16,-1 2 3 16,-6-2-3-16,-10-5-1 0,-6-3-3 15,-2-9-26-15,-4-7-22 16,-10-11-41-16,-5-10-85 16,4-6-62-16,-2-11-153 15,3-9 24-15,-2 0 171 16</inkml:trace>
  <inkml:trace contextRef="#ctx0" brushRef="#br0" timeOffset="41601.33">21520 9613 402 0,'0'0'291'0,"-9"-120"-58"16,9 61-37-1,0 6-39-15,21 7-14 0,7 5-22 16,6 10-57-16,4 6-28 16,0 9-11-16,-4 11-10 15,-6 5-7-15,-7 3-6 16,-7 20 3-16,-7 6-5 15,-5 6-3-15,-2-1 2 16,0-1-61-16,-2-6-117 16,-3-9-99-16,2-10-343 15</inkml:trace>
  <inkml:trace contextRef="#ctx0" brushRef="#br0" timeOffset="41952.35">21821 9220 1135 0,'0'0'126'0,"0"0"-122"15,0 0 58-15,0 0 57 16,108-60-64-16,-79 72-29 16,-6 14 4-16,-1 5 26 15,-5 1-15-15,-9 1-20 16,-4-4 0-16,-4-4-6 16,0-5-8-16,-6-8-4 15,-4-6-2-15,0-6 0 16,-1 0 10-16,0-5-10 15,3-19 5-15,6-9-6 16,2-8-6-16,7 3 4 16,15 5 2-16,3 8 0 0,1 10 0 15,-2 11-4-15,3 4 4 16,0 0 0-16,-4 17-2 16,-1 7 2-16,-7 3-3 15,-5 1 2-15,-3-2-9 16,-4-5-94-16,-1-5-123 15,-2-8-88-15,0-8-342 16</inkml:trace>
  <inkml:trace contextRef="#ctx0" brushRef="#br0" timeOffset="42064.07">22232 9124 580 0,'0'0'450'16,"0"-76"-422"-16,0 54-19 15,0 11 82-15,0 11-62 16,0 0-29-16,0 8-114 0,0 13-2 15,0 1-182-15</inkml:trace>
  <inkml:trace contextRef="#ctx0" brushRef="#br0" timeOffset="42735.09">22232 9124 1402 0,'81'61'74'16,"-75"-41"-70"-16,6 9 50 15,1 4 23-15,2 0-46 16,1-4-19-16,-3-7-4 16,-5-8-4-16,-2-9-2 15,-2-2-2-15,-1-3 1 0,2 0 4 16,2-19-5-16,2-4-4 16,-2-9-1-16,0-3-5 15,3 0-28-15,2 6 8 16,-2 9 19-16,2 11 11 15,-2 9-2-15,2 0-5 16,1 9 7-16,2 9 7 16,-2-2-4-16,1-1 3 15,-3-6-4-15,1-2 0 16,-2-6 4-16,-2-1-2 16,1 0 5-16,-2-1 0 15,-4-6-6-15,-1 0 4 16,-2-1 7-16,0 2-11 0,1-1-1 15,5 4-2 1,-2-2-3-16,6 5 3 0,2 0-18 16,5 0 14-16,3 5 0 15,2 7 4-15,4-2-1 16,9-5 3-16,7-5-2 16,7 0 3-16,-1-11-2 15,-9-7 1-15,-13-4-1 16,-10 1-2-16,-15-2 1 15,-1-1 0-15,0 2 0 16,-17 1 9-16,-1 1 4 16,0 7 14-16,5 5 0 15,1 8-1-15,2 0 0 16,1 22-22-16,2 9 10 0,7 3 12 16,0 1-16-16,6-3 3 15,14-5-12-15,5-8-1 16,5-7 0-16,-2-6 0 15,-1-6-26-15,-2 0-36 16,-5-6-62-16,-1-11-129 16,-6 3-159-16,-5-5-484 15</inkml:trace>
  <inkml:trace contextRef="#ctx0" brushRef="#br0" timeOffset="43006.5">23294 8851 1180 0,'0'0'307'0,"0"0"-307"0,0 0 0 15,60 106 63-15,-41-50 13 16,-6-3-17-16,-5-10-23 16,-1-14 5-16,-6-11 5 15,1-12-14-15,2-6-2 16,7-11 10-16,9-22 7 15,12-12-23-15,8-13-23 16,3-4 6-16,-2-3-3 16,-3-1-4-16,-6 8-17 15,-9 12-31-15,-8 16-13 0,-9 16-59 16,-6 12-238-16,-6 2-429 16</inkml:trace>
  <inkml:trace contextRef="#ctx0" brushRef="#br0" timeOffset="43285.15">23491 8780 1331 0,'0'0'232'0,"0"0"-230"0,15 90-2 16,7-32 92-1,0-2-13-15,-2 0-35 16,-2-3-8-16,-8-11-4 15,-3-12-6-15,-2-12 3 16,-3-10-12-16,-1-8 4 0,8-4 13 16,11-24-5-16,9-14-5 15,19-19-20-15,10-13-3 16,11-20-2-16,6-11-3 16,3-11-43-16,1-7-35 15,-7-7-60-15,-14-10-371 16</inkml:trace>
  <inkml:trace contextRef="#ctx0" brushRef="#br0" timeOffset="77877.03">6483 3250 756 0,'0'0'159'16,"0"0"-139"-16,0 0 60 15,0 0 53-15,0 0-35 16,0 0-35-16,0 0-9 16,-44-84 4-16,41 53-27 0,3-3-11 15,0 1-3-15,0 2 13 16,3 6-7-16,7 7-15 16,-1 6-8-16,3 12-3 15,5 0-5-15,6 31-8 16,3 18 8-16,5 17 8 15,-4 11 4-15,-6 1 2 16,-4-1 0-16,-6-13-6 16,-1-14 1-16,-3-15-1 15,-3-13 4-15,-3-12-3 16,-1-4 1-16,0-6 4 16,0 0 5-16,0-7 3 15,-1-22 14-15,-10-13-28 16,-2-11 0-16,3-3 0 15,3-6 0-15,6 5 0 0,1 7 0 16,0 14 2-16,11 13 3 16,6 14-5-16,3 9-8 15,5 0 0-15,7 21 1 16,5 13 3-16,-2 6 4 16,-5 4 4-16,-5-2-2 15,-5-4-1-15,-6-6-1 16,-6-6 2-16,-2-10-2 15,-3-7 0-15,-3-3 1 16,0-6 1-16,0 0 7 16,0-17 7-16,0-18-16 15,0-16-3-15,0-9 3 0,0-2 1 16,1 5 0-16,11 14-1 16,0 14 1-16,-2 15 1 15,3 13-2-15,2 1-4 16,2 18-2-16,1 12 6 15,1 8 6-15,-6 4-6 16,-1 3 3-16,-4 2-3 16,-2-1 0-16,1-2-2 15,3-5-166-15,4-14-158 16,3-16-215-16</inkml:trace>
  <inkml:trace contextRef="#ctx0" brushRef="#br0" timeOffset="78036.42">7261 3204 368 0,'0'0'867'0,"0"0"-850"0,0 0-13 16,0 0 2-16,4 102 51 15,3-55-35-15,2 5-10 16,-3-3-12-16,1 1 3 16,-2-3-3-16,2-5-12 15,-4-10-315-15,2-8-209 16</inkml:trace>
  <inkml:trace contextRef="#ctx0" brushRef="#br0" timeOffset="78846.05">7592 3065 1174 0,'0'0'76'0,"0"0"-76"15,0 0-18-15,0 0 18 16,0 0 11-16,71 102 10 15,-51-56-19-15,-4-3 0 16,-8-7 2-16,-4-6 2 0,-4-6 0 16,0-8 2-1,0-2 20-15,-12-5 28 0,2-3-24 16,0-1-5-16,3-5-6 16,2 0 0-16,1-22 51 15,1-14-63-15,3-9-8 16,0-2-1-16,15 5 0 15,7 8-10-15,2 16 9 16,-3 10-3-16,3 8 4 16,-1 2-5-16,4 16-5 15,-1 6 10-15,-1 5-1 16,-3 1 0-16,-4-2 0 16,-3 1 2-16,-5-4-2 15,-3-5 1-15,-4-8-8 16,-3-7 7-16,2-4 1 15,-2-1 2-15,0-6 14 16,0-19-3-16,0-15-11 0,0-8-1 16,0-4 2-16,4 2 5 15,2 10-1-15,1 9 9 16,2 17 21-16,-1 6-19 16,4 8-14-16,2 0-4 15,7 19-10-15,2 8 10 16,2 6 2-16,0 2-1 15,0 3-1-15,-2 1-45 16,-1-1-90-16,-2-1-58 16,2-6-196-16,-3-7-3 15</inkml:trace>
  <inkml:trace contextRef="#ctx0" brushRef="#br0" timeOffset="79111.16">8314 3388 773 0,'0'0'277'0,"0"0"-164"15,0 0-14-15,0 0-23 16,0 0-41-16,0 0 6 15,60 66-24-15,-57-34 8 16,-3 1 8-16,0 0-17 16,-17 0 3-16,-3-6 11 15,-5-2-8-15,2-11-11 16,6-5 0-16,7-6 35 16,8-3 8-16,2 0-15 15,0 0-14-15,6-4-16 16,12-12-9-16,7 2-3 15,6-1 1-15,0 4-19 0,6 2-35 16,2 0-40 0,0 3-30-16,3 0-29 0,-5-2-114 15,-7 3-211-15</inkml:trace>
  <inkml:trace contextRef="#ctx0" brushRef="#br0" timeOffset="80059.58">8637 3217 1106 0,'0'0'96'0,"0"0"-58"15,0 0 72-15,0 0-47 0,0 0-59 16,0 0-1 0,62-8-2-16,-36 30 0 0,-3 4 8 15,-4 1-3-15,-8-2-3 16,-4-1 4-16,-5-7-2 15,-2-5 6-15,0-4-9 16,0-6 9-16,0-2 8 16,0 0 24-16,0-2 21 15,0-19 1-15,-3-15-52 16,-3-9-12-16,5-3-1 16,1 6 0-16,0 8 3 15,0 18-2-15,0 10 3 16,5 6-4-16,3 0-4 0,6 13-9 15,5 15 9 1,5 6 4-16,0 6 6 0,-3-3-5 16,-4-4 0-16,-3-4 2 15,-3-8-3-15,-4-6 0 16,-4-6 0-16,-1-6 0 16,0-3 3-16,-2 0 4 15,1-11 8-15,4-18-12 16,2-6-1-16,6-3-2 15,2 2 0-15,4 7-1 16,-1 10 1-16,-1 5 1 16,-1 7-1-16,1 7 4 15,2 0-4-15,1 4 0 16,-2 17-2-16,-3 3 1 0,-3 5 2 16,-4-1 0-16,-4 0 3 15,-4 1-2-15,0-3-3 16,0-2 1-16,0-9-31 15,0-4 1-15,0-9 7 16,0-2 23-16,0 0 8 16,0-2 4-16,0-10-12 15,8-3-5-15,5 1 5 16,6 3 2-16,0 2 1 16,3 3-2-16,-2 5-1 15,0 1 0-15,-1 0 0 0,-4 3 0 16,-4 10 1-1,-2 3-1-15,-4 2 0 0,-3 0 0 16,-2 1 12-16,0-1-9 16,-7-1 3-16,-5-3 1 15,2-6-7-15,6-3 4 16,4-4-2-16,0-1-2 16,0 0-2-16,20 0 1 15,11 0 1-15,9-1 13 16,2-2-12-16,-5 3 4 15,-7 0 6-15,-12 4 6 16,-8 13-4-16,-10 4-6 16,0 5 22-16,-11-1 8 15,-18 0-5-15,-6-1-7 0,-4-6-15 16,1-1-6-16,-2-5-4 16,0-6-2-16,2-6-26 15,4 0-48-15,7-11-90 16,9-15-217-16,6-9-477 15</inkml:trace>
  <inkml:trace contextRef="#ctx0" brushRef="#br0" timeOffset="80327.36">9649 2815 1506 0,'0'0'23'0,"0"0"-23"16,0 0-5-16,0 0 5 15,31 122 18-15,-13-31 24 16,-1 7-19-16,-5 6 44 16,-7-6-41-16,-4-4-8 15,-1-13-12-15,0-13-4 16,0-21-2-16,0-16-5 15,0-20-79-15,0-11-222 16,0-10-146-16</inkml:trace>
  <inkml:trace contextRef="#ctx0" brushRef="#br0" timeOffset="81325.87">9733 2690 1191 0,'0'0'184'0,"0"0"-170"15,0 0 42-15,0 0 99 16,0 0-92-16,0 0-43 16,-123-21-1-16,54 21 18 15,-15 9-2-15,-16-1-10 0,-22 0-9 16,-17-4-5-1,-21 1-5-15,-18-1 7 0,-7-1 6 16,-11-2-14-16,-7-1 1 16,-10 0 0-16,-4 3 6 15,-9 6-1-15,7 5-10 16,12 6 4-16,14 1-5 16,20-1 0-16,12 1 9 15,18-4-1-15,17-3-2 16,20-5 5-16,27-6-11 15,13-3 8-15,7 0-2 16,7 0 1-16,6-3-7 16,6-3-3-16,9 1 3 15,10 2-1-15,6 2 2 0,6-1-1 16,3 1 0 0,2 1 0-16,0 0-2 0,1 0 2 15,-1 0 3-15,-1 0-3 16,0 0-1-16,2 0 1 15,-3 0 0-15,1 0 1 16,2 0-2-16,-1 0 2 16,3 0-1-16,-2 0 0 15,3 0 2-15,0 0-3 16,0 0 1-16,0 0 0 16,0 0-1-16,0 0-2 15,0 0 3-15,0 0-1 16,0 1-8-16,0 16 5 0,0 16 2 15,3 18 0 1,14 21 2-16,6 19 0 0,9 23 0 16,4 16 9-16,5 14-7 15,-1 9 4-15,-5-4-6 16,-5-14 1-16,-8-16-2 16,-7-23 0-16,-8-15 1 15,-7-15 0-15,0-12 2 16,0-16-2-16,0-14 1 15,0-12 1-15,0-6-2 16,0-2-1-16,1-3 1 16,6 1 2-16,13-2-2 0,18 0 0 15,24 0 17 1,34-11 0-16,29-5-12 0,39-6-5 16,40 4 0-16,42 0 8 15,45 0-6-15,33 2 4 16,22-2-6-16,2-1 0 15,-22 5 1-15,-35-3-1 16,-44 1 0-16,-53 0-5 16,-52 4 5-16,-53 2 3 15,-41 4-3-15,-29 3 1 16,-18 3 3-16,-1 0-2 16,0 0 7-16,0 0 4 15,0 0-13-15,0 0 0 16,0 0-3-16,0-2-35 15,0 2-35-15,0 0-36 0,0 0-141 16,0-14-497 0</inkml:trace>
  <inkml:trace contextRef="#ctx0" brushRef="#br0" timeOffset="84942.88">18019 2848 1120 0,'0'0'60'0,"0"0"-54"15,0 0 4-15,0 0 85 16,0 0 64-16,0 0-39 16,5-82-107-16,30 17 4 15,17-15-4-15,11-12-6 16,18-11 10-16,16-7-8 16,13-4 0-16,14-2 4 15,5 3-12-15,-2 6 12 16,-14 17 1-16,-21 18-5 0,-26 22-1 15,-30 23 3 1,-19 15-4-16,-12 9-5 0,-5 3 2 16,0 0-6-16,0 0 2 15,0 0 0-15,0 0-2 16,0 0 1-16,0 0 0 16,0 0-1-16,0 0-5 15,-2 0 7-15,-2 0 3 16,-3 4 0-16,-2 2 5 15,3-5-5-15,2 2 1 16,1-3-2-16,3 0 1 16,0 0-2-16,-2 0 0 15,1 0 0-15,-6 3-2 16,2 0 0-16,-2 0 1 0,0 1-1 16,3 0-4-16,0 3 5 15,-1 0-6-15,3 4-29 16,1 1-79-16,1 2-47 15,0-3-66-15,1-8-329 16</inkml:trace>
  <inkml:trace contextRef="#ctx0" brushRef="#br0" timeOffset="85427.29">19697 1326 455 0,'0'0'898'16,"0"0"-869"-16,0 0-28 15,0 0 11-15,-23-84 27 16,23 69-25-16,0 0 20 16,-3 3 9-16,-2 0-33 15,-4 6 17-15,0 3 27 16,-1 3-40-16,-12 10-14 15,-7 28-6-15,-6 24 6 16,-2 16-1-16,12 4 0 16,15-5 0-16,10-18-4 15,2-17-5-15,21-17 10 0,1-8-4 16,1-10 0 0,-2-7 0-16,2 0 4 0,1-19 10 15,-2-14 0-15,1-9-8 16,-3-9 8-16,-5-6-5 15,-7-4-4-15,-3 6 1 16,-5 13-2-16,-1 18 10 16,-1 16-2-16,0 8-8 15,0 2-23-15,3 25 2 16,7 16 15-16,5 10 6 16,5 1 0-16,7-7-50 15,7-10-77-15,2-10-24 16,0-12-103-16,-3-12-163 0</inkml:trace>
  <inkml:trace contextRef="#ctx0" brushRef="#br0" timeOffset="85845.14">19930 959 1013 0,'0'0'106'0,"-117"-93"-88"16,59 62 73-16,0 10 14 15,5 10-24-15,1 11-25 16,-3 3-29-16,-2 34-12 16,-3 21-8-16,0 23 4 15,8 16 6-15,12 19-9 0,16 12 0 16,14-4 8-16,10-7 18 16,22-14-32-16,27-22 0 15,16-9-3-15,13-17 1 16,9-20-7-16,12-17 7 15,9-18 3-15,5-8-3 16,2-31 0-16,-13-13-8 16,-21-10 5-16,-25-7 3 15,-26-3 0-15,-19-5 6 16,-11-10 7-16,-17-8-9 16,-22-3 5-16,-9 2 2 15,-9 11-1-15,-2 16-9 16,2 20-2-16,7 20-4 0,7 23 3 15,5 6-14-15,0 41-55 16,7 24-99-16,4 18-20 16,6 19-344-16</inkml:trace>
  <inkml:trace contextRef="#ctx0" brushRef="#br0" timeOffset="88494.52">11259 3160 877 0,'0'0'136'15,"0"0"-133"-15,0 0 5 16,0 0 108-16,0 0-19 0,0 0-47 16,0 0-14-16,24-37-16 15,-17 20-4-15,-6-5 4 16,-1 0 20-16,0-3 2 15,-6 3-8-15,-14 1-3 16,-6 2-7-16,-2 10-19 16,-2 8-3-16,-2 1-3 15,-1 27 3-15,0 24-4 16,-1 14-3-16,7 12 3 16,11 0 2-16,7-6-1 15,9-13 0-15,0-14-2 16,9-14 2-16,13-9 0 15,1-10-3-15,5-8 3 16,2-3 1-16,3-11 0 0,-1-19 2 16,4-11 0-1,-3-15-1-15,-5-6 2 0,-6-7-2 16,-10 7 4-16,-6 8 0 16,-4 21-1-16,-1 12 16 15,-1 14 24-15,0 7-21 16,0 0-23-16,4 9-26 15,5 19 17-15,6 9 9 16,3 7 9-16,4-3-9 16,1-3-1-16,7-3-9 15,2-5-134-15,2-6-90 16,-3-11-246-16</inkml:trace>
  <inkml:trace contextRef="#ctx0" brushRef="#br0" timeOffset="88712.35">11674 3170 1469 0,'0'0'72'0,"0"0"-72"16,0 0-32-16,0 0 32 15,92 0 6-15,-25 0 8 16,5 0-6-16,-3 0-8 15,-11 0 0-15,-9 0-7 0,-11 0-209 16,-13 0-102 0,-15 0-154-16</inkml:trace>
  <inkml:trace contextRef="#ctx0" brushRef="#br0" timeOffset="88899.15">11887 3015 1209 0,'0'0'210'16,"0"0"-210"-16,0 0-27 16,-17 86 27-16,17-31 8 15,10 11-1-15,5 1-4 16,0-1-1-16,0-5-2 0,3-14-73 16,-3-10-181-1,-3-16-359-15</inkml:trace>
  <inkml:trace contextRef="#ctx0" brushRef="#br0" timeOffset="89609.83">12202 3166 1080 0,'0'0'158'0,"0"0"-152"15,0 0 32-15,0 0 79 16,0 0-47-16,0 0-43 16,9-84-20-16,11 77 2 15,0 7-6-15,1 0-3 16,2 16-9-16,0 15 8 15,-1 8 2-15,-4 6 11 16,-6 5-12-16,-6 0 2 16,-2-6 5-16,-4-6-7 15,0-12 7-15,0-11-5 16,0-9 1-16,0-5-1 16,0-1 7-16,0-5 6 15,0-19-1-15,0-19-10 0,0-12-3 16,0-3-1-16,2 3-6 15,12 11 6-15,5 15-2 16,0 16-4-16,0 11 4 16,3 2-3-16,0 11 0 15,0 16 4-15,-4 9-8 16,-3 4 9-16,-3 3 2 16,-4 1 1-16,-4-6-2 15,-1-7 2-15,-3-9-3 16,0-11 0-16,0-8 3 15,1-3-2-15,3-9 16 0,2-22-1 16,4-15-16 0,6-11 5-16,0-5 2 0,0 6 6 15,-2 13 8-15,-4 15 11 16,-3 14-14-16,-2 9 7 16,0 5-25-16,3 9-14 15,4 20 14-15,3 10 3 16,0 6-1-16,-2 0 5 15,-1-3-7-15,0-7-2 16,0-5-64-16,1-7-115 16,2-9-87-16,-1-10-272 15</inkml:trace>
  <inkml:trace contextRef="#ctx0" brushRef="#br0" timeOffset="90290.96">12905 3144 804 0,'0'0'173'0,"0"0"-46"0,0 0-5 15,0 0-95-15,0 0-21 16,0 0 2-16,13 95 39 16,-4-47-19-16,0-2-6 15,0-6-9-15,-2-6-10 16,-3-3-1-16,0-9 0 16,-1-6 1-16,-1-7-4 15,1-7 1-15,1-2-144 16,2 0-153-16,-1-13 197 15,0-16 52-15,-1-9 14 16,-4-5 34-16,0-4 38 0,0-1 80 16,0 3 9-16,0 5 0 15,3 11-18-15,6 11-4 16,-5 10-22-16,3 8-48 16,3 0-28-16,2 0-6 15,7 11 0-15,2 12 9 16,1 4 5-16,-3 3-6 15,-2 0 0-15,-3-1-1 16,-4-4 2-16,-2-5-10 16,-5-7 1-16,-1-4 1 15,0-6 4-15,-2-3-3 16,2 0 6-16,-2 0 5 16,1-18 63-16,2-13-63 0,3-9-13 15,2 2 3-15,2 4-4 16,-2 13-4-16,1 10 1 15,-2 11-2-15,1 0 2 16,3 7-5-16,5 17 2 16,-2 4 6-16,3 3 3 15,0-2-1-15,-3-1-2 16,-1-6 1-16,-3-3-1 16,-2-6 0-16,-3-6 1 15,-2-5-1-15,1-2 0 16,-1 0 4-16,4-17 4 15,1-10-6-15,2-3 2 0,0 1 2 16,0 5-5-16,-1 7 1 16,1 6-2-16,-3 5-1 15,-3 5-3 1,3 1-12-16,-2 0 10 0,1 3-3 16,-5 18-88-16,-1 5-187 15,-5 2-210-15</inkml:trace>
  <inkml:trace contextRef="#ctx0" brushRef="#br0" timeOffset="90489.9">12783 3349 1367 0,'0'0'38'15,"0"0"-38"-15,0 0-9 16,15 98 9-16,3-34 5 16,-3 4-4-16,-3-2-1 15,-3-10-186-15,-3-12-293 16</inkml:trace>
  <inkml:trace contextRef="#ctx0" brushRef="#br0" timeOffset="91042.65">13432 3440 568 0,'0'0'121'0,"0"0"-74"15,0 0 81-15,0 0-46 0,0 0-31 16,0 0-17-16,0-44-6 15,0 33 12-15,4 0-28 16,-1 1 17-16,1-1 33 16,1 2-12-16,-2 1-2 15,1-2 1-15,-2 4-19 16,-2 3-11-16,1 2-10 16,-1 1-4-16,0 0-5 15,0 0-6-15,0 0-2 16,0 0-4-16,2 8 3 15,3 10 9-15,3 4 2 16,2 4 2-16,2-2-4 16,-4-2 3-16,1-1-6 0,-2 0 3 15,-4-2-10-15,-2-5-5 16,-1 0-16-16,0-1 5 16,0-4-39-16,0 2-81 15,0-5-62-15,3-3-158 16</inkml:trace>
  <inkml:trace contextRef="#ctx0" brushRef="#br0" timeOffset="91358.72">13587 3507 509 0,'0'0'396'0,"0"0"-345"0,0 0 18 16,0 0 32-16,0 0 3 15,0 0-57-15,63-39-13 16,-52 39 13-16,2 0-13 15,-2 12-17-15,-1 11 13 16,0 2-11-16,-4 5 5 16,-6-1-3-16,0-2-6 15,0-4-2-15,-9-4-8 16,-8-6 22-16,1-4 23 16,4-6-18-16,5-3 3 15,6 0 14-15,1-7-9 16,0-13-33-16,18-4-7 15,9-3-8-15,6 3 6 16,4 7-33-16,1 2-36 0,3 6-63 16,-1 5-49-16,-5 2-84 15,-5 1-186-15</inkml:trace>
  <inkml:trace contextRef="#ctx0" brushRef="#br0" timeOffset="92224.69">13943 3295 635 0,'0'0'609'0,"0"0"-601"16,0 0-7-16,-9-80 36 0,15 80 23 16,5 0-60-1,4 15 0-15,2 9 7 0,-2 5 7 16,-3 0 10-16,-2-1-8 15,-3-4-9-15,-4-4-6 16,-2-8 1-16,-1-6 2 16,0-5 2-16,0-1 5 15,0-6 73-15,0-18-22 16,0-13-56-16,-3-15 3 16,3-6-8-16,0 4-1 15,3 10-5-15,11 15-9 16,1 21 10-16,0 8-15 15,5 6 13-15,-2 26-2 0,4 15 7 16,-2 6 1 0,-3-2 12-16,-2-6-10 0,-3-13 2 15,-2-10-4-15,-6-8 1 16,0-10 3-16,-4-4 0 16,2 0 30-16,-1-18 53 15,3-14-53-15,1-9-31 16,0-11 15-16,2 0-1 15,3 2-12-15,1 11-3 16,1 15-1-16,1 13-1 16,1 11-7-16,2 0 5 15,6 19-5-15,0 13-2 16,0 9 9-16,-4 4 0 16,-2-4 0-16,2-6-44 0,0-9-109 15,-2-5-105-15,0-9-34 16,-3-9 35-16,-1-3 234 15,-2-11 23-15,1-9 254 16,0-2-49-16,2 5-38 16,0 3-13-16,2 5-73 15,4 6-49-15,-1 3-14 16,0 0-15-16,1 3-3 16,-6 13-5-16,-3 6 2 15,-5 0 3-15,-5 4 3 16,0-2-3-16,-3-3 4 15,-9-3-2-15,4-7 4 16,3-7 4-16,5-4-8 0,0 0-2 16,26 0 2-16,12 0 10 15,8 0-3-15,-1 0-1 16,-10 0 5-16,-9 11 0 16,-13 2-5-16,-13 4 19 15,0 1 5-15,-22 0 8 16,-21 2-5-16,-18-3-25 15,-10-3-10-15,-16-1 0 16,-12 0-95-16,-18-3-239 16,-27 2-546-16</inkml:trace>
  <inkml:trace contextRef="#ctx0" brushRef="#br0" timeOffset="92993.95">11238 4478 681 0,'0'0'400'0,"0"0"-385"15,0 0-8-15,50-96 117 16,-45 68 23-16,-5-1-57 16,0 4-50-16,-13 0 15 15,-11 7-12-15,-3 7-27 16,-2 5 6-16,-3 6-17 16,2 13-3-16,-1 25-2 15,5 14-1-15,7 12 1 16,8 0-1-16,9-3-3 15,2-8 0-15,3-12 4 16,18-15-4-16,2-13 4 0,2-13-5 16,3 0 5-16,1-18 2 15,-3-11 1-15,1-8 5 16,-5-5-4-16,-2-6-2 16,-5 1 4-16,-2 6-5 15,-3 11 1-15,-3 15 1 16,-4 9 0-16,1 6-6 15,3 2-5-15,4 20-11 16,4 10 17-16,2 7 1 16,0 1 1-16,2-3-1 15,5-9-181-15,4-7-121 16,3-10-236-16</inkml:trace>
  <inkml:trace contextRef="#ctx0" brushRef="#br0" timeOffset="93162.03">11686 4482 1031 0,'0'0'635'0,"0"0"-623"16,0 0-2-16,0 0-10 15,132-37 29-15,-62 34-9 16,0 3-20-16,-5 0 0 16,-7 0-6-16,-9 0-54 15,-7 0-202-15,-13 0-246 16</inkml:trace>
  <inkml:trace contextRef="#ctx0" brushRef="#br0" timeOffset="93341.1">11987 4347 1284 0,'0'0'255'15,"0"0"-255"-15,0 0-29 16,0 0 29-16,22 85 3 15,-2-46-3-15,0 1-1 16,2-8-125-16,-6-6-122 16,-4-11-307-16</inkml:trace>
  <inkml:trace contextRef="#ctx0" brushRef="#br0" timeOffset="93689.94">12311 4256 1497 0,'0'0'155'0,"0"0"-152"16,0 0-2-16,89-53 14 15,-41 53 11-15,4 26-16 16,0 10-3-16,-8 9 2 16,-16 5-7-16,-14-1 5 15,-14 3 4-15,-11-2-7 16,-22-5-3-16,-13-7 5 15,0-7-6-15,6-13 4 16,8-12-2-16,10-6-2 0,9-2 9 16,8-17-2-1,5-3 0-15,5 1 3 0,22-1-10 16,11 2 0-16,5 5 0 16,5 6 0-16,1 8-3 15,2 1-17-15,-3 0-69 16,-5 10-115-16,-4 2-44 15,-10-4-247-15</inkml:trace>
  <inkml:trace contextRef="#ctx0" brushRef="#br0" timeOffset="94224.24">12790 4437 1273 0,'0'0'60'16,"-17"-81"1"-16,17 52 70 15,0 6-16-15,1 8-62 16,15 10-44-16,4 5 2 15,6 7-11-15,6 24 3 16,-2 13 9-16,0 4-1 16,-6 4 4-16,-4-5-5 15,-5-4-9-15,-5-12 2 16,-5-12-3-16,-3-10 1 16,-2-7-1-16,0-2 1 15,0-6 11-15,0-18-12 16,-9-14 0-16,-1-8-5 15,1-10-3-15,6 3-5 0,3 10 8 16,0 7-3-16,7 12 4 16,10 8 4-16,3 9-14 15,3 7 11-15,6 6-1 16,-1 20-4-16,-1 8 8 16,-4 3 0-16,-6-5 6 15,-5-3 5-15,-6-8-11 16,-2-9 5-16,-3-9-3 15,-1-3-1-15,0 0 9 16,0-15 16-16,0-15-3 16,0-12-13-16,0-9-3 15,5-1 8-15,7 5-3 0,3 13 4 16,4 14-1 0,3 9-5-16,2 11-3 0,5 0-7 15,-1 20-3-15,-1 20 3 16,-5 15 2-16,-7 9 1 15,-7-1-1-15,-2-3-2 16,-2-7-4-16,-1-9-77 16,0-11-139-16,0-16-235 15</inkml:trace>
  <inkml:trace contextRef="#ctx0" brushRef="#br0" timeOffset="94390.59">13488 4382 1441 0,'0'0'79'0,"0"0"-71"0,0 0 24 16,0 0-7-16,0 0 30 16,34 90-19-16,-23-50-28 15,-1-4-4-15,-3-2-4 16,0-5-16-16,-4-5-243 16,-3-7-196-16</inkml:trace>
  <inkml:trace contextRef="#ctx0" brushRef="#br0" timeOffset="94959.4">13627 4381 1074 0,'0'0'513'0,"0"0"-513"15,0 0-7-15,0 0 7 16,103-44 13-16,-71 76-7 15,0 11 0-15,-6 6 2 16,-9 1 0-16,-7-7 8 16,-3-6-7-16,-5-9-9 15,-2-9 1-15,0-10 4 16,0-7-5-16,0-2 9 16,0-6 3-16,0-20 0 15,-2-17-10-15,1-7-1 16,1-3-1-16,0 3 2 15,0 13-2-15,8 9 1 0,6 14 0 16,0 6-2 0,5 8-1-16,1 0 0 0,2 17 2 15,-4 11 0-15,-1 2 1 16,-6 2 8-16,-1-8-7 16,-3-6 2-16,0-7-3 15,-4-7 0-15,-1-4 2 16,1 0-2-16,3-12 11 15,4-16 3-15,1-15-11 16,2-1 6-16,4 1 2 16,-2 8 2-16,0 13 18 15,0 11-6-15,-1 10-7 16,2 1-19-16,1 19-7 16,0 14 7-16,-2 11 6 0,-4 0-4 15,-2-3 0-15,-3-6-2 16,-2-4-2-16,-4-5-65 15,0-2-79-15,0-10-195 16,0-8-171-16,0-6-163 16</inkml:trace>
  <inkml:trace contextRef="#ctx0" brushRef="#br0" timeOffset="95207.18">14289 4528 301 0,'0'0'737'0,"0"0"-571"16,0 0-85-16,0 0 46 15,94-37-11-15,-77 37-64 16,-4 4-24-16,-6 14-21 15,-4 3 1-15,-3 1 15 16,0 2-2-16,-15-4-4 0,-7-1 6 16,-2 0-11-16,3-5-3 15,6-6-3-15,6-3-6 16,8-4 7-16,1-1-3 16,5-3 14-16,19-11-9 15,5-7-9-15,11 7-4 16,2 2-4-16,3 3-48 15,0 4-55-15,-1 4-105 16,-7 1-129-16,-11-3-348 16</inkml:trace>
  <inkml:trace contextRef="#ctx0" brushRef="#br0" timeOffset="96106.71">14612 4333 1250 0,'0'0'27'16,"0"0"-15"-16,0 0 3 16,0 0 45-16,0 0-41 15,0 0-13-15,73 9 22 16,-57 24 35-16,-8 6 8 16,-2-2-16-16,-3-2-32 15,-3-5-8-15,0-6-8 16,0-8-3-16,0-9-2 15,0-5 1-15,0-2 8 0,0-7 8 16,0-17 16 0,0-12-29-16,0-11-4 0,0-10-2 15,0-2-1 1,4 8-11-16,9 10-2 0,4 13 13 16,0 16-5-16,1 12-2 15,3 0 1-15,-1 26 4 16,-2 10 3-16,0 6 1 15,-5-2 3-15,-3-5 2 16,-1-6-5-16,-2-11 2 16,-4-6-1-16,-1-8-2 15,-2-4 2-15,0 0 5 16,0-3 7-16,0-18 9 16,3-9-19-16,2-5 1 0,4 1-3 15,2 4 0-15,-1 7 3 16,4 10 1-16,0 5 1 15,3 7-7-15,2 1-4 16,0 8 4-16,0 18 0 16,-2 8 4-16,-5 3 5 15,-6 1-7-15,-2-5 3 16,-1-5-5-16,-2-7-1 16,1-7-1-16,3-8-66 15,4-6-112-15,1 0-27 16,2-6 124-16,-1-12 83 15,1 1 25-15,0 4 32 16,2 2-2-16,2 2 35 16,0 3-37-16,1 5-17 15,-1 1-9-15,-4 0 1 0,-2 0-18 16,-4 4-8-16,-2 10 13 16,-1 2 18-16,-2 1-6 15,-1-1-5-15,0-2-12 16,0-4 0-16,0-5-8 15,3-3 2-15,2-2-7 16,7 0 7-16,6 0-4 16,9 0 5-16,1 0-3 15,2 7-2-15,1 5 0 16,-7 5-1-16,-2 1 1 0,-8-3 8 16,-9-2 12-16,-5-4-9 15,0-3-1-15,-22-1 27 16,-20-2 6-16,-16 0-30 15,-16-2-6-15,-6 3-7 16,-9-4-25-16,-1 0-48 16,-2 0-216-16,4 0-561 15</inkml:trace>
  <inkml:trace contextRef="#ctx0" brushRef="#br0" timeOffset="104755.8">12129 10067 742 0,'0'0'82'15,"0"0"-70"-15,0 0-10 16,0 0 46-16,0 0 38 16,95 102-19-16,-83-66 42 15,-5-3-47-15,-3-9-2 16,-4-13-13-16,2-11 2 15,10-2 36-15,18-41 43 16,29-29-95-16,35-36-25 16,36-22-3-16,32-13-2 15,37-10-3-15,30-4-25 0,8-14-246 16,-11-8-648-16</inkml:trace>
  <inkml:trace contextRef="#ctx0" brushRef="#br0" timeOffset="107624.34">14089 9996 791 0,'0'0'25'15,"-104"-55"-14"-15,47 42-10 16,-7 2 6-16,-2 5 18 16,-5 3 26-16,-1 1 16 15,1 2 0-15,-1 0-23 0,5 0-22 16,3 0 0-16,2 0 6 16,0 0 5-16,1 2-16 15,-3 1 11-15,-1 1-8 16,-2 5 10-16,-2 6-16 15,1 6 5-15,3 5 3 16,-1 4 1-16,8-2-10 16,8 0-4-16,6-1 0 15,15-3-1-15,2 1 1 16,6 1-6-16,3 5 11 16,0 2 1-16,1 5 0 15,1 2 3-15,0 0-8 16,3 2-1-16,1 1 1 0,2 0-7 15,2 5 9-15,1 1 8 16,5 3-9-16,2-3 1 16,0 1-5-16,14-2 1 15,8-1 3-15,3-4-4 16,6 2 12-16,4 2-9 16,9 3-2-16,5 2 0 15,4 2 0-15,2 2-1 16,0-3-1-16,2-2-1 15,2-3 0-15,4-2-3 16,7-5 0-16,9-4-2 0,4 0 2 16,6-7 5-1,-2-3-7-15,2-5 1 0,-1-5 2 16,1-6-3-16,3-8-1 16,5-3 1-16,8-9 10 15,11-15-7-15,6-13-3 16,8-3 2-16,0-4-2 15,-4 4 1-15,-11 0 2 16,-13 7-6-16,-14 2 7 16,-14 4-4-16,-5-2 0 15,-8-1 2-15,-2-1 1 16,-2-9-1-16,-5-5-2 16,0-7 3-16,-6-4-1 15,-4 1 0-15,-7 2 4 0,-9 3-6 16,-12-1 4-16,-10-1 2 15,-4-4 0-15,-2-1-1 16,-20-5-2-16,-3-6 0 16,-6-5-3-16,-8-5 0 15,-8-2-4-15,-16 3 2 16,-17 0 1-16,-19 6-1 16,-15 4 0-16,-14-4 2 15,-10 3 0-15,-9 7 2 16,-10 13-2-16,-15 24 0 15,-12 24 1-15,-15 18-2 16,-15 46-8-16,-6 30 3 16,-3 27-21-16,8 23-39 15,19 12-51-15,29 13-102 16,21 0-134-16,21 7-153 0</inkml:trace>
  <inkml:trace contextRef="#ctx0" brushRef="#br0" timeOffset="112504.18">14113 10308 1180 0,'0'0'76'0,"0"0"-65"16,0 0 4-1,11-114 2-15,25 65 67 0,21-14-13 16,27-21-22-16,25-14-8 16,21-7-18-16,12 0 1 15,4 7-3-15,-4 7-13 16,-4 9 2-16,-14 11 0 16,-19 13-10-16,-23 14 1 15,-30 17 2-15,-24 13-3 16,-16 9 0-16,-10 5-2 15,-2 0 2-15,0 0 0 16,0 0-17-16,0 0-18 16,0 0-32-16,-7 0 3 15,0 0-36-15,1 5-73 0,1-3-60 16,0-2-194-16</inkml:trace>
  <inkml:trace contextRef="#ctx0" brushRef="#br0" timeOffset="113505.33">16027 9198 783 0,'0'0'0'0,"0"0"-15"15,0 0 15-15,0 0 70 0,0 0 19 16,0 0-33 0,18-5 0-16,-11-12-31 0,0 0 63 15,2-7-5-15,-1-4-38 16,-3 0-13-16,-1 0 7 15,-4-1 7-15,0-2-27 16,-2 4 1-16,-15-4 2 16,-6 2-12-16,-7-3-1 15,-2 4-5-15,3 9 1 16,1 5-5-16,5 14-11 16,-3 0 11-16,3 23 4 15,0 9-4-15,6 6-1 16,11 2-1-16,6-2 1 15,14 3-1-15,27-4 2 0,11-3 0 16,6-2 3-16,2-3-2 16,-1-2-2-16,-11 0 4 15,-11 1-3-15,-17-1 0 16,-13 1-5-16,-7 2 5 16,-10-5 8-16,-19-4 11 15,-7-6 15-15,-6-6 2 16,-7-4 3-16,1-5-13 15,2 0-20-15,8-12 4 16,8-16-8-16,11-9-2 16,16-7 0-16,3-3-7 15,29 1-13-15,14 2 5 0,11 7-5 16,-1 4-1-16,1 13-10 16,-11 10 2-1,-9 10 19-15,-10 7 7 0,-8 25 0 16,-6 7 1-16,-4 1 4 15,-3-2-2-15,3-8 2 16,1-9-1-16,1-9-1 16,3-7 0-16,5-5 6 15,0-2 17-15,3-17 6 16,-1-10 3-16,-5-2-2 16,-10-4-2-16,-3-3-5 15,-3 1-1-15,-21-4-10 16,-10 3-9-16,-1 9 0 0,3 9-6 15,5 9 2 1,13 11-5-16,5 0-9 0,9 15-18 16,0 11-24-16,6 2-14 15,25-1-63-15,12-5-48 16,11-15-107-16,1-7-102 16</inkml:trace>
  <inkml:trace contextRef="#ctx0" brushRef="#br0" timeOffset="113919.84">16508 8770 961 0,'0'0'83'16,"-69"-85"-32"-16,22 43 7 15,-10 2 45-15,-6-2-19 0,-9-1-45 16,-4 0-11-16,-3 2 1 16,-1 7-16-16,-1 12 21 15,4 20 9-15,2 2-15 16,3 37-13-16,8 17 2 15,12 26-7-15,16 28 8 16,16 25-12-16,20 21 15 16,8 10-3-16,33-7-14 15,15-14-1-15,14-24-1 16,12-23-2-16,9-27-1 16,7-24-5-16,4-23 5 15,2-22 1-15,1-9-17 16,-1-37-9-16,-5-24 7 15,-6-14 5-15,-11-10 14 0,-17-6 2 16,-21 1 8 0,-26-1 3-16,-18 1 1 0,-15 5-11 15,-33 0-1-15,-16 7-2 16,-10 11-1-16,-2 18-31 16,0 24-31-16,3 29-60 15,2 5-164-15,4 33-295 16</inkml:trace>
  <inkml:trace contextRef="#ctx0" brushRef="#br0" timeOffset="119736.51">23836 3182 725 0,'0'0'126'0,"0"0"-77"16,0 0 1-1,0 0 57-15,0 0 10 0,-72-76-27 16,72 68-33-16,0 1-3 16,0-2-15-16,0-4-24 15,13-2 4-15,7-3-13 16,7-1 2-16,6-1-6 16,4 4-2-16,-4 2 9 15,-6 5-6-15,-6 5-2 16,-10 2 2-16,-6 2-3 15,-2 0-10-15,1 0 9 16,0 14-4-16,3 10 5 16,0 14 7-16,0 20 1 15,-4 17 17-15,-1 18-6 0,-2 19 3 16,0 16 17-16,0 15-14 16,-2 14-7-16,0 10 10 15,2 5-18-15,0-1 6 16,9-9-6-16,8-6-1 15,1-11 3-15,-3-11-5 16,-2-9-1-16,-1-14-3 16,-2-10 0-16,-1-15 2 15,-1-17 4-15,-3-19-1 16,-2-14 1-16,-3-15 1 16,0-10 6-16,0-6 7 15,0-3-12-15,0 0 6 16,0-1-4-16,0-1-3 0,0 0-1 15,-13 1-2-15,-39 5 1 16,-35 5-8-16,-39 2-11 16,-19 5-30-16,-18 6-75 15,-15 2-262-15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03:50.45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8013 2450 848 0,'0'0'173'0,"0"0"-160"16,0 0 42-16,0 0 65 15,0 0-58-15,0 0-56 16,0 0-5-16,-42 50-1 0,30 20 24 15,4 16 31-15,5 8 30 16,3 1-10-16,0-8-1 16,0-7-23-16,6-10-47 15,11-12 3-15,3-10-6 16,4-7-1-16,3-8-4 16,2-8-43-16,7-6-178 15,-3-16-93-15,-3-3-376 16</inkml:trace>
  <inkml:trace contextRef="#ctx0" brushRef="#br0" timeOffset="634.02">8608 2668 1204 0,'0'0'119'0,"0"0"-108"16,0 0 51-16,0 0 65 16,0 0-67-16,0 0-29 15,-5-15-12-15,-10 13 5 16,-9 2-10-16,-7-1-7 16,-4-2-5-16,3-3 1 15,2 0 9-15,5-2 10 0,5 2-4 16,3 1-10-1,5 0-5-15,2 1-1 0,5 4-2 16,4 0 0 0,-1 0-4-16,2 0 0 0,0 0-2 15,-1 11-3-15,-6 15 9 16,-3 11-1-16,-2 4 1 16,0-2 3-16,2-5 0 15,2-10-3-15,3-7 0 16,3-8-1-16,2-4 0 15,0-4 0-15,0-1-6 16,0 0 0-16,0 0-7 16,7 0 10-16,16-1 4 15,10-7 0-15,9 2 0 0,2 5-18 16,1 1-26-16,3 9 13 16,-6 16 21-16,-3 9-1 15,-13 4 6-15,-9 5-2 16,-10-3 6-16,-7-3 1 15,0-9 2-15,-15-7 5 16,-12-3 4-16,-8-4 45 16,-4-4-13-16,-4-1-17 15,3-4-11-15,7-4-9 16,3-1-4-16,4 0 1 16,8-3-3-16,6-8-25 15,10 1-94-15,2-4-134 16,17 3-246-16</inkml:trace>
  <inkml:trace contextRef="#ctx0" brushRef="#br0" timeOffset="828.42">8869 2958 984 0,'0'0'275'0,"0"0"-266"15,0 0-9-15,0 107 2 0,0-64 5 16,0-1-6 0,0-1-1-16,0-6-17 0,0-7-314 15,-5-10-199 1</inkml:trace>
  <inkml:trace contextRef="#ctx0" brushRef="#br0" timeOffset="1070.79">9059 2703 1042 0,'0'0'125'0,"0"0"-117"0,17 112-8 16,-5-55 8-16,5 3 6 15,-2 0-2-15,-1-2-9 16,-2-6-3-16,-3-8 0 16,-1-6-41-16,-3-13-261 15,-3-8-84-15</inkml:trace>
  <inkml:trace contextRef="#ctx0" brushRef="#br0" timeOffset="1308.36">9321 2672 134 0,'0'0'1056'16,"0"0"-1047"-16,0 0-9 15,3 116 6-15,7-60-2 16,0 5-1-16,1 1 1 15,0-6-1-15,-3-4-3 16,0-7-6-16,-1-9-200 16,-2-10-172-16</inkml:trace>
  <inkml:trace contextRef="#ctx0" brushRef="#br0" timeOffset="1652.36">9513 2485 998 0,'0'0'270'0,"0"0"-270"16,0 0-12-16,0 0 12 16,75 122 33-16,-45-54-6 0,0 4 8 15,-7-1-6-15,-6 1-9 16,-8-3-3-16,-9 0-4 16,0-6 4-16,-10-5-8 15,-12-7-7-15,-5-5 0 16,-1-8-2-16,-2-7-199 15,1-15-305-15</inkml:trace>
  <inkml:trace contextRef="#ctx0" brushRef="#br0" timeOffset="1923.86">10245 2797 1458 0,'0'0'173'16,"0"0"-173"-16,0 0-37 15,0 0 34-15,0 0 3 16,130-2 10-16,-61 5-10 15,-6 0-1-15,-12-3-188 16,-20 0-119-16,-21 0-540 16</inkml:trace>
  <inkml:trace contextRef="#ctx0" brushRef="#br0" timeOffset="2080.58">10265 2975 822 0,'0'0'685'16,"0"0"-685"-16,0 0-106 16,93 24 98-16,-28-23-27 15,9-1-311-15,-5-3-435 16</inkml:trace>
  <inkml:trace contextRef="#ctx0" brushRef="#br0" timeOffset="2601.78">11010 2781 1359 0,'0'0'146'0,"0"0"-130"16,0 0-16-16,0 0 41 15,0 0-9-15,89-68-20 16,-69 42-6-16,-7-2 6 15,-3-2 6-15,-3-5 8 16,-4 1-7-16,-3-1-4 16,0 6 0-16,0 9-1 0,0 10-4 15,0 7 0 1,0 3-10-16,0 0-2 0,0 3-7 16,0 22 0-16,0 10 8 15,0 15 0-15,0 7 1 16,0 4-1-16,0 2 1 15,4-2 0-15,6 1-1 16,-3-1 0-16,-2-8 1 16,-5-4 0-16,0-12 0 15,-5-9 0-15,-12-10-1 16,-3-4 1-16,-5-6 0 16,-7-3 3-16,-2-3 5 15,3-2 1-15,7 0-8 0,10 0 11 16,8 0 21-1,6-3-3-15,0-5-8 0,20-1-18 16,19-8-1 0,13-3-6-16,12 2-1 0,5 1-2 15,4 1-51-15,2 2-27 16,-5 0-68-16,-13 3-152 16,-15 2-436-16</inkml:trace>
  <inkml:trace contextRef="#ctx0" brushRef="#br0" timeOffset="4384.58">1792 5434 1224 0,'0'0'46'0,"0"0"-41"0,0 0 81 15,0 0-8 1,0 0-39-16,73-91-33 0,-32 81 1 16,2 5-6-1,-3 5 3-15,-6 9-4 0,-10 23-7 16,-12 15 6-16,-10 11 1 15,-2 10 9-15,-14 2-6 16,-16-1 6-16,-9-4-9 16,-2-10 2-16,5-18-2 15,10-13 13-15,13-14-13 16,8-10 2-16,5 0 9 16,0-20-11-16,18-20-20 15,14-9-68-15,12-8 34 16,3 0-21-16,-1 2-1 0,-1 4 5 15,-6 11 58-15,-6 4 13 16,-8 9 5-16,-8 5-2 16,-3 4 11-16,-8 3 27 15,-1 2-5-15,-5 2 13 16,0 6-4-16,0 1 12 16,0 4-5-16,0 0 20 15,-11 0-32-15,-3 11-34 16,-3 8-6-16,1 10 3 15,-1 7-1-15,5 6 4 16,2 8 4-16,9 1-1 16,1 0-2-16,0-2-7 15,7-6 5-15,9-6-1 16,4-5-4-16,5-6 2 16,5-7-2-16,3-5-16 0,6-10-139 15,3-4-111-15,0-10-475 16</inkml:trace>
  <inkml:trace contextRef="#ctx0" brushRef="#br0" timeOffset="4543.5">2710 5532 1575 0,'0'0'29'0,"0"0"-29"0,0 0-8 16,0 0 8-1,117-5 0-15,-59 6-164 0,-6 4-162 16,-17-1-471-16</inkml:trace>
  <inkml:trace contextRef="#ctx0" brushRef="#br0" timeOffset="4715.1">2773 5775 1384 0,'0'0'81'16,"0"0"-81"-16,0 0-12 0,0 0 12 16,148 10 0-1,-75-10-156-15,-3 0-122 0,-8 0-299 16</inkml:trace>
  <inkml:trace contextRef="#ctx0" brushRef="#br0" timeOffset="5067.42">3626 5719 1054 0,'0'0'302'16,"0"0"-301"-16,0 0 4 15,87 0 33-15,-22-7-4 16,22-2-10-16,18-4-8 16,7-2-4-16,-1 4 5 15,-14 0-6-15,-17 4 2 16,-20 2-5-16,-15 1-8 15,-12 4 2-15,-16 0-2 16,-8 0-22-16,-9 0-114 16,0 0-67-16,-22 0-351 15</inkml:trace>
  <inkml:trace contextRef="#ctx0" brushRef="#br0" timeOffset="6290.04">4742 5594 1432 0,'0'0'91'0,"0"0"-90"0,0 0 6 15,0 0 0-15,0 0-7 16,0 0-9-16,18-3-76 15,-12 3-63-15,1 0-181 16,-4-2-507-16</inkml:trace>
  <inkml:trace contextRef="#ctx0" brushRef="#br0" timeOffset="6591.06">4984 5021 1127 0,'0'0'124'16,"0"0"-124"-16,0 0 0 16,0 0 0-16,0 0 4 15,42 104 2-15,-23-39 1 16,0 6 18-16,-2 2 32 15,-7 2-26-15,-6 1-7 16,-1-6-17-16,-3-4-2 16,3-10-5-16,0-14 0 15,4-10-8-15,1-15-126 16,3-17-120-16,5 0-165 0</inkml:trace>
  <inkml:trace contextRef="#ctx0" brushRef="#br0" timeOffset="6831.59">5299 4988 1262 0,'0'0'66'0,"0"0"-66"15,0 0-1-15,0 0 1 16,3 130 79-16,6-52-40 15,1 0-25-15,3-3-7 0,0-2-1 16,0-4-6-16,-3-3 4 16,2-7-4-16,-1-8-109 15,2-13-153-15,-1-16-397 16</inkml:trace>
  <inkml:trace contextRef="#ctx0" brushRef="#br0" timeOffset="7034.72">5707 5339 1473 0,'0'0'116'0,"0"0"-116"16,0 0-2-16,103-6 2 15,-34 6 10-15,12 0-4 16,-1 0-6-16,-9 0-17 15,-13-2-229-15,-15-7-210 16</inkml:trace>
  <inkml:trace contextRef="#ctx0" brushRef="#br0" timeOffset="7230.44">5998 5149 1295 0,'0'0'175'0,"0"0"-175"16,0 0-3-16,-8 89 3 16,11-32 9-16,11 8-6 15,-1 0 3-15,-5-5-6 16,-5-5-2-16,0-8-187 16,-3-15-274-16</inkml:trace>
  <inkml:trace contextRef="#ctx0" brushRef="#br0" timeOffset="8189.17">6705 5542 939 0,'0'0'442'0,"0"0"-400"0,0 0-24 15,0 0 134 1,0 0-58-16,0 0-73 0,109-15-10 16,-28 8 2-16,2 0 3 15,0 3-7-15,-6 2-8 16,-6 2 3-16,-6 0-4 15,-9 0 0-15,-8 0-36 16,-15 0-127-16,-11 0-81 16,-9 0-144-16,-10-6-349 15</inkml:trace>
  <inkml:trace contextRef="#ctx0" brushRef="#br0" timeOffset="8390.23">7692 5427 1503 0,'0'0'12'0,"0"0"0"15,0 0-15-15,0 0 3 16,0 0-199-16,0 0-298 15</inkml:trace>
  <inkml:trace contextRef="#ctx0" brushRef="#br0" timeOffset="9047.69">8267 4969 1135 0,'0'0'240'0,"0"0"-238"16,0 0 18-16,0 0 103 16,0 0-48-16,0 0-52 15,-70-1-8-15,33 8 5 16,-3-1-2-16,1-3 0 0,7-3-8 15,6 0-1-15,6 0 5 16,8 0-10-16,5 0 2 16,6 0-2-16,-1 0-3 15,2 0-2-15,0 0 1 16,0 0-4-16,0 0 4 16,0 0-3-16,0 0 1 15,0 2-2-15,0 17 1 16,0 13 3-16,-1 9 3 15,-9 9-2-15,-4 0 0 16,-1-4 1-16,3-11-2 16,4-12 0-16,3-12 1 0,5-9-1 15,0-2 0 1,0 0-5-16,3 0 3 0,20-8 2 16,11-5 7-16,8-2-4 15,5 3-3-15,-1 6 0 16,-2 6-9-16,-2 0-17 15,-6 18 17-15,-4 10 3 16,-5 7 6-16,-8 3 0 16,-9 2-2-16,-10-2 2 15,0-4 5-15,-6-3-3 16,-15-6 18-16,-6-5-4 16,-3-5 11-16,-3-4-17 15,-1-6-9-15,0-3 2 16,5-2-3-16,-1 0-40 15,-2 0-105-15,-2 0-220 0,-6-5-394 16</inkml:trace>
  <inkml:trace contextRef="#ctx0" brushRef="#br0" timeOffset="10710.96">9252 5200 762 0,'0'0'496'0,"0"0"-496"16,0 0-239-1,0 0 193-15,0 0-109 0,0 0-362 16</inkml:trace>
  <inkml:trace contextRef="#ctx0" brushRef="#br0" timeOffset="10858.16">9444 5586 1483 0,'0'0'34'0,"-116"88"-34"16,40-22-50-16,-4 2-16 16,3-4-83-16,8-8-394 0</inkml:trace>
  <inkml:trace contextRef="#ctx0" brushRef="#br0" timeOffset="19462.39">11810 4962 672 0,'0'0'181'0,"0"0"-156"16,0 0 40-16,0 0 70 15,45-89-27-15,-33 65-54 0,2-2-35 16,-2 2 3-16,0 3 16 16,-5 0-16-16,-4 0-8 15,-3 0 1-15,0-4-3 16,0 1-8-16,-6 1 1 15,-10 2-3-15,1 5-1 16,-3 9 5-16,-6 7 10 16,-6 4 17-16,-6 27-31 15,-3 14 0-15,2 15 13 16,10 15 1-16,10 9 6 16,10-1-1-16,7-8-18 15,0-13 4-15,21-18-6 16,13-15 3-16,0-9-4 15,4-11 0-15,-2-9-5 16,-1-2-8-16,-3-23-3 0,-2-14 10 16,-4-14 5-1,-7-14-1-15,-2-7 0 0,-5 1 2 16,-5 7 1-16,-3 17 5 16,0 13-1-16,-2 16 9 15,-1 11 7-15,-1 9 5 16,0 0-26-16,2 17-17 15,1 16 11-15,2 9 6 16,4 11 0-16,4 0 0 16,5-1-28-16,6-3-85 15,1-5-105-15,-2-12-225 16</inkml:trace>
  <inkml:trace contextRef="#ctx0" brushRef="#br0" timeOffset="19740.2">12333 4933 763 0,'0'0'500'0,"0"0"-494"15,0 0 3-15,0 0-9 0,0 0 53 16,89 0-5 0,-34 3-34-16,9-3 4 0,4 0-16 15,2-5-2-15,-7-5-6 16,-11 0-70-16,-11 4-92 16,-17-5-109-16,-10-2-185 15</inkml:trace>
  <inkml:trace contextRef="#ctx0" brushRef="#br0" timeOffset="19969.27">12600 4722 413 0,'0'0'729'15,"0"0"-698"-15,0 0-14 16,0 0 6-16,14 132 44 16,-6-65-30-16,-1 3-27 15,2 0-10-15,-5-7-6 16,3-9-141-16,-4-14-278 16</inkml:trace>
  <inkml:trace contextRef="#ctx0" brushRef="#br0" timeOffset="22234.5">13619 4663 1021 0,'0'0'133'16,"0"0"-109"-16,0 0 50 0,0 0 46 16,0 0-45-1,0 0-44-15,0-7-14 0,0 7 6 16,-2 0 2-16,-13 0-8 15,-10 0-11-15,-10 0-3 16,-4 0-1-16,0 0 1 16,-2 0 3-16,6 0 1 15,5 0-1-15,11 0 3 16,8 0-5-16,8 0 12 16,3-1-5-16,0-2 5 15,0 3-2-15,0 0-3 16,0 0-2-16,0 0-3 15,0 0-6-15,0 0-3 0,0 0-9 16,0 0-3 0,0 8-2-16,0 12 17 0,0 1 3 15,0 2-2-15,0-4 0 16,0-3 1-16,-3-3-1 16,0-4-1-16,0-3 4 15,0-1-4-15,1-4 4 16,2-1-4-16,0 0 4 15,0 0 0-15,4 0-4 16,17 0-1-16,11-1 1 16,8-4 0-16,-2 5-11 15,-1 0-24-15,-5 3 21 0,-5 15-1 16,-4 0 7-16,-8 2 5 16,-5-1 0-16,-6-3 1 15,-4 1 2-15,0-2 3 16,-2 2 9-16,-16-1 21 15,-11 4 3-15,-9-1-2 16,-8 4-18-16,0-2-7 16,1-2-4-16,7 0-5 15,12-8 1-15,13-3-1 16,9-5-44-16,4-3-110 16,16 0-81-16,18-12-213 15</inkml:trace>
  <inkml:trace contextRef="#ctx0" brushRef="#br0" timeOffset="22897.56">13951 4645 1158 0,'0'0'135'16,"0"0"-126"-16,0 0 1 15,0 0 94-15,0 0-16 16,0 0-65-16,0-11-13 16,0 11 8-16,-3 0 19 15,-11 0 2-15,-2 0-21 16,-4 0-5-16,1 0 5 16,-2 0-6-16,-1 0-3 15,4 0-9-15,2 2 4 0,8 1-4 16,3 1 1-16,4-4-2 15,1 0 1-15,0 0-3 16,0 0 2-16,0 0-2 16,0 0 3-16,0 4-3 15,0 1-6-15,0 2 9 16,0 6 2-16,0 4-2 16,0 3-1-16,0 2 1 15,0-1 3-15,0 1-3 16,0-6 3-16,0-3-4 15,0-2 1-15,0-5 0 0,0-3 0 16,0 0 2-16,0-3-3 16,3 0 1-16,5 2-11 15,9-1 11-15,7-1 4 16,5 0-4-16,7 0-10 16,0 0-21-16,1 0 12 15,-2 3 3-15,-4 5 13 16,-7 4 1-16,-7 1 0 15,-9 5 2-15,-8 0 1 16,0 3 13-16,-4 0 10 16,-22-2-5-16,-6 3 0 15,-4-4 2-15,-5-2-14 0,3 0-5 16,5-7-2 0,4-4-1-16,9-2-15 0,9-3-77 15,6 0-85-15,5-13-71 16,5-17-338-16</inkml:trace>
  <inkml:trace contextRef="#ctx0" brushRef="#br0" timeOffset="23134.29">14297 4469 1367 0,'0'0'63'0,"0"0"-63"15,0 0 0 1,0 0 4-16,0 0 28 0,19 137 30 16,-4-69-43-16,-4-1-13 15,-2-3-2-15,-2-3 2 16,-3-2-6-16,2-9 0 16,-5-8-13-16,2-13-65 15,1-13-72-15,1-9-75 16,4-7-179-16</inkml:trace>
  <inkml:trace contextRef="#ctx0" brushRef="#br0" timeOffset="23463.29">14570 4641 972 0,'0'0'211'0,"0"0"-200"0,0 0-2 16,0 0 22-16,0 0 2 15,0 0-1-15,-85 51-13 16,45-22 4-16,-2 0 22 16,3-3 0-16,6-3 2 15,12-10-24-15,12-5-7 16,7-8 7-16,2 0-2 16,0 0-15-16,20 1 0 15,13 2 25-15,13 1-2 16,4 0-18-16,3 1-7 15,-1 4-6-15,-5 2 2 0,-4 5-18 16,-4 1-37 0,-4 3-80-16,-2-2-25 0,-4-3-65 15,-4-9-221-15</inkml:trace>
  <inkml:trace contextRef="#ctx0" brushRef="#br0" timeOffset="23725.26">14867 4331 1332 0,'0'0'46'0,"0"0"-46"16,0 0-5-16,0 0 5 15,17 89 25-15,8-13 61 16,1 10-66-16,-5 4-9 15,-7 3 3-15,-4-2 1 16,-4-5-5-16,-2-8-9 16,-3-9 1-16,1-15-2 15,-1-13-33-15,-1-16-101 16,0-17-17-16,0-8-168 16,0-12-235-16</inkml:trace>
  <inkml:trace contextRef="#ctx0" brushRef="#br0" timeOffset="24866.72">14983 4074 1363 0,'0'0'31'0,"0"0"-29"15,0 0 28-15,0 0 62 16,-130-5-45-16,66 11-19 16,-16 6 8-16,-19-2 16 15,-16-3-16-15,-12-5-6 16,-21-2-13-16,-15 0-7 0,-19-3 5 16,-19-5 0-16,-5-1-15 15,1 3 10-15,7 0-2 16,9 1 1-16,14 2 6 15,15-3-3-15,11 3-12 16,18-1 1-16,14 0 2 16,15-1-1-16,14-2 0 15,9 2-2-15,7-1 2 16,1 2 1-16,8 2-3 16,6 0 0-16,7 2 4 15,9 0-5-15,0 0 1 16,7 0 0-16,3 2-1 15,8 0 3-15,4-2-2 16,2 2 0-16,3 0-1 16,-8 2 1-16,-3 1 0 0,-2 1-4 15,1 2 3-15,2-1 1 16,9-1 1-16,3-2-1 16,4 1-3-16,5-3 2 15,1-1 2-15,0-1 0 16,2 0-1-16,0 1 4 15,0-1-4-15,0 0 0 16,0 0 1-16,0 0-3 16,0 0 3-16,0 0-2 15,0 0 1-15,0 2-1 0,0-2 1 16,0 2-3 0,0-2 2-16,0 1-1 0,0 1 2 15,0 6-1-15,0 11-1 16,0 13 2-16,0 20 0 15,0 15 2-15,0 20 0 16,17 19 10-16,4 17-7 16,3 19 4-16,3 10-1 15,-2-2-5-15,-1-1 5 16,2-14-6-16,-4-16 1 16,0-15 3-16,-4-17-1 15,-3-11 1-15,-4-15-2 16,-2-10 2-16,-3-14-1 15,-2-12 0-15,-1-10-3 16,-1-10 5-16,-2-1-7 0,0-4 5 16,0 0 3-16,1 0-1 15,2 0 6-15,10 0-2 16,17 0-9-16,13-4 9 16,21-5-1-16,13 1-5 15,16 0-5-15,22 1 1 16,27 0-1-16,31-3 0 15,26 1 2-15,23-2 3 16,26 1-2-16,17-2-3 16,8 2-2-16,-1 2 2 15,-17 1 0-15,-27 0 2 16,-27-1-2-16,-32 1-4 0,-32 1 2 16,-30 0 1-1,-28 0 1-15,-24 2 0 0,-17-1 1 16,-14 2 1-16,-11 1 0 15,-6 2 0-15,-7 0-2 16,0 0 0-16,0 0-1 16,0 0-8-16,0 0-11 15,0 0-10-15,0 0-5 16,0 0-3-16,2 0-13 16,-2-2-34-16,0-11-89 15,-20-11-420-15</inkml:trace>
  <inkml:trace contextRef="#ctx0" brushRef="#br0" timeOffset="26029.45">12547 4465 820 0,'0'0'172'0,"0"0"-169"16,0 0 3-16,0 0 102 15,0 0-9-15,0 0-17 16,0 0 65-16,43-63-1 15,-7 28-58-15,22-17-41 16,31-16-31-16,38-18 13 16,33-15-7-16,24-9-15 15,17-2-4-15,4 6-1 16,6 12 2-16,1 11-2 16,1 9-2-16,-11 9 0 15,-20 7-6-15,-27 9 6 16,-35 12 2-16,-37 11-2 15,-33 9 5-15,-27 8-5 16,-11 4 5-16,-8 3-5 0,-4 2 2 16,0 0 0-16,0-2 11 15,0 0-6-15,0 0-6 16,-2 0-1-16,-20-3-3 16,-10 2 1-16,-9 0-1 15,-6 3 3-15,2-1 2 16,3 1 0-16,9-2-2 15,8-1 6-15,13 2-5 16,7-1 4-16,5 1-4 16,0 1-2-16,0 0 1 15,1 0-12-15,15 0 10 16,3 10-2-16,7 9 8 0,-3 3-6 16,-3 0 2-1,-5 3-3-15,-5-3-8 0,-5 0-45 16,0-1-73-16,0-4-140 15,-1-14-159-15</inkml:trace>
  <inkml:trace contextRef="#ctx0" brushRef="#br0" timeOffset="26511.61">16023 2510 1591 0,'0'0'13'0,"0"0"3"16,0 0-16-16,0 0 69 16,0 0-29-16,0 0-40 15,-94 12 2-15,78 58-2 16,0 12 12-16,10-1-6 15,6-11 5-15,0-12-10 16,20-12-1-16,10-9 0 16,7-11-4-16,-1-8 4 15,-1-11 1-15,-5-7-1 16,-2 0-1-16,-5-7-1 16,-5-18 2-16,-1-6 5 0,-7-7-4 15,-3-6 4-15,-4 4-5 16,-3 2 3-16,0 10-3 15,0 12 6-15,0 13 3 16,0 3-5-16,0 19-4 16,0 27-3-16,0 26 3 15,0 17 8-15,0 6 0 16,0-3-5-16,0-10 0 16,0-9-3-16,17-10-30 15,-1-10-95-15,0-13-174 16,0-19-232-16</inkml:trace>
  <inkml:trace contextRef="#ctx0" brushRef="#br0" timeOffset="26798.52">16451 2948 1307 0,'0'0'92'0,"15"-113"-91"16,2 56 56-16,-3-2 29 15,-3 3-12-15,-10 11-16 16,-1 10-41-16,0 13 10 16,0 11 1-16,-6 11-14 0,-3 0-4 15,-6 22-8 1,-5 27 1-16,-4 19 2 0,3 6 2 16,9-1 3-1,9-12-5-15,3-10-3 0,10-11-3 16,16-7 1-16,12-10-25 15,5-8-38-15,9-13-94 16,5-2-133-16,-2-17-207 16</inkml:trace>
  <inkml:trace contextRef="#ctx0" brushRef="#br0" timeOffset="27163.94">16777 2709 1143 0,'0'0'204'16,"0"0"-164"-16,0 0 68 15,0 0-49-15,0 0-57 0,0 0 36 16,13 127 29-16,4-75-59 16,3-5-1-16,0-7-2 15,-3-7-1-15,-4-11-2 16,-5-8 0-16,-2-10 0 16,-5-4 0-16,2 0 7 15,3-7 9-15,2-21-4 16,4-12 0-16,0-9-6 15,-1-3-4-15,-1 7 1 16,-2 9 8-16,-1 11 8 16,-4 13 1-16,1 7-9 15,-4 5-11-15,5 0-2 16,2 8-9-16,6 16 0 16,2 5 8-16,0 3 0 0,-2-3 1 15,-1-3 0 1,-1-2-32-16,3-7-42 0,1-1-97 15,4-9-101-15,4-7-157 16</inkml:trace>
  <inkml:trace contextRef="#ctx0" brushRef="#br0" timeOffset="27443.72">17278 2892 919 0,'0'0'247'0,"0"0"-214"16,0 0 56-16,45-86 32 15,-31 64-9-15,-4-2-52 16,-5 0-13-16,-3-1 3 0,-2 4-14 16,0 1-16-16,-3 9-3 15,-8 3-17-15,1 5 6 16,-1 3-6-16,-1 5-1 16,-3 19-1-16,1 13 2 15,4 6 2-15,6 1-2 16,4-3 0-16,0-4-2 15,16-6-21-15,13-6-50 16,4-8-35-16,3-10-84 16,3-7-126-16,-5 0-37 15,-8-14-11-15</inkml:trace>
  <inkml:trace contextRef="#ctx0" brushRef="#br0" timeOffset="28229.02">17533 2818 708 0,'0'0'282'0,"0"0"-143"0,0 0 12 16,0 0-16-16,0 0-91 15,0 0-39-15,38-31-5 16,-15 54 25-16,6 2-3 16,1 3-4-16,-4 1-2 15,-5 0 1-15,-6-4-6 16,-7-4 0-16,-7-6-1 16,-1-6-4-16,0-5 14 15,0-2 18-15,0-2 20 16,0 0 6-16,-1-5-18 15,-4-18-20-15,0-15-24 0,5-10-1 16,0-3-1-16,11 6-4 16,10 10-18-16,3 10-5 15,2 7-26-15,9 7-39 16,4 9-65-16,1 2-66 16,-2 7-37-16,1 13 21 15,-3-3-54-15,-2-5-43 16,-6-4 244-16,-9-8 92 15,-8 0 302-15,-6 0-10 16,-5-10 19-16,0-2-90 16,0 1-77-16,-11 0-53 15,-3 4-4-15,3 4-23 16,-6 3-9-16,-5 5-38 0,-3 22-12 16,-2 8 2-16,5 2-5 15,8-3-1-15,5-7 1 16,9-8-1-16,0-10-2 15,0-5-3-15,4-4 4 16,14-4 11-16,7-14 5 16,5-7-16-16,-2-2-13 15,-3 4 8-15,-6 7-3 16,-4 5-2-16,-3 10 8 16,1 1-4-16,2 10-19 15,5 12 25-15,7 7 6 16,5-3 4-16,4-7-6 15,5-6 3-15,2-13 1 16,-1 0-8-16,-5-9-7 0,-7-14-5 16,-8-7 5-1,-11-8 1-15,-8-5 6 0,-3-12 0 16,0-3 1-16,-1-7-1 16,-12 3 1-16,-1 13 12 15,3 15-3-15,4 19 18 16,4 12 14-16,3 3-30 15,0 16-12-15,0 26-4 16,0 21 4-16,1 6 12 16,4 3-9-16,2-6-3 15,-1-10 0-15,3-5-41 16,1-5-107-16,3-15-170 0,4-13-384 16</inkml:trace>
  <inkml:trace contextRef="#ctx0" brushRef="#br0" timeOffset="28594.67">19047 2572 1357 0,'0'0'217'0,"0"0"-199"16,0 0-8-16,0 0 48 15,0 0-20-15,-103-5-22 16,78 28-14-16,1 3 7 0,2 0-9 15,7 1 1-15,8-2-3 16,7-3 1-16,0-2 1 16,16-4-2-16,10 0-4 15,10 0-7-15,3-3-3 16,7 2 15-16,-2-2-2 16,-6 0 3-16,-10-1 0 15,-11-3 0-15,-10-5 1 16,-7 1 15-16,0-5 10 15,0 1 5-15,-19 3 4 16,-16 2-6-16,-12-1-6 16,0-1-20-16,5-4-3 15,14 0 0-15,10 0-78 16,13-5-129-16,5-18-242 16</inkml:trace>
  <inkml:trace contextRef="#ctx0" brushRef="#br0" timeOffset="29027.36">19203 2741 1208 0,'0'0'160'0,"0"0"-160"15,0 0 0-15,0 0 80 16,0 0-17-16,0 0-39 16,48 80-11-16,-27-72 6 15,-2-7-10-15,-3-1 8 16,-5-3 5-16,-6-14 40 15,-5-5-9-15,0-3-34 0,0-4 0 16,-8-2-19-16,-14 2-2 16,-2 0 2-16,3 5 0 15,3 4-1-15,4 7 1 16,6 4 2-16,4 0 1 16,4-5 4-16,0-4-6 15,6-3-2-15,14-1-10 16,5 1 4-16,6 1 5 15,3 4 2-15,-1 0 0 16,2 5 1-16,-6 3 0 16,-2 3-1-16,-4 5 2 15,-1 0 2-15,-2 13 2 16,2 16-4-16,-2 16 11 16,-7 13 0-16,-3 8-2 0,-7 0-4 15,-3-1-3-15,0-8-4 16,0-1-47-16,0-8-120 15,0-11-315-15</inkml:trace>
  <inkml:trace contextRef="#ctx0" brushRef="#br0" timeOffset="29138.57">19664 2862 1565 0,'0'0'0'15,"0"0"-42"-15,0 0 9 16,0 0-185-16,0 0-445 15</inkml:trace>
  <inkml:trace contextRef="#ctx0" brushRef="#br0" timeOffset="42340.02">1422 7701 1099 0,'0'0'5'0,"0"0"-5"0,0 0-10 16,0 0 10-1,25-100 40-15,-15 68-6 0,0 2-9 16,-1-1 3-16,-2 9-2 16,-4 9 0-16,-1 5 13 15,-2 8-10-15,0 0 2 16,0 0-11-16,0 0-20 16,0 2-1-16,0 20-5 15,0 14 6-15,0 15 27 16,0 8-12-16,0 7-11 15,0 3 6-15,0 2-6 16,0-6-4-16,0-9 4 16,0-11-3-16,0-12 1 15,-11-9-2-15,0-6 1 0,-2-5 1 16,-1-4 6-16,-1-4-1 16,2-5-1-16,0 0 4 15,1 0-2-15,2-5 1 16,4-4-2-16,5 1-7 15,1 1 4-15,0-2-4 16,17 0-6-16,12 1-8 16,13 3-36-16,7 5-20 15,3 0-40-15,2 0-197 16,-6 11-215-16</inkml:trace>
  <inkml:trace contextRef="#ctx0" brushRef="#br0" timeOffset="42457.97">1906 8030 1396 0,'0'0'183'0,"0"0"-169"16,0 0-7-16,0 0-7 16,0 0-1-16,0 0-103 15,-14-64-188-15,45 56-392 16</inkml:trace>
  <inkml:trace contextRef="#ctx0" brushRef="#br0" timeOffset="42794.51">2778 7410 1114 0,'0'0'228'15,"0"0"-179"-15,0 0-32 16,0 0 39-16,0 0-27 16,0 0-17-16,107-28-6 15,-36 17-4-15,4 2 8 16,-5-2-10-16,-11 5-44 15,-13 4-81-15,-13 2-25 0,-14 0-145 16,-19 0-194-16</inkml:trace>
  <inkml:trace contextRef="#ctx0" brushRef="#br0" timeOffset="42974.46">3116 7410 1205 0,'0'0'120'0,"0"0"-118"15,-15 105-2-15,15-40 14 16,0 5 43-16,0 4-21 16,4-2-28-16,3-5-3 15,0-3-5-15,-1-5-6 0,-2-7-104 16,-2-11-123-16,-1-15-184 16</inkml:trace>
  <inkml:trace contextRef="#ctx0" brushRef="#br0" timeOffset="43591">3395 7667 1100 0,'0'0'234'16,"0"0"-219"-16,0 0 27 15,0 0 83-15,-95-36-48 16,79 48-60-16,3 20-17 0,0 9 1 15,1 6 11 1,7 0-9-16,5-2 1 0,0-7-4 16,4-11 1-16,8-9-2 15,4-8 2-15,-1-9-2 16,4-1-8-16,3-4 9 16,-5-20-5-16,4-12 5 15,-6-8 0-15,-3-5-3 16,-4 2-7-16,-3 11 10 15,-3 15 7-15,-2 12 7 16,0 9 12-16,0 0-26 16,0 24-12-16,8 15 3 0,5 11 9 15,6 0 2 1,3-1-2-16,5-9-4 0,4-9-12 16,1-13-114-16,-2-12-23 15,0-6 32-15,-2-18-2 16,-6-17-31-16,-5-5 9 15,-10-7 145-15,-7-6 8 16,0-4 68-16,-3-3 0 16,-8-9 41-16,-1 0 1 15,4 5-18-15,1 15-18 16,4 20 2-16,1 17 21 16,2 12-26-16,0 2-79 15,0 31-6-15,2 22 6 16,11 19 28-16,1 10-9 15,0 1-9-15,-1-3-7 0,-2-4 1 16,-4-7-4-16,0-8-22 16,-3-13-114-16,2-13-51 15,0-18-103-15,4-18-314 16</inkml:trace>
  <inkml:trace contextRef="#ctx0" brushRef="#br0" timeOffset="44075.23">3927 7699 585 0,'0'0'724'0,"0"0"-716"16,0 0-5-1,0 0 74-15,0 0-48 0,-86 27-21 16,61-2-6 0,-5 3-2-16,2-3 4 0,4-3 7 15,8-8-1-15,6-6 0 16,10-8 1-16,0 0 33 15,0 0-12-15,1 0-22 16,18-4-9-16,7-3 11 16,8 3-10-16,3 4-2 15,1 7-11-15,1 16 7 16,-3 5-4-16,-2 4 5 16,-3-6 2-16,-2-3-5 0,1-9-32 15,-3-11-56 1,-2-3 16-16,0-8 44 0,-5-15 24 15,-5-5 10-15,-5-4 4 16,-4 0 7-16,-6-3 19 16,0-1 33-16,0 5-17 15,0 4-8-15,-7 11 55 16,2 8-44-16,1 5-9 16,2 3 4-16,2 0-44 15,-1 19 0-15,1 14 0 16,-2 7 5-16,2 2-4 15,0-7 6-15,7-7-7 16,13-5-14-16,7-8-51 16,5-7-122-16,8-8-98 15,0-2-352-15</inkml:trace>
  <inkml:trace contextRef="#ctx0" brushRef="#br0" timeOffset="45155.94">4858 7622 1086 0,'0'0'465'0,"0"0"-461"16,0 0-3-16,0 0-1 16,0 0 6-16,0 0-6 15,82-24-7-15,-57 57 7 0,-2 6 0 16,-6 3 1-1,-5 0 0-15,-7 2 2 0,-5-1 2 16,0-5 4-16,0-10-7 16,0-9-2-16,-2-10 0 15,1-8 0-15,1-1 19 16,0 0-13-16,0-19 11 16,0-18-17-16,0-6-32 15,0-4 24-15,8 5 5 16,5 11-5-16,2 8 5 15,1 9-5-15,-3 9 5 16,0 5-7-16,1 0 4 16,1 0 3-16,-1 13-2 15,2 8 3-15,-1 2 1 0,-4 2-4 16,1 1 5-16,-1-4 3 16,2-3-2-16,-1-2-1 15,-2-6 0-15,-1-6 0 16,-1-3-1-16,3-2-8 15,0 0 2-15,5-7-19 16,-2-14 4-16,1-6 9 16,-2-5 13-16,-6-3 1 15,0-2 4-15,0-2-4 16,1 4 12-16,-1 5 16 16,-4 10-10-16,1 13 22 15,-2 4-3-15,-1 3-17 16,4 6-21-16,3 20 2 0,4 10 3 15,3 5 23-15,0-4-23 16,2-5-2-16,-1-6-2 16,5-6-1-16,0-3-1 15,1-5-28-15,0-3-19 16,1-4-39-16,3-5-45 16,0 0 6-16,1-16 63 15,-5-3 21-15,-7-4 25 16,-7 3 17-16,-5 4 36 15,-3 4 35-15,0 6 3 16,0 3-5-16,0 3 31 16,0 6-75-16,-3 16-23 15,-4 6 12-15,4 0 1 16,3-6-9-16,0-4 2 0,12-5-5 16,1-7-3-16,-3-3 7 15,2-3-2-15,-2 0 3 16,1-14 9-16,1-3-7 15,-4 0-7-15,-4-3 11 16,-4-2 9-16,0-4-11 16,-4-4 8-16,-12-2-9 15,-1 5 14-15,4 7-13 16,4 5-4-16,6 10 2 16,2 3-6-16,1 1-4 15,0 1-2-15,0 0-22 0,0 0-13 16,0 0-13-1,0 0 8-15,0 0 16 0,0 0 15 16,0 4 4-16,0 6 7 16,3 1-1-16,3 0 1 15,3 2 0-15,2-2-42 16,5-1-55-16,-3-4 8 16,2-2-3-16,0-1 16 15,-2-3-83-15,1 0 45 16,3 0 18-16,-3 0-52 15,2 0-62-15</inkml:trace>
  <inkml:trace contextRef="#ctx0" brushRef="#br0" timeOffset="45574.32">6035 7689 738 0,'0'0'162'0,"0"0"-136"16,0 0 78-16,0 0 22 15,0 0-47-15,0 0-30 16,2-10 17-16,-2 4-4 16,0 0-22-16,0 2 6 15,0 2 29-15,-2 2-44 16,-13 0-25-16,-5 16-3 16,-4 16-3-16,4 12-6 15,7 2 6-15,8 1 9 16,5-10-7-16,3-10-2 0,21-13 0 15,4-11 1-15,4-3 0 16,2-20 1-16,-4-16-2 16,-5-7 0-16,-7-6 0 15,-8-4 5-15,-10-3 16 16,0-4 11-16,-7-2 12 16,-14 5-3-16,-4 3-18 15,-2 10-9-15,5 16-2 16,6 11-12-16,7 12-2 15,4 5 1-15,-1 19-9 16,2 18-30-16,4 16-3 16,0 6-109-16,10-2-114 15,17-11-190-15</inkml:trace>
  <inkml:trace contextRef="#ctx0" brushRef="#br0" timeOffset="46206.76">6898 7339 679 0,'0'0'693'15,"0"0"-678"-15,0 0 12 0,0 0 87 16,0 0-26-1,0 0-41-15,-2-9-29 0,-16 9 20 16,-7 0-7-16,-4 0-11 16,1 6 5-16,3-3-11 15,1 0-1-15,4-2-3 16,4-1-9-16,0 0 1 16,3 0-1-16,3 0 0 15,3 0 0-15,6 0 1 16,1 0-3-16,0 0 1 15,0 0-6-15,0 0-1 16,-2 0 4-16,2 0-7 0,-5 11-2 16,-3 7 3-1,-2 8 9-15,-6 3 0 0,5-2 3 16,3-5-3-16,1-6 0 16,5-9 0-16,1-3-1 15,1-4 2-15,0 0-2 16,0 0 1-16,0 0-8 15,20 0-4-15,12-11 9 16,9 2 2-16,5 5 1 16,0 4-23-16,-1 0 2 15,-5 20 21-15,-5 6-4 16,-8 6 4-16,-10 1 0 16,-10 3 6-16,-7-1 21 15,0-5-4-15,-13-4 11 16,-13-8-11-16,-4-3-6 0,-4-3-4 15,-1-4-6-15,1-1-5 16,-4-3-2-16,-5 3-19 16,-8 3-78-16,-10 0-221 15,-9 1-485-15</inkml:trace>
  <inkml:trace contextRef="#ctx0" brushRef="#br0" timeOffset="50839.09">2546 9094 336 0,'0'0'124'0,"0"0"-96"16,0 0 2-16,0 0 65 15,0 0-15-15,0 0-26 16,0 0 7-16,0-8 19 16,0 4 4-16,0-3 10 15,0-7-11-15,6-3-21 16,4-4-25-16,4 2-2 15,0 1 3-15,-1 5-4 16,1 2-15-16,2 2-7 16,0 3-8-16,3 3-3 0,1 3-1 15,-1 0-8-15,-6 0 5 16,-3 10-4-16,-5 7-4 16,-5 3 11-16,0 7 1 15,-2 1-1-15,-14 1 0 16,-6-4 0-16,2-3 10 15,0-3-9-15,1-9 1 16,6-1-1-16,3-4 9 16,4-3-5-16,5-1-3 15,1-1-1-15,0 0-1 16,10 0-24-16,12-3 5 16,9-5-4-16,7 4 14 15,1 4-2-15,0 0-16 16,-3 12 12-16,-4 12 10 0,-6 4-5 15,-10 4 2 1,-6 1 3-16,-10-1 1 0,0-4 4 16,-1-7 17-16,-16-4 31 15,-5-7 43-15,-3-3 11 16,-7-3-12-16,-3-4-20 16,-2 0-25-16,1 0-14 15,2 0-12-15,4-3-13 16,10-3 0-16,7 1-3 15,4 3-3-15,8 2-1 16,1 0-17-16,0 0-46 16,0 0-60-16,8 0-90 0,12 1-11 15,7 2-120 1,3-3-392-16</inkml:trace>
  <inkml:trace contextRef="#ctx0" brushRef="#br0" timeOffset="51110.58">3158 9058 1228 0,'0'0'163'0,"0"0"-163"0,0 0 0 16,0 0 0-16,0 0 13 16,95-2-3-16,-43 2-6 15,3 0-1-15,-2 0-3 16,-6 0-17-16,-10 0-119 16,-10 0-147-16,-14 0-178 15</inkml:trace>
  <inkml:trace contextRef="#ctx0" brushRef="#br0" timeOffset="51320.07">3223 9233 1182 0,'0'0'143'0,"0"0"-143"16,0 0-21-16,0 0 21 15,102 5 36-15,-49-5-21 16,1 0-15-16,-2 0 0 16,-9 0-35-16,-9 0-142 15,-13 0-220-15</inkml:trace>
  <inkml:trace contextRef="#ctx0" brushRef="#br0" timeOffset="51494.46">3198 9440 1444 0,'0'0'0'0,"0"0"-41"0,0 0 30 16,95 0 11-16,-31 0 0 16,9 0-70-16,-5 0-191 15,-12 0-385-15</inkml:trace>
  <inkml:trace contextRef="#ctx0" brushRef="#br0" timeOffset="53255.03">4071 9279 907 0,'0'0'244'0,"0"0"-167"15,0 0 11-15,0 0 35 16,0 0-22-16,0 0-45 15,0 0-38-15,22 0 2 16,5 0 3-16,11 0-1 16,5 0-10-16,5 2-7 15,3 0 0-15,-2 0-4 16,-5 3-1-16,-6-1-25 16,-4 0-104-16,-4-3-71 15,-3-1-75-15,-5 0-175 16</inkml:trace>
  <inkml:trace contextRef="#ctx0" brushRef="#br0" timeOffset="53497.01">4742 9217 1105 0,'0'0'371'0,"0"0"-371"15,0 0-12-15,0 0 9 16,0 0 3-16,0 0-76 16,16 0-136-16,-6 0-39 15,0 0-160-15</inkml:trace>
  <inkml:trace contextRef="#ctx0" brushRef="#br0" timeOffset="53812.08">5002 8751 884 0,'0'0'302'16,"0"0"-302"-16,0 0-1 15,0 0 1-15,0 0 15 16,0 0 33-16,31 116 32 16,-25-62-52-16,-3 3 6 15,-2 0 0-15,-1-1-19 16,0-2-9-16,0-4-3 15,0-7-5-15,0-7 2 16,-3-7-98-16,-1-8-51 16,1-10-143-16,3-11-127 0</inkml:trace>
  <inkml:trace contextRef="#ctx0" brushRef="#br0" timeOffset="54095.37">5246 8751 1027 0,'0'0'185'15,"0"0"-180"-15,0 0-5 0,0 0 23 16,23 116 38-1,-14-66-6-15,-2 4-4 0,-1 1-18 16,-4 0-3-16,-2-3-14 16,0-5-10-16,0-7-5 15,0-6-2-15,0-7-52 16,0-9-131-16,0-10-310 16</inkml:trace>
  <inkml:trace contextRef="#ctx0" brushRef="#br0" timeOffset="62769.94">6045 8617 627 0,'0'0'104'0,"0"0"-43"0,0 0 20 16,0 0 35-1,0 0-6-15,0 0-21 0,0 0-14 16,25-75-10-16,-25 78-28 15,-11 26-8-15,-11 23 2 16,-4 19 4-16,3 13-11 16,5 10-2-16,8 2-4 15,8 0-12-15,2-7-1 16,8-12-2-16,18-12-3 16,3-16-40-16,3-10-54 15,2-11-28-15,-4-12-139 16,-3-12-211-16</inkml:trace>
  <inkml:trace contextRef="#ctx0" brushRef="#br0" timeOffset="63971.21">6196 8950 588 0,'0'0'550'16,"0"0"-519"-16,0 0-22 15,0 0-2-15,0 0 16 16,113-48 10-16,-68 61-13 16,1 10-9-16,-7 3-4 15,-7 1 6-15,-10 1-1 16,-8 1-3-16,-8-2 1 16,-6-4 1-16,0 1 7 0,0-5-8 15,-5-4 1 1,-5-4 3-16,0-6-7 0,2-3 6 15,5-2 3-15,-3 0-10 16,2-12 10-16,2-15-16 16,0-12 1-16,2-4-2 15,0 3 1-15,12 5-1 16,4 8-5-16,3 11 3 16,3 10 1-16,-1 6 2 15,1 0-1-15,-2 12-2 16,-1 11-2-16,-1 4 5 15,-4 5 2-15,-5 3 2 16,-4-2-4-16,-3-2 3 0,-2-3-1 16,0-7-1-1,0-7 0-15,0-4 0 0,0-5 6 16,0-5-7-16,0 0 13 16,0 0 2-16,0-20 6 15,0-15-21-15,5-10-4 16,10 0 4-16,4 3 2 15,2 9 1-15,1 7-3 16,1 7 1-16,1 8 2 16,-3 10 1-16,0 1-3 15,-3 16 4-15,-5 16 3 16,-1 7 2-16,-3 2 3 16,-5-4-5-16,2-3-7 15,-3-5-1-15,1-4-2 0,2-6 1 16,1-4-31-1,3-6-57-15,6-9-43 0,7 0-46 16,3-15 20-16,0-13 40 16,-4-6 48-16,-5 2 55 15,-9 7 15-15,-4 9 73 16,-4 11 52-16,0 5 29 16,0 0-67-16,-2 21-49 15,-6 9 8-15,2 6-1 16,6-2-8-16,0-6-21 15,12-8-10-15,8-10 3 16,3-8-5-16,0-2 10 16,0-8-7-16,-3-16 1 0,-5-6 7 15,-10-2 17-15,-5-1 2 16,-5 0-3-16,-24 1-12 16,1 2-2-16,-2 2-13 15,3 6 1-15,11 6-5 16,6 7 0-16,7 6-2 15,3 3-1-15,0 0-81 16,1 12 0-16,15 6 67 16,6 0-55-16,7-5-25 15,10-4-21-15,2-4 37 16,-3 0 36-16,-3-1 45 16,-8 7 5-16,-10 2-3 15,-3 9 35-15,-8 5 38 0,-2 0-9 16,-3-1-2-16,2-7-35 15,2-6-5-15,1-7-8 16,-2-3 2-16,0-3 25 16,-1 0 9-16,4-9 29 15,-1-15-7-15,3-10-54 16,-6-9 16-16,-3-4 8 16,0-10-10-16,-8-5-23 15,-10-3-4-15,-7 5 3 16,-5 6-3-16,1 14-4 15,7 12-1-15,9 16-4 16,3 12-8-16,3 5 3 16,1 24 2-16,3 12-22 15,3 9-46-15,9-1-79 0,20-2-59 16,11-9-174-16</inkml:trace>
  <inkml:trace contextRef="#ctx0" brushRef="#br0" timeOffset="64552.82">7941 8795 1139 0,'0'0'105'0,"0"0"-76"0,0 0 100 16,0 0 13-16,0 0-74 15,0 0-22-15,-25-35-8 16,2 35-14-16,-9 0-11 15,-4 0-1-15,0 0-1 16,2 0 7-16,3 0-11 16,7 0 4-16,7 0-11 15,7 0 5-15,7 0-5 16,2 0 1-16,1 0-3 16,0 0 1-16,0 0-2 15,0 0-2-15,0 0-1 16,0 0 1-16,0 4 0 15,0 13-4-15,-4 7 9 16,-4 8 0-16,-2 1 0 16,0-1 3-16,1-6-3 0,2-9 1 15,4-5-1 1,2-9-1-16,1-1 1 0,0-2 0 16,0 0-5-16,8 0 4 15,19 0 1-15,8-8 6 16,10-2-6-16,-1 5-13 15,-1 5-2-15,-5 0 3 16,-6 8 3-16,-7 12 6 16,-8 6 3-16,-9 3 0 15,-8 1 1-15,0-1 0 16,0-4 8-16,-20-2 12 16,-5-2-2-16,-8-3 0 0,-4-3-10 15,0-3-1 1,5-7-8-16,8-1-2 0,5-4-12 15,7 0-62-15,12-9-83 16,0-19-118-16,17-15-350 16</inkml:trace>
  <inkml:trace contextRef="#ctx0" brushRef="#br0" timeOffset="64802.85">8125 8589 419 0,'0'0'891'0,"0"0"-820"16,0 0-62-16,0 0 14 16,85 25 85-16,-45 33-23 15,-1 9-44-15,-7 8-20 0,-13 6 9 16,-10-2-3-16,-9 2-9 16,-12-4-6-16,-20-5-5 15,-6-10-6-15,-7-8-1 16,-7-9-2-16,-5-7-52 15,-7-3-125-15,-7-15-211 16,-14-8-416-16</inkml:trace>
  <inkml:trace contextRef="#ctx0" brushRef="#br1" timeOffset="77016.17">4087 10116 864 0,'0'0'203'0,"0"0"-201"0,0 0 5 15,0 0-3-15,0 0 61 16,0 0 14-16,0 0-59 16,32-17 21-16,-25 8 22 15,-2-2-21-15,0-2 13 16,0 2-25-16,-1 0-8 15,0 0 27-15,-1 6-22 16,1-1-20-16,-2 6-1 16,-2 0 0-16,0 0-6 15,0 0-3-15,0 0-9 0,0 2-3 16,0 18 3-16,0 8 12 16,0 11 14-16,3 4-12 15,-2 6-1-15,3-1-1 16,-4-5 3-16,0-3-3 15,0-6 0-15,0-8-6 16,-5-8 4-16,-2-5 2 16,-1-4 0-16,3-6 8 15,-2-1-7-15,0 0 4 16,-1-2 11-16,-2 0-11 16,1 0 5-16,2 0 19 15,0-4 1-15,2 1-16 16,3 1-10-16,0 2 8 15,2 0 2-15,0 0-13 0,0-3-1 16,0 2 0-16,0 1 0 16,4 0-3-16,6-4 3 15,2 2 6-15,4 1-4 16,4-1-2-16,5 2-2 16,9 0-3-16,7 0-60 15,11 0-98-15,3-4-72 16,-4-2-279-16</inkml:trace>
  <inkml:trace contextRef="#ctx0" brushRef="#br1" timeOffset="77481.55">4649 10144 982 0,'0'0'165'0,"0"0"-165"0,0 0 5 16,0 0 4-16,0 0 6 15,0 0-15-15,-17 10 2 16,34 14 5-16,7 3 20 15,2 2-11-15,3-1-2 16,1-2-2-16,-4-2-8 16,-4 1-2-16,-2-4-1 15,-5-4 0-15,-3 0 0 0,-4-4-1 16,-4-2-30-16,-1-6-219 16,-3-5-247-16</inkml:trace>
  <inkml:trace contextRef="#ctx0" brushRef="#br1" timeOffset="77690.87">4813 10120 1250 0,'0'0'171'0,"0"0"-171"16,0 0-9-16,0 0 9 0,-97 120 2 15,74-66-2-15,-3-3-3 16,5-1 1-16,-3-2-57 16,-1-9-233-16,-5-9-443 15</inkml:trace>
  <inkml:trace contextRef="#ctx0" brushRef="#br1" timeOffset="82198.7">4129 10975 644 0,'0'0'390'0,"0"0"-355"16,0 0-32-16,0 0 8 0,0 0 26 16,0 0 9-1,67-82-26-15,-49 77-10 0,-1 5-10 16,-2 0 0-16,-2 8-7 16,-1 10 5-16,-5 2 2 15,-4 6 0-15,-3 5 7 16,0 9-4-16,-15 0 5 15,-8 0 6-15,-4-6-4 16,2-5-7-16,5-8 2 16,7-10-2-16,4-5 9 15,6-6 56-15,3 0-7 16,0 0-2-16,0 0-15 16,0 0 16-16,5-6-18 15,8-5-36-15,6-1 1 0,2 3-4 16,8 0-3-16,3 3 0 15,4 3-4-15,-1 3 2 16,1 0-3-16,-3 0-81 16,-5 15-78-16,-2 3-31 15,-5-1-255-15</inkml:trace>
  <inkml:trace contextRef="#ctx0" brushRef="#br1" timeOffset="85432.12">4810 10875 44 0,'0'0'668'0,"0"0"-592"15,0 0-75-15,0 0 37 16,0 0 67-16,0 0 35 15,0 0-65-15,-7-26-32 16,7 26-23-16,0 0-16 16,0 11-3-16,10 13 1 0,12 12 9 15,6 11 32 1,3 4-32-16,4 0 1 0,0 1-4 16,-4-4 0-16,-3-5-3 15,-4-10-5-15,-7-6 3 16,-6-6-3-16,-2-8-1 15,-4-4-4-15,-3-9-104 16,-1 0-70-16,-1-15-7 16,0-16-265-16</inkml:trace>
  <inkml:trace contextRef="#ctx0" brushRef="#br1" timeOffset="85651.38">5042 10866 1099 0,'0'0'216'0,"0"0"-216"0,0 0 10 16,0 0 0-16,0 0 9 15,0 0-12-15,-58 87 16 16,32-33 5-16,1 1-19 16,5-6-5-16,0-2-4 15,4-7-1-15,2-2-1 16,2-2-2-16,2-6-141 15,-2-6-288-15</inkml:trace>
  <inkml:trace contextRef="#ctx0" brushRef="#br1" timeOffset="86600.64">4191 11687 739 0,'0'0'269'16,"0"0"-251"-16,0 0-15 15,0 0 27-15,0 0 43 16,0 0-33-16,3-36-26 16,14 25-12-16,0 5 9 15,1-1-1-15,1 4-6 16,-5 3-3-16,2 0 0 16,-4 0-1-16,-6 3-7 15,-1 12 5-15,-3 3 2 0,-2 6 5 16,0 3 10-16,-7-3-9 15,-11 0-1-15,-1-1 2 16,-1-4-6-16,2-5 5 16,3-4-2-16,5-7-2 15,4 0 1-15,6-3 0 16,0 0 0-16,0 0 5 16,4 0-7-16,14-6 5 15,8-1 0-15,2-2-4 16,-1 6-2-16,-4 3-3 15,-1 0 2-15,-2 2 0 16,-5 12-6-16,-3 6-2 16,-4 2 9-16,-7 2 4 15,-1 0-3-15,0-1 5 0,-9-5 24 16,-11-2 25-16,-7-3-2 16,-1-2 20-16,-6-6-4 15,0-1-8-15,1 0-14 16,1-4-16-16,6 0-10 15,3 0-13-15,4 0-7 16,7 0 3-16,5 0-4 16,4 0 0-16,3 0-3 15,0 0-40-15,0 0-63 16,0-6-106-16,10-5-115 16,3-5-406-16</inkml:trace>
  <inkml:trace contextRef="#ctx0" brushRef="#br1" timeOffset="90847.4">4291 8726 178 0,'0'0'146'0,"0"0"-117"15,0 0-19-15,0 0 29 16,0 0-8-16,0 0-21 16,0 0 2-16,72 1 2 15,-72 23 33-15,0 2 6 16,0 1 38-16,-1 1-15 15,-9 1-23-15,-4-3-6 16,-1-1-2-16,-1 1 0 16,0-7-11-16,3-3-13 0,8-9-12 15,1-5-3 1,4-2 3-16,0 2 4 0,0-2 26 16,0 0 2-16,6 0-5 15,7 0-16-15,3-7-17 16,8-1-3-16,0 4-2 15,2 3 0-15,0 1 2 16,-5 0-1-16,-3 2-1 16,-5 14-3-16,-6 4-4 15,-1 7 8-15,-6 4 1 16,0 0 2-16,-7 0 12 16,-12-2-5-16,-3-4 15 15,-2-6 38-15,-3-4-16 16,-1-8 18-16,-1-5 15 0,1-2-20 15,1 0-25-15,3-9-21 16,4-6-5-16,6 3-3 16,4 3-5-16,4 6 0 15,6 3-23-15,0 0-170 16,0 7-238-16,14 4-163 16</inkml:trace>
  <inkml:trace contextRef="#ctx0" brushRef="#br1" timeOffset="92063.31">4034 5029 793 0,'0'0'159'0,"0"0"-102"16,0 0-12-16,0 0 90 16,-15-87-59-16,15 73-27 15,6 1-22-15,13 1-14 0,4 4-13 16,4 7 0-16,2 1-1 16,-3 1-4-16,-3 20-1 15,-2 9-5-15,-7 10 6 16,-1 5 5-16,-10 1 0 15,-3-1 5-15,0-7-1 16,-7-3-2-16,-9-7-2 16,-3-4 5-16,-1-6-1 15,4-7-3-15,3-5 7 16,7-5 8-16,3-1 5 16,3 0 29-16,0 0-17 15,0-12-33-15,4-1-8 0,18 0 0 16,8 6-16-16,5 4-7 15,-1 3 22-15,-6 5-3 16,-7 14 1-16,-8 8-6 16,-10 5 11-16,-3 1 5 15,0 1 2-15,-15-1 3 16,-12-2-2-16,-5-6 12 16,-3-3 19-16,-1-7 19 15,-1-5-22-15,-1-7-13 16,2-3-10-16,4 0 2 15,6-6-9-15,6-5-4 16,3 2-107-16,5 5-157 16,4 4-359-16</inkml:trace>
  <inkml:trace contextRef="#ctx0" brushRef="#br0" timeOffset="100596.28">8956 7053 539 0,'0'0'67'16,"0"0"-41"-16,0 0-17 15,0 0-5-15,0 0 0 16,0 0 35-16,0-24 4 15,0 24-30-15,0 0 4 16,0 0 26-16,0-1 37 16,0-1-8-16,-2 0-13 15,-1-4-39-15,1 2 3 16,2 1 17-16,-1 3-4 16,1 0-22-16,0 0-1 15,0 0-10-15,0 0-2 0,0 0-2 16,0 0 2-16,0 0 0 15,-2 0 0-15,2 0 2 16,-2 0 0-16,2 0-3 16,0 0 0-16,0 0 0 15,-2 11 0-15,2 2 0 16,0 4 2-16,0 0 3 16,0-1-5-16,0 1 2 15,0-1 3-15,0 2-2 16,-3 3 4-16,0 3 7 15,1 0 5-15,1 3-4 16,1 3-1-16,0 2 0 0,0 3 2 16,0 2 0-16,0-2 2 15,0 2-8-15,0-1 3 16,0 2-12-16,0 2 8 16,0 4 1-16,0 1 0 15,0 0 6-15,-3 4 7 16,-4 1-11-16,-2 1 3 15,1-1-5-15,-1 2 3 16,3-2-2-16,0-1-2 16,3-1 3-16,0-1-1 15,1-1-5-15,0-1 5 16,2 1-9-16,0-2 3 0,0-5 1 16,0 0-1-16,0-5-1 15,0-1-2 1,7 1 2-16,-2 3 0 0,2 4-2 15,-2 2 4-15,2 4-2 16,-4 1 3-16,2 1 4 16,0 1 8-16,-1 2-1 15,-3 2-4-15,1 2-13 16,-1 0 5-16,-1 4-5 16,0-1 3-16,0 1-1 15,0-3 4-15,0-2 2 16,0 2-1-16,0-3-7 15,0 0 8-15,0 1-6 0,0 3 2 16,0 4 3 0,0 1 0-16,-3 6 3 0,-4 0-1 15,6 2-9-15,-2-6 7 16,1-1-8-16,2 1 7 16,-2-2-2-16,2-1-1 15,-3 3 0-15,1-2-3 16,-1-2 1-16,1-3 3 15,-1-4-5-15,3-2 1 16,-2 0 1-16,2-1 0 16,0 0 1-16,0 2-3 15,0-3 0-15,0-1 0 16,0 0 0-16,0 0 2 16,0 1 0-16,0 1 0 15,0 0-1-15,0 2-1 0,0-6 0 16,0-4-1-16,0-6 6 15,0-3-6-15,0 0 1 16,0 1 0-16,0 2 3 16,0 4-3-16,0 3 2 15,0 0-2-15,0 4 0 16,0 1 3-16,0 1-3 16,0-3 1-16,5-8-1 15,-1 0 0-15,0-5 1 16,0-7-2-16,-2-3 2 15,-1-6-1-15,-1-3 1 16,2-4 0-16,-2-8-1 0,0 0 0 16,0-3-2-16,0 0 1 15,1 0-5-15,5 0-83 16,5-10-118-16,14-26-252 16</inkml:trace>
  <inkml:trace contextRef="#ctx0" brushRef="#br0" timeOffset="102897.53">9455 7393 601 0,'0'0'118'0,"0"0"-97"15,0 0 47-15,0 0 32 0,0 0-5 16,0 0-17 0,39-79-43-16,-19 72-15 15,1 6 2-15,-2 1-7 0,1 0 1 16,-3 16-14-16,-4 10 5 15,-3 8 0-15,-4 7 0 16,-6 3 0-16,0 5-4 16,-16-2 3-16,-10 0 2 15,-7-2-6-15,-3-9 3 16,1-6-5-16,3-9 1 16,7-9 2-16,7-5 6 15,6-7 5-15,7 0 39 16,5-8 26-16,0-12-44 15,0-5-28-15,15 2-5 16,5 3 13-16,1 9 0 0,2 3-4 16,5 5-9-16,6 3-1 15,4 0 1-15,2 2 4 16,2 12-6-16,-5 4 0 16,-7 2-2-16,-7 1 2 15,-6 2-8-15,-5-1-86 16,-2-2-105-16,-4-7-267 15</inkml:trace>
  <inkml:trace contextRef="#ctx0" brushRef="#br0" timeOffset="103018.17">10037 7700 1386 0,'0'0'78'0,"0"0"-71"15,0 0-5-15,0 0-2 16,0 0-62-16,0 0-357 15</inkml:trace>
  <inkml:trace contextRef="#ctx0" brushRef="#br0" timeOffset="115183.34">10848 7285 789 0,'0'0'146'0,"0"0"-118"0,0 0 52 16,0 0 67-16,0 0-53 16,0 0-34-16,0 0-12 15,-11-20 6-15,11 20-17 16,0 0-15-16,21-1-15 16,14-2 9-16,17 0 10 15,10 0-1-15,5-3-21 16,-2-1 2-16,-3 0-6 15,-8 3-30-15,-11 2-96 16,-13 2-39-16,-15 0-121 16,-15 0-94-16,0 3-29 0</inkml:trace>
  <inkml:trace contextRef="#ctx0" brushRef="#br0" timeOffset="115397.48">11174 7236 589 0,'0'0'599'15,"0"0"-599"-15,0 0-55 16,0 0 55-16,0 0 120 16,-1 126-52-16,2-58-5 15,5 8-5-15,-5-1-30 16,-1 0-9-16,0 1-10 0,0-4-6 16,0-6-3-1,-7-10-81-15,1-10-58 0,2-11-86 16,4-16-182-1,0-15-200-15</inkml:trace>
  <inkml:trace contextRef="#ctx0" brushRef="#br0" timeOffset="115994.08">11443 7608 787 0,'0'0'289'16,"0"0"-237"-16,0 0 0 15,-43-76 52-15,35 76 20 16,-4 3-65-16,-8 25-55 0,-4 14 20 16,-1 8-1-16,5-4-9 15,14-5-1-15,6-6-2 16,0-8-10-16,6-9 6 16,14-7-6-16,5-11 1 15,2 0 4-15,5-7 1 16,-3-17-7-16,-4-8-12 15,-5-5 1-15,-9-5 0 16,0 5 2-16,-8 3 9 16,-2 15 3-16,1 8 0 15,-2 10 1-15,0 1-4 16,4 13-16-16,4 16 16 16,4 4 10-16,3 0-1 15,3-3-7-15,5-9-2 16,-1-6-6-16,0-8-24 0,-6-7-47 15,1 0 46-15,-4-15 19 16,1-10 5-16,-1-11-2 16,-2-11 9-16,-5-11 2 15,-1-13-1-15,-5-6 0 16,0 1 2-16,0 11 2 16,0 21 19-16,0 19 16 15,0 16 25-15,-1 9-23 16,1 14-42-16,0 26 0 15,0 20 46-15,0 11-25 16,0 5-7-16,1 0-10 16,8-7-3-16,-3-6-1 0,2-6-11 15,1-3-49-15,-4-6-80 16,0-10-63-16,0-16-172 16,2-20-138-16</inkml:trace>
  <inkml:trace contextRef="#ctx0" brushRef="#br0" timeOffset="116444.22">11909 7416 848 0,'0'0'150'15,"0"0"-32"-15,0 0 5 16,0 0-19-16,0 0-81 0,0 0-8 16,-31 16-3-16,8 25 21 15,-3-2-20-15,2-5-8 16,2-8 0-16,5-8-2 15,8-7 0-15,5-8-1 16,4-3 3-16,0 0 15 16,1-2-3-16,16-7-14 15,5 2 1-15,4 7-4 16,3 0-2-16,0 15-3 16,3 7 4-16,-1 2-2 15,4-4 3-15,2-7 2 16,1-7-2-16,-3-6-8 15,-6 0 7-15,-6-9-7 16,-4-10 4-16,-9-5-5 0,-4-3 9 16,-4-2 1-16,-2-1 2 15,0 1-2-15,0 8 11 16,-3 9 11-16,-4 8 6 16,4 4 8-16,-2 9-37 15,-2 19 11-15,2 12 4 16,4 3 4-16,1 0-17 15,0-5 3-15,13-1-5 16,7-4-17-16,5-3-65 16,7-5-72-16,7-7-85 15,0-8-165-15</inkml:trace>
  <inkml:trace contextRef="#ctx0" brushRef="#br0" timeOffset="117625.36">12509 7586 1165 0,'0'0'170'0,"0"0"-153"0,0 0 78 16,0 0 4-16,0 0-88 15,0 0-9-15,42-8 9 16,-23 43 7-16,-2 4-5 16,-2 3-1-16,-5-1 0 15,-3-6-4-15,-2-3-7 16,-3-10 5-16,-1-9-6 15,1-8 0-15,-2-3 6 0,0-2 2 16,3 0 15 0,0-22 5-16,4-12-26 0,3-9 1 15,0-8-3-15,4 0-3 16,-1 4-14-16,2 10 7 16,0 13 5-16,-5 12 4 15,0 10-13-15,2 2 6 16,1 18 5-16,4 12 3 15,-2 6 4-15,0 2-3 16,-2-4 6-16,-1-3-5 16,0-6-2-16,-2-8 0 15,-5-5 2-15,0-7-2 16,-4-2 1-16,3-3 0 16,-4 0 11-16,5-3-1 0,4-18 0 15,1-8-3-15,3-13-5 16,0 1-3-16,-3 0 1 15,2 7 0-15,-4 7 3 16,-1 11-4-16,-2 8 3 16,-5 8 9-16,3 0-12 15,1 17 4-15,2 15-2 16,4 9 28-16,2 0-14 16,3-5-14-16,9-5-1 15,4-7 3-15,6-6-4 16,2-11-15-16,-1-5-4 15,-3-2-6-15,-2-6 3 16,-4-15-11-16,-5-6-1 0,-6-4 32 16,-6-2 1-16,-8 1 1 15,-1 3-8-15,0 7 8 16,-3 8 1-16,-6 7 8 16,4 7-6-16,-5 4-3 15,-5 26 3-15,0 8 20 16,2 3-12-16,9-1-5 15,4-10-4-15,10-6-2 16,12-11 0-16,7-7 0 16,-1-6 0-16,1 0 5 15,-3-20 7-15,-4-3-11 16,-5-4 8-16,-7-3-3 16,-6 0-6-16,-4-2 4 0,0 3-2 15,-1 5 2 1,-9 10-4-16,2 7 3 0,-2 7 3 15,-2 2-6-15,-2 17 1 16,3 7-2-16,4 1-2 16,7-3-18-16,0-1-12 15,8-6-26-15,11-5-2 16,3-4-25-16,1 1 0 16,0-1 10-16,1 0 32 15,-1-6 2-15,-2 0 31 16,-5-1 11-16,-3-1 0 15,-1 0 9-15,0 0 3 16,-4 0 20-16,-3 0 10 16,-2 0 5-16,-3 0-8 0,0 0-17 15,0 0 9-15,0 0 1 16,0 0-4-16,0 0 38 16,0-13 31-16,0-10-35 15,-8-9-56-15,-5-9-1 16,-2-6 13-16,-1-8-6 15,3-2-10-15,3 1 2 16,4 10-3-16,2 17 0 16,3 15-1-16,-1 14-3 15,2 0-3-15,-2 22-63 16,2 16 30-16,0 10 13 16,0 0-136-16,19-1-41 0,4-8-62 15,5-11-190-15</inkml:trace>
  <inkml:trace contextRef="#ctx0" brushRef="#br0" timeOffset="117878.89">13923 7304 1038 0,'0'0'189'0,"0"0"-146"16,0 0 47-16,0 0 29 15,0 0-96-15,0 0-20 16,0 0 39-16,2 136 18 0,3-62-23 16,-4-2 11-16,2-4-15 15,1-4-25-15,-1-3-5 16,-1-7-3-16,-1-4-23 16,-1-10-79-16,0-14-83 15,0-11-84-15,0-15-271 16</inkml:trace>
  <inkml:trace contextRef="#ctx0" brushRef="#br0" timeOffset="118100.54">14170 7309 1411 0,'0'0'65'15,"0"0"-37"-15,0 0 45 16,0 0-52-16,16 107 48 16,-3-37-32-16,0 4-33 15,-5-3-4-15,-4-3-13 16,-4-3-95-16,0-5-180 16,-15-7-274-16</inkml:trace>
  <inkml:trace contextRef="#ctx0" brushRef="#br0" timeOffset="122639.85">9583 8677 693 0,'0'0'121'0,"0"0"-80"15,0 0 33-15,0 0 10 16,0 0 15-16,0 0-66 16,0 0-33-16,0-4 1 15,1 28 21-15,-1 11 62 16,0 3-50-16,-3 2-6 15,-12 1-8-15,-3-1 0 16,-2-2-4-16,-2-5-10 16,3-6 1-16,6-8-3 15,5-8-4-15,4-7 2 16,4-2 3-16,0-2 5 16,0 0 1-16,0 0-3 0,0 1-8 15,5 4-10-15,9 3 10 16,5 2 6-16,6 2-2 15,1 0 0-15,6-3-2 16,3-5-2-16,0-4 3 16,-1 0 0-16,-6 0 0 15,-10 0 1-15,-1-7-2 16,-9-6 3-16,0-5-3 16,-2-4 1-16,-5-3 3 15,-1-3-1-15,0-3-2 16,0 6 33-16,-7 3-15 15,-1 9 18-15,3 6-1 16,4 7 12-16,-1 0-46 0,1 25-4 16,1 22 0-16,-4 21 29 15,1 10-21-15,-4 5-4 16,-1 1-2-16,-2-9-2 16,1-10-16-16,1-13-63 15,1-11-136-15,-5-17-162 16,-4-16-456-16</inkml:trace>
  <inkml:trace contextRef="#ctx0" brushRef="#br0" timeOffset="124008.67">10225 8977 834 0,'0'0'180'0,"0"0"-166"16,0 0 23-16,0 0 58 15,0 0-5-15,0 0-34 16,26-3-15-16,1-2 5 16,17-2 36-16,12-5-32 15,8-3-28-15,3 0-17 16,-8-1-5-16,-7 3-1 16,-13 6-38-16,-7-2-77 15,-8 4-56-15,-11-1-146 16,-13-1-165-16</inkml:trace>
  <inkml:trace contextRef="#ctx0" brushRef="#br0" timeOffset="124202.79">10429 9032 1304 0,'0'0'2'16,"0"0"-2"-16,0 0 0 15,0 0 38-15,104 21 1 16,-49-19-20-16,0-2-19 16,-7 0-6-16,-8 0-74 0,-11 0-135 15,-13 0-200 1</inkml:trace>
  <inkml:trace contextRef="#ctx0" brushRef="#br0" timeOffset="124366.37">10462 9278 1266 0,'0'0'233'15,"0"0"-233"-15,0 0-73 16,124-17 73-16,-56 13 0 16,5 2-10-16,-8-3-255 15,-12-3-332-15</inkml:trace>
  <inkml:trace contextRef="#ctx0" brushRef="#br0" timeOffset="126160.04">4110 5982 325 0,'0'0'114'0,"0"0"-72"0,0 0 54 15,0 0 52 1,0 0-29-16,0 0-62 0,-4-25-30 16,4 25-7-16,4 0-5 15,5 7 20-15,3 13 34 16,2 4-5-16,3 1-14 16,2 1-39-16,0-3-1 15,-3-3-9-15,-3-7 4 16,-1-4-4-16,-4-6 0 15,-2-3 0-15,-2 0 2 16,3 0 12-16,-2 0-1 16,3-5-10-16,-1-4 3 15,2 0-3-15,0 0-3 16,5 0-1-16,1 1-1 0,2 0 1 16,1 3 0-16,1 1-1 15,-2 2 0-15,-3 2 0 16,1 0 2-16,1 0-6 15,-2-1 10-15,3-1-5 16,0 2 4-16,0 0-3 16,-3 0 6-16,2 0 2 15,-4 0 1-15,1 0-2 16,-2 0-5-16,-1 2 0 16,-1-2 3-16,1 0-3 15,-5 1 0-15,3-1 1 16,2 0 0-16,2 0 10 15,5 0-2-15,3 0 0 0,2 0-4 16,3 0-7 0,1 0 1-16,0 0-1 0,-1 0 0 15,-2 0-1-15,-3 0 0 16,-1 0 0-16,-5 0 1 16,3-3 0-16,0-1 1 15,1-2 0-15,4-4-2 16,3-2 3-16,0 3-3 15,0-2 0-15,-2 2 0 16,-1 0 0-16,-2 2 0 16,1-1 0-16,-3 6 1 15,0-1-2-15,-1 3 0 0,0-2 0 16,1 0 1 0,-1 2 2-16,-1-5-2 0,1 2 0 15,0 0-2-15,-2 0-37 16,1 1-26-16,0 2-64 15,-1 0-74-15,-1 0-193 16</inkml:trace>
  <inkml:trace contextRef="#ctx0" brushRef="#br0" timeOffset="130606.53">11228 9233 889 0,'0'0'156'0,"0"0"-150"16,0 0 47-16,0 0 91 16,0 0-41-16,0 0-52 15,0 0 0-15,47-14 42 16,-12 14-19-16,11-2-25 15,9-1-19-15,7 1-11 16,2-5-3-16,-5 4-8 16,-9 1-8-16,-12 2-5 15,-7 0-12-15,-11 0-51 0,-5 9-73 16,-5-4-92 0,-4-3-159-16,1-2-117 0</inkml:trace>
  <inkml:trace contextRef="#ctx0" brushRef="#br0" timeOffset="130818.15">11913 9127 1129 0,'0'0'224'0,"0"0"-224"15,0 0-44-15,0 0 38 16,0 0-27-16,0 0-97 16,37 0-149-16,-30 0-224 15</inkml:trace>
  <inkml:trace contextRef="#ctx0" brushRef="#br0" timeOffset="131490.34">12557 8748 695 0,'0'0'420'16,"0"0"-393"-16,0 0 30 15,0 0 69-15,0 0-37 16,0 0-36-16,0-15-35 16,-5 15 5-16,-10 0 11 15,-7 0-22-15,-6 0-5 16,-1 0-1-16,2 0-2 16,1 0 9-16,1 0-4 15,1 0-5-15,5 0-2 16,5-1 3-16,7-1 1 15,4 2-2-15,3 0-2 16,0 0 4-16,0 0-6 0,0 0-5 16,0 0-4-16,-2 5-8 15,1 14 16-15,-3 6-1 16,3 4 3-16,-3 0-1 16,1-5 6-16,1-5-5 15,-3-4-1-15,3-6 0 16,2-4 1-16,-1-3 0 15,1-2-1-15,0 0-2 16,0 0 0-16,18 0 4 16,14 0 0-16,8-7 5 15,7 7-7-15,-4 0-12 16,-2 0-35-16,-8 19 40 16,-5 6 4-16,-4 4 4 0,-9 4-1 15,-10 1 2-15,-5 0 14 16,0-5-1-16,-20-1 10 15,-10-4 11-15,-7-5-2 16,-5-2-6-16,1-5-17 16,3-5-6-16,7-4-2 15,6-1-3-15,9-2-15 16,12 0-50-16,4-6-64 16,8-12-129-16,24-9-292 15</inkml:trace>
  <inkml:trace contextRef="#ctx0" brushRef="#br0" timeOffset="131788.71">12920 8559 1143 0,'0'0'152'0,"0"0"-150"15,0 0 7-15,0 0 47 16,0 0-15-16,0 0 2 16,-62 123 6-16,59-51 4 0,3 5 3 15,0 1 0 1,0-1-35-16,0-5-8 0,11-4-4 16,1-7-7-16,5-8-2 15,-1-8-18-15,3-6-56 16,4-12-104-16,2-10-52 15,2-15-219-15</inkml:trace>
  <inkml:trace contextRef="#ctx0" brushRef="#br0" timeOffset="132805.09">13125 8900 866 0,'0'0'427'0,"0"0"-415"0,0 0-3 16,0 0-2-16,0 0 24 16,0 0-16-16,74-5 14 15,-59 39 8-15,0 4 6 16,-3 3-9-16,-4 0-18 16,0-6 2-16,-4-6-7 15,-1-9 2-15,-1-5-5 16,-2-6-3-16,0-6-5 15,0-1 0-15,0-2 1 16,0 0 13-16,0 0 8 16,0-18-7-16,0-11-12 15,0-7-3-15,0-3-5 16,0-2-1-16,13 7 6 16,2 4-3-16,4 7-2 0,-1 8 5 15,1 6-5-15,-1 6 3 16,0 3-1-16,-1 2 1 15,-1 15-2-15,0 12 4 16,-3 4 1-16,-4 7 5 16,-1-6 1-16,-2-1-3 15,1-6-2-15,0-9-2 16,-2-6 3-16,0-6-2 16,-2-4-1-16,-1-2 1 15,3 0 5-15,5-8 2 0,1-15-8 16,3-6-3-1,-1-6 2-15,-1-4-1 0,-2 1 1 16,-1 5 1-16,-3 8 1 16,-2 9 1-16,-1 11 1 15,-2 5 3-15,3 0-6 16,1 12-3-16,2 13 3 16,1 8 18-16,2 1-8 15,4 0-9-15,2-6 0 16,6-8-1-16,3-8-1 15,3-6-11-15,1-6-3 16,-3 0-4-16,0-9-2 16,-8-7-17-16,-4-2 23 15,-5-1 13-15,-4 0 4 16,-3 0-3-16,-2 2 2 0,0 3-1 16,0 5 1-16,0 5 1 15,0 4 7-15,0 0-9 16,0 0 0-16,2 11 0 15,5 8 4-15,1-1-3 16,2-2 5-16,3-4-6 16,2-3 0-16,2-5 3 15,-1-4-2-15,0 0 6 16,-1 0-1-16,-4 0-5 16,-4 0 0-16,-2-5 2 15,-1-6 0-15,-4-1 2 16,0-3-5-16,0-4-1 0,-7-4-1 15,-10 2 2-15,-1 2 0 16,-2 3 6-16,-5 1 14 16,-1 5-15-16,2 6-1 15,0 2-4-15,4 2 4 16,2 0-4-16,3 9-1 16,3 6 1-16,5-1-6 15,7-1-10-15,0 0-47 16,13-5-72-16,16-3 17 15,9-2-53-15,4-3-88 16,5 0-61-16,-2 0-19 16</inkml:trace>
  <inkml:trace contextRef="#ctx0" brushRef="#br0" timeOffset="133188.22">14202 8928 344 0,'0'0'418'0,"0"0"-335"15,0 0-3-15,0 0 111 16,0 0-46-16,0 0-52 15,18-17-27-15,-18 17 4 16,0 0-21-16,-8 4-25 16,-4 14 4-16,1 6 12 15,2 3-15-15,9 2-15 16,0-3 2-16,4-4-11 16,14-7 2-16,7-7-6 15,0-8 8-15,2 0-2 0,-2-9-3 16,-5-15-3-1,-3-7 3-15,-7-5 2 0,-3-4-1 16,-7-5 2-16,0-3 0 16,-10-3 0-16,-17-4 9 15,-3-2-2-15,0 6-2 16,3 12 1-16,6 13 0 16,8 16-9-16,9 10-5 15,-3 0 3-15,2 27-7 16,3 10-4-16,2 9-10 15,0-1-46-15,17-5-22 16,8-4-52-16,9-8-68 16,2-11-199-16</inkml:trace>
  <inkml:trace contextRef="#ctx0" brushRef="#br0" timeOffset="133434.68">14587 8649 886 0,'0'0'292'0,"0"0"-281"16,0 0 27-16,0 0 3 15,0 0-6-15,0 0 61 16,-2 74-29-16,2-33-28 16,0 9 26-16,0 8-3 0,0 0-22 15,0 3-19 1,2-4-14-16,6-8-7 15,2-5 0-15,-1-9-34 0,-2-11-53 16,-1-5-72-16,-3-12-83 16,1-7-212-16</inkml:trace>
  <inkml:trace contextRef="#ctx0" brushRef="#br0" timeOffset="133726.78">14802 8695 1161 0,'0'0'104'0,"0"0"-103"16,0 0-1-16,0 0 48 15,9 89 61-15,-6-35-55 16,-1 7-33-16,-2-2-10 16,0-4-3-16,0-4-8 15,0-9-10-15,0-9-78 16,0-9-66-16,2-11-195 16,1-9-324-16</inkml:trace>
  <inkml:trace contextRef="#ctx0" brushRef="#br0" timeOffset="133988.69">14853 8507 700 0,'0'0'550'0,"0"0"-550"16,0 0-30-16,62 91 30 15,-38-26 61-15,-5 8-13 16,-7 5-15-16,-12 0-3 16,0 1-22-16,-21-1 7 0,-10-5-15 15,-6-8-19 1,-10-6-56-16,-8-9-86 16,-9-13-185-16,-2-8-214 0</inkml:trace>
  <inkml:trace contextRef="#ctx0" brushRef="#br1" timeOffset="138587.62">11363 9538 125 0,'0'0'11'0,"0"0"-4"0,0 0 42 15,0 0 13-15,0 0-14 16,0 0-17-16,0 0 2 15,7 32-2-15,-5-32 37 16,-2 1 82-16,0-1 19 16,0 0-41-16,0 0-26 15,0 0-22-15,0 0-11 16,0 0-21-16,0-3-13 16,3-8-3-16,2-2-31 15,-1 1 9-15,-1 1 3 16,0 0 6-16,-1 2-7 0,1 1-6 15,-1-1-3 1,1 1 8-16,1-1-10 0,-3 5 5 16,-1 1-3-16,0 1 14 15,0 1-4-15,0-1-10 16,0 1-2-16,2-1-1 16,-2 2-1-16,0 0 0 15,0 0-3-15,0 0-4 16,0 6-4-16,0 15 12 15,0 10 5-15,0 9 9 16,0 4-13-16,0 3 3 16,0-1-3-16,0-2 2 15,0-3-3-15,0-3 0 0,0-8 3 16,0-6-3 0,0-7 4-16,0-4-3 0,-2-1-1 15,-6-1 0-15,-4-2 10 16,2 0-3-16,0-5 5 15,0-4 2-15,0 0 16 16,-3 0-12-16,-5 0-11 16,-1-6-6-16,-1-1-1 15,1 1 2-15,6 3-1 16,5 1 0-16,6 0 1 16,2 2 7-16,0-2 16 15,0-3-9-15,6-3-11 0,20-2-3 16,14-3 2-1,8 1-1-15,3 1-3 0,2 3 0 16,-1-1-3-16,1 2-4 16,-4 1-72-16,-3 3-33 15,-7 3-65-15,-9-1-188 16,-12-2-232-16</inkml:trace>
  <inkml:trace contextRef="#ctx0" brushRef="#br1" timeOffset="145269.1">11415 10410 398 0,'0'0'164'0,"0"0"-141"16,0 0-18-16,0 0 78 16,0 0 88-16,0 0-54 15,0 0-14-15,-4 0-31 16,4 0-5-16,0-9-11 16,4-7-36-16,11-1-20 15,5 3 6-15,2 2 9 16,0 8-5-16,-1 4-4 15,1 0-4-15,-3 4-2 16,-6 17 7-16,-8 4-4 16,-5 6 0-16,0 4-1 15,-20 1 0-15,-10 2 4 0,-9 2-4 16,-4-2 6 0,-4-7-6-16,4-5-1 0,9-14 0 15,11-6 2-15,6-6 10 16,7 0 38-16,5 0-26 15,3-6-4-15,2-6 18 16,8-5-30-16,23 1-7 16,12-2 3-16,11 4-4 15,2 5-1-15,5 3-1 16,-3 4-1-16,1 2-4 16,-2 0 5-16,-7 0-21 15,-8 5-90-15,-14 7-36 16,-11-3-216-16,-14-4-225 15</inkml:trace>
  <inkml:trace contextRef="#ctx0" brushRef="#br1" timeOffset="148068.65">11387 11022 416 0,'0'0'137'0,"0"0"-124"15,0 0-10-15,0 0 18 16,0 0 54-16,0 0 4 15,-7 2 1-15,7-2 4 16,0 0 3-16,0 0 3 16,0 0-18-16,0 0-18 0,5-12-31 15,10 1-21 1,5-2-4-16,3 5-2 0,1 6 4 16,0 2-2-16,-6 0 1 15,-5 14-5-15,-4 9 5 16,-6 0-6-16,-3 5 7 15,0 0 0-15,-10-1 0 16,-12 1 7-16,-1-3-5 16,-3-4 2-16,5-7 0 15,3-5-3-15,6-5 2 16,5-1 6-16,6-3-7 16,1 0 5-16,0 0 4 15,4-3-4-15,18-7-7 16,10-4-9-16,3 5 8 0,0 3 0 15,-4 6-14-15,-7 0-20 16,-5 4 19-16,-6 12 13 16,-4 0 2-16,-8 4-6 15,-1 1 5-15,-1 1 2 16,-19 1 2-16,-8-2 8 16,0-4-3-16,-5-1 22 15,-3-8-1-15,3-3 3 16,-3-1 11-16,4-4-19 15,5 0-17-15,9 0-3 16,9 0-1-16,9-13-2 16,0-4-92-16,14-3-247 15,9-7-289-15</inkml:trace>
  <inkml:trace contextRef="#ctx0" brushRef="#br1" timeOffset="151884.43">11405 8652 239 0,'0'0'126'16,"0"0"-113"-16,0 0-12 15,0 0 2-15,0 0 5 16,0 0 12-16,0 0 19 15,0 0 23-15,-1 0 36 16,-1 0 31-16,2 0-20 16,0 0-30-16,0 0-23 15,0 0 19-15,0 0-13 0,0 0-13 16,2-13 0-16,9-6-35 16,7 2-10-16,1 0 2 15,-1 5-4-15,3 0 0 16,-5 4-4-16,1 4 7 15,-5 2-6-15,-4 2 1 16,-3 0-6-16,-1 6 5 16,-4 12 1-16,0 6 4 15,0 6 3-15,-3 1-5 16,-10-2-1-16,-2-1 2 16,-3-6 0-16,-1-3-2 15,1-2 0-15,3-5 0 16,3-4 1-16,7-5 3 0,5-3-5 15,0 0 0-15,0 0 1 16,0 0-1-16,8 0-1 16,14-5-16-16,10-4 14 15,5 0-12-15,-1 5 11 16,0 4-13-16,-6 0-12 16,-6 4 13-16,-8 14 9 15,-6 8 6-15,-8 2 0 16,-2 3 2-16,0-2 6 15,-15-4 3-15,-5-6 11 16,-5-1 18-16,-7-2 14 16,-4-7-2-16,0-1-1 15,-3-5-22-15,4-3-3 16,9 0-14-16,4 0-9 0,7-5 2 16,6-10-4-16,6-2-112 15,3 0-134-15,0 1-437 16</inkml:trace>
  <inkml:trace contextRef="#ctx0" brushRef="#br1" timeOffset="157983.04">6871 4933 238 0,'0'0'451'0,"0"0"-343"16,0 0-42-16,0 0 83 15,0 0-24-15,0 0-57 16,0 0-22-16,-4-30-5 16,4 14-7-16,12 0-3 15,4-2-7-15,5 1-3 16,7 0 2-16,3 1-9 16,0 5 2-16,0 6-13 15,-3 5 0-15,-6 0-3 16,-6 16 0-16,-6 13 0 0,-10 7-3 15,0 6 6 1,-1 3 2-16,-19 2-1 0,-2-3-3 16,-4-6 3-16,-2-9-2 15,0-6-1-15,3-10 5 16,3-5-5-16,6-7 3 16,7-1 4-16,4 0-5 15,5-5 6-15,0-12 6 16,5-6-13-16,19 1-2 15,7 2 0-15,7 2-2 16,4 6 1-16,-1 6 1 16,-6 6-4-16,-5 0 3 0,-9 21-4 15,-7 7 4 1,-6 3-8-16,-8 1 9 0,0-2 2 16,-1-5-1-16,-20-4 12 15,-3-6 15-15,-7-1 26 16,-5-5-1-16,-4-4-26 15,-4-2 2-15,1-3-10 16,4 0-15-16,7 0-3 16,6-5 2-16,9-4-3 15,7 1-8-15,7 5-48 16,3 1-131-16,0 2-151 16,8 0-414-16</inkml:trace>
  <inkml:trace contextRef="#ctx0" brushRef="#br1" timeOffset="160107.19">6366 6175 727 0,'0'0'144'16,"0"0"-134"-16,0 0 36 15,0 0 147-15,0 0-81 16,0 0-45-16,28 0-8 16,11 0 1-16,6-2-25 15,2 1-29-15,-2 0-6 0,-3 1-19 16,-8 0-91-16,-11 0-131 16,-17 0-231-16</inkml:trace>
  <inkml:trace contextRef="#ctx0" brushRef="#br1" timeOffset="160273.37">6425 6398 220 0,'0'0'1026'0,"0"0"-1026"16,0 0-107-16,115-2 107 15,-58-1 14-15,6 0-14 0,1 0-189 16,-4-1-89-1,-10-5-197-15</inkml:trace>
  <inkml:trace contextRef="#ctx0" brushRef="#br1" timeOffset="160731.92">6958 6102 1165 0,'0'0'103'16,"0"0"-101"-16,0 0 0 15,0 0 18-15,93-37 31 16,-59 37-28-16,-6 12-10 0,-4 6-3 16,-7 5-7-1,-9 2-3-15,-6 5-1 0,-2 3 1 16,-9 3 3-16,-14-1-1 16,-6-3 3-16,-1-8-5 15,2-8 0-15,2-8 0 16,10-5 3-16,6-3 3 15,7 0 1-15,3 0-4 16,0-2-3-16,18-11-31 16,11-2-7-16,7 5 33 15,1 5-3-15,0 5-8 16,-4 0 7-16,-1 16-4 16,-9 9 11-16,-6 3 0 15,-10 0 1-15,-7 2 1 16,0-2 0-16,-15-4 18 0,-13-4 27 15,-6 0-3-15,-4-6 7 16,-1-4-3-16,2-1-16 16,6-5-21-16,6-3-5 15,9-1-8-15,10 0-36 16,6-14-154-16,8-8-352 16</inkml:trace>
  <inkml:trace contextRef="#ctx0" brushRef="#br1" timeOffset="160871.9">7491 6346 710 0,'0'0'192'0,"0"0"-192"16,0 0-224-16,0 0 73 15,0 0-348-15</inkml:trace>
  <inkml:trace contextRef="#ctx0" brushRef="#br1" timeOffset="161101.04">7638 6104 1155 0,'0'0'157'0,"0"0"-157"0,0 0 0 16,0 0 2-1,-8 83 68-15,8-28-29 0,4-1-27 16,2 1-1-16,-1-7-11 16,-3-2-2-16,-2-2-1 15,0-6-99-15,0-7-67 16,0-9-190-16,0-15-176 16</inkml:trace>
  <inkml:trace contextRef="#ctx0" brushRef="#br1" timeOffset="161482.6">7873 6085 257 0,'0'0'991'15,"0"0"-955"-15,0 0-34 16,0 0 2-16,0 0 42 15,-35 98 25-15,31-37-46 16,4 2-15-16,0-5 0 16,1-5-2-16,15-10-3 15,4-10-3-15,3-13-2 16,8-13-1-16,0-7-27 16,3 0-20-16,-4-14 41 15,-7-8-3-15,-10-5 10 16,-9-2 3-16,-4 1 0 0,-22 0 8 15,-15 0-3 1,-6 7-8-16,-2 8 0 0,6 7 13 16,6 6-13-16,8 2 0 15,8 16-7-15,8 3-17 16,9 2-152-16,3-8-185 16,22-6-222-16</inkml:trace>
  <inkml:trace contextRef="#ctx0" brushRef="#br1" timeOffset="161661.29">8277 6258 1298 0,'0'0'0'0,"0"0"2"15,104-2-2-15,-51 2 23 16,-2 8-23-16,-5 1-93 15,-7-2-248-15,-16 0-539 16</inkml:trace>
  <inkml:trace contextRef="#ctx0" brushRef="#br1" timeOffset="161809.89">8315 6429 1279 0,'0'0'0'0,"0"0"-46"0,0 0 10 16,94 0 35-16,-37 3-214 16,3-3-283-16</inkml:trace>
  <inkml:trace contextRef="#ctx0" brushRef="#br1" timeOffset="162233.69">8956 5987 1182 0,'0'0'82'15,"0"0"-82"-15,0 0 0 0,0 0 4 16,0 0 55-16,-5 106-34 16,5-60-18-16,5-2-5 15,3-5 4-15,4-8-2 16,0-8-3-16,4-10 3 15,3-8-1-15,2-5-1 16,4 0-2-16,-1-2-9 16,1-13 0-16,-2-9-2 15,-2-5 7-15,-3-8 4 16,-6-1 4-16,-4 7-4 16,-6 6 8-16,-2 10 27 0,0 10 39 15,0 3 0 1,0 2-48-16,0 16-25 0,0 18-1 15,0 12 21-15,-2 7-7 16,2 3-11-16,0-2 1 16,0-3-4-16,0 0-7 15,12-2-61-15,4-1-98 16,8-14-137-16,6-13-315 16</inkml:trace>
  <inkml:trace contextRef="#ctx0" brushRef="#br1" timeOffset="163067.06">9638 6244 524 0,'0'0'625'0,"-3"-85"-597"0,-14 50 4 16,0 6 92-16,-4 10-36 16,-3 7-15-16,-3 9-43 15,-5 3-13-15,1 0-4 16,-1 15-4-16,7 6-1 15,8 1 2-15,7 2-9 16,7 2 6-16,3-2 0 16,0-1-7-16,7-4 2 15,18-4 1-15,6-3 3 16,4-1-5-16,4-4 4 16,-4 2-5-16,-3 4 0 15,-9-3-1-15,-8 5 1 0,-8 0-2 16,-7 0 2-1,0 2 0-15,-8-4 6 0,-14-2 28 16,-8-4 7-16,-3-4-13 16,-6-3-12-16,2 0-11 15,6-5 2-15,9-14 0 16,10-5-7-16,12-6 0 16,5-4-4-16,30-1-37 15,12-2-12-15,8 0-2 16,2 1-46-16,-1 2-14 15,-1-1 12-15,-3 1 56 16,-1-5 28-16,-8 1 19 16,-9 3 36-16,-11 0 9 15,-13 1 1-15,-10-1-9 0,0-3-11 16,-28-1 50-16,-12 0-20 16,-11 4 6-16,-11 3-12 15,-11 6-11-15,-9 8-12 16,-8 6-4-16,-7 9-13 15,-4 3 8-15,-2 6 3 16,2 19-12-16,8 15-2 16,8 13-1-16,6 16 6 15,11 12 4-15,9 12-12 16,12 17 6-16,19 6-1 16,20 3-3-16,9-7 3 15,43-14-7-15,24-14 0 16,19-15-2-16,18-20-6 0,17-18 6 15,15-19-6-15,11-12-20 16,7-24-2-16,-5-26-24 16,-11-10 19-16,-25-3 30 15,-30 4 3-15,-32 3 8 16,-27 0-7-16,-24-13 0 16,-4-5 0-16,-39-6-1 15,-17 0 0-15,-11 6-2 16,-3 6 0-16,-1 7 1 15,4 13-1-15,3 17-8 16,3 17-48-16,3 14-123 16,2 6-125-16,6 16-281 0</inkml:trace>
  <inkml:trace contextRef="#ctx0" brushRef="#br1" timeOffset="165164.1">18467 799 890 0,'0'0'87'0,"0"0"-54"15,0 0 26-15,0 0 18 16,0 0-16-16,0 0-60 16,0 0 21-16,-17 74 6 15,-18-17-27-15,-5-2 3 16,0-3-3-16,5-5 5 16,5-9-6-16,8-14 7 15,10-13-7-15,9-7 5 16,3-4-5-16,10 0-16 0,17-2 13 15,10-7 3-15,6 0 2 16,4 3-2-16,5 3-1 16,0 2 1-16,-3-1 0 15,-1 2 0-15,-5-1 0 16,-8-4 0-16,-6-1 2 16,-8-6 0-16,-6 1 0 15,-6-8 1-15,-5 1 2 16,-4-2 0-16,0-1 11 15,0 0 36-15,-7 5-33 16,0 4 48-16,0 8-14 16,5 2-5-16,0 2-40 15,1 18-8-15,-2 20-19 0,-1 17 19 16,1 10 3 0,3 1-3-16,0 2 4 0,0-1-7 15,0-1 3-15,0-4-1 16,1-6-98-16,5-11-80 15,0-14-195-15,3-17-109 16</inkml:trace>
  <inkml:trace contextRef="#ctx0" brushRef="#br1" timeOffset="165665.63">19077 1226 831 0,'0'0'275'0,"40"-84"-249"15,-20 43 11-15,2-5 44 16,-7 4 46-16,-5 4-44 16,-6 0-61-16,-4 3 3 15,0 9-5-15,-9 5 6 16,-8 9-10-16,-6 10-7 16,-3 2-8-16,-8 0 8 15,-1 13-6-15,1 9-3 16,6 4-6-16,8 3 3 15,5 1-3-15,8 0 1 16,7-2 0-16,0-4 1 16,21 0-1-16,10 1 3 15,7-1 4-15,7 0 3 16,7 2-3-16,-3 1 0 0,-7 3 1 16,-9 0-3-1,-15 1-2-15,-11 1 1 0,-7-4 0 16,0-4 1-16,-14-3 4 15,-12-5 3-15,-6-4 26 16,-4-7 17-16,-8-5-7 16,-3 0-19-16,-1-8-13 15,4-12 5-15,11-6 8 16,10-2-16-16,17-5-3 16,6-2-5-16,17 2-3 15,25 4-2-15,15 4-35 16,11 6-39-16,13 3-64 0,6 3-87 15,-6 4-200 1</inkml:trace>
  <inkml:trace contextRef="#ctx0" brushRef="#br1" timeOffset="165835.04">19594 1131 1029 0,'0'0'536'0,"0"0"-508"16,0 0-17-16,0 0 32 15,113-30 12-15,-34 23-30 16,8 3-25-16,-7 4 0 16,-8 0-11-16,-12 0-62 15,-11 0-107-15,-13 0-64 16,-14-6-243-16</inkml:trace>
  <inkml:trace contextRef="#ctx0" brushRef="#br1" timeOffset="166020.45">19970 982 1166 0,'0'0'257'0,"0"0"-257"15,0 0-14-15,0 0 14 16,-31 119 54-16,31-63-29 16,0 5-7-16,11-1-13 15,4-3-5-15,2-5-28 0,-1-9-142 16,3-15-175-1,-2-17-361-15</inkml:trace>
  <inkml:trace contextRef="#ctx0" brushRef="#br1" timeOffset="166665.01">20612 883 1233 0,'0'0'222'16,"0"0"-213"-16,0 0 6 0,0 0 105 15,0 0-48 1,0 0-51-16,-24-15-12 0,0 15-5 16,-11 0 0-16,-9 2 6 15,-3 0 7-15,0-2 9 16,4 0-3-16,4 0-3 15,9 0-7-15,11-2-12 16,6 0 2-16,10 0-1 16,3 1-1-16,0 1-2 15,0-2 1-15,0 2-7 16,0 0 5-16,0 0-1 16,0 0-2-16,0 0 5 0,0 5-11 15,0 10 11 1,0 4 0-16,0 4 1 0,-1-2-4 15,-6 0 6-15,-1-3-3 16,2-6 1-16,2-4 0 16,2-4 0-16,2-3-1 15,0-1 1-15,0 0-1 16,2 0-6-16,21 0 4 16,10 0 0-16,12 0 4 15,4 0-3-15,-1 0 1 16,-3 12-6-16,-4 11 4 15,-8 2-5-15,-7 2 6 16,-9 4 0-16,-10-2 0 16,-7-4 1-16,0-3 2 15,-17 1 1-15,-11-6 8 16,-9-1-3-16,-6-1 4 16,-4-4-4-16,-2-2-8 0,7-6 2 15,8-3-2-15,9 0-1 16,9 0-42-16,13-14-82 15,3-2-188-15,23-8-301 16</inkml:trace>
  <inkml:trace contextRef="#ctx0" brushRef="#br1" timeOffset="167282.35">20986 914 1240 0,'0'0'207'16,"0"0"-196"-16,0 0 16 16,0 0 79-16,0 0-13 15,0 0-70-15,0-25-17 16,-7 25 0-16,-10 0 1 16,-11 0 3-16,-5 0-7 15,-2 0 0-15,2 0 1 16,4 0-3-16,9 0 7 15,4 0-6-15,4 0 0 16,3 0 3-16,8 0-3 16,-1 0-1-16,2 0 1 15,0 0 1-15,0 0-6 16,0 0 3-16,0 0-3 0,0 0 3 16,0 0-8-16,0 0 4 15,0 6-1-15,0 13-1 16,-5 8 6-16,-5 5 0 15,0 0 2-15,-2-2-3 16,2-8 2-16,4-5-1 16,0-7 0-16,6-7 1 15,0-3-1-15,0 0 1 16,0 0-1-16,11 0-1 16,17-1 1-16,14-10 13 15,12 2-13-15,4 3-3 16,4 3 2-16,0 3-2 0,-7 0-6 15,-10 13 9 1,-15 7-7-16,-10 3 2 0,-13 1 3 16,-7-2 2-16,0 1 6 15,-21-1 12-15,-3-2-3 16,-10-2 5-16,-5 0-3 16,3-3-10-16,-3-2-3 15,10-6-2-15,3-4-4 16,10-3-32-16,7 0-82 15,9-23-210-15,2-10-334 16</inkml:trace>
  <inkml:trace contextRef="#ctx0" brushRef="#br1" timeOffset="167506.92">21440 780 1365 0,'0'0'215'0,"0"0"-215"16,0 0-36-16,0 0 36 16,0 112 51-16,6-48-1 15,4 4-33-15,-1-4-4 16,-3-2-6-16,-1-2-2 16,0-6-5-16,-3-4-6 15,2-6-121-15,-3-14-185 0,2-21-368 16</inkml:trace>
  <inkml:trace contextRef="#ctx0" brushRef="#br1" timeOffset="167817.24">21687 977 1289 0,'0'0'174'15,"0"0"-174"-15,0 0 0 16,-85 24 2-16,46 4 25 15,-9 3-18-15,-5 3-2 16,-1-6 3-16,12-8 7 16,15-9-2-16,14-7 18 0,10-4-11 15,3 0 21 1,5 0 11-16,26 0-22 0,13-2-20 16,9-1-4-16,2 3-8 15,-1 0 1-15,-1 12-3 16,2 9 2-16,-1 4 0 15,-5 1-3-15,-6 2 1 16,-6-2-71-16,-7-3-117 16,-5-13-129-16,-8-10-408 15</inkml:trace>
  <inkml:trace contextRef="#ctx0" brushRef="#br1" timeOffset="168082.77">21980 586 1262 0,'0'0'149'15,"0"0"-149"-15,0 0-6 16,0 0 6-16,16 79 59 16,13-3-19-16,6 19 22 15,0 8 11-15,-8 4-43 16,-9 0-6-16,-4-2-12 15,-7-8-10-15,-3-11-1 16,-1-20-1-16,-3-20-17 16,0-18-101-16,0-21-129 15,-1-7-207-15</inkml:trace>
  <inkml:trace contextRef="#ctx0" brushRef="#br1" timeOffset="169072.47">22147 416 1434 0,'0'0'54'16,"0"0"-51"-16,-127-5 2 15,65 5 42-15,-17 9 23 0,-23 0-29 16,-29 1-18-16,-39-1 8 15,-30 0-13-15,-29 0-4 16,-17-2 1-16,-11-3-6 16,-13 0-5-16,3 1 1 15,1 2-3-15,20-1 8 16,24 0-2-16,21 0-5 16,21-3 1-16,21-1 0 15,24-2 4-15,26 0-3 16,25 0 1-16,24 0-1 15,16 0-2-15,18-3 0 16,7 0 0-16,8-2 0 16,2 2 4-16,5 0-2 15,0 2-4-15,-1-1 0 16,4 0 1-16,-5 1 2 0,1-1-4 16,-3 2-2-16,-4-1 2 15,-2 1 0-15,-4 0 0 16,0 0 0-16,0 0 0 15,1 0 0-15,4 0-1 16,4 0 0-16,4 0 1 16,3 0 0-16,1 0 0 15,1 0 0-15,0 0 0 16,0 0 1-16,0 0-1 16,0 0 1-16,0 0 3 0,0 0-3 15,0 0 2 1,0 0 4-16,0 0-1 0,0 0-3 15,0 0-3 1,0 0-7-16,0 3 6 0,0 18-10 16,-3 16 4-16,1 24 6 15,2 22 1-15,0 16 0 16,0 15 9-16,6 11-7 16,6 10 2-16,2 7 0 15,-1-10-2-15,2-13 3 16,0-20-1-16,0-24 0 15,-2-14 2-15,1-15-6 16,-4-11 7-16,-4-14 3 16,1-9-5-16,-3-8 1 15,-3-4 3-15,1 0 4 16,5 0 10-16,3 0-8 16,7 0-1-16,11 0 2 0,14 0-11 15,21 2 4-15,29-1-5 16,30 2 1-16,36 2-4 15,22-2 9-15,29 0-10 16,17-2 0-16,18-1 0 16,17 0 0-16,5 0 0 15,7 0 0-15,-12 0 0 16,-8 0 0-16,-14-3 0 16,-18-10 0-16,-19 0 0 15,-31 2 0-15,-31 6 0 0,-30 3 0 16,-28 2 0-1,-23 0 0-15,-21 0 0 0,-18 0 0 16,-12 0-56-16,-6 0-32 16,-2 1-27-16,0 3-243 15,-13-4-643-15</inkml:trace>
  <inkml:trace contextRef="#ctx0" brushRef="#br1" timeOffset="169186.18">22247 1821 1830 0,'0'0'0'0,"0"0"-451"16,-114-27-297-16,90 27 464 0</inkml:trace>
  <inkml:trace contextRef="#ctx0" brushRef="#br1" timeOffset="203006.57">4459 8507 945 0,'0'0'251'0,"0"0"-227"16,0 0-9-16,0 0-9 16,0 0 17-16,0 0 56 15,0 0-8-15,-16-57-27 16,15 56-31-16,-1 1-1 15,0 0-5-15,1 0-4 16,-3 0 3-16,-4-2-4 16,-3 0 4-16,-8-1-6 15,-1 0-3-15,-3 3 3 16,-2 0 0-16,-2 0 3 16,-2 0-5-16,4 0 4 15,3 3-2-15,5-2 2 0,3 2 0 16,0 1 3-1,3 0-3-15,1 0-1 16,1 1-2-16,1 5 1 0,-2 2 0 16,-2 3-1-16,-1 5-1 15,1 1 2-15,-1 4 1 16,-1 5 0-16,4 2 5 16,-2 7-3-16,5 4 5 15,-2 7 1-15,0 4-1 16,5 5 7-16,-2 1-2 15,5 4-9-15,1 0 2 16,0 4-4-16,0-2 4 16,3-3 1-16,12-7-5 15,3-7 0-15,2-5-1 16,4-4 2-16,4-5 0 0,4-1-2 16,3-8 8-1,4-5-9-15,-1-9 3 0,4-8-6 16,5-4 9-16,3-7 7 15,3-17-3-15,5-6-5 16,-2-6-1-16,-2-3 5 16,-4-3-9-16,-12-2 1 15,-5-2-1-15,-5-4 2 16,-14-4 2-16,-5-9-2 16,-9-3 1-16,0-5-2 15,-13-3-1-15,-11 0 8 16,-1-4-7-16,-3 5 0 0,-1 6 3 15,1 11-1-15,3 13-3 16,0 10 2-16,3 7-2 16,4 6 10-16,1 2-6 15,3 2-3-15,1 1-1 16,2 5-1-16,0 1-4 16,3 3-18-16,1 0-59 15,-3 6-57-15,-2 0-155 16,-6 0-242-16</inkml:trace>
  <inkml:trace contextRef="#ctx0" brushRef="#br1" timeOffset="209671.33">17002 1413 957 0,'0'0'137'0,"0"0"-127"0,0 0 1 16,0 0 23-16,0 0 45 16,0 0 0-16,0 0-52 15,0 0-27-15,17-13-17 16,-5 60 17-16,4 17 24 16,3 8 16-16,-2-3-30 15,-2-7-3-15,-2-13-6 16,-1-11 4-16,-2-12 8 15,-2-12 29-15,-1-10-22 16,-2-4 21-16,5 0 34 16,17-33 17-16,15-20-42 0,16-21-39 15,13-11-7-15,-3-7-3 16,0 4 0-16,-3 8 0 16,-9 17 2-16,-12 19-3 15,-17 17-6-15,-11 12-9 16,-14 10-90-16,-2 5-58 15,-6 8-144-15,-26 18-58 16,-13 7-31-16</inkml:trace>
  <inkml:trace contextRef="#ctx0" brushRef="#br1" timeOffset="209971.64">17342 1453 1085 0,'0'0'108'15,"0"0"-108"-15,0 0-6 16,0 0-21-16,0 0 27 16,36 138 30-16,-14-51 12 15,1 4-32-15,2-10-5 16,-5-14-2-16,-4-20 15 16,-6-21 10-16,-5-15 24 15,-3-9 20-15,1-2 59 16,13-24 7-16,19-29-59 15,20-26-78-15,16-22 1 16,14-18-2-16,11-9-4 0,6-1 2 16,5 12-60-1,-7 28-73-15,-15 33-81 0,-19 28-90 16,-21 27-268-16</inkml:trace>
  <inkml:trace contextRef="#ctx0" brushRef="#br1" timeOffset="211704.61">20844 2450 913 0,'0'0'239'0,"0"0"-217"0,0 0-22 16,0 0-2-1,0 0-37-15,0 81 39 0,0 4 28 16,0 9-2-16,0-3-15 16,11-11-5-16,2-16-1 15,0-18-5-15,1-16 4 16,-1-14-1-16,0-9-3 15,3-7 4-15,0-12 10 16,3-23 9-16,1-13-13 16,-2-13-9-16,-1-9 3 15,-6 1 1-15,-4 6-3 16,-4 15 8-16,-3 21 33 16,0 16 14-16,0 11 4 15,0 27-61-15,-1 27-17 0,-9 25 17 16,-2 12 7-16,4 1-1 15,4 1-5-15,4-7-1 16,0-4-5-16,0-11 1 16,9-13-179-16,7-19-152 15,8-20-151-15</inkml:trace>
  <inkml:trace contextRef="#ctx0" brushRef="#br1" timeOffset="212155.11">21483 2872 925 0,'0'0'177'0,"0"-102"-140"0,-2 59 32 15,-9 5 48-15,-4 9-12 16,0 10-60-16,0 7-16 16,-4 8-9-16,-4 4-12 15,-2 2-8-15,-4 19-7 16,4 1 6-16,7 6-3 15,6-3 2-15,9 1-2 16,3-1-3-16,0-1 2 16,25 1 0-16,12 0-3 15,11 2 8-15,6-1 5 0,-1 2-5 16,-4 2 0 0,-13-1 2-16,-12 2-5 0,-16-3 1 15,-8 2 2 1,-10-1 4-16,-22-3-1 0,-10-5 10 15,-6-4-5-15,-2-8 30 16,5-9 16-16,6 0-4 16,11-9-13-16,10-19-16 15,9-15-5-15,9-8-16 16,12-2-3-16,21 6-3 16,11 9-6-16,4 14-33 15,4 7-74-15,5 11-45 16,0 6-47-16,-5 0-191 15,-14 2-186-15</inkml:trace>
  <inkml:trace contextRef="#ctx0" brushRef="#br1" timeOffset="212293.59">21746 2967 1169 0,'0'0'70'0,"0"0"-66"0,104 0-4 15,-33 0 44-15,20 0-26 16,12-6-5-16,-2 3-13 15,-16 2-1-15,-20-1-139 16,-20-3-276-16</inkml:trace>
  <inkml:trace contextRef="#ctx0" brushRef="#br1" timeOffset="212479.28">22097 2781 541 0,'0'0'816'15,"0"0"-816"-15,0 0-6 16,0 0 6-16,-22 113 30 16,22-59-18-16,12 6-7 15,1-2-2-15,2-2-3 16,2-9-97-16,0-12-181 16,-1-15-393-16</inkml:trace>
  <inkml:trace contextRef="#ctx0" brushRef="#br1" timeOffset="213121.15">22741 2734 1286 0,'0'0'97'0,"0"0"-81"16,0 0 41-16,0 0 53 15,0 0-54-15,0 0-36 16,-9-15-4-16,1 15 5 16,-9 0-4-16,-10 0 8 15,-9 0-22-15,-6 0 5 0,-3 0 12 16,1 0-16 0,6 0 1-16,4 0-3 0,14 0 1 15,8-3-2 1,9-2 2-16,3 0 0 0,0-5-3 15,0 1-9-15,2 3 4 16,3 3 4-16,-4 3-1 16,1 0-2-16,0 0-5 15,1 3 2-15,0 17 4 16,3 9 3-16,-5 4 0 16,-1 5 0-16,0 0 2 15,0 2-3-15,-10-6 6 16,0-6-2-16,1-8-3 15,6-8 4-15,0-7-4 16,3-4 0-16,0-1 0 16,0 0-1-16,5 0-4 15,20-1 4-15,12-10-1 0,10-1 2 16,6 3 0-16,4 4-13 16,-2 5 3-16,-1 0 2 15,-7 13-1-15,-11 6 9 16,-12 5 0-16,-9 0-4 15,-14 3 4-15,-1-1 5 16,-4-1 5-16,-20-1 0 16,-10-3 0-16,-5-2 8 15,-9-3-5-15,2-4-12 16,6-5-1-16,6-3 0 16,11-4-28-16,13-5-159 15,10-22-247-15,7-11-391 0</inkml:trace>
  <inkml:trace contextRef="#ctx0" brushRef="#br1" timeOffset="213705.34">23257 2732 1136 0,'0'0'224'0,"0"0"-211"16,0 0 5-16,0 0 99 15,0 0-39-15,0 0-35 0,-30-42-27 16,13 41-15 0,-6-1 1-16,-8 2 1 0,2 0-2 15,-4 0-1-15,1 0 1 16,5 0 0-16,5 2-1 16,13-1-1-16,8-1 1 15,1 0 0-15,0 0-3 16,0 0 1-16,1 0-13 15,15 0 14-15,0 4-1 16,4 5 2-16,-3 11 0 16,-3 9-6-16,-4 7 0 15,-6 6 6-15,2 0-1 16,-6-2 2-16,0-6 0 16,0-7 1-16,0-9-2 15,0-6 2-15,0-7-1 16,0-3 2-16,0-2 2 0,0 0 0 15,0 0-3-15,8 0-2 16,12 0 0-16,7 0-1 16,3 0 1-16,2 1-2 15,0 14-3-15,-6 7 4 16,-6 4 0-16,-11 2-8 16,-9 1 9-16,0 0 6 15,-12-5 7-15,-12-2 7 16,-2-4 11-16,-5-3-7 15,-2-4-6-15,-3-2-17 16,-6-2 3-16,-6-2-4 16,0 3-6-16,-2 2-139 15,-2 4-225-15,-5 2-319 0</inkml:trace>
  <inkml:trace contextRef="#ctx0" brushRef="#br1" timeOffset="214128.89">20525 4177 1326 0,'0'0'96'0,"0"0"-94"0,0 0-2 16,0 0 26-16,104 2-19 16,-54 5-7-16,5-2-4 15,-10 1-160-15,-13-4-279 16</inkml:trace>
  <inkml:trace contextRef="#ctx0" brushRef="#br1" timeOffset="214270.98">20595 4451 1349 0,'0'0'0'0,"0"0"-182"0,107 21 182 15,-28-15 0-15,18-2-29 16,11-4-284-16,6 0-203 15</inkml:trace>
  <inkml:trace contextRef="#ctx0" brushRef="#br1" timeOffset="-214591.26">22364 4161 910 0,'0'0'217'15,"0"0"-197"-15,0 0 71 16,0 0 55-16,0 0-62 16,5-78-62-16,28 58 2 15,15 1-20-15,5 5 6 16,4 6-10-16,-5 8 0 16,-7 0-2-16,-10 8 2 15,-12 12-10-15,-7 5 8 0,-12 6-3 16,-4 1 2-16,-6 7 3 15,-23 0 6-15,-9 2 0 16,-2-5 1-16,3-7-5 16,9-9 6-16,12-11-2 15,13-6-6-15,3-3 0 16,0 0-7-16,19 0-9 16,12 0 13-16,9 0 3 15,5 0-19-15,1 4-1 16,-8 9 0-16,-6 6 16 15,-11 5-1-15,-9 2 4 16,-8-1-1-16,-4 1 2 16,0-4 17-16,-17-3 22 0,-8-3 12 15,-8-1 9 1,-8-4-10-16,-4 0-21 0,-2-2-6 16,1-3-21-16,2-3 4 15,2-3-6-15,3 0-17 16,3 0-128-16,4-9-164 15,0-3-328-15</inkml:trace>
  <inkml:trace contextRef="#ctx0" brushRef="#br1" timeOffset="-213592.44">21734 4273 325 0,'0'0'177'0,"0"0"-110"0,0 0 35 15,0 0 51 1,-30-95-19-16,25 78 1 0,0 9-39 15,0 1-25-15,5 7-3 16,0 0-21-16,0 0-40 16,0 27-7-16,0 18 0 15,0 15 18-15,0 9 4 16,10-2-5-16,2-3-5 16,-1-6-11-16,-1-4 3 15,-1-9-2-15,-4-8-2 16,2-11-44-16,-1-11-130 15,5-15-157-15,5 0-213 16</inkml:trace>
  <inkml:trace contextRef="#ctx0" brushRef="#br1" timeOffset="-213292.4">21958 4362 1228 0,'0'0'68'15,"0"0"-68"-15,-42 110 0 16,42-78 20-16,10-6 15 16,25-7-19-16,10-8 2 15,7-11-7-15,0 0 8 16,-12-10-7-16,-13-12-5 16,-14-7 62-16,-11-2 1 0,-2-6-17 15,-20-4-14-15,-17 0-9 16,-8 5-13-16,2 7-13 15,1 13-4-15,8 13-2 16,9 3 1-16,10 13-36 16,15 14-135-16,4 5-31 15,32-5-180-15,16-9-212 16</inkml:trace>
  <inkml:trace contextRef="#ctx0" brushRef="#br1" timeOffset="-212809.57">22822 4003 1158 0,'0'0'271'0,"0"0"-269"0,-95-104 22 16,47 71 39-16,-14 2 7 15,-21-1-33-15,-15 7-18 16,-22 5-9-16,-19 8-9 15,-12 12 12-15,-8 0-6 16,-1 23-5-16,8 20 16 16,13 17 3-16,17 14-12 15,27 21 7-15,27 15-13 16,29 17-3-16,32 12 5 16,17 5 0-16,47-7-3 15,30-15-2-15,25-15 0 16,22-17 2-16,13-21-2 0,15-21 2 15,11-25-2-15,5-23-4 16,11-29-25-16,-3-34-14 16,-9-18 13-16,-13-16 30 15,-25-5 1-15,-24-2 19 16,-30-4 8-16,-33-6-16 16,-35-8 5-16,-19-9-6 15,-50-9-10-15,-35-1 2 16,-27 12-3-16,-28 21-3 15,-28 38-4-15,-17 39-19 16,-24 31-16-16,-12 31-89 0,-8 31-215 16,-9 17-515-16</inkml:trace>
  <inkml:trace contextRef="#ctx0" brushRef="#br1" timeOffset="-209810.3">15839 4151 810 0,'0'0'232'0,"0"0"-144"0,0 0-11 15,0 0 32-15,0 0-14 16,0 0-76-16,0 0-11 16,0 89 51-16,0-1-15 15,0 1-36-15,2-3-6 16,-2-8 2-16,0-3-4 15,0-7-7-15,0-8-91 16,4-15-83-16,9-18-93 16,4-22-170-16</inkml:trace>
  <inkml:trace contextRef="#ctx0" brushRef="#br1" timeOffset="-209525.35">16107 4333 1130 0,'0'0'227'16,"0"0"-227"-16,0 0-5 16,-42 118 5-16,42-67 25 15,0-5 0-15,8-9-19 16,17-7-1-16,4-10-1 16,3-12 3-16,-5-6 6 15,1-2-6-15,-4-15 22 16,-5-15 36-16,-7-7-9 15,-11-8-14-15,-1-1-2 16,-11 5-12-16,-17 4-22 0,1 12-6 16,3 10-5-16,6 8-28 15,9 7-97-15,9 5-94 16,0 14-154-16,20-2-139 16</inkml:trace>
  <inkml:trace contextRef="#ctx0" brushRef="#br1" timeOffset="-209156.41">16401 4340 1258 0,'0'0'109'16,"0"0"-87"-16,0 0 39 15,0 0 23-15,0 0-50 16,100-29-23-16,-73 51 1 16,-4 5 0-16,-6 6-8 0,-11-1 8 15,-6 4-12 1,0-3 2-16,-20-3 1 0,-3-6 6 15,0-7-1-15,8-9 4 16,9-5-11-16,5-3 7 16,1 0 1-16,0-2-9 15,20-12-12-15,12-5 3 16,10 5 5-16,4 6 1 16,3 8 1-16,-6 0 0 15,-8 17 0-15,-10 3-4 16,-13 6 6-16,-10 1 9 15,-2-1 12-15,-14-2 1 16,-15 0-7-16,-13-1 0 16,-9-2-13-16,3-4-2 15,4-2-25-15,18-11-81 16,11-4-178-16,13-2-220 0</inkml:trace>
  <inkml:trace contextRef="#ctx0" brushRef="#br1" timeOffset="-208998.19">16937 4549 1360 0,'0'0'76'15,"0"0"-75"-15,119-13 43 16,-64 11 2-16,5 2-46 16,4 0 0-16,-4 0-28 15,-8 0-183-15,-14-3-317 0</inkml:trace>
  <inkml:trace contextRef="#ctx0" brushRef="#br1" timeOffset="-208816.78">17230 4331 1438 0,'0'0'145'15,"0"0"-145"-15,0 0-10 16,3 80 10-16,14-26 12 15,1 3-11-15,3-1-2 16,-1-6-52-16,-6-2-184 16,0-14-225-16</inkml:trace>
  <inkml:trace contextRef="#ctx0" brushRef="#br1" timeOffset="-207976.81">17582 4223 1356 0,'0'0'154'15,"0"0"-154"-15,0 0-1 16,0 0-3-16,0 0 8 16,0 0 0-16,-6 110 12 0,9-67-9 15,0 1-4-15,3-3 12 16,2-4-9-16,2-5 2 15,5-8-2-15,-2-5-4 16,2-5-1-16,-1-5-1 16,-1-3 0-16,0-5 0 15,-4 1 4-15,0-2-4 16,-6 1 5-16,0-1-3 16,-1 0 1-16,0 0-2 15,1 0 2-15,4 0 2 16,0-7-4-16,4-7 3 15,-1-6-2-15,-2 2 1 16,-2-4 3-16,-5 1 2 16,-1 0 8-16,0 1 11 0,0 4-14 15,0 6 0 1,0 2-1-16,0 4 2 0,0 2-4 16,0 0-6-16,0 2-3 15,0 0-1-15,0 0 2 16,0 0-2-16,0 0 0 15,0 0-1-15,0 0 1 16,0 0 0-16,0 0 4 16,0 0-4-16,0 0 4 15,0 0-4-15,0 0 0 16,0 0 2-16,0 0-2 16,0 0-1-16,0 0 1 15,0 0 0-15,0 0-3 0,0 0 1 16,0 0 2-1,0 0-3-15,0 0 2 0,0 0-1 16,0 8 2-16,0 3-1 16,0 2 1-16,0 5 0 15,5 2 0-15,2 5 0 16,-3 4 0-16,2 2 0 16,-1 7 0-16,-5 3 0 15,0 0 1-15,0 0-1 16,0 0 6-16,-9-7 4 15,-6-6 6-15,-6-6 6 16,-10-3 8-16,-7-8-4 16,-7-2-16-16,-4-5 1 15,1-4-5-15,3 0-4 0,3-15 0 16,7-7-2-16,5-9-19 16,9-4-25-16,18-8-35 15,3-9-102-15,31-3-234 16,12-4-384-16</inkml:trace>
  <inkml:trace contextRef="#ctx0" brushRef="#br1" timeOffset="-207797.36">17695 4231 1288 0,'0'0'244'0,"0"0"-244"16,0 0 2-16,0 0 17 0,100-8 7 15,-50 8-20-15,2 0-6 16,-2 0-4-16,-1 1-135 16,-10 4-92-16,-4-3-163 15,-9 2-373-15</inkml:trace>
  <inkml:trace contextRef="#ctx0" brushRef="#br1" timeOffset="-207460.54">18191 4271 1121 0,'0'0'274'0,"0"0"-269"16,0 0-2-16,0 0 63 0,0 0-15 15,0 0-28-15,-50 100-17 16,50-68 11-16,0-1-17 16,0-3 8-16,0-4 0 15,10-3-6-15,9-1 9 16,2-4-7-16,6-3 18 15,3 0-6-15,3-4-12 16,3-2 9-16,0-1-6 16,-5-3-5-16,-10-1 1 15,-7-2 3-15,-13 0 12 16,-1 3 3-16,-8 4 8 16,-26 6-1-16,-15 6 6 0,-17-1-26 15,-4-2-3 1,3-5-5-16,4-5-17 15,11-6-59-15,14-3-111 0,12-31-263 16</inkml:trace>
  <inkml:trace contextRef="#ctx0" brushRef="#br1" timeOffset="-207308.09">18360 4203 1288 0,'0'0'244'16,"0"0"-242"-16,0 0 4 15,0 0-6-15,99-9 0 16,-63 15 0-16,6 5-61 0,2-4-157 16,-7-3-285-16</inkml:trace>
  <inkml:trace contextRef="#ctx0" brushRef="#br1" timeOffset="-207126.17">18685 4164 1131 0,'0'0'291'0,"0"0"-291"15,0 0 0-15,0 79 82 16,0-22 11-16,0 3-47 16,1 0-24-16,8-6-10 15,-3-6-8-15,1-3-4 16,-2-4-16-16,-2-6-98 16,2-6-163-16,-1-11-228 0</inkml:trace>
  <inkml:trace contextRef="#ctx0" brushRef="#br1" timeOffset="-206825.6">18977 4262 1130 0,'0'0'225'16,"0"0"-209"-16,0 0 14 16,0 0 66-16,0 0-74 15,0 0-7-15,-82 73-3 16,37-30-9-16,0-6 5 15,4-7 4-15,12-7 5 16,10-9 4-16,11-10-11 16,8-4 7-16,0 0 19 0,11 0-19 15,20-3 1 1,9 0-12-16,8 3-2 0,2 6-4 16,-1 21 0-16,-1 5 0 15,-4 5 0-15,-4 4-3 16,-3-4 2-16,-4 1-54 15,-3-8-113-15,-3-10-126 16,-7-14-496-16</inkml:trace>
  <inkml:trace contextRef="#ctx0" brushRef="#br1" timeOffset="-206590.55">19301 3934 1185 0,'0'0'320'16,"0"0"-287"-16,0 0-33 16,0 0 0-16,0 0 4 15,47 164 85-15,-25-55-40 16,-6 9-24-16,-9-3-9 16,-5-8 14-16,-2-15-24 15,0-7-5-15,0-16-2 16,0-16-37-16,-5-18-71 15,3-22-146-15,2-13-230 16</inkml:trace>
  <inkml:trace contextRef="#ctx0" brushRef="#br1" timeOffset="-205794.12">19473 3972 1432 0,'0'0'185'16,"-95"-28"-183"-16,32 23-2 16,-12-4 32-16,-16 1 22 15,-19-2-24-15,-26-1-11 16,-27-1-10-16,-33-3 10 16,-37 1-9-16,-26 1-10 15,-27 0 9-15,-15 2-9 16,6-1-2-16,9 3 2 0,25 1 6 15,27-1 1 1,28-1-7-16,24-6 0 0,22-2 2 16,18-5 3-16,14-1 0 15,14 1 14-15,16 3-8 16,14 6 1-16,18 2-8 16,15 1-2-16,13 5 6 15,11-1 2-15,5 6-6 16,7 0 0-16,5 1-1 15,3 0-2-15,1 0 5 0,-1 0-6 16,1 0 0 0,-1 0-3-16,4 0 8 0,-1 0-11 15,4 0 5 1,0 0 1-16,-1 4-1 0,-4 14-7 16,-4 20 4-16,2 22 1 15,1 29 3-15,6 16-1 16,0 19 5-16,0 14-3 15,10 5 2-15,2 4-2 16,1 0 2-16,0-7 0 16,-1-5-1-16,0-5 5 15,-6-11-6-15,-1-14 4 16,-1-13 1-16,2-19-3 16,8-11 0-16,13-14 0 0,18-10-3 15,25-9 3 1,30-9-1-16,36-4 6 15,38-8-2-15,38-3-6 0,34-5-2 16,36-2 2-16,24-16 2 16,22-4-2-16,13-3-5 15,5-1 5-15,-6 3 3 16,-22 3-3-16,-28-2-1 16,-44 4 1-16,-42 2 0 15,-42 2 6-15,-45 4-5 16,-44 3-1-16,-34 3 0 15,-27 4-16-15,-12-2-1 16,0 2-6-16,-27 0-13 0,-14 0-24 16,-10 0-69-1,-4 9-181-15,-2 5-157 0</inkml:trace>
  <inkml:trace contextRef="#ctx0" brushRef="#br1" timeOffset="-205218.14">17374 5934 950 0,'0'0'198'0,"0"0"-147"16,0 0 0-16,-42-78 61 16,42 78 20-16,0 27-88 15,7 24-30-15,12 23 73 16,1 9-41-16,4 6-31 16,-3-1-15-16,1-5 4 0,-5-5-4 15,-4-11-35-15,-4-12-73 16,-2-10-127-1,-1-18-125-15,3-20-237 0</inkml:trace>
  <inkml:trace contextRef="#ctx0" brushRef="#br1" timeOffset="-204894.04">17688 5984 1123 0,'0'0'107'16,"0"0"-98"-16,0 0 31 15,0 0 16-15,0 0 17 16,-70 80-31-16,40-42-29 0,-3-1-8 16,-6-1-1-1,-5-3-2-15,6-8 1 0,6-8 0 16,12-9 3-16,12-8-4 16,8 0 15-16,0-20 5 15,16-4-19-15,20-1 10 16,10 11 14-16,5 11 10 15,-2 3-19-15,5 17 7 16,-2 19-10-16,0 4-3 16,-2 2-3-16,-3-4-9 15,-4-5-6-15,-4-9-59 16,-7-7-127-16,-11-9-84 16,-9-8-370-16</inkml:trace>
  <inkml:trace contextRef="#ctx0" brushRef="#br1" timeOffset="-204716.09">17954 6145 734 0,'0'0'635'16,"0"0"-594"-16,0 0-36 16,0 0-5-16,103-26 34 15,-57 40-20-15,2 1-14 16,-5-1-6-16,-2-4-124 15,-10-4-111-15,-7-6-340 16</inkml:trace>
  <inkml:trace contextRef="#ctx0" brushRef="#br1" timeOffset="-204528.28">18051 6369 1272 0,'0'0'157'0,"0"0"-157"16,112-47 0-16,-49 36 6 15,6 2-6-15,-1 3-24 16,-1-3-215-16,-10-4-395 16</inkml:trace>
  <inkml:trace contextRef="#ctx0" brushRef="#br1" timeOffset="-204177.53">18511 6227 1429 0,'0'0'83'16,"0"0"-79"-16,103-60-4 16,-22 39 23-16,5 6-8 15,3 5-15-15,-4 2-101 16,-14 3-80-16,-15-3-166 15,-15-5-8-15,-18-3 144 16,-15-3 211-16,-8-9 73 0,0-1 179 16,-3-2-19-1,-14 1-48-15,-3 4-16 0,0 6-65 16,3 7 26-16,8 9-43 16,3 4-21-16,5 9-37 15,-1 26-29-15,2 14 14 16,0 10-3-16,0 3-10 15,6-1 0-15,6-2-1 16,2-2-38-16,-6-6-69 16,-4-6-171-16,-4-9-232 15</inkml:trace>
  <inkml:trace contextRef="#ctx0" brushRef="#br1" timeOffset="-203694.23">19313 6152 1071 0,'0'0'452'15,"0"0"-408"-15,34-113-34 16,-23 69 27-16,1-9 37 16,-6-3-38-16,-6-4-24 15,0-6 7-15,-25-6-6 16,-9-8-3-16,-10-4-1 15,1-2-8-15,-3-1 2 16,10 9-3-16,7 14 2 16,9 24 0-16,12 17-1 0,4 16-1 15,4 7 0-15,0 0-7 16,0 0-5-16,4 7-5 16,11 13 17-16,0 2 1 15,-2 2 0-15,-4 2-1 16,-8-5 0-16,-1 0 4 15,0-3-4-15,-1-1 8 16,-12-4-2-16,2-4 4 16,-2-4-1-16,-2-4-2 15,1-1 4-15,5 0-11 16,3 0 8-16,6-15 1 16,0-6-8-16,15-3 0 15,11-1-1-15,0 5 0 0,-1 3 0 16,-1 5-31-16,-6 8 0 15,-6 4-40-15,-7 0-104 16,-4 4-151-16,-1 2-394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08:04.7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7725 5993 738 0,'0'0'82'0,"0"0"-54"0,0 0-7 16,0 0 73-16,0 0 49 16,0 0-44-16,0 0-35 15,0-15-6-15,0 14 1 16,0 1-3-16,0 0 4 15,0-2-16-15,0 1-8 16,0 1-2-16,0-3-7 16,0 3 0-16,0 0 0 15,0-2-13-15,0 2 3 16,0-1-1-16,0 1-9 16,0 0-1-16,0 0-4 0,0 0 1 15,0 0-3-15,0-2-1 16,0 2 1-16,0 0 0 15,0 0-2-15,0 0 1 16,0 3-7-16,0 14 8 16,0 6 3-16,0 9 0 15,2-2 2-15,-1 5 2 16,2 2-4-16,-2 4 4 16,4 2 1-16,2 3 2 15,-2-4-7-15,3-1-1 16,-3-1 1-16,2 0 0 15,0 3-2-15,-3 1 3 16,-2 5-1-16,0 0 8 0,0 1 0 16,-2-3-11-16,1 0 9 15,-1-6-5-15,2 3-1 16,-1-2 1-16,1-8-2 16,-1 2 4-16,2-5-5 15,-2-2 1-15,1 1 0 16,-1-2-1-16,3-1 0 15,-2-1 0-15,-1-1 1 16,1 1-2-16,0 1 3 16,-2 2 0-16,0 2-1 15,0 2 5-15,0-1 2 16,0 4-7-16,0 0-1 16,0 3 5-16,0-1-4 15,0-5-1-15,-5-2-1 0,3 0 1 16,-2-1 1-16,1-1-1 15,-1 2 1-15,1-4 1 16,-1 0-1-16,0-3-2 16,-1 2 1-16,2 2 2 15,-2 3-2-15,-2 4-1 16,0 0 0-16,-1 0 0 16,3-2 4-16,0 1-2 15,-1-1-1-15,0 2 2 16,2 1-2-16,-2-1 2 15,3 1 0-15,0 1 2 16,-2 2-3-16,1 3-2 0,1-4 10 16,1 2-5-16,0 1 1 15,2 1 0-15,-1 0-5 16,-1 2 4-16,1 0-3 16,-1 0-2-16,2 5 7 15,-2-1-7-15,0-1 4 16,2-2 1-16,0-3-2 15,0-2 1-15,-3-2 6 16,2-2-6-16,-1 1-3 16,0-3 2-16,0 2 3 15,-1 1 1-15,0 3-4 16,-2-2 1-16,2 5-4 16,-1 1 0-16,1-2 0 15,-1 2 0-15,1-1 0 16,-1-1 0-16,3 3 0 0,-1 2 0 15,-1-3 0-15,2 3 0 16,-2-1 0-16,3 2 0 16,-3 2 0-16,0 0 0 15,-1 3 0-15,0-2 0 16,1 2 0-16,-1-1 0 16,1-5 0-16,-1 0 0 15,1-1 0-15,-2 1 0 16,2 0 0-16,-3 2 0 15,3-2 0-15,-2-2 0 16,2-4 0-16,0-5 0 16,-1-4 0-16,1-1 0 0,1-7 0 15,1-6 0-15,-1-4 0 16,2-5 0-16,0-3 0 16,0-2 0-16,0-3 0 15,0 1 0-15,0 0 0 16,0-2 0-16,0 2 0 15,-2-2 0-15,2 0 0 16,0 0 0-16,0 0 0 16,0 0 0-16,0 0 0 15,0 1 0-15,-2-1 0 16,2 1 0-16,0-1 0 16,0 0 0-16,0 1 0 15,0-1 0-15,0 6 0 0,0-2 0 16,0 1 0-1,-1 3 0-15,1-2 0 0,0 2 0 16,-2-1 0-16,2 2 0 16,0 3 0-16,-1-1 0 15,-1 1 0-15,2 0 0 16,-2-2 0-16,2-2 0 16,-2-2 0-16,2 0 0 15,-1 0 0-15,1-3 0 16,0 1 0-16,0 0 0 15,0 2 0-15,-2-3 0 16,2 3 0-16,-2-1 0 0,2-1 0 16,0-1 0-16,0-2 0 15,0-1 0-15,0 0 0 16,-1 2 0-16,1-2 0 16,0 0 0-16,0 0 0 15,0 0 0-15,0 0 0 16,0 0 0-16,0 0 0 15,0 0 0-15,0 0 0 16,0 0 0-16,0 0 0 16,0 0 0-16,0 0 0 15,0 0 0-15,0 0 0 0,0 0 0 16,0 0 0 0,0 0 0-16,0 0 0 0,0 0 0 15,0 0 0-15,-2 0 0 16,2 0 0-16,0 0 0 15,0 0 0-15,0-3 0 16,-4-5 0-16,1-5 0 16,-1-1 0-16,-3-1 0 15,1 6 0-15,2-1 0 16,1-2 0-16,-3 1 0 16,3-2 0-16,0 2 0 15,-1-1 0-15,2 1 0 16,2 2 0-16,-1 2 0 15,1 1 0-15,0-1 0 16,0-1 0-16,0-1 0 16,0 0 0-16,0 1 0 0,0 2 0 15,0 2 0-15,0-2 0 16,0 2 0-16,0-3 0 16,0-2 0-16,1 1 0 15,1 1 0-15,0 1 0 16,-2 2 0-16,2 1 0 15,-2 3 0-15,0 0 0 16,0 0 0-16,0 0 0 16,0 0 0-16,0 0 0 15,0 0 0-15,1 0 0 16,4 5 0-16,5 15 0 16,2 9 0-16,-1-2 0 15,0-1 0-15,-3-6 0 0,-1-3 0 16,-2-7 0-16,-4-7 0 15,1-1 0-15,-2-2 0 16,0 0 0-16,2 0 0 16,3-2 0-16,3-20 0 15,4-10 0-15,0-4 0 16,-1 0 0-16,-4 0 0 16,-1 1 0-16,1-1-30 15,2-4-64-15,6-1-24 16,3 0-138-16,-3-3-319 15</inkml:trace>
  <inkml:trace contextRef="#ctx0" brushRef="#br0" timeOffset="2766.06">8643 5683 432 0,'0'0'137'0,"0"0"-105"16,0 0-15-16,17-83 148 16,-12 64 3-16,-3 4 1 15,-1 6-67-15,-1 6-30 0,0 1-13 16,0 2-17-16,0 7-42 16,7 27-3-16,-2 17 3 15,2 14 14-15,-2 7-6 16,-4 2 0-16,1-4 0 15,0-8-7-15,1-10 0 16,2-18 4-16,-1-14-4 16,-3-9-1-16,1-7 1 15,-2-4 4-15,1 0 10 16,1 0 80-16,3-21-36 16,4-11-24-16,4-17-35 15,3-5 0-15,1 3-2 16,2 6 1-16,-3 12 1 15,1 12-1-15,1 13-3 16,4 8 1-16,5 7-5 0,3 18 7 16,5 10-4-16,4 3 4 15,-3-3 1-15,-1-3 2 16,-4-8-2-16,-7-6 0 16,-7-7 1-16,-7-7-1 15,-5-3 4-15,-3-1-4 16,0 0 7-16,0-18 7 15,1-17 25-15,0-19-37 16,1-5 10-16,-3-6 4 16,-1 0-5-16,0 8-2 15,0 13-3-15,0 16-3 16,0 15 0-16,0 8-2 0,0 3-2 16,2 2-6-1,6 4-51-15,9 20-51 0,4 4-29 16,3 4-68-16,1-7-190 15,-3-5-145-15</inkml:trace>
  <inkml:trace contextRef="#ctx0" brushRef="#br0" timeOffset="2952.9">9397 5685 1072 0,'0'0'57'15,"0"0"-48"-15,0 0-7 16,0 0 20-16,0 82 21 15,0-38-24-15,0 4-10 0,0 6 4 16,0 2-8-16,0-1-1 16,0-2-2-16,-3-6-2 15,-1-9-7-15,0-11-233 16,0-8-304-16</inkml:trace>
  <inkml:trace contextRef="#ctx0" brushRef="#br0" timeOffset="3273.97">9569 5740 1018 0,'0'0'167'0,"0"0"-137"16,0 0 59-16,0 0 42 15,0 0-59-15,0 0-58 16,45-13 6-16,-1 13-6 16,6 0-2-16,0 0-5 15,0 0-7-15,1-2 0 16,-6 2-2-16,-9 0-145 15,-9 0-34-15,-12 0-143 16,-13 0-131-16</inkml:trace>
  <inkml:trace contextRef="#ctx0" brushRef="#br0" timeOffset="3439.95">9839 5728 577 0,'0'0'612'15,"0"0"-576"-15,0 0-33 16,0 0-3-16,-6 93 34 15,6-37 4-15,0 3-25 16,6-3-12-16,4-7 2 16,-2-4-3-16,5-4-4 0,1-12-120 15,-3-7-260 1</inkml:trace>
  <inkml:trace contextRef="#ctx0" brushRef="#br0" timeOffset="3650.27">10046 5674 327 0,'0'0'926'15,"0"0"-896"-15,0 0-20 16,0 0-10-16,0 119 13 16,5-62 0-16,7 1-3 15,1-4-8-15,-1-1 0 16,-2-6-2-16,-5-5-1 15,-5-4-3-15,0-9-278 0,0-14-298 16</inkml:trace>
  <inkml:trace contextRef="#ctx0" brushRef="#br0" timeOffset="3966.02">10059 5917 216 0,'0'0'941'0,"0"0"-936"15,0 0-5-15,0 0 0 16,0 0 16-16,115-14-14 16,-70 2 8-16,-4-5-3 15,-13-1-6-15,-7 0 5 0,-10-5 0 16,-8 1 10-16,-3-1 41 16,0 3-9-16,0 3 2 15,-1 7-8-15,-2 5 30 16,-1 5 0-16,4 0-52 15,0 0-20-15,0 18-10 16,0 14 10-16,0 6 0 16,0 6 0-16,0-3-1 15,10-2 1-15,7-7-7 16,6-4-159-16,6-10-61 16,4-11-222-16</inkml:trace>
  <inkml:trace contextRef="#ctx0" brushRef="#br0" timeOffset="4265.16">10579 5788 61 0,'0'0'1041'0,"0"0"-979"15,0 0-46-15,0 0 17 16,0 0 9-16,-52 100-18 16,52-69-10-16,20-6-6 15,9-8-6-15,5-12 7 16,0-5-2-16,5-4 14 15,-4-21 0-15,-2-4 30 16,-6-5 23-16,-10-1-16 16,-9 1-3-16,-8-1-18 15,0 2-10-15,-20 2-15 16,-7 2-8-16,-1 6-4 0,-1 10-3 16,5 12-4-16,-2 1-12 15,7 9-61-15,7 13-72 16,10 2-22-16,2-4-260 15</inkml:trace>
  <inkml:trace contextRef="#ctx0" brushRef="#br0" timeOffset="4733.14">10900 5683 1129 0,'0'0'140'0,"0"0"-131"16,0 0 1-16,0 0 44 16,0 0-2-16,0 0-39 15,-15-25-12-15,15 25 3 16,0 0-4-16,0 0 4 16,0 0-3-16,0 0 0 15,0 0 6-15,0 0 34 16,0 0-22-16,0 0-13 15,0 4-3-15,4 15-2 16,2 12 12-16,1 5-1 16,-4 6-6-16,-1 2 2 15,1-3-2-15,1-4-6 0,1-10 7 16,0-5-3 0,2-12-2-16,-4-3 2 0,0-6 1 15,2-1 11-15,8 0 37 16,8-13 5-16,3-16-11 15,1-7-24-15,-5-4-9 16,-6-4-4-16,-9 1-6 16,-3-1-2-16,-2 2-2 15,0 3-4-15,-2 6 3 16,-3 8-29-16,1 10-54 16,4 11-94-16,0 4-125 15,0 0-430-15</inkml:trace>
  <inkml:trace contextRef="#ctx0" brushRef="#br0" timeOffset="4885.32">11164 5630 1190 0,'0'0'234'15,"0"0"-222"-15,0 0-1 16,0 0 56-16,95-11-7 16,-41 4-34-16,3 2-21 15,-5 3-5-15,-9 0-14 16,-4 2-179-16,-14 0-143 15,-8-3-356-15</inkml:trace>
  <inkml:trace contextRef="#ctx0" brushRef="#br0" timeOffset="5073.1">11425 5574 1348 0,'0'0'140'16,"0"0"-134"-16,-11 82-6 15,11-37 11-15,0 4-6 16,8 3 1-16,-3 2-4 16,-4-2-2-16,-1-3 0 15,0-4-57-15,-11-11-258 16,-11-8-465-16</inkml:trace>
  <inkml:trace contextRef="#ctx0" brushRef="#br0" timeOffset="5799.06">9500 6721 704 0,'0'0'301'0,"0"0"-258"16,0 0-3-16,0 0 102 15,0-76-40-15,-1 63-34 16,-2 2-15-16,-4 2-3 16,2 1 0-16,-2 3-20 15,3 1 9-15,-2 2 0 16,3 2-14-16,0 0-12 15,1 0-7-15,-5 5-6 16,-4 22-3-16,-2 12 3 0,-1 11 3 16,6 1-3-16,2-3 1 15,6-6 1-15,0-11 0 16,0-8-2-16,0-13-1 16,0-7 1-16,2-1 4 15,-2-2 4-15,0 0 12 16,0 0 5-16,0 0-4 15,0 0-6-15,0 0-10 16,0 0 2-16,0 0-3 16,0 0-4-16,0 6-2 15,0 10-10-15,0 13 7 16,0 16 3-16,2 12 4 0,1 6-1 16,-1-1 0-16,0-4-1 15,1-11 0-15,-1-11 0 16,-2-7 0-16,1-10 0 15,-1-9-2-15,0-3-55 16,2-5-70-16,-2-2-149 16,3-17-102-16</inkml:trace>
  <inkml:trace contextRef="#ctx0" brushRef="#br0" timeOffset="6068.6">9455 6685 1045 0,'0'0'198'0,"0"0"-177"16,6-92-10-16,16 76 87 15,4 7-2-15,7 9-65 16,1 0-15-16,-3 22 7 16,-3 9 6-16,-12 3-18 15,-6 3-9-15,-10 4 8 16,0 0 2-16,-15 0-4 15,-13 2 1-15,-4-3-9 16,-2-3 1-16,8-8-1 16,4-7-4-16,11-12-144 15,9-9-61-15,2-1-251 16</inkml:trace>
  <inkml:trace contextRef="#ctx0" brushRef="#br0" timeOffset="6296.06">9794 6766 1221 0,'0'0'128'0,"0"0"-124"16,0 0 3-16,0 0 3 16,0 0 10-16,-21 126 89 15,21-69-95-15,0 1 3 16,0-3-9-16,0-4-6 15,-1-4-1-15,-1-11-1 16,2-9-1-16,0-10-166 0,0-15-138 16,-2-2-416-16</inkml:trace>
  <inkml:trace contextRef="#ctx0" brushRef="#br0" timeOffset="6483.73">9736 6754 837 0,'0'0'608'16,"0"0"-571"-16,0 0-25 16,0 0 22-16,110-81 36 0,-64 75-55 15,1 6-14 1,-4 0-2-16,-10 3 0 0,-9 10-114 16,-13 7-88-16,-11 4-148 15,-7 3-168-15</inkml:trace>
  <inkml:trace contextRef="#ctx0" brushRef="#br0" timeOffset="6619.95">9815 6979 1263 0,'0'0'104'0,"0"0"-86"16,0 0-11-16,99-25 47 16,-43 13-45-16,0 5-9 15,-3 1-14-15,-13 3-131 16,-16 3-245-16</inkml:trace>
  <inkml:trace contextRef="#ctx0" brushRef="#br0" timeOffset="6761.08">9830 7178 678 0,'0'0'779'16,"0"0"-779"-16,0 0-44 15,0 0 44-15,134-21 0 16,-61 8-51-16,2-2-213 15,-7-5-146-15</inkml:trace>
  <inkml:trace contextRef="#ctx0" brushRef="#br0" timeOffset="7283.8">10350 6789 1348 0,'0'0'32'16,"0"0"-32"-16,0 0 0 15,0 0 10-15,-8 108 6 16,20-63-8-16,-4-4-5 16,-6-2 1-16,-2-6-4 15,0-5 0-15,0-8-1 16,-9-7 0-16,2-6-27 16,-1-7-105-16,1 0-26 15,3-20 23-15,0-12-10 16,1-6 56-16,1-3 70 15,2 6 20-15,0 10 137 0,0 10 2 16,5 11-5-16,13 4-76 16,9 0-34-16,5 13 41 15,5 9-39-15,3 2 3 16,-2 0-13-16,1-3-10 16,-6-5 0-16,-2-7-3 15,-11-1 2-15,-7-6-1 16,-8-1-2-16,-2-1 23 15,-1 0 89-15,1-20 14 16,0-6-91-16,1-11 9 16,-2-11-5-16,-2-4-13 15,0-5-11-15,0 1 7 16,-7 10-12-16,0 11-8 0,2 17 3 16,3 9-4-16,2 9-3 15,0 0-9-15,0 0-34 16,0 22-60-16,12 8-9 15,5 6-90-15,-2-1-228 16</inkml:trace>
  <inkml:trace contextRef="#ctx0" brushRef="#br0" timeOffset="7569.22">11194 6645 1169 0,'0'0'211'0,"0"0"-195"16,0 0-4-16,-87-24 143 16,71 28-78-16,-2 23-57 15,-3 16-18-15,1 14 7 16,4 11-7-16,3 4 8 15,6 0-4-15,5 1-4 16,2-7-2-16,0-9 1 16,16-9-1-16,9-13-10 15,7-14-120-15,5-12-127 0,4-9-201 16</inkml:trace>
  <inkml:trace contextRef="#ctx0" brushRef="#br0" timeOffset="8033.23">11606 6790 926 0,'0'0'455'16,"0"0"-416"-16,0 0-5 16,0 0 120-16,-94-46-70 15,74 48-64-15,-3 18-19 16,0 9 2-16,2 6 4 0,3 3-4 15,8 6 2 1,5-1 3-16,5 3 4 0,0-6 1 16,12-2-3-16,12-6-7 15,11-8-3-15,7-10-4 16,6-9 2-16,-2-5 2 16,1 0-41-16,-7-10-16 15,-4-11-6-15,-4-9-13 16,-3-10 15-16,-6-3 26 15,-4-5 33-15,-8 3 2 16,-6 4 4-16,-3 11 2 16,-2 14 11-16,0 8 90 0,0 8-46 15,0 4-59 1,0 26 1-16,0 12 14 0,0 8 8 16,0-1-18-16,0-2-7 15,0-5 1-15,7-10-1 16,3-6-11-16,3-12-158 15,1-12-124-15,1-2-496 16</inkml:trace>
  <inkml:trace contextRef="#ctx0" brushRef="#br0" timeOffset="8163.3">11997 6470 1038 0,'0'0'0'0,"0"0"-214"16,0 0 71 0,7 88-77-16</inkml:trace>
  <inkml:trace contextRef="#ctx0" brushRef="#br0" timeOffset="8447.07">12126 6777 1189 0,'0'0'158'0,"0"0"-156"16,0 0-2-16,1 115 5 16,2-70 6-16,3 4 34 15,-5-4-26-15,-1-9 13 0,0-4 48 16,0-13-45 0,0-7-17-16,0-9-10 0,0-3 5 15,0 0 40-15,0 0-12 16,10 0-14-16,11-9-11 15,5-4-8-15,7-3-7 16,3 3-1-16,0-2-21 16,5-2-81-16,-1-4-98 15,0-4-104-15,-7-2-436 16</inkml:trace>
  <inkml:trace contextRef="#ctx0" brushRef="#br0" timeOffset="8700.35">12455 6510 1426 0,'0'0'138'15,"0"0"-138"-15,0 0-9 16,0 0 9-16,115 77 13 16,-59-17-3-16,-3 11-10 15,-11 1 7-15,-12-3-4 16,-15 1 15-16,-15-4 10 15,0-3-15-15,-31-5-4 16,-17-1 2-16,-10-5-11 16,-11-6 0-16,-4-5-26 15,-9-8-185-15,-12-7-229 16</inkml:trace>
  <inkml:trace contextRef="#ctx0" brushRef="#br0" timeOffset="8967.75">9758 7813 1587 0,'0'0'72'16,"179"-5"-72"-16,-20 5 0 15,38 0 2-15,34 0 33 0,25 0 5 16,21 0-19-16,-2 0-4 16,-13-1-10-16,-31-2-7 15,-49-3-6-15,-43 0-53 16,-49-7-74-16,-43 1-155 16,-45-1-188-16</inkml:trace>
  <inkml:trace contextRef="#ctx0" brushRef="#br0" timeOffset="9233.12">10195 8092 499 0,'0'0'1209'15,"205"0"-1209"-15,-27 3-12 16,44-3 6-16,32-6 6 16,17-17 11-16,6-3 8 15,-11 6-14-15,-35 8-5 16,-54 11-3-16,-60 1-66 16,-52 0-214-16,-48 15-166 15,-20-2-140-15</inkml:trace>
  <inkml:trace contextRef="#ctx0" brushRef="#br0" timeOffset="28643.6">7550 10589 475 0,'0'0'391'0,"0"0"-339"15,0 0-50-15,0 0 8 0,0 0 2 16,0 0 24-16,0 0 14 16,0 0-28-16,-9-23-14 15,9 23 0-15,0 0 1 16,0 0 11-16,0-1 23 15,0-1 2-15,-3-2-9 16,-4-5-8-16,-3-5-22 16,0-1 0-16,0-2-2 15,0 0-2-15,0-5 10 16,-2-4-5-16,2-3-3 16,-1 1 10-16,1 2 18 0,3 4-16 15,2 8 5 1,3 4 9-16,2 5-5 0,0 1-15 15,0 3-5-15,0 0 1 16,0-1-1-16,0 1 1 16,0-1 1-16,0 2-3 15,0 0-1-15,0 0-3 16,0 0-3-16,0 6-6 16,10 21 9-16,12 14 5 15,7 10 11-15,-4 3-16 16,-1 1 3-16,-3 2 0 15,-4-5-3-15,-4-5 1 16,-6-7 0-16,-1-10 0 16,-4-10 3-16,-2-10-3 0,0-3 1 15,0-4-2-15,0 0 3 16,0-3 3-16,0 0 32 16,0 0-21-16,0 0 3 15,0 0 4-15,0-17-2 16,2-17-17-16,6-3-4 15,3-6-1-15,3-4 5 16,1-9-5-16,2-3 0 16,-1 1-1-16,1 3 0 15,-3 5-2-15,-3 9 3 16,-4 7 3-16,-4 6-2 16,-3 9-1-16,0 5 1 15,0 9 0-15,0 3-1 0,0 1-2 16,0 1-1-1,0 0 2-15,0-3-5 0,0 3 4 16,0 4-2-16,-3 30 3 16,-14 22 1-16,-5 19 4 15,-4 7-3-15,-1-4 2 16,4-8-3-16,4-9 0 16,6-15 0-16,8-16 0 15,5-14-15-15,0-12-108 16,5-4-108-16,15-24-2 15,0-18-24-15,-4-9-187 16</inkml:trace>
  <inkml:trace contextRef="#ctx0" brushRef="#br0" timeOffset="30891.97">7625 10434 538 0,'0'0'165'0,"0"0"-142"16,0 0-20-16,0 0 0 16,0 0 10-16,0 0 79 15,0 0-35-15,0 0-33 0,0 0-3 16,0 0 12-1,0 0 11-15,0 0 13 0,0-12-24 16,0-5-24-16,0 0-3 16,-7-3 6-16,3 0 13 15,-3-3-3-15,-2-1-16 16,1-1-4-16,0 0 2 16,1-1-1-16,0 2 6 15,1 1 2-15,2 1 10 16,1 4-7-16,1 0-9 15,2 5 2-15,0 5-4 16,0 0 2-16,0 5-1 0,0 2-3 16,0 1-2-1,0 3-3-15,0 27 1 0,10 13 3 16,5 13 8-16,-1-2-3 16,-1-2-2-16,0-6-2 15,-3-5 0-15,-3-8-1 16,-4-6 1-16,0-12-1 15,-3-8 1-15,0-2-1 16,0-2 5-16,0-3-4 16,0 0 21-16,0-8 46 15,-6-14-51-15,-4-9-17 16,-1 2 1-16,-1 2 5 16,0 0-6-16,-2 1 1 15,4 3-1-15,4 5 1 16,2 6 0-16,4 6-1 0,0 5-1 15,0 0 0-15,0 1-9 16,0 0-6-16,0 8 16 16,0 12 1-16,4 6 0 15,-1-9-1-15,-1-1 0 16,-2-6 0-16,0-4 0 16,0-5 2-16,0 2-2 15,0-3 8-15,0 0-3 16,0 0 2-16,0 0-3 15,-3-10 0-15,-9-4-3 16,0-2-1-16,2 3 6 16,2-3-6-16,-2 4 1 15,3 2 3-15,2 4-3 0,0 1 8 16,3 4 3-16,-1-1-10 16,0 0-2-16,1-2 1 15,2 3-1-15,0 1 0 16,0 0-1-16,0 0 1 15,0 0 2-15,0 0 1 16,0 0 3-16,0 0-3 16,0 0-1-16,0 0 4 15,0 0 0-15,0 0-3 16,0 0 0-16,0 0-3 16,0 0 0-16,0 0 0 15,0 0 0-15,0 0 2 0,0 0-1 16,0 0 1-1,0-2 1-15,0 2 0 0,-2-2 5 16,-1-2-2-16,0 1-2 16,-1-1-3-16,4 0 0 15,-2 2 0-15,1-1-1 16,-2-1 3-16,1-3-3 16,-2-2 0-16,3-2 0 15,-2 0 0-15,1 0 2 16,0 0 3-16,2 1-4 15,-2 2 1-15,2-2-2 16,0 3 0-16,-1-3-1 0,-1 4 0 16,2 2 2-1,0 1 1-15,0 3-2 0,0 0 0 16,0 0-3-16,0 0 3 16,0 0-6-16,0 0 0 15,0 18-3-15,0 9 9 16,9 8 8-16,2 3-8 15,1-5 0-15,-1-3 2 16,0-1-2-16,-1-3 0 16,-6-7 1-16,2 0-1 15,-3-9 4-15,-3-2-1 16,0-2-3-16,0-5 1 16,0 2 2-16,0-3-1 15,0 0 3-15,0 0 4 16,0 0 3-16,0-18 21 0,-9-6-30 15,-2-5-1-15,-3 3 1 16,3 0-3-16,1-1 0 16,-2 2 0-16,2 1 1 15,3 8 2-15,2 6-3 16,4 4 0-16,1 1 1 16,0 3-2-16,0-1 2 15,0 0-1-15,0 2 0 16,0 1 0-16,0 0-1 15,0 0 0-15,0 0 0 0,0 0-1 16,-2 0 1 0,2 0 1-16,0 0 0 0,0 0-1 15,0 0 1 1,0 0 0-16,0 0 0 0,0 0-1 16,0 0 1-16,0 0 0 15,0 0 0-15,0 0 0 16,0 0 0-16,0 0 2 15,0 0-2-15,0 0-1 16,0 0 1-16,0 0 3 16,0 0 2-16,0 0-4 15,0 0 4-15,0 0-1 16,0 0-1-16,0 0 0 16,0 0-2-16,0 0 2 15,-1 0-2-15,1 0 1 0,0 0 2 16,0 0-2-1,0 0-2-15,0 0 2 0,0 0 2 16,0 0 0-16,0 0-4 16,0 0 2-16,0-3-1 15,0 3 0-15,0 0-1 16,0 0 0-16,0 0 1 16,0 0 0-16,0 0-1 15,0 0-3-15,0 0 1 16,0 0-3-16,0 0-86 15,0-7-109-15,0-10-232 16</inkml:trace>
  <inkml:trace contextRef="#ctx0" brushRef="#br1" timeOffset="39434.91">3809 3828 324 0,'0'0'182'0,"0"0"-93"15,0 0 13-15,0 0 51 16,0 0-50-16,0 0-9 16,0 0-7-16,4-63-21 15,-2 59-1-15,-2 2-14 16,0 2-10-16,0 0-19 16,0 0-8-16,0 0-2 0,0 0-9 15,0 0 5 1,0 0 5-16,0 0-9 15,0 0 22-15,0 0 5 0,0 0-6 16,0 0-1-16,0 0-17 16,0 0 11-16,0 0-7 15,0-1-7-15,0-1 3 16,0-2-6-16,0 0 0 16,0 1 0-16,0-1 0 15,-2 0-1-15,2 1 0 16,-1 1 3-16,1 2-3 15,0 0 2-15,-3 0-2 16,3-3 11-16,-1 3-9 16,-1 0 12-16,2 0 7 0,0 0-18 15,0 0 1-15,0 0-4 16,0 0 4-16,0 0-8 16,0 0 8-16,0 0-2 15,0 0-2-15,0 0 0 16,0 0-2-16,0 0 2 15,0 0-2-15,0 0-2 16,0 0-7-16,0 0-70 16,15 16-109-16,12-3-97 15,4-2-307-15</inkml:trace>
  <inkml:trace contextRef="#ctx0" brushRef="#br1" timeOffset="40476.08">12638 2369 243 0,'0'0'568'0,"0"0"-459"16,0 0-8-16,0 0 32 16,-24-78-34-16,32 53-46 15,19 1-37-15,7 6-7 0,6 5 1 16,1 8-9-16,-1 5-1 15,-1 0 0-15,-9 15-6 16,-10 8 3-16,-8 2-7 16,-7 7 9-16,-5 2 2 15,0 3 7-15,-19-2 4 16,-9-3-5-16,0-8-6 16,-3-4 9-16,5-8-9 15,4-5 6-15,7-2-2 16,10-3-3-16,5-2 2 15,0 0-3-15,0 0-1 16,6 0-16-16,14 0-7 16,9 1 21-16,6 8 2 0,-3 8-7 15,-3 7 0 1,-5 7 2-16,-5 5 0 0,-6 6 4 16,-6-1-8-16,-7-8 9 15,0-10 0-15,0-11 0 16,-5-11 5-16,-12-1 14 15,-6 0 23-15,-7 0 39 16,-6 0-31-16,-3 0-14 16,-3 0-19-16,5 0-15 15,5 0 3-15,10 0-5 16,10 0-7-16,11 0-71 0,1 0-127 16,15-5-222-16,20-9-45 15</inkml:trace>
  <inkml:trace contextRef="#ctx0" brushRef="#br1" timeOffset="41143.65">13394 2187 812 0,'0'0'291'16,"0"0"-282"-16,0 0-9 16,0 0 3-16,0 0 26 15,0 0 27-15,0-2-25 0,-1 2 9 16,-12 0 25-16,-9 0-19 16,-5 0-20-16,-1 0 0 15,-1 0 10-15,4 0-11 16,0 0-3-16,5 0-3 15,3-4-19-15,4-2 13 16,6 4-7-16,4 0 4 16,3 2-2-16,0 0-5 15,0-1-1-15,0 1-2 16,0 0-11-16,0 0 8 16,0 0-11-16,0 0-2 15,0 18 5-15,0 11 11 0,-4 5 7 16,-3 6-7-16,-6-5 4 15,1-5-1-15,2-7 2 16,6-9-4-16,2-10-1 16,2-3 0-16,0-1-1 15,0 0 0-15,0 0-34 16,15 0 27-16,12 0 8 16,11-7 7-16,6 0-7 15,-1 2-17-15,-1 5-9 16,-5 0 2-16,-4 0 10 15,-6 7 13-15,-7 10-1 16,-8 2 0-16,-9 3 0 16,-3 2 2-16,0 1 6 0,-18 2 20 15,-7-3-3-15,-5-1 7 16,-6-5-11-16,1-2-1 16,0-5-10-16,3-3-5 15,8-5 1-15,4-3-4 16,6 0-5-16,6 0-148 15,8-16-49-15,0-8-240 16</inkml:trace>
  <inkml:trace contextRef="#ctx0" brushRef="#br1" timeOffset="41413.55">13665 2206 1129 0,'0'0'60'0,"0"0"-54"16,0 0 8-16,0 0 48 15,0 0-54-15,0 0 1 16,-6 72-9-16,11-12 6 16,0 5-3-16,-5 0 3 15,0-4-3-15,0 0 0 16,0-6-5-16,0-6 2 15,0-7-1-15,0-8 0 0,0-13-181 16,0-11-135-16,8-10-307 16</inkml:trace>
  <inkml:trace contextRef="#ctx0" brushRef="#br1" timeOffset="41724.26">13902 2319 1087 0,'0'0'58'0,"0"0"-58"16,0 0 0-16,0 0 0 15,0 0 4-15,-76 105 2 16,42-64 2-16,-4-2-6 0,-4-3 8 16,4-6 44-16,3-9-26 15,13-11 0-15,10-4 28 16,11-6 13-16,1 0 14 15,0 0-34-15,12 0-40 16,19 7-9-16,16 4 7 16,9 6 0-16,8 7-7 15,1 4-5-15,0 8-44 16,1 4-121-16,-11 4-68 16,-14-2-319-16</inkml:trace>
  <inkml:trace contextRef="#ctx0" brushRef="#br1" timeOffset="44308.74">2798 6772 377 0,'0'0'287'0,"0"0"-287"15,0 0-122-15,0 0 63 16,0 0 59-16,0 0 8 16,0 0-8-16,0 0-19 15,0 0-119-15</inkml:trace>
  <inkml:trace contextRef="#ctx0" brushRef="#br1" timeOffset="44878.03">2725 8499 1176 0,'0'0'4'16,"0"0"-4"-16,0 0-153 15,0 0 94-15,0 0 30 16,0 0-100-16,-8-9-215 15</inkml:trace>
  <inkml:trace contextRef="#ctx0" brushRef="#br1" timeOffset="45212.37">2614 10786 1031 0,'0'0'0'16,"0"0"-642"-16</inkml:trace>
  <inkml:trace contextRef="#ctx0" brushRef="#br1" timeOffset="49773.46">2665 5770 725 0,'0'0'50'0,"0"0"-50"16,0 0 0-16,0 0 2 16,0 0 24-16,-87-58 53 15,71 44-29-15,0-1-9 16,-2 0 10-16,-6 1-37 15,-1 3 12-15,-7 0 7 16,-3 3-2-16,-3 5-19 0,-2 3-2 16,-1 0 3-16,3 0 0 15,3 6-7-15,1 8 0 16,4 1-6-16,2 4 1 16,1 5-1-16,2 8-4 15,5 14 3-15,1 15-2 16,5 17 3-16,5 23-1 15,9 20 5-15,3 9-4 16,26 12 2-16,13-9-2 16,4-14 2-16,13-15-2 15,13-22-3-15,8-21-1 16,13-16 4-16,5-15 0 16,4-17 4-16,3-13-2 0,2-4 0 15,-1-34 4 1,-3-15 3-16,-2-18-9 0,-1-18-5 15,-7-15 5-15,-7-14 0 16,-18-13 4-16,-25-5 3 16,-24 2-3-16,-19 8 16 15,-22 12 15-15,-33 12-12 16,-20 15-3-16,-17 18-20 16,-14 22 0-16,-7 22-2 15,-9 25 2-15,0 8-18 16,0 38-50-16,10 18-84 15,13 17-69-15,14 8-182 16</inkml:trace>
  <inkml:trace contextRef="#ctx0" brushRef="#br1" timeOffset="50923.36">1978 7535 565 0,'0'0'210'0,"0"0"-150"0,0 0-31 15,0 0 37-15,0 0 62 16,0 0-29-16,-2-17-36 16,2 17-30-16,0 0-26 15,0 0-7-15,15 5-2 16,10 14 2-16,12 8 6 16,2 3 2-16,2 3-3 15,-2 0 3-15,-5 1-7 16,-2 2 4-16,-7-1-5 15,-3 3 0-15,-4-2 0 16,-3 0-3-16,-5-2-116 16,-6-10-145-16,-4-13-183 15</inkml:trace>
  <inkml:trace contextRef="#ctx0" brushRef="#br1" timeOffset="51172.45">2280 7387 1258 0,'0'0'90'16,"0"0"-90"-16,0 0-1 16,0 0-5-16,0 0 6 0,0 0 0 15,-46 118 7 1,22-42-7-16,-3 11 1 0,-2 7-1 15,2 3 0-15,-2 2-8 16,2 1-195-16,-1-7-132 16,-7-8-340-16</inkml:trace>
  <inkml:trace contextRef="#ctx0" brushRef="#br1" timeOffset="51638.41">1816 9407 1155 0,'0'0'92'0,"0"0"-74"0,0 0-17 16,0 0 6-16,0 0 22 15,0 0-16-15,27 7-9 16,14 26 8-16,9 7 13 16,5 9-15-16,2 3-5 15,-7 1-4-15,-5-3 2 16,-8-5-3-16,-5-3 0 16,-7-4-1-16,-3-6-70 15,-9-10-83-15,-3-11-83 16,-5-11-43-16,-3-14-29 15</inkml:trace>
  <inkml:trace contextRef="#ctx0" brushRef="#br1" timeOffset="51799.69">2199 9369 1015 0,'0'0'184'16,"0"0"-121"-16,0 0-4 15,0 0-25-15,0 0-31 16,0 0-1-16,-68 71 1 15,40-6-3-15,1 0-1 16,4-7-2-16,1-13-154 16,0-21-253-16,-2-24-382 15</inkml:trace>
  <inkml:trace contextRef="#ctx0" brushRef="#br1" timeOffset="53122.08">1211 7083 488 0,'0'0'478'0,"0"0"-411"0,-85-21-61 16,73 21 0-16,8-1 66 15,4 1 55-15,0-2-89 16,3 2-38-16,26 0-16 16,26 0 14-16,37 12 2 15,40 2 28-15,38 0-20 16,48-2 5-16,42-3 2 16,38-2 37-16,30-3-14 15,12 4-18-15,7 2-10 16,-5 2-10-16,-14 0 3 15,-27-4-3-15,-39-3 0 0,-42-4 7 16,-47 1-7-16,-44-2 1 16,-40 0-1-16,-36 0 3 15,-24 0-1-15,-21 0 41 16,-6 0 20-16,-2 0-1 16,0 1-11-16,0-1-25 15,0 1-3-15,0-1-6 16,0 0-3-16,0 0-2 15,0 0-9-15,0 0 4 16,0 0-2-16,0 0-2 0,0 0-2 16,0 0 1-1,0 0 0-15,0-2 4 0,0-33 8 16,0-24-4-16,0-28-10 16,-2-28-2-16,-1-23 2 15,1-24 0-15,2-28-7 16,0-7 5-16,0 3-1 15,0 11 3-15,2 25 2 16,1 30 1-16,-3 32-3 16,0 34 0-16,0 29 0 15,0 17 0-15,0 10-5 16,0 1 2-16,0 4 0 16,0 1-6-16,0-2 9 0,0 2-3 15,0-1-6-15,-1-1 6 16,-1 1-2-16,-6 1 5 15,-14 0 2-15,-21 0 1 16,-26 0 3-16,-23 0 0 16,-20 0-6-16,-26 0 5 15,-30 0-2-15,-48 0 1 16,-55 1-4-16,-46 17-13 16,-36 5 13-16,-32 4 5 15,-13 3-5-15,4 3-1 16,14 0 1-16,39-4 4 15,49-9-4-15,54-7 0 16,58-10 0-16,54-3 4 16,49 0-2-16,34 0-2 0,23 0-1 15,14 0-4 1,6 0-69-16,0 2-72 0,19 9-51 16,7 3 114-16,-2 5 11 15,0-1 21-15,-6-3 8 16,-6-2 25-16,-7-7 15 15,-2-3 1-15,-3-3 2 16,0 0 14-16,0 0 4 16,0 0 41-16,0 0 28 15,-1 0-4-15,-9 0-44 16,0-5-17-16,1 1 2 16,2-1-1-16,7 2-1 15,0 0 4-15,0 1-12 16,0-4 12-16,0 4 0 15,0-1-10-15,-1 3 3 0,-1 0-5 16,1 0-14-16,-3 0 0 16,-1 14-22-16,-5 37 12 15,-10 36 8-15,-14 38 4 16,-2 41 0-16,11 21-2 16,25 11-3-16,23 3-81 15,46-14-80-15,13-24-102 16,2-38-384-16</inkml:trace>
  <inkml:trace contextRef="#ctx0" brushRef="#br1" timeOffset="57070.77">3121 2553 960 0,'0'0'228'15,"0"0"-217"-15,0 0 7 16,0 0 39-16,0 0 66 15,0 0-18-15,0 0-37 16,-16-16-29-16,16 5-22 16,11-8 3-16,19-12-14 15,20-14-3-15,22-10 7 16,24-14-4-16,22-14-1 0,26-10-5 16,18-13 0-16,15-6 0 15,9-5-1-15,9-6 1 16,11-3 6-16,6 4-4 15,1 11-2-15,-12 14 1 16,-26 21-2-16,-33 15 2 16,-37 20 2-16,-33 15-1 15,-25 12-1-15,-24 7-1 16,-10 6 0-16,-12 1-1 16,-1 0 1-16,0 0 4 15,0 0 0-15,0 0 7 16,0 0 1-16,0 0-9 15,0 0 3-15,0 0-6 16,0 0-1-16,0 0 0 0,0 0-22 16,0 0-48-16,-7 0-90 15,-1 4-32-15,-4 1-227 16</inkml:trace>
  <inkml:trace contextRef="#ctx0" brushRef="#br1" timeOffset="57486.93">6238 720 981 0,'0'0'244'0,"0"0"-230"15,0 0-9-15,0 0 38 16,-10-87 97-16,0 72-43 16,-1 2-55-16,-2 2 10 15,-5 3 3-15,-4 2-26 16,-5 6-21-16,-7 0-3 16,-4 9 3-16,-7 19 1 15,-2 13 1-15,-2 15-9 16,6 13-1-16,8 7 1 15,12-4 1-15,14-11-2 0,9-10 2 16,2-10-3-16,25-9 1 16,9-7 0-16,16-5 1 15,7-8-1-15,8-8-4 16,4-4-64-16,3-9-67 16,0-18-86-16,-4-10-148 15,-6-7-277-15</inkml:trace>
  <inkml:trace contextRef="#ctx0" brushRef="#br1" timeOffset="57691.56">6494 705 1106 0,'0'0'183'16,"0"0"-154"-16,0 0 13 0,0 0 103 16,0 0-72-16,0 0-73 15,-27 12-3-15,31 36 3 16,6 11 1-16,0 2 2 15,-3 0-1-15,0-5-1 16,-2-3 1-16,0-3-2 16,0-6 0-16,-2-10-96 15,3-10-110-15,-3-18-205 16</inkml:trace>
  <inkml:trace contextRef="#ctx0" brushRef="#br1" timeOffset="58121.03">6607 622 1168 0,'0'0'188'0,"0"0"-182"16,0 0-4-16,0 0 2 16,0 0 7-16,0 0 12 15,85 30-13-15,-60-6-4 16,-12 5-6-16,-7 2 2 15,-6 3-4-15,-10 4 4 16,-24 6-2-16,-9-4 11 16,-8-4-3-16,3-9 2 15,8-10-8-15,8-14 8 16,12-3 48-16,8-3-3 16,5-19-13-16,7 0-31 0,0-3-8 15,19 5 12-15,6 3-7 16,5 6-7-16,2 8 1 15,3 3-1-15,4 0-1 16,2 7 2-16,1 12-2 16,0 6 2-16,-2 6-2 15,-1-1 2-15,-6 0-2 16,-3-2 0-16,-4-4-1 16,-1 0-5-16,-6-6-97 15,0-7-122-15,-4-9-181 16</inkml:trace>
  <inkml:trace contextRef="#ctx0" brushRef="#br1" timeOffset="58312.98">7038 672 1456 0,'0'0'119'16,"0"0"-119"-16,0 0-9 15,0 0 9-15,0 0 5 16,140-20-2-16,-67 18 1 16,-7-1-4-16,-11 3-121 15,-14 0-95-15,-20-2-284 16</inkml:trace>
  <inkml:trace contextRef="#ctx0" brushRef="#br1" timeOffset="58499.02">7306 648 1329 0,'0'0'139'0,"0"0"-139"16,0 0 0-16,-5 77 3 15,10-29 58-15,8 7-21 16,1 2-24-16,-3-3-10 16,0-1-4-16,-2-4-2 15,1-4 0-15,-2-8-80 16,-1-8-167-16,2-13-330 15</inkml:trace>
  <inkml:trace contextRef="#ctx0" brushRef="#br1" timeOffset="58954.04">8073 693 1097 0,'0'0'289'0,"0"0"-234"16,-13-104 11-16,19 79 50 15,21 4-46-15,9 9-36 16,7 8-18-16,3 4-9 15,1 4-4-15,-7 18-3 0,-8 8 4 16,-9 7-8-16,-6 8 3 16,-13 4 1-16,-4 8-7 15,-5 4-119-15,-21-6-213 16,0-3-540-16</inkml:trace>
  <inkml:trace contextRef="#ctx0" brushRef="#br1" timeOffset="59088.13">8302 1176 1732 0,'0'0'53'16,"0"0"-50"-16,0 0-3 15,0 0 0-15,0 0 0 16,0 0-55-16,-7 0-152 0,20 0-168 16</inkml:trace>
  <inkml:trace contextRef="#ctx0" brushRef="#br1" timeOffset="59420.44">8615 699 1394 0,'0'0'73'0,"0"0"-71"0,-2-98 19 16,5 70 111-16,11 6-21 15,7 3-70-15,3 5-21 16,1 9-10-16,4 5-3 16,-6 0-7-16,2 16 0 15,0 11-4-15,-5 9 3 16,-3 8 1-16,-7 8-7 15,-7 7 7-15,-3 5-2 16,-5 4-63-16,-15-3-148 16,2-9-353-16</inkml:trace>
  <inkml:trace contextRef="#ctx0" brushRef="#br1" timeOffset="59559.16">8909 1157 1838 0,'0'0'21'0,"0"0"-13"15,0 0 4-15,0 0 18 16,0 0-30-16,0 0-1 16,0 0-41-16,0 0-72 15,-5 0-290-15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09:49.19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1153 5572 897 0,'0'0'183'15,"0"0"-168"-15,0 0-9 16,0 0-3-16,24-85 33 15,-6 75 13-15,4 5-32 16,0 5-13-16,-1 0-2 16,1 5 0-16,-3 14 1 0,-5 6-1 15,-2 9-1-15,-9 7 18 16,-3 9-6-16,0 7 15 16,-22 3-13-16,-6 0-11 15,1-9 9-15,2-12-6 16,5-15-7-16,9-9 3 15,2-9-7-15,4-3 9 16,4-3 10-16,1 0-1 16,0-10-1-16,0-14-13 15,0-6-31-15,10-5 12 16,8-4 18-16,5 0-15 16,3 0-4-16,0 1 11 15,3 2 9-15,-3 2 3 0,1 2-2 16,-3 5 1-1,-4 1 1-15,-6 6 0 0,-3 3 3 16,-4 3 2-16,-6 7 25 16,-1 2 15-16,0 3 3 15,0 2 4-15,0 0-27 16,-3 0-10-16,-7 5-11 16,-3 14 2-16,-6 7-9 15,0 13-1-15,1 5 1 16,3 1 3-16,5 2-2 15,7-2 5-15,3 0-3 16,0-2 8-16,8-5-3 0,10-4-6 16,4-7-2-1,5-5-1-15,3-2 0 0,0-7-4 16,3-1-60-16,3-4-67 16,2-8-33-16,1 0-241 15</inkml:trace>
  <inkml:trace contextRef="#ctx0" brushRef="#br0" timeOffset="215.92">1797 5605 1321 0,'0'0'45'0,"0"0"-45"16,0 0 0-16,0 0 3 15,90 0 24-15,-30 0-12 16,1 0-7-16,-1 0-8 16,-10 2-24-16,-14 1-118 15,-5-2-149-15,-14 0-159 16</inkml:trace>
  <inkml:trace contextRef="#ctx0" brushRef="#br0" timeOffset="409.79">1944 5715 1172 0,'0'0'205'0,"0"0"-205"16,0 0-38-16,0 0 38 16,0 0 12-16,121 0-1 15,-58 0-7-15,-5 0-4 16,-10 0-74-16,-15 4-122 15,-13 0-191-15</inkml:trace>
  <inkml:trace contextRef="#ctx0" brushRef="#br0" timeOffset="588.74">1926 5912 1320 0,'0'0'3'0,"0"0"-3"15,0 0-6-15,0 0 6 16,90 5 13-16,-31 2-12 16,6 0-1-16,-3-2-157 15,-6-4-199-15,-5-1-289 16</inkml:trace>
  <inkml:trace contextRef="#ctx0" brushRef="#br0" timeOffset="1016.2">2600 5548 1346 0,'0'0'78'15,"0"0"-77"-15,0 0 3 16,98-47 30-16,-47 47-14 15,0 0-13-15,-4 14-5 16,-12 8-2-16,-13 7 0 16,-15 4-13-16,-7 8-4 15,-16 4 17-15,-24 3 7 16,-11 3 1-16,-10-6-1 16,5-7 7-16,5-14-6 0,16-12 9 15,15-9 16 1,8-3 17-16,11-3-3 0,1-16-23 15,0-3-24-15,18 2-1 16,12 3 1-16,5 4 3 16,4 7-3-16,-1 6-2 15,2 0-2-15,-3 5-3 16,0 13 7-16,-4 5-8 16,-1 2-5-16,-5 4-89 15,-4-1-56-15,-3-4-57 16,-5-7-216-16</inkml:trace>
  <inkml:trace contextRef="#ctx0" brushRef="#br0" timeOffset="1348.9">3250 5455 1119 0,'0'0'66'16,"0"0"-55"-16,0 0 70 15,0 0 39-15,0 0-48 16,0 0-68-16,-47-19 4 16,34 43 16-16,-6 17-10 15,1 12 8-15,3 13 7 0,3 4-8 16,5 1 13-1,7-3-15-15,0-7-17 0,15-7-2 16,14-11-24-16,2-7-58 16,4-9-61-16,1-12-39 15,1-10-194-15,-6-5-219 16</inkml:trace>
  <inkml:trace contextRef="#ctx0" brushRef="#br0" timeOffset="2499.48">3390 5685 864 0,'0'0'334'16,"0"0"-278"-16,0 0-27 15,0 0 27-15,0 0-35 16,0 0-16-16,40-4-4 16,-13 30 2-16,-2 9 2 15,-6 0-1-15,-4 2 4 16,-5 1-4-16,-7-6-4 15,-3-3 6-15,0-3-6 16,0-10-1-16,-2-3 0 16,-2-7 1-16,-2-5 6 15,1-1 12-15,-2 0 15 16,-1-18-13-16,2-12-13 16,2-9-7-16,4-7-12 0,0 1 6 15,11 7 3-15,10 4 3 16,-1 12-1-16,0 7 0 15,0 10-3-15,-1 5 1 16,-1 3-7-16,2 18 10 16,-2 9-1-16,-3 3 3 15,-1 2 8-15,-6-2-7 16,-3-3-2-16,0-5 0 16,-4-5 0-16,-1-6 1 15,3-7 0-15,-2-4-1 16,1-3 6-16,1 0 5 15,4-3 2-15,2-21-3 16,2-9-4-16,5-6-7 16,1 0 0-16,0 4 2 0,0 10-2 15,-6 10 0-15,-2 7 1 16,-3 8-2-16,1 0-2 16,0 8 3-16,3 13 11 15,2 4-1-15,-2 4-5 16,2 1 2-16,1-3-6 15,-2-1 1-15,3-4-2 16,0-5-17-16,2-5-33 16,2-6-69-16,6-6 1 15,2 0-38-15,3-16-52 16,-6-8 63-16,-4-3 145 16,-6 2 4-16,-5 3 5 15,-1 3 48-15,-5 10 50 0,-2 8 59 16,0 1-46-1,0 0-85-15,0 15-27 0,0 11 40 16,0 4 29-16,3-2-49 16,9-4-11-16,5-6-14 15,8-7-3-15,5-7 7 16,0-4 11-16,0 0-11 16,-6-7 6-16,-10-7-8 15,-4-1 8-15,-8-2 4 16,-2-2 27-16,0-2-17 15,-19 0-5-15,0 4-4 16,-3 1-7-16,5 7-5 0,4 3 4 16,8 3-10-1,5 3-13-15,0 0-39 0,0 0-41 16,1 6 23-16,15 2-19 16,8-4-38-16,8-4 38 15,3 0-26-15,-5 3 66 16,-6 3 49-16,-10 5 0 15,-7 3 0-15,-1 5 21 16,-2 0 31-16,3 1 15 16,2-2-47-16,-3-5 7 15,4-2 0-15,0-4-17 16,2-7 15-16,2 0 23 16,1 0 0-16,-4-16 8 0,-1-6 10 15,-4-2 20 1,-6-4-2-16,0-5-44 0,-3-2-18 15,-13-2 11-15,-2 1-13 16,-4 2-4-16,0 2-16 16,0 7 0-16,8 9 0 15,0 6-3-15,9 6-20 16,2 4-58-16,3 4-82 16,0 17 6-16,5 1-27 15,15-2-203-15</inkml:trace>
  <inkml:trace contextRef="#ctx0" brushRef="#br0" timeOffset="2997.96">4744 5557 855 0,'0'0'328'0,"0"0"-299"16,0 0 16-16,0 0 39 16,0 0-63-16,0 0-21 15,0 15 0-15,0 21 17 16,0 3-1-16,-12 2-14 15,-4-5-2-15,-3-3 0 16,1-6 0-16,3-7 0 16,0-9 2-16,3-5-2 15,3-6 18-15,0 0 4 16,2-7-12-16,4-8-10 16,3 1 0-16,0 6-13 15,0 5 7-15,9 3-4 0,7 0 6 16,6 3-2-16,5 8 4 15,6-3 0-15,4-5 2 16,3-3-2-16,-1 0-1 16,-8-5 6-16,-6-6 1 15,-10-4 1-15,-5 0-2 16,-7-2 4-16,0-3-1 16,-3-2-4-16,0-2 3 15,0 0-4-15,0 5-1 16,-3 8 12-16,0 5 2 15,3 6 6-15,0 0-20 16,-1 25-22-16,1 15 22 0,0 10 4 16,0 5 0-16,0-5-4 15,10-1-19-15,3-7-67 16,4-8-81-16,1-10-186 16,-3-8-357-16</inkml:trace>
  <inkml:trace contextRef="#ctx0" brushRef="#br0" timeOffset="3231.93">5017 5480 1168 0,'0'0'100'0,"0"0"-98"0,0 0 7 15,0 0 2 1,88 0 57-16,-36 38-16 0,0 13-30 15,-8 9 12-15,-12 8 9 16,-16 3-12-16,-12 3-21 16,-4-1-10-16,-19-1-3 15,-26 2-43-15,-22 0-98 16,-22-9-206-16,-18-7-311 16</inkml:trace>
  <inkml:trace contextRef="#ctx0" brushRef="#br0" timeOffset="4098.47">1128 6830 938 0,'0'0'183'0,"0"0"-156"16,0 0-4-1,0 0 39-15,62-81-1 0,-32 80-27 16,-1 1-23-16,-8 14-9 16,0 17 7-16,-8 7 6 15,-5 5-1-15,-8 4 0 16,0 2 0-16,-1-1-6 15,-13 0 0-15,1-7-1 16,2-11-7-16,7-13-8 16,4-11-37-16,0-6 22 15,0-6 21-15,3-22 2 16,12-11-59-16,3-6 7 16,4 4 52-16,1 2-1 0,-1 1 0 15,0 3-35 1,-4 1 28-16,-5 3 8 0,-4 3 7 15,-4 2 1-15,-1 2 10 16,-4 5 12-16,0 6 18 16,0 2 4-16,0 5-14 15,0 3 18-15,0 3 7 16,-4 0-23-16,1 0-36 16,-4 7-1-16,-1 19 4 15,-1 12-1-15,2 10 1 16,6 6-4-16,1 0 6 15,4 2-6-15,17-5-1 0,9-6-2 16,9-5-14 0,4-8-35-16,9-11-48 0,0-13-63 15,1-8-153-15,-4-13-281 16</inkml:trace>
  <inkml:trace contextRef="#ctx0" brushRef="#br0" timeOffset="4256.43">1962 6752 1322 0,'0'0'162'15,"0"0"-162"-15,0 0-1 16,116-24 1-16,-63 23 0 16,4 1-3-16,2 0-32 15,-10 0-130-15,-10 0-237 0</inkml:trace>
  <inkml:trace contextRef="#ctx0" brushRef="#br0" timeOffset="4407.59">2183 6880 1230 0,'0'0'0'15,"0"0"-58"-15,0 0-52 16,120 0 110-16,-65 0-201 15,-4 0-500-15</inkml:trace>
  <inkml:trace contextRef="#ctx0" brushRef="#br0" timeOffset="4564.47">2217 7089 1470 0,'0'0'7'0,"0"0"-7"0,0 0-96 15,0 0 84-15,108 4-9 16,-34-4-190-16,8 0-313 16</inkml:trace>
  <inkml:trace contextRef="#ctx0" brushRef="#br0" timeOffset="5085.66">3087 6685 1213 0,'0'0'151'0,"0"0"-140"15,0 0-9-15,0 0 35 16,14-83 18-16,16 71-50 15,3 5-2-15,3 5 0 0,-4 2-3 16,-7 4 0 0,-9 15-7-16,-2 5 1 0,-13 3-1 15,-1 3-2-15,0 1 6 16,-20-1 3-16,-2 0 1 16,-1-8 14-16,5-6-11 15,6-7 5-15,7-4-1 16,5-3-8-16,0-2 6 15,0 0-6-15,8 0-25 16,15 0 25-16,9 0 1 16,5 0 1-16,0 5-1 15,-4 6-1-15,-6 1-1 16,-7 3 0-16,-8-2-4 16,-10 3 5-16,-2-1 5 15,-2 0 30-15,-21 1 26 16,-9 0 4-16,-8 3-12 0,-5-3-31 15,1-2-17-15,7-3-1 16,7-2-4-16,5-1-34 16,9 3-94-16,6-2-130 15,7-4-153-15,3-5-184 16</inkml:trace>
  <inkml:trace contextRef="#ctx0" brushRef="#br0" timeOffset="5567">3689 6514 911 0,'0'0'186'15,"0"0"-167"-15,0 0 55 16,0 0 55-16,0 0-25 16,0 0-64-16,-59 0-29 15,45 44-2-15,0 10 25 16,3 13 1-16,4 3-4 16,2 1-8-16,5-3-3 15,0-5-12-15,2-6-8 16,15-4 0-16,2-7-11 15,7-9-77-15,-3-12-69 0,2-10-48 16,0-12-212 0</inkml:trace>
  <inkml:trace contextRef="#ctx0" brushRef="#br0" timeOffset="6730.87">3776 6782 1121 0,'0'0'94'0,"0"0"-62"16,0 0 0-16,0 0 5 16,0 0-22-16,94-6-12 15,-64 41 0-15,-3 6 14 16,-6 2 4-16,-4-3-13 16,-5-5 9-16,-5-6 1 15,-4-6-18-15,-3-8-1 0,0-8 1 16,0-3 3-1,0-4 9-15,2 0 9 0,-1-4 13 16,1-16 6-16,-2-14-40 16,0-5 7-16,2-3-6 15,1 1-1-15,6 7-8 16,4 8 5-16,2 10-2 16,2 6-2-16,-1 9 1 15,-1 1-4-15,0 14 2 16,-2 13 2-16,0 7 6 15,-7 3 3-15,-3 0 1 16,1-4 8-16,-4-7-10 0,2-7 2 16,-2-3-3-1,0-7 0-15,1-5 2 0,-1-3 1 16,2-1-2-16,-1 0 15 16,5-3-3-16,0-18-6 15,2-9-8-15,1-6 0 16,1 0 3-16,2 3-3 15,-1 2 2-15,2 9-4 16,-2 7 2-16,-3 5 0 16,-3 8 4-16,0 2-4 15,4 0-9-15,2 23 9 16,2 9 2-16,5 6 19 16,-2-1-1-16,1-2-11 0,-1-4-8 15,0-8 1 1,0-3-4-16,-1-6-3 0,2-8-43 15,0-6-40-15,3 0 0 16,2-9 22-16,-2-15 21 16,-2-5 19-16,-3-4-2 15,-5 0 27-15,-2 5 1 16,-4 9 0-16,-3 10 11 16,-1 9 48-16,0 0-30 15,0 11-25-15,0 12 26 16,0 2 25-16,0-1-41 15,5-4 1-15,4-5-15 16,6-5 2-16,1-5 1 16,5-5-1-16,2 0 10 0,0-3-5 15,-4-11-5-15,-9-1 8 16,-7-1 0-16,-3-4 9 16,0-2 16-16,-3 0 9 15,-12 1-4-15,-3 6 1 16,4 4-15-16,4 6-8 15,6 3-3-15,4 2-14 16,0 0-1-16,0 0-20 16,0 0-37-16,6 0-39 15,9 3-4-15,6 3 4 16,5-1-18-16,3-1-39 16,2 1 8-16,-6 2-8 15,-3 2 102-15,-4 3 51 0,-4 4 1 16,-3 2 30-1,-1 2 68-15,-3-2 1 0,1 4-4 16,1-7-46-16,-1-3-6 16,1-5-9-16,5-5-8 15,0-2-4-15,0 0 8 16,3-11 37-16,-3-10 9 16,-3-6 6-16,-4-6-4 15,-7-4-1-15,0-2-27 16,-5-4-9-16,-11 0-18 15,-8 5-12-15,0 5-6 16,1 9-4-16,7 10-4 16,4 7 1-16,3 7-22 15,4 0-42-15,4 13-67 0,1 10-66 16,0 0-11-16,17-2-212 16</inkml:trace>
  <inkml:trace contextRef="#ctx0" brushRef="#br0" timeOffset="7299.5">5382 6673 950 0,'0'0'300'16,"0"0"-272"-16,0 0 55 0,0 0 65 15,0 0-50 1,0 0-53-16,-22-6-31 0,0 6 25 15,-5 0-34-15,4 0 6 16,1 1 3-16,3-1-4 16,3 0 2-16,1 0-2 15,1 0-6-15,3 0 0 16,2-3-3-16,1-1 0 16,5 1-1-16,-1 1 0 15,4 2-1-15,0 0 0 16,0 0-5-16,0 0 4 15,0 0-10-15,-1 0 6 16,-3 0 0-16,-1 18 2 16,-5 7 4-16,-1 0 1 0,-3 0 1 15,3-5-2-15,4-5 1 16,1-6-1-16,6-6 0 16,0-3-4-16,0 0-2 15,0 0 3-15,4 0-2 16,14 0 5-16,11 0 3 15,8-4-3-15,3-2-12 16,0 4-19-16,0 2 15 16,-5 0 10-16,-6 9 6 15,-7 11 0-15,-11 6 4 16,-6 0 9-16,-5 2 5 16,0 3 2-16,-15-4 7 15,-10 1-13-15,-5-6-10 0,-7-3-4 16,-1-4-12-1,-1-4-31-15,4-7-109 0,6-4-214 16,9-8-250 0</inkml:trace>
  <inkml:trace contextRef="#ctx0" brushRef="#br0" timeOffset="7532.67">5427 6490 1202 0,'0'0'211'16,"0"0"-211"-16,0 0 0 0,98 19 17 16,-56 23 49-1,-2 11-14-15,-2 7-13 0,-8 6 23 16,-8 2-20-16,-16 2-4 16,-6 4-27-16,-19 1-9 15,-24 2-4-15,-16 2-85 16,-18-5-179-16,-16-3-399 15</inkml:trace>
  <inkml:trace contextRef="#ctx0" brushRef="#br0" timeOffset="8497.61">1155 8213 822 0,'0'0'97'16,"0"0"-55"-16,0 0 77 15,0 0 25-15,40-78-46 16,-17 63-46-16,6 3-28 16,4 4-10-16,2 6 8 15,-3 2-9-15,-5 10-11 16,-7 14-2-16,-10 9-4 15,-9 6 4-15,-1 6 14 16,-13 2-4-16,-15-1 0 0,-2-3-10 16,1-9 10-16,4-10-3 15,8-9-3-15,9-10-4 16,6-5-36-16,2 0 32 16,0-9-19-16,19-20-53 15,7-5-39-15,5-5 62 16,-3 3 50-16,1 5 3 15,-4 1 1-15,-2 1 0 16,0 4 5-16,-4-1 0 16,-1 5 15-16,-3 3 15 15,-5 4-3-15,-3 7 10 16,-7 4-3-16,0 3-5 16,0 0 5-16,0 0-18 15,0 0-12-15,-5 17-9 16,-7 12 20-16,-1 11-6 0,0 7-5 15,3 8-4-15,3 2-3 16,5 0 1-16,2-4-2 16,2-8-2-16,20-9-1 15,9-7-9-15,10-11-38 16,8-10-44-16,7-8-43 16,-1-9-236-16,-3-19-331 15</inkml:trace>
  <inkml:trace contextRef="#ctx0" brushRef="#br0" timeOffset="8681.45">2185 8169 1266 0,'0'0'335'0,"0"0"-335"15,0 0-14-15,0 0 14 16,0 0 0-16,111-16-3 15,-57 16-16-15,-2 3-136 16,-12 3-106-16,-13-2-250 16</inkml:trace>
  <inkml:trace contextRef="#ctx0" brushRef="#br0" timeOffset="8863.4">2196 8359 1107 0,'0'0'455'0,"0"0"-455"16,0 0-43-16,0 0 43 16,0 0 11-16,136-30-11 15,-72 23-27-15,-5 1-149 16,-14 1-182-16,-17 0-307 16</inkml:trace>
  <inkml:trace contextRef="#ctx0" brushRef="#br0" timeOffset="9009.19">2186 8485 1364 0,'0'0'128'0,"0"0"-128"16,0 0-35-16,0 0 31 16,0 0 3-16,124 11-114 15,-62-11-193-15,-3 0-221 16</inkml:trace>
  <inkml:trace contextRef="#ctx0" brushRef="#br0" timeOffset="9930.85">3074 8264 1065 0,'0'0'64'15,"0"0"-49"-15,44-82 43 16,-21 47 27-16,2 3-26 16,-5 4-23-16,-5 5 8 15,-4 5 11-15,-8 5-15 16,-2 2-2-16,-1 3-16 15,0 5 16-15,0 2-4 16,0 1-13-16,0 0-21 0,0 0 0 16,0 9-24-16,0 19-4 15,0 12 28-15,0 11 17 16,0 2-7 0,0 1-5-16,0-5 0 0,0-5-4 15,0-8-1-15,0-8 0 16,-7-7-4-16,-2-6-21 15,-7-1-7-15,-4-5 13 16,-3-3 12-16,-6-4 7 16,3-2 17-16,-1 0-2 15,5-3 5-15,9-7 24 16,7 4-4-16,6 1-9 16,0-1-19-16,0 4-12 15,13-3-3-15,12 2 0 16,12 0 0-16,6 3 2 0,5 0-42 15,3 0-41-15,1 3-35 16,-3 2-83-16,-3-5-191 16</inkml:trace>
  <inkml:trace contextRef="#ctx0" brushRef="#br0" timeOffset="10232.04">3778 7898 1044 0,'0'0'460'0,"0"0"-432"16,0 0 4-16,0 0 55 16,0 0-11-16,0 0-59 15,-92-27-15-15,77 67-2 16,-2 15 3-16,6 12 5 15,1 4-7-15,4 1 8 16,5-3-2-16,1-3-7 16,0-9-7-16,18-8 7 15,7-8-23-15,7-8-48 16,5-8-62-16,3-12-96 16,0-13-194-16</inkml:trace>
  <inkml:trace contextRef="#ctx0" brushRef="#br0" timeOffset="11350.03">3885 8158 1117 0,'0'0'203'0,"0"0"-175"16,0 0-6-16,0 0 53 16,0 0-43-16,0 0-29 15,39-17-3-15,-13 50 8 16,-4 4 1-16,-5 1-2 15,-6-4 7-15,-1-4-11 16,-3-10 4-16,-4-5-5 0,-1-6 4 16,-2-7-4-1,2-2 0-15,-2 0 7 0,0 0 3 16,3-8 10-16,2-17-16 16,4-12 4-16,-1-3-10 15,0 1 0-15,0 7 4 16,-2 10-2-16,-1 10-1 15,-2 6 26-15,-1 6-3 16,4 0-24-16,3 7-15 16,5 19 4-16,3 7 11 15,1 3 11-15,-5 0-6 16,-5-5 6-16,0-6-2 16,-4-10-9-16,-1-8 5 0,0-5-4 15,-3-2 3 1,2 0 8-16,0 0-1 0,1-13 6 15,4-10-8-15,2-14-6 16,4-3-4-16,-2 1 1 16,-1 2 0-16,-2 14-1 15,-1 8 3-15,-4 8-2 16,-1 7 0-16,2 0-10 16,0 0-4-16,6 19-1 15,2 5 15-15,1 2 12 16,1-3-11-16,-1-3 4 15,2-6-5-15,1-6-1 16,-3-2-5-16,4-6-19 16,-1 0-8-16,3-6 11 0,-1-12 3 15,-4-4 19 1,-3-3 2-16,-4 1-2 0,-4 5 6 16,0 6-3-16,-3 5 14 15,0 5 8-15,0 3-11 16,0 0-14-16,2 8-10 15,0 13 1-15,5 6 9 16,0 1 4-16,0-5-4 16,6-5 0-16,1-6-1 15,3-6-20-15,0-3-16 16,1-3 6-16,-1 0 16 16,-2 0-9-16,-3-1-11 15,-4-7 19-15,-3 0 6 0,0 3 0 16,-5 0 9-16,4 2 1 15,-4 0 1-15,0 2 1 16,0-1-1-16,0 0-1 16,1-1-2-16,-1 2 2 15,0 1 0-15,0 0-3 16,0 0 3-16,0 0-12 16,2 0-4-16,3 8 16 15,0 1 0-15,3-3 3 16,1-2-3-16,2-3-4 15,1-1 4-15,-3 0 7 16,-3 0-1-16,1 0 2 16,-4-8 3-16,2-4 22 15,0-8 7-15,-5-2-8 0,0-6 7 16,0-2 1-16,-5 2-7 16,-12-1 0-16,-3 4-10 15,0 5-2-15,0 6-11 16,3 5-10-16,6 6-13 15,4 3 6-15,-2 0-17 16,3 5-39-16,-1 9-44 16,1 5-2-16,2-1-12 15,2 5-25-15,2-1-66 16,0 2-1-16,0 1-86 16</inkml:trace>
  <inkml:trace contextRef="#ctx0" brushRef="#br0" timeOffset="11780.51">4987 8125 1144 0,'0'0'39'16,"0"0"29"-16,0 0-42 16,0 0 57-16,0 0-9 15,0 0-29-15,-13-41-16 16,4 36 21-16,-3 2-3 15,-1 2-20-15,-2 1-9 16,-2 0-16-16,0 16 5 16,3 8-4-16,2 2-2 0,7 4 5 15,3-3-2 1,2-5-4-16,5-5-4 0,15-11 3 16,5-6 1-16,0 0 0 15,0-17 4-15,-1-8 7 16,-2-7-11-16,-7-4 7 15,-7-2 2-15,-8-3-7 16,0-5 15-16,-7 0 4 16,-15 1-6-16,-1 2 0 15,-2 2-8-15,4 12-1 16,5 10-2-16,8 11-4 16,6 8-13-16,0 0-41 15,2 18-65-15,0 10 42 0,2 2-166 16,17-4-165-16,4-11-440 15</inkml:trace>
  <inkml:trace contextRef="#ctx0" brushRef="#br0" timeOffset="12080.42">5181 7828 868 0,'0'0'578'15,"0"0"-555"-15,0 0-16 16,0 0 53-16,0 0-24 15,0 0-35-15,104-9 8 16,-59 14-7-16,0-1 4 0,-7-4-4 16,-7 0 1-16,-14 0 0 15,-8 0 6-15,-6 0 26 16,-3 0 8-16,0 5-24 16,0 14-13-16,-2 12 5 15,-8 14 28-15,-3 8-15 16,-4 3-16-16,2 2-7 15,-3-4-2-15,3-1-6 16,2-4-61-16,1-8-93 16,4-10-148-16,-1-13-362 15</inkml:trace>
  <inkml:trace contextRef="#ctx0" brushRef="#br0" timeOffset="12348.73">5522 7668 1437 0,'0'0'80'16,"0"0"-80"-16,0 0-3 16,0 0 3-16,88-3 13 15,-37 56 23-15,-5 12-2 16,-5 5-15-16,-11 4 30 15,-10 0-7-15,-12 0 2 16,-8-7-16-16,0-1-14 16,-25-1-5-16,-14-3-9 0,-14-2-4 15,-14 0-35-15,-14 1-136 16,-15-7-266-16</inkml:trace>
  <inkml:trace contextRef="#ctx0" brushRef="#br1" timeOffset="21678.2">7520 5697 181 0,'0'0'559'15,"0"0"-464"-15,0 0-56 16,0 0 61-16,0 0 77 16,0 0-68-16,0 0-59 15,0-12-22-15,0 4-6 16,0-2 42-16,1-1-23 15,11-2-20-15,7-1-8 16,5 2-12-16,7 3 5 16,3 6-1-16,2 3-5 0,-1 6 0 15,-9 23 2 1,-7 8 1-16,-6 9-3 0,-9 3 0 16,-4 0 5-1,0-2-3-15,-5 0-1 0,-14-1 4 16,0-7-5-16,-7-4 0 15,3-6 1-15,3-9-1 16,8-11-2-16,5-5 2 16,7-4 7-16,0 0 7 15,4-23-14-15,18-10-83 16,9-8 41-16,4-1 29 16,2 0 0-16,-2 3-21 15,-4 1 4-15,-5 4 16 16,-3-1 14-16,-4 2 1 15,-4 3 0-15,-4 2-1 0,-2 2 6 16,-4 3-2 0,-3 1 1-16,-2 3 31 0,0 0-22 15,0 7 2-15,0 3 21 16,0 3-6-16,0 3-7 16,0 2 8-16,0 1-12 15,-4 0-4-15,-2 0-12 16,-6 1-4-16,-5 20 19 15,-6 12-16-15,1 13 5 16,3 6-1-16,5 7 3 16,4 4 7-16,5-2-1 15,5-5-2-15,0-8-5 0,16-10-8 16,13-11 3 0,4-6 1-16,5-6-4 0,3-2 0 15,-3-6-1-15,-1-3-3 16,-4 0-24-16,-1-4-63 15,1 0-72-15,1-8-84 16,-2-15-159-16</inkml:trace>
  <inkml:trace contextRef="#ctx0" brushRef="#br1" timeOffset="21893.16">8412 5733 1199 0,'0'0'164'16,"0"0"-164"-16,0 0-5 15,0 0 5-15,0 0 44 16,131-6-19-16,-78 6-22 16,-4 1-3-16,-11 4-10 15,-8-2-109-15,-8 1-143 16,-13-4-201-16</inkml:trace>
  <inkml:trace contextRef="#ctx0" brushRef="#br1" timeOffset="22044.76">8499 5875 1083 0,'0'0'174'0,"0"0"-174"0,0 0-46 16,103 0 46-16,-51 0 0 15,3 5-50-15,-9-3-350 16</inkml:trace>
  <inkml:trace contextRef="#ctx0" brushRef="#br1" timeOffset="29197.24">3895 3026 573 0,'0'0'265'16,"0"0"-224"-16,0 0-24 15,0 0 57-15,0 0 43 16,0 0-61-16,0 0-17 15,-28-47-9-15,26 43-2 16,0-4 17-16,-1 3-27 16,0 0 2-16,-3-2 25 15,2 2-17-15,-5-2 2 0,-1 0-5 16,-2 0 6 0,-1 0-8-16,0 3-14 0,-2-2 1 15,0 3-3-15,-1-2-1 16,3 3 1-16,0 2-6 15,0-2 5-15,-4 2 1 16,0 0-7-16,0 0 4 16,0 2 1-16,3 2-2 15,-1 2 3-15,1 1-5 16,1 3 2-16,1-2-3 16,2 1 3-16,-2 0 0 15,1 0-1-15,-1 2-2 16,-1 3 9-16,-1 4-7 15,2 4 0-15,-2 5 1 0,2 2-1 16,0 1-2-16,2 0 4 16,0 0-3-16,2 2-1 15,1 1 2-15,2 0 1 16,3-1-2-16,1 4 0 16,1-3 1-16,0-2 1 15,0 0 0-15,0-2-4 16,0 0 1-16,5-4 0 15,2 1 0-15,-1-2 3 16,5-3-3-16,1-1 0 16,0 0 1-16,2-3-4 15,-3 1 3-15,2-3 0 16,3-2 2-16,-3 0 0 0,0-2-2 16,0-4 0-16,3-1 1 15,-1-2-2-15,-1 2 2 16,4-2 2-16,-1 0 2 15,-3-2-3-15,-1-1-2 16,-1-1 3-16,2 0-1 16,1 0-1-16,-2 0 2 15,3 0-2-15,-2 0 5 16,-1 0-3-16,4-7 2 16,4-3 0-16,-1 0-5 0,2-2 4 15,-3 0-4 1,1 0 1-16,-1 0 1 0,-5 0 0 15,0 0-1-15,-4-1 4 16,1-3-3-16,-4 1 3 16,0-3 0-16,-2-2-1 15,0 2 5-15,0-6-9 16,-1 4 6-16,-3 0 1 16,-1 2-3-16,0 0 8 15,0 0-3-15,0 0-6 16,0 1-3-16,0 1 3 15,0-1-2-15,0-2 2 16,-8-3 0-16,-1-2 1 16,-1-4 1-16,0-2-4 15,-1-2 0-15,-3-2 0 0,1-1-1 16,-2 0 0 0,-2 4 0-16,-1 4 0 0,-1 4 0 15,1 5 1-15,-2 5-2 16,0 2 1-16,-2 2 0 15,1 5-3-15,-4 4-32 16,-1 0-38-16,1 22-102 16,1 7-170-16,2 2-337 15</inkml:trace>
  <inkml:trace contextRef="#ctx0" brushRef="#br1" timeOffset="30493.59">9257 5895 3 0,'0'0'620'0,"0"0"-540"0,0 0-60 15,0 0 147-15,0 0 42 16,0 0-71-16,0 0-71 16,-45-2-11-16,45 1-4 15,0 0 0-15,0 1-20 16,8 0-17-16,19 0 12 16,15 0 35-16,14 0-29 15,13 0 1-15,8-8-19 16,-4-1 3-16,-2-1-10 15,-11-1-6-15,-12 3 3 0,-11-2-3 16,-9 3-1-16,-9 2-1 16,-10 3 0-16,-5-1-16 15,-4 3-29-15,0 0-36 16,0 0-43-16,0-3-98 16,0-1-299-16</inkml:trace>
  <inkml:trace contextRef="#ctx0" brushRef="#br1" timeOffset="30959.57">10185 5286 951 0,'0'0'117'16,"0"0"-111"-16,0 0 8 0,0 0 90 15,0 0-26 1,0 0-49-16,-73-24-26 0,62 42 4 16,-4 13 19-16,-2 19 29 15,2 18 22-15,0 14-14 16,5 7-9-16,9 1-17 16,1-3-5-16,0-8-14 15,16-12-12-15,6-13-6 16,1-11 2-16,0-10-2 15,1-8-1-15,-2-5-1 16,1-8-60-16,1-5-48 16,3-7-72-16,2 0-90 15,3-24-246-15</inkml:trace>
  <inkml:trace contextRef="#ctx0" brushRef="#br1" timeOffset="31627.71">10626 5480 1034 0,'0'0'87'15,"0"0"-80"-15,0 0 22 0,0 0 85 16,0 0-49-1,0 0-47-15,0-17-11 0,0 16 50 16,-12-2 1-16,-6 0-46 16,-4 0-5-16,-3 0 1 15,2 0 7-15,-2-2 4 16,3-1-13-16,4 3 2 16,2-3-6-16,7 4 1 15,3 0 0-15,3 1-3 16,3-1 1-16,0 0-1 15,0 2-1-15,0 0-3 16,0 2-7-16,-1 16 5 16,1 9 6-16,-3 4 3 15,-1 3-1-15,1 1-2 16,-4-1 2-16,2-3-2 0,1-7 1 16,3-8-1-1,-1-7 1-15,2-7-1 0,0-2 1 16,0 0-1-16,0 0 0 15,17-13 0-15,11-9 14 16,4-1-14-16,0 3-1 16,-4 7-1-16,-3 6-4 15,-2 7-13-15,1 0 0 16,-4 6 4-16,-2 13 14 16,-6 5-4-16,-5 5 4 15,-5 0 1-15,-2 0 2 16,0 0-1-16,-11-5 1 15,-2-3 2-15,-4-3 0 16,-4-3 11-16,-1-3 12 0,-3-3-8 16,2-1-7-1,3-4-6-15,2-2-6 0,5-2 2 16,-2 0-2-16,7 0-45 16,6 0-120-16,2-9-86 15,5-8-383-15</inkml:trace>
  <inkml:trace contextRef="#ctx0" brushRef="#br1" timeOffset="31792.06">10838 5740 1106 0,'0'0'130'15,"0"0"-130"-15,0 0 0 16,0 0-5-16,0 0-46 15,0 0-285-15,31-13-213 16</inkml:trace>
  <inkml:trace contextRef="#ctx0" brushRef="#br1" timeOffset="32175.98">11003 5496 1056 0,'0'0'126'0,"0"0"-117"0,0 0-6 16,0 0 66-16,0 0-15 15,0 0-37-15,73-9-9 16,-46 7 6-16,-6 0-3 16,-4 2 2-16,-6 0 10 15,-1-2-15-15,-6 2 13 16,-1 0-2-16,-1 0-8 15,0 0 3-15,1 0-5 16,-1 0 9-16,1 0-8 16,0 6-7-16,-1 14 9 15,0 9 9-15,0 5-8 16,-1 6 0-16,-1-3-8 16,0 2 7-16,0-1-10 0,0-5 1 15,0 0-3-15,0-6 0 16,0-2-24-16,0-5-123 15,0-7-39-15,0-11-333 16</inkml:trace>
  <inkml:trace contextRef="#ctx0" brushRef="#br1" timeOffset="32475.65">11297 5285 1120 0,'0'0'68'16,"0"0"-68"-16,0 0 0 15,0 0 19-15,95 61 42 16,-47-13-37-16,-3 5-17 16,-8 3-4-16,-10-1 30 15,-10-1 2-15,-11-1-7 16,-6-3-6-16,0-4 0 15,-13-1-2-15,-9-5-10 16,-4-4-6-16,-3-5 1 16,0-3-5-16,4-7-4 15,11-6-185-15,5-13-148 16,9-2-242-16</inkml:trace>
  <inkml:trace contextRef="#ctx0" brushRef="#br1" timeOffset="32710.74">11748 5627 1202 0,'0'0'98'15,"0"0"-96"-15,0 0-2 16,0 0 60-16,123-7 3 15,-71 7-41-15,0 1-19 0,-4 1 1 16,-3-1-4-16,-7 2-37 16,-7-3-83-16,-9 0-107 15,-10 0-216-15</inkml:trace>
  <inkml:trace contextRef="#ctx0" brushRef="#br1" timeOffset="32889.68">11952 5509 1192 0,'0'0'90'15,"0"0"-87"-15,-23 98-3 0,23-52 24 16,0 4-1 0,0-1-17-16,0 1-6 0,0-6-31 15,0-7-185-15,-10-8-374 16</inkml:trace>
  <inkml:trace contextRef="#ctx0" brushRef="#br1" timeOffset="34292.08">12541 5852 536 0,'0'0'163'0,"0"0"-124"16,0 0 119-1,0 0 73-15,0 0-59 0,0 0-61 16,1-31-57-16,31 21 1 16,10 0 9-16,7 3-17 15,14 1 0-15,2 2-32 16,5-3-10-16,0 2-1 16,-3 0-2-16,-7-1-2 15,-11 4 0-15,-14-2-32 16,-13 1-52-16,-12 1-93 15,-9-6-62-15,-1-6-79 16</inkml:trace>
  <inkml:trace contextRef="#ctx0" brushRef="#br1" timeOffset="34724.61">13595 5195 475 0,'0'0'601'0,"0"0"-561"16,0 0-13-16,0 0 32 16,0 0 39-16,0 0-28 15,-31-38-39-15,19 48-16 16,-7 23 3-16,-1 22 26 16,2 20-2-16,3 13 12 15,8 9-23-15,7-1 7 16,0-8-22-16,7-10-10 15,16-13-6-15,4-10 2 16,1-11-2-16,-1-10-7 16,-2-9-61-16,-3-8-91 15,-2-10-40-15,-3-7-152 16,-4-2-264-16</inkml:trace>
  <inkml:trace contextRef="#ctx0" brushRef="#br1" timeOffset="35259.29">13814 5208 1129 0,'0'0'104'15,"0"0"-104"-15,0 0 0 16,0 0 1-16,0 108 15 15,0-53 3-15,-5 0-8 0,-8-2-10 16,-2-5 8-16,-5-9-3 16,2-7-3-16,1-10-1 15,5-10-1-15,7-7 4 16,1-2 4-16,4-3-5 16,0 0 4-16,0 0-2 15,2 0-6-15,12 0-33 16,8 0 18-16,3 0 14 15,5-3 0-15,-1 1-14 16,3-1 5-16,-2-2-8 16,-6 2 2-16,-9-1 13 15,-5-2 3-15,-7-1 6 16,-3-6 2-16,0-2-6 16,0-1 1-16,0-1 7 0,-3 3 3 15,-7 3 4-15,5 5 12 16,0 4 13-16,3 2-5 15,1 0-17-15,-1 15-19 16,2 16 1-16,0 13 37 16,0 0-15-16,0 4-15 15,0-1-4-15,0-4-4 16,5-3 2-16,4-6-6 16,1-3-76-16,0-6-60 15,-3-12-233-15,4-11-344 16</inkml:trace>
  <inkml:trace contextRef="#ctx0" brushRef="#br1" timeOffset="35408.91">14154 5690 1239 0,'0'0'13'15,"0"0"-13"-15,0 0-8 16,0 0 2-16,0 0-215 15,0 0-341-15</inkml:trace>
  <inkml:trace contextRef="#ctx0" brushRef="#br1" timeOffset="35775.6">14249 5316 1031 0,'0'0'23'0,"0"0"-23"16,0 0 0-16,0 0 45 15,0 0-25-15,102-3-11 16,-72 3-3-16,-7 0 8 16,-1-7 34-16,-5-3-13 15,-4 3-4-15,-1 0 5 0,-4 1 3 16,1-1-11-1,-3 4-16-15,1 3-9 0,0 0 3 16,-2 5-5-16,3 22 19 16,-2 11 17-16,1 8-16 15,-3 6-12-15,-1 1 1 16,-1-3-2-16,1-1-6 16,-3-6 0-16,2-5-4 15,-1-4 2-15,-1-5-132 16,0-8-88-16,0-9-198 15</inkml:trace>
  <inkml:trace contextRef="#ctx0" brushRef="#br1" timeOffset="36092.08">14685 5131 1125 0,'0'0'21'16,"0"0"-14"-16,0 0-7 15,116 23 56-15,-64 14-21 16,-2 10-8-16,-4 11-17 16,-11 9 24-16,-13 4 18 15,-10 4-9-15,-12-1-12 16,0-4-3-16,-12-4-9 0,-10-5-8 15,2-9-10-15,-2-9 2 16,6-8-3-16,-1-6-10 16,6-10-142-16,4-6-90 15,2-13-256-15</inkml:trace>
  <inkml:trace contextRef="#ctx0" brushRef="#br1" timeOffset="36313.46">15182 5570 1085 0,'0'0'359'16,"0"0"-359"-16,0 0 9 0,0 0 3 15,105 2 46-15,-45 2-35 16,5-2-17-16,-2-2-4 15,-12 0-4-15,-7 0-51 16,-12 0-108-16,-11-6-61 16,-7-8-173-16</inkml:trace>
  <inkml:trace contextRef="#ctx0" brushRef="#br1" timeOffset="36495.56">15392 5427 1306 0,'0'0'95'0,"0"0"-94"0,-18 115-1 16,18-59 52-16,0 7 6 15,7 0-51-15,-2-3-1 16,-5-3-6-16,0-8-135 16,-5-14-202-16,-19-8-372 15</inkml:trace>
  <inkml:trace contextRef="#ctx0" brushRef="#br1" timeOffset="37679.68">16000 5725 1017 0,'0'0'264'0,"0"0"-210"15,0 0-30-15,0 0 97 16,0 0-20-16,0 0-51 16,97-11-7-16,-34 7-18 15,11 1-2-15,7-3-3 16,0-3-12-16,-3 0 2 16,-11 0-2-16,-14 3-8 15,-14 3 0-15,-17 3-3 16,-14 0-19-16,-6 0-47 15,-2 0-48-15,0 0-32 16,-13 0-138-16,-4-4-312 16</inkml:trace>
  <inkml:trace contextRef="#ctx0" brushRef="#br1" timeOffset="38241.33">17101 5089 926 0,'0'0'132'16,"0"0"-106"-16,0 0 77 15,0 0 8-15,0 0-59 16,0 0-44-16,-12-16-3 15,12 16 4-15,-1 0 22 16,1 0 17-16,-2 0-16 16,2 0 1-16,-1 0-5 15,1 0-20-15,0 0 2 16,0 0-10-16,-4 9 2 0,-1 17 2 16,-2 11 17-16,2 11 8 15,2 14-15-15,3 10 5 16,0 4 3-16,3 2-10 15,16-2-7-15,3-10-2 16,1-10-3-16,2-7 3 16,-3-9-3-16,-5-6-4 15,-6-6-14-15,-2-6-61 16,-1-9-78-16,5-7-82 16,4-6-157-16</inkml:trace>
  <inkml:trace contextRef="#ctx0" brushRef="#br1" timeOffset="38759.26">17520 5118 1230 0,'0'0'70'15,"0"0"-65"-15,0 0-4 16,0 0-1-16,0 0 5 15,-24 77 34-15,12-37-37 16,-4-1 4-16,-3-3-1 16,0-3-3-16,3-3 1 0,1-4-3 15,6-8 0-15,6-8 1 16,3-3-1-16,0-6-8 16,9 0 8-16,14 1-1 15,3-2 1-15,4 0-11 16,1 0 6-16,-3 0 5 15,0 0-13-15,-2-3 3 16,-4-5-8-16,-5-2-10 16,-1-7 22-16,-6-1-8 15,-4-4 1-15,-3-2 12 16,-3-3 1-16,0-2 1 16,-4 2 7-16,-8 2-1 15,2 6 22-15,5 8-4 16,1 6 23-16,3 5-5 15,1 0-43-15,0 22 6 0,0 15 4 16,0 13 42-16,0 6-36 16,0 2-9-16,7-3-3 15,1-2-4-15,0-7 1 16,2-4-2-16,0-4-14 16,-1-5-124-16,-2-10-104 15,-3-10-265-15</inkml:trace>
  <inkml:trace contextRef="#ctx0" brushRef="#br1" timeOffset="38887.49">17838 5501 1080 0,'0'0'82'0,"0"0"-82"16,0 0-2-16,0 0-13 15,0 0-238-15,0 0-218 16</inkml:trace>
  <inkml:trace contextRef="#ctx0" brushRef="#br1" timeOffset="39540.51">18238 5145 1142 0,'0'0'93'0,"0"0"-90"0,0 0 4 16,0 0 50-16,0 0-32 16,0 0-15-16,-8-2-9 15,-2 2 25-15,-7 11 12 16,-6 1 61-16,-2-3-61 16,-1-3-19-16,3-3 6 15,3-3 3-15,5 0-23 16,1 0 10-16,5 0-5 15,2 0-8-15,1 0-1 16,5 0 3-16,1 0-2 16,0 0-2-16,0 0-3 0,0 0 2 15,0 0 0-15,0 0-4 16,0 0-4 0,0 6-2-16,0 8 11 0,0 7-2 15,-3 7 7-15,-2-3-2 16,0 1-2-16,0-6-1 15,1-7 0-15,3-4 1 16,1-6 0-16,0-3-2 16,0 0 5-16,0 0-3 15,0 0 5-15,1 0-5 16,18 0 0-16,7 0 5 16,6-3-4-16,2 0-2 15,1 3-3-15,-2 0-1 16,-1 0 4-16,-2 13-10 15,-6 6 8-15,-4 2-2 0,-9 0 4 16,-4 0 0-16,-5-1 0 16,-2-1 0-16,0 0 11 15,-14-3 5-15,-9-3 9 16,-8 1-4-16,-5-3 4 16,0-2-18-16,-2-3-1 15,7-4-3-15,2-2-3 16,4 0-35-16,9 0-88 15,6-9-152-15,10-16-291 16</inkml:trace>
  <inkml:trace contextRef="#ctx0" brushRef="#br1" timeOffset="39790.98">18429 4915 1267 0,'0'0'52'16,"0"0"-43"-16,0 0-9 16,118 87 48-16,-67-24 18 15,-5 6-24-15,-7 2-22 16,-13 0 12-16,-14-1 1 16,-12 0-21-16,0-3 0 15,-22-5-5-15,-16-7-5 16,-11-3-2-16,-9-7-14 0,-7-6-173 15,-2-11-189 1</inkml:trace>
  <inkml:trace contextRef="#ctx0" brushRef="#br1" timeOffset="43524.13">10979 477 906 0,'0'0'98'0,"0"0"-47"0,0 0-12 16,0 0 67-16,0 0-29 15,0 0-60-15,0 0-17 16,-57 57 4-16,44 10 17 16,1 23 7-16,5 10-1 15,4 7 7-15,3 1-17 16,0-6-15-16,6-10 2 16,13-12-4-16,3-16-25 15,4-11-53-15,3-17-29 16,-1-20-95-16,0-16-133 15</inkml:trace>
  <inkml:trace contextRef="#ctx0" brushRef="#br1" timeOffset="44040.4">11290 612 1131 0,'0'0'46'15,"0"0"-46"-15,0 0 3 16,0 0-3-16,0 0 34 16,40 125-6-16,-37-71-12 15,-3-3-5-15,-3-4-1 16,-16-6 2-16,1-10-12 16,-2-10 4-16,2-8-2 15,5-9 10-15,2-4 7 0,1 0 7 16,3-10-12-16,4-4-2 15,3-2-9-15,0 4-3 16,0 4-4-16,12 8 1 16,7 0-2-16,5 0 3 15,7 0-1-15,4 8 2 16,3-1 1-16,-1-6-3 16,-4-1 3-16,-8 0 1 15,-8 0 5-15,-8-3-2 16,-6-8 1-16,-3-2 11 15,0-5-8-15,0 0 10 16,-7 2 3-16,0 1 4 16,0 8-4-16,4 5 5 0,3 2-11 15,0 8-15-15,0 22-29 16,0 12 29-16,3 9-1 16,4 2 2-16,0-2 0 15,1-1-1-15,2-5-24 16,0-3-110-16,2-9-88 15,-2-10-234-15</inkml:trace>
  <inkml:trace contextRef="#ctx0" brushRef="#br1" timeOffset="44221.82">11796 963 1222 0,'0'0'66'15,"0"0"-64"-15,0 0-2 16,0 112 4-16,0-68 4 16,0-4-5-16,9-4-3 15,1-5-51-15,3-13-162 16,0-6-179-16</inkml:trace>
  <inkml:trace contextRef="#ctx0" brushRef="#br1" timeOffset="44839.99">12199 712 1032 0,'0'0'210'16,"0"0"-195"-16,0 0-6 15,0 0 66-15,0 0 15 16,0 0-65-16,-7-11-22 15,-7 11 5-15,-10 4 7 16,-1 2 9-16,-3 0-5 16,1-3 6-16,3-2 7 15,6-1-4-15,3 0-11 16,5 0-10-16,3 0 0 16,4 0 5-16,3 0-12 15,0 0 5-15,0 0-5 0,-2 0-1 16,1 0-2-1,-1 0-6-15,-2 2 8 0,0 4-1 16,-2 5-6-16,3 1 5 16,0-1 3-16,1 5 0 15,-1-1-3-15,-2-2 5 16,1-1-2-16,4-3 0 16,-1-5-5-16,1 0 5 15,0-2 0-15,0 1 0 16,4-2-2-16,12 2 5 15,4-1 0-15,10-1 0 16,7 0-2-16,1 2 3 0,3-1-4 16,-3 4 0-1,-5 3-3-15,-7 5 0 0,-7 2 3 16,-3 5 0-16,-10 2-1 16,-4 1-1-16,-2 0 2 15,-4-2 0-15,-16 1 3 16,-9-2 4-16,-5 1-4 15,-3-5 0-15,-2 0-3 16,4-6-21-16,7-4-92 16,7-7-160-16,7 0-95 15,9-18-394-15</inkml:trace>
  <inkml:trace contextRef="#ctx0" brushRef="#br1" timeOffset="45085.93">12351 603 1149 0,'0'0'31'0,"0"0"-30"16,0 0-1-16,102 48 25 16,-70-1 4-16,-5 9-10 15,-7 11-6-15,-8 2 19 16,-9 2 22-16,-3 1-11 15,-2-4-20-15,-15-5-20 0,-5-7 5 16,1-10-6 0,1-8-2-16,3-9-110 0,6-15-109 15,4-14-264-15</inkml:trace>
  <inkml:trace contextRef="#ctx0" brushRef="#br1" timeOffset="45295.12">12835 835 592 0,'0'0'913'16,"0"0"-913"-16,0 0-50 15,0 0 50-15,118-5 25 0,-69 10-24 16,-4 7-1-16,-5 0-74 15,-12-2-144-15,-16-3-195 16</inkml:trace>
  <inkml:trace contextRef="#ctx0" brushRef="#br1" timeOffset="45437.74">12920 1039 1153 0,'0'0'148'0,"0"0"-148"0,0 0-28 15,0 0 28 1,101 0 0-16,-45 0-105 0,1-2-349 16</inkml:trace>
  <inkml:trace contextRef="#ctx0" brushRef="#br1" timeOffset="45956.67">13520 848 560 0,'0'0'640'16,"0"0"-614"-16,0 0-8 15,0 0 100-15,0 0 6 16,0 0-73-16,65-94-26 16,-50 72 5-16,-1-3 22 15,-6 1-15-15,-1-1-15 16,-4 1-1-16,-2 4-2 0,2 3-10 15,-3 8 2-15,0 4-11 16,0 5 5-16,0 0-5 16,0 0-11-16,0 0 2 15,0 15-9-15,0 12 18 16,0 9-1-16,0 10 3 16,0 1-2-16,0 6 1 15,1 0 0-15,5-2-1 16,1-3 1-16,-2-8-1 15,-3-10-9-15,-2-9-39 16,0-7 15-16,-3-4 4 16,-18-4 29-16,-5-3-1 0,-3-3 4 15,1 0 5-15,3-4 0 16,7-9-4-16,4-2 12 16,9 1 7-16,5 1-2 15,0 2-11-15,27 3-10 16,11 0-1-16,13 5-5 15,4 1-37-15,-2 2-9 16,-3 0-57-16,-11 2-53 16,-14 10-110-16,-15 3-276 15</inkml:trace>
  <inkml:trace contextRef="#ctx0" brushRef="#br1" timeOffset="46380.63">11415 1615 931 0,'0'0'184'16,"0"0"-161"-16,0 0 45 15,0 0-32-15,0 0-18 16,-21 135 90-16,21-49-61 16,0 4-4-16,0-4-25 15,6-8-15-15,14-9 4 16,7-9-7-16,3-8-3 16,5-10-90-16,3-11-47 15,-1-11-164-15,0-17-302 16</inkml:trace>
  <inkml:trace contextRef="#ctx0" brushRef="#br1" timeOffset="46957.43">12012 1782 1255 0,'0'0'200'0,"0"0"-198"15,0 0 5-15,0 0 35 0,0 0 26 16,0 0-39-16,-24-34-25 16,16 34-1-16,-8 0 16 15,-6 0-8-15,-1 0-6 16,-1 0 1-16,2 0-5 16,2-1 5-16,3 0-2 15,4-2-1-15,2 2-2 16,4 1-1-16,0 0 0 15,4 0 0-15,-1 0-1 16,4 0 1-16,-3 0-7 16,-1 14-2-16,-2 13 9 15,-4 6 2-15,2 4-2 16,-1-3 0-16,4-7 0 0,2-7 3 16,1-10-3-1,2-6-4-15,0-4 4 0,0 0 0 16,0 0 0-1,19 0-3-15,11 0 3 0,13-4 18 16,7-3-18-16,0 2-2 16,-5 5-4-16,-9 0 0 15,-13 0 0-15,-8 16 0 16,-8-1-1-16,-5 4 6 16,-2 2-1-16,0-1 2 15,-19 1 18-15,-9-1 2 16,-11 2-5-16,-6 0-12 15,0 1-2-15,1-3-2 16,11-5-25-16,11-3-127 0,14-9-116 16,8-3-206-1</inkml:trace>
  <inkml:trace contextRef="#ctx0" brushRef="#br1" timeOffset="47130.98">12231 1908 1381 0,'0'0'73'16,"0"0"-72"-16,-17 87-1 15,11-49 8-15,4-2-3 16,2-2 6-16,0-7-11 16,0-8-44-16,0-7-96 15,8-11-169-15,2-1-320 16</inkml:trace>
  <inkml:trace contextRef="#ctx0" brushRef="#br1" timeOffset="47439.41">12358 1713 1107 0,'0'0'289'15,"0"0"-289"-15,0 0-19 16,0 0 19-16,0 0 10 15,0 0 16-15,69-11-17 16,-46 11 2-16,-5 0 7 16,-4 0 6-16,-4 0-7 15,-2 3-11-15,-2 6 3 16,1 6-2-16,0 8-3 0,0 10 9 16,-2 6 0-16,-2 5 8 15,-3 1-3-15,0-1-17 16,0-3 0-16,0 2-1 15,-1-5-54-15,-5-6-102 16,2-9-119-16,2-13-324 16</inkml:trace>
  <inkml:trace contextRef="#ctx0" brushRef="#br1" timeOffset="47687.97">12629 1669 1273 0,'0'0'15'16,"0"0"-15"-16,0 0 0 15,0 0 23-15,129 65 17 16,-83-24-20-16,-7 7-12 16,-9 3 9-16,-12 4 22 15,-8 1-11-15,-8 0-5 16,-2 0-5-16,-3-4-18 15,-14-1 0-15,-7-4-10 16,1-8-79-16,-3-7-81 16,2-15-287-16</inkml:trace>
  <inkml:trace contextRef="#ctx0" brushRef="#br1" timeOffset="47867.99">13052 1944 1434 0,'0'0'72'15,"0"0"-72"-15,0 0-49 16,114-4 49-16,-66 10 0 16,2 3-132-16,-13-1-319 15</inkml:trace>
  <inkml:trace contextRef="#ctx0" brushRef="#br1" timeOffset="48008.76">13072 2144 1463 0,'0'0'0'0,"0"0"-93"16,0 0 10-16,88 0 74 15,-26-9-52-15,5-1-338 16</inkml:trace>
  <inkml:trace contextRef="#ctx0" brushRef="#br1" timeOffset="48219.65">13719 1730 1418 0,'0'0'39'0,"0"0"-29"16,0 0 6-16,0 0-16 15,0 0 2-15,7 103-2 16,3-40 8-16,-6 1-8 16,0 1-3-16,-4-2-84 15,0-4-71-15,-15-2-223 16,-15-4-335-16</inkml:trace>
  <inkml:trace contextRef="#ctx0" brushRef="#br1" timeOffset="48888.9">12667 2741 913 0,'0'0'238'0,"0"0"-209"16,0 0-23-16,0 0 11 16,0 0 21-16,0 0-27 15,0-3-10-15,0 28 28 16,0 3 15-16,-6 2-17 16,-3 3 4-16,5 3 0 0,1 0-14 15,3-1-4-15,0-5-9 16,10-8-1-16,9-3-1 15,3-6 2-15,5-4-4 16,-1-4 4-16,4-3-1 16,1-2-1-16,-5 0 3 15,-1-5-4-15,-6-8 6 16,-4-6-2-16,-5-2-3 16,-5-3 7-16,-4-3-3 15,-1 1-2-15,0 1 1 16,0 4 1-16,-4 6 13 15,0 9 12-15,2 4 6 16,1 2-10-16,1 0-25 16,0 0-2-16,0 18-14 0,0 15 7 15,0 9 7-15,0 7 0 16,0-1 0-16,0-4-1 16,0 2-31-16,0-1-82 15,0-5-74-15,0-9-239 16</inkml:trace>
  <inkml:trace contextRef="#ctx0" brushRef="#br1" timeOffset="49067.55">13065 3075 1366 0,'0'0'120'0,"0"0"-120"0,0 0-19 16,0 0 19-1,-8 98 2-15,8-65-2 0,0-1-70 16,0-7-86-16,0-9-110 16,12-12-136-16</inkml:trace>
  <inkml:trace contextRef="#ctx0" brushRef="#br1" timeOffset="51178.59">13594 2797 19 0,'0'0'228'0,"0"0"-43"15,0 0-43 1,0 0-39-16,0 0 1 0,0 0-22 16,-54-3-14-16,53 3-2 15,-3-1 6-15,1 1-30 16,-3 0 7-16,2-2 8 16,-3 2-13-16,-1-1-15 15,1 1-17-15,0-2-2 16,4 1 13-16,1 1 1 15,1-2 8-15,1 2 4 16,0 0 3-16,0 0-2 16,0 0-15-16,0 0-8 0,0-1-9 15,3 1-2-15,10 0-3 16,9 0 18-16,5 0-9 16,3 0-7-16,4 10-1 15,-3-1 0-15,-1 2-1 16,-3-4 0-16,-5 1-22 15,-8-2-113-15,-2-2-43 16,-7-2-107-16,-5-2-132 16</inkml:trace>
  <inkml:trace contextRef="#ctx0" brushRef="#br1" timeOffset="51452.13">13711 2817 873 0,'0'0'257'0,"0"0"-257"16,0 0 0-16,0 0 3 16,0 0 10-16,0 0 18 15,0 90 27-15,0-40-23 16,-2 4 11-16,-5 6-5 15,-1-2-23-15,1-2-10 16,1-3-8-16,0-11-19 0,3-10-102 16,-4-15-242-16,-4-10-399 15</inkml:trace>
  <inkml:trace contextRef="#ctx0" brushRef="#br1" timeOffset="52088.86">12602 2731 199 0,'0'0'857'0,"0"0"-809"16,0 0-41-16,-87-35 4 16,71 35 51-16,-1 14-7 15,-3 23-32-15,-1 21-13 0,7 16 11 16,5 13 16-1,8 9-19-15,1 3-12 0,7-3-4 16,17-4-2-16,15-12-2 16,15-12-89-16,14-18-84 15,10-21-152-15,4-20-113 16</inkml:trace>
  <inkml:trace contextRef="#ctx0" brushRef="#br1" timeOffset="52409.97">13796 2645 1264 0,'0'0'3'15,"0"0"-3"-15,0 0 0 16,113 23 20-16,-74 25 24 16,-1 14-5-16,-6 10-24 15,-9 0 0-15,-10 0 12 16,-12-3-6-16,-1-6-4 16,-4-7-9-16,-16-5-4 0,-1-5-4 15,-4-6-2 1,1-6-75-16,3-6-77 0,2-12-209 15,4-13-409-15</inkml:trace>
  <inkml:trace contextRef="#ctx0" brushRef="#br1" timeOffset="52621.96">14220 2908 1400 0,'0'0'95'0,"0"0"-95"0,94-20 0 15,-40 13 1-15,-1 5-1 16,-3 2-7-16,-10 0-201 16,-13-4-173-16,-19 1-505 15</inkml:trace>
  <inkml:trace contextRef="#ctx0" brushRef="#br1" timeOffset="52756.97">14334 3112 1384 0,'0'0'0'16,"0"0"-8"-16,0 0 8 16,0 0-3-16,125 10-20 15,-66-10-208-15,-4-16-389 0</inkml:trace>
  <inkml:trace contextRef="#ctx0" brushRef="#br1" timeOffset="52980.25">14780 2678 986 0,'0'0'98'16,"0"125"-76"-16,0-45 17 0,0-4 2 16,0 2 11-1,-1 0-17-15,-2-8-35 0,-1-7-10 16,1-15-206-16,-2-15-300 16</inkml:trace>
  <inkml:trace contextRef="#ctx0" brushRef="#br1" timeOffset="69321.16">3640 4053 1143 0,'0'0'136'16,"0"0"-131"-16,0 0-5 16,0 0 0-16,0 0 14 15,0 0 31-15,126 18-2 16,-77-16-22-16,-3-2-12 15,-5 0-4-15,-8 0-4 16,-8 0-2-16,-10-5-59 16,-11-4-99-16,-4-1-189 15</inkml:trace>
  <inkml:trace contextRef="#ctx0" brushRef="#br1" timeOffset="71272.8">7863 3785 868 0,'0'0'179'0,"0"0"-162"15,0 0-16-15,0 0 19 16,0 0 26-16,0 0-17 16,0 0-19-16,0 0-7 15,1-15 6-15,-1 15-6 16,0 0-3-16,0 0-10 16,0 0-3-16,0-1-15 15,0-3-72-15,-1 0-43 0,-11-1-206 16,0 1-187-1</inkml:trace>
  <inkml:trace contextRef="#ctx0" brushRef="#br1" timeOffset="73480.91">11204 3975 254 0,'0'0'284'0,"0"0"-85"0,0 0-65 16,0 0 7-16,0 0 19 16,0 0-23-16,0 0-30 15,-3 3-25-15,3-2-29 16,0-1-24-16,0 2-3 16,0-2-11-16,0 0 4 15,0 1 2-15,0-1 1 16,0 0 5-16,0 0-11 15,0 0-6-15,0 0-3 16,0 0-6-16,0 0 3 0,0 0-4 16,0 0-1-16,0 0 0 15,0 0-37-15,0 0-41 16,-8-3-129-16,-9-9-285 16</inkml:trace>
  <inkml:trace contextRef="#ctx0" brushRef="#br1" timeOffset="83381.86">19085 5398 521 0,'0'0'54'15,"0"0"-50"-15,0 0 7 0,0 0 79 16,0 0 22-1,0 0-48-15,0 0-11 0,-1 0 5 16,1 0 36-16,0 0-4 16,0 0-28-16,0 0-14 15,0 0-12-15,0 0 5 16,0 0-9-16,0-2-13 16,5-1 0-16,5-1-6 15,5-4-2-15,4 0 3 16,-3 0-5-16,1 1-4 15,-4 3-1-15,2-1-2 16,2 1 0-16,2 2-1 16,-1 1-1-16,0 1 0 15,-1 0-4-15,-4 0 4 16,-2 0-39-16,-5 1-56 16,-6 8-44-16,0 4-108 0,-3-3-119 15</inkml:trace>
  <inkml:trace contextRef="#ctx0" brushRef="#br1" timeOffset="83636.75">19040 5605 970 0,'0'0'197'0,"0"0"-197"16,0 0-27-16,0 0 27 15,0 0 40-15,99 2-22 16,-56-2-12-16,6 0-6 16,-4 0-34-16,0 0-157 15,-1 0-129-15,-4 0-139 16</inkml:trace>
  <inkml:trace contextRef="#ctx0" brushRef="#br1" timeOffset="84882.49">19920 5088 795 0,'0'0'118'0,"0"0"-106"16,0 0 17-16,0 0 74 16,0 0-28-16,0 0-65 15,-5 0-5-15,5 36-5 16,5 18 37-16,-2 10 4 15,1 10-5-15,-1 6-15 16,-1-2-1-16,1-2-7 16,4-5-2-16,0-9-7 15,3-9-3-15,-6-8-2 16,-1-5 0-16,-3-9-42 16,0-4-15-16,0-5-120 0,0-7-97 15,-3-8-102-15</inkml:trace>
  <inkml:trace contextRef="#ctx0" brushRef="#br1" timeOffset="85147.66">19987 5496 979 0,'0'0'133'0,"0"0"-84"0,-10-87-10 15,15 72 59-15,17 10-38 16,10 5-42-16,4 0-10 16,4 11 7-16,-3 11 2 15,-7 3-10-15,-10 2-7 16,-13 3-3-16,-7 5 3 16,-18 2 0-16,-31 6-9 15,-20-1-109-15,-14-8-229 16,-9-8-489-16</inkml:trace>
  <inkml:trace contextRef="#ctx0" brushRef="#br1" timeOffset="87514.59">20218 4943 364 0,'0'0'213'16,"0"0"-76"-16,0 0-60 0,0 0-7 15,0 0 8 1,0 0-14-16,1 0 18 0,-1 0-3 16,0 0-13-16,0 0-22 15,0-3-20-15,0-3 4 16,-5 0-6-16,-5-4-8 16,-5-1 1-16,-2-1-7 15,-1-2-7-15,-4 1 4 16,-3-1 12-16,-3 1 9 15,-4 1-6-15,-3-1-17 16,-2 0 6-16,-1 4-3 16,-2 0 13-16,-1 2-10 15,3 4-3-15,-4 0 2 16,-1 3 3-16,-1 0-10 16,4 0 8-16,3 0-4 0,5 0-3 15,6 2 6-15,3 2 2 16,-1 1-4-16,0 0-1 15,0 3-2-15,-7 1 5 16,-1 0-1-16,-1 3-5 16,-3-1 5-16,4 2 1 15,2 1 0-15,2-1 5 16,5 2-13-16,1 1 6 16,1 4 1-16,1 3-7 15,-2 3 6-15,-3 3-2 16,-2-1 0-16,1 0 3 15,1-1-6-15,-2-1 8 0,5 1-1 16,0-2 1-16,0-1-4 16,4 2 3-16,2-1-3 15,-1 2 5-15,3 6-8 16,4 2 8-16,2 4-2 16,3 3-4-16,4 3 5 15,-1 3-2-15,2-4 3 16,0 1-2-16,0-2-4 15,0 0 6-15,12 1 0 16,4 1-6-16,2 1 5 16,4-2-5-16,1 3 1 15,5-4 1-15,1 1-5 0,3-4 4 16,1-3 1-16,6-2-6 16,1-3 5-16,2 0-2 15,6-2-2-15,1 0 3 16,5-3-3-16,1-2 0 15,0-1 2-15,-2-10-3 16,2-6-2-16,4-8 2 16,1 0 2-16,7-6-2 15,3-12 0-15,0-4 0 16,-1 2 0-16,-2-5 0 16,-4 7 3-16,-2-2-1 15,-10 0-1-15,-4 2-1 16,-7 1-2-16,-4 1 2 15,-5 1 1-15,-4-1 1 16,-2-1-2-16,-3 0 3 0,0-2-2 16,-3-2 1-16,-2-7 1 15,2-4-3-15,-3-6 1 16,1-6 0-16,-2 3-1 16,-3-3 2-16,-1-2-1 15,-2 3-1-15,-4-4-1 16,-3-4 1-16,-2-5 0 15,-2-6-4-15,-13-9 3 16,-5-9 2-16,-2-7 2 16,-3 0-3-16,-7 2-4 15,-11 9 2-15,-11 9-1 16,-9 14-8-16,-11 10-21 0,-9 13-6 16,-12 16-16-16,-14 14-93 15,-8 18-177-15,-4 26-250 16</inkml:trace>
  <inkml:trace contextRef="#ctx0" brushRef="#br1" timeOffset="90015.72">16459 1281 689 0,'0'0'94'0,"0"0"-55"15,0 0 66-15,0 0 13 16,0 0-16-16,0 0-35 16,0 0-14-16,0-20 3 0,2 10 11 15,11-6-16 1,6-6-39-16,1-2-4 0,-1-4 13 16,2-2-7-16,-1-2-5 15,-3-1-2-15,-3 2-5 16,-3-2 3-16,-4-1 1 15,-7-2-5-15,0-1 1 16,0-3 4-16,-9 9 2 16,-4 5 0-16,-1 8-1 15,5 9 15-15,2 7-12 16,3 0-1-16,4 2-9 16,-2 0 0-16,1 13-18 15,1 22 15-15,0 18 3 16,0 18 1-16,0 16 7 15,3 10-4-15,8 8 6 0,0 9 11 16,1-7-8-16,-1-3-4 16,3-10-8-16,-6-15 4 15,1-11-3-15,-3-9-2 16,-2-9 0-16,-3-9-1 16,-1-4-26-16,0-11-65 15,0-7-85-15,-4-15-55 16,1-4-197-16</inkml:trace>
  <inkml:trace contextRef="#ctx0" brushRef="#br1" timeOffset="90280.8">16574 1254 1200 0,'0'0'45'0,"3"-80"-38"0,20 50 5 16,12 8 54-16,7 13 26 15,10 9-54-15,3 0-15 16,-2 10 12-16,-8 11-12 16,-15 3-16-16,-11 5-7 15,-16 2 0-15,-3 5-2 16,-10 2 4-16,-20 2 12 16,-7 0-11-16,-3 0-3 15,1-5-14-15,7-6-144 16,13-16-105-16,14-13-242 0</inkml:trace>
  <inkml:trace contextRef="#ctx0" brushRef="#br1" timeOffset="90490.45">17121 1250 343 0,'0'0'1238'0,"0"0"-1220"15,0 0-11-15,0 0 5 16,0 0 17-16,0 0-28 16,120-32 12-16,-36 26-9 15,-2 4-4-15,-7-1-4 0,-9 2-52 16,-10 1-102-16,-12-3-67 16,-19-3-224-16</inkml:trace>
  <inkml:trace contextRef="#ctx0" brushRef="#br1" timeOffset="90677.03">17422 976 1442 0,'0'0'117'0,"0"0"-117"16,-58 94 0-16,49-40 2 15,9 8 33-15,0 5 8 0,0 3-37 16,12-1-6-1,1-3-17-15,-1-4-97 0,-2-13-157 16,-8-20-414-16</inkml:trace>
  <inkml:trace contextRef="#ctx0" brushRef="#br1" timeOffset="92748.72">3968 695 1105 0,'0'0'156'0,"0"0"-144"15,0 0-8-15,0 0 3 16,0 0 5-16,0 0-12 15,0 0-15-15,-33 0 11 16,23 46 4-16,-6 8 5 16,-6 0 2-16,-4-5-6 15,5-12 4-15,1-9-3 16,8-14-4-16,6-6-12 16,3-7-45-16,2-1 59 15,1 0 0-15,0-4-18 16,0-2-40-16,0 5 42 15,4 1 6-15,14 0-17 16,9 0 21-16,6 0 5 16,7 1 1-16,2 0 0 0,-1-1 0 15,-5 0-2-15,-10-5-10 16,-9-8 7-16,-10-2 5 16,-7 1 7-16,0-5 10 15,-5 4 36-15,-8 2 24 16,-1 3-27-16,6 5-14 15,3 2 14-15,3 3 12 16,2 11-62-16,0 24-17 16,0 17 17-16,0 9 0 15,0 3 4-15,2 0-3 16,6-6-1-16,-1 0-55 16,-2-7-67-16,-2-10-203 0,-1-14-272 15</inkml:trace>
  <inkml:trace contextRef="#ctx0" brushRef="#br1" timeOffset="92883.83">4220 1140 1325 0,'0'0'0'0,"0"0"-72"16,0 0 67-16,0 0 5 15,0 0-327-15,0 0-254 16</inkml:trace>
  <inkml:trace contextRef="#ctx0" brushRef="#br1" timeOffset="93480.68">4644 819 1079 0,'0'0'258'0,"0"0"-245"15,0 0-1-15,0 0 89 16,0 0 1-16,0 0-60 16,-38-20-13-16,24 19 5 15,-2 1-18-15,-11 0-2 16,-4 0-6-16,0 0-4 0,-3-3 1 16,6 3-1-16,3 0 0 15,7-1-4-15,6 1 4 16,8 0-6-16,3 0 2 15,-1 0-2-15,2 0-1 16,0 0-1-16,-5 4-4 16,-1 17 4-16,-3 12-1 15,-1 4 5-15,1 4 0 16,5-1-3-16,2-4 3 16,2-6-1-16,0-11 0 15,0-8-2-15,0-7-10 16,0-2-1-16,2-2 0 15,6 0-16-15,7 0 17 16,7-13 9-16,5-3 0 16,5 3-11-16,0 1-7 0,1 6-5 15,-1 6 6 1,-4 0 9-16,-1 10 5 0,-7 11 2 16,-7 6 1-16,-3 2 4 15,-8-2 0-15,-2-1 16 16,0-5-3-16,-10-1 18 15,-14-1 12-15,-7 0-10 16,-8 1-18-16,1-7-11 16,4-4-4-16,4-5-29 15,5-4-107-15,7 0-91 16,6-8-216-16</inkml:trace>
  <inkml:trace contextRef="#ctx0" brushRef="#br1" timeOffset="93619.22">4815 1141 911 0,'0'0'323'15,"0"0"-323"-15,0 0-18 16,0 0 18-16,0 0 0 16,0 0-224-16,-9 16-230 15</inkml:trace>
  <inkml:trace contextRef="#ctx0" brushRef="#br1" timeOffset="93963.65">4950 786 1330 0,'0'0'93'15,"0"0"-84"-15,0 0 10 16,0 0 56-16,0 0-46 15,0 0-21-15,52-9-5 16,-9 8 3-16,6-2-6 16,-3 0 4-16,-4 0 1 15,-6-1-4-15,-13 3 1 16,-5 1-1-16,-6 0-1 0,-4 0-5 16,1 11 1-1,-2 10 4-15,0 8 0 0,2 8 17 16,-2 6-9-16,-4 8 13 15,-1 1-10-15,-2 1-7 16,0-1-2-16,0-1-2 16,0-3-49-16,-2-7-70 15,0-10-140-15,2-12-217 16</inkml:trace>
  <inkml:trace contextRef="#ctx0" brushRef="#br1" timeOffset="94151.05">5620 925 1360 0,'0'0'155'0,"0"0"-155"16,0 0-64-16,0 0 64 15,112-12 0-15,-73 12-16 16,-6 9-191-16,-10-1-194 15</inkml:trace>
  <inkml:trace contextRef="#ctx0" brushRef="#br1" timeOffset="94299.36">5689 1087 1527 0,'0'0'0'0,"0"0"-175"0,0 0 175 16,0 0 9-16,99 8-9 15,-41-8-96-15,-1 0-201 16,-10 0-315-16</inkml:trace>
  <inkml:trace contextRef="#ctx0" brushRef="#br1" timeOffset="94692.8">6309 714 1140 0,'0'0'86'0,"0"0"-76"16,0 0 41-16,0 0 66 0,0 0-97 16,0 0-5-1,0 92-15-15,16-28 31 0,0 7-12 16,1 0-11-16,-2 0-3 15,0-2-5-15,-5-1 0 16,-2-6-83-16,1-8-83 16,-5-14-233-16</inkml:trace>
  <inkml:trace contextRef="#ctx0" brushRef="#br1" timeOffset="95262.62">6604 776 1350 0,'0'0'0'16,"0"0"-29"-16,0 0 29 15,0 0 15-15,0 84 6 16,-3-48-11-16,-8 2-6 15,-2-4 6-15,-4-1-2 16,-1-4 1-16,-2-5-6 16,1-8-2-16,6-6 6 15,4-6-4-15,3-4 2 0,1 0 4 16,2 0-9 0,-1-1-8-16,4-3-6 0,0 2 10 15,0 2-13-15,7 0-23 16,14 2 34-16,13 14 5 15,4 0 2-15,7-1-1 16,4-8 2-16,-1-3-2 16,-6-4 3-16,-10 0-3 15,-10-8 0-15,-11-8-1 16,-5-3 1-16,-6-5 2 16,0-3 4-16,-4 2 0 15,-12-1 21-15,-1 2 8 16,2 4-4-16,5 6-3 15,4 8-5-15,5 6 22 16,1 0-45-16,0 20-9 16,0 20-3-16,5 14 12 15,3 9 5-15,1-2-2 0,-2-4-2 16,1-7-1-16,-2-3-51 16,0-9-103-16,-2-16-222 15,-1-15-370-15</inkml:trace>
  <inkml:trace contextRef="#ctx0" brushRef="#br1" timeOffset="95562.88">6888 1043 1099 0,'0'0'197'0,"0"0"-197"0,-9 110-1 16,25-80 1-16,14-7 6 15,6-9 0-15,3-11-1 16,-4-3 8-16,-9-8-5 16,-5-14 22-16,-11-5 31 15,-9-4 23-15,-1-2 14 16,-8-3-44-16,-20 2-24 16,-11 2-20-16,-6 5-10 15,0 8-2-15,6 8-1 16,9 7-32-16,12 4-24 15,8 0-68-15,10 16-60 0,0 2-43 16,22-2-93 0,8-5-85-16</inkml:trace>
  <inkml:trace contextRef="#ctx0" brushRef="#br1" timeOffset="96062.39">7167 843 275 0,'0'0'886'0,"0"0"-855"15,-35-89-2-15,13 56 80 16,-6-3-7-16,-9-2-33 16,-10-6-27-16,-13 1-14 15,-11-3-1-15,-7-2-1 16,-7 0 2-16,-4-4 2 16,-1 4-19-16,4 13 22 0,10 14-13 15,9 21-5-15,5 5-5 16,2 36-3-16,-3 22-7 15,-1 23 0-15,10 19-3 16,14 20 1-16,21 13 1 16,19 12 0-16,4 3 1 15,31 3 2-15,16-4-2 16,8-17-1-16,14-19 0 16,5-27-2-16,10-26-3 15,12-17-3-15,8-20 3 16,9-20-15-16,5-6-18 15,4-38-29-15,-5-17-33 16,-5-15-16-16,-9-15 90 0,-13-15 27 16,-17-6 10-1,-22-4 14-15,-25-1 8 0,-25 6 19 16,-5-3-28-16,-42-4-5 16,-22-1-3-16,-16 7-6 15,-11 8 10-15,-3 18-14 16,-2 21-5-16,4 25-3 15,0 27-9-15,3 13-13 16,10 38-122-16,6 13-173 16,17 4-377-16</inkml:trace>
  <inkml:trace contextRef="#ctx0" brushRef="#br1" timeOffset="97044.54">17942 1029 232 0,'0'0'79'0,"0"0"-79"16,0 0-11-16,0 0 11 15,0 0 13-15,0 0-2 16,0 0-7-16,-15-30-2 0,12 28-2 15,0 0-6-15,-1-1-66 16</inkml:trace>
  <inkml:trace contextRef="#ctx0" brushRef="#br1" timeOffset="97278.67">17942 1029 144 0,'-27'-79'188'0,"27"66"-79"16,0-1 8-16,-4 1 36 16,2 2-43-16,0 1 7 15,2 0-4-15,-2 4-46 16,2 3 17-16,0 3-18 15,0 0-23-15,0 0-20 16,0 0-15-16,0 8-8 16,0 25 4-16,0 14 8 15,7 11 28-15,0 5-22 0,-4-2-12 16,2 0 1-16,-1-2-7 16,0-8 0-16,3-6-20 15,0-6-79-15,1-7-26 16,2-10-139-16,0-11-202 15</inkml:trace>
  <inkml:trace contextRef="#ctx0" brushRef="#br1" timeOffset="97831">18206 905 1154 0,'0'0'116'16,"0"0"-116"-16,0 0-2 16,0 0 2-16,0 0 30 15,0 0-25-15,-6 32 3 16,-11-4-7-16,-7 4 6 16,-4 1 0-16,-9-1 2 15,0-6-2-15,2-7-3 16,10-7-3-16,12-8 4 15,8-3-5-15,5-1 10 16,0 0 0-16,0 0-10 16,8 0-1-16,11 0-6 15,7 0 7-15,5 4 0 0,2 0 1 16,0 1-1 0,-3 0 0-16,1-1-3 0,-5-2 3 15,0-2 3-15,-7 0-2 16,-3-2-1-16,-3-11-6 15,-5-4 4-15,-5-4 2 16,-3-4 0-16,0 1 5 16,0 4 0-16,-8 4 3 15,3 7 20-15,2 5 9 16,1 4-10-16,2 0-10 16,0 0-17-16,0 11-13 15,0 14 5-15,0 12 8 16,0 3 9-16,5 5-8 15,2-3 3-15,-2-3-3 16,2-3-1-16,1-7-43 0,0-5-82 16,4-11-126-16,2-11-172 15</inkml:trace>
  <inkml:trace contextRef="#ctx0" brushRef="#br1" timeOffset="98162.29">18515 1019 1113 0,'0'0'107'16,"0"0"-103"-16,0 0 2 0,0 0 27 15,-11 88 10-15,16-60-22 16,17-4-16-16,4-9 5 16,-1-6 3-16,-1-6 4 15,-2-3 14-15,-3 0-7 16,-2-14 14-16,-3-8 3 15,-7-8 16-15,-7-2 0 16,0-5-30-16,-16-2 9 16,-12 2-19-16,-2 3-14 15,1 10-6-15,6 12-1 16,4 10-2-16,3 2-8 16,-1 14 5-16,5 13-41 15,8 5-35-15,4 1-49 16,11-1-9-16,21-7-92 15,6-8-140-15,5-10-247 0</inkml:trace>
  <inkml:trace contextRef="#ctx0" brushRef="#br1" timeOffset="98382.63">18868 827 1103 0,'0'0'134'16,"0"0"-119"-16,0 0 67 15,0 0 32-15,0 0-111 16,0 0 7-16,2 86-10 16,11-24 13-16,1 4-3 15,-2 1-3-15,-2-3-3 0,0-3-1 16,-4-2-3-16,1-5-31 16,-4-6-108-16,0-12-195 15,1-17-250-15</inkml:trace>
  <inkml:trace contextRef="#ctx0" brushRef="#br1" timeOffset="98712.03">19103 917 1240 0,'0'0'57'0,"0"0"-50"16,0 0 7-16,0 0 25 0,0 0-32 15,0 0 12 1,-57 99 20-16,23-55-24 0,-3 0-3 16,-1-7-1-16,3-5 12 15,8-11 1-15,9-11 1 16,9-7 20-16,8 0-7 16,1-3-12-16,0 0 2 15,0 0-25-15,17 0 1 16,14 0-4-16,16 0-2 15,8 3-1-15,6 12-12 16,0 8-48-16,1 6-63 16,-7 4-29-16,-6 3-99 15,-13 0-357-15</inkml:trace>
  <inkml:trace contextRef="#ctx0" brushRef="#br1" timeOffset="99113.66">16613 2057 1509 0,'0'0'0'0,"0"0"-34"16,136 0-104-16,-33 0 138 15,34 0 85-15,32 0-31 16,34 2-22-16,20-2-10 15,18 0-13-15,4-2 10 16,-5-7-11-16,-16 2-6 16,-33 1-4-16,-36 4-2 15,-45 2-75-15,-39 0-82 0,-43 0-137 16,-28 0-195 0</inkml:trace>
  <inkml:trace contextRef="#ctx0" brushRef="#br1" timeOffset="99395.62">16778 2348 1668 0,'0'0'0'0,"129"0"-264"0,-12-5 264 16,27-3 47-16,30 1 38 15,20-1-56-15,13 4-7 16,4 4 2-16,-10 0-18 16,-14 0-6-16,-18 4-40 15,-20-1-128-15,-28-3-214 16</inkml:trace>
  <inkml:trace contextRef="#ctx0" brushRef="#br1" timeOffset="99535.53">19161 2253 1668 0,'0'0'189'0,"0"0"-189"0,0 0-105 15,0 0 105-15,0 0 0 16,0 0-42-16,10-21-465 15,1 21-482-15</inkml:trace>
  <inkml:trace contextRef="#ctx0" brushRef="#br1" timeOffset="110192.89">17261 3235 881 0,'0'0'319'15,"0"0"-297"-15,0 0-16 0,0 0 63 16,0 0 57 0,0 0-48-16,0 0-34 0,-10-24-16 15,10 22 6-15,0 0 4 16,0 2-15-1,0-1-3-15,0 1-7 0,0 0-4 16,0 0-3-16,0 0-4 16,4 0 1-16,9 0 2 15,8-1-3-15,10 1 16 16,10-1-3-16,5-3-10 16,5 1 2-16,-2 0-6 15,0 2 0-15,-9 1-1 16,-6 0-2-16,-9 0-1 15,-4 0-37-15,-2 0-67 16,1 0-49-16,-1 0-77 16,3-8-175-16</inkml:trace>
  <inkml:trace contextRef="#ctx0" brushRef="#br1" timeOffset="110642.63">18121 2984 1076 0,'0'0'224'16,"0"0"-221"-16,0 0 13 16,0 0 101-16,0 0-32 15,0 0-52-15,-42-17-27 0,29 25 11 16,-8 17 1-16,-5 11-9 15,-3 10 8-15,5 4-13 16,5 6 12-16,10-3-8 16,8-2-8-16,1-5 1 15,10-8-1-15,17-9 2 16,5-11 0-16,6-10-2 16,2-6-11-16,-3-2-5 15,-2-6-11-15,-3-14 27 16,-7-8 10-16,-6-2-6 15,-12 0 4-15,-7 2-5 16,0 0 10-16,-16 4-2 16,-14 5-4-16,-4 5 2 0,0 6-7 15,-4 8 2-15,3 0-4 16,4 15-6-16,6 11-1 16,9 3-78-16,16-1-107 15,4-4-146-15,24-7-275 16</inkml:trace>
  <inkml:trace contextRef="#ctx0" brushRef="#br1" timeOffset="111059.53">18425 3019 1256 0,'0'0'156'15,"0"0"-151"-15,0 0-1 16,0 0 14-16,0 0 9 16,122-46-11-16,-81 57-13 15,-10 15 4-15,-14 7-5 16,-13 4 0-16,-4 3 8 16,-22 1-4-16,-17-2 3 15,-4-1 11-15,-4-7-2 16,1-7-4-16,7-8-6 15,10-9 12-15,10-6 8 16,12-1-3-16,4 0 20 16,3 0-5-16,0-10-28 15,4-2-5-15,14 1-6 0,9 1 8 16,7-1-7-16,6 5-2 16,5 0 2-16,7 3-1 15,0 3-1-15,-4 0-1 16,-3 0-46-16,-6 0-66 15,-6 5-100-15,-8-2-173 16,-8-3-383-16</inkml:trace>
  <inkml:trace contextRef="#ctx0" brushRef="#br1" timeOffset="111237.96">18825 3184 1463 0,'0'0'38'0,"0"0"-34"0,0 0-4 16,0 0 20-16,139-2-3 16,-74 0-15-16,-2 0 0 15,-4-1-4-15,-12 1-18 16,-5 1-141-16,-10 1-64 16,-15 0-199-16</inkml:trace>
  <inkml:trace contextRef="#ctx0" brushRef="#br1" timeOffset="111438.82">19143 3048 1256 0,'0'0'126'16,"0"0"-126"-16,0 0 0 15,0 0 2-15,-7 113 38 16,7-59-29-16,5-3-10 15,0-1-1-15,0-4-31 16,0-3-109-16,0-10-176 16,-1-9-252-16</inkml:trace>
  <inkml:trace contextRef="#ctx0" brushRef="#br1" timeOffset="111701.82">19472 2926 1202 0,'0'0'215'16,"0"0"-215"-16,0 0-26 15,0 0 26-15,1 135 49 16,11-71-24-16,0-1-16 15,0-3-6-15,0-5-2 16,-2-5-1-16,-3-9-53 0,2-4-50 16,-4-8-131-16,-2-11-150 15</inkml:trace>
  <inkml:trace contextRef="#ctx0" brushRef="#br1" timeOffset="112194.54">19739 3013 1075 0,'0'0'241'0,"0"0"-241"16,0 0 0-16,0 0 1 16,0 0 5-16,0 0 2 15,-66 91-8-15,47-60 0 0,0-5 3 16,6-7-2-16,5-5 1 15,3-8-1-15,5-4-1 16,0-2 0-16,0 0-10 16,5 0-3-16,12 0 13 15,8 3 3-15,3-1-1 16,2 2-2-16,4-2 2 16,-1 0-3-16,0-2 1 15,-4 0-7-15,-6 0 5 16,-4-4 1-16,-6-9 1 15,-3-3 6-15,-5-2-5 16,-1-3 8-16,-4-2 3 16,0 1-4-16,0-1 4 0,-2 4 19 15,-3 6-1-15,2 6 25 16,1 4 8-16,2 3-24 16,0 0-39-16,0 15-18 15,0 19 3-15,0 9 15 16,6 5 9-16,1-1-8 15,2-5-1-15,3 0-8 16,-1-2-101-16,1-6-93 16,-1-10-242-16</inkml:trace>
  <inkml:trace contextRef="#ctx0" brushRef="#br1" timeOffset="112526.44">20107 3119 1168 0,'0'0'137'16,"0"0"-137"-16,0 0 0 15,-30 103 4-15,30-69 0 16,15-4-3-16,7-7-1 16,5-12-2-16,1-9 2 15,1-2 4-15,2-13 9 16,-3-10-6-16,-1-7 11 15,-6-4 20-15,-8 0 29 16,-10 1-12-16,-3-3 1 0,-8 1-17 16,-17 4-9-1,-3 2-30-15,-6 11-7 0,2 14 2 16,1 4 4-16,-3 19-9 16,6 14-29-16,8 4-64 15,13 3-52-15,7-7-77 16,0-9-166-16</inkml:trace>
  <inkml:trace contextRef="#ctx0" brushRef="#br1" timeOffset="112766.17">20488 2888 911 0,'0'0'406'0,"0"0"-385"0,0 0-19 16,0 0 14-16,0 0-5 16,21 87 44-16,-10-25-17 15,-2 5-13-15,-1-5-13 16,-3-4-10-16,-2-6 3 16,0-2-5-16,1-7-30 15,-2-10-112-15,-2-13-185 16,1-17-314-16</inkml:trace>
  <inkml:trace contextRef="#ctx0" brushRef="#br1" timeOffset="113097.4">20736 2948 1103 0,'0'0'218'0,"0"0"-218"16,0 0 0-16,0 0 0 15,-67 82 22-15,40-41-17 16,-1-2-1-16,-1-5 4 16,5-6-7-16,3-12 8 15,7-6 16-15,8-6 7 16,6-4 32-16,0 0-13 16,0 0-8-16,2 0-11 0,16-4-24 15,4 0-8-15,6 4-3 16,6 0 3-16,0 13-1 15,2 13-6-15,0 4 6 16,-4 2 1-16,0-1-9 16,-2-2-39-16,-1-3-78 15,-3-8-39-15,-2-10-174 16,-7-8-256-16</inkml:trace>
  <inkml:trace contextRef="#ctx0" brushRef="#br1" timeOffset="113342.18">21054 2738 1286 0,'0'0'146'16,"0"0"-146"-16,0 0 5 16,0 0 6-16,-3 122 55 15,14-41-23-15,-1 8-13 16,-2 1 0-16,-3-1-8 15,-1-6-7-15,-3-8-9 16,-1-9-6-16,0-13 0 16,0-16-35-16,0-15-62 15,0-18-95-15,0-4-158 16,0-27-120-16</inkml:trace>
  <inkml:trace contextRef="#ctx0" brushRef="#br1" timeOffset="114292.26">21089 2627 1168 0,'0'0'143'0,"0"0"-140"16,0 0 34-16,-107-64 104 15,59 56-64-15,-14 0-34 16,-24 3-5-16,-18-3 0 15,-24 0-8-15,-23 1-15 0,-18 0-4 16,-19-3-4 0,-9 1 2-16,-7-1 6 0,0-1-1 15,3-1 1-15,1 2-4 16,11-4-9-16,12 4 4 16,14-3 2-16,17 3-2 15,14 3 7-15,8 2-7 16,9 3 9-16,8 2-10 15,8 0-5-15,14 0 0 16,12 0 0-16,5 0 3 16,12 0 1-16,2 0-3 15,2 4 1-15,0-3 3 16,1 1-3-16,1-1 0 16,3 0 0-16,4 1-1 0,-2 0-1 15,2-1 2-15,5 1-2 16,-1-1 4-16,6 0-4 15,3-1 0-15,0 0 1 16,5 0 3-16,3 0-3 16,6 0 1-16,4 0-2 15,3 0 2-15,6 0-2 16,3 0 2-16,0 0 0 16,0 0-1-16,0 0 4 15,0 0-4-15,0 0 10 16,0 0 0-16,0 0-10 15,0 0-1-15,0 0-1 16,0 0-2-16,0 6-3 16,0 26-13-16,0 23 19 15,2 27 1-15,8 14 2 0,5 16-3 16,2 12 0-16,2 10 0 16,1 8 0-16,-1-6-3 15,1-14 3-15,-5-18 2 16,-2-16-2-16,-6-18-1 15,-4-10 1-15,-3-15 2 16,0-13 0-16,2-11 1 16,0-14-4-16,0-3 1 15,1-2-2-15,10 3 1 16,16-1 1-16,24 5 8 0,32-2 14 16,37 2-14-1,40-5-1-15,49-2-1 0,44-2-6 16,38-2 6-16,22-18-6 15,-6-2-2-15,-7-3-4 16,-24 1 6-16,-29 2 0 16,-33 3 0-16,-50 1-9 15,-48 5 8-15,-44 0 1 16,-36 7-1-16,-21 3-4 16,-14 1-14-16,-3 2 17 15,0 0-10-15,0-4-27 16,0-6-25-16,0-10-72 15,-1-13-349-15</inkml:trace>
  <inkml:trace contextRef="#ctx0" brushRef="#br1" timeOffset="114559.6">20092 2763 1370 0,'0'0'120'16,"0"0"-120"-16,40-104 0 15,14 63 39-15,14-3 16 0,14 1-37 16,7-1-10 0,6 1 25-16,-5 2-11 0,-9 5-9 15,-20 6-12-15,-17 3-1 16,-20 4-25-16,-13 2-43 15,-2 2-109-15,-3-2-12 16,1-3-197-16,-1-5-381 16</inkml:trace>
  <inkml:trace contextRef="#ctx0" brushRef="#br1" timeOffset="114792.13">21038 1513 1363 0,'0'0'51'0,"0"0"-51"16,0 0 0-1,-13 138 23-15,13-51 28 0,0 8-32 16,0 3-8-16,0-4-8 16,0-13-1-16,-5-12-2 15,-3-16-49-15,1-19-67 16,-2-18-30-16,5-16-141 15,2-3-83-15</inkml:trace>
  <inkml:trace contextRef="#ctx0" brushRef="#br1" timeOffset="114991.64">21103 1543 659 0,'0'0'456'0,"0"-85"-339"15,0 75 15-15,0 10 7 16,0 14-139-16,11 29 13 15,9 19-13-15,8 12 24 16,4 5-8-16,0 0-12 16,-3-6 1-16,-4-2-5 15,-12-4-1-15,-9 0-4 16,-4-6-77-16,0-4-115 16,-14-17-167-16,-3-15-275 15</inkml:trace>
  <inkml:trace contextRef="#ctx0" brushRef="#br1" timeOffset="115159.92">21030 2140 983 0,'0'0'376'0,"0"0"-363"16,0 0-9-16,0 0 2 16,0 0 2-16,0 0 1 15,130-21-9-15,-73 19-121 16,-3-2-76-16,-14-3-132 15,-10-4-104-15</inkml:trace>
  <inkml:trace contextRef="#ctx0" brushRef="#br1" timeOffset="115841.73">21371 1977 682 0,'0'0'383'0,"0"0"-280"16,0 0 9-16,0 0 13 16,0 0-92-16,0 0-27 0,33-29-1 15,-11 48 5-15,0 9 3 16,-2 7-4-16,-3 1 3 15,-7-1 1-15,-5-4-10 16,-5-6 14-16,0-11-3 16,0-3-12-16,0-8 6 15,0-3 6-15,0 0 15 16,0 0 28-16,-2-18-9 16,2-12-41-16,0-7-7 15,2-3 1-15,15 5-1 16,8 5 0-16,1 9 1 15,1 8-3-15,-4 9-1 16,-2 4 1-16,-3 0-2 0,-3 10-8 16,0 9 12-1,-1 2-3-15,-3 2 1 0,1-3 0 16,-2-4 3-16,-1-3-2 16,-3-6-5-16,1-5-61 15,1-2 7-15,4-2 33 16,1-20 26-16,0-4-7 15,-1-2-4-15,-4 2 12 16,-2 9 1-16,-2 10 1 16,-4 4 4-16,2 3-6 15,0 0-1-15,3 10-9 16,0 8 10-16,5 0 7 0,-2-2-3 16,4 0-4-1,0-4 3-15,1-5 0 0,2-1-2 16,4-6 4-16,3 0-5 15,-3 0-1-15,-2-16-8 16,-2-10 5-16,-7-6 4 16,-2-4 2-16,-3 0 0 15,-3 0 6-15,0 8-5 16,0 8 18-16,0 10-4 16,0 10 10-16,0 0-21 15,-2 14-6-15,-1 16-4 16,3 11 4-16,0 0 5 15,0-5-1-15,0-4-3 0,9-8-1 16,5-7-12 0,3-3-51-16,0-6-89 0,-1-8-132 15,0 0-252-15</inkml:trace>
  <inkml:trace contextRef="#ctx0" brushRef="#br1" timeOffset="116208.48">22149 1565 1021 0,'0'0'139'0,"0"0"-139"16,0 0 15 0,0 0 96-16,0 0-22 0,0 0-89 15,-4-67-3-15,4 67-12 16,0 0 15-16,0 0 1 15,0 0 5-15,0 0 10 16,0 0 20-16,0 0 11 16,0 7-22-16,0 11-21 15,10 13 16-15,0 17 2 16,2 6-6-16,-1 6 6 16,0 2 0-16,-1-3-7 15,0 0-3-15,1-5-12 16,-1-7 5-16,0-5-4 15,2-10-1-15,0-13 0 16,1-6-9-16,4-11-24 0,5-2-18 16,3-4-68-1,0-20-81-15,-3-11-232 0</inkml:trace>
  <inkml:trace contextRef="#ctx0" brushRef="#br1" timeOffset="116344.29">22279 1713 817 0,'0'0'476'0,"0"0"-476"16,0 0-2-16,0 0 2 15,0 0 0-15,109-52-95 16,-69 39-259-16</inkml:trace>
  <inkml:trace contextRef="#ctx0" brushRef="#br1" timeOffset="116486.18">21908 1469 1208 0,'0'0'0'0,"0"0"-431"16,0 0 169-16</inkml:trace>
  <inkml:trace contextRef="#ctx0" brushRef="#br1" timeOffset="116774.4">21647 2448 1093 0,'0'0'235'0,"119"-35"-235"16,-29 18-10 0,18 3 10-16,13-1 11 0,3 4-11 15,-9 6-17-15,-23-1-127 16,-30 2-315-16</inkml:trace>
  <inkml:trace contextRef="#ctx0" brushRef="#br1" timeOffset="116958.24">21592 2620 36 0,'0'0'1376'0,"140"-40"-1376"16,-22 23-57-16,25 0 57 0,13-3 0 16,8 3-82-16,-11-1-134 15,-24 1-177-15</inkml:trace>
  <inkml:trace contextRef="#ctx0" brushRef="#br0" timeOffset="123139.84">976 9168 518 0,'0'0'70'15,"0"0"-63"-15,0 0 76 0,0 0 104 16,0 0 10-1,0 0-59-15,0 0-43 0,-25 15-19 16,25-15-20-16,0 0-13 16,0 2-21-16,18 4-15 15,26 3-6-15,34 5 12 16,39 1 19-16,41-1 2 16,30 0-22-16,40-4-4 15,36-3-1-15,44-3-1 16,36-4 0-16,24 0 45 15,15 0-29-15,-5 0-8 16,-14 1-12-16,-27 2 7 16,-36 2-7-16,-45 0-2 15,-52 2-1-15,-55-1-3 0,-57-2-47 16,-45-4-48-16,-35 0-106 16,-12-6 103-16,-34-14 16 15,-22-3-264-15,-23-3-98 16</inkml:trace>
  <inkml:trace contextRef="#ctx0" brushRef="#br0" timeOffset="124223.65">757 9846 1173 0,'0'0'40'0,"0"0"-37"15,0 0-3-15,0 0 30 16,0 0 30-16,0 0-17 15,39-34-26-15,-28 21 15 16,-3 0 17-16,2-1-12 16,-4 4-11-16,1 2-10 15,-6 4 12-15,-1 2 17 0,0 2-19 16,0 0-26-16,0 0 0 16,0 0 0-16,0 0-1 15,0 18-9-15,0 15 10 16,0 20 1-16,0 8 2 15,-5 8-3-15,3-7 1 16,-1-6-1-16,2-9 1 16,-3-10-1-16,-1-10 1 15,1-7-1-15,-4-4 0 16,1-5-6-16,-3-2 5 16,0-4-6-16,2-4 6 15,-2-1-2-15,2 0 3 16,-2 0 10-16,0-7-10 0,7 3-2 15,0-2 2-15,3 5 0 16,0 0-6-16,0-2-14 16,17-1 10-16,15 2 5 15,10-1 3-15,11-1-69 16,6 1-67-16,4 2-54 16,2-1-68-16,-7 2-6 15,-10-2 66-15,-13-5 200 16,-14 0 35-16,-7-4 308 15,-10 3 59-15,-4-4-120 16,0 0-132-16,0 1-102 16,-2 3-36-16,0 2-12 15,2 2-1-15,8 0-121 16,21-1-207-16,10-1-356 0</inkml:trace>
  <inkml:trace contextRef="#ctx0" brushRef="#br0" timeOffset="124555.67">1966 9691 1271 0,'0'0'120'15,"0"0"-108"-15,0 0-5 16,0 0 40-16,0 0-14 16,0 0-21-16,83-4-2 15,-21 1-1-15,9-2-9 16,2-1 4-16,-3 0-4 15,-6 5-4-15,-14 1-138 16,-15 0-85-16,-18 0-211 16</inkml:trace>
  <inkml:trace contextRef="#ctx0" brushRef="#br0" timeOffset="124756.55">2315 9708 1190 0,'0'0'106'15,"0"0"-106"-15,0 0-4 16,-6 107 4-16,6-46 4 16,0 10-1-16,6-1 2 15,-1-2-4-15,0-2 3 16,-3-4-2-16,-1-4-1 16,-1-8-2-16,0-8 1 15,3-11-208-15,1-16-271 16</inkml:trace>
  <inkml:trace contextRef="#ctx0" brushRef="#br0" timeOffset="125206.75">2623 10082 1002 0,'0'0'194'0,"0"0"-188"15,0 0-2-15,0 0 87 16,-2-84 15-16,-8 77-46 16,2 3-34-16,-5 4 26 15,-3 0-30-15,-4 8-18 16,-5 19 0-16,0 11-3 0,4 9-1 16,3 6 1-16,14-8-2 15,4-3 0-15,1-16-3 16,20-11-1-16,2-9 0 15,3-6 5-15,4-12 10 16,2-19-10-16,-2-10 0 16,-5-6 0-16,-9 2 3 15,-6 8 3-15,-5 5-4 16,-4 14 10-16,-1 9 19 16,0 9-2-16,0 0-29 15,4 6-10-15,-1 19-8 16,4 10 18-16,5 3 2 15,1-2 0-15,3-6-2 0,3-6-67 16,1-8-101 0,3-8-67-16,0-8-128 0,-2-2-129 15</inkml:trace>
  <inkml:trace contextRef="#ctx0" brushRef="#br0" timeOffset="125406.54">2925 9829 686 0,'0'0'226'15,"0"0"-128"-15,-24-90 63 16,22 85-4-16,2 5-67 16,0 5-90-16,0 28-13 15,0 21 13-15,0 7 10 0,3 3-7 16,0-2-2 0,0-6 2-16,3-3-3 0,-2-7 0 15,3-5-1-15,0-12-158 16,3-13-154-16,4-16-194 15</inkml:trace>
  <inkml:trace contextRef="#ctx0" brushRef="#br0" timeOffset="125889.6">3080 9966 848 0,'0'0'265'0,"0"0"-256"15,0 0-5-15,0 0 6 16,0 0 15-16,0 0-12 15,-72 83-13-15,56-65 8 16,0-4-5-16,2-4 1 0,6-5 0 16,3-2-2-16,5-3 11 15,0 0 21-15,0 0-13 16,0 0-21-16,15 0 0 16,3 0 9-16,2 0-9 15,2 4-2-15,1 13-3 16,-1-1 5-16,2-1 0 15,1-3 3-15,0-7-3 16,3-5 2-16,2 0 2 16,1-8-1-16,-3-14 3 15,-4-4-6-15,-3-4 0 16,-6-1 1-16,-6-4-1 0,-6-1 2 16,-3 2 1-16,0 5-2 15,-13 8 25-15,-3 7 49 16,0 13 10-16,-3 1-42 15,1 12-26-15,-4 21-14 16,3 10-1-16,6 5 2 16,8 4 3-16,5-5-2 15,0-3-5-15,9-7 6 16,13-7-6-16,6-6-11 16,5-12 10-16,4-8-78 15,-2-4-132-15,-6-7-401 16</inkml:trace>
  <inkml:trace contextRef="#ctx0" brushRef="#br0" timeOffset="127141.38">4012 9971 1029 0,'0'0'47'0,"0"0"6"16,0 0 63-16,-13-81-34 15,16 67-31-15,8 5-47 16,3 9-4-16,-2 0-3 15,3 27-12-15,2 17 15 16,-2 10 3-16,-2 7 6 16,-3-3-4-16,-3-7 4 0,0-10-8 15,-4-14-1-15,-2-14 4 16,-1-5-3-16,0-8 2 16,0 0 1-16,0 0 8 15,0-13 8-15,0-14-4 16,0-11-16-16,0-4-12 15,9 4 12-15,1 6 0 16,3 11 2-16,2 8-4 16,1 10 2-16,1 3-9 15,2 3 1-15,-2 23-6 16,-1 5 10-16,-2 7 4 16,-4-4 0-16,-2-3 3 15,-1-5 0-15,-4-7-3 0,-1-8 1 16,-1-3 1-1,-1-8-1-15,0 0 1 0,3 0 0 16,0-6 19-16,1-20-11 16,6-13-10-16,2-10-14 15,2 3 14-15,-1-1-2 16,-1 9 7-16,0 7-3 16,-4 15 6-16,-3 9 5 15,-1 7-10-15,-1 7-3 16,0 23-12-16,5 9 12 15,1 3 18-15,2-3-17 16,1-6-1-16,3-6 0 16,-1-5-1-16,1-9 0 15,-1-4-5-15,2-5 1 0,0-4-33 16,3-2-32-16,-2-18 3 16,1-9 9-16,-8 0 58 15,-3 1 1-15,-7 6 0 16,0 10 12-16,0 7 3 15,0 5 23-15,0 0-34 16,0 15-5-16,0 11 0 16,0 2 3-16,0-1-2 15,4-9 2-15,15-4-1 16,6-9-2-16,0-5 3 16,0 0 12-16,-2-12-5 15,-6-10 4-15,-3-3 11 16,-7-2 17-16,-7 0 9 15,0-2 9-15,-14 3-6 16,-10 1-39-16,-5 4-3 0,3 7-12 16,8 8-5-16,6 6 4 15,11 0-7-15,1 13-3 16,0 11-7-16,15 4-115 16,17-3-3-16,11-5-72 15,7-9-65-15,2-8-53 16,-3-3-165-16</inkml:trace>
  <inkml:trace contextRef="#ctx0" brushRef="#br0" timeOffset="127455.55">4982 10073 379 0,'0'0'249'16,"0"0"35"-16,0 0-97 0,0 0-92 15,0 0-77-15,0 0-8 16,-36 50-3-16,33-35-4 16,3-3 5-16,0-5-7 15,0-2 1-15,2-4 10 16,10-1 5-16,3 0-3 15,3-7 6-15,2-13-8 16,2-5-1-16,-4-7 13 16,-6-7 34-16,-10-8-2 15,-2-7-24-15,-11-4 15 16,-15 0-13-16,-6 7-2 16,-3 5-12-16,7 11-15 15,8 14-1-15,6 10-4 16,6 11-2-16,1 10-13 15,5 24 12-15,2 19 2 0,4 7-12 16,21 0-172-16,8-3 28 16,6-11-171-16,-1-13-164 15</inkml:trace>
  <inkml:trace contextRef="#ctx0" brushRef="#br0" timeOffset="127972.71">5375 9706 1145 0,'0'0'99'0,"0"0"-91"0,0 0 93 15,0 0 26-15,0 0-89 16,0 0-38 0,-15 8-5-16,13 37 5 0,-5 12 12 15,-1 2-11-15,-2-4 4 16,-2-9-4-16,0-5 3 15,2-10-4-15,2-12 0 16,3-7 1-16,2-10 0 16,1-2 1-16,-1-3 7 15,0-18-9-15,1-3-43 16,2 0 28-16,0 7 9 16,0 7 6-16,0 4-14 15,15 6 3-15,3 0 8 16,7 6-1-16,2 8 0 15,3 3 1-15,4-5 3 16,-1-4 2-16,1-8 0 0,-7 0 0 16,-5-4 1-16,-6-13 5 15,-6-6-6-15,-6-6 9 16,-4-1 22-16,0 0 11 16,0 5-3-16,-10 5 1 15,4 8 3-15,1 8 4 16,5 4-28-16,0 14-21 15,-3 30-5-15,-4 21 5 16,-2 13 0-16,-3 0 0 16,-1-2 0-16,0-4-4 15,-2-4-73-15,-7-7-208 16,-4-10-481-16</inkml:trace>
  <inkml:trace contextRef="#ctx0" brushRef="#br0" timeOffset="132321.69">13768 6240 486 0,'0'0'272'16,"0"0"-208"-16,0 0 16 15,0 0 87-15,0 0-45 16,0 0-68-16,0 0-10 16,-4-7 1-16,4 7 18 15,0 0 10-15,0 0-25 16,0 0-7-16,0 0-1 15,0 0 4-15,0 0-5 16,0 0-15-16,0 0-5 0,0 0-3 16,0 0-8-16,0 0 0 15,0 0-2-15,0 0-2 16,2-3 6-16,16-1-7 16,12-4 11-16,17 3-3 15,8 0-10-15,11 3 3 16,2 2 1-16,4 0-2 15,2-1-3-15,-3-5-3 16,0 0 3-16,-3-4 0 16,-6-4-1-16,-6 4 1 15,-10-3 1-15,-11 5 2 16,-15 3-3-16,-10 2 2 16,-7 3-2-16,-3 0 0 15,0 0-2-15,0 0 2 0,0 0 0 16,0 0-3-16,0 0 0 15,-3 0-30-15,-17 0-47 16,-13 3-76-16,-14 9-132 16,-7-1-251-16</inkml:trace>
  <inkml:trace contextRef="#ctx0" brushRef="#br0" timeOffset="132620.9">13827 6361 381 0,'0'0'770'16,"0"0"-741"-16,0 0-22 15,0 0-5-15,0 0 92 16,0 0-1-16,111-1-39 15,-46-3 3-15,11-1-18 16,5-3-2-16,3-1-18 16,1-1-9-16,-3-1-6 15,-7 2 0-15,-11 3-4 16,-17 4 0-16,-14-2-8 0,-10 4-150 16,-10-3-141-1,-7-4-354-15</inkml:trace>
  <inkml:trace contextRef="#ctx0" brushRef="#br0" timeOffset="132762.04">14749 6316 693 0,'0'0'0'0</inkml:trace>
  <inkml:trace contextRef="#ctx0" brushRef="#br0" timeOffset="133875.31">17484 6031 795 0,'0'0'251'0,"0"0"-233"0,0 0-1 16,0 0 106-16,0 0-30 15,0 0-52-15,95 0 21 16,-34 0 4-16,7 0-30 16,4 0-13-16,3 0-19 15,-5 0 2-15,1 0-6 16,-11 0-6-16,-13 0-103 16,-12 0-57-16,-21 0-185 15,-14 0-123-15</inkml:trace>
  <inkml:trace contextRef="#ctx0" brushRef="#br0" timeOffset="134104.57">17375 6237 1165 0,'0'0'82'0,"0"0"-75"15,132 16-7-15,-46-10 19 16,10-1 17-16,13-4-30 16,10-1-4-16,2 0-2 15,-14-1-13-15,-22-8-236 0,-34 1-347 16</inkml:trace>
  <inkml:trace contextRef="#ctx0" brushRef="#br0" timeOffset="135105.37">14179 5003 244 0,'0'0'275'0,"0"0"-254"15,0 0-20-15,0 0 0 16,0 0 10-16,0 0 10 16,8-63 11-16,-3 47-25 15,0-5-7-15,2-1-18 16,2-5-63-16,0 1-138 16</inkml:trace>
  <inkml:trace contextRef="#ctx0" brushRef="#br0" timeOffset="135564.01">14369 4458 357 0,'0'0'25'15,"0"0"-22"-15,0 0 2 0,0 0 13 16,0 0 2-16,0 0 8 16,45 28 16-16,-29-28 7 15,-3 0-5-15,-4 0-19 16,-3-4-1-16,-2-4 4 16,-4 0-4-16,0-2-9 15,0-2-17-15,0 2-4 16,-3 1 0-16,-3 5-15 15,1 4-14-15,2 0-36 16,1 4-53-16,2 15 22 16,0 3-86-16</inkml:trace>
  <inkml:trace contextRef="#ctx0" brushRef="#br0" timeOffset="136198.69">17778 4453 336 0,'0'0'0'0,"0"0"-43"16,0 0-109-16,0 0 72 15</inkml:trace>
  <inkml:trace contextRef="#ctx0" brushRef="#br0" timeOffset="139655.65">1359 11329 908 0,'0'0'106'15,"0"0"-90"-15,0 0 35 0,0 0 59 16,0 0-26-16,-2-90-42 16,22 76-29-16,7 5-5 15,3 5 0-15,-1 4-6 16,-4 0 0-16,-5 6-2 16,-6 15-8-16,-4 5 8 15,-4 8 0-15,-6 6 7 16,-2 8 2-16,-23 1-6 15,-7 2 2-15,-6-1 2 16,-4-4-5-16,-1-5-1 16,1-8 4-16,3-6-4 15,11-10 14-15,6-7 23 0,11-6 14 16,5-4-13-16,6 0-10 16,0 0-2-16,0 0-10 15,0 0-17-15,2 0 1 16,11-4 5-16,10-6 3 15,4-6 1-15,7 3-10 16,1 2 0-16,5 3 2 16,5 1 2-16,4 3-8 15,4 2 4-15,-1 2 0 16,-8 0 0-16,-6 6-4 16,-10 7-4-16,-3 0-34 15,-3 0-120-15,-3 1 21 16,-2-2-189-16,-7-9-181 0</inkml:trace>
  <inkml:trace contextRef="#ctx0" brushRef="#br0" timeOffset="139934.74">1951 11330 1215 0,'0'0'195'0,"0"0"-195"0,0 0 0 16,0 0 3-16,0 0 11 16,0 0-4-16,114-37-8 15,-74 32-1-15,-1 2 1 16,-1 0-2-16,-8 3-6 15,-5-2-39-15,-11 2-119 16,-8 0-177-16,-6 5-180 16</inkml:trace>
  <inkml:trace contextRef="#ctx0" brushRef="#br0" timeOffset="140126.69">1992 11537 1330 0,'0'0'72'0,"0"0"-65"16,0 0-7-16,0 0 10 15,116-27-5-15,-66 20-5 16,-2 3-3-16,-3 4-1 16,-3 0-148-16,-10 0-132 15,-12 0-278-15</inkml:trace>
  <inkml:trace contextRef="#ctx0" brushRef="#br0" timeOffset="140307.96">2021 11722 1385 0,'0'0'197'0,"0"0"-197"0,0 0-51 16,0 0 51-16,0 0 7 15,135-8-7-15,-73 5-51 16,0-4-159-16,-11-3-292 16</inkml:trace>
  <inkml:trace contextRef="#ctx0" brushRef="#br0" timeOffset="141738.01">2863 11534 374 0,'0'0'173'0,"0"0"-138"0,0 0 21 16,0 0 127-16,0 0-6 16,0 0-33-16,-13 0-50 15,13 0 0-15,0 0 7 16,0 0-22-16,0 0-31 16,0 0-18-16,12 0-13 15,13 0-1-15,13 0 4 16,11 0 6-16,2 0-11 15,0-4-11-15,-6 2 1 16,-5 2-5-16,-5 0-4 16,-3 0 3-16,-5 0 0 15,-2 0-13-15,-5 0-58 16,-5 0-80-16,0 0-21 0,-5 2-49 16,2 2-184-16</inkml:trace>
  <inkml:trace contextRef="#ctx0" brushRef="#br0" timeOffset="142017.84">3685 11490 1222 0,'0'0'126'16,"0"0"-123"-16,0 0-3 16,0 0 4-16,0 0-4 15,0 0-216-15,6-14-214 16,-2 7-213-16</inkml:trace>
  <inkml:trace contextRef="#ctx0" brushRef="#br0" timeOffset="142726.74">4211 11075 1016 0,'0'0'215'0,"0"0"-206"15,0 0 4-15,0 0 76 0,0 0 15 16,0 0-62-16,-4-11-35 15,-3 11 8-15,-7 0 2 16,-4 0 1-16,-5 0-5 16,-3 0 1-16,1 0 13 15,3 0 4-15,5 0-19 16,3 0-4-16,5 0-2 16,4 0-2-16,0 0 1 15,5 0-5-15,0 0 0 16,0 0 0-16,0 0-7 15,-2 2 5-15,1 10-2 16,-5 3-2-16,0 13 6 16,-1 3 0-16,-1 3 0 15,0 5 0-15,1-6 0 0,0-3 0 16,2-6 0-16,0-7 0 16,2-10 0-16,3 0 0 15,0-7 0-15,0 0 0 16,0 0-7-16,0 0-3 15,3 0-3-15,14-9 13 16,8-2 3-16,4 0-3 16,2 5-17-16,0 5-22 15,-5 1 17-15,0 0 8 16,-5 17 3-16,-3 0-1 16,-4 7 11-16,-6 0-1 0,-3-5 2 15,-5 0 5 1,0-3-4-16,0-5 4 0,-1 2 4 15,-13-4 6-15,-3 1 20 16,-3 0-14-16,-1-1-14 16,-1 0-6-16,3-1-1 15,3 0 0-15,6 1-58 16,4-6-177-16,6-3-252 16</inkml:trace>
  <inkml:trace contextRef="#ctx0" brushRef="#br0" timeOffset="142878.35">4433 11448 948 0,'0'0'143'0,"0"0"-143"16,0 0-97-16,0 0-1 15,0 0-319-15</inkml:trace>
  <inkml:trace contextRef="#ctx0" brushRef="#br0" timeOffset="144035.85">5209 10931 959 0,'0'0'35'0,"0"0"-25"15,0 0 80-15,0 0 24 16,0 0-59-16,0 0-40 15,-20-9-6-15,9 35-6 16,-5 17 10-16,1 11 45 16,2 9-35-16,6 5-16 0,6 3 68 15,1-3-42-15,0-2-23 16,0-6-5-16,10-7-4 16,4-7-1-16,3-9 0 15,2-9-2-15,-1-8-33 16,1-8-139-16,1-9-54 15,-2-3-114-15</inkml:trace>
  <inkml:trace contextRef="#ctx0" brushRef="#br0" timeOffset="153133.91">4562 11004 642 0,'0'0'137'0,"0"0"-83"15,0 0 20-15,0 0 43 16,0 0-51-16,0 0-50 15,-3-7-16-15,3 7 7 16,7 0-6-16,9 1 6 16,10 5-5-16,7-6 8 0,2 0-8 15,4 0 9 1,-3 0-5-16,-3-11-5 0,-5 2 3 16,-7 0 0-16,-8 3-4 15,-6 2 7-15,-5 3-4 16,-2-1 52-16,0 2-20 15,0 0-33-15,0 22 2 16,0 19 7-16,-2 12 2 16,0 4-4-16,1 3-7 15,1-3 1-15,0-3-3 16,0-1 1-16,0-2-2 16,0-4 1-16,0-8-221 15,0-14-186-15</inkml:trace>
  <inkml:trace contextRef="#ctx0" brushRef="#br0" timeOffset="155785.82">5403 11416 429 0,'0'0'307'15,"0"0"-245"-15,0 0-46 16,0 0 94-16,0 0-18 16,0 0-4-16,-25-53-12 15,25 37-47-15,0-1-4 16,0-1-8-16,0-6-5 16,0 1-1-16,7 3 8 0,1 0-1 15,2 4-13-15,-1 3 10 16,-5 10-9-16,0 3-6 15,1 0-3 1,3 2-8-16,4 21 9 0,1 15 2 16,0 6 0-16,-2 12 8 15,-4 1-4-15,-3-5-2 16,0-7 0-16,1-12-2 16,-4-12 0-16,2-11 0 15,0-3 2-15,-3-7-2 16,0 0 4-16,0 0 3 15,1 0 6-15,1-8 4 16,2-18 16-16,7-15-33 16,-1-8-19-16,1-1 11 15,-1 2-8-15,2 7-11 0,4 10 22 16,-2 7-17-16,-1 9 13 16,0 8 7-16,-5 7-4 15,2 0 5-15,1 11-3 16,5 15 4-16,-1 5 1 15,-2 3 3-15,-3 4-2 16,-3-3 0-16,1-5-1 16,-3-7 1-16,-2-8-2 15,1-6 3-15,-4-6-2 16,0-2-1-16,2-1 1 16,-2 0 8-16,3-1 2 15,0-19 8-15,2-10-19 0,4-6 0 16,-3-2-1-1,2 1 1-15,1 4-1 0,-2 6-1 16,-1 8-2-16,1 10-2 16,-2 3 5-16,0 6-2 15,1 0 3-15,3 0-4 16,4 2 4-16,4 13 3 16,0 3-2-16,-4 5 0 15,1-5 0-15,-3-1-1 16,-1-4 0-16,0-4 2 15,0-6-4-15,-1-2 1 16,1-1 0-16,0 0-33 16,2-1-23-16,3-15 20 0,-4-8-42 15,2 4 36 1,-4-1 35-16,-5 8 7 0,-3 4 1 16,-1 9 6-16,0 0 4 15,0 16-4-15,0 11 1 16,-5 4 14-16,3 2 0 15,2-6-11-15,0-1 0 16,12-9 3-16,5-7-3 16,-1-7-1-16,3-3 24 15,1 0-8-15,0-21-9 16,-3-4 3-16,-4-5-18 16,-9-1 24-16,-4-2 2 0,0 0 5 15,-19 1-7 1,-7 3-7-16,-5 6 0 0,3 10 1 15,3 6-6-15,8 7-5 16,4 0-5-16,4 0-6 16,8 13-2-16,1 1-1 15,0 3 1-15,14-2-9 16,12-4-74-16,6-5 27 16,3-4-14-16,3-2-28 15,-1 0 29-15,-4 0 21 16,-3 2 51-16,-9 5 0 15,-5 2-2-15,-6 8 4 16,-2 3 1-16,1 1 13 16,-2 3 0-16,2-1-8 0,4-4 0 15,0-4 2-15,0-3-3 16,0-9 8-16,1-3 31 16,-1 0-11-16,1-6 29 15,-3-15-15-15,1-4-10 16,-5-7 24-16,-6-3-25 15,-1-4-1-15,0 0-8 16,-13-1 14-16,-9-2-28 16,-5 1-8-16,-1 6-1 15,3 9-3-15,9 9-1 16,5 14-9-16,6 3 0 16,3 0-10-16,2 9-13 15,0 11-37-15,11 8-87 0,13-6-129 16,10-5-156-1</inkml:trace>
  <inkml:trace contextRef="#ctx0" brushRef="#br0" timeOffset="156235.92">6653 11056 871 0,'0'0'153'16,"0"0"-150"-16,0 0-2 15,0 0 8-15,0 0 65 16,0 0 4-16,-6 109-65 15,-4-78-7-15,-4 3 0 16,-2-3 2-16,-1-7-6 16,4-6 3-16,6-6-4 0,4-12 1 15,3 0 2-15,0 0 5 16,0 0 6-16,0-6-12 16,0-3 3-16,0 5-6 15,1 1 3-15,8 3-1 16,2 0-2-16,9 0 1 15,5 0 2-15,6 3 0 16,3 1-2-16,4-4 2 16,-2 0-1-16,-4 0-2 15,-9 0 2-15,-7-8-1 16,-8-6 1-16,-5-1 1 16,-3-5 0-16,0 2 0 0,0-3 6 15,-5 4-6-15,-4 4 10 16,2 8-3-16,3 2 13 15,2 3-10 1,-1 17-13-16,-2 22 0 0,0 11-1 16,0 8 3-16,4 2-4 15,1-2 1-15,0-6-2 16,11-8-2-16,6-11-171 16,1-20-255-16</inkml:trace>
  <inkml:trace contextRef="#ctx0" brushRef="#br0" timeOffset="156500.13">7013 10914 164 0,'0'0'1022'0,"0"0"-1022"0,0 0 0 15,96 61 16-15,-53-2 55 16,2 15-3-16,-10 11-15 16,-10-3-26-16,-17 3-11 15,-8 1-14-15,-14-4-2 16,-28-5 1-16,-13-7-8 16,-17-14-167-16,-12-12-560 15</inkml:trace>
  <inkml:trace contextRef="#ctx0" brushRef="#br1" timeOffset="180198.68">4162 11735 503 0,'0'0'99'16,"0"0"-98"-16,0 0 4 0,0 0 35 15,0 0 45-15,0 0-12 16,-11-7-22-16,11 7 0 15,0 0 5-15,0 0 11 16,0 0-4-16,0 0-13 16,0 0-14-16,-2 0-12 15,2 0-9-15,-1 0-10 16,-2 13 4-16,-3 4 5 16,1 0 2-16,0-1-5 15,2 1-5-15,0-3 6 0,3 0-10 16,-3-3 5-16,3-3 6 15,0-1-11 1,0-7 3-16,0 2 3 0,0-2-6 16,0 0 8-16,0 0 0 15,0 0 1-15,0 0-2 16,0 0-8-16,9 0 5 16,8 0 7-16,6 0-3 15,8-2 11-15,7-2-13 16,3 1-4-16,4 3-4 15,4 0 1-15,-1 0-1 16,6 0 2-16,3 0 0 16,-2 0-1-16,-1 0-1 15,-6 0 2-15,-8 0-2 0,-6 0-3 16,-7 0 3-16,-7 0 3 16,-7-2-3-1,-1-2 3-15,-1 2-2 0,1-3 3 16,3-3-3-16,-1 2 1 15,0 0 2-15,0 2 0 16,-4 1-4-16,-2 0 3 16,-1 3-3-16,-4-3 2 15,-1 3 0-15,-1 0 0 16,-1 0 15-16,0-1 24 16,0 1-1-16,0-2-4 15,0 2-2-15,0-3-10 16,0-1-8-16,0-4-15 15,0 1-2-15,0 2-4 0,-4-3-57 16,-3-1-80 0,4-1-64-16,3-4-206 0,0-3-425 15</inkml:trace>
  <inkml:trace contextRef="#ctx0" brushRef="#br1" timeOffset="185179.95">3071 11062 621 0,'0'0'185'16,"0"0"-183"-16,0 0 3 16,0 0 0-16,0 0 16 0,0 0 10 15,0 0-4-15,0 0-6 16,0 0 18-1,0 0 35-15,0 5-3 0,-7 6-13 16,-3-4-19 0,-2 1-6-16,-1-1-12 0,2-2-9 15,-3-2 3-15,1-3 2 16,1 0 6-16,-1 0-2 16,1 0-7-16,0-3-12 15,2-9 9-15,2-3-7 16,2-5-4-16,5 2 1 15,1 0 2-15,0 3 0 16,0 1-3-16,7 5-2 16,1 0-2-16,0 3 4 15,5 6-4-15,0 0-3 0,0 0-1 16,2 15 2-16,-1 10 4 16,-7 8-9-16,-1 6 10 15,-6 5 2-15,0 2 2 16,-9 2-3-16,-11 2 2 15,-3-7 2-15,-4 1-4 16,-1-10 4-16,-3-2 1 16,3-6-2-16,1-8 1 15,4-6-1-15,1-3 4 16,7-6 3-16,3-3-3 16,5 0-3-16,3 0 6 15,2 0-6-15,2-14-4 0,0 1-4 16,0-7 3-1,0 2 0-15,10-1-1 0,3 2 2 16,3 2-1-16,-1 6 0 16,-1 4-4-16,5 5 4 15,1 0-10-15,5 14 7 16,2 8 2-16,1 3-1 16,-1 2 3-16,0-1 1 15,-3-3-1-15,-4-3 0 16,-6 0 1-16,0-7-2 15,-4-2-29-15,-2-2-83 16,1-9-135-16,-1 0-59 16</inkml:trace>
  <inkml:trace contextRef="#ctx0" brushRef="#br1" timeOffset="191778.71">9487 5430 398 0,'0'0'167'15,"0"0"-152"-15,0 0-7 16,0 0 62-16,0 0 22 16,0 0-12-16,0 0 7 15,4 0 1-15,-4 0 0 16,0 0-12-16,0 0-9 0,0 0-9 16,0 0-5-1,0 0-14-15,-5 0-6 0,-8 8 4 16,-3-3-21-16,-2 2-7 15,0-2-3-15,-1-4-3 16,1-1 3-16,1 0-6 16,4 0 7-16,1-3 3 15,5-7-9-15,3-4 8 16,1-3-3-16,3-1-6 16,0-3 1-16,0 2-1 15,13-1 5-15,0 4-5 16,2 0 1-16,0 5-2 15,0 3 1-15,0 1-1 16,-1 4 1-16,-4-1-6 16,-3 3 6-16,-1 1-1 0,-3 0-5 15,-2 0 2 1,1 0-3-16,2 10 7 0,-3 8-3 16,1 5 6-16,0 3 0 15,-2 2 0-15,0 2-2 16,0 0 5-16,0-4-3 15,0-2 2-15,-5-3 9 16,-4-3-7-16,-1 0 4 16,-1-1 0-16,-3 1-3 15,1-2 3-15,-1 0 0 16,3 0-7-16,1-2 5 16,-2-1-7-16,2 1 6 15,-2-3-2-15,1 0-5 16,-1-2 5-16,2-1-2 0,0-2 0 15,-2 1 8-15,-3 0-7 16,2-3 4-16,-1-1-1 16,4-2-8-16,2 1 10 15,3-2-4-15,0 0 2 16,2 0 3-16,1 0-6 16,-1 0 4-16,1-8-1 15,0-3-7-15,2-5 0 16,0-1-1-16,0-3 1 15,0-1-2-15,0 0 2 16,9 0-2-16,2-2 1 16,5 3 0-16,-2 2 0 15,-2 8 0-15,-3 4 1 0,-3 5-1 16,-1 1-6 0,4 0 4-16,4 5 0 0,4 12 1 15,1 4 0-15,2 3 1 16,0 1 0-16,-1 0-1 15,-3-3 1-15,1 0 0 16,-2-6 0-16,-4-4 1 16,0-5-1-16,-1-4 0 15,1-3 0-15,5 0 1 16,2 0 2-16,0-3 0 16,1-8-3-16,-4-4-12 15,-7 4-35-15,-5-1-30 0,-3 1-94 16,0-1-166-16,-4 0-359 15</inkml:trace>
  <inkml:trace contextRef="#ctx0" brushRef="#br1" timeOffset="195360.85">1218 12546 1005 0,'0'0'181'16,"0"0"-168"-16,0 0-2 15,0 0 16-15,0 0 2 16,0 0-2-16,0 0-20 0,66-75-1 16,-39 75-6-16,-4 17-2 15,-5 9-3-15,-4 9 4 16,-10 4 1-16,-4 9 3 15,-6 5 2-15,-23 4-1 16,-8-3-3-16,-2-5-1 16,-3-8 8-16,5-14-6 15,9-11 2-15,8-9-3 16,8-7 34-16,3 0 1 16,5-7 0-16,1-9-19 15,3-1-5-15,0 0-8 16,14 1-4-16,10 5 0 15,7 4-6-15,10 1 2 16,4 6 3-16,4 0 0 16,2 0 0-16,-1 11-6 0,-3 6-7 15,-2 2-115-15,-5 8-41 16,-3-4-168-16,-6-5-150 16</inkml:trace>
  <inkml:trace contextRef="#ctx0" brushRef="#br1" timeOffset="195598.02">1847 12662 442 0,'0'0'995'0,"0"0"-995"16,0 0-47-16,0 0 44 15,0 0 3-15,104-7 9 16,-51 7-5-16,4 0-3 16,-7 0-2-16,-8 0-22 15,-12 7-154-15,-11-3-201 16,-16-1-145-16</inkml:trace>
  <inkml:trace contextRef="#ctx0" brushRef="#br1" timeOffset="195768.38">1855 12797 1125 0,'0'0'384'0,"0"0"-384"0,0 0-79 16,0 0 79-16,0 0 5 16,126 3-4-16,-71 7-2 15,-2 4-69-15,-9 2-152 16,-16-3-282-16</inkml:trace>
  <inkml:trace contextRef="#ctx0" brushRef="#br1" timeOffset="195931.71">1902 12970 1489 0,'0'0'0'0,"0"0"-14"0,0 0-27 16,106-17 41-16,-41 17-2 15,10 0-76-15,5 0-98 16,-2 0-158-16,-5 0-203 16</inkml:trace>
  <inkml:trace contextRef="#ctx0" brushRef="#br1" timeOffset="196228.74">2628 12940 156 0,'0'0'1222'0,"0"0"-1164"16,0 0-58-16,0 0 22 15,0 0-2-15,0 0-6 16,97-16-7-16,-42 16 1 16,0 0-4-16,2 0-4 15,-2 0-3-15,-3 0-127 0,-4 0-93 16,-6-7-228 0</inkml:trace>
  <inkml:trace contextRef="#ctx0" brushRef="#br1" timeOffset="199157.48">3455 12636 437 0,'0'0'111'0,"0"0"-104"15,0 0 91-15,0 0 51 16,0 0-41-16,0 0-32 16,26-11 3-16,-16-2-16 15,1 0-2-15,1-7-15 16,0 0-18-16,-1-1-10 15,1 2 1-15,-2-5-6 16,-1 4 1-16,-5 0 1 16,0 7 2-16,-2 5 11 15,-2-1-1-15,0 8-12 16,0 1 4-16,0 0 4 16,0 0-9-16,0 0-14 0,0 0-1 15,0 0-14-15,0 4 0 16,0 19 7-16,0 10 8 15,-7 11 11-15,2 7-7 16,1-2 5-16,3 2-5 16,1-4 1-16,0-11-4 15,0-5 1-15,0-11-1 16,-2-3 0-16,0-7 1 16,-1-4-2-16,-2-3 1 15,-4 1 3-15,-1-3-1 16,-6-1 15-16,-3 0-6 15,-2 0 2-15,1 0-6 16,3-1-2-16,6-3 5 16,5-2 10-16,3 3 2 0,3 3-11 15,0-1-6-15,0-2-6 16,23 0-12-16,14 3 11 16,15-3-5-16,14 3-36 15,14 0-74-15,3 0-48 16,3 0-181-16,-11 0-328 15</inkml:trace>
  <inkml:trace contextRef="#ctx0" brushRef="#br1" timeOffset="204026.6">3893 12749 779 0,'0'0'214'0,"0"0"-180"16,0 0 15-16,0 0 41 15,0 0-23-15,0 0-42 16,0 0-22-16,-8-12-3 16,8 12-2-16,0 0-13 15,0 0-64-15,0 0-74 16,0 0-63-16,-3 0-69 15</inkml:trace>
  <inkml:trace contextRef="#ctx0" brushRef="#br1" timeOffset="204674.56">4079 12559 749 0,'0'0'117'0,"0"0"-108"16,0 0 15-16,0 0 70 15,0 0-18-15,0 0-46 16,8-57-15-16,4 47-2 15,3-4-4-15,3 0-9 0,6 4 3 16,1-2 2-16,0 4-4 16,-3 5 0-16,-5 3-1 15,-4 0-2-15,-3 0-4 16,-5 17-1-16,-3 3-3 16,-2 4 9-16,0-1 1 15,-2 4 6-15,-12-1-1 16,3-2-4-16,-3-1 0 15,1-10 3-15,5 1-2 16,1-11 3-16,4 1-5 16,3-4 5-16,0 0-5 15,0 0-5-15,3 0-54 0,12 0 5 16,5 0 41-16,2 0 1 16,1 0-15-16,1 9-4 15,-4 5 19-15,-4 0 7 16,0-1 4-16,-8 3 1 15,-3 1 0-15,-4 0 8 16,-1 1 16-16,0-1 36 16,-14-1 7-16,-5-3 8 15,-1-4-7-15,-3-1 2 16,1 1-3-16,-3-5-20 16,5-4-17-16,1 0-17 15,6 0-2-15,2 0-11 16,0 0 0-16,4 0-20 15,4 0-72-15,3 3-57 0,0 0-196 16,0-3-143-16</inkml:trace>
  <inkml:trace contextRef="#ctx0" brushRef="#br1" timeOffset="207139.26">4629 11799 481 0,'0'0'25'16,"0"0"-18"-16,0 0-2 15,0 0 32-15,0 0 65 16,0 0-22-16,-52 13-14 0,41-10 1 16,-5-3-10-16,0 3-20 15,-1-2-5-15,-1 1 2 16,-2-1 2-16,0 2-14 16,-4-3-6-16,0 0 2 15,-4 0-2-15,0 0 3 16,-3 0-7-16,5 0 6 15,-1 0 1-15,1 0-5 16,2-4-2-16,3-2-4 16,0 0-7-16,4-2 8 15,1-4-4-15,1 2-1 16,-2-4-1-16,-1-3-1 16,-2-3 4-16,-2 0-6 0,-1-7 2 15,1-1-2-15,0 2 0 16,-1 4 1-16,4-2-1 15,1 7 1-15,4-3 2 16,3 3-1-16,-1-4-2 16,2-1 0-16,0-3-1 15,1-1 2-15,3-4 0 16,1-1 0-16,2 2 0 16,0-5 0-16,-1 1-1 15,1-2 8-15,0 3-8 16,0-3 1-16,3 1-2 15,0 2 0-15,0-5-8 16,0 4 8-16,9 0 2 0,1 5 3 16,1 1-4-16,5 1-1 15,-1 4 1-15,2 1 0 16,1 1 1-16,2 1 1 16,3 1-1-16,3-2-1 15,2-1 0-15,2 1-2 16,5 1-2-16,5-3 8 15,5 6-3-15,1-2 2 16,-1 3-1-16,-6 5 1 16,-3-3-3-16,-4 6 1 15,-4 1-3-15,0 3 3 0,-3 2-1 16,2-4 1 0,0 3 2-16,-2 2-3 0,2 0 0 15,3 0 0-15,5 8 0 16,5 8 0-16,0-7 2 15,-3 7-2-15,-5 2-2 16,-7-2 2-16,-5 4-1 16,-2 1 1-16,-3 0 3 15,-3-1-3-15,2 0 2 16,-4 4-1-16,0 0 2 16,1 4 1-16,1 3-3 15,0 2 3-15,-1 0 11 16,-1-4-11-16,2 0-3 15,-3-2 4-15,1-3-4 16,0-1 4-16,-2-1 0 0,2 1-2 16,-3 1 6-16,-3-3-2 15,0 0 5-15,-4 0 6 16,0 0-13-16,0 0 10 16,0 4-6-16,0 3-1 15,-5-1 3-15,-3 3-1 16,-2 0 5-16,0-3-5 15,-2 3-5-15,-2-5 6 16,-1 0 2-16,2-1 2 16,-1-8-1-16,3-3-14 15,-3 2 6-15,1-4-3 16,-4 3 0-16,-3-4-6 0,-5 3 1 16,-7-2-82-1,-6 2-81-15,-3-2-161 0,-7 5-467 16</inkml:trace>
  <inkml:trace contextRef="#ctx0" brushRef="#br1" timeOffset="208221.72">4815 12320 779 0,'0'0'133'0,"0"0"-104"16,0 0-6-16,0 0 109 15,0 0-55-15,0 0-11 16,-19-39-41-16,13 49-11 16,-6 19-10-16,-5 15 15 15,0 10 8-15,1 9-6 16,4 5 9-16,5 2-17 15,7 4-3-15,0-5-6 16,13-4-4-16,13-5-23 16,2-10-73-16,4-10-74 15,-1-10-92-15,-3-13-177 16</inkml:trace>
  <inkml:trace contextRef="#ctx0" brushRef="#br1" timeOffset="209472.05">4915 12625 888 0,'0'0'187'0,"0"0"-150"16,0 0-15-16,0 0 4 16,0 0-8-16,0 0-12 15,38-19-1-15,-17 41 6 16,-5 5 0-16,-1 0 6 15,-1 4-8-15,-4-4-5 0,-3-5 2 16,-4 0 2-16,-3-9-4 16,0-1-3-16,0-4-1 15,0-6 5-15,0 1 3 16,0-3 0-16,0 0 8 16,0 0-3-16,0 0 0 15,0-5 3-15,0-19-8 16,0-2-8-16,6-4 0 15,6-1 1-15,0 2 2 16,3 4-1-16,-1 4 1 16,0 9-3-16,0 8 0 0,-1 4-1 15,0 0 1 1,1 10 0-16,-1 14 11 0,0 2 5 16,-1 5 3-1,-4-5-8-15,3-2-2 0,-3-4-3 16,-2-3-2-16,1-4-2 15,-4-2-2-15,1-4 2 16,-2-1-1-16,-2-6-1 16,0 0 1-16,0 0 4 15,1 0 2-15,-1 0-4 16,2 0 12-16,3-17-1 16,0-7-14-16,2-6-2 15,3 3 2-15,-2 1 3 16,2 2-3-16,0 4 1 15,2 4 1-15,-2 3 13 16,0 5-5-16,-3 5 4 0,-3 3-7 16,2 0-3-16,0 0-4 15,1 11 0-15,3 8 8 16,0 1-2-16,0-2-6 16,-1 5 0-16,1-6 1 15,-1-4-2-15,4 0-37 16,1-4-49-16,5-4-17 15,-1-5-38-15,3 0-49 16,0-8 68-16,-6-5 93 16,-5 7 22-16,-4 0 8 15,-4 4 12-15,2 2 22 16,-1 0 0-16,2 5 28 16,2 5 34-16,3 5-34 0,4-2-10 15,5-2-24-15,3-3-6 16,-1-5-9-16,1-3-1 15,-5 0 6-15,-4 0 9 16,-4-16 9-16,-4-6 23 16,-4-5 20-16,-1-9-9 15,0-1-22-15,-13 0-10 16,-7 4-14-16,-2 6-8 16,-1 8-16-16,4 9 0 15,6 6 0-15,7 1-10 0,4 3 2 16,2 0-1-1,0 0-76-15,0 12 3 0,3 5 1 16,15-4-32-16,6 4-46 16,4-10-14-16,2-1 29 15,-2-1 36-15,-5 1 87 16,-8-3 21-16,-5 1 11 16,-6 2 25-16,-1 0 38 15,-3 5 49-15,3 2-21 16,0 7-2-16,5 4-30 15,2 0-33-15,2 2-1 16,1-5-11-16,3-2-2 16,-3-8-14-16,0-5 2 15,-3-3 3-15,2-3-2 16,-1 0 21-16,3-20 24 16,1-7 9-16,-5-5-14 15,-7-9-7-15,-3 1 0 0,-6-6-24 16,-19 1-17-16,-3 1-4 15,1 11 0-15,6 11-1 16,7 11-1-16,4 11-21 16,1 0-49-16,4 20-61 15,1 9-1-15,4 2-75 16,3-4-228-16</inkml:trace>
  <inkml:trace contextRef="#ctx0" brushRef="#br1" timeOffset="209958.31">6134 12478 610 0,'0'0'577'0,"0"0"-548"15,0 0 7-15,0 0 42 16,0 0-44-16,0 0-28 16,0 0 25-16,-9 101-5 15,-1-58-16-15,-3-3-8 16,-6-3 7-16,-1-10-7 15,0-7 1-15,4-7 0 16,4-10 0-16,5-3 5 16,6-3 8-16,1-16-16 15,0-2-25-15,0 1 4 0,1 3 21 16,8 10-7 0,1 7-8-16,3 0 13 0,4 0-6 15,3 11 8-15,5 5-2 16,5 1 1-16,4-6 1 15,1-6 0-15,-4-5-1 16,-2 0-27-16,-9 0-8 16,-8-16 12-16,-6-4-1 15,-6-4-2-15,0-5 25 16,0 2-2-16,-3 3 6 16,-7 0-2-16,0 8 3 15,3 10 4-15,4 6 35 16,1 0-21-16,1 19-19 15,-5 19-2-15,1 14 25 0,2 3-24 16,3-1-1 0,0-8-7-16,0-6-89 0,10-13-184 15,2-11-182-15</inkml:trace>
  <inkml:trace contextRef="#ctx0" brushRef="#br1" timeOffset="210190.84">6359 12475 1130 0,'0'0'130'0,"0"0"-129"16,0 0-1-16,87 30 39 15,-56 17 36-15,-8 9-23 16,-10 8-24-16,-9 1-14 15,-4 0-13-15,-23-1-1 16,-16 1-63-16,-16-9-131 16,-7-9-334-16</inkml:trace>
  <inkml:trace contextRef="#ctx0" brushRef="#br1" timeOffset="-213657.59">2892 12434 727 0,'0'0'195'0,"0"0"-182"16,0 0-13-16,0 0 21 0,0 0 21 15,0 0 25 1,0 0-19-16,0 0-25 0,0 0 13 16,0 0 3-1,-3 0 3-15,-9 0-13 0,-3 0-5 16,-4 0 1-16,3 0-5 16,-1 0-11-16,4 0 2 15,3-10-1-15,3-4-4 16,3 0-4-16,4-5-2 15,0 6-5-15,0-1-5 16,7 5 7-16,7 3 3 16,0 5-1-16,3 1-5 15,0 10-1-15,0 20-11 16,-2 6 4-16,-7 5 10 16,-4 3 4-16,-4 2 6 0,-4-3 9 15,-18 1-5 1,-4-3-1-16,-4-11 2 0,-1-6 7 15,1-7 3-15,5-11 3 16,5-6 8-16,7 0-7 16,5-6 9-16,4-14-17 15,4-4-17-15,0-6-16 16,9 3 0-16,10 3 14 16,2 10-6-16,0 8 5 15,-1 6 3-15,1 0-4 16,2 11-6-16,0 11 1 15,1 5 6-15,-2 4-8 0,1-2-10 16,-1 2-48 0,1 1-46-16,-4-4-156 0,-5-10-219 15</inkml:trace>
  <inkml:trace contextRef="#ctx0" brushRef="#br1" timeOffset="-212500.52">3388 12773 109 0,'0'0'446'0,"0"0"-446"16,0 0-79-16,0 0 31 15,0 0 48-15,0 0 52 16,0 0 14-16,0 0 4 0,0 0-1 15,0 0-8 1,0 0-13-16,0 0-7 0,0 0-2 16,0 0-19-16,0 0-16 15,0 0-4-15,0 0-65 16,0 0-66-16,0 0-27 16,2 0 44-16,-1 0 8 15</inkml:trace>
  <inkml:trace contextRef="#ctx0" brushRef="#br1" timeOffset="-209626.6">803 11631 223 0,'0'0'640'0,"0"0"-629"16,0 0-11-16,0 0 0 15,0 0 0-15,0 0 27 16,-69 24 13-16,57-4 2 16,-1 7-8-16,-3 6-11 15,-2 7 8-15,-2 6-1 16,-4 8 15-16,1 6-7 0,0 3-2 15,6 8-18-15,4 6 15 16,2 1-14-16,7-2-3 16,2-2 3-16,2-14-9 15,0-9 4-15,13-7-7 16,4-2 3-16,3-5-2 16,3 0-3-16,6-3 10 15,1-7-12-15,3-1-3 16,-1-2 7-16,0-7-5 15,-2-4-2-15,-2-6 5 16,-1-3-10-16,0-4 10 16,1 0-10-16,0 0 15 0,-2 0 11 15,-4-8-19-15,-1-1-2 16,-4 5 1-16,-5-5 0 16,-2 4 8-16,-2-1-5 15,-3 3-3-15,0-1 3 16,-1 1-3-16,-3 0 1 15,1 3 2-15,-2 0-4 16,0 0 8-16,0 0 3 16,0-3 5-16,0 3 14 15,-5-5-15-15,-3 2-3 16,-4-6 13-16,2 5-22 16,-2-6 4-16,1 7 3 15,4-1 3-15,1 1-3 0,5 0-7 16,1 3 1-16,0 0-4 15,0 0-2-15,0 0 0 16,0 0-7-16,0 0-10 16,0 0 11-16,0 3-6 15,0 18-1-15,0 12-3 16,0 11-27-16,-8 5-100 16,-11 2-97-16,-6-5-433 15</inkml:trace>
  <inkml:trace contextRef="#ctx0" brushRef="#br1" timeOffset="-202825.52">8066 7225 570 0,'0'0'86'0,"0"0"-84"0,0 0-2 15,0 0 20-15,0 0 31 16,0 0 3-16,0 0 9 15,0 18 13-15,0-15-21 16,-5 0-4-16,-1-1-5 16,-6 2 3-16,1-4-5 15,-3 0-22-15,0 0 2 16,0 0 9-16,-2-8-7 16,1-5 1-16,5-4-6 0,5-1-7 15,5 0-7 1,0 3-1-16,8 2-2 0,11 4-3 15,3 4-1-15,1 5 0 16,0 8-11-16,-2 23 9 16,-6 14 2-16,-7 9 1 15,-8 7 2-15,0 2 0 16,-5-2-1-16,-17-4 3 16,-8-8-4-16,-5-12 6 15,-4-10 6-15,1-12 9 16,5-10 11-16,3-5-2 15,8-13 0-15,5-21 5 16,9-12-23-16,6-11-3 16,2 0-4-16,10 3-3 0,16 11 5 15,7 12 0-15,2 11-1 16,1 11 2-16,3 9-8 16,1 0-2-16,-3 26 1 15,-4 11-3-15,-2 11 2 16,-8 5-31-16,0 3-115 15,-3-5-68-15,-3-8-172 16,-7-8-213-16</inkml:trace>
  <inkml:trace contextRef="#ctx0" brushRef="#br1" timeOffset="-202706.88">8291 7569 1335 0,'0'0'74'15,"0"0"-68"-15,0 0-4 0,0 0-2 16,0 0-35-16,0 0-141 15,17-42-360-15</inkml:trace>
  <inkml:trace contextRef="#ctx0" brushRef="#br0" timeOffset="-198441.84">8126 7191 547 0,'0'0'46'16,"0"0"-38"-16,0 0 0 15,0 0 4-15,0 0-1 16,0 0 12-16,0 0-9 15,-4-4 24-15,4 10 23 16,0 6 14-16,0 1-25 16,0 5 14-16,-11 4-1 15,-5-1-12-15,-2 0-9 16,-1-3-22-16,-1 0 9 0,2-3 2 16,-1-3-9-16,1-1-1 15,-2-2-14-15,-1-3 1 16,4-6-1-16,-1 0-4 15,4-11 5-15,2-15 4 16,2-8 14-16,3-2-13 16,4-4-13-16,3 0 10 15,0 2-6-15,0 4-3 16,13 3 1-16,9 5-2 16,4 3-6-16,8 8 4 15,3 5 3-15,3 7-1 16,-3 3 0-16,-3 4-3 15,-6 22 1-15,-8 9-2 16,-7 13 4-16,-6 7 4 16,-7 6-4-16,0 8 7 15,-4 6 1-15,-18 0 2 0,-4-3-3 16,-7-9-5-16,-5-16 6 16,-1-8 1-16,-1-9 0 15,-1-9 24-15,5-9-13 16,7-11-10-16,6-1 0 15,4-13 2-15,6-16 3 16,3-8-5-16,4-9-7 16,6 1 2-16,0-5-5 15,14 6 1-15,13 7-1 16,5 4-2-16,5 11 2 16,4 9 0-16,1 10-3 15,1 3 2-15,1 9 0 16,0 19-1-16,-3 6 2 0,-4 6 0 15,-3 1-1-15,-6-3 0 16,-3-3-3-16,-6-6-29 16,-3-7-62-16,1-6-28 15,1-12-59-15,-1-4 5 16,3-3-16-16,-5-17 67 16,-1 1 124-16,-4 2 2 15,-5 5 79-15,-4 5 71 16,1 5-15-16,-2 2-61 15,0 0-51-15,0 0-23 16,0 0-168-16,4 0-208 16</inkml:trace>
  <inkml:trace contextRef="#ctx0" brushRef="#br0" timeOffset="-197871.12">9332 7082 870 0,'0'0'109'0,"0"0"-63"16,0 0-3-16,0 0 94 15,0 0-65-15,0 0-55 16,34-29-7-16,16 25 9 16,11-5-9-16,10-2-4 15,-1-2-6-15,-7 1-1 16,-11 5-35-16,-19 6-66 16,-17 1-114-16,-16 0-172 0,0 11 4 15</inkml:trace>
  <inkml:trace contextRef="#ctx0" brushRef="#br0" timeOffset="-197670.62">9604 7070 89 0,'0'0'982'0,"0"0"-982"16,0 0 9-16,0 0-9 16,-4 128 67-16,4-62 13 15,7 11-43-15,2 5-12 16,-4 1-24-16,0-6 4 15,1-12-4-15,-6-8-1 16,0-14-6-16,0-12-57 0,0-11-83 16,0-15-137-16,6-5-78 15</inkml:trace>
  <inkml:trace contextRef="#ctx0" brushRef="#br0" timeOffset="-197045.71">9882 7445 874 0,'0'0'65'15,"0"0"-48"-15,0 0 24 16,0 0 80-16,-23-80-28 0,11 73-42 16,-3 7-18-16,-3 0-13 15,-2 20-10-15,-4 16 9 16,3 10-1-16,4 8-4 15,3 1 13-15,9-4-15 16,5-7-10-16,0-14 3 16,14-12-3-16,8-13-2 15,2-5 0-15,8-18-10 16,2-22-31-16,-4-9 17 16,-7-9 24-16,-8-3 0 15,-7 4 3-15,-1 10-2 16,1 15 3-16,-4 16 1 15,1 13 8-15,-4 3-13 16,3 33 10-16,1 18-8 16,3 11 10-16,2 2-6 0,9-8-6 15,7-8-1-15,3-13-23 16,1-10-68-16,-6-12-46 16,-4-13-69-16,-4 0-7 15,-3-26 3-15,-4-15 44 16,-4-10 95-16,-3-15 72 15,-2-9 27-15,0 0 38 16,0 0 104-16,0 12-42 16,-6 14 6-16,5 20-13 15,-1 13 56-15,1 16-60 16,1 0-75-16,-2 26-37 0,2 16 52 16,0 15 17-16,0 8-51 15,0 4-13 1,0 0-7-16,0-5-2 0,0-3 0 15,0-8-26-15,0-10-78 16,0-10-78-16,5-13-82 16,6-20-64-16,5 0 67 15</inkml:trace>
  <inkml:trace contextRef="#ctx0" brushRef="#br0" timeOffset="-196577.06">10316 7392 498 0,'0'0'232'16,"0"0"-136"-16,0 0-32 15,0 0 26-15,0 0-37 16,0 0-29-16,10-12 48 0,-27 44 3 16,-4 6-53-16,-4 0-13 15,2-3-2-15,-1-9 1 16,4-7 1-16,5-9-9 16,5-5 9-16,3-5 1 15,7 0-3-15,0-2 17 16,0-11-17-16,16 1-4 15,0 8-6-15,4 4-4 16,0 0 3-16,2 11 2 16,3 9 0-16,5 1 2 15,4-5 1-15,3-8-1 0,1-6 1 16,1-2 0 0,-6-11 1-16,-3-12 1 0,-7-5-3 15,-5-4 6-15,-9-2-1 16,-5-3-3-16,-4 1 12 15,0 2 5-15,0 8 0 16,0 8 13-16,-4 14 18 16,-4 4 0-16,-6 13-43 15,-1 23-1-15,1 9 9 16,5 3-14-16,9-5 5 16,0-9-3-16,9-5-2 15,14-7-1-15,5-4 0 16,4-5-40-16,5 0-85 15,5-7-40-15,1-5-185 16,-1-1-398-16</inkml:trace>
  <inkml:trace contextRef="#ctx0" brushRef="#br0" timeOffset="-195397.18">11038 7405 1142 0,'0'0'87'0,"0"0"-73"15,0 0 14-15,0 0 28 16,0 0-31-16,0 0-1 16,48 71 15-16,-35-22-19 15,-3-1-9-15,-3-2-8 16,-2-6 4-16,-5-7-5 0,0-7 0 16,0-9 0-16,0-7 4 15,0-7-5-15,0-3 10 16,0 0 0-16,0-11 15 15,0-18-14-15,0-15-9 16,3-7-3-16,8-5 0 16,2 2 3-16,1 9-6 15,4 14-2-15,-4 15-3 16,2 16 7-16,-1 6-6 16,-1 26 4-16,0 10 3 15,-4 6 4-15,-2 2 2 16,1-5-5-16,-1-4 7 15,-1-11-6-15,-2-8-1 16,0-8 0-16,-2-9 0 16,-1-5-1-16,1 0 11 0,7-7 2 15,3-19-7-15,3-8-6 16,2-11-3-16,-3-9 2 16,0-3-6-16,-4 4-14 15,-2 13 18-15,-5 18 6 16,-3 16 10-16,-1 6-11 15,0 19-2-15,0 14 0 16,0 11 33-16,0-1-25 16,0-6-2-16,2-7-5 15,11-7 3-15,3-9-1 16,1-5-3-16,4-8 3 16,0-1-3-16,6 0-10 0,1-12-2 15,1-11-21-15,-4-7 23 16,-3-8 10-16,-4 2-2 15,-6 3 2-15,-7 10 0 16,-3 8 7-16,-2 10 15 16,0 5-5-16,0 0-16 15,0 5-1-15,0 20-1 16,0 8 1-16,0 2 10 16,5-4-9-16,12-5-1 15,4-10 1-15,7-7-1 16,-1-9 3-16,0 0 0 15,-3-10 5-15,-5-13-6 16,-3-7 2-16,-6-6 3 16,-10-6-5-16,0-5 6 15,-19-3-1-15,-16 1 1 0,-7 10 8 16,2 13 1-16,8 13-11 16,7 11 0-16,10 2-3 15,3 21-6-15,6 12 2 16,6 11-2-16,0-2 3 15,23-3-14-15,11-9-20 16,6-7-22-16,5-10-31 16,2-12-13-16,-2-1 34 15,-5 0 33-15,-10-10 25 16,-10-1 7-16,-8 3 2 0,-9 5 10 16,-3 1 30-16,0 2 0 15,0 5-41-15,0 16 3 16,0 6 50-16,-2 0-24 15,2-2-18-15,0-5-2 16,11-9-3-16,6-8 14 16,3-3 2-16,-1-14 25 15,1-17 1-15,-1-13-4 16,-9-10 1-16,-5-8-17 16,-5-2-7-16,0 3 4 15,-12 7-10-15,-8 7-10 16,0 13 2-16,3 10-7 15,7 12 0-15,3 12 0 16,1 12-16-16,-1 21-25 16,4 12 10-16,3 6-116 0,0 5-33 15,16-5-123-15,10-9-297 16</inkml:trace>
  <inkml:trace contextRef="#ctx0" brushRef="#br0" timeOffset="-194760.83">12655 7129 1235 0,'0'0'48'0,"0"0"-29"0,0 0 70 15,0 0 41-15,0 0-58 16,0 0-45-16,2-9 12 15,-2 9 4-15,-18 0-2 16,-11 0-8-16,-5 0-23 16,-4 0-5-16,5-2 7 15,3-4-3-15,6 0-3 16,8 2-2-16,6-2-3 16,5 3 2-16,3 1-3 15,2 0 3-15,0 0-3 16,0 2-2-16,0 0 2 15,0 0-9-15,0 2 3 16,0 15 4-16,0 6 2 0,0 5 2 16,0 6-1-16,0 2-1 15,-3 2 0-15,-2 1 2 16,1-10 0-16,3-7-2 16,-1-10 2-16,2-5-6 15,0-6 8-15,0-1-4 16,0 0 0-16,10-4-2 15,15-12 2-15,7-3 2 16,4 1-2-16,5 4-5 16,-1 2-7-16,4 8-6 15,-3 4 18-15,-3 0-8 16,-7 10 8-16,-10 12-4 0,-10 5-1 16,-10 1 4-16,-1-1 1 15,-3 0 6-15,-19-6 14 16,-8-3-7-16,-5-3 8 15,-4 0-4-15,3-5-14 16,-1-2 0-16,6 1-3 16,0 1-1-16,3-2 0 15,-1 5-41-15,3 3-48 16,-3 5-130-16,1 5-60 16,-4-2-210-16</inkml:trace>
  <inkml:trace contextRef="#ctx0" brushRef="#br0" timeOffset="-194447.28">11325 8111 1337 0,'0'0'175'0,"0"0"-171"16,0 0 5-16,0 0 19 16,117-14 65-16,-23 25-35 15,24 2-26-15,24-4-5 0,17-3-8 16,10-6-1 0,-10 0-9-16,-15 0-5 0,-26 0-2 15,-28 0-2-15,-26 0-34 16,-22 0-55-16,-24-1-131 15,-18-7-84-15,-21-2-464 16</inkml:trace>
  <inkml:trace contextRef="#ctx0" brushRef="#br0" timeOffset="-188631.58">8578 8695 476 0,'0'0'151'0,"0"0"-103"15,0 0 56-15,0 0 30 16,0 0 7-16,0 0-60 16,10-76-26-16,2 56-15 15,7 0 3-15,7 3-26 16,2 2 2-16,4 6-2 16,-4 4-15-16,-1 5 0 15,-5 1-2-15,-5 18-2 16,-9 9-4-16,-3 7 6 0,-5 4 0 15,0 0 11 1,-18 0-7-16,-9-6-1 0,0-6 6 16,0-7-5-16,4-7 0 15,6-7-4-15,4-3 4 16,4-3 0-16,8 0-4 16,1 0 6-16,0 0-5 15,0 0-1-15,13-5-8 16,11-4 1-16,2 2 3 15,6 7 4-15,-3 0-3 16,-1 7 0-16,-3 16-2 16,-5 8-1-16,-3 2 6 15,-7 4-3-15,-7 0 6 0,-3-3-2 16,0-6 4-16,-13-5 5 16,-11-4 12-16,-4-3 45 15,-9-5-15-15,-3-4-4 16,-3-5-3-16,2-2-19 15,6 0-14-15,7-4-4 16,8-4-4-16,8 2-3 16,7-1-1-16,4 3-8 15,1-1-37-15,0-2-90 16,6-5-39-16,19-4-273 16,7-5-102-16</inkml:trace>
  <inkml:trace contextRef="#ctx0" brushRef="#br0" timeOffset="-188420.81">9083 8685 1173 0,'0'0'134'15,"0"0"-134"-15,0 0 8 16,0 0 25-16,135-28 18 15,-76 28-21-15,-4 0-29 16,-8 9-1-16,-10-2-16 0,-11-3-111 16,-13 0-177-1,-11-3-259-15</inkml:trace>
  <inkml:trace contextRef="#ctx0" brushRef="#br0" timeOffset="-188268.62">9202 8851 1217 0,'0'0'62'16,"0"0"-62"-16,100-5 0 15,-40 5 0-15,-1 0 0 16,-6 0-190-16,-11 0-295 16</inkml:trace>
  <inkml:trace contextRef="#ctx0" brushRef="#br0" timeOffset="-188109.29">9275 8995 1458 0,'0'0'19'16,"0"0"-19"-16,0 0-8 16,105-13 2-16,-31 9-51 15,4-1-168-15,-4-6-396 16</inkml:trace>
  <inkml:trace contextRef="#ctx0" brushRef="#br0" timeOffset="-186482.12">9441 6121 581 0,'0'0'86'15,"0"0"-56"-15,0 0 78 16,0 0 30-16,0 0-11 16,0 0-71-16,0-11-38 15,0 11-4-15,0 0-5 16,3 0-5-16,0 5 6 15,1 10 70-15,-1 6-54 0,-2 4 28 16,-1 4-18-16,0-1-21 16,0-3-4-16,0-3 0 15,0-2-2-15,0-5 3 16,0-1 3-16,0-6-5 16,0-2-1-16,0-1 1 15,0-4-3-15,0-1 9 16,0 0 8-16,0 0-11 15,0 0 4-15,0 0 1 16,2 0-1-16,15 0 5 16,8 0 7-16,8 0-8 15,8 0-14-15,6 0-6 0,8 0 5 16,9 0-3-16,7 0-3 16,10 0 2-16,2 5-1 15,2 1 1-15,-3 1-2 16,-7 0-6-16,-1 3 6 15,-2-4 0-15,-2 0-3 16,-3-1 3-16,-1-3 0 16,-1-2 0-16,1 0-2 15,0 0 5-15,-3 0-3 16,-5 0 1-16,-6 0-1 16,-5 0 0-16,-5 0 0 15,-2 0 1-15,-1 0-1 16,-3 0 2-16,3 0-1 15,-4 0-1-15,0 0 1 16,0 0-1-16,-4 0 2 0,-2 0-2 16,-6 0 0-16,-5 0 1 15,-4-1-1-15,-2 0 1 16,0-1-1-16,-4-1 1 16,-1 1-1-16,-4 1 12 15,0-2 23-15,0 0-19 16,-3-4 11-16,4-3-9 15,-1-4-13-15,3-6 0 16,2-4-2-16,-2-8-2 16,3-2-1-16,-4-1 1 15,-3 5-1-15,-2 8 0 16,0 6-2-16,0 12 1 0,0 1-2 16,0 3-14-16,-2 0-51 15,-6 15-140-15,-2 3-289 16</inkml:trace>
  <inkml:trace contextRef="#ctx0" brushRef="#br0" timeOffset="-185115.47">16778 6271 442 0,'0'0'152'0,"0"0"-90"15,0 0-40 1,0 0 83-16,0 0 6 0,0 0-43 16,0 0-37-16,-11-13 10 15,11 13-31-15,0 6-9 16,0 13-1-16,0 7 94 15,0 5-47-15,0 2-20 16,0-4-14-16,0-4 3 16,0-7-7-16,0-4-1 15,1-5 17-15,1-4-7 16,-2-4 1-16,4-1 21 16,2 0-11-16,11 0 7 15,8 0 12-15,10-7-24 16,3-4-12-16,4 2-7 15,5 2 1-15,9-1-4 0,9-1 1 16,13 4-6-16,10-1 4 16,9 4-1-16,6-1 0 15,0 1 3-15,-2-2 0 16,-11 1-2-16,-8-2-1 16,-12-1 4-16,-11 2-3 15,-11-1 0-15,-9 1-1 16,-11 0-1-16,-8 1 1 15,-6 2 0-15,-4 0 2 16,-4 1-4-16,-1-2 2 16,4 0 0-16,-3-1 2 15,3 2-1-15,-1 0 1 16,-2 1-2-16,0 0 0 16,-5 0 0-16,1 0 2 0,-2-2 1 15,0 2 21-15,0-5 25 16,1-2-5-16,3-5-13 15,-2-3-28-15,-1-4 5 16,1-4 7-16,-2-6-10 16,0-4-5-16,0 3 0 15,0 4 0-15,-7 7 0 16,1 9-4-16,2 3-32 16,1 7-93-16,-3 3-142 15,-7 17-357-15</inkml:trace>
  <inkml:trace contextRef="#ctx0" brushRef="#br0" timeOffset="-184097.69">10053 8930 383 0,'0'0'218'15,"0"0"-206"-15,0 0-8 16,0 0 15-16,0 0 146 16,0 0-20-16,0 0-56 15,-61 18-4-15,61-18 5 16,0 0-12-16,0 0 9 16,0 0-38-16,19 0-13 15,9 0 13-15,10-1-3 16,6-5-21-16,5 0-12 15,4-1-5-15,9-4 4 16,3-2 3-16,1 0-7 16,-10 1 2-16,-14 1-5 15,-12 4-4-15,-13 3-1 16,-7-2 0-16,-5 6 0 16,-2-2 0-16,-3 2-7 15,2 0-37-15,3 0-83 0,5 0-99 16,4 0-6-16,-1 0-240 15</inkml:trace>
  <inkml:trace contextRef="#ctx0" brushRef="#br0" timeOffset="-183919.93">10798 8870 1027 0,'0'0'226'15,"0"0"-222"-15,0 0 4 16,0 0-8-16,0 0-2 0,0 0-135 16,-2-12-87-16,18 16-316 15</inkml:trace>
  <inkml:trace contextRef="#ctx0" brushRef="#br0" timeOffset="-183265.49">11106 8454 808 0,'0'0'72'0,"0"0"-27"16,0 0 23-16,0 0 44 16,0 0-52-16,0 0-60 15,0 13 4-15,0 12 17 16,0 12 42-16,-10 2-39 16,-2 4-19-16,-1 0-1 15,-3-4 4-15,-1-3-7 16,-2-6 1-16,-1-9 3 15,5-8-3-15,5-9 1 16,5-4 3-16,3 0 3 0,0 0-9 16,1-7 4-16,-1-3-5 15,2 3 1-15,0 4-10 16,0-1 8-16,5 2-5 16,12 2 7-16,6 0 1 15,1 0 2-15,0 0-3 16,2 0 0-16,0 0-3 15,-1 0 3-15,-3 0 0 16,-5 0-4-16,-7 0-2 16,-3-9-4-16,-7-2 8 15,0-4 1-15,0-2-4 16,0 0 5-16,0 4 4 0,-5 7 0 16,2 3 2-1,3 3 15-15,0 0-10 0,0 3-11 16,0 22-6-16,0 12 6 15,0 8 29-15,0 2-24 16,0-2-2-16,6 0-3 16,1-3 1-16,1-3-1 15,-3-1-2-15,-4-8-15 16,-1-5-158-16,0-13-292 16</inkml:trace>
  <inkml:trace contextRef="#ctx0" brushRef="#br0" timeOffset="-183104.12">11372 8875 1017 0,'0'0'0'16,"0"0"-56"-16,0 0-32 15,0 0 49-15,0 0-105 16,0 0-354-16</inkml:trace>
  <inkml:trace contextRef="#ctx0" brushRef="#br0" timeOffset="-182681.52">11502 8598 870 0,'0'0'126'0,"0"0"-103"16,0 0 9-16,0 0 52 15,0 0-15-15,0 0-44 16,-5-6-22-16,13 6 0 16,9 0 40-16,7 0 2 15,2-5-18-15,4-4-8 16,4-1-6-16,-3-3-4 15,-4 6-3-15,-5 1-5 16,-7 3 3-16,-5 2 3 0,-1-1-7 16,-6 0 7-16,-2 2-3 15,2 0 10-15,-2 2-11 16,-1 21 0-16,0 14 108 16,0 11-72-16,0 3-35 15,0 4 4-15,-4-5-6 16,-4-4-1-16,0-1-2 15,1-4 1-15,2-6-5 16,5-4-196-16,0-9-27 16,0-13-346-16</inkml:trace>
  <inkml:trace contextRef="#ctx0" brushRef="#br0" timeOffset="-182330.63">12199 8400 939 0,'0'0'148'15,"0"0"-135"-15,0 0 45 16,0 0 45-16,0 0-41 16,0 0-50-16,-30 61 23 0,20-6 24 15,2 12-31-15,4 4 11 16,4 0-14-16,0-3-20 16,0-7 0-16,2-4-2 15,10-6-3-15,-1-5-2 16,3-3-31-16,-1-10-160 15,2-11-69-15,1-13-276 16</inkml:trace>
  <inkml:trace contextRef="#ctx0" brushRef="#br0" timeOffset="-181050.05">12296 8679 1053 0,'0'0'65'0,"0"0"-50"16,0 0 35-16,0 0-2 16,0 0-2-16,0 0-35 15,72-22-4-15,-54 49 3 16,-1 3-6-16,-3 3 4 16,-6 0 0-16,-2 1-1 15,-3-4 10-15,-3-1-9 16,0-7 1-16,0-4-9 15,0-5-2-15,0-6 2 16,0-4 0-16,0-3 12 0,-3 0 2 16,0-15-8-16,-1-14-1 15,2-8-10-15,2-8 10 16,0-3-5-16,0 4 0 16,9 7-3-16,7 8 1 15,-3 10 2-15,0 12 2 16,-1 7-2-16,2 0-5 15,-4 24 5-15,1 8 2 16,-3 4-1-16,-1 1 6 16,0-2-7-16,-4-3 9 15,-1-5-2-15,-1-4-6 16,2-6 1-16,-3-6-1 16,0-5 0-16,0-4 1 15,0-2-1-15,1 0 14 0,1-17-4 16,1-8-7-16,0-9-4 15,-1-5 2-15,3-3-2 16,0 1 0-16,2 5 0 16,0 10 0-16,-3 11 0 15,2 8 1-15,-3 7 4 16,4 0-5-16,3 14-4 16,5 12 4-16,3 5 4 15,-2-1 3-15,2 0-6 16,-5-4-1-16,4-5-1 15,-4-4 1-15,0-8 0 16,-1-5-1-16,-1-4-12 16,1 0-45-16,2-9 15 0,-1-13 20 15,0-9 17-15,-1-2 3 16,-2 0 3-16,-7 3 0 16,1 9 1-16,-4 9 3 15,0 8 9-15,0 4 2 16,0 4-15-16,0 19 0 15,0 5 1-15,0 1 10 16,0-2-9-16,0-5 2 16,3-4-2-16,6-7-2 15,-1-5-1-15,4-5 1 16,1-1 3-16,-1 0 6 16,-1-1-6-16,-2-9 1 0,-4 1 6 15,-3-6-10-15,-2-1 8 16,0-3 0-16,0-4-3 15,-14 1 12-15,-4 1-4 16,1 4 13-16,2 9-5 16,7 2-19-16,2 5 7 15,5 1-9-15,1 0-4 16,0 0-1-16,0 0-23 16,13 0 0-16,9 7 15 15,3-2-35-15,3-2 27 16,2-1-9-16,2-2 11 15,-3 0 7-15,0 0 12 16,-5 0 0-16,-5 0 0 0,-6 0 2 16,-3 0-6-16,-1 4 4 15,-3 8 0-15,1 3 2 16,-1 0 1-16,4-1-3 16,-1-6 4-16,-2-4-4 15,-4-3 4-15,-2-1-1 16,-1 0 5-16,0 0 28 15,0-7 33-15,0-15 0 16,0-7-57-16,-11-7 21 16,-4-6 5-16,-2-1-17 15,-2-1 0-15,0 4-6 16,2 3-12-16,4 8-1 0,3 9 0 16,4 8-2-16,3 10 0 15,3 2 0-15,0 0-9 16,0 0-17-16,0 9-69 15,12 10 4-15,6 2-36 16,7 1-104-16,2-1-123 16,0-4-51-16</inkml:trace>
  <inkml:trace contextRef="#ctx0" brushRef="#br0" timeOffset="-180398.21">13592 8434 853 0,'0'0'134'0,"0"0"-114"0,0 0 100 15,0 0-8-15,0 0-29 16,0 0-33-16,15-22-17 16,-15 22 16-16,0 0-11 15,0 0 2-15,-2 0 13 16,-11 0-24-16,-8 0 5 15,-7 4-24-15,0-1-6 16,3 0 2-16,3-3-5 16,0 0 4-16,4 0-4 15,5 0 0-15,3 0-1 16,3 0 4-16,5-2-4 16,2 2-1-16,0 0 0 0,0 0 1 15,0 0-1-15,0 0-4 16,0 0 3-16,0 0 1 15,0 0-10-15,0 0 4 16,0 12 6-16,0 8 1 16,-2 3 5-16,-4-1-3 15,-1-1 1-15,2-3-3 16,2-7 0-16,1-4 0 16,1-2 0-16,1-5 0 15,0 0-1-15,0 0-3 16,8 0 2-16,17 0 2 15,4-4 5-15,6-1-2 16,-2 2-3-16,-1 3 1 0,-2 0-3 16,-4 3-3-16,-5 15 4 15,-7 6 0-15,-5 3-1 16,-5 3 2-16,-4 0 0 16,0-4 4-16,0-4 6 15,-14-2-5-15,-4-5 10 16,-4-4-1-16,-3-1-12 15,0-1 1-15,2-4-3 16,2-2 0-16,4-3-7 16,4 0-85-16,5-14-122 15,6-10-51-15,2-12-284 16</inkml:trace>
  <inkml:trace contextRef="#ctx0" brushRef="#br0" timeOffset="-180166.41">13786 8326 1169 0,'0'0'56'0,"0"0"-47"16,0 0-9-16,0 0 13 16,99 81 23-16,-71-25 15 15,-4 11-6-15,-10 7 12 16,-7 4-13-16,-7-1-11 15,-4-8-12-15,-22-2-15 16,-9-9 2-16,-11-1-8 16,-7-4-1-16,-7-7-149 0,-9-10-241 15</inkml:trace>
  <inkml:trace contextRef="#ctx0" brushRef="#br0" timeOffset="-175383.66">8600 9989 714 0,'0'0'240'0,"0"0"-213"0,0 0-10 15,0 0 78 1,0 0 9-16,0 0-61 0,0 0-32 16,33-74-1-16,-9 61 0 15,-3 2 17-15,3 7-7 16,-3 2-16-16,-4 2-1 16,0 0-3-16,-6 19 0 15,-2 3-2-15,-6 6 5 16,-3 7 1-16,0 1-2 15,-12 0 5-15,-11-1-3 16,-2-5 3-16,-2-5-5 16,-1-5 1-16,4-6-2 15,6-7-1-15,4-5 5 16,10 1-4-16,4-3 6 0,0 0 0 16,0 0-1-1,10-13-6-15,13-4 0 16,9 1-5-16,5 5 3 0,1 4-2 15,-1 7-1-15,-2 0-2 16,-3 2 1-16,-7 16 2 16,-5 6-5-16,-7 4 7 15,-6 5 2-15,-7 0-4 16,0-3 2-16,-7-1 2 16,-13-8 0-16,0-4 11 15,-2-7 13-15,-3-2 38 16,-1-3 0-16,-3-4-21 15,2-1-8-15,4 0-8 0,1-7-10 16,7-7 0 0,0 1-15-16,6 0 0 0,2 5-4 15,3 0-63-15,4 4-57 16,0 0-35-16,8 0-225 16,12 1-62-16</inkml:trace>
  <inkml:trace contextRef="#ctx0" brushRef="#br0" timeOffset="-175037.7">9214 9993 935 0,'0'0'181'0,"0"0"-164"16,0 0-4-16,0 0 80 15,0 0-20-15,0 0-46 16,61-2-5-16,-21 2 22 15,5-4-28-15,-1 1-11 16,-4 1-5-16,-7 0 0 0,-6 2-11 16,-6 0-131-16,-10-1-174 15,-9-3-276-15</inkml:trace>
  <inkml:trace contextRef="#ctx0" brushRef="#br0" timeOffset="-174857.51">9272 10151 1253 0,'0'0'85'0,"0"0"-85"16,0 0-1-16,0 0 1 0,130 6 9 16,-73-3-8-16,-2-3-1 15,-6 0-169-15,-14 0-231 16</inkml:trace>
  <inkml:trace contextRef="#ctx0" brushRef="#br0" timeOffset="-174678.31">9394 10223 1303 0,'0'0'0'0,"0"0"-13"15,0 0 13-15,0 0 3 16,95 17 2-16,-48-5-5 16,1-6-170-16,0-4-292 0</inkml:trace>
  <inkml:trace contextRef="#ctx0" brushRef="#br0" timeOffset="-174247.45">10180 10228 1224 0,'0'0'119'0,"0"0"-119"16,0 0 0-16,0 0 4 0,88-24 4 16,-19 20 1-16,8 1-9 15,3 0 1-15,-5 3-1 16,-10 0-12-16,-8 0-142 16,-14 0-201-16,-12-5-123 15</inkml:trace>
  <inkml:trace contextRef="#ctx0" brushRef="#br0" timeOffset="-173763.36">10919 10207 1188 0,'0'0'238'16,"0"0"-233"-16,0 0-2 15,0 0 0-15,0 0-3 0,0 0-36 16,0-13-154-16,0 13-157 16</inkml:trace>
  <inkml:trace contextRef="#ctx0" brushRef="#br0" timeOffset="-173099.06">11190 9762 1016 0,'0'0'136'0,"0"0"-126"0,0 0-1 16,0 0 37-16,0 0-20 16,0 0-26-16,0 16 4 15,0 21-4-15,0 7 10 16,-7-1-4-16,-5-1-3 15,0-3-3-15,-1-7 3 16,3-9-3-16,3-6 0 16,2-9 2-16,5-7-2 15,0-1 4-15,0 0 0 16,0 0 5-16,11-7-6 0,2-2-1 16,3 5-2-1,1 0-3-15,2 4 1 0,1 0 2 16,2 0 0-16,1 0-3 15,2 0 8-15,-4 0-7 16,0 0 2-16,-8 0 0 16,-6 0-6-16,-6-4-1 15,-1-3 7-15,0-3 5 16,0 0-4-16,0-4 0 16,0 1 0-16,-8-1-1 15,-2 0 6-15,2 2-4 16,2 7 14-16,3 1 8 15,3 4-5-15,0 0-8 16,0 0-11-16,0 13-10 16,0 12 10-16,0 11 0 0,0 3 9 15,0 2-7-15,0-2 0 16,0 2-2-16,0-4 0 16,0 2 0-16,0-4-14 15,-7-5-229-15,1-9-296 16</inkml:trace>
  <inkml:trace contextRef="#ctx0" brushRef="#br0" timeOffset="-170764.21">11579 10162 775 0,'0'0'324'16,"0"0"-293"-16,0 0-29 16,0 0-1-16,0 0 0 15,0 0-1-15,0 0-4 0,0 1-4 16,0 5-75 0,0-6-401-16</inkml:trace>
  <inkml:trace contextRef="#ctx0" brushRef="#br0" timeOffset="-169550.42">11783 9929 791 0,'0'0'135'16,"0"0"-121"-16,0 0-2 15,0 0 65-15,0 0 11 16,32-83-44-16,-12 68-33 0,2 4 2 16,-1 4-4-16,3 7-7 15,-4 0 1-15,-3 3-3 16,-4 14 1-16,-1 3 1 16,-6 6-2-16,-4 6 5 15,-2 1 1-15,-2 2-6 16,-18 1 12-16,-4-3-8 15,-2-3 1-15,1-8 6 16,7-8-6-16,8-6 48 16,4-7-9-16,6-1 18 15,0 0 15-15,0 0-25 16,16-3-19-16,17-10-4 0,13-3-26 16,10 3 6-16,2-1-3 15,-1 3-5-15,-3 2 0 16,-7 3-1-16,-11 2-2 15,-8 4-22-15,-9 0-163 16,-7 0-8-16,-5 0-231 16</inkml:trace>
  <inkml:trace contextRef="#ctx0" brushRef="#br0" timeOffset="-168286.11">12590 9577 946 0,'0'0'145'0,"0"0"-130"16,0 0-7-16,0 0-7 16,0 0 4-16,-35 77 14 15,25-10 15-15,3 11-12 16,7 2-11-16,0-3-6 15,0-9-5-15,14-10 5 16,3-9-5-16,4-11 3 0,1-6-6 16,4-11-57-16,-2-9-205 15,3-11-145-15</inkml:trace>
  <inkml:trace contextRef="#ctx0" brushRef="#br0" timeOffset="-167119.1">12756 9942 918 0,'0'0'63'0,"0"0"-62"0,0 0 6 16,0 0 13-16,0 0 6 15,0 0-10-15,110-42-9 16,-86 70 8-16,-3 4 5 15,-2 4-6-15,-4 1-12 16,-5-3 9-16,-2-5-3 16,-5-5 0-16,-1-6 5 15,-2-6-6-15,0-6 5 16,0-5 0-16,0-1 8 16,0 0 39-16,0 0-28 15,0-13-1-15,0-13-30 16,0-10 3-16,5-2-3 15,4 1 0-15,1 6-5 0,2 12 5 16,-1 11-4 0,2 6 2-16,5 2 2 0,-2 6-1 15,-1 17 1-15,-2 8 0 16,-1 4 3-16,-3-4-3 16,-2-2 1-16,-1-7 0 15,-3-5-1-15,-2-7 1 16,-1-5-1-16,3-4 0 15,-3-1 4-15,0 0 0 16,1-3 5-16,2-18-2 16,4-10-6-16,4-8-2 15,3-4 2-15,5 3-2 16,-1 9 1-16,-1 11 0 0,-2 11 1 16,-4 9 7-16,2 0-8 15,-2 8 0-15,1 13 11 16,-1 4 3-16,0 1-13 15,-3-4 6-15,0 0-7 16,0-2 0-16,1-5 0 16,-1-3 0-16,4-4-2 15,1-5-11-15,6-3-87 16,1 0-63-16,2-8-16 16,-4-8 47-16,-4-1 72 15,-7 4 60-15,-3 5 11 16,-2 4 70-16,-2 4 51 15,0 0-52-15,0 1-56 16,0 15-7-16,0 4 50 0,0-2-42 16,0-2-9-1,8-1 0-15,10-10-8 0,4-3 7 16,1-2 11-16,1-2 5 16,-8-13 1-16,-2-3-3 15,-7-1 7-15,-6-3 18 16,-1-2 5-16,0 4-20 15,-16-2-18-15,-6 4-11 16,2 6-10-16,3 5 2 16,5 6-5-16,6 1-1 15,1 0-22-15,3 14-36 16,2 6-14-16,0-5-31 0,10-1-33 16,15-9-15-1,4-2 17-15,-1-3 81 0,-1 0 45 16,-4 2 12-16,-4 3 7 15,-5 1 12-15,-2 5 22 16,-4 0 28-16,-2 3 11 16,-1-2-17-16,2 0-38 15,-1-6 2-15,5-3 34 16,3-3-11-16,0 0 5 16,-1-3-9-16,-6-12 21 15,-4-5 22-15,-3-4-36 16,0-1-16-16,0-3 5 15,-9-2-8-15,-5-3-13 16,-4 3-20-16,4 3 3 16,2 10-4-16,5 4-3 0,6 9 3 15,1 2-27-15,0 2-81 16,0 0-54-16,11 12 55 16,12 4-103-16,11-8-249 15</inkml:trace>
  <inkml:trace contextRef="#ctx0" brushRef="#br0" timeOffset="-166534.48">14154 9816 924 0,'0'0'222'0,"0"0"-215"16,0 0 22-16,0 0 47 0,0 0-20 15,0 0-18-15,0 0-22 16,0-4 0-16,-7 4 26 15,-8 0-1-15,-5 0-7 16,-5 0-24-16,-1 0 0 16,5 0 24-16,-1 1-20 15,6-1-10-15,2 2 3 16,6-2-5-16,4 0 3 16,4 0-2-16,0 0-1 15,0 0 0-15,0 0 1 16,0 0-3-16,0 0 0 15,0 0 1-15,0 1-2 16,0 3 1-16,0 4-7 0,0 6 5 16,0 5 2-16,0 2 1 15,0 1-1-15,0-4 1 16,0-5-1-16,0-2 0 16,0-6 1-16,0 0-2 15,2-2 1-15,0-3-1 16,4 1-1-16,10-1-8 15,5 0 10-15,11 0 8 16,2 0-8-16,-1 0-1 16,-3 0-10-16,-3 0-13 15,-4 0 6-15,-5 14-1 16,-4 1 18-16,-7 5 0 16,-6 0 1-16,-1 4 2 0,0 1 1 15,-4-4 1-15,-10-2 6 16,-3-2-7-16,0-2 14 15,-3-3-2-15,-3-3-12 16,-2-3-1-16,-4-2-2 16,1-1-2-16,1-3-114 15,2 0-138-15,8-17-246 16</inkml:trace>
  <inkml:trace contextRef="#ctx0" brushRef="#br0" timeOffset="-166309.95">14349 9691 1224 0,'0'0'104'0,"0"0"-104"16,92-7 1-16,-50 22 16 16,-5 9 21-16,-5 9-9 15,-11 6-11-15,-9 3-16 16,-9 2 4-16,-3-3-1 15,0-7-5-15,-12-4-5 16,-9-3-51-16,-4-4-105 16,-2-6-235-16</inkml:trace>
  <inkml:trace contextRef="#ctx0" brushRef="#br0" timeOffset="-160451.14">10347 9905 521 0,'0'0'285'16,"0"0"-243"-16,0 0-35 15,0 0 41-15,0 0 84 16,0 0-54-16,0 0-70 15,52-68 0-15,-37 49 11 16,1-4 18-16,-1 0-3 0,1 1-15 16,-3-2-14-16,2 4 8 15,-3 2 0-15,-4 5 3 16,-3 5-7-16,-3 3 3 16,-2 4 13-16,0-1-8 15,0 2-16-15,0 0-1 16,0 0-6-16,0 10 6 15,0 15 3-15,-2 13 1 16,-3 7 0-16,0 4-2 16,2 3 0-16,1-4 1 15,2-8-3-15,0-6 1 16,0-7-1-16,0-10 1 0,0-4 0 16,0-6-1-16,0-4 0 15,-2 0-2-15,-1-1-1 16,-4-1 3-16,-5 1 6 15,-6-1 18-15,-3-1-15 16,-3 0-1-16,6 0-8 16,4 0 10-16,8 0 16 15,4 0 2-15,2 0 6 16,0 0-19-16,0 0-15 16,23-3 4-16,12 0-1 15,10 3-3-15,7 0 0 16,5 0-3-16,3 11 0 15,-1 1-44-15,-6 2-120 16,-16-1-199-16</inkml:trace>
  <inkml:trace contextRef="#ctx0" brushRef="#br0" timeOffset="-154855.2">12635 5271 480 0,'0'0'315'0,"0"0"-270"0,0 0-4 16,0 0 73-16,0 0 42 16,0 0-68-16,0 0-46 15,-4 0-9-15,4-3-8 16,0-7 4-16,8-6-16 15,5-3-12-15,4-6 6 16,1-2-7-16,2-1 9 16,1 0-7-16,-4-1-1 15,-4 2 9-15,-3 3 10 16,0 4-1-16,-5 4-4 0,0 3-11 16,-3 4 2-16,-1 4-2 15,1 2 2-15,-2 3 1 16,0 0 2-16,0 0-3 15,0 0-6-15,0 10-2 16,0 13 2-16,-3 10 7 16,-4 7-4-16,2 2 0 15,1 3 3-15,-1 1-3 16,0 2 7-16,-1 0-8 16,-3-1 5-16,1-4-1 15,-1-3-5-15,3-9 2 16,1-9-2-16,1-6 0 15,3-6 1-15,-1-2 0 0,1-2-2 16,-2-1 1 0,2 0-1-16,-1 1 0 0,2-1 2 15,0-1-2-15,0-2 0 16,0-1 3-16,-1-1-3 16,-1 0 2-16,1 0 4 15,-1 2 23-15,-2-2 3 16,3 0-20-16,-12 0-2 15,-6 0-6-15,-4 0 14 16,-6 0-18-16,4 0 2 16,2 0-2-16,0 0 3 15,4 0 1-15,3 0-1 0,10 0 8 16,5 0 1 0,1-2-5-16,0 2-7 0,0-1-5 15,7 1 5-15,21 0 0 16,14-4 7-16,8 0-4 15,8-3 0-15,0 1-3 16,-6 0-1-16,-8 1-1 16,-6 1 2-16,-9 1-2 15,-6 3 0-15,-5 0-42 16,-2 0-25-16,-3 0-34 16,0 0-38-16,4-2-59 15,3-7-120-15,4-3-191 16</inkml:trace>
  <inkml:trace contextRef="#ctx0" brushRef="#br0" timeOffset="-154718.95">13289 5392 347 0,'0'0'0'15</inkml:trace>
  <inkml:trace contextRef="#ctx0" brushRef="#br0" timeOffset="-151389.12">7614 11013 562 0,'0'0'67'0,"0"0"-60"0,0 0 17 16,0 0 105-16,0 0-24 16,0 0-43-16,0 0-4 15,0 0-12-15,0 0-4 16,10 0 3-16,7 0 11 16,9 0 12-16,9 0-20 15,5 0-13-15,5-3-2 16,6-3-9-16,4 3 1 15,1 0 14-15,3 0-9 16,-1 1-9-16,-2 1-5 16,-4 1-9-16,-6 0 6 0,-1 0 2 15,-2 0-9-15,-2 0 2 16,-1 0 1-16,0 9 5 16,2 0 14-16,-1 0-17 15,3 3 7-15,2-5-6 16,2 2-3-16,1-3 3 15,0-3-3-15,2-3-3 16,-3 0 3-16,4 0-7 16,1 0 2-16,6-7 3 15,1-4-5-15,2 4 5 16,-2-2-5-16,-3 5 3 16,-4-2-2-16,-2 4 0 15,-5 1 0-15,-2 1 0 0,-2 0-2 16,0 0-1-16,-1 0 1 15,1 0 1-15,0 0 1 16,-2 0-3-16,-3 3 2 16,1 3-1-16,-1 0-1 15,4-2 2-15,0 2-2 16,2-2 1-16,1 0-1 16,0-1 5-16,-3-1-7 15,-2 2 2-15,-1-1-2 16,0-3 2-16,0 1 0 15,0-1 0-15,2 0-2 16,3 0 3-16,4 0-3 16,2 1 2-16,-1 1 0 0,1 2 0 15,-1-2 1-15,4 0-1 16,0-1 0-16,4-1 1 16,3 0-1-16,3 0 1 15,3 0-1-15,-3 0 3 16,-3 0-2-16,-3 0 0 15,1 4-1-15,0 0 3 16,5-1-3-16,-2-2 1 16,1 1 0-16,-2-1-2 15,-3-1-1-15,-1 2 2 0,2-2-1 16,-1 0-3 0,3 0 4-16,0 0 0 15,1 0 0-15,0 0 1 0,-3-5 0 16,0 1-1-1,-2 0 0-15,-3 0-1 0,-2 1 1 16,-3 3 0-16,1-2 2 16,2 2-2-16,1-6 0 15,5 5 3-15,1 0-3 16,3 1 3-16,1 0-3 16,-1 0 2-16,-1 0-1 15,-3 0-2-15,-1 0-2 16,-1 0 2-16,2-5 1 15,6 1-4-15,7-3 4 16,7-3 0-16,7 1 2 0,6 0-4 16,5 0 4-16,3 0-2 15,0 1 0-15,-3 1 6 16,-5 1-6-16,-2 2 1 16,0-1-1-16,-2 1 3 15,-3-4-3-15,-5 2-1 16,-5 0-2-16,-2-1 1 15,-5 0 2-15,-6 1 0 16,-7 2-2-16,-14 0 2 16,-13 0-1-16,-12 3 1 15,-7 1 0-15,-6 0-4 16,-10 0-38-16,-41 0-182 0,-36 0-204 16</inkml:trace>
  <inkml:trace contextRef="#ctx0" brushRef="#br0" timeOffset="-150373.02">8326 11470 854 0,'0'0'78'0,"0"0"-38"16,0 0-4-16,14-83 18 16,13 66 7-16,5 3-39 15,-2 7-16-15,-3 7 0 16,-4 0-2-16,-7 11-2 16,-6 12 2-16,-6 4-2 0,-4 4 14 15,0-2 9-15,-4 4-13 16,-15-2 6-16,2-8-5 15,1-3-4-15,7-11-9 16,5-5 0-16,1-4 4 16,3 0 0-16,0 0-2 15,7 0-2-15,18 0 0 16,11 0 3-16,3 0-1 16,0 0 1-16,-9 17-5 15,-8 6 3-15,-7 4-1 16,-8 0 0-16,-7-6 0 15,0-2 5-15,-17-2 40 16,-11 0 31-16,-8-7-4 16,-2-1-32-16,-1-2-21 0,7-3-14 15,8-4-5-15,9 0-1 16,5 0-100-16,10 0-113 16,0-13-308-16</inkml:trace>
  <inkml:trace contextRef="#ctx0" brushRef="#br0" timeOffset="-150254.14">9048 11625 1316 0,'0'0'66'0,"0"0"-66"16,0 0-38-16,0 0 32 16,0 0-84-16,0 0-277 15</inkml:trace>
  <inkml:trace contextRef="#ctx0" brushRef="#br0" timeOffset="-149788.95">9943 11339 868 0,'0'0'172'0,"0"0"-111"16,0 0-29-16,0 0 88 16,0 0-71-16,0 0-46 0,48-10 1 15,7 10 7-15,11-3 0 16,7 0-9-16,-1-2 2 15,0 2-4-15,-9 0 0 16,-10 3 0-16,-16 0-10 16,-20 0-203-16,-15 0-85 15,-2 0-114-15</inkml:trace>
  <inkml:trace contextRef="#ctx0" brushRef="#br0" timeOffset="-149610.35">10309 11306 758 0,'0'0'239'15,"0"0"-226"-15,0 0-1 0,0 0 33 16,-6 84 39 0,6-31-5-16,0 4-34 0,0 4-38 15,0-4 0-15,4-2-6 16,-2-4 1-16,-1-4-2 16,1-9-2-16,-2-9-74 15,1-5-190-15,2-15-194 16</inkml:trace>
  <inkml:trace contextRef="#ctx0" brushRef="#br0" timeOffset="-148539.95">10591 11450 1132 0,'0'0'59'0,"0"0"-34"15,0 0 44-15,0 0 18 16,-107 2-47-16,85 33-28 16,0 12-3-16,4 0-1 15,8 0 3-15,7-5-9 16,3-7-1-16,3-9 5 16,12-10-6-16,2-5 0 15,1-11 3-15,2 0-3 16,9-6 7-16,0-22-1 15,5-8 0-15,-5-4-4 16,-9-1 0-16,-6 4 0 16,-7 14-2-16,-3 10 5 0,-4 13 3 15,0 0-2-15,0 3-6 16,0 16-16-16,0 10 16 16,0 2 1-16,6-3 0 15,11-2-2-15,5-8 1 16,2-5-2-16,2-9 1 15,-1-4-73-15,-1 0 17 16,-3-18 2-16,-3-9 36 16,-5-9 17-16,-7-7 2 15,-5-8 3-15,-1 2 3 16,0 4-5-16,0 5 12 0,-1 14 8 16,-2 9 21-16,1 14 16 15,2 3-21-15,-1 22-34 16,-2 19-3-16,3 13 22 15,0 3 4-15,0 2-21 16,0-5-4-16,0-7-1 16,3-3-2-16,4-4 2 15,2-7-5-15,0-9-139 16,-1-11-2-16,4-9-96 16,1-4-24-16,0-20 32 15,3-13 88-15,-3-10 146 16,-3-4 9-16,-2-1 10 15,-1 4 117-15,-4 8 98 16,1 15-61-16,-3 11-35 16,-1 7-2-16,0 3-79 0,0 0-49 15,0 13-6-15,-5 3 14 16,-5 6 25-16,-5 0-27 16,-1-4-7-16,-3 2-1 15,-3-4 0-15,4 1-1 16,4-10-4-16,4-1 4 15,9-3-2-15,1-3-3 16,0 0-2-16,0 0 1 16,10 0 1-16,13 0 6 15,7-3-5-15,4 0 2 16,-2 3-2-16,-2 0 0 16,2 0-1-16,-1 0 0 0,3 0 1 15,-1 0-1-15,0 0 2 16,-1-4-1-16,-7-8-1 15,-3-6 3-15,-7-2-1 16,-7-5-2-16,-8 1 3 16,0 0 3-16,-2 1-6 15,-12 5 44-15,-2 7 11 16,2 5-7-16,0 6-4 16,1 2-27-16,1 18-12 15,2 9 0-15,5 4-3 16,5 1 2-16,0-1-4 15,10-6-2-15,10-3-1 16,7-4 0-16,3-4-87 16,3-5-39-16,4-8-67 15,1-3-227-15</inkml:trace>
  <inkml:trace contextRef="#ctx0" brushRef="#br0" timeOffset="-147223.08">11518 11607 1058 0,'0'0'63'16,"0"0"-10"-16,0 0 83 16,0 0-47-16,0 0-88 15,0 0-1-15,-14-2 0 16,15 18 3-16,6 5-2 0,-2 5 1 16,0-4 1-16,0 2-1 15,0-3 5-15,0-4 1 16,0-5-1-16,0-5-3 15,-3-3-2-15,-1-4 5 16,2 0-3-16,-3 0 2 16,0 0 17-16,0 0 56 15,1 0-38-15,1 0-3 16,-1-7-23-16,-1-2-10 16,2 2-4-16,-1 2 1 15,1-1 3-15,0 3-4 16,0-1 2-16,-2 1-2 15,0 3 1-15,0 0-2 0,0 0 0 16,0 0 1 0,0 0-1-16,0 0 0 0,0 0 0 15,0 0 2 1,0 0-2-16,0 0 0 0,0 0 0 16,0 0 2-16,0 0-2 15,0 0 0-15,0 0 0 16,1 0 2-16,-1-2-2 15,0-3 6-15,3-5 3 16,1-3 3-16,2-4-8 16,3-7-2-16,0 1-1 15,1-4-1-15,0 2-1 16,1 4 1-16,1 4 1 16,0 7-1-16,-4 3-1 0,0 4 0 15,0 3-2-15,-1 0 2 16,2 10-5-16,1 10 6 15,0 8 0-15,-2 3-2 16,0 1 2-16,1-3 1 16,-3 2 1-16,1-10-2 15,-1-4 0-15,-2-5 0 16,-1-8-3-16,-1-1 5 16,0-3-2-16,-2 0 3 15,2 0-3-15,-1 0 8 16,1 0-4-16,5-10 3 15,-1-16-7-15,1-4 1 16,0-1 0-16,-1 0-1 0,-2 1 2 16,2 4-2-16,0 2 1 15,-2 11-1-15,2 6 0 16,-5 4-1-16,1 3 0 16,3 3-5-16,2 21-2 15,1 0 8-15,4 4 0 16,-1-4 0-16,4-2 0 15,1-6-2-15,0-4 2 16,4-5 0-16,0-4 4 16,5-3-4-16,-1 0 0 15,-1-3 0-15,-3-14 2 16,-5 0-2-16,-2-3 3 0,-4 1-3 16,-4-3-1-16,-3 8 1 15,-2 6 3-15,0 4 0 16,0 4-3-16,0 0 0 15,0 0-2-15,0 0-6 16,0 8 1-16,1 8 6 16,3-3 2-16,4 1-1 15,2-7 0-15,3-1 1 16,6-3-1-16,3-3 0 16,1 0-1-16,0 0 0 15,-1-6-16-15,-2-7-1 16,-5 2-5-16,-3 6 7 15,-7-1 15-15,-5 6-1 16,1 0-4-16,-1 2-3 16,2 15-4-16,3 5 13 0,0-2-2 15,5-3 2 1,2-3 0-16,3-4 3 0,-2-6-3 16,1-4 7-16,-4 0-3 15,-2-3 6-15,-5-12 4 16,-3-8-2-16,0-1 25 15,-10-6 1-15,-15 1-18 16,-3-2-6-16,-6 1-3 16,4 0-2-16,4 3-8 15,7 7 2-15,9 10-3 16,4 2 0-16,6 8-3 16,0 0-48-16,5 5-83 0,18 11-117 15,7 1-25-15,7-1-395 16</inkml:trace>
  <inkml:trace contextRef="#ctx0" brushRef="#br0" timeOffset="-146873.34">12751 11433 1156 0,'0'0'82'16,"0"0"-29"-16,0 0 57 15,0 0-53-15,0 0-50 16,0 0-4-16,40-6 6 0,-10 6 30 16,2 0-10-16,0 0-14 15,0 0-8-15,-4-3-6 16,-1-5 9-16,-4 1-6 16,-4 1 18-16,-6-1 22 15,-5 3-11-15,-3 1-2 16,-3 3 4-16,-2 0-9 15,0 0-13-15,0 0-13 16,0 14-1-16,0 20 1 16,0 16 4-16,-7 10 2 15,-1 9-6-15,-4 2-5 0,-1 2 3 16,-4 1-99-16,-5-9-220 16,-5-9-519-1</inkml:trace>
  <inkml:trace contextRef="#ctx0" brushRef="#br0" timeOffset="-141558.02">8633 12753 665 0,'0'0'189'0,"0"0"-171"15,0 0-13-15,0 0 75 0,0 0 79 16,0 0-59 0,0 0-37-16,28-21-29 0,-14 8-4 15,-1 0 8-15,2-3-15 16,-3 1-15-16,-2-5 11 15,-2 4-3-15,-1-1-8 16,-2 3 0-16,1 5-2 16,-3 2 5-16,-3 3 6 15,0 4 4-15,0 0 6 16,0 0-23-16,0 0-4 16,0 0 0-16,0 13-6 15,0 11 6-15,0 13 7 16,0 7-5-16,0 3 1 15,0 0-1-15,1-4-1 16,4-3 0-16,0-6 0 0,-2-7 3 16,1-7-4-16,-4-4-1 15,0-5 1-15,0-6 0 16,0-1 1-16,0 0-1 16,-12-1 3-16,-1 3 34 15,-8-1-22-15,-5-2-3 16,1 0-4-16,-5-3 3 15,1 0-6-15,6 0 8 16,4 0-3-16,9 0 4 16,7 0 5-16,3 0-12 15,0 0 4-15,0 0-10 16,7 0-1-16,13-6 3 0,14-1-2 16,11-4 6-16,1 5-7 15,5 3 0-15,-3 3 0 16,-1 0-7-16,0 0-11 15,-5 0-84-15,-1 9-79 16,-3-2-94-16,-6-3-388 16</inkml:trace>
  <inkml:trace contextRef="#ctx0" brushRef="#br0" timeOffset="-141293.79">9312 12719 1259 0,'0'0'112'16,"0"0"-112"-16,0 0 1 15,0 0 4-15,0 0-2 16,0 0 8-16,110-6-8 15,-61 6 1-15,-4 0-3 16,-5 0-1-16,-6 0-13 16,-10 0-145-16,-9 0-146 15,-12 0-249-15</inkml:trace>
  <inkml:trace contextRef="#ctx0" brushRef="#br0" timeOffset="-141097.45">9303 12904 1143 0,'0'0'323'15,"0"0"-323"-15,0 0-2 16,0 0 2-16,101-17 10 16,-41 13-8-16,5 4-4 15,-1 0 2-15,-12 0-110 16,-14 0-151-16,-18 0-297 15</inkml:trace>
  <inkml:trace contextRef="#ctx0" brushRef="#br0" timeOffset="-140939.58">9297 13081 1354 0,'0'0'84'16,"0"0"-84"-16,0 0-19 15,127-27 15-15,-58 21 2 16,6 1-165-16,-7-7-310 16</inkml:trace>
  <inkml:trace contextRef="#ctx0" brushRef="#br0" timeOffset="-139524.97">10368 4792 592 0,'0'0'186'0,"0"0"-131"15,0 0-31-15,0 0 50 16,0 0-1-16,0 0-34 15,17-33-30-15,0 40-9 16,3 15 15-16,3 11 57 16,-4 11-40-16,-6 4-14 15,-3-2 27-15,-3-8-15 16,-2-15-5-16,-2-12 13 16,-1-7-4-16,1-4 26 15,3-4 70-15,11-28-35 16,19-21-62-16,18-19-31 15,17-6 2-15,13-2-1 16,4 5-3-16,4 6-2 0,-5 13 0 16,-8 18-2-1,-9 18-69-15,-6 20-163 0,-14 0-172 16</inkml:trace>
  <inkml:trace contextRef="#ctx0" brushRef="#br0" timeOffset="-138608.27">14047 4728 797 0,'0'0'67'0,"0"0"-45"0,0 0-8 16,0 0 5-1,0 0 47-15,0 0 3 0,7-43-50 16,-1 43-12-16,2 0-7 16,4 1-4-16,0 14 4 15,-1 8 24-15,1 3 32 16,-2 0-15-16,2-5-11 15,-5-6 0-15,-3-6 7 16,0-6 8-16,-2-3 9 16,9 0 11-16,11-15 2 15,17-18-35-15,21-18-26 16,15-12-5-16,19-11-1 0,10-1 0 16,3 3 0-16,-9 12-78 15,-21 13-187-15,-34 14-415 16</inkml:trace>
  <inkml:trace contextRef="#ctx0" brushRef="#br0" timeOffset="-136202.55">10157 12893 769 0,'0'0'250'0,"0"0"-196"15,0 0-40-15,0 0 101 16,0 0-17-16,0 0-51 15,0 0-30-15,4 0-12 16,25 0 8-16,9 0 26 16,5 0 1-16,8 0-17 15,-1 0-6-15,0 0-9 16,-5 0 2-16,-10 0-10 16,-7 0 0-16,-7 0-2 15,-7 0 3-15,-5 3-2 16,-1 1-9-16,-1 0-94 15,0-1-88-15,-4-3-104 16,1 0-244-16</inkml:trace>
  <inkml:trace contextRef="#ctx0" brushRef="#br0" timeOffset="-136028.22">10782 12907 1241 0,'0'0'0'16,"0"0"-92"-16,0 0 13 15,0 0 50-15,0 0-75 16,0 0-348-16</inkml:trace>
  <inkml:trace contextRef="#ctx0" brushRef="#br0" timeOffset="-135409.09">11042 12512 907 0,'0'0'96'0,"0"0"-83"0,0 0 1 15,0 0 14 1,0 0-24-16,0 0 1 0,0 29 2 16,-10 3 49-16,-3 3-41 15,-4 3-9-15,-3-5 1 16,0-3-7-16,-1-4 4 15,2-8 1-15,6-9-5 16,4-1 1-16,6-8 3 16,3 0 5-16,0 0 10 15,0 0-16-15,6-8-4 16,8 5 2-16,1 3-2 16,3 0 1-16,4 0-2 15,5 0 2-15,3 0-1 16,0 3-2-16,0-3-1 0,-5 0-3 15,-8 0-13-15,-7 0 18 16,-5-9-5-16,-5-4-21 16,0-1 18-16,0-6 7 15,0 7 3-15,-4-1 2 16,-2 7 2-16,2 4 21 16,3 3 31-16,1 0-32 15,-2 6-24-15,1 18 1 16,1 12 4-16,0 5 2 15,0 2-6-15,0 1 0 16,0 0 1-16,1-7-2 16,5-1 0-16,-2-3-65 15,-1-12-215-15,3-7-330 0</inkml:trace>
  <inkml:trace contextRef="#ctx0" brushRef="#br0" timeOffset="-135280.15">11360 12846 800 0,'0'0'0'16,"0"0"-421"-16</inkml:trace>
  <inkml:trace contextRef="#ctx0" brushRef="#br0" timeOffset="-134573.15">11693 12579 936 0,'0'0'42'0,"0"0"-40"16,0 0 14 0,0 0 84-16,0 0-29 15,0 0-43-15,13-11 4 16,-13 11 22-16,0 0-7 0,0 0 33 16,0-3 28-16,-12 3-50 15,-6 0-16-15,-2 0-29 16,-2-3-10-16,3-1 4 15,6 1-6-15,2 0 3 16,2 0-4-16,3 3 0 16,2-3 0-16,4 3 0 15,0-2 0-15,0 2 0 16,0 0-12-16,0 0 12 16,0 0-7-16,0 0-1 0,0 0 1 15,-2 5-2-15,-1 11 9 16,0 3-1-16,-1 5 5 15,0-1-4-15,2-2 0 16,-2-1 0-16,3-10-1 16,-1-2 2-16,2-5-1 15,0-3 0-15,0 0-4 16,0 0 4-16,2 0-8 16,13 0-6-16,7-4 13 15,1-3-4-15,2 4-5 16,-2 3-23-16,-1 0 4 15,0 10 27-15,-2 7-5 16,-5 3 5-16,-3 3-2 16,-6 1 6-16,-3-4-2 15,-3 4 0-15,0-8 1 16,-19 0-1-16,-3-2 19 16,-6-1 16-16,0-5-16 0,-1-2-11 15,6-3-3-15,2-3-5 16,4 0-17-16,4 0-109 15,6-6-53-15,7-8-99 16,0-3-237-16</inkml:trace>
  <inkml:trace contextRef="#ctx0" brushRef="#br0" timeOffset="-134242.36">12099 12468 1098 0,'0'0'63'16,"0"0"-60"-16,0 0 45 16,0 0 24-16,0 0 18 15,0 0-49-15,-38-9-36 16,22 34 9-16,0 12 17 15,-1 10 4-15,4 4-6 16,6 2-4-16,2-2-8 16,5-1-1-16,0-4-13 0,8-2 1 15,13-7-4-15,-1-4 1 16,1-2-2-16,3-8-134 16,-1-3-39-16,-1-11-144 15,-2-9-277-15</inkml:trace>
  <inkml:trace contextRef="#ctx0" brushRef="#br0" timeOffset="-133141.02">12221 12696 1003 0,'0'0'162'0,"0"0"-143"0,0 0-17 16,0 0 22-16,0 0 17 15,0 0-37-15,33-24 0 16,-14 41 3-16,-4 3-4 16,0 6 10-16,-2-2-4 15,-1 3-3-15,-3 0 7 16,-5-4-1-16,-1-5 5 16,0-1-6-16,-3-5-4 15,0-5 2-15,0-4 0 16,0-3-5-16,0 0 8 15,0 0 0-15,0 0 32 16,0-13 19-16,0-11-53 16,0-5-4-16,1-1-6 15,5 0 0-15,0 6-2 0,2 4 4 16,2 3-3-16,-2 4 1 16,2 6-8-16,-1 3 7 15,-2 4-3-15,1 0-6 16,0 17 8-16,1 7 2 15,-2 3 0-15,-1 1 0 16,-1 0 1-16,2-7 3 16,-1-5-3-16,1-3-2 15,-2-3 1-15,0-5 0 16,-1-3 1-16,-1-2 0 0,0 0 2 16,1 0 4-1,2-7-4-15,2-13 2 0,1-2-2 16,0 0-1-1,-5-2-2-15,2 5 0 0,-3 3 4 16,0 3-4-16,-2 3 0 16,5 3 0-16,-2 3 0 15,0 1 1-15,-1 3-2 16,4 0 1-16,0 0-16 16,1 20 12-16,4 3 4 15,1 4 0-15,-1-3 1 16,3-2 1-16,3-4-2 15,2-4 0-15,2-2 3 16,-4-7-4-16,0-5 1 16,-2 0 0-16,-1 0 4 0,-2-11-1 15,-1-3-1-15,-7-2 0 16,0-1 2-16,-5 1-1 16,0 3-2-16,0 5-1 15,0 2 1-15,0 6 1 16,0 0 0-16,0 0-2 15,0 0-7-15,0 0-3 16,0 3-5-16,0 10 15 16,5-2 0-16,2 1-1 15,0-4 1-15,-1-1 2 16,3 2 0-16,-2-6-2 16,-3 0 0-16,2-2-2 15,-3-1 2-15,-3 0 3 0,0 0 5 16,1 0-1-16,2 0-3 15,1-10 0-15,-2-3-3 16,-2-2 1-16,0-1-1 16,0-5 2-16,0-1-3 15,0-1 1-15,-13 2 3 16,-4 4 0-16,-1 4 15 16,4 6-5-16,1 3 11 15,-3 4-20-15,4 0 2 16,1 0-6-16,2 0-1 15,5 4-1-15,2 3-4 16,-2 3 2-16,4 4-14 16,0-1-19-16,0 7-24 15,16 0-36-15,5-4-18 0,8-2-81 16,3-6-156-16,1-3-96 16</inkml:trace>
  <inkml:trace contextRef="#ctx0" brushRef="#br0" timeOffset="-132726.15">13067 12776 696 0,'0'0'141'0,"0"0"-114"15,0 0 38-15,0 0 74 16,0 0-33-16,0 0-27 16,-10-23-2-16,0 23-23 15,-3 0-8-15,-1 0-11 0,1 3-10 16,1 11-3-16,5 2-18 15,4 4-4-15,3-4 4 16,0 2-1-16,3-4-1 16,16-5-1-16,6-6-1 15,5-3 4-15,2 0 7 16,-1-17-11-16,-3-5 10 16,-9-5-10-16,-5-6 9 15,-6-2-7-15,-6-4-1 16,-2 1 4-16,0-2-2 15,-7 0 0-15,-10 6 1 16,-1 5-2-16,1 9 5 16,5 9 20-16,8 8-9 15,1 3-9-15,0 0-9 0,-1 14-13 16,-5 8 9-16,4 8-7 16,5 5-87-16,0-6-61 15,0-1-41-15,18-12-215 16</inkml:trace>
  <inkml:trace contextRef="#ctx0" brushRef="#br0" timeOffset="-132392.12">13374 12555 956 0,'0'0'255'0,"0"0"-233"16,0 0-19-16,0 0 7 15,0 0 2-15,0 0 13 16,48 0 18-16,-24 4-30 16,1 5 1-16,2-6 0 15,0-1-4-15,-4-2-1 16,-6 0-5-16,-5 0 0 16,-5 0 18-16,-6 0 4 15,-1 0 6-15,0 0-5 16,0 6-11-16,0 7-10 15,0 10-2-15,0 7 5 16,0 4-6-16,-5 6-1 16,-7 0-4-16,-1-2 2 15,1-2-35-15,4-3-148 0,2-12-135 16,2-4-289 0</inkml:trace>
  <inkml:trace contextRef="#ctx0" brushRef="#br0" timeOffset="-132124.37">13709 12385 1160 0,'0'0'67'0,"0"0"-67"16,0 0 0-16,0 0 4 15,75 79 29-15,-43-29 0 16,-4 7 2-16,-6 3 7 16,-7 5-8-16,-8-5-2 15,-7 1-14-15,0-2-9 16,-27-2-6-16,-11-3-3 16,-17 2-6-16,-18-8-184 15,-12-8-365-15</inkml:trace>
  <inkml:trace contextRef="#ctx0" brushRef="#br1" timeOffset="-122952.12">16120 7232 518 0,'0'0'286'16,"0"0"-261"-16,0 0-12 16,0 0 102-16,0 0 29 15,0 0-43-15,0 0-41 16,-10-43-6-16,10 32-23 16,0 1 28-16,13 0-15 15,7 3-23-15,9 1-10 0,4 6-1 16,6 0-2-16,-3 12 13 15,-5 17-16-15,-8 3 3 16,-10 8-7-16,-10 6 1 16,-3 2 3-16,-13 10-1 15,-22 0-1-15,-14-1 0 16,-6-6-2-16,-2-16 3 16,6-12-1-16,9-12 0 15,10-11 0-15,12 0 7 16,12-13 11-16,8-9 19 15,1-7-21-15,30 0 3 16,12 0-10-16,11 4-3 16,5 3-6-16,5 8 4 0,1 6-3 15,-3 4-4 1,-4 4 2-16,-6 0-2 0,-6 4 0 16,-9 7 0-16,-9 0 0 15,-6-2-41-15,-7-2-34 16,-5-1-16-16,-3-5-63 15,-1 2-45-15,-1-3-84 16,-2 0-95-16</inkml:trace>
  <inkml:trace contextRef="#ctx0" brushRef="#br1" timeOffset="-122610.71">16652 7283 371 0,'0'0'653'16,"0"0"-615"-16,0 0-18 15,0 0 9-15,0 0 92 16,-27 115-51-16,31-68-44 16,20-3-12-16,3-4 0 15,6-10-11-15,3-11 11 16,-3-7-9-16,0-12-5 16,-2 0 7-16,-6-14-2 15,-7-10 2-15,-6-12 8 16,-8-4 32-16,-4 0 0 15,-6-3-17-15,-18 2-18 16,-9 7 10-16,-4 5-13 0,2 10-4 16,5 9-4-1,3 10 3-15,7 0-8 0,7 10-3 16,7 14-35-16,6 3-89 16,11 4-35-16,19-1-103 15,8-4-161-15</inkml:trace>
  <inkml:trace contextRef="#ctx0" brushRef="#br1" timeOffset="-122212">17185 7251 834 0,'0'0'209'0,"0"0"-161"0,0 0-9 15,0 0 34 1,0 0-30-16,0 0-27 0,69-8 21 16,-28 9-21-16,1 2-15 15,-4 1-1-15,-3-2-5 16,-4 0-78-16,-10-2-116 15,-9 0-160-15</inkml:trace>
  <inkml:trace contextRef="#ctx0" brushRef="#br1" timeOffset="-122039.6">17230 7376 1327 0,'0'0'5'0,"0"0"12"15,0 0-17-15,125 0 13 16,-68 2-13-16,-4 6-10 16,-7-1-140-16,-16-1-187 15,-16-3-164-15</inkml:trace>
  <inkml:trace contextRef="#ctx0" brushRef="#br1" timeOffset="-121891.78">17329 7525 1194 0,'0'0'28'0,"0"0"-19"16,0 0-9-1,130-4 6-15,-69 4-6 0,5 0-112 16,-3-5-175-16,-7-3-168 16</inkml:trace>
  <inkml:trace contextRef="#ctx0" brushRef="#br1" timeOffset="-121708.3">17919 7320 1192 0,'0'0'45'0,"0"0"-40"16,0 0-5-1,119-6 9-15,-61 6-9 0,4 0-11 16,-4 0-161-16,-9 0-105 15,-11-5-196-15</inkml:trace>
  <inkml:trace contextRef="#ctx0" brushRef="#br1" timeOffset="-121513.67">18311 7142 1100 0,'0'0'54'15,"0"0"-25"-15,0 0-29 16,6 85 78-16,12-41-47 16,-1 2-23-16,-2 0-7 0,-1-2-1 15,-7-4-5-15,0-5-108 16,-5-12-153-16,-2-10-228 16</inkml:trace>
  <inkml:trace contextRef="#ctx0" brushRef="#br1" timeOffset="-121205.72">18669 7007 1165 0,'0'0'91'0,"0"0"-91"16,0 0 4-16,0 0 26 16,0 0 37-16,-80 109-28 15,79-52-16-15,1-1 28 16,0 2-17-16,3-2-17 16,12-1-11-16,3-4-4 15,2-6-4-15,0-7-23 16,1-5-112-16,-5-9-23 15,1-9-170-15,-4-11-185 16</inkml:trace>
  <inkml:trace contextRef="#ctx0" brushRef="#br1" timeOffset="-120044.64">18771 7220 1138 0,'0'0'77'15,"0"0"-62"-15,0 0-4 16,0 0 12-16,0 0 35 16,86 71-39-16,-63-32-18 15,-4 2 6-15,-8-1-4 16,-1-2-1-16,-5-6 2 16,0-8-2-16,-5-8 0 15,0-7-2-15,0-7 1 0,0-2-1 16,0 0 15-16,0 0 8 15,0-21 16-15,0-12-38 16,0-11-1-16,5-3 0 16,4 1 0-16,2 9-2 15,1 4 2-15,1 13-1 16,-1 11-1-16,2 7 0 16,-1 2-5-16,0 11 3 15,1 17 4-15,-2 7 14 16,-1 5-5-16,1-2-7 15,-2-3 1-15,2-6-1 16,-2-6 6-16,-2-10-6 16,-2-6-1-16,-4-4 0 0,-1-3 1 15,3 0 3-15,1-4 14 16,2-18-11-16,-1-9-5 16,1-6-1-16,0-5 0 15,-2 0-2-15,-2 3 0 16,2 10 0-16,-3 9 1 15,1 11 1-15,-1 7 3 16,1 2 6-16,4 2-11 16,1 22 0-16,6 7 4 15,-1 7 6-15,2-3-5 16,2 1-3-16,1-10-2 16,4-5 2-16,-2-5-2 0,0-10-2 15,0-6-16 1,2 0-4-16,0-19 0 0,-2-2 5 15,-3-4 10-15,-6-3 3 16,-3 4 2-16,-4 1 2 16,-1 7 2-16,-3 4-2 15,2 9 0-15,-2 3-2 16,1 0-16-16,5 16 2 16,2 0 16-16,2-1 6 15,3-3-5-15,2-5 1 16,5-4 1-16,1-3-2 15,-3 0 6-15,-3-4-3 16,-5-8-2-16,-5 1 3 16,-5-2 15-16,0 0 18 15,0-4-3-15,-17-1-21 0,-4-1 1 16,-1 4 6-16,2 6-9 16,3 4-3-16,5 5-9 15,0 0-1-15,4 5-4 16,3 11-11-16,5-1-57 15,0 0-30-15,19-5-13 16,9-2-28-16,4-5-47 16,3-3 23-16,-3 0-14 15,-2 0 160-15,-5 3 22 16,-2 5 20-16,-4 1 47 16,-1 4 36-16,-1-1-26 15,-4-1-13-15,2-3-17 0,0-6 7 16,2-2 11-16,1 0 5 15,-1-5 2-15,-5-7-5 16,-6-1 12-16,-4 0 7 16,-2 0-7-16,0-6-46 15,-15 1-3-15,-7-3-12 16,-3-3-1-16,-3 1-6 16,3-2-3-16,3 7-2 15,7 2-2-15,7 7-2 16,6 7-3-16,2 2 1 15,0 0-42-15,0 0-65 16,7 0-34-16,13 6 33 16,5-1-87-16,3-5-126 0,2 0-65 15</inkml:trace>
  <inkml:trace contextRef="#ctx0" brushRef="#br1" timeOffset="-119746.15">20000 7094 990 0,'0'0'243'16,"0"0"-231"-16,0 0 38 16,0 0 35-16,0 0-29 15,0 0-31-15,63-5 8 16,-27 5-11-16,-1-3-6 16,-2-1-6-16,-8 1-4 0,-3 3-2 15,-7 0 10 1,-1 0 7-16,-1 0-14 0,-3 7 2 15,-2 9-3-15,-1 5-2 16,-2 5 10-16,-5 5-14 16,0 2 6-16,0 0 0 15,0 1-5-15,-7-2-1 16,-1 1-48-16,1-3-73 16,-1-6-85-16,-2-11-334 15</inkml:trace>
  <inkml:trace contextRef="#ctx0" brushRef="#br1" timeOffset="-119498.48">20455 6939 1264 0,'0'0'105'16,"0"0"-97"-16,0 0-8 15,0 0 59-15,100 77 2 16,-68-24-18-16,-7 2-7 16,-7 4-5-16,-12-2-14 15,-6 1 5-15,-4 2-10 16,-22 1-11-16,-13-1-1 0,-15-3-121 16,-12-8-193-1,-17-10-615-15</inkml:trace>
  <inkml:trace contextRef="#ctx0" brushRef="#br1" timeOffset="-111796.37">10164 12615 355 0,'0'0'342'0,"0"0"-321"0,0 0-14 16,0 0 33-1,0 0 88-15,0 0-7 0,0 0-21 16,-4-3-6-16,4 3-15 16,0 0-3-16,0 0-14 15,0 0-17-15,0 0-9 16,0 0-7-16,3-4-10 16,12 4-8-16,5-2-6 15,1 2 1-15,5-3-5 16,-1 3-1-16,0-2 0 15,2 2-69-15,-4 0-44 16,0 0-28-16,-3 0-93 16,-6 0-70-16,-4-6-62 15</inkml:trace>
  <inkml:trace contextRef="#ctx0" brushRef="#br1" timeOffset="-111540.7">10461 12451 38 0,'0'0'657'15,"0"0"-613"-15,0 0-29 16,0 0 43-16,0 0 18 16,0 0-38-16,0 13 66 0,0 7-39 15,0 4-27-15,0 6 7 16,0 3-10-16,0 4-18 15,1 0-12-15,-1-3-4 16,0 0-2-16,0-1-8 16,2-6-165-16,1-11-151 15,-1-5-392-15</inkml:trace>
  <inkml:trace contextRef="#ctx0" brushRef="#br1" timeOffset="-111213.29">10627 12314 1013 0,'0'0'44'15,"0"0"-30"-15,0 0-14 16,0 0 89-16,0 0-21 16,64 110-17-16,-45-66-11 15,-6 2-17-15,-8 2-6 16,-5 2-9-16,0-4-3 16,-7 2-4-16,-16-5 1 15,-7-6-2-15,-8 4-54 0,-4-8-68 16,-4-3-117-16,-1-6-142 15</inkml:trace>
  <inkml:trace contextRef="#ctx0" brushRef="#br1" timeOffset="-110802.12">10099 12189 977 0,'0'0'160'0,"0"0"-154"16,0 0 0-16,0 0 1 0,0 0 50 15,-77 129-15-15,73-66-20 16,4 10 3-16,0 9-15 15,18 4-5-15,15 1-5 16,13-3-25-16,3-11-152 16,5-13-266-16</inkml:trace>
  <inkml:trace contextRef="#ctx0" brushRef="#br1" timeOffset="-108569.42">15852 8701 882 0,'0'0'183'16,"0"0"-168"-16,0 0-11 15,0 0 56-15,0 0 37 16,0 0-32-16,23-16-23 16,22 19 43-16,18 3-41 0,7-2-28 15,5-1-10-15,2-3-6 16,-3 0 0-16,-8 0-81 15,-9 0-70-15,-11 0-153 16,-17 0-145-16</inkml:trace>
  <inkml:trace contextRef="#ctx0" brushRef="#br1" timeOffset="-108014.83">16451 8532 1016 0,'0'0'190'15,"0"0"-172"-15,0 0-17 16,0 0 4-16,91-44 34 16,-45 44 36-16,2 15-44 15,-6 11-20-15,-12 7-4 0,-11 6-7 16,-19 7 1-16,0 2 1 16,-27 4 0-16,-13 1 9 15,-7-2-5-15,-2-7-4 16,6-4-2-16,9-15 1 15,11-10 0-15,13-8 3 16,7-7 2-16,3 0 5 16,3-2 1-16,19-16-12 15,10-3-15-15,6 0 13 16,6 0-22-16,1 0 2 16,0 0 3-16,-2 2 10 15,-6 3 6-15,-7 5 3 0,-8 8 0 16,-7 3 0-16,-2 0 0 15,-3 3 0-15,2 8 6 16,0-2 4-16,1-2 2 16,4-3-3-16,1-4 11 15,3 0 10-15,2-10-4 16,-5-9 6-16,-4-2-8 16,-11-3 17-16,-3-2 3 15,-9-1-13-15,-21 0-13 16,-8 3-4-16,-5 7-13 15,4 2 4-15,5 9-4 16,10 6 1-16,5 0-2 16,7 15-14-16,9 11-25 0,3 5-89 15,13 4-36-15,19-6-119 16,9-8-224-16</inkml:trace>
  <inkml:trace contextRef="#ctx0" brushRef="#br1" timeOffset="-107821.33">17307 8586 1221 0,'0'0'158'16,"0"0"-158"-16,0 0 6 0,113-36 8 15,-51 31 43-15,0 5-45 16,-6 0-12-16,-11 0-33 15,-12 5-101-15,-15 0-108 16,-14-1-270-16</inkml:trace>
  <inkml:trace contextRef="#ctx0" brushRef="#br1" timeOffset="-107661.49">17347 8793 1209 0,'0'0'258'15,"0"0"-258"-15,0 0-14 16,128-16 14-16,-67 14 9 16,-1 2-9-16,-3 0-101 15,-10 0-145-15,-14 0-302 0</inkml:trace>
  <inkml:trace contextRef="#ctx0" brushRef="#br1" timeOffset="-107496.62">17494 8895 1425 0,'0'0'30'0,"0"0"-21"15,0 0-9-15,132-4 6 16,-67 4-6-16,6 0-53 16,-3 0-104-16,-6-3-157 15,-12-5-218-15</inkml:trace>
  <inkml:trace contextRef="#ctx0" brushRef="#br1" timeOffset="-106982.12">18243 8641 1239 0,'0'0'80'0,"0"0"-72"16,0 0 6-16,25-79 66 16,-10 51-15-16,-1 3-27 0,-4-1 3 15,-4 1 17 1,-4 2-24-16,0 5 1 0,-2 8-12 16,0 4 1-16,0 3-7 15,0 3-8-15,0 0-6 16,0 0-3-16,0 10-12 15,0 17 12-15,0 13 1 16,0 3 1-16,1 5-2 16,10 0 0-16,-1 1-1 15,-3-6-1-15,0-4 3 16,-7-9-3-16,0-5-11 16,-4-6-11-16,-18-6 10 15,-5-2 7-15,-5-5 7 16,-1-4 4-16,1-2 1 0,10 0-3 15,9 0 5-15,9 0-2 16,4 0 19-16,9-2-8 16,21-6-12-16,12-2-4 15,6 1-1-15,5 1 0 16,3 1-26-16,2 0-34 16,1 0-54-16,-4-2-65 15,-5-2-88-15,-7-7-312 16</inkml:trace>
  <inkml:trace contextRef="#ctx0" brushRef="#br1" timeOffset="-106741.28">18935 8281 1185 0,'0'0'110'0,"0"0"-100"16,0 0 31-16,0 0 28 15,0 0 4-15,-77 88-12 16,66-27-11-16,4 8-10 16,7 4 1-16,0-1-31 15,0-6-3-15,17-5-7 16,4-13-1-16,3-8-22 16,-1-10-89-16,3-7-95 15,-2-12-86-15,0-11-262 0</inkml:trace>
  <inkml:trace contextRef="#ctx0" brushRef="#br1" timeOffset="-105665.1">19089 8548 724 0,'0'0'515'16,"0"0"-491"-16,0 0-12 15,0 0 12-15,0 0-12 16,0 0-3-16,17 26 20 15,-2 1-16-15,-3 0-10 16,-4 0 8-16,0-3 6 16,-3-5-15-16,-3 0 3 0,-2-4-4 15,0-3 1-15,0-3 1 16,0-5 0-16,0-2-2 16,0-2 3-16,0 0 2 15,0 0 12-15,0-11 5 16,0-12-13-16,2-11-5 15,5-2-5-15,-1 0 0 16,4 4 0-16,3 7-1 16,3 7 1-16,-3 6 0 15,0 4-4-15,-3 7 2 16,0 1-2-16,-3 1-3 16,-1 20 7-16,0 9 16 0,-5 5-2 15,2 2-6-15,1-7 7 16,2 1-9-16,3-7-4 15,1-6 2-15,0-4-1 16,0-5-2-16,0-5 1 16,-1-4 0-16,-1 0 1 15,6-4 3-15,0-14-1 16,1-7-5-16,1-8 0 16,-6-3-5-16,-4-2 5 15,1 2 1-15,-4 10 0 16,1 9 1-16,-3 11 0 15,-1 6 16-15,0 0-18 16,2 1-2-16,3 21-7 16,0 4 9-16,3 7 10 15,3-3-10-15,2-4 2 0,1-5-1 16,5-8-1-16,0-4-3 16,0-7-4-16,5-2-4 15,-1-4-8-15,-1-16-1 16,-3-3-2-16,-5-1 22 15,-3-1-1-15,-4 3 3 16,-3 0 2-16,-2 6-2 16,-1 6 0-16,-1 8 1 15,0 2-2-15,0 0-1 16,0 6-16-16,0 12 4 16,0 3 12-16,4-2 1 15,1-3-1-15,2-1 0 0,1-8 0 16,4-2-1-16,6-5-23 15,4 0-9-15,1-5-7 16,-1-9-5-16,-2-1 12 16,-6-3 24-16,-3 4 8 15,-3-1 1-15,-1 6 0 16,0 1 0-16,3 3 0 16,0 3-3-16,0 2 0 15,0 0 2-15,0 0-1 16,2 2 2-16,0 7 2 0,-1-1-1 15,1-3 3 1,-4 1 1-16,-3-5 11 0,-2-1 14 16,-3 0 26-16,0 0 38 15,0-9 7-15,-3-11-37 16,-10-4-51-16,-7-2 24 16,-5 4-12-16,-2 0-11 15,2 6-4-15,5 4-5 16,7 6-5-16,7 3-1 15,6 3-2-15,0 0-63 16,13 4-119-16,19 8 56 16,9-7-113-16,2-3-211 15</inkml:trace>
  <inkml:trace contextRef="#ctx0" brushRef="#br1" timeOffset="-105365.65">20105 8426 585 0,'0'0'364'0,"0"0"-245"0,0 0 16 16,0 0-23-16,0 0-41 15,0 0-48-15,0-12-23 16,6 12-1-16,2 2 1 16,7 7 14-16,5-2 5 15,5-1-4-15,2-1 1 16,0-5-7-16,-4 0 5 16,-3 0 1-16,-5 0-2 15,-3-4 6-15,-6 2 21 16,-2-1-3-16,-1 1 2 15,-3 2-4-15,0 0-17 0,0 0-18 16,0 17-16 0,0 17 16-16,0 13 5 0,0 8 0 15,0-1-5-15,0-5 0 16,0-5-40-16,0-6-97 16,0-11-105-16,0-11-264 15</inkml:trace>
  <inkml:trace contextRef="#ctx0" brushRef="#br1" timeOffset="-105131.2">20433 8237 1227 0,'0'0'69'0,"0"0"-66"16,0 0-3-16,114 45 60 15,-71 0 32-15,-1 13-24 16,-9 7-25-16,-13 11-16 16,-18 4-4-16,-2 4-10 15,-35-3-10-15,-18-1-3 16,-21 2-73-16,-25-4-139 16,-21-5-283-16</inkml:trace>
  <inkml:trace contextRef="#ctx0" brushRef="#br1" timeOffset="-83869.26">16808 8291 660 0,'0'0'179'0,"0"0"-179"15,0 0 0-15,0 0 6 16,0 0 18-16,-65-81 25 16,49 70 2-16,-3 1-8 15,1-3-14-15,-1 3 11 16,-9 2-4-16,-5-2-24 16,-7 3 4-16,-9 1 1 15,1 3 8-15,-4 1-15 16,0 2 3-16,-2 0 9 15,1 0-3-15,1 0-10 16,2 0 6-16,3 6 0 0,3 3-5 16,6 2 9-16,0 0-7 15,0 6-8 1,0 6 2-16,2 2-6 0,-3 5 0 16,3 8 6-16,0 5-6 15,4 6 3-15,6 8-2 16,6 12 4-16,5 9-2 15,8 10 3-15,7 1 7 16,0 0-4-16,7 0-7 16,18-1 1-16,7-3 0 15,9-9-3-15,10-7 7 16,7-11-7-16,7-8 5 16,10-8-3-16,6-6-1 0,6-7 4 15,4-8-3 1,2-10 0-16,-2-11 0 0,2 0 0 15,0-11 2-15,-1-12-2 16,-4-7-1-16,-7-3-1 16,-11-1-1-16,-10-3 1 15,-9 1 0-15,-13-3 3 16,-11-9-3-16,-11-8 3 16,-7-15-3-16,-8-11 3 15,-1-13-2-15,-10-13 0 16,-18-7 4-16,-11 2-5 15,-4 3 4-15,-7 13 3 16,-2 19 10-16,3 12 6 16,3 16-4-16,6 13-16 15,9 10-3-15,11 11-1 0,12 10-14 16,5 6-76-16,3 26-86 16,0 24-100-16,0 19 125 15,5 12-186-15</inkml:trace>
  <inkml:trace contextRef="#ctx0" brushRef="#br1" timeOffset="-83153.46">15998 9449 1017 0,'0'0'97'0,"0"0"-49"15,0 0-40-15,0 0 20 16,0 0 62-16,0 0-8 16,-14-13-42-16,57 20 27 15,20 5 13-15,12-2-37 16,12-2-17-16,8-5-11 16,9-3 2-16,5 0-4 15,-2-6 5-15,-11-3-14 16,-16 3-3-16,-24 3-1 15,-26 2 0-15,-16 1-1 16,-13 0 0-16,-1 0-12 16,0 0-28-16,0 0-58 15,-8 0-83-15,-4 0-6 0,5 3-223 16</inkml:trace>
  <inkml:trace contextRef="#ctx0" brushRef="#br1" timeOffset="-82453.53">19470 9144 1030 0,'0'0'122'0,"0"0"-114"15,0 0 0-15,0 0 56 16,0 0 23-16,0 0-43 16,0 0-21-16,109-12 5 15,-21 7 18-15,19 0-31 16,12-2-2-16,5 2-8 16,-5 1-2-16,-12 2 0 15,-22 2-3-15,-27 0-1 16,-24 0-10-16,-32 0-126 15,-12 3-132-15,-49 3-128 0</inkml:trace>
  <inkml:trace contextRef="#ctx0" brushRef="#br1" timeOffset="-81769.5">19338 9249 926 0,'0'0'188'0,"0"0"-180"0,0 0 4 16,0 0 16-16,0 0 53 15,0 0-38-15,0 0-29 16,-8 4-9-16,-12 10 1 16,-11 6 17-16,-11 5 13 15,-7 2-13-15,-10 0-13 16,-12-1 21-16,-12-2 7 16,-9-2-18-16,-1-3-1 0,6-12 8 15,6-7 18 1,13 0 9-16,11-20-8 0,9-14-1 15,6-11-16-15,7-13-16 16,9-12-9-16,12-10 0 16,7-4-8-16,5 6-11 15,2 16-26-15,0 24-53 16,-5 18-173-16,-12 18-511 16</inkml:trace>
  <inkml:trace contextRef="#ctx0" brushRef="#br1" timeOffset="-79622.24">16090 5342 544 0,'0'0'150'0,"0"0"-115"0,0 0 90 16,0 0 41-16,0 0-58 15,0 0-74-15,0 0-10 16,3 0 10-16,14 0 4 16,10 0 10-16,6 0-29 15,5 0-11-15,1 0-5 16,-1 0-3-16,-1 0-1 16,-5 0-15-16,-2 0-216 15,-6-5-244-15</inkml:trace>
  <inkml:trace contextRef="#ctx0" brushRef="#br1" timeOffset="-79387.97">16529 5088 1105 0,'0'0'16'0,"0"0"-16"15,0 0-1-15,0 0 1 16,12 114 17-16,-2-63-2 16,2-2-14-16,-2-2 3 0,-2-2-4 15,-1-3-1 1,-4-2-124-16,-1-11-103 0,-2-7-162 16</inkml:trace>
  <inkml:trace contextRef="#ctx0" brushRef="#br1" timeOffset="-78834.69">16519 4837 721 0,'0'0'104'16,"0"0"-103"-16,-108-45 6 15,70 32 40-15,-1 1 46 16,0 4-62-16,1 3 6 16,-1 5 16-16,1 0-9 15,-2 7-13-15,3 13-7 16,2 5 15-16,3 10-13 15,4 11-10-15,3 16 1 16,4 16-6-16,8 13 1 16,5 6-9-16,8 4 10 15,0 1-4-15,17 0-5 16,18-6 3-16,10-11 0 16,10-12-6-16,5-17-1 0,7-12 1 15,3-12 1 1,3-13 5-16,-2-13-7 0,3-6-5 15,2-15-17-15,0-22-24 16,-6-13 35-16,-13-9 10 16,-15-10 2-16,-14-5 2 15,-14-10-2-15,-14-4 2 16,0-4 0-16,-22-3-2 16,-15-2 2-16,-15 8-3 15,-10 10-15-15,-7 19-35 16,0 22-37-16,0 23-37 15,-1 15-53-15,3 21-175 0</inkml:trace>
  <inkml:trace contextRef="#ctx0" brushRef="#br1" timeOffset="-74388.61">9160 4246 744 0,'0'0'167'0,"0"0"-150"16,0 0 30-16,0 0 68 15,0 0-17-15,0 0-57 16,0 0-26-16,-14-30 0 16,28 30-10-16,9 0 20 15,8 0 6-15,5 0-10 16,3 6-11-16,0-1-6 15,-1 1 1-15,-4-1-4 16,-5 0 0-16,-7-1 2 16,-6-1-2-16,-7-2 2 15,-2 1-2-15,-6-2 2 0,-1 2 6 16,0-1 27 0,0 0 8-16,0 1 3 0,0 4-25 15,0 9-22-15,0 14 0 16,0 11 0-16,0 11 16 15,0 3-10-15,0 1-5 16,0-4 0-16,0-3 0 16,0-4-1-16,0-3 0 15,0-7-129-15,0-9-11 16,0-10-94-16,3-15-183 16</inkml:trace>
  <inkml:trace contextRef="#ctx0" brushRef="#br1" timeOffset="-74038.79">9723 4371 936 0,'0'0'245'0,"0"0"-245"16,0 0 0-16,0 0 2 15,-10 76 27-15,10-38-6 16,0-2-8-16,9-5-4 15,8-5-9-15,-1-10 1 16,-1-7 1-16,0-9 5 16,2 0 3-16,1-5 16 15,1-17 10-15,-1-7 4 16,-5-6 6-16,-6-3 15 0,-7-2-23 16,0 6 5-16,-18 3-2 15,-8 2-40-15,0 7-1 16,3 8-2-16,1 7-7 15,2 7 5-15,5 0-19 16,5 4-64-16,4 16-69 16,6 2-32-16,0-1-110 15,16-3-198-15</inkml:trace>
  <inkml:trace contextRef="#ctx0" brushRef="#br1" timeOffset="-73785.19">10031 4408 853 0,'0'0'240'0,"0"0"-218"16,0 0-19-16,0 0 25 15,113-20 39-15,-66 19-37 16,9-1-14-16,4-2-6 15,1-1-4-15,0-2-4 16,-8 1-2-16,-9-1-5 16,-11 3-71-16,-11 3-74 15,-11-3-85-15,-9 2-166 0</inkml:trace>
  <inkml:trace contextRef="#ctx0" brushRef="#br1" timeOffset="-73553.27">10392 4155 912 0,'0'0'260'0,"0"0"-260"16,0 0 9-16,0 0-9 15,0 0 53-15,-8 76-19 16,8-33-21-16,1 1-8 15,1 2-2-15,-1-3-3 16,5-3-21-16,2-5-173 0,2-8-101 16,1-8-165-16</inkml:trace>
  <inkml:trace contextRef="#ctx0" brushRef="#br1" timeOffset="-73088.66">10721 4293 1115 0,'0'0'88'0,"0"0"-75"15,0 0 67-15,0 0-33 16,0 0-40-16,92-26-2 15,-54 26-5-15,0 8 7 16,-5 9-2-16,-10 6-4 16,-6 0-1-16,-12 3-4 15,-5 1 4-15,-3 3 13 16,-24 2-3-16,-13 1 3 16,-9-1 9-16,-1-5-9 15,3-7 7-15,13-9 6 16,13-6 8-16,11-5 5 15,10 0-7-15,0 0 20 16,0 0-35-16,20-5-15 16,8-6 2-16,11 2 5 0,5-2-9 15,-1 6 0-15,0 2-7 16,-1 3 7-16,-1 0-2 16,-5 0-83-16,-4 2-56 15,-3 6-3-15,-5-1-117 16,0-3-87-16,-7-2-153 15</inkml:trace>
  <inkml:trace contextRef="#ctx0" brushRef="#br1" timeOffset="-72586.51">11252 4494 669 0,'0'0'227'0,"0"0"-215"16,0 0 52-16,0 0 58 15,0 0-71-15,28-83-10 16,-20 65 14-16,-1-2-4 15,-5 1-5-15,-2-2 1 16,0-1 1-16,-2 3-17 16,-10 1-5-16,-2 4-1 15,1 4-12-15,-1 6-4 16,-3 4-1-16,-1 0-6 16,-1 0-3-16,0 10 1 15,1 5 0-15,5 0-2 16,3 0 1-16,5-3 1 0,5 2-3 15,0-1 0 1,0 1 2-16,0-1 1 16,15 1 0-16,5-1 0 0,5 0 0 15,3 1 5-15,3 3-5 16,-5 3-11-16,1 0-4 16,-8 5-5-16,-3 0 6 15,-7-1 10-15,-9-2-7 16,0-2 10-16,-4-3 1 15,-13-5 3-15,-1-3 19 16,-4-5 19-16,-1-2-4 16,1-2 0-16,2 0-9 15,1-3 2-15,5-10-9 16,2-7-6-16,5-1-15 16,5 0-3-16,2 2 0 0,0 2 1 15,14 2-33-15,9 1-43 16,10 4-82-16,7 0-67 15,8 0-349-15</inkml:trace>
  <inkml:trace contextRef="#ctx0" brushRef="#br1" timeOffset="-72338.93">11679 4456 1279 0,'0'0'70'0,"0"0"-60"0,0 0-10 15,0 0 10-15,0 0 0 16,123-14 5-16,-75 13-11 16,0 0-4-16,-4 1 3 15,-8 0-6-15,-4 0-78 16,-2 0-122-16,-2-2-138 15,-4-5-229-15</inkml:trace>
  <inkml:trace contextRef="#ctx0" brushRef="#br1" timeOffset="-71738.98">12350 4315 617 0,'0'0'443'16,"0"0"-443"-16,0 0-3 16,0 0 3-16,0 0 30 15,0 0 4-15,-12 36 21 16,2-33 26-16,-2-2-3 16,-1-1-21-16,-2 0 3 15,2 0-14-15,3 0-16 16,-1-8-8-16,6-5-4 15,3-3-15-15,2 2-2 16,0-1 2-16,0 0-5 0,2 3 2 16,12 1-1-16,1 7-3 15,2 4 2-15,1 0-3 16,0 12 2-16,-2 13-5 16,-2 9 7-16,-5 6-1 15,-6 4 2-15,-3 1-3 16,-1 0 1-16,-21-1 1 15,-4-7 0-15,-2-8 1 16,-3-8 0-16,-1-8 9 16,3-6-5-16,4-7-1 15,5 0 4-15,4 0 4 16,0-17 1-16,5-9-10 0,8-4-2 16,3-6-1-16,0 1 1 15,1 5-2-15,11 10-1 16,1 5 3-16,2 10 0 15,0 5-11-15,4 0 5 16,1 5 5-16,3 14 1 16,0 3 3-16,2 1-3 15,-1 0 1-15,3-4-1 16,-3-3 1-16,2-2-3 16,-3-3-123-16,-2-4-50 15,-1-4-70-15,-2-3-128 16</inkml:trace>
  <inkml:trace contextRef="#ctx0" brushRef="#br1" timeOffset="-71456.02">12524 4492 610 0,'0'0'461'0,"0"0"-461"16,0 0 0-16,0 0 14 16,0 0 20-16,30 88-14 15,-7-77 2-15,7-3-8 16,1-8-2-16,0 0 5 15,-3-3 10-15,-2-15 15 16,-8-4 44-16,-4-3 33 16,-8 0-12-16,-6-3-41 15,0 0-10-15,-16-1-29 16,-12 5-8-16,0 6-19 16,0 8 0-16,1 10 0 0,2 0-11 15,2 18-27-15,-1 15-72 16,6 5-117-16,6-1-84 15,0-1-369-15</inkml:trace>
  <inkml:trace contextRef="#ctx0" brushRef="#br1" timeOffset="-67673.3">21642 4335 910 0,'0'0'230'0,"0"0"-219"15,0 0 3-15,0 0 51 0,0 0-10 16,0 0-52-16,0 0 1 16,27-1 17-16,5 1 6 15,6 0-4-15,2 0-2 16,3 0-8-16,-1 0-5 16,-3 1-1-16,-4 1-6 15,-9-1 3-15,-7 1-1 16,-7-2 0-16,-7 0-2 15,-5 0 5-15,0 2 49 16,0-2 12-16,0 1-30 16,0 1-7-16,0 2-15 15,0 10-15-15,0 13 3 16,0 10-3-16,0 11 13 16,0 7-1-16,0-1-12 0,0 0 6 15,0-4-4-15,0-5-2 16,0-4 0-16,0-7-3 15,-2-5 1-15,-3-7-58 16,-2-4-74-16,7-8-30 16,0-10-158-16,0 0-316 15</inkml:trace>
  <inkml:trace contextRef="#ctx0" brushRef="#br1" timeOffset="-67036.12">22353 4539 1064 0,'0'0'73'0,"0"0"-68"16,0 0 15-16,0 0 16 15,0 0-14-15,0 0-3 16,48-67-1-16,-47 51 52 15,-1 0 14-15,0-4-9 16,-4 0-19-16,-12 1-27 16,2 1-4-16,-1 2-6 15,-1 3-11-15,2 4 2 16,0 5 2-16,-1 1-10 0,0 3-4 16,0 0 1-16,0 0-3 15,3 6 3-15,4 4-2 16,1 3 3-16,2 0-5 15,5 0-1-15,0 2 6 16,0 2-1-16,0 3 1 16,10-1 0-16,10 2 0 15,5 0-1-15,4 0 1 16,3 0-2-16,4 0 2 16,-1 2 1-16,1-4 0 15,-7 1-1-15,-7-3-1 16,-8-2-1-16,-9 0 2 15,-5-1-7-15,0 0 5 16,-9 1 0-16,-16 0 1 0,-5-1 2 16,-7-3 10-16,0-4 14 15,1-5 6-15,2-2-5 16,3 0 4-16,7-2-2 16,6-12-2-16,8-2-3 15,7-2-17-15,3-1 1 16,0 1-5-16,0 4-2 15,16-1 0-15,9-2-6 16,10 3-25-16,7-1-23 16,6 1-43-16,6 3-88 15,-4 0-141-15,-5 0-422 0</inkml:trace>
  <inkml:trace contextRef="#ctx0" brushRef="#br1" timeOffset="-66817">22608 4547 1071 0,'0'0'248'0,"0"0"-248"16,0 0-17-16,0 0 17 16,85 0 10-16,-30 0-9 15,11 0 3-15,1 0-4 16,0 0 2-16,-7 0-4 15,-12 0 1-15,-13-4-187 16,-11 1-88-16,-14-3-187 0</inkml:trace>
  <inkml:trace contextRef="#ctx0" brushRef="#br1" timeOffset="-66616.4">22874 4407 1190 0,'0'0'56'16,"0"0"-56"-16,0 0 0 16,0 0 2-16,0 0 18 15,13 109-3-15,-1-69-12 16,0 2-1-16,-2-4-4 0,0-2 0 16,-2-4-41-16,1-6-182 15,-1-10-225-15</inkml:trace>
  <inkml:trace contextRef="#ctx0" brushRef="#br1" timeOffset="-66346.82">23230 4231 1217 0,'0'0'93'0,"0"0"-93"16,0 0-6 0,0 0 6-16,-5 127 16 0,10-65-8 15,5 1 3-15,-1-5-7 16,1-1 0-16,-3-8 0 16,-1-6-4-16,1-5 0 15,-2-7-52-15,-4-9-95 16,-1-7-151-16,0-12-236 15</inkml:trace>
  <inkml:trace contextRef="#ctx0" brushRef="#br1" timeOffset="-65806.77">23493 4267 992 0,'0'0'301'0,"0"0"-301"16,0 0-9-16,0 0 9 15,-12 96 7-15,5-63-6 16,-3 2 2-16,-1-5-3 16,-8-6 4-16,3-5-4 15,-4-5 0-15,4-7-1 16,7-4 1-16,5-3 6 15,4 0 17-15,0 0 3 16,0-6-17-16,5 0-1 0,7 2 0 16,4 1-8-16,4 3-4 15,6 0-3-15,3 0 7 16,7 4 0-16,1 5-2 16,-4 0 2-16,-6-4 0 15,-11-2 0-15,-7-3-24 16,-5 0 10-16,-4 0 14 15,0-12 2-15,0-4-2 16,-6-6 0-16,-5-1 0 16,-1-1 8-16,3 3 5 15,3 7 11-15,4 6 16 16,0 6-2-16,2 2-19 0,0 0-19 16,0 20-22-1,0 10 22-15,0 10 0 0,7 5 0 16,1 1 3-16,2-5-3 15,2-1-1-15,-1-6 0 16,0-2-121-16,-4-7-95 16,-3-12-248-16</inkml:trace>
  <inkml:trace contextRef="#ctx0" brushRef="#br1" timeOffset="-65473.83">23788 4482 939 0,'0'0'305'0,"0"0"-305"0,0 0 0 15,-31 79 0-15,31-53 3 16,5-2-3-16,17-7 6 16,6-9-5-16,6-5 13 15,-2-3-4-15,-3-3 0 16,-2-15 0-16,-7-6 24 15,-5-1 20-15,-8-5-18 16,-7-2 36-16,0 0-1 16,-14-2-43-16,-9 4-18 15,-2 6-10-15,2 8-4 0,3 9 3 16,6 7 0 0,3 0-42-16,4 14-88 0,5 11 10 15,2 3-60-15,5-5-126 16,17-5-207-16</inkml:trace>
  <inkml:trace contextRef="#ctx0" brushRef="#br1" timeOffset="-65219.44">24241 4161 168 0,'0'0'1104'0,"0"0"-1071"16,0 0-31-16,0 0-2 0,0 0 5 16,0 0-5-16,17 131 24 15,-5-69 8-15,-2-4-13 16,2-1 0-16,-4-4-8 16,1-5-8-16,-3-4-1 15,-1-3-2-15,-1-7-60 16,-1-7-112-16,-3-10-222 15</inkml:trace>
  <inkml:trace contextRef="#ctx0" brushRef="#br1" timeOffset="-64874.04">24419 4315 1200 0,'0'0'40'0,"0"0"-38"16,0 0 43-16,0 0 10 16,0 0-55-16,0 0 6 15,-42 32-6-15,13-6 3 16,0 0 3-16,2-4-2 16,7-5 0-16,8-6 5 15,7-7-8-15,5-3 7 16,0-1 5-16,0 0-3 15,12 2 0-15,10 1 3 0,8 4-3 16,3 1-7-16,2 3 0 16,4 0-2-16,-1 4-1 15,2 1 0-15,1 2-5 16,-3-2-146-16,-7-5-142 16,-7-10-246-16</inkml:trace>
  <inkml:trace contextRef="#ctx0" brushRef="#br1" timeOffset="-64621.11">24658 3985 1013 0,'0'0'195'0,"0"0"-195"16,0 0-27-16,8 105 27 15,11-35 30-15,3 10 32 16,1 5-36-16,2-2-8 16,-2-5-2-16,1-4-6 15,-8-6-3-15,0-8-6 16,-8-6-2-16,-5-6-33 16,-3-14-134-16,0-14-213 15,0-17-244-15</inkml:trace>
  <inkml:trace contextRef="#ctx0" brushRef="#br1" timeOffset="-63640.42">24697 3942 1210 0,'0'0'69'16,"0"0"-67"-16,0 0 6 16,-104-11 50-16,57 11-3 15,-10 3-16-15,-18 9 13 16,-20 1 1-16,-24-4-19 0,-23 2 5 16,-17-3-11-16,-15-4 2 15,-13-1 0-15,-7-1-8 16,-1-1 1-16,1-1-17 15,8 0-2-15,13 2 2 16,20 1 2-16,14 1-1 16,17 2 0-16,20 0-1 15,15 0 5-15,17 0-10 16,17 1 4-16,8-3-5 16,9-1 0-16,3-1 2 15,1 1-4-15,2-3 7 16,-1 0-3-16,5 0-2 15,3 0 2-15,1-3 6 16,3-2-4-16,5 1 4 16,4-3 2-16,3 6-7 0,4-2 7 15,-1-1-4-15,1 2-6 16,-1 0 5-16,3-1-5 16,-3 0 0-16,2 0-1 15,1 2 1-15,-2-2 3 16,1 0-3-16,0 1 0 15,2 1 0-15,0 1 2 16,0-2-1-16,0 2-2 16,0 0 2-16,0 0-1 15,0 0 0-15,0 0-4 16,0 0 1-16,0 0 0 16,0 12 0-16,0 16-1 0,0 15 5 15,7 17-1-15,5 14 0 16,2 10-1-16,3 9 1 15,-2 3 2-15,4 4 0 16,-4-2 6-16,1-8-8 16,-1-8 5-16,1-5-5 15,-5-9 3-15,1-8 0 16,-5-7-1-16,-1-14-1 16,0-9 6-16,-2-9-7 15,2-8 4-15,2-3-4 16,7-5-7-16,10 0 7 15,18-1 9-15,21-1 2 16,28-3 1-16,25 0-7 0,28 0 5 16,31-10-10-16,23-2-4 15,22-2 3-15,8 1 2 16,3-4 0-16,-3 0 1 16,-5 1-2-16,-17 1-3 15,-21-1 1-15,-37 2 1 16,-42 6 1-16,-37 1 6 15,-32 3-6-15,-18 2 0 16,-11 0 0-16,-6 1-1 16,-3 1-17-16,0 0-22 15,0 0-19-15,-6 0-55 16,-18 0-183-16,-14-2-501 0</inkml:trace>
  <inkml:trace contextRef="#ctx0" brushRef="#br1" timeOffset="-62823.39">22401 5688 437 0,'0'0'123'15,"0"0"-97"-15,0 0 19 16,0 0 137-16,0 0-45 0,0 0-74 16,0 0-15-16,50-64-27 15,-36 64-8-15,0 19 11 16,3 9 63-16,2 8-47 16,-4 7 10-16,-2-1-23 15,-1-2 4-15,-2-5-11 16,-3-10-3-16,0-7 9 15,-3-11 8-15,-2-7-2 16,-1 0 36-16,8 0 31 16,11-20-23-16,16-18-32 15,18-16-34-15,15-11 1 16,5-4-3-16,-1 3-7 0,-10 7 2 16,-12 13-3-1,-17 16-3-15,-13 12-32 0,-11 9-63 16,-9 9-125-16,-1 0-87 15,-11 12-369-15</inkml:trace>
  <inkml:trace contextRef="#ctx0" brushRef="#br1" timeOffset="-62507.47">22797 5587 1120 0,'0'0'221'0,"0"0"-221"0,0 0-36 16,0 0 36 0,0 0 4-16,13 92 35 0,-1-44-13 15,-3 2-4-15,-2-2 6 16,-6-6 20-16,1-10-1 16,-2-14-9-16,0-8-5 15,0-9 1-15,1-1 59 16,5 0-8-16,11-13-29 15,21-23-17-15,21-18-28 16,24-19-9-16,18-6 1 16,15-4-3-16,4-2 0 15,-6 10 0-15,-17 13-54 16,-19 7-63-16,-19 6-175 16,-22 0-485-16</inkml:trace>
  <inkml:trace contextRef="#ctx0" brushRef="#br0" timeOffset="-55583.66">20050 754 1160 0,'0'0'100'0,"0"0"-100"16,0 0-17-16,0 0 17 16,87-2 15-16,-36 2 15 15,5 0-24-15,5 2-6 16,-9 5-11-16,-7-3-104 0,-9-2-143 15,-10-2-210 1</inkml:trace>
  <inkml:trace contextRef="#ctx0" brushRef="#br0" timeOffset="-55125.14">20662 525 922 0,'0'0'292'15,"0"0"-282"-15,0 0-2 16,0 0 21-16,0 0 61 0,0 0-7 16,-15-27-56-16,10 27-20 15,-4 0 2 1,-5 12-7-16,-10 13 5 0,-3 14-5 15,-1 11-1-15,5 9 7 16,6 5-1-16,7 1-3 16,10-8-4-16,0-12 0 15,23-7-1-15,12-14 2 16,9-9-2-16,6-11 2 16,2-4-2-16,-3-3-4 15,-13-17-5-15,-9-2 7 16,-15 0 3-16,-12-4 11 15,0 5-5-15,-26-1-4 16,-10 2 17-16,-4 4-12 16,-1 5-7-16,6 6 0 0,7 5 0 15,10 0-6-15,6 7-23 16,10 7-91-16,2 5-45 16,7-1-129-16,18-5-105 15</inkml:trace>
  <inkml:trace contextRef="#ctx0" brushRef="#br0" timeOffset="-54875.97">20872 788 456 0,'0'0'646'0,"0"0"-643"15,0 0 12-15,0 0-15 16,0 0 58-16,0 0-16 16,120-19-27-16,-62 15-11 15,6 0-2-15,-1 1-4 16,-1-1-5-16,-10 4-100 16,-10 0-134-16,-13 0-81 15</inkml:trace>
  <inkml:trace contextRef="#ctx0" brushRef="#br0" timeOffset="-53975">20908 618 529 0,'0'0'368'0,"0"0"-366"16,0 0-1-16,0 0-1 16,0 0 20-16,0 0 3 15,-17 18-12-15,11-16 1 16,-4-2 52-16,-6 0 37 15,-2 0-45-15,-2 0-31 16,0-4-9-16,5-6 13 16,5-4 16-16,2-2-22 15,6-4 4-15,2 2-9 16,0 2-7-16,0 3-3 0,5 3-8 16,10 3-14-16,5 7 10 15,4 0-2-15,-1 12-1 16,2 19-7-16,-4 11 7 15,-3 8 7-15,-8 6 1 16,-7 3 1-16,-3-3 0 16,-2-2 4-16,-15-7-3 15,-6-8 1-15,-2-12-3 16,-1-5 7-16,0-10 1 16,1-7-2-16,1-3 7 15,6-2 2-15,3-3-1 16,7-18 8-16,6-7-17 0,2-7 3 15,2-1-8 1,20 1-1-16,3 7-1 0,3 9-2 16,2 11-7-1,2 8-2-15,-1 3-2 0,1 19 5 16,0 10 7-16,-2 3-2 16,0 3-16-16,-3 0-68 15,-2-5-118-15,-1-6-67 16,-6-11-172-16</inkml:trace>
  <inkml:trace contextRef="#ctx0" brushRef="#br0" timeOffset="-53744.97">21204 507 1068 0,'0'0'123'16,"0"0"-123"-16,0 0-9 16,5 118 9-16,10-65 26 15,5 3-5-15,-3-1-16 16,-1-2-4-16,-6-3-1 16,-3-7-48-16,-5-5-192 15,-2-11-156-15</inkml:trace>
  <inkml:trace contextRef="#ctx0" brushRef="#br0" timeOffset="-53438.62">21559 389 872 0,'0'0'246'0,"0"0"-246"16,0 0-31 0,0 0 31-16,4 92 0 0,5-35 29 15,1 5-10-15,-2-1-12 16,-3-2-7-16,-2-2 6 15,-3-4-6-15,0-5-142 16,0-10-156-16,-6-10-72 16</inkml:trace>
  <inkml:trace contextRef="#ctx0" brushRef="#br0" timeOffset="-52939.69">21704 565 870 0,'0'0'195'16,"0"0"-195"-16,-29 85 0 15,21-52 3-15,0-2 1 16,-4-2-3-16,0-3 5 16,-3-6-5-16,0-6 4 15,2-10 1-15,3-4-2 16,0 0 6-16,4-1-1 15,3-11 4-15,3 0-13 16,0 1-6-16,10 7-2 16,11 4 8-16,0 0-17 15,3 7 16-15,3 8-1 0,-1-1-1 16,4-2 2-16,1-6-3 16,-3-4-10-16,-1-2-4 15,-10 0-3-15,-4-2 9 16,-8-11 12-16,-5-3 15 15,0-3 1-15,0-4-11 16,-5 1 25-16,-8 1 12 16,7 6-9-16,-1 5 16 15,6 6-3-15,-1 4 10 16,2 0-56-16,0 17-11 16,0 13 10-16,0 12 0 15,0 3 2-15,0 2 2 16,0-4-2-16,0-2-1 15,9-4 0-15,1-5-117 16,1-8-144-16,3-12-220 16</inkml:trace>
  <inkml:trace contextRef="#ctx0" brushRef="#br0" timeOffset="-52607.69">22036 675 1117 0,'0'0'45'16,"0"0"-45"-16,0 0 0 15,-20 79 0-15,20-50 15 16,12-1 10-16,10-9-8 16,6-6-14-16,4-7 6 0,-2-6-1 15,1 0 7-15,-5-10-3 16,-7-13 20-16,-5-5 26 15,-5-4 22-15,-8-1-46 16,-1 1 11-16,-1 1-12 16,-18 7-24-16,-1 5 9 15,0 8-18-15,4 6-3 16,-1 5-1-16,5 0-43 16,2 6-106-16,7 14-30 15,3 1-168-15,0 0-134 16</inkml:trace>
  <inkml:trace contextRef="#ctx0" brushRef="#br0" timeOffset="-52365.41">22478 702 947 0,'0'0'301'15,"0"0"-301"-15,0 0-12 16,114-9 12-16,-65 9 24 0,3 0-24 16,-4 0-2-16,-12 8-157 15,-13-2-247-15</inkml:trace>
  <inkml:trace contextRef="#ctx0" brushRef="#br0" timeOffset="-52201.42">22547 869 785 0,'0'0'515'0,"0"0"-515"16,0 0-93-16,100 0 93 15,-42 0 0-15,2 0-108 16,-1 0-295-16</inkml:trace>
  <inkml:trace contextRef="#ctx0" brushRef="#br0" timeOffset="-51906.84">23053 591 176 0,'0'0'1122'16,"0"0"-1098"-16,0 0-19 15,0 0 44-15,0 0 2 0,0 0-30 16,44-11-13 0,-8 23 9-16,1 2-1 0,-3 4-9 15,-4 3-2-15,-5 3-3 16,-7 5 0-16,-3-1 1 15,-10 4-3-15,-5 4 0 16,0 2 4-16,-15 2-4 16,-8 2-46-16,-1-6-93 15,4-9-179-15,7-12-265 16</inkml:trace>
  <inkml:trace contextRef="#ctx0" brushRef="#br0" timeOffset="-51458.87">23516 773 1053 0,'0'0'120'16,"0"0"-107"-16,42-81-13 16,-36 58 65-16,-3 1 15 15,-3 2-52-15,0 0-25 16,-16 4-1-16,-4 2 12 15,2 5-6-15,-1 5-8 16,1 2 0-16,2 2 14 16,0 0-14-16,4 0-1 15,6 8-1-15,4 5-6 16,2 4-1-16,0 5 8 0,12 4 2 16,8 4-1-16,7 2 0 15,-1 3 0-15,3-1 0 16,0 2 0-16,-6-3 1 15,-3-5-1-15,-8-3 0 16,-11-4 8-16,-1-6 6 16,-5-4 12-16,-18-3 54 15,-8-5-10-15,-1-3-16 16,-1-1-3-16,7-18-7 16,7-9-15-16,11-11-23 15,8-10-6-15,8-4-9 16,24 2-50-16,10 6-72 15,3 13-121-15,-5 11-244 16</inkml:trace>
  <inkml:trace contextRef="#ctx0" brushRef="#br0" timeOffset="-44777.91">23603 4899 172 0,'0'0'60'0,"0"0"-56"15,0 0 3-15,0 0 26 16,0 0 35-16,0 0-9 15,0 0-1-15,0 0 5 16,0 0 29-16,0 0 26 0,0 0-13 16,0 0 1-16,0 0 8 15,0 0-29-15,-2 0-30 16,2 0-12-16,0 0-13 16,0 0 3-16,0 0-13 15,0 0-13-15,0 0 0 16,0 0-3-16,0 0 5 15,11 0 0-15,2-2-5 16,1 0 0-16,0-1-1 16,-2 1-3-16,0 2 1 15,-1 0-1-15,1 0 0 16,1 0 0-16,-1 2-3 0,-2 11 2 16,0 0 1-1,0 6-1-15,0 6 1 0,-1 6 2 16,-2 3 1-16,-1 0-2 15,2 0 1-15,-1-2-2 16,1-1 0-16,2-2-7 16,-1-1-77-16,-1-3-78 15,2-9-83-15,2-7-108 16</inkml:trace>
  <inkml:trace contextRef="#ctx0" brushRef="#br0" timeOffset="-44110.79">24050 4988 559 0,'0'0'136'0,"0"0"-112"16,0 0-18 0,0 0 54-16,0 0 32 0,0 0-5 15,0-82-29-15,0 71-29 16,-7 6-25-16,0 1 8 15,-3 4-8-15,-2 0-3 16,-1 0-1-16,-2 0 0 16,1 8 0-16,3-1 0 15,3-1 2-15,2 0-1 16,3-1-1-16,3-1 0 16,0 2-2-16,0 0 2 15,5 0 0-15,7 0 5 16,2 1-3-16,0 0 4 0,5 1 2 15,3-1-7 1,-1 3 6-16,1 2-3 0,0 1-3 16,-2 1-1-1,-7 2 5-15,-1-1-3 0,-5 3-2 16,-7-2 6-16,0 1 0 16,0-1-6-16,-19-2 5 15,-3-4 9-15,-2-5-2 16,-4-5 14-16,4 0-1 15,0 0 5-15,6-15-2 16,5-3-11-16,6-1-2 16,7-5-15-16,0 2-2 15,8 0 0-15,17 2-33 16,7 2-52-16,3 6 5 0,2 6-61 16,-2 4-44-16,-5 2-79 15,-5 0-228-15</inkml:trace>
  <inkml:trace contextRef="#ctx0" brushRef="#br0" timeOffset="-43786.43">23591 5356 1070 0,'0'0'63'16,"0"0"-63"-16,0 0-11 15,87 0 11-15,-30 0 69 16,10 0-31-16,9 0-28 15,3 0-7-15,1 0-3 16,-1 0-6-16,-9 0-37 16,-9 0-23-16,-15-5-56 15,-10 3-100-15,-17-1-166 16</inkml:trace>
  <inkml:trace contextRef="#ctx0" brushRef="#br0" timeOffset="-42957.18">24322 5589 270 0,'0'0'357'0,"0"0"-289"16,0 0-61-16,0 0-1 16,0 0 106-16,0 0-7 15,-49 23-46-15,36-14-27 16,0-1-5-16,0-2 18 15,1 0 17-15,2-3-15 16,0-1-14-16,1-1-15 16,1-1-9-16,2 0-5 15,-1 0 3-15,-2 0-4 16,0 0 4-16,2 0-5 0,-2-7-1 16,2-3 2-16,3 0 2 15,0 0-4-15,4-2 5 16,0-3-5-16,0 6 5 15,0 0-4-15,5 1 2 16,5 0-4-16,2 4 0 16,1 4-2-16,-1 0 2 15,3 0 2-15,-7 0-2 16,4 13-7-16,-4 7 7 16,1 2 3-16,-6 7 8 15,-1 0 0-15,-2 1-7 16,0 1 0-16,-9 1 7 15,-9 0-9-15,-2-3 0 16,-2-2 5-16,0-2-7 0,1-6 1 16,2-2 0-16,1-7-1 15,1-4 4-15,2-3-3 16,1-3 2-16,3 0 1 16,1 0-4-16,3-4 4 15,2-10-2-15,3-1 2 16,2-3-4-16,0-1 2 15,7 0 0-15,8 7-1 16,5 2-1-16,2 6 1 16,1 2 5-16,-1 2-3 15,2 0-2-15,1 0 0 0,0 2-1 16,0 8 0 0,-1 2-2-16,-4 3 1 0,-1 0 1 15,-3 0-26-15,-3 0-31 16,-3-2-69-16,-3-4-98 15,-7-4-109-15,0-3-22 16</inkml:trace>
  <inkml:trace contextRef="#ctx0" brushRef="#br0" timeOffset="-39978.54">18283 2905 672 0,'0'0'266'0,"0"0"-223"0,0 0-38 16,0 0 63-16,0 0 72 15,0 0-43-15,4-17-44 16,-4 17-7-16,0-4 2 16,0-1 0-16,-6-2-15 15,-9 1-7-15,-5-3 6 16,-6 3-8-16,-8 0-12 15,-3 0 7-15,-3 5-17 16,2-2 16-16,-1 2-4 16,3-1-7-16,4 2 4 0,3 0-8 15,8 0 2 1,6 0-4-16,8 0 4 0,2 0-5 16,5 0 5-16,0 0 2 15,0 0-4-15,0 0-1 16,0 0-1-16,0 0-2 15,0 0-3-15,0 0 0 16,0 18-3-16,0 16 2 16,3 14 5-16,4 7 3 15,0 5-1-15,-4-1-1 16,-1-2-1-16,-2-3 0 16,0-6 0-16,0-9 1 15,0-10-1-15,0-13 0 16,0-8 4-16,0-7-4 15,0-1 1-15,2 0-2 16,4 0 0-16,9-14 1 16,12-10 6-16,11-5 0 0,7 0-5 15,2 9-1-15,0 8-8 16,-3 12 8-16,-2 0-4 16,-6 17-3-16,-6 15 3 15,-8 4 2-15,-10 6 2 16,-12 3 2-16,0 0-2 15,-14-2 4-15,-11-2 3 16,-6-5-7-16,-6-7 8 16,-1-5-1-16,-1-7-1 15,2-9 2-15,7-2-7 16,4-6 4-16,7 0-5 16,5-4-33-16,11-18-76 0,3-12-155 15,22-10-206-15</inkml:trace>
  <inkml:trace contextRef="#ctx0" brushRef="#br0" timeOffset="-39429.32">18560 2607 1103 0,'0'0'67'0,"-93"-51"-60"15,38 31-2 1,-2 0 23-16,-3 4 47 0,-2 1-4 16,-3 6-22-16,-10 7-20 15,-7 2-4-15,-5 0 0 16,-2 21 2-16,2 9-9 16,2 11 9-16,3 13 5 15,4 18-5-15,9 20-5 16,12 18-1-16,15 15-6 15,17 11-4-15,18 4 5 16,7 1-8-16,27-1-2 16,23-8 4-16,18-8-8 15,18-12 3-15,11-12-4 16,17-16-1-16,14-21 3 0,13-19 6 16,15-23-9-16,7-18-23 15,3-7-18-15,-1-40-10 16,-10-26 19-16,-13-27-2 15,-22-17 30-15,-23-11 4 16,-29 0 6-16,-35 3 10 16,-33-1 14-16,-26-5 15 15,-41-4-23-15,-22-8-20 16,-14 4 11-16,-9 21-12 16,-6 25 3-16,4 34 2 15,3 32 5-15,9 21-10 16,10 3-1-16,12 33-12 15,9 26-52-15,16 25-34 16,15 21-89-16,18 16-114 16,21 1-171-16</inkml:trace>
  <inkml:trace contextRef="#ctx0" brushRef="#br0" timeOffset="-28495.96">22720 3650 498 0,'0'0'104'15,"0"0"-83"-15,0 0 0 16,0 0 53-16,0 0 48 16,0 0-14-16,0 0-16 0,12-23-50 15,-3 23-13-15,4 13-3 16,0 9 23-16,0 11-8 15,1 7 4-15,-1 7-5 16,-1 5-10-16,0 0-9 16,-1-4-8-16,-1-6-7 15,0-13 6-15,-3-14-8 16,-2-9 18-16,0-6 34 16,10-4 5-16,12-28 19 15,13-19-24-15,12-16-39 0,4-8-8 16,5-10-7-1,4 0-1-15,7-4-2 0,7 10-11 16,-3 14 6-16,-7 20-3 16,-19 20-27-16,-17 16-9 15,-14 9-59-15,-12 0-42 16,-7 19-62-16,-12 8-108 16,-25 2-94-16</inkml:trace>
  <inkml:trace contextRef="#ctx0" brushRef="#br0" timeOffset="-28164.96">23069 3519 994 0,'0'0'196'0,"0"0"-196"15,0 0-5-15,0 0-44 16,0 0 49-16,0 0 48 16,-1 82 15-16,9-29-22 15,1 5-12-15,1-5-5 16,0-7-8-16,0-10 4 16,-2-14 10-16,-1-10 34 15,-4-7 7-15,-1-5-12 16,5 0 7-16,10-20-8 0,22-27-14 15,35-31-25-15,33-26-19 16,29-22-19-16,24-12-25 16,14-7-58-16,1 1-132 15,-7 8-183-15</inkml:trace>
  <inkml:trace contextRef="#ctx0" brushRef="#br0" timeOffset="-20514.51">21520 2703 489 0,'0'0'142'0,"0"0"-9"16,0 0-7-16,0 0-15 15,0 0 6-15,0 0-25 16,0 0-16-16,3-37-18 15,7 33-25-15,7-1-13 0,8-1-11 16,7 0-2-16,7 1 0 16,-3 1-4-16,-3 3 4 15,-5 1-5-15,-7 0 0 16,-3 6-2-16,-2 7 2 16,-3 5-2-16,-2 4 0 15,-1 4 6-15,-1 9 14 16,-4 5 8-16,-1 9-3 15,-4 2-10-15,0 4-4 16,0 3-5-16,-9-1-5 16,-1-2 2-16,0-3-3 15,0-4-1-15,1-6-94 0,6-4-58 16,2-10-66 0,1-12-162-16</inkml:trace>
  <inkml:trace contextRef="#ctx0" brushRef="#br0" timeOffset="-20033.38">22177 2959 817 0,'0'0'124'16,"0"0"-119"-16,18-94 32 15,-16 65 103-15,-2 3-60 16,0 3-20-16,-5 2-23 15,-10 2-1-15,0 4-10 0,-2 5-11 16,2 7-6-16,-2 3 3 16,-1 0-12-16,0 6-4 15,-1 13 4-15,4 3 0 16,5 0-5-16,9 0-1 16,1-2 4-16,1 1-1 15,23-1 1-15,6 1 2 16,5 3 4-16,5 5-4 15,0 1 5-15,-5 8-5 16,-8 0-3-16,-10 0 2 16,-13-7-2-16,-4-5 3 0,-3-8 2 15,-15-3 34 1,-7-6 31-16,-5-3 1 0,-5-4-17 16,-3-2-6-16,4 0-12 15,2-6-17-15,7-12 7 16,8-8-11-16,9-7-12 15,8-2-6-15,6 0-39 16,25 2-20-16,15 5-54 16,12 8-52-16,5 6-51 15,-3 3-148-15,-8 3-222 16</inkml:trace>
  <inkml:trace contextRef="#ctx0" brushRef="#br0" timeOffset="-19882.55">22444 2931 987 0,'0'0'293'0,"0"0"-288"0,0 0 12 16,0 0-12-16,122-5 21 16,-51-4-5-16,7 0-13 15,1 4-8-15,-12 1 0 16,-21 4-95-16,-17 0-186 16,-19 0-159-16</inkml:trace>
  <inkml:trace contextRef="#ctx0" brushRef="#br0" timeOffset="-19695.98">22687 2757 1133 0,'0'0'158'0,"0"0"-158"0,0 0-25 16,0 0 25-16,20 99 24 15,-5-42-9-15,0 8-5 16,0 1-7-16,-2-4-3 15,-1-4-48-15,0-13-156 16,-4-16-153-16</inkml:trace>
  <inkml:trace contextRef="#ctx0" brushRef="#br0" timeOffset="-19467.75">23003 2588 1316 0,'0'0'0'0,"0"0"-54"0,0 106 54 16,3-50 4-16,4 8 1 16,4-3 6-16,1 2-11 15,0-2 0-15,-2-1-79 16,-3-9-198-16,-4-13-202 15</inkml:trace>
  <inkml:trace contextRef="#ctx0" brushRef="#br0" timeOffset="-18983.02">23217 2656 639 0,'0'0'592'0,"0"0"-592"15,0 0-31-15,0 0 31 16,0 0 4-16,-23 98 0 16,5-57-3-16,-3 2 1 15,1-8-1-15,0-9 1 16,5-9 0-16,9-11-4 16,3-6 5-16,3 0-7 15,0-15 4-15,10-4-77 16,7 2 77-16,2 9 6 15,3 7-6-15,1 1 6 16,3 1-3-16,6 13-3 16,3-1 1-16,2 1 1 0,1-5-1 15,-4-5 4-15,-6-4-5 16,-8 0 2-16,-8-1 1 16,-7-14-1-16,-5-6 6 15,0-5-7-15,0-3 8 16,-8 2-9-16,-4 2 19 15,2 9 27-15,3 6-6 16,6 10 31-16,1 0-34 16,0 7-37-16,0 20-18 15,0 15 18-15,0 8 1 0,0 3 4 16,0 0-4 0,8-4-1-16,2-3-4 0,0-7-96 15,-3-10-112-15,1-16-162 16</inkml:trace>
  <inkml:trace contextRef="#ctx0" brushRef="#br0" timeOffset="-18715.2">23593 2812 1099 0,'0'0'30'15,"0"0"-27"-15,-9 82 14 16,9-59 17-16,12-5 17 15,8-7-19-15,3-7 14 16,5-4 0-16,-4-4 3 0,0-17 22 16,-9-7 13-16,-10-1-24 15,-5-4 1-15,-12-1-31 16,-16 1-28-16,-6 3-2 16,-1 8-7-16,-1 5-9 15,-1 10-42-15,-3 7-116 16,-2 0-91-16,0 0-266 15</inkml:trace>
  <inkml:trace contextRef="#ctx0" brushRef="#br0" timeOffset="-18436.85">22663 2420 946 0,'0'0'300'0,"0"0"-285"16,0 0-13-16,0 0 60 15,14-85 19-15,18 61-31 16,13-3-16-16,10-3 11 16,5-2-2-16,2 5-7 15,-7-1-13-15,-10 4-12 16,-10 6-7-16,-10 4-3 15,-9 6-1-15,-6 2-21 0,-2 2-102 16,-1-1-122-16,-4-6-206 16</inkml:trace>
  <inkml:trace contextRef="#ctx0" brushRef="#br0" timeOffset="-17984.2">23133 1595 501 0,'0'0'471'0,"0"0"-449"0,0 0-20 15,0 0 9-15,82-81 36 16,-35 68-1-16,8 5-27 15,5 8 14-15,-5 0 0 16,-13 8-4-16,-15 13-23 16,-19 6-1-16,-8 6-4 15,-6 3 14-15,-30 9 15 16,-13 2 8-16,-12-2-9 16,3-3-18-16,9-12 12 15,16-10 6-15,13-10 16 16,13-6-10-16,5-3-17 15,2-1-3-15,0 0-4 16,0 0-9-16,7 0 5 0,16 0-2 16,12 0 10-16,14 0-10 15,9 0-5-15,4-1 5 16,-1-3-5-16,-6 3-109 16,-5 1-35-16,-6-2-70 15,-11-2-211-15</inkml:trace>
  <inkml:trace contextRef="#ctx0" brushRef="#br0" timeOffset="-17530.49">23688 1591 1119 0,'0'0'95'0,"0"0"-82"0,0 0 30 15,0 0 40-15,24-80-54 16,9 70-19-16,4 5-9 15,-2 5-1-15,-9 0 0 16,-8 15-8-16,-11 9-9 16,-7 5 7-16,0 2 10 15,-18 3 2-15,-6-4 8 16,-5-4-1-16,6-7 3 16,4-7 1-16,11-5 0 15,4-5-3-15,4-2-5 16,0 0 1-16,0 0-4 15,6 0 2-15,10 0-4 16,7 0 5-16,8-2-5 16,0 2-1-16,3 0-7 0,-2 0 5 15,-8 11 3-15,-3 2-4 16,-10 3 2-16,-5-3-11 16,-6 2 13-16,0-2 2 15,0 1 8-15,-19 2 36 16,-4 1-7-16,-6 0-18 15,-4 0-16-15,-4-3 0 16,-2 1-5-16,5-3-10 16,5-2-145-16,13-5-64 15,10-5-182-15</inkml:trace>
  <inkml:trace contextRef="#ctx0" brushRef="#br0" timeOffset="-17066.2">24237 1719 243 0,'0'0'763'0,"0"0"-731"16,11-78-25-16,-8 49 68 16,0-1 60-16,-3 0-80 15,0-2-24-15,0 3-24 16,-3 7-6-16,-3 7 14 0,1 8-4 15,0 4-11 1,-2 3-7-16,-3 0-5 0,-2 10 10 16,-1 10 1-16,-1 5 0 15,3 4 0-15,4-1 1 16,6-1-2-16,1-1 1 16,1-3-8-16,20 1 9 15,7 3 0-15,6 1 3 16,1 3 1-16,-5-4 1 15,-5-2-5-15,-12-6 3 16,-8 0 0-16,-5-6-3 16,0-2 11-16,-11 1 28 15,-18-1 34-15,-8-2-2 16,-4-3-10-16,-3-4-23 0,8-2-17 16,13 0-4-16,8-2-5 15,14-14-10-15,1-9-2 16,5-10-80-16,29-7-132 15,15 1-48-15,-1 10-249 16</inkml:trace>
  <inkml:trace contextRef="#ctx0" brushRef="#br0" timeOffset="-7599.95">24387 1210 890 0,'0'0'59'0,"0"0"-45"0,-100-87-14 16,67 61 32-16,-3 3 53 15,3 2 26-15,-1 3-29 16,-2 4-77-16,-1 3 3 15,-5 7-6-15,-5 0 0 16,-6 4-2-16,-8 0 2 16,-5 0-2-16,-3 8 1 15,4 6 2-15,2 3 2 16,1 2 8-16,-1 4-6 16,0 1 6-16,5 2 2 15,3 3-4-15,4 3 2 16,8 4-5-16,2 6 9 15,5 6 3-15,4 8-4 0,4 6-6 16,7 8 0 0,7 0-6-16,9 0-3 0,5-2 1 15,0-2 3-15,16 2-5 16,13 2 4-16,9 0-3 16,9-3 0-16,8-4 12 15,10-8-13-15,9-4 0 16,1-10 4-16,2-6-4 15,-2-8 5-15,-1-7-4 16,4-7 2-16,-1-8-3 16,4-5 5-16,-1 0 2 15,-1-12-5-15,-1-11 0 0,1-7 7 16,-6-3-2 0,-6-7-3-16,-8-7-1 0,-11-5 1 15,-6-10-3-15,-12-8 7 16,-8-6-3-16,-9-5-5 15,-8-2-1-15,-5-5 1 16,0 0 1-16,-21 2-1 16,-6 7-6-16,-5 11 6 15,-3 16-5-15,-4 12 4 16,-4 10-11-16,-7 13 10 16,-7 8-23-16,-9 9-77 15,-5 9-47-15,-6 17-188 16,0 2-254-16</inkml:trace>
  <inkml:trace contextRef="#ctx0" brushRef="#br0" timeOffset="-1503.68">18123 2801 417 0,'0'0'243'0,"0"0"-180"0,0 0-33 15,0 0 41-15,0 0-4 16,0 0-13-16,0 0-15 16,9-14-14-16,-3 12-4 15,-5-2-3-15,1 2 14 16,-1 1 24-16,-1 1-4 16,0-2 2-16,0 0-8 15,0-2-11-15,0-3-3 16,0-4-24-16,0 0-8 15,-4 1 10-15,-2 1-5 16,2 1 3-16,-3 3 15 16,-1-1-10-16,-2 1 9 15,0 1 3-15,-2 0-10 16,2 4-5-16,0-1-4 16,1 1-5-16,2 0 0 0,-3 0 0 15,-1 0 0 1,-2 1-1-16,-2 7 2 0,-2 1 3 15,2 2-2-15,0 2 1 16,0 3 1-16,0 0-2 16,1 2 3-16,1-1-1 15,0 3-3-15,1 1 2 16,2 0-1-16,0-1 0 16,0 1 2-16,1-3-1 15,1-2 0-15,3 3 2 16,0-3-6-16,0 4 7 15,2 0-1-15,1 2-5 16,0 2 2-16,2 2 1 0,0 0-2 16,0 3 0-16,0 3 1 15,0 1-1-15,0 2 5 16,0 0 4-16,0-1 1 16,2-3-7-16,0 1-5 15,1-1 10-15,-1 2-10 16,1-3 9-16,1-3-3 15,0-4-5-15,5-5 3 16,2-2-1-16,6-1 0 16,1-5 3-16,6-1-5 15,1-2 2-15,0-1 3 16,5-1-2-16,-1-3-2 16,0 0 1-16,3-2 1 15,0 0-4-15,-2 0 2 0,-4 0-4 16,-4 0 3-1,-9 0-1-15,-7 0 0 0,-1 0 1 16,-3 0 1-16,-2 0 2 16,1 0-1-16,1-7 2 15,3-5-1-15,4-7-4 16,-3 1 1-16,1-4 0 16,-2 0-1-16,-4 2 0 15,-1 0 1-15,0 1-1 16,0-1 4-16,0 1-3 15,0-1-1-15,-3-3 0 16,-3 3 2-16,-2-3-5 0,-4-1 6 16,-2 0-5-16,-4-1 2 15,-2-1-1-15,-6 2 1 16,-2 0 0-16,-2 0 1 16,-2 4-1-16,1 2-1 15,2 5 0-15,4 2-1 16,3 3-3-16,6 4 5 15,4 1 0-15,2 1 1 16,5 2-1-16,3 0-4 16,1 0 4-16,-1 0-4 15,0 0-1-15,0 0 1 16,-1 0 3-16,-4 0 1 16,4 3-1-16,-1 2 1 15,0 0 0-15,-1-1 0 0,0 1 0 16,0-1 0-16,-1 0 1 15,2 3-1-15,-2-5 0 16,5 2 1-16,-1-1-1 16,1-3 2-16,1 0-2 15,0 0 1-15,0 0 2 16,0 0-3-16,0 0 3 16,0 0 1-16,0 0-2 15,0 0 2-15,0 0-4 16,0 0 0-16,0 0 0 15,0 0 4-15,0 0-4 16,3 0 0-16,7 0-1 16,3-2 2-16,6-5 0 0,2 3-1 15,3 3-1-15,1 1 1 16,2 0-1-16,0 5-4 16,5 14 5-16,-1 4-1 15,3 1-2-15,-2 2 3 16,-6 4-6-16,-3-2 6 15,-4 2-1-15,-8-1-2 16,0 0 1-16,-6-1 2 16,-5-1-1-16,0-1-1 15,0-3 1-15,-4-3 1 16,-9-2 0-16,-6-1 2 16,-2-1-1-16,-4-3 6 15,0 2-4-15,-2-2 4 0,-3-2-5 16,0-1 9-1,0-3-5-15,1-2-2 0,7-2-3 16,5-3 5-16,4 0 2 16,2 0 6-16,-3-6-2 15,1-11-3-15,-2-2-5 16,0-4 0-16,2-4-3 16,-1-4-1-16,4-6-1 15,5-2-1-15,2-5 2 16,3-3 0-16,0-3 1 15,0-1 4-15,0-1-5 16,0 1 0-16,0 2 0 0,0 2-1 16,0 2-2-16,5 5 3 15,2 3-1-15,1 4-5 16,4 5 5-16,2-1-3 16,7 2 4-16,2 0-1 15,4 0-3-15,1 0 4 16,1 6-3-16,-5 1 4 15,-2 7-1-15,-2 4 0 16,-8 2 0-16,-3 5 0 16,-5-1-5-16,-4 3 5 15,0 0-1-15,0 0-7 16,0 0 7-16,3 0-3 16,0 0 0-16,1 7 4 0,2 2-1 15,0 0 1 1,-1-3 0-16,-3 0 1 0,3-3-1 15,0 2 0-15,-2-2-2 16,1 0-8-16,-4 0-19 16,1 1-4-16,1-1-21 15,-2 3-61-15,2 3-20 16,-2 5-94-16,0 1-81 16,0 0-226-16</inkml:trace>
  <inkml:trace contextRef="#ctx0" brushRef="#br0" timeOffset="-866.16">18146 2848 374 0,'0'0'33'0,"0"0"-32"15,0 0 6-15,0 0 8 16,0 0 56-16,0 0-2 0,0-18-9 16,0 18 17-16,0 0 8 15,0 0-22-15,0 0-9 16,0 0-16-16,0 0-3 16,0 0-7-16,0 0-19 15,0-1-3-15,0 1-1 16,0 0-3-16,0 0 5 15,0 0 1-15,0 0 4 16,0-2 8-16,0 2-15 16,0 0-4-16,0 0-1 15,0 0-5-15,0 0-37 16,0 0-24-16,0 0-8 16,0 0-4-16,0-2-48 15,2 2-80-15,-1 0 39 0</inkml:trace>
  <inkml:trace contextRef="#ctx0" brushRef="#br0" timeOffset="1345.45">19674 3754 741 0,'0'0'65'0,"0"0"-53"0,0 0 5 15,0 0 12-15,0 0 79 16,0 0 6-16,-29 0-48 16,29 0-10-16,0 0-24 15,0 0-13-15,0 0 5 16,0 0-9-16,0 0 6 15,7 0-6-15,17-5-11 16,16-7 25-16,18-3-7 16,13-4-10-16,7-3-3 15,-3 4 0-15,-6 2-3 16,-15 3 1-16,-21 6-5 16,-17 5 0-16,-12 2-2 15,-4 0 4-15,0 0 7 0,-11 0-2 16,-23 0 6-1,-16 15-8-15,-15 2-6 0,-4 4-1 16,4-4 4-16,8 0-3 16,12-5 1-16,15-4-1 15,15-3 0-15,10-3 2 16,5-2-2-16,0 0 1 16,5 0-2-16,21 0-2 15,13-10 2-15,15-3 7 16,7-5-6-16,1 1-1 15,-3 1 0-15,-16 5 5 16,-18 4-1-16,-13 2-4 16,-11 5-3-16,-1 0 2 0,0 0-1 15,0 0 1-15,-13 0 2 16,-10 0 9-16,-3 5-3 16,3 2-7-16,7-2 2 15,10-4-2-15,5 1 4 16,1-2-2-16,0 0 0 15,0 0-4-15,0 0-2 16,0 0-12-16,0 0-24 16,3 0-40-16,7 3-44 15,4 3-82-15,-1-2-179 16</inkml:trace>
  <inkml:trace contextRef="#ctx0" brushRef="#br0" timeOffset="6411.24">4231 4202 746 0,'0'0'243'0,"0"0"-192"0,0 0-16 16,0 0 61-16,0 0 11 15,0 0-13-15,0 0-48 16,-41-18-11-16,41 18-20 15,0 0-15-15,3 0-7 16,10 6 7-16,7 3 6 16,9-5-2-16,4-1 8 15,6-2-1-15,-3-1-2 16,-4 0-1-16,-7 0-3 0,-7 0 2 16,-4 0-5-1,-4 0 3-15,-5 0-4 0,-2 0 3 16,-3 0 2-1,0 0-2-15,0 0 8 0,0 0-12 16,0 13 0-16,0 20 0 16,0 21 11-16,-7 14 26 15,-4 8-27-15,-1-2-6 16,2-8-4-16,1-7 2 16,2-13-4-16,0-5-9 15,4-10-60-15,1-3-26 16,2-7-61-16,0-15-167 15,2-6-223-15</inkml:trace>
  <inkml:trace contextRef="#ctx0" brushRef="#br0" timeOffset="7011.35">4776 4434 1014 0,'0'0'161'0,"0"0"-154"16,0 0 0-16,15-96 61 0,-5 62-10 15,-3 1-11-15,-3 0-20 16,-4 0-3-16,0 3-2 15,0 4 0-15,-19 5-6 16,-1 4 15-16,-5 6-17 16,2 6-12-16,-3 5 1 15,0 0-3-15,0 9-5 16,1 17 2-16,7 4 2 16,4 7-3-16,7 1 2 15,7 1-1-15,0 0-2 16,0-1 4-16,14-2-2 15,11-2 1-15,9-1 1 16,6-2-8-16,3-3 8 16,-2-1-2-16,-6-2 3 0,-9 1 0 15,-9-2-1-15,-14 2 1 16,-3-2 4-16,-10 3 2 16,-19-3 15-16,-10-1 6 15,-8-5 3-15,-3-7 16 16,3-4-4-16,7-7 4 15,7 0-11-15,9-16-9 16,9-9-6-16,9-6-15 16,6-6-5-16,0 1 0 15,24 2-11-15,13 5-15 16,9 5-26-16,5 3-32 16,9 6-47-16,4 3-39 15,-2 2-147-15,-4 3-164 0</inkml:trace>
  <inkml:trace contextRef="#ctx0" brushRef="#br0" timeOffset="7288.52">5101 4545 1230 0,'0'0'96'0,"0"0"-93"0,0 0 8 15,0 0 41-15,0 0-24 16,115-32 2-16,-52 26-17 16,5 1-9-16,-6-1-4 15,-1 4 0-15,-8 0-66 16,-6-1-72-16,-7 0-111 15,-9-3-214-15</inkml:trace>
  <inkml:trace contextRef="#ctx0" brushRef="#br0" timeOffset="7542.06">5701 4168 1366 0,'0'0'65'16,"0"0"-65"-16,0 0 0 15,0 0 0-15,0 0 3 16,-4 110 37-16,14-51-29 16,-3 1-6-16,2 1-5 15,-3-3 0-15,1 0-4 16,-2 0-98-16,2-7-67 15,-3-10-218-15,5-15-304 0</inkml:trace>
  <inkml:trace contextRef="#ctx0" brushRef="#br0" timeOffset="8060.8">5958 4238 1210 0,'0'0'86'0,"0"0"-86"16,0 0 0-16,0 0 3 16,0 0 42-16,-15 114-29 15,0-67-3-15,-3-4-7 16,-2-5-2-16,-1-7-1 16,5-11-2-16,4-8 3 15,4-6 1-15,6-6 0 0,2 0 9 16,0 0 0-16,0 0-10 15,0-9-4-15,0 3-12 16,10 2 12-16,8-1 0 16,6 2-2-16,4 0 2 15,4 0 0-15,5 0 0 16,1-3 0-16,1 1-2 16,-7-5 2-16,-7 1-2 15,-7-3-13-15,-6-1 1 16,-6-5 14-16,-4-2 0 15,-2 0 1-15,0-1 10 16,-5 2-1-16,-2 4 15 0,1 4 11 16,0 7 26-1,5 4 8-15,1 0-35 0,-2 7-35 16,-1 23 5-16,-1 11-3 16,3 9 17-16,1 1-13 15,0-2-6-15,0 1 0 16,0-2-23-16,5-3-70 15,10-9-96-15,4-10-89 16,4-15-291-16</inkml:trace>
  <inkml:trace contextRef="#ctx0" brushRef="#br0" timeOffset="8360.58">6339 4498 1094 0,'0'0'180'15,"0"0"-180"-15,0 0 6 16,-14 78 4-16,18-58 20 16,21-7-16-16,9-7 0 15,3-6 8-15,1 0-12 16,-1-17 18-16,-4-8 4 16,-8-1-1-16,-8-2 53 15,-8 0-9-15,-9-2-28 16,-2 0-16-16,-18-1-16 15,-9 2-1-15,1 3-2 16,1 8-9-16,4 9-3 0,3 9-4 16,0 0-10-16,5 17-53 15,5 15-72-15,10 4-38 16,0-1-118-16,14-2-247 16</inkml:trace>
  <inkml:trace contextRef="#ctx0" brushRef="#br0" timeOffset="8710.94">6905 4453 1046 0,'0'0'343'15,"0"0"-330"-15,0 0-13 16,0 0 0-16,0 0 13 0,0 0 49 15,68 83-29-15,-46-45-11 16,-2 0-7-16,-2-7 3 16,-3-12-6-16,-5-9 7 15,0-6 31-15,4-4 13 16,6-10-15-16,13-22 3 16,12-14-33-16,7-11-2 15,7-9 1-15,-1-5-15 16,-1 1 8-16,-10 8-10 15,-11 15-2-15,-12 16-1 16,-10 16-8-16,-10 8-25 0,-4 7-27 16,0 0-118-16,-4 22-170 15,-20 1-79-15</inkml:trace>
  <inkml:trace contextRef="#ctx0" brushRef="#br0" timeOffset="9060.87">7157 4391 1190 0,'0'0'210'0,"0"0"-210"16,0 0-23-16,0 0 23 16,0 0 13-16,0 0 67 0,45 111-48 15,-30-64-13 1,-3 3 14-16,-4-4-18 0,-1-6 3 15,-2-15-7-15,-2-8 13 16,2-13 28-16,-1-4-10 16,6 0 10-16,15-21-7 15,13-17-12-15,17-19-14 16,9-9-14-16,1-11-4 16,5-5-2-16,1-3 1 15,-3 4 0-15,-3 10 0 16,-12 11-1-16,-7 11-4 15,-12 8-31-15,-11 10-37 16,-15 5-110-16,-8 6-253 16</inkml:trace>
  <inkml:trace contextRef="#ctx0" brushRef="#br0" timeOffset="17391.75">21542 6136 577 0,'0'0'149'0,"0"0"-138"15,0 0 12-15,0 0 103 16,0 0 3-16,0 0-18 16,0 0-46-16,0 0 6 15,0 0-3-15,0 0-13 16,0 0-1-16,0 0-14 15,0 0-11-15,0 0 4 16,0 0-16-16,0 0-9 16,0 0-4-16,0 0-2 15,0 0 4-15,0 0-5 16,0 0 1-16,10 0-2 16,4 0 6-16,5 0 2 0,1 0 1 15,3 0-8 1,2 0 3-16,2 2 3 15,-2-2-6-15,-3 0 2 0,-5 0-2 16,-8 0 2-16,-6 0-3 16,-3 0 0-16,0 0 0 15,0 0 7-15,0 1-7 16,0 0 16-16,0 2-12 16,0 5-2-16,0 8-2 15,0 10 6-15,0 14 15 16,0 10-7-16,0 9-4 15,0 2-1-15,0 1 7 16,0-5-8-16,0-7-6 16,0-3 2-16,0-7-4 15,0-5 0-15,-2-6 3 0,-2-8-6 16,1-6 3-16,0-6-7 16,2-7-77-16,1-2-91 15,0-2-56-15,0-24-265 16</inkml:trace>
  <inkml:trace contextRef="#ctx0" brushRef="#br0" timeOffset="17992.15">22003 6503 717 0,'0'0'475'0,"0"0"-461"15,0 0-11 1,0 0 45-16,0 0 10 0,0 0 6 16,57-92-43-16,-46 72-13 15,-2-2 31-15,-4-2-16 16,-3-1 3-16,-2-1-15 16,0-1-7-16,-6 2 5 15,-8 5 0-15,-3 3-8 16,2 5 19-16,0 5 3 15,3 1-11-15,2 4-8 16,-2 2 1-16,-4 0-5 16,-4 8 0-16,-2 12 1 0,2 3-2 15,3 1 1-15,9-4 0 16,4-4-1-16,4-2-2 16,0-1 3-16,4 0 3 15,14-2-2-15,9 3 4 16,6-2-2-16,6 5-1 15,3 2-2-15,-3 4 3 16,-3 0-5-16,-8 3 2 16,-8 0-3-16,-11-1 2 15,-9 0 0-15,0-1 1 16,-17-5-4-16,-8-2 8 16,-7-6 7-16,-1-6 17 0,-2-5 10 15,-2 0-1 1,5-9-15-16,4-9-7 0,6-6 1 15,8-3-15-15,6 0 6 16,8-5-5-16,0 2-2 16,2 2 0-16,16 2-6 15,9 4-32-15,8 2-45 16,10 3-81-16,2 0-58 16,-2-1-214-16</inkml:trace>
  <inkml:trace contextRef="#ctx0" brushRef="#br0" timeOffset="18925.37">22123 5900 453 0,'0'0'73'0,"0"0"-68"16,0 0 4-16,0 0 89 15,0-79 61-15,-4 66-74 16,-6-1 18-16,-2 0 1 16,-5-2-2-16,-3 3-25 0,-2-2-25 15,-3 4-9 1,0 2 21-16,-5 0-33 0,-3 1 6 15,-3 3-5-15,-2 1-4 16,-1 4-2-16,-1 0-10 16,2 0-1-16,-1 8 10 15,1 6-22-15,1 4 7 16,4 3-4-16,-1 3-5 16,2 2 4-16,2 2-2 15,4 2 3-15,1 3-4 16,-1 3 0-16,6 5 2 15,2 1 3-15,3 3-5 16,3 1 3-16,5 6 1 16,4 2-4-16,3 3 5 15,0 2-4-15,6-2 0 0,10-2 2 16,6-2-4-16,3 3 6 16,2 0-5-16,1-2 0 15,2-3-1-15,0-5 1 16,2-5 1-16,0-3-3 15,1-7 2-15,-1-1-1 16,0-4 0-16,-2-5 0 16,-1-3-1-16,-3-3 2 15,3-3-2-15,-3-4 1 16,4-4-1-16,4-4 0 16,4 0 0-16,7 0 5 15,4-12-5-15,6-9 1 16,2-3-1-16,1-6 0 0,1-3 4 15,-2 0-4-15,-4-4 0 16,-4 0 0-16,-6-2-3 16,-6-1 6-16,-5-5-3 15,-5-1 5-15,-6-2-4 16,-3-3 0-16,-6-6 0 16,-4-5 2-16,-6-3-1 15,-2 1-1-15,0 1-1 16,-10 2 11-16,-12 1-9 15,-4 1 20-15,-7 4-17 16,-6 2 2-16,-2 8 6 16,2 3-12-16,0 5 13 15,6 8-9-15,2 5-3 0,7 6-2 16,0 4 0 0,1 7-2-16,-4 3 0 0,-5 4-13 15,-6 0 8-15,-6 13-31 16,-3 12-25-16,2 8-54 15,2 7-130-15,6 0-105 16,3-2-269-16</inkml:trace>
  <inkml:trace contextRef="#ctx0" brushRef="#br0" timeOffset="23390.28">22557 6447 342 0,'0'0'91'15,"0"0"-5"-15,0 0 52 16,0 0 22-16,0 0-35 16,0 0-2-16,0 0-33 15,-49-45-2-15,47 45-10 16,2 0-6-16,0 0-30 15,0 0-36-15,0 0-2 16,15 0-4-16,14 3 12 16,11 2-5-16,11-3 4 15,11-2-10-15,7 0 3 0,3 0-4 16,-5-9-1 0,-9-3 1-16,-14 1-141 0,-17-4-76 15,-21-7-158-15</inkml:trace>
  <inkml:trace contextRef="#ctx0" brushRef="#br0" timeOffset="23579.05">22729 6213 998 0,'0'0'252'0,"0"0"-252"16,0 0-36-1,-14 78 36-15,14-26 21 0,4 7 8 16,11 4-11-16,3 1-14 15,2-5 1-15,0 0-5 16,-3-7-4-16,0-7-48 16,-4-13-191-16,-1-16-136 15</inkml:trace>
  <inkml:trace contextRef="#ctx0" brushRef="#br0" timeOffset="23816.74">23085 6131 181 0,'0'0'1082'0,"0"0"-1082"16,0 0-22-16,0 83 22 15,2-29 6-15,9 7-1 16,1 3 0-16,1 2-1 15,-1-4-4-15,-4 0-1 16,-1-4-76-16,-4-8-212 16,3-16-184-16</inkml:trace>
  <inkml:trace contextRef="#ctx0" brushRef="#br0" timeOffset="24340.75">23394 6200 1002 0,'0'0'196'16,"0"0"-196"-16,0 0-30 15,0 0 30-15,0 0 9 16,-5 87-6-16,3-58 3 16,-1-2-5-16,-5-5 1 15,-2-6-2-15,0-7 0 16,0-8 2-16,5-1 5 15,1 0 3-15,2-5 6 16,1-8-11-16,1 0-4 16,0 6 0-16,0 2-1 15,1 5 0-15,13 0 0 0,4 6-2 16,7 10 2-16,5 3 0 16,5-3 0-16,7-2-1 15,-2-6 3-15,-5-4-2 16,-8-3 0-16,-10-1 1 15,-10 0-1-15,-4-9 3 16,-3-12-2-16,0-4-1 16,0-7-1-16,-3-6 1 15,-6 2 4-15,-2 3-3 16,2 8 5-16,3 11 14 16,2 10 31-16,2 4 5 15,2 1-54-15,0 27 2 0,0 13-4 16,0 14 0-1,4 3 4-15,4 0-4 0,2-5 0 16,6-5-1-16,0-5-1 16,4-11-97-16,3-10-146 15,1-18-261-15</inkml:trace>
  <inkml:trace contextRef="#ctx0" brushRef="#br0" timeOffset="24607.34">23852 6268 986 0,'0'0'171'16,"0"0"-163"-16,0 0-12 0,-32 93 8 15,36-67 4-15,21-6-1 16,8-8 4-16,2-10 0 16,-2-2 3-16,-2-2 13 15,-11-15 17-15,-8-2-4 16,-7-6 13-16,-5-2-21 15,0 1-6-15,-7 4-22 16,-13 4-1-16,-2 8-3 16,-7 10-14-16,-7 0-69 15,-6 28-27-15,-8 16-118 16,-4 9-195-16</inkml:trace>
  <inkml:trace contextRef="#ctx0" brushRef="#br0" timeOffset="24897.6">22020 7515 1121 0,'0'0'63'0,"0"0"-59"0,92-30-1 16,-46 28 44-16,6 2-16 16,0 0-28-16,-1 6-3 15,-6 4-12-15,-9-1-161 16,-14-2-276-16</inkml:trace>
  <inkml:trace contextRef="#ctx0" brushRef="#br0" timeOffset="25041.45">22188 7697 1371 0,'0'0'0'0,"0"0"-39"15,113-11 0-15,-45 11 39 16,14 0 0-16,11-1-223 15,8-5-328-15</inkml:trace>
  <inkml:trace contextRef="#ctx0" brushRef="#br0" timeOffset="25724.48">23921 7554 488 0,'0'0'406'0,"0"0"-397"16,0 0 6-16,0 0 23 15,0 0 43-15,0 0-14 16,19-35-51-16,-9 19 22 16,1-4 4-16,-1 1 0 15,-2-5-23-15,-1-2 3 16,-5 1 5-16,-2-2 12 16,0 1-15-16,-2 2-11 0,-13 0 17 15,0 4-2 1,-4 5-8-16,-2 5 5 0,-4 5-9 15,-5 5-15-15,-4 0 2 16,-1 5-3-16,0 12 1 16,8 3-2-16,6 1 1 15,9-1-2-15,8-3 2 16,4-3-3-16,0 1 3 16,17 1 0-16,13-1 1 15,8-1-1-15,6 1 1 16,3-1 0-16,0 5-1 15,-4 0 0-15,-3 5-2 16,-8 2 1-16,-9-3-5 16,-9 1 3-16,-11-4-10 15,-3-2 8-15,-7 2 5 0,-17-6 0 16,-10 1 8-16,-3-8 3 16,-3-4 11-16,2-3 15 15,1 0-9-15,5-15 9 16,8-8-6-16,7-2-15 15,8-7-3-15,8-1-13 16,1-4-3-16,10 5-7 16,13 1-61-16,9 3-61 15,4 6-38-15,3 1-235 16,-7 1-484-16</inkml:trace>
  <inkml:trace contextRef="#ctx0" brushRef="#br0" timeOffset="26256.67">23584 7339 737 0,'0'0'165'0,"0"0"-146"16,0 0 23-16,0 0 145 0,0 0-64 15,0 0-70-15,-13-39-33 16,12 39-20-16,1 20 6 15,0 12-2-15,0 15 71 16,0 8-45-16,0 2-24 16,0 1-3-16,7-4 1 15,-1-2-4-15,-1-10-2 16,-3-6-18-16,-2-8-150 16,0-8-105-16,0-13-271 15</inkml:trace>
  <inkml:trace contextRef="#ctx0" brushRef="#br0" timeOffset="27459.62">23282 7479 506 0,'0'0'374'16,"0"0"-319"-16,0 0-52 16,0 0-1-16,0 0 16 15,0 0 29-15,-7 0 24 0,-9 4-12 16,-6-1-16-16,-1-3 13 16,1 0-7-16,2-15 0 15,3-7-20-15,7-4-6 16,5-2-3-16,5 0-18 15,0 4 5-15,2 3-4 16,16 5-3-16,7 4-1 16,7 7-2-16,0 5 2 15,1 2 1-15,-4 19-7 16,-9 9 2-16,-5 11 4 16,-11 8 0-16,-4 8-2 15,-4 6 1-15,-23-5 2 0,-7-4-1 16,-1-8 2-1,-1-11 0-15,4-13-1 0,5-8 5 16,5-9 23-16,7-5 18 16,4 0 13-16,1-12-25 15,3-14-22-15,7-4-6 16,0-5-5-16,5 6 3 16,13 6-4-16,6 9-1 15,2 7 0-15,5 7 1 16,3 1-1-16,5 25 0 15,5 10-1-15,2 8-2 16,5 2-65-16,-2 1-46 16,-3 0-66-16,-4-6-90 0,-13-8-160 15</inkml:trace>
  <inkml:trace contextRef="#ctx0" brushRef="#br0" timeOffset="28593.32">21044 8529 717 0,'0'0'154'0,"0"0"-136"15,0 0 33-15,0 0 81 16,0 0-29-16,0 0-37 16,45-73-22-16,-9 66-12 15,4 5-16-15,5 2 8 16,-3 2-4-16,-7 16-12 16,-8 5-1-16,-12 7-4 0,-11 5-2 15,-4 6 3-15,-7 3-2 16,-22 1 3-16,-10 0-2 15,-7-2-1-15,-6-5 2 16,-1-6-4-16,6-9 4 16,7-14 1-16,13-5-1 15,14-4 12-15,6 0 51 16,7-13-19-16,7-7-40 16,23-4-6-16,14 2 1 15,5 3-2-15,8 8 3 16,2 4-4-16,-4 7 0 15,-3 0-1-15,-5 5 0 16,-6 10-5-16,-2 2-95 16,-2 0-34-16,-4-2-84 15,-6-4-197-15</inkml:trace>
  <inkml:trace contextRef="#ctx0" brushRef="#br0" timeOffset="28776.42">21630 8510 1044 0,'0'0'107'16,"0"0"-98"-16,0 0 6 15,0 0 23-15,0 0 29 16,36 77-34-16,-17-24-25 0,1 4-4 16,-3-1-4-1,-5-1-9-15,0-6-124 0,-4-9-154 16,1-7-208-16</inkml:trace>
  <inkml:trace contextRef="#ctx0" brushRef="#br0" timeOffset="29260.01">22093 8657 983 0,'0'0'45'0,"0"0"-42"15,0-98 11-15,-5 68 90 16,-12 8-31-16,0 3-38 16,-8 9-10-16,4 4-6 0,-3 4 13 15,3 2-3-15,-1 0-9 16,2 6-12-16,4 10-2 16,0 2-4-16,6 2 0 15,5 0-2-15,5 0 1 16,0-3-1-16,15 0 2 15,12 2 1-15,11-3 0 16,4 2-1-16,2 2 0 16,-4 4-2-16,-3-2 0 15,-7 2-1-15,-6-3 0 16,-10-5 1-16,-9 0 0 16,-5-3 1-16,-8-4 0 0,-20 0 6 15,-9-3 20-15,-10-5 25 16,-1-1 2-16,4 0-15 15,7-4 7-15,12-11-11 16,12-1-7-16,11-1-9 16,2-1-8-16,7-3-9 15,24 0-2-15,11 1-3 16,9 5 0-16,5 3-70 16,3 6-52-16,-2 5-67 15,-2-1-49-15,-7 2-192 16</inkml:trace>
  <inkml:trace contextRef="#ctx0" brushRef="#br0" timeOffset="29449.73">22358 8706 913 0,'0'0'508'0,"0"0"-494"15,0 0-11-15,0 0-3 16,0 0 9-16,117-18-7 15,-44 18 1-15,4 0-6 16,0 0 3-16,-7 0-97 16,-11 0-82-16,-16 0-233 15</inkml:trace>
  <inkml:trace contextRef="#ctx0" brushRef="#br0" timeOffset="29652.1">22595 8548 1219 0,'0'0'114'15,"0"0"-114"-15,0 0-3 16,0 0 3-16,42 93 3 16,-24-43-3-16,-1 3 0 15,-3-2 0-15,-1-4-59 16,-3-5-125-16,0-7-156 15</inkml:trace>
  <inkml:trace contextRef="#ctx0" brushRef="#br0" timeOffset="29921.87">22948 8447 1106 0,'0'0'46'16,"0"0"-46"-16,0 0 0 16,0 0 22-16,4 115 7 0,2-54-21 15,1 1-3-15,-1 0-5 16,1-5-28-16,1-7-147 15,0-9-129-15,1-12-241 16</inkml:trace>
  <inkml:trace contextRef="#ctx0" brushRef="#br0" timeOffset="30425.02">23183 8516 802 0,'0'0'75'0,"0"0"-74"0,0 0 3 16,0 0 75-16,0 0-23 16,0 0-41-16,-7-9-13 15,7 16 1-15,-3 6 69 16,0 5-18-16,-2 3-20 15,3 2-16-15,1 2-6 16,1 0 0-16,0-4-3 16,0-2-7-16,14-5 3 15,8-6 1-15,5-6 0 16,4-2 4-16,0 0-8 0,-3-2 1 16,-4-8-1-1,-4-4 0-15,-5-3-1 0,-5-4-1 16,-5-4 1-16,-5 3-1 15,0 0 0-15,-10 2 2 16,-3 3 1-16,1 7 1 16,4 3 9-16,3 5 31 15,1 2 9-15,1 4-36 16,-2 20-14-16,1 12 6 16,4 11 21-16,0 2-25 15,0 4 1-15,9-3-5 16,6-5-1-16,0-8-10 15,1-11-123-15,2-9-95 16,-2-13-243-16</inkml:trace>
  <inkml:trace contextRef="#ctx0" brushRef="#br0" timeOffset="30759.62">23571 8585 546 0,'0'0'616'0,"0"0"-596"16,0 0-19-16,-25 113 5 16,25-73 11-16,11-7 12 15,10-7-22-15,4-12-2 16,8-11 1-16,2-3-2 16,4-11 0-16,-2-15 2 0,-10-1-3 15,-9-2 9-15,-13 1 44 16,-5-2 3-16,-7-2 0 15,-16-1-25-15,-8 3-7 16,0 7-7-16,1 8-10 16,1 12-1-16,1 3-9 15,3 7-3-15,2 18-2 16,6 6-45-16,10 4-86 16,7-3-16-16,7-1-176 15,17-11-230-15</inkml:trace>
  <inkml:trace contextRef="#ctx0" brushRef="#br0" timeOffset="30996.23">24009 8387 1227 0,'0'0'125'16,"0"0"-121"-16,0 0-4 15,0 0 0-15,9 89 53 16,3-36-9-16,-1 1-34 16,-1-4-5-16,-1-2-4 15,-5-6 1-15,0-6-2 16,-3-7-5-16,-1-4-86 0,0-10-63 16,0-11-220-1</inkml:trace>
  <inkml:trace contextRef="#ctx0" brushRef="#br0" timeOffset="31289.25">24210 8544 982 0,'0'0'188'16,"0"0"-182"-16,0 0-2 16,0 0 0-16,0 0 11 15,0 0-7-15,-82 39-3 16,57-24-1-16,1-5-4 15,6-2 10-15,4-5 9 16,10-2 4-16,4-1 21 16,0 0 1-16,3 0-25 0,20 0-8 15,11 0-12 1,7 0 4-16,5 3-4 0,-2 10 0 16,2 3 0-16,1 2 0 15,0 3-4-15,-4-2-92 16,-5-6-121-16,-6-4-276 15</inkml:trace>
  <inkml:trace contextRef="#ctx0" brushRef="#br0" timeOffset="31519.43">24536 8289 39 0,'0'0'1259'15,"0"0"-1218"-15,0 0-41 16,0 0 0-16,-7 119 29 16,12-47 27-16,7 7 4 15,0 2-28-15,-4-2-22 16,0-5-5-16,1-8-5 16,-4-8 0-16,-2-13-10 15,0-10-147-15,3-16-116 16,0-15-307-16</inkml:trace>
  <inkml:trace contextRef="#ctx0" brushRef="#br0" timeOffset="32392.1">24648 8191 1131 0,'0'0'213'15,"-87"-11"-208"-15,37 11-1 16,-7 0 18-16,-8 0 92 16,-15 2-61-16,-19 2-29 15,-16-1-6-15,-24-1-3 16,-22 1-5-16,-28-2-6 0,-18-1 1 16,-16 0-3-1,-5 0 3-15,0 0-5 0,7 0 4 16,4-6 17-16,13-1-1 15,9-1-11-15,14-3-2 16,24-1-2-16,25 0-5 16,25 0 15-16,22 2-1 15,19-2-8-15,18 2-2 16,13 3-2-16,17-1 1 16,8 4-3-16,6 3 4 15,2-1-6-15,2 0 2 16,-1 1 0-16,1-1 0 15,0 0 3-15,0 0-3 16,0 2 4-16,0-2-3 16,-3 1 13-16,-3 0-2 0,-2-1-7 15,-2 2-5-15,2 0 3 16,-2 0-3-16,1 0 0 16,5 0 1-16,-2 0-1 15,3 0 0-15,-1 0 1 16,3 0-2-16,1 0 1 15,0 0-1-15,0 0 1 16,-2 0-6-16,-3 8 5 16,-3 13-1-16,-1 10 2 15,1 11 0-15,5 11-1 16,3 15 1-16,0 10 1 16,0 10 1-16,0 12-2 0,8 8 0 15,1 3 2 1,2-2-2-16,4 0-1 0,4-12 1 15,4-9 0-15,3-11 1 16,3-16-3-16,3-12 3 16,1-15-1-16,9-11 0 15,10-11 0-15,13-7 0 16,19-5 3-16,16 0-3 16,20-3 4-16,23-8-3 15,24-2 2-15,25 2 1 16,24-4-4-16,23-2-1 15,12 1 0-15,11 1 2 16,-1 2 0-16,-4 6-1 0,-13 3-1 16,-20-1 1-1,-23 4-1-15,-34 0 1 0,-31 1 0 16,-35 0-25-16,-25-6-46 16,-26-3-50-16,-27-5-85 15,-23-10-81-15,-13-11-323 16</inkml:trace>
  <inkml:trace contextRef="#ctx0" brushRef="#br0" timeOffset="33689.77">13550 6786 582 0,'0'0'54'16,"0"0"-18"-16,0 0 103 15,0 0 20-15,0 0-39 16,0 0-13-16,-65-75-33 16,65 75-19-16,0 0-26 15,0 0-12-15,10 0-15 0,18 4 2 16,14 5 34-16,10-3-5 16,3-1-18-16,-1-4-10 15,-5-1-2-15,-13 0-1 16,-6 0-1-16,-8 0 0 15,-7 0-1-15,-8-3 4 16,-6 0 1-16,-1 3 6 16,0 0 4-16,0 0 20 15,0 0-11-15,0 0-24 16,0 25-13-16,0 16 13 16,0 15 0-16,-5 7 6 0,0 1-5 15,4-5-1-15,1-4-4 16,0-4-70-16,0-8-41 15,0-7-62-15,4-13-166 16,3-18-151-16</inkml:trace>
  <inkml:trace contextRef="#ctx0" brushRef="#br0" timeOffset="34308.27">14213 6910 922 0,'0'0'144'0,"0"0"-144"15,0 0 12-15,45-99 59 16,-29 65 20-16,-3 1-48 16,-4 4-35-16,-9 5 3 15,0 4 50-15,-9 4-43 0,-16 6-15 16,-6 4 0-16,-4 6 7 15,1 0-6-15,4 17-4 16,7 6 1-16,6 6-1 16,7 2 2-16,10 0-2 15,0 0 1-15,17-1 1 16,18-3-4-16,6-2 4 16,4-2 3-16,0 1-5 15,-4 1-3-15,-11 0 3 16,-8 0 0-16,-14-1-1 15,-8-4 1-15,-2-3 0 16,-20-4 24-16,-4-5 25 16,-4-4 4-16,2-4 11 0,-3 0-22 15,4-9-2 1,6-12-22-16,6-3-7 0,9-3-3 16,6-3-8-16,2 5-7 15,25 2 1-15,13 1-27 16,12 4-35-16,8 3-59 15,4 5-19-15,-5 4-87 16,-8 3-169-16,-11 1-76 16</inkml:trace>
  <inkml:trace contextRef="#ctx0" brushRef="#br0" timeOffset="34443.95">14598 6862 398 0,'0'0'808'0,"0"0"-750"15,0 0-56 1,0 0 4-16,117-45 33 0,-62 31-21 15,0 3-18-15,-1 1 0 16,-4 4-85-16,-8-4-155 16,-7-1-187-16</inkml:trace>
  <inkml:trace contextRef="#ctx0" brushRef="#br0" timeOffset="34639.79">15008 6529 1079 0,'0'0'166'16,"0"0"-139"-16,0 0-8 0,0 0-15 16,-14 78 88-1,20-21-41-15,6 2-41 0,-1-5-7 16,-1-5-3-16,-4-4-10 16,0-6-60-16,-5-6-92 15,-1-10-223-15,0-10-383 16</inkml:trace>
  <inkml:trace contextRef="#ctx0" brushRef="#br0" timeOffset="35105.61">15227 6529 1209 0,'0'0'90'0,"0"0"-83"16,0 0-7-16,0 0 15 15,-53 105 10-15,36-71-14 16,-4-3-4-16,2-2-5 16,-1-5 4-16,3-10-3 15,7-4-1-15,3-9 5 16,5-1-2-16,2 0 7 16,0 0-5-16,0 0-7 15,0 0-14-15,13 0 14 16,8 0 0-16,7 0 3 15,4 0 0-15,5 0-3 16,1 0 1-16,-1-9 0 16,-5-2 0-16,-5-1-1 0,-10-1-5 15,-6-7-3 1,-6-1 2-16,-5-3 6 0,0 2 2 16,0 2 7-16,-10 5 14 15,4 7 14-15,0 7 26 16,5 1-4-16,1 3-59 15,0 22-4-15,0 11 4 16,0 10 10-16,0-2-7 16,10 0-3-16,1-4 0 15,3-5-27-15,1-4-115 16,3-10-56-16,1-11-207 16</inkml:trace>
  <inkml:trace contextRef="#ctx0" brushRef="#br0" timeOffset="35421.98">15558 6518 1224 0,'0'0'81'16,"0"0"-80"-16,-21 107 6 16,21-62 22-16,6-7-4 15,17-7-15-15,6-11-9 16,-1-11 1-16,3-9 7 15,-7 0-5-15,-3-22 11 16,-5-8 2-16,-6-6 28 0,-8-1 13 16,-2-1 1-16,-18 4-37 15,-14 3-17-15,0 8-3 16,0 9-2-16,5 9-13 16,7 5 12-16,7 0-73 15,8 12-46-15,5 3-19 16,6-3-123-16,23-4-82 15,8-8-77-15</inkml:trace>
  <inkml:trace contextRef="#ctx0" brushRef="#br0" timeOffset="35955.75">15861 6302 1032 0,'0'0'134'0,"-39"-89"-103"16,-1 40 49-1,-10 0 5-15,-12-1-1 0,-10 4-26 16,-13-2-19-16,-19 7-4 15,-8 3-14-15,-13 10-21 16,-11 13-1-16,-7 13 0 16,-11 2-5-16,-3 25 6 15,6 16 0-15,9 14 1 16,10 10-1-16,15 17 3 16,10 14-1-16,14 13-2 15,15 7-3-15,18 2 3 16,17-5 8-16,14-8 6 15,21-4 7-15,8-8-12 16,15-2-2-16,29-8 0 16,15-3-5-16,22-6-2 0,13-6 4 15,14-10-4 1,11-10 0-16,8-14-7 0,7-21-3 16,8-13-16-16,7-24-22 15,3-26-10-15,-2-16-11 16,0-9 3-16,-2-7 13 15,-11-5 34-15,-11-2 19 16,-18 2 0-16,-22 5 0 16,-27 7 48-16,-27 7-20 15,-23 2 2-15,-11 3 29 16,-37 1 3-16,-14 3-38 16,-9 6 3-16,-3 12-11 0,3 9 7 15,9 12-10 1,11 15-7-16,12 5-6 0,10 4-3 15,11 23-21-15,9 9-77 16,12 4-69-16,25 0-98 16,9-7-212-16</inkml:trace>
  <inkml:trace contextRef="#ctx0" brushRef="#br0" timeOffset="36192.68">16131 6615 1393 0,'0'0'124'0,"0"0"-124"0,0 0-4 15,0 0 4-15,141-14 33 16,-49 9-28-16,8 1 0 15,2-4-5-15,-7 2-44 16,-11-1-131-16,-21-1-117 16,-22-3-260-16</inkml:trace>
  <inkml:trace contextRef="#ctx0" brushRef="#br0" timeOffset="36378.42">16491 6410 1259 0,'0'0'76'0,"0"0"-72"16,2 78-4-16,14-24 10 15,3 8 9-15,-2 4-14 16,1-1-5-16,-1-8-14 16,1-10-133-16,-1-10-166 15,-4-15-216-15</inkml:trace>
  <inkml:trace contextRef="#ctx0" brushRef="#br0" timeOffset="36598.64">16869 6252 1316 0,'0'0'120'0,"0"0"-118"15,0 126-2-15,0-56 12 16,5 4-4-16,8-3-8 16,4-5 0-16,-2-7-20 15,-1-9-112-15,-3-12-149 16,-1-13-226-16</inkml:trace>
  <inkml:trace contextRef="#ctx0" brushRef="#br0" timeOffset="36940.87">17143 6318 1198 0,'0'0'111'0,"0"0"-102"16,-18 109-9-16,18-65 3 15,1-3 15-15,17-6-5 16,4-8-12-16,2-13-1 15,1-12 1-15,-2-2 10 16,-1-7-3-16,-4-16-5 0,-1-8 7 16,-5-5 0-1,-6 1-10-15,-3 4 20 0,0 12 47 16,-3 12 12-16,0 7-16 16,0 2-60-16,0 31-3 15,-3 14 0-15,-3 10 3 16,1 2 0-16,5-4-3 15,0-6-2-15,0-7-41 16,11-6-132-16,7-11-79 16,-1-11-310-16</inkml:trace>
  <inkml:trace contextRef="#ctx0" brushRef="#br0" timeOffset="37227.51">17511 6545 1259 0,'0'0'74'0,"0"0"-72"16,0 0-2-16,0 0 7 15,0 0 9-15,0 0-5 16,67 76-2-16,-39-82 0 16,-3-16 2-16,-8-4 14 15,-9-2 3-15,-8-1 27 16,-3 2 7-16,-24 2-37 15,-8 5-14-15,2 5-10 16,4 10 2-16,11 5-3 0,4 0-7 16,6 11 0-16,8 13-74 15,0 3-73 1,18-1-104-16,14-7-184 0</inkml:trace>
  <inkml:trace contextRef="#ctx0" brushRef="#br0" timeOffset="37438.63">17845 6322 1256 0,'0'0'137'16,"0"0"-136"-16,0 0 5 16,0 0 33-16,-21 118 52 0,21-53-61 15,3-2-20-15,5-2-9 16,-3-7-1-16,2-7-5 15,-2-7-102-15,2-11-68 16,0-11-140-16,0-16-247 16</inkml:trace>
  <inkml:trace contextRef="#ctx0" brushRef="#br0" timeOffset="37722.69">18056 6374 1150 0,'0'0'224'0,"0"0"-224"0,0 0 0 16,0 0 11 0,-114 103 24-16,86-70-16 15,-1-1-11-15,4-3-7 0,3-7 3 16,8-7-2-16,7-8 0 16,7-7 0-16,1 0 6 15,31-3 4-15,17-7 1 16,16 3-12-16,9 7 5 15,4 0-6-15,-1 7-4 16,0 14 2-16,-4 5-4 16,-9 4-6-16,-18 3-85 15,-15-3-118-15,-20-6-400 16</inkml:trace>
  <inkml:trace contextRef="#ctx0" brushRef="#br0" timeOffset="42123.16">18239 2653 719 0,'0'0'244'0,"0"0"-213"0,0 0-19 16,0 0 44-16,0 0 53 15,0 0-30-15,0 0-26 16,0-3-7-16,0 3-14 15,0 0 1-15,0 0-13 16,0 0-1-16,0 0 16 16,-6 0 5-16,-11 0-3 15,-11 0-3-15,-11 6-27 16,-7-2 7-16,-8-2-6 16,-1 1 9-16,-1-2 1 15,8 1-11-15,10-1-3 0,8-1-1 16,11 0 1-16,8 0-1 15,4 0-1-15,5 0 2 16,1 0 2-16,1-1-3 16,0 1-2-16,0 0-1 15,0 0-1-15,0 0 1 16,0 0-4-16,0 0-5 16,0 0 8-16,0 0-4 15,0 21 4-15,-4 13 1 16,-8 15 1-16,-1 8 1 15,-6 2-1-15,5-2 1 16,-1-8-1-16,5-8 0 0,1-7 1 16,2-8-2-16,4-9 1 15,2-9-1 1,1-5 0-16,0-3-5 0,0 0-2 16,0 0 7-16,23-5 4 15,13-14 15-15,8-2-18 16,6 4 1-16,4 6-2 15,2 11-4-15,6 0 3 16,2 32-2-16,0 14-4 16,-6 19 6-16,-9 13 1 15,-13 12 0-15,-17 9 2 16,-18 4-1-16,-1-7 3 16,-18-12-1-16,-12-19 0 0,-9-17 1 15,-9-14 1 1,-14-11 21-16,-4-11 1 0,-6-12-3 15,1-10 5-15,11-30-7 16,7-16-7-16,14-18-7 16,17-9-5-16,16-1-3 15,6 9 0-15,15 12 0 16,17 19-4-16,6 17 0 16,3 16 4-16,8 11-2 15,3 12-3-15,3 20 5 16,-3 10 0-16,-7 6 0 15,-6 1-3-15,-13 3-9 16,-5-4-16-16,-8-6-1 16,-5-10-32-16,-3-15-1 15,-3-8-27-15,-2-7-12 0,0-2 39 16,0 0 10-16,0-18-64 16,0-9-279-16,0-2-98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18:34.37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8168 2233 641 0,'0'0'98'15,"0"0"-72"-15,0 0 65 16,0 0 67-16,0 0-18 16,0 0-62-16,0 0-35 15,0-12 0-15,0 12 7 16,0 0 7-16,0 0-12 15,0 0-30-15,-1 14-10 16,-4 18-4-16,-2 17 17 16,2 19 1-16,3 13-11 15,2 8-3-15,0 2 4 0,0-6-9 16,0-14 4-16,4-13-4 16,4-13 1-16,-1-8 1 15,3-6-2-15,-2-8-1 16,2-5 1-16,2-7-104 15,3-11-77-15,5 0-202 16,1-30-295-16</inkml:trace>
  <inkml:trace contextRef="#ctx0" brushRef="#br0" timeOffset="615.8">8720 2382 1301 0,'0'0'106'15,"0"0"-97"-15,0 0-9 16,0 0 51-16,0 0 26 16,0 0-51-16,-37-3-20 15,27 3 4-15,-3 0 4 16,-2 0 0-16,-2 0-1 15,-2 0-1-15,3-1 7 16,1-2 8-16,-2-3-14 16,4 1-5-16,1 2-5 0,2 0-2 15,5 3 0-15,0 0-1 16,0 0-3-16,-1 0-2 16,-4 15-2-16,-2 6-5 15,2 7 9-15,0 3 3 16,1 3 1-16,1-1 1 15,-1-3 0-15,5-6-1 16,-1-6 0-16,1-7-1 16,4-7 0-16,0-4 0 15,0 0-2-15,0 0 1 16,0 0-8-16,13-13 9 16,9-5 2-16,5-2 2 15,5 6-4-15,-2 4-7 0,-2 7 3 16,1 3-2-1,-4 5-6-15,-4 16 7 0,-4 7 0 16,-8 5 2-16,-6-1 2 16,-3-3-6-16,0-3 7 15,-12-4 6-15,-11-3-4 16,-7 1 3-16,-4-3 4 16,3-5-3-16,2-4-4 15,4-1-1-15,3-3-2 16,5-1-7-16,7-3-109 15,10 0-120-15,0-3-181 16</inkml:trace>
  <inkml:trace contextRef="#ctx0" brushRef="#br0" timeOffset="811.4">8872 2668 995 0,'0'0'271'0,"0"0"-269"16,0 0 4-16,-35 76-3 16,24-50 0-16,1-1 4 15,3-1-7-15,4-2-1 16,-1-4-7-16,4-5-187 16,0-8-214-16</inkml:trace>
  <inkml:trace contextRef="#ctx0" brushRef="#br0" timeOffset="1349.66">9221 2422 1188 0,'0'0'68'16,"0"0"-64"-16,0 0 32 15,0 0 69-15,0 0-28 16,0 0-49-16,-36-66 0 16,17 72-17-16,-3 21-9 0,-4 8-2 15,3 6 1-15,3-2 0 16,8-3-1-16,8-7 4 16,4-7-6-16,4-9 2 15,16-6-5-15,7-7 3 16,0 0-7-16,1-15-8 15,-5-9-27-15,-4-1 6 16,-9 0 34-16,-7-1-10 16,-3 1 12-16,0 1 2 15,0 1 5-15,0 5-1 16,0 6-2-16,-2 4 0 16,2 7 17-16,0 1 4 15,0 0-23-15,0 0-11 16,13 13 9-16,9 11 2 15,0 7 0-15,2 5 1 0,-4 4-1 16,-2 1 3-16,-7 1 2 16,-4-6-4-16,-7-3 8 15,0-7-4-15,-1-3 0 16,-18-3-2-16,-6 2 7 16,-5-4-3-16,-3-5-7 15,1-6-2-15,0-7-127 16,4 0-168-16,6-23-281 15</inkml:trace>
  <inkml:trace contextRef="#ctx0" brushRef="#br0" timeOffset="1627.83">9397 2331 1084 0,'0'0'129'0,"0"0"-129"16,0 0 0-16,100-3 12 16,-62 20 8-16,-2 11 9 15,-1 5 2-15,-6 6-8 16,-9 7-8-16,-10 5 2 16,-9 1-6-16,-1-2-2 15,0-5-5-15,-17-6-1 16,-4-4-3-16,-3-5 2 0,1-6-4 15,0-6-60-15,4-8-131 16,6-10-262-16</inkml:trace>
  <inkml:trace contextRef="#ctx0" brushRef="#br0" timeOffset="1876.94">9897 2476 1186 0,'0'0'194'0,"0"0"-194"16,0 0-2-16,0 0 2 15,101-4 39-15,-48 4-17 16,4 0-13-16,-7 6-9 15,-5-1-41-15,-10-3-183 16,-15-2-348-16</inkml:trace>
  <inkml:trace contextRef="#ctx0" brushRef="#br0" timeOffset="2025.86">9932 2757 1446 0,'0'0'0'0,"0"0"-94"0,0 0 94 16,118 0 1-16,-50-8-1 16,5-7-226-16,-3-3-271 15</inkml:trace>
  <inkml:trace contextRef="#ctx0" brushRef="#br0" timeOffset="2564.19">10927 2273 618 0,'0'0'323'0,"0"0"-291"16,0 0-2-16,0 0 130 15,0 0-56-15,0 0-65 16,-47 18-14-16,30 16 11 15,-1 16 1-15,3 11 0 16,2 13 26-16,2 6-41 16,10-4-18-16,1-4 1 0,3-12-3 15,23-11-2-15,9-16-66 16,10-16-133-16,3-15-142 16,-1-2-298-16</inkml:trace>
  <inkml:trace contextRef="#ctx0" brushRef="#br0" timeOffset="3066.96">11204 2468 609 0,'0'0'478'0,"0"0"-442"16,0 0-8-16,0 0 87 15,0 0-13-15,0 0-35 0,-75-68-63 16,60 94-4-16,-2 10-2 15,3 11 2-15,2 0 0 16,8-3 2-16,4-8 0 16,0-9-3-16,14-13 1 15,9-8 0-15,4-6 2 16,0-4-2-16,-2-12-41 16,-5-6-8-16,-5-3 27 15,-7-3-1-15,-3-4 23 16,-5 1 2-16,0 1 6 15,0 6-7-15,0 10 10 16,0 8 14-16,0 6 1 16,0 0-26-16,0 5-1 15,0 17 1-15,0 13-2 0,5 8 4 16,7 2-1-16,-1 1 4 16,3-4-1-16,-2-3 16 15,-6-3-2-15,-2-3 2 16,-4-5 9-16,0-3 9 15,-14-4-6-15,-9 0-9 16,-6-1-5-16,-2-4-3 16,-6-3-12-16,0-5-3 15,2-5 0-15,3-3-60 16,6 0-86-16,5-9-65 16,11-8-306-16</inkml:trace>
  <inkml:trace contextRef="#ctx0" brushRef="#br0" timeOffset="3269.9">11427 2696 809 0,'0'0'498'15,"0"0"-494"-15,0 0-4 16,6 92 2-16,1-57 5 15,2-1-7-15,-1-3 2 16,-2-6-2-16,0-3-30 16,-5-8-218-16,1-8-166 0</inkml:trace>
  <inkml:trace contextRef="#ctx0" brushRef="#br0" timeOffset="3497.75">11606 2517 1167 0,'0'0'47'16,"0"0"-46"-16,0 118 6 16,0-72-1-16,2 1 5 15,4-7 4-15,1-2-13 0,0-9 2 16,-3-2-4-1,1-5-35-15,-1-7-280 0,-2-6-253 16</inkml:trace>
  <inkml:trace contextRef="#ctx0" brushRef="#br0" timeOffset="3705.65">11783 2491 1094 0,'0'0'156'0,"0"0"-151"16,0 109-5-1,0-56 7-15,0-3-3 0,3-3 0 16,9-4-3-16,-2-9-1 16,1-2 0-16,-2-11-154 15,-4-6-292-15</inkml:trace>
  <inkml:trace contextRef="#ctx0" brushRef="#br0" timeOffset="3954.32">11962 2373 1170 0,'0'0'85'0,"0"0"-85"0,0 0 0 15,99 58 4-15,-59-6 28 16,-2 11 3-16,-8 5-3 16,-10-3-17-16,-10-3-2 15,-8-8 2-15,-2-4-10 16,0-3-1-16,-13-7-4 16,-9-3 0-16,-1-9-76 15,-3-12-274-15</inkml:trace>
  <inkml:trace contextRef="#ctx0" brushRef="#br0" timeOffset="4149.38">12473 2740 843 0,'0'0'662'0,"0"0"-662"15,-8 111-40-15,3-67 40 16,3-4-1-16,2-2-2 16,0-9-207-16,2-12-166 15</inkml:trace>
  <inkml:trace contextRef="#ctx0" brushRef="#br0" timeOffset="4426.27">12820 2238 1322 0,'0'0'72'0,"0"0"-72"15,0 0 0-15,0 0 0 16,0 0 2-16,-20 144 69 15,20-64-47-15,0 1-14 16,6-3-5-16,4-7-3 0,2-13-2 16,3-11 4-1,7-10-8-15,3-14-81 0,2-12-138 16,-1-11-361-16</inkml:trace>
  <inkml:trace contextRef="#ctx0" brushRef="#br0" timeOffset="4997.1">13214 2353 1267 0,'0'0'141'16,"0"0"-137"-16,0 0-4 15,0 0 23-15,0 0 51 16,0 0-57-16,-65 14-12 0,34-3 4 15,3-1 6-15,0-2 10 16,5-4-12-16,5-2-9 16,7-2 8-16,3 0 13 15,3 0-16-15,2 0-5 16,-1 0 1-16,2 0-4 16,2 0 2-16,0 0-2 15,0 0 2-15,0 0-3 16,0 0 1-16,0 0 1 15,0 1-2-15,-1 9-10 16,-4 6 2-16,-1 5 7 16,0-2 1-16,2-3 2 0,3-6-2 15,1-5 0-15,0 0-1 16,0-1 1-16,0 0-3 16,3 0 3-16,12 2 4 15,6 2-2-15,7-1-2 16,3 2 2-16,8 2-1 15,1 4-1-15,-2 3 0 16,-4 3 0-16,-7 2 0 16,-8-2 2-16,-12 2-2 15,-7 1 2-15,0-5 6 16,-6-1 9-16,-16-4-1 16,-5-2-7-16,-8-4 1 15,-5-1-2-15,-3-7-7 0,-1 0-1 16,5 0-28-1,10-14-76-15,9-6-165 0,8-2-228 16</inkml:trace>
  <inkml:trace contextRef="#ctx0" brushRef="#br0" timeOffset="5738.85">12251 2547 429 0,'0'0'419'0,"0"0"-383"0,0 0-32 16,0 0 93-16,0 0 64 16,0 0-76-16,-18-11-36 15,26 9-1-15,10-1-4 16,12 1 10-16,9-2-14 16,3 1-13-16,1 0-13 15,-1 3-11-15,-4 0-3 0,-3 0-62 16,-6 0-106-16,-9 0-204 15,-13 0-194-15</inkml:trace>
  <inkml:trace contextRef="#ctx0" brushRef="#br0" timeOffset="5948.41">12308 2814 1163 0,'0'0'158'0,"0"0"-156"0,0 0-2 16,88-4 28-1,-49-1 16-15,8-2-32 0,5 0-10 16,1-3-4-16,1 2-52 16,-2-2-125-16,-9-1-246 15</inkml:trace>
  <inkml:trace contextRef="#ctx0" brushRef="#br0" timeOffset="6391.09">13457 2690 948 0,'0'0'118'15,"0"0"-112"-15,-7 91 3 16,3-60-1-16,4-1-1 15,0-1-2-15,0-8-4 16,0-6-1-16,0-9-82 16,0-6-243-16</inkml:trace>
  <inkml:trace contextRef="#ctx0" brushRef="#br0" timeOffset="6630.41">13604 2388 404 0,'0'0'857'0,"0"0"-854"16,-9 86 3-16,9-40-5 16,0 1 3-16,10 2 1 15,5-2-2-15,1-7-1 16,-3-6-1-16,-5-8-1 15,-1-5-82-15,-4-8-137 16,-1-5-130-16</inkml:trace>
  <inkml:trace contextRef="#ctx0" brushRef="#br0" timeOffset="6848.72">13776 2375 1180 0,'0'0'99'0,"0"0"-99"15,0 0 0-15,6 106 4 16,-4-47 1-16,0 2 1 16,0-2-2-16,-1-10-1 15,1-11-3-15,1-7-9 16,2-11-212-16,-2-8-249 0</inkml:trace>
  <inkml:trace contextRef="#ctx0" brushRef="#br0" timeOffset="7095.58">13869 2308 1384 0,'0'0'0'0,"0"0"-2"0,0 0 2 16,79 92 7 0,-49-41 24-16,-2 11-13 0,-4-1-1 15,-10 1-11-15,-10-4 2 16,-4-9-5-16,0-5 0 16,-11-6-3-16,-6-1-3 15,0-9-105-15,-1-6-184 16,6-17-428-16</inkml:trace>
  <inkml:trace contextRef="#ctx0" brushRef="#br0" timeOffset="7267.32">14202 2525 496 0,'0'0'1041'0,"0"0"-1041"16,0 0-44-16,99-30 44 15,-61 30 4-15,1 0-4 16,-6 3-119-16,-6-1-180 16,-12 0-460-16</inkml:trace>
  <inkml:trace contextRef="#ctx0" brushRef="#br0" timeOffset="7399.86">14313 2698 1240 0,'0'0'0'16,"0"0"-107"-16,0 0 2 0,120-50 97 16,-74 31-55-1,-5-3-436-15</inkml:trace>
  <inkml:trace contextRef="#ctx0" brushRef="#br0" timeOffset="7601.44">14697 2282 1328 0,'0'0'133'0,"0"0"-133"16,0 0-8-16,0 0 8 15,0 0 14-15,0 104 53 16,7-42-45-16,-2 4-20 16,-3 0 3-16,-2-2-5 15,0-7-4-15,0-8-133 0,-10-8-85 16,-4-9-271-16</inkml:trace>
  <inkml:trace contextRef="#ctx0" brushRef="#br0" timeOffset="8415.96">11608 830 925 0,'0'0'122'15,"0"0"-114"-15,0 0 1 16,0 0 38-16,-41-85 64 16,24 81-53-16,-2 4-33 15,-1 0-2-15,-7 22-12 16,-5 18-10-16,-3 16 8 16,-2 15 5-16,9 0-5 15,16-2 0-15,12-13-1 16,2-14-6-16,28-7 3 0,9-11-3 15,15-9 3-15,6-6 1 16,13-9-6-16,2 0-77 16,0-12-95-16,-1-12-126 15,-15-5-279-15</inkml:trace>
  <inkml:trace contextRef="#ctx0" brushRef="#br0" timeOffset="8618.35">11977 939 730 0,'0'0'383'0,"0"0"-349"16,0 0-23 0,0 0 82-16,0 0-32 0,0 0-61 15,-20 34 4 1,25 14-4-16,7 8 9 0,-1 0-7 16,1 2 4-16,0-2-4 15,-2-5-1-15,-6-7-2 16,2-11-1-16,-5-16-169 15,1-14-162-15,-2-3-473 16</inkml:trace>
  <inkml:trace contextRef="#ctx0" brushRef="#br0" timeOffset="8983.45">12032 842 1156 0,'0'0'82'0,"0"0"-65"15,0 0 57-15,0 0-6 0,0 0-30 16,0 0-35-16,47-30 0 16,-34 30-3-16,-3 0-1 15,-5 12-4-15,-3 7 0 16,-2 7 4-16,0 6 1 16,-22 2 0-16,-4-2 4 15,1-7-4-15,6-9 2 16,9-12 2-16,8-4 5 15,2 0 10-15,0 0 0 16,0 0-19-16,0 0 9 0,5-4 0 16,8 1-7-16,7 3-1 15,8 0-1-15,5 8 0 16,3 15-1-16,3 8 1 16,-2 7-2-16,-2 5 2 15,-5-2-4-15,-3 1-26 16,-4-9-129-16,-4-15-171 15</inkml:trace>
  <inkml:trace contextRef="#ctx0" brushRef="#br0" timeOffset="9167.58">12383 881 1282 0,'0'0'97'0,"0"0"-97"15,0 0-15-15,0 0 15 16,106 0 5-16,-51 0 7 16,-2 0-12-16,-6 0-28 15,-17 0-207-15,-15 0-270 16</inkml:trace>
  <inkml:trace contextRef="#ctx0" brushRef="#br0" timeOffset="9338.2">12584 849 1252 0,'0'0'86'16,"0"0"-76"-16,-7 83-10 0,7-33 1 15,0 11 9-15,2 9 10 16,5 5-2-16,-1 1-10 16,4-4-7-16,7-4-1 15,-1-21-113-15,3-16-269 16</inkml:trace>
  <inkml:trace contextRef="#ctx0" brushRef="#br0" timeOffset="9629.83">12914 1033 1162 0,'0'0'129'0,"0"0"-123"15,0 0-6-15,22 87 2 16,-8-74 28-16,2-4 48 16,1-5 26-16,2-4-13 15,7-4-19-15,9-22-6 16,13-13-24-16,5-14-28 16,8-13-3-16,8-11-1 15,7-6-8-15,5-5-4 16,1 9-12-16,-6 16-30 15,-13 18-49-15,-16 20-157 16,-23 13-165-16</inkml:trace>
  <inkml:trace contextRef="#ctx0" brushRef="#br0" timeOffset="11829.04">16421 756 888 0,'0'0'118'0,"0"0"-86"15,0 0 4 1,0 0 87-16,0 0-23 0,0 0-38 15,0 0-26 1,-7-11-10-16,-5 9 2 0,-6 2-18 16,-3-2-7-16,-5 1 10 15,1-2 4-15,2 0 0 16,-3-2 0-16,1 1-6 16,5-1-5-16,4 2 1 15,4 2-6-15,5-1 2 16,6 2-1-16,-1 0-2 15,2 0-2-15,0 0-2 16,0 0-4-16,0 6-7 16,-2 15 8-16,0 8 7 15,1 2 1-15,-2 0-1 0,1-6 2 16,1-6-1 0,1-5 0-16,0-5-1 0,0-3 1 15,0-4-2-15,0-2 1 16,0 0-7-16,0 0 7 15,0 0-6-15,9 0 6 16,11 0 9-16,12 0-9 16,7 0 0-16,3 0-6 15,1 0-8-15,-5 9-3 16,-5 7 1-16,-6 4 7 16,-8 3 1-16,-7-1-4 15,-9 2-1-15,-3-2 11 16,0 1 2-16,-3-2 7 15,-14-3 3-15,-5-1 27 0,-4-2-1 16,-6-3-10-16,0-4-5 16,3 1-14-16,4-7-4 15,5 0-1-15,7-2-2 16,6 0-4-16,7 0-94 16,0 0-57-16,23-4-181 15,15-10-237-15</inkml:trace>
  <inkml:trace contextRef="#ctx0" brushRef="#br0" timeOffset="11986.5">16817 1062 1050 0,'0'0'94'0,"0"0"-94"15,0 0 0-15,0 0-6 16,0 0-30-16,0 0-262 15,32-29-121-15</inkml:trace>
  <inkml:trace contextRef="#ctx0" brushRef="#br0" timeOffset="12562.53">17158 842 970 0,'0'0'16'0,"0"0"-6"16,0 0 19-16,0 0 82 15,2-88-18-15,-4 79-38 16,-13 1-29-16,-2 5 1 16,-6 3-16-16,-4 2-10 15,1 16 0-15,0 7 0 16,8 2-2-16,10-1 0 15,6-6-2-15,2-3 0 16,3-7-1-16,17-2 4 16,5-5 8-16,7-3-2 15,1 0-6-15,1-9-1 0,-2-6-30 16,-5-3 4 0,-7 0 19-16,-10 0 8 0,-5-2 1 15,-5-1 2-15,0 2 5 16,0 4 1-16,0 6 5 15,0 4 16-15,0 5-19 16,0 0-11-16,0 14-19 16,0 14 11-16,0 11 8 15,10 4 1-15,3 0 0 16,-2 1-1-16,1-3 0 16,-3-4 2-16,-4-6-1 15,-5-7-1-15,0-7 2 0,0-6 0 16,0-7 23-1,-5-2 7-15,-10-1 25 0,-5-1-4 16,-5 0-36-16,-1 0-15 16,3 0 7-16,4-5-9 15,5 0-46-15,4 0-78 16,10 2-76-16,0-2-131 16,10-2-331-16</inkml:trace>
  <inkml:trace contextRef="#ctx0" brushRef="#br0" timeOffset="12699.89">17558 1033 924 0,'0'0'0'0,"0"0"-60"0,0 0 59 16,0 0-12-16,0 0-401 15</inkml:trace>
  <inkml:trace contextRef="#ctx0" brushRef="#br0" timeOffset="12929.14">17759 728 844 0,'0'0'258'0,"0"0"-258"16,0 0-40-16,0 0 40 0,3 76 21 15,7-26 14-15,1 4-19 16,1-1-6-16,0-5-1 16,-2-3-8-16,0-5 0 15,-2-6-1-15,2-7-23 16,-2-10-176-16,2-15-252 16</inkml:trace>
  <inkml:trace contextRef="#ctx0" brushRef="#br0" timeOffset="13149.98">18018 658 1138 0,'0'0'147'0,"0"0"-147"0,0 0-15 15,10 79 15-15,1-27 13 16,2 7 7-16,1 3-14 15,-3 0-4-15,-2-4 0 16,-1-1-2-16,-1-6-91 16,-4-10-201-16,-1-10-198 15</inkml:trace>
  <inkml:trace contextRef="#ctx0" brushRef="#br0" timeOffset="14258.72">18735 1001 842 0,'0'0'360'0,"0"0"-360"0,0 0-38 15,0 0 38-15,0 0 6 16,87 0 1-16,-36 0-4 15,5 1-3-15,-7 2-123 16,-13-3-170-16,-18 0-216 16</inkml:trace>
  <inkml:trace contextRef="#ctx0" brushRef="#br0" timeOffset="14416.2">18729 1183 1259 0,'0'0'0'0,"0"0"-119"0,0 0 119 16,125-3 8-16,-62-1-8 15,5 0-41-15,-7-2-335 16</inkml:trace>
  <inkml:trace contextRef="#ctx0" brushRef="#br0" timeOffset="16480.95">16474 1713 660 0,'0'0'116'0,"0"0"-105"16,0 0 6-16,0 0 42 15,0 0 15-15,0 0-74 16,9-33 0-16,-9 51 0 16,-13 7 15-16,-6 8 12 15,-3 0-12-15,1-1-13 16,-5-5 0-16,4-5 5 16,6-7-7-16,6-10-12 15,4-1-9-15,6-4 21 0,0 0 3 16,0 0-3-1,0 0-5-15,13 0 1 0,5 0 4 16,7 0 0-16,7 0 1 16,4 0 0-16,6 0 0 15,0 0 1-15,-4 0-1 16,-2 0-1-16,-10 0 2 16,-7-2-2-16,-7-7 4 15,-8-4-1-15,-4-1 3 16,0-3 8-16,-6 1 20 15,-10 2 43-15,3 4-36 16,3 3-10-16,4 6 9 16,2 1-10-16,3 8-30 0,-3 19 3 15,3 10-3-15,1 8 4 16,0 4-3-16,0-3 1 16,0-1-2-16,8-3-2 15,0-1 2-15,2-2-46 16,-1-9-117-16,-2-11-150 15</inkml:trace>
  <inkml:trace contextRef="#ctx0" brushRef="#br0" timeOffset="17113.02">17089 1794 1089 0,'0'0'75'16,"0"0"-68"-16,0 0 41 15,0 0 43-15,0 0-41 16,0 0-29-16,0-12 10 16,0 10 42-16,-4 1-12 15,-8-2-18-15,-7-1-34 16,-2-3-4-16,-1 1-1 15,2 2 0-15,3-1-1 16,5 1-1-16,6 1 0 16,3 2-2-16,3-2-1 15,0 3 0-15,0-1 0 0,0 1-13 16,0 0 6 0,0 0-3-16,0 0 3 0,0 14-8 15,0 12 6-15,0 5 10 16,-6 5 4-16,-1-4-3 15,3-5-1-15,-1-8-2 16,1-5 2-16,1-7 4 16,1-3-4-16,2-3 0 15,0-1 0-15,0 0 2 16,0 0-2-16,2 0-6 16,14-3 4-16,11-7-2 15,14-3 4-15,4 4-2 16,3 8 0-16,-1 1-5 15,-7 0-3-15,-8 12 1 0,-12 2 3 16,-10 0 2-16,-6 1-3 16,-4-1 0-16,0-1 7 15,-16 2 3-15,-4-4 38 16,-5 1-15-16,-4-1-6 16,0-2-9-16,3-3-11 15,3-2 0-15,6-3-19 16,4-1-125-16,10 0-61 15,3-10-181-15</inkml:trace>
  <inkml:trace contextRef="#ctx0" brushRef="#br0" timeOffset="17250.87">17479 1899 1100 0,'0'0'0'16,"0"0"-83"-16,0 0 74 15,0 0-6-15,0 0-162 16,93-24-230-16</inkml:trace>
  <inkml:trace contextRef="#ctx0" brushRef="#br0" timeOffset="17446.65">17752 1701 1002 0,'0'0'201'0,"0"0"-201"0,0 0 0 16,0 81 3-16,0-26 15 16,0 2-6-16,3-1-2 15,7-8-8-15,1-4 0 16,1-6-2-16,-2-8-136 16,0-12-184-16,-4-11-395 15</inkml:trace>
  <inkml:trace contextRef="#ctx0" brushRef="#br0" timeOffset="17648.49">17994 1656 1293 0,'0'0'0'0,"0"0"-12"0,25 82 12 16,-10-21 13-16,-1 8 13 15,-5 0-14-15,1-5-10 16,2-11-2-16,2-10-40 16,1-15-229-16,0-16-347 15</inkml:trace>
  <inkml:trace contextRef="#ctx0" brushRef="#br0" timeOffset="18262.96">19544 740 1066 0,'0'0'109'16,"0"0"-109"-16,0 0-22 16,0 0 22-16,0 0 9 15,3 81 2-15,-3-54-7 16,0-6-3-16,0-5 5 0,0-5-6 16,0-5 2-16,-3-5-1 15,0-1 10-15,-4 0 21 16,2 0-11-16,1 0-3 15,3 0-10-15,1 0 5 16,0 0-13-16,0 0-13 16,0 0-9-16,11 10 22 15,9 0 5-15,9 1-3 16,5-2 6-16,9-5-4 16,0-1 3-16,-2-3-7 0,-6 0 2 15,-12 0-2 1,-8 0 1-16,-7-4 1 15,-6-5 5-15,-2-5 6 0,0-2-5 16,0-2 5-16,-8 2 4 16,1 6 9-16,2 6 10 15,3 2 10-15,2 2-41 16,0 2-5-16,0 22-25 16,0 15 25-16,0 12 5 15,7 8-5-15,1 4 3 16,1-3-2-16,-1-5 2 15,-4-4-6-15,0-7-76 16,-2-14-126-16,-1-14-248 16</inkml:trace>
  <inkml:trace contextRef="#ctx0" brushRef="#br0" timeOffset="18811.66">20150 937 806 0,'0'0'231'0,"0"0"-231"16,0 0 17-16,0 0 115 16,9-85-28-16,-14 75-57 15,-6 3-12-15,-3 4-15 0,-4 3-15 16,-6 4-1-16,-1 15-4 15,-1 9 3-15,7 0 2 16,7-2-5-16,11-4-2 16,1-4 0-16,4-6 2 15,18-4 12-15,5-8-2 16,0 0-6-16,-2 0-4 16,-3-9-29-16,-6-7 6 15,-3-2 16-15,-6-2-5 16,-4 0 12-16,-3 2-1 15,0 1 4-15,0 7 3 16,0 6-4-16,0 4 10 16,0 0-12-16,0 4-12 15,0 17 1-15,0 11 9 0,7 4 4 16,2 5-2-16,3-4 1 16,-2-3-1-16,0-2 7 15,-6-6-4-15,-2-4 2 16,-2-6 16-16,0-2-3 15,-10-3 12-15,-10-2 6 16,-5-2-10-16,-5-1-12 16,2-1-5-16,2-3-6 15,8-2-3-15,3 0-94 16,6 0-79-16,8-10-186 16,1-12-292-16</inkml:trace>
  <inkml:trace contextRef="#ctx0" brushRef="#br0" timeOffset="19378.62">20609 816 1199 0,'0'0'43'0,"0"0"-39"15,0 0 40-15,0 0 103 16,0 0-67-16,0 0-44 15,8-27-25-15,-8 27-9 0,-8 0 10 16,-7 0-2 0,-4-1-6-16,-1-1-1 0,0-1 3 15,4 0 5-15,2 0-5 16,2 0-3-16,4 0-3 16,3 3 4-16,3 0-3 15,2 0-1-15,0 0-2 16,0 0 1-16,0 0-3 15,-1 0-2-15,-1 3-5 16,-3 14 4-16,0 7 7 16,-2 3 0-16,4 0 3 15,-1-3-3-15,4-4 0 16,0-5-4-16,0-6 3 16,3-5 2-16,8-2 4 15,5-2 3-15,6 0-5 0,5 0 2 16,5 0-5-1,3 0-1-15,5 1-17 0,-2 5-21 16,-2 5 5-16,-11 3 26 16,-10 0-1-16,-10 3 7 15,-5 1-2-15,0 1 4 16,0 0 20-16,-19-2 10 16,-4-1-6-16,-7-1-3 15,-7-2-12-15,-3 1-2 16,-5-1-7-16,-4-2-10 15,1 0-107-15,-1-6-116 16,-3 0-296-16</inkml:trace>
  <inkml:trace contextRef="#ctx0" brushRef="#br0" timeOffset="20593.84">14847 3865 651 0,'0'0'174'0,"0"0"-162"16,0 0 7-16,-98-6 88 16,88 6 52-16,6-2-39 15,4 1-41-15,0 0-21 16,0-1-3-16,0 2-9 15,6 0-13-15,17 0-7 16,15 0-11-16,26 0 22 16,18 2-3-16,15-2-20 15,22 0 1-15,14 0-14 16,14-14 10-16,9 1-11 16,-9-3 0-16,-20 4-1 15,-25 3 1-15,-30 2 0 16,-25 1 3-16,-19 3-1 0,-13 1-1 15,-10 2 1-15,-3 0-1 16,-2-1 9-16,0-1-3 16,0 2 25-16,0-1-8 15,0-3-19-15,-2 2 7 16,-6-5-10-16,-4-1-2 16,-3-1 0-16,-3-3 2 15,-4 0-2-15,0-2 6 16,0 0-6-16,6 2 6 15,4 5-5-15,5 4-1 16,4 0 0-16,3 3-2 16,0 0 0-16,0 0 1 0,0 0-13 15,0 0 9 1,0 12-11-16,0 9 3 0,2 8-21 16,4 3-47-16,6 3-75 15,6 6-30-15,10-7-167 16,1-3-115-16</inkml:trace>
  <inkml:trace contextRef="#ctx0" brushRef="#br0" timeOffset="21094.23">16665 3743 978 0,'0'0'133'16,"0"0"-131"-16,0 0 7 16,0-80 86-16,0 62-10 15,-4-2-34-15,-11 5-13 16,-6 4-2-16,-1 5 8 16,0 4-11-16,-1 2-24 15,-4 15-7-15,-1 21-1 16,-1 17 4-16,7 8 8 15,8 9-10-15,8-6-3 16,6-4 0-16,6-14 6 0,15-16-4 16,9-10 5-1,7-13-4-15,1-7 0 0,2 0-3 16,-1-21-11-16,-7-8-15 16,-4-6 19-16,-9-3 7 15,-9-4 0-15,-6-2 4 16,-4 3-2-16,0 5 4 15,0 10-5-15,0 7 7 16,-4 12 8-16,2 4 6 16,2 3-22-16,0 7-2 15,0 19-12-15,3 8 14 16,7 6-1-16,2 7-1 0,0-3 2 16,5-4-56-1,3-3-89-15,5-13-81 0,5-13-229 16</inkml:trace>
  <inkml:trace contextRef="#ctx0" brushRef="#br0" timeOffset="21353.65">17101 3810 669 0,'0'0'708'0,"0"0"-705"16,0 0 10-16,0 0-13 0,0 0 33 15,143-37-19-15,-67 31-5 16,3 2-4-16,-6 2-2 16,-8 2-3-16,-9 0-2 15,-13 0-110-15,-8 0-75 16,-11 4-148-16,-18-4-149 15</inkml:trace>
  <inkml:trace contextRef="#ctx0" brushRef="#br0" timeOffset="21563.11">17357 3609 1167 0,'0'0'138'0,"0"0"-138"15,0 0-6-15,0 0 6 16,-9 101 35-16,25-48-19 16,-2 1-10-16,4 1-4 15,-4-6-2-15,-1-3-6 16,3-7-153-16,-1-10-140 16,-4-10-309-16</inkml:trace>
  <inkml:trace contextRef="#ctx0" brushRef="#br0" timeOffset="22943.26">18057 3498 883 0,'0'0'149'0,"0"0"-108"15,0 0 34-15,0 0 28 16,0 0-67-16,0 0-34 16,0 11 4-16,0 25 2 15,-3 6 14-15,-7 0-19 0,-5-3 7 16,-5-3-1-16,0-6-3 15,-2-8-5-15,6-5-1 16,3-9 2-16,10-5-2 16,3-3 12-16,0 0 5 15,0-11-11-15,0-6-1 16,0 2-7-16,9 2 2 16,4 6-8-16,3 2 5 15,0 5-3-15,4 0 6 16,6 0-3-16,5 0 4 15,0 0-1-15,4 0 0 16,-6 0-2-16,-4-6 2 16,-8-5-11-16,-4-1-1 0,-7-3 10 15,-5-3 2-15,-1 1 5 16,0-2-1-16,0 2 5 16,-7 6 21-16,2 5-11 15,2 3-4-15,1 3 23 16,0 0-38-16,2 20-7 15,0 16 7-15,0 10 4 16,0 8 4-16,0 3-6 16,0 2 1-16,11 0-3 15,2-7-11-15,2-5-38 16,3-14-65-16,2-17-196 16,4-14-195-16</inkml:trace>
  <inkml:trace contextRef="#ctx0" brushRef="#br0" timeOffset="23428.05">18533 3552 1032 0,'0'0'71'0,"0"0"-43"15,0 0 87-15,0 0-1 16,0 0-48-16,0 0-65 15,-106 27 10-15,86 19 13 16,7 0-16-16,7-10 6 16,6-8-14-16,4-7 0 15,14-12 6-15,6-5-1 0,2-4-3 16,-2 0 0-16,-4-13-2 16,-5-2-6-16,-5-7 5 15,-5 0-10-15,-2-3 8 16,-1-2-2-16,-2-1 0 15,0 1 4-15,0 5-4 16,0 9 5-16,0 7 0 16,0 6-2-16,0 0-17 15,8 18-16-15,8 14 35 16,2 6 6-16,0 3-3 16,2 2 2-16,-3-3-4 15,-3-1 0-15,-4-1 2 0,-6-4 3 16,-4-7 12-16,0-4 3 15,-7-3-7-15,-10-3 1 16,-4-4-8-16,3-4 1 16,-1-3-8-16,3-5-77 15,4-1-57-15,7 0-115 16,5-16-168-16</inkml:trace>
  <inkml:trace contextRef="#ctx0" brushRef="#br0" timeOffset="23843.75">18810 3623 967 0,'0'0'151'0,"0"0"-149"16,0 0 90-16,0 0 22 16,0 0-46-16,0 0-57 15,-22-17-11-15,17 21 0 16,-2 13 4-16,-1 1 0 15,1 0 3-15,4-1 11 16,2-5-10-16,1 0 6 16,0-1-4-16,0-2-4 15,13-1-3-15,9 1 0 16,4 0 1-16,7-1 4 16,3 3-4-16,2-2 0 0,-2 3-2 15,-3 0-1-15,-5-2-1 16,-6 2 2-16,-8-2-2 15,-10-3 3-15,-4 0-2 16,0 1 14-16,-3 2 3 16,-24 3 1-16,-11 1 17 15,-14 3-26-15,-10-4-5 16,-2-3-5-16,5-6-14 16,7-4-95-16,13-9-48 15,17-26-210-15,19-11-226 16</inkml:trace>
  <inkml:trace contextRef="#ctx0" brushRef="#br0" timeOffset="23984.54">18961 3594 1202 0,'0'0'111'0,"0"0"-108"16,0 0 1-16,0 0 1 15,91-12-5-15,-56 12-4 16,2 0-124-16,-2 0-171 15,-8 0-245-15</inkml:trace>
  <inkml:trace contextRef="#ctx0" brushRef="#br0" timeOffset="24177.75">19248 3465 1226 0,'0'0'59'0,"0"0"-51"0,0 0 25 16,0 0-19-16,0 0 24 15,31 120 11-15,-12-64-22 16,-4 2-15-16,0 2-7 16,2 0-3-16,-4 1-4 15,-1-4-63-15,-2-13-144 16,-4-14-240-16</inkml:trace>
  <inkml:trace contextRef="#ctx0" brushRef="#br0" timeOffset="24493.75">19537 3614 1057 0,'0'0'170'0,"0"0"-163"16,0 0-1-16,0 0 17 16,0 0-11-16,0 0 3 15,-32 55 57-15,-1-19 0 16,-12 5-13-16,-6-2 7 15,6-5-19-15,14-14 6 16,16-11-23-16,13-9-6 16,2 0 16-16,0 0-26 15,10 0-13-15,18 0 0 0,14 0 14 16,10 0-9 0,2 2-6-16,2 7-4 0,-1 4 4 15,3 1-8-15,-3 2-70 16,-7 3-48-16,-8-1-111 15,-13-2-123-15,-15-4-387 16</inkml:trace>
  <inkml:trace contextRef="#ctx0" brushRef="#br0" timeOffset="25276.9">16892 3342 938 0,'0'0'56'16,"0"0"-40"-16,-117-63-14 15,69 46 77-15,-4 6 47 16,-3 4-82-16,-5 7-15 15,1 0-24-15,-1 7 18 16,-1 16 1-16,0 9-8 16,-5 9 3-16,6 15 16 0,7 17 0 15,8 16 2-15,16 20 4 16,21 17 2-16,8 5-23 16,32 0 1-16,21-11-7 15,16-22-1-15,11-18-6 16,10-22 0-16,11-22-5 15,6-19 1-15,4-17-1 16,5-12 3-16,-4-32-5 16,-7-16-1-16,-9-15 1 15,-18-8 0-15,-19-8-2 16,-24-10 2-16,-24-11 0 16,-11-6 0-16,-38-7 0 0,-27 5-5 15,-19 6 2-15,-14 20 2 16,-11 28-9-16,-5 32 9 15,0 34-13-15,3 40-54 16,5 38-90-16,12 15-119 16,11 6-395-16</inkml:trace>
  <inkml:trace contextRef="#ctx0" brushRef="#br1" timeOffset="32908.96">1600 7171 351 0,'0'0'119'16,"0"0"-88"-16,0 0 17 16,0 0 27-16,0 0 39 15,0 0-40-15,0 0 13 16,-2-62 3-16,2 53 0 15,0 0 3-15,2 0-27 16,3-2-14-16,-1 4-1 16,0 1-13-16,-1 3 10 15,-3 3-22-15,2 0-26 0,-1 0 0 16,6 0-14 0,3 18 5-16,2 8 5 0,1 5 4 15,-1 3 5-15,-4 4-3 16,1 0-1-16,-4-1 1 15,-3-2-1-15,-1-2 8 16,-1-3-7-16,0-3 5 16,0-1-3-16,0-5-1 15,0-6-1-15,0-6 3 16,0-3-3-16,0-4 4 16,0-1-3-16,0-1 8 15,0 0 17-15,0 0 12 0,0 0-11 16,0 0-3-1,0 0-4-15,0 0-2 0,0 0-6 16,0-6 3-16,0-8-1 16,0-5-15-16,0-3 3 15,4-3-3-15,3 0 0 16,-1-3 1-16,1 2-1 16,0-2-1-16,-1 1 2 15,1 1 1-15,-1 3-3 16,3 0 2-16,-1 4-6 15,1 4 4-15,-1 3-7 16,4-1 3-16,-2 5 0 16,-1 0 4-16,0 2-1 15,-4 4 3-15,-3 1-3 16,-1 1 1-16,-1 0-10 0,0 0 7 16,2 0-3-16,-1 0-4 15,6 5 10-15,0 10-4 16,3 6-1-16,2 6 2 15,0 9 4-15,-1 3-1 16,1 1 4-16,0 0-4 16,-1-4 0-16,-1-5 2 15,-1-7 0-15,1-3-2 16,-4-2 1-16,4-9-1 16,-4-1 0-16,-3-7 0 15,0-2 0-15,-2 0 2 16,3 0 2-16,5 0 0 15,2 0 0-15,6-11 6 0,3-1-10 16,2-1-16-16,1-3-67 16,2 1-66-16,2-3-57 15,2 0-207-15</inkml:trace>
  <inkml:trace contextRef="#ctx0" brushRef="#br1" timeOffset="33381.33">2504 7160 1031 0,'0'0'114'0,"0"0"-112"16,0 0 8-16,0 0 46 16,0 0-23-16,0 0-27 15,106-11 2-15,-63 6-4 16,2-2 0-16,0 1-4 15,-3 1-40-15,-6-1-133 16,-5-1-54-16,-16 0-226 16</inkml:trace>
  <inkml:trace contextRef="#ctx0" brushRef="#br1" timeOffset="33598.44">2509 7311 1290 0,'0'0'0'16,"0"0"-99"-16,0 0 99 16,124 3 39-16,-69-3-23 0,-1 4-16 15,1-2-24-15,-10-2-138 16,-12 0-309-16</inkml:trace>
  <inkml:trace contextRef="#ctx0" brushRef="#br1" timeOffset="35807.08">3430 7306 1066 0,'0'0'187'0,"0"0"-180"16,0 0 11-16,0 0 114 16,0 0-29-16,0 0-40 0,-20-1-26 15,20 1 0 1,6 0-11-16,15-1-9 0,11-3 1 16,10 1-8-16,9-2-2 15,8 2 0-15,-1 2-5 16,-3 1 0-16,-7 0-3 15,-9 0 2-15,-9 0-6 16,-6 0-1-16,-6 0-22 16,-8 0-51-16,-3 0-65 15,-2-1-39-15,0-10-53 16,-1-5-248-16</inkml:trace>
  <inkml:trace contextRef="#ctx0" brushRef="#br1" timeOffset="36590.64">4156 6714 874 0,'0'0'157'0,"0"0"-106"16,0 0 29-16,0 0 31 16,0 0-25-16,0 0-56 15,-4-15-24-15,4 15-2 16,-4 19-4-16,-3 20 2 15,-3 21 33-15,2 12 25 16,4 3-17-16,4 1-24 16,0-4-11-16,0-6-6 15,13-9-1-15,3-9 3 16,2-11-4-16,2-9-56 16,1-9-71-16,5-10-75 15,-1-9-198-15,0-4-329 16</inkml:trace>
  <inkml:trace contextRef="#ctx0" brushRef="#br1" timeOffset="37176.07">4494 6957 336 0,'0'0'793'16,"0"0"-770"-16,0 0-17 15,0 0 36-15,0 0 50 16,-17-81-30-16,9 72-31 16,1 3 15-16,-2 3-18 15,5 1-8-15,-5 2-4 0,-1 3-16 16,-3 20-2-16,-2 8-1 16,5 5 3-16,5-1 0 15,5-5-3-15,0-6 2 16,11-7 1-16,11-8-4 15,1-6 2-15,3-3-32 16,-6 0-12-16,-2-14 5 16,-4-4 24-16,-7-3 6 15,0-1 5-15,-5 0 2 16,-2-2 4-16,0 0 6 16,0 4 0-16,0 3 3 15,-5 9 9-15,1 4-5 0,1 4 6 16,3 0-19-1,0 4-9-15,0 17-4 0,0 13 13 16,0 4 3-16,0 3-3 16,0 1 2-16,7 0-1 15,0-1 1-15,-2-4-2 16,-4-5 1-16,-1-5-1 16,0-8 3-16,0-5 7 15,-3-3 15-15,-8-4 13 16,-3 1-6-16,-4-2-1 15,-1-2-3-15,2-1-9 16,-1-2-10-16,3-1-8 16,3 0 4-16,2 0-5 15,6 0-4-15,4 0-93 16,0-5-114-16,7-8-246 0</inkml:trace>
  <inkml:trace contextRef="#ctx0" brushRef="#br1" timeOffset="37348.01">4825 7103 663 0,'0'0'581'16,"0"0"-581"-16,0 0 3 0,0 0-3 15,0 0-63 1,0 0-271-16,36-29-122 0</inkml:trace>
  <inkml:trace contextRef="#ctx0" brushRef="#br1" timeOffset="37594.53">5022 6858 1149 0,'0'0'7'16,"0"0"3"-16,0 0-10 16,5 105 39-16,5-63-13 15,0 2-11-15,-4-4-6 16,-2-3-3-16,-2-5-5 16,-2-4 4-16,0-7-5 0,0-5-6 15,0-3-82-15,1-6-138 16,3-7-186-16</inkml:trace>
  <inkml:trace contextRef="#ctx0" brushRef="#br1" timeOffset="37828.78">5226 6824 1099 0,'0'0'76'0,"0"0"-66"0,0 0-10 16,4 108 41-16,2-60 1 16,1 1-25-16,-4-4-15 15,0-3 4-15,-3-5-6 16,0-4 0-16,0-8-24 16,0-4-151-16,0-9-100 15,0-9-168-15</inkml:trace>
  <inkml:trace contextRef="#ctx0" brushRef="#br1" timeOffset="38091.46">5358 6796 715 0,'0'0'374'16,"0"0"-374"-16,0 0 0 15,90 23 31-15,-53 12 29 16,-3 11-15-16,-6 7-6 16,-8 4-17-16,-7 2 15 15,-7-5-18-15,-6-4-6 16,0-1-3-16,0-7-9 16,-12-6 3-16,-4-3-4 0,3-6-78 15,3-12-144 1,2-10-275-16</inkml:trace>
  <inkml:trace contextRef="#ctx0" brushRef="#br1" timeOffset="38287.51">5751 7087 1264 0,'0'0'0'15,"0"0"13"-15,94 0-13 16,-43 0 32-16,8-1-32 16,0-3-2-16,-6-2-65 0,-6-3-142 15,-14-1-227-15</inkml:trace>
  <inkml:trace contextRef="#ctx0" brushRef="#br1" timeOffset="38496.19">5990 6854 1137 0,'0'0'117'0,"0"0"-112"16,-7 100-5-16,7-50 16 15,0 4 16-15,9-3-17 0,1-3-7 16,-1-7-8-16,0-8-52 15,1-8-141-15,-3-8-260 16</inkml:trace>
  <inkml:trace contextRef="#ctx0" brushRef="#br1" timeOffset="38735.83">6432 7077 948 0,'0'0'442'16,"0"0"-442"-16,0 0 0 0,107-4 47 16,-54 4-16-16,7-2-18 15,2 2-7-15,-4 0-6 16,-4 0-53-16,-9 0-120 15,-8 0-219-15</inkml:trace>
  <inkml:trace contextRef="#ctx0" brushRef="#br1" timeOffset="40141.44">7148 6641 793 0,'0'0'99'15,"0"0"-89"-15,0 0 39 16,0 0 93-16,0 0-69 16,0 0-50-16,0 0-19 15,0 0 5-15,-43 86 78 16,30-24-16-16,4 10-25 16,4 3 5-16,5 2-19 15,0-3 3-15,4-4-25 16,13-11-5-16,6-11-5 15,2-8 0-15,2-9-44 16,-1-11-73-16,1-10-99 16,0-10-200-16</inkml:trace>
  <inkml:trace contextRef="#ctx0" brushRef="#br1" timeOffset="40856.62">7625 6795 856 0,'0'0'190'0,"0"0"-179"0,0 0 50 16,0 0 87-16,0 0-50 16,0 0-42-16,0-2-9 15,0 2 11-15,0 0-20 16,-5 0-15-16,-3-3-12 16,-8 2-4-16,-4-1 0 15,-3 1-6-15,-3 1 6 16,-1-2-4-16,2-1 0 15,3 0 6-15,3-1-7 16,9-1 4-16,3 2 3 16,3-1-6-16,2 3 0 0,2 1-3 15,0 0-4-15,0 0-2 16,0 0-14-16,0 15 12 16,0 5 8-16,0 6 2 15,0 0-1-15,0-1 0 16,0-3 0-16,3-4-1 15,0-5-1-15,1-3 1 16,-2-6 0-16,-1-1 0 16,1-3 0-16,-1 0-2 15,8 3-11-15,8-3-5 16,11 0 18-16,12 0 0 16,7 0-36-16,-3 0-22 0,-6 5-6 15,-9 4 13 1,-13 4 36-16,-6 1 15 0,-8 1-4 15,-2 1 4-15,0-1 4 16,-12-2 6-16,-8-1 28 16,-3-1 5-16,-5-3-7 15,-1 0-6-15,0 0-16 16,3-2-2-16,4-2-9 16,5-1-2-16,5-2-1 15,9 1-30-15,3 0-147 16,0-2-188-16,17 0-227 15</inkml:trace>
  <inkml:trace contextRef="#ctx0" brushRef="#br1" timeOffset="41000.32">7913 7059 1107 0,'0'0'48'16,"0"0"-43"-16,0 0-5 15,0 0 0-15,0 0-228 16,0 0-206-16</inkml:trace>
  <inkml:trace contextRef="#ctx0" brushRef="#br1" timeOffset="41223.17">8090 6832 891 0,'0'0'330'16,"0"0"-330"-16,0 0 1 16,0 0 6-16,-10 108 26 15,20-62-7-15,3-1-18 16,-3-3-5-16,-3-3 3 16,-4-6-6-16,0-5-15 15,1-10-103-15,1-8-126 16,3-10-126-16</inkml:trace>
  <inkml:trace contextRef="#ctx0" brushRef="#br1" timeOffset="41433.92">8305 6817 1117 0,'0'0'61'0,"0"0"-55"15,0 0-6-15,0 109 24 16,0-63 19-16,0 2-31 16,3-2-11-16,3-6 4 15,1-7-5-15,-1-6-19 16,3-9-150-16,-1-9-163 16,-2-7-181-16</inkml:trace>
  <inkml:trace contextRef="#ctx0" brushRef="#br1" timeOffset="41706.14">8515 6736 1085 0,'0'0'0'0,"0"0"-24"16,0 0 24-16,123 59 60 15,-83-17-29-15,-5 7-10 16,-10 4 0-16,-9-2 2 16,-10-3 6-16,-6-3-12 0,0-2-10 15,-12-8-3-15,-7-3-3 16,-3-7 3-16,0-5-4 16,4-7-73-16,5-9-174 15,6-4-263-15</inkml:trace>
  <inkml:trace contextRef="#ctx0" brushRef="#br1" timeOffset="41913.85">9086 6902 1378 0,'0'0'0'15,"0"0"-13"-15,141-10 13 16,-69 3 22-16,-1 1-22 16,-2 0-8-16,-12 1-80 15,-15-1-181-15,-14-4-292 16</inkml:trace>
  <inkml:trace contextRef="#ctx0" brushRef="#br1" timeOffset="42101.05">9386 6708 1331 0,'0'0'70'0,"0"0"-69"16,0 84-1-16,4-37 30 16,8 3-12-16,0 1-14 15,-2-4-4-15,-2-1-44 16,-1-9-153-16,-2-8-336 15</inkml:trace>
  <inkml:trace contextRef="#ctx0" brushRef="#br1" timeOffset="42306.18">9867 6909 1349 0,'0'0'309'0,"0"0"-307"15,0 0-2-15,124-16 32 16,-64 16 3-16,7 0-33 16,-7-1-2-16,-6 1-1 15,-11-3-49-15,-9-1-99 16,-11-2-91-16,-13-5-196 16</inkml:trace>
  <inkml:trace contextRef="#ctx0" brushRef="#br1" timeOffset="45038.95">10855 6401 801 0,'0'0'54'16,"0"0"-43"-16,0 0-4 16,0 0 26-16,0 0 25 15,0 0-43-15,0 0-11 16,-27 26 14-16,9 15 74 16,3 22-19-16,3 18-12 0,7 10-7 15,5 5 8-15,0-3-46 16,5-10-3-16,12-9-4 15,1-12-8-15,2-13 0 16,-1-10-1-16,-1-11-4 16,2-11-74-16,0-8-80 15,3-9-149-15,1-9-179 16</inkml:trace>
  <inkml:trace contextRef="#ctx0" brushRef="#br1" timeOffset="45771.25">11422 6680 901 0,'0'0'152'0,"0"0"-146"0,0 0 0 15,0 0 36-15,0 0 68 16,0 0-64-16,0-1-17 16,0 1-7-16,0 0 27 15,0 0-2-15,-2 0-10 16,-11 0-4-16,-9 0-15 0,-5 0-6 16,-1 0-1-1,-2 0-9-15,-1 0 17 0,4 0-7 16,1 0-7-16,8 0 1 15,6 0-1-15,6 0-5 16,2 0 7-16,4 0-4 16,0 0-1-16,0 0-2 15,0 0-1-15,0 1 1 16,0 2-5-16,0 6-6 16,0 7 5-16,-2 8 6 15,1 1 8-15,-1 0-3 16,0-1-3-16,2 0-2 15,-1-2 0-15,-1-1 0 16,2-5 1-16,-2-3 1 16,2-7-2-16,0-4 0 0,0-2 0 15,0 0 0-15,0 0 0 16,4-2 1-16,16-11 10 16,8-2-9-16,4 3-2 15,0 5 0-15,-4 4-8 16,3 3-10-16,-2 0 6 15,-3 10 5-15,-5 10 6 16,-3 5-9-16,-4 2 10 16,-8 0 0-16,-3-2-1 15,-3-3 1-15,0-3 1 16,-13-2 2-16,-5-1 6 16,-9-3-9-16,-5-3 11 0,-1 0-1 15,1-5-6 1,4 0-1-16,7-5-3 0,4 0 1 15,5 0-3-15,7 0-11 16,5 0-121-16,0-10-56 16,13-6-263-16</inkml:trace>
  <inkml:trace contextRef="#ctx0" brushRef="#br1" timeOffset="45924.7">11699 6951 936 0,'0'0'107'0,"0"0"-107"0,0 0 0 16,0 0 4-1,0 0-4-15,0 0-61 0,16-12-295 16,4 3 73-16</inkml:trace>
  <inkml:trace contextRef="#ctx0" brushRef="#br1" timeOffset="46538.62">12045 6725 873 0,'0'0'111'0,"0"0"-102"0,0 0 19 16,0 0 93-16,0 0-36 15,0 0-55-15,-3-58-1 16,-10 56 15-16,-6 2-19 16,-6 0-15-16,1 8 6 15,-1 11 9-15,5 3-9 16,6 3 1-16,5 1 0 16,9-4-14-16,0-3 3 15,0-2 1-15,17-5-3 16,2-4-1-16,2-5-2 15,4-3-2-15,-1 0-14 16,-3 0-23-16,-2-9 17 16,-3-5 5-16,-3-1 16 0,-4-1-2 15,-4-2 2-15,-2-1 2 16,-3 3-1-16,0 2 1 16,0 5-1-16,0 5 0 15,0 4 7-15,0 0-5 16,0 0-3-16,0 7-8 15,0 16 8-15,0 7 11 16,2 4-5-16,6 4-3 16,3 0 1-16,-3-1 8 15,2-2-11-15,-4-3 6 16,0-8 0-16,-3-3 9 16,-3-6 5-16,0-2-1 0,-9-2 9 15,-12-1 3-15,-4-1-9 16,-4-3-11-16,1-1-7 15,0-2-5-15,1-3 0 16,3 0-1-16,6 0-77 16,4 0-76-16,11-20-126 15,3-8-232-15</inkml:trace>
  <inkml:trace contextRef="#ctx0" brushRef="#br1" timeOffset="46805.05">12338 6547 1160 0,'0'0'33'16,"0"0"-21"-16,0 0-12 16,75 78 55-16,-43-30 13 15,0 11-32-15,-7 5 8 16,-7 4 6-16,-11 0-7 15,-7-3 1-15,0-3-29 16,-18-3-4-16,-9-8 2 16,-5-4-11-16,-8-3-1 15,-4-7-1-15,-6-3-92 16,-3-7-159-16,-4-11-261 16</inkml:trace>
  <inkml:trace contextRef="#ctx0" brushRef="#br0" timeOffset="59552.7">1277 8438 655 0,'0'0'172'0,"0"0"-151"15,0 0 5-15,0 0 78 16,0 0 29-16,0 0-47 16,0-21-31-16,0 21-28 15,0 0-18-15,0 6-9 16,2 16-6-16,3 11 6 15,3 9 34-15,-3 8-13 16,0 5-7-16,0 2-4 16,-1-1-9-16,-3-4-1 0,1-4 0 15,2-4-69-15,2-7-119 16,-1-17-157-16</inkml:trace>
  <inkml:trace contextRef="#ctx0" brushRef="#br0" timeOffset="59675.53">1521 8693 68 0,'0'0'0'16</inkml:trace>
  <inkml:trace contextRef="#ctx0" brushRef="#br0" timeOffset="60023.01">2081 8398 1123 0,'0'0'106'0,"0"0"-106"0,0 0 0 16,0 0 49-16,0 0-23 16,0 0-7-16,79-7 12 15,-34 1 8-15,5-1-10 16,1 0-18-16,1-1-2 15,-4-1-5-15,-10 5-4 16,-8-1-23-16,-11 5-132 16,-9 0-139-16,-10 0-182 15</inkml:trace>
  <inkml:trace contextRef="#ctx0" brushRef="#br0" timeOffset="60286.74">2324 8405 1076 0,'0'0'157'0,"0"0"-152"0,0 0 17 16,0 0 9-16,0 0-6 16,0 0-9-16,-7 75 16 15,7-23 21-15,3 8-2 16,-3 8-8-16,0-3-15 15,0-4-18-15,0-6-5 16,0-11-5-16,0-5 0 16,2-5-26-16,-2-4-96 0,0-8-69 15,0-10-274-15</inkml:trace>
  <inkml:trace contextRef="#ctx0" brushRef="#br0" timeOffset="60490.65">1677 8790 964 0,'0'0'145'0,"0"0"-145"0,0 0-499 15,0 0 278-15</inkml:trace>
  <inkml:trace contextRef="#ctx0" brushRef="#br0" timeOffset="61388.78">2718 8741 819 0,'0'0'209'0,"0"0"-199"16,0 0 10-16,0 0 49 0,0-89 16 15,-1 67-23-15,-5 2-34 16,-2 4 32-16,-4 5-5 16,-1 3-8-16,-2 8-4 15,-2 0-27-15,-3 10-16 16,0 19 0-16,-2 14-8 16,6 5 3-16,7 4 3 15,6-6 2-15,3-6-4 16,5-8 2-16,13-12-1 15,4-7-22-15,0-10 5 16,3-3 10-16,-2-11-4 16,-1-14-24-16,-5-8 17 0,-6-5 11 15,-4-2 10-15,-4 3 4 16,-3 3-4-16,0 11 4 16,0 10 5-16,0 10 9 15,0 3-17-15,0 3-1 16,4 19-18-16,1 5 17 15,5 3 2-15,2-3 0 16,2-2 1-16,5-3-1 16,-3-7-1-16,3-6-11 15,0-2-26-15,1-6-36 16,1-1-8-16,-3 0 9 16,-2-16-10-16,-3-6 63 15,-3-9 19-15,-3-9 1 16,-4-9 4-16,-3-7 1 15,0-2 1-15,0 6 65 0,-3 6-13 16,-4 11-9-16,2 12 17 16,2 13-11-16,1 8 3 15,2 2-59-15,0 14-10 16,0 22 4-16,0 15 6 16,0 9 8-16,5 5 16 15,2-5-9-15,0-3 0 16,-1-5-11-16,2-6-4 15,-2-5-8-15,-3-8-64 16,0-8-61-16,2-13-88 0,-1-12-154 16</inkml:trace>
  <inkml:trace contextRef="#ctx0" brushRef="#br0" timeOffset="61906.21">3059 8632 772 0,'0'0'167'0,"0"0"-158"15,0 0 20-15,0 0 40 16,0 0-21-16,0 0-38 16,-6 35 20-16,-6-12-7 15,-7 1 6-15,-2-3-2 16,-3-1 0-16,3-4-15 16,4-7-1-16,8-5-6 15,7-2 4-15,2-2 4 16,0 0-3-16,2-2-1 0,12-10-9 15,4 3-2-15,6 5-1 16,-2 4-3-16,-1 0 6 16,1 11-3-16,1 7-1 15,-1-2 4-15,1-1 0 16,2-4 0-16,1-9 3 16,-3-2-3-16,2 0 6 15,-5-11-2-15,-1-7-3 16,-5-6-1-16,-5-4-2 15,-5 0 2-15,-4-4 2 16,0 4 3-16,0-2-1 16,-11 8 8-16,-1 7 15 0,2 5 14 15,5 9-5-15,0 1 4 16,2 4-40-16,-3 26 4 16,-1 11-4-16,-2 5 11 15,8-2 9-15,1-8-4 16,0-11 6-16,7-8-14 15,10-7 0-15,9-4-8 16,6-6 3-16,4 0-3 16,3-1-108-16,2-12-55 15,-4-7-256-15</inkml:trace>
  <inkml:trace contextRef="#ctx0" brushRef="#br0" timeOffset="63385.19">3873 8719 746 0,'0'0'192'0,"0"0"-151"0,0 0 46 16,0 0 34-16,-25-91-28 15,25 59-76-15,0 1-8 16,15 0 3-16,1 7 7 16,0 5-13-16,-1 7-1 15,-5 6-3-15,0 6-2 16,1 0-13-16,2 19 10 15,1 12 3-15,0 9 7 16,0 10 2-16,-7 1-1 16,-1-3 1-16,-3-3 3 0,-2-10-10 15,-1-10 3-15,0-8-1 16,0-9 1-16,0-7-2 16,0-1 9-16,0 0 16 15,0-1 15-15,0-20 12 16,0-12-42-16,0-11-11 15,0-7-4-15,0-2-4 16,3 8 1-16,8 9-17 16,3 11 18-16,-1 14-4 15,-3 4 3-15,0 7 4 16,2 0-13-16,1 20 4 16,2 14 10-16,0 7 2 15,1 3 2-15,-5-1-3 0,1-5 4 16,-2-6-4-16,0-7 0 15,-5-7 1-15,-2-7-1 16,-1-7 1-16,0-2 1 16,-2-2-2-16,3 0 9 15,0-12 3-15,5-16-7 16,4-9-6-16,-2-9-9 16,2-4 9-16,-2 2 0 15,0 4-10-15,-2 11 10 16,-3 13 3-16,-1 11 1 15,-4 9 17-15,0 0-21 16,1 6-5-16,3 19 3 0,1 11 2 16,3 4 27-1,3 0-23-15,3-7-2 0,1-8 2 16,2-8-1-16,-1-5 2 16,1-8-3-16,0-4 0 15,0 0-4-15,-2-20-3 16,0-6 3-16,-5-6 2 15,-2-1 3-15,-6 1-1 16,-2 10 0-16,0 5 0 16,0 10 0-16,0 7 15 15,0 0-17-15,0 1-4 16,0 18 0-16,-2 6 4 16,2 3 14-16,0-2-10 15,0-7-2-15,0-3-1 0,10-6-2 16,2-3-3-16,3-7-23 15,1 0-12 1,3-13 3-16,1-8 10 0,-4 1 2 16,-5-2 20-16,-4 4 4 15,-4 0-1-15,-1 4 0 16,-2 1 1-16,0 6 2 16,0 3-2-16,0 3 28 15,0 1-7-15,-2 0-13 16,-5 0 12-16,-1 0-17 15,-2 0-3-15,0 0 0 16,-2 0 2-16,0 0-1 16,2 0 2-16,-1 0-1 0,1 0 10 15,1 0 1-15,3 0-6 16,2 0 3-16,4 0-6 16,0 0-4-16,0 0-5 15,0 0-36-15,10 1-75 16,9 2 17-16,7 2-46 15,6-1-89-15,0 1-73 16,0-3-14-16</inkml:trace>
  <inkml:trace contextRef="#ctx0" brushRef="#br0" timeOffset="63735.69">4754 8596 636 0,'0'0'292'0,"0"0"-289"0,0 0 13 16,0 0 45-16,0 0 33 15,0 0-42-15,-15 99-4 16,15-75 1-16,0-2-18 16,0-6-6-16,0-5-12 15,9-7-2-15,1-4-1 16,2 0-4-16,1 0 14 16,2-13-8-16,-3-10-4 15,-3-8 9-15,0-8 12 16,-4-8-12-16,-5-4 3 15,0-1-2-15,-10-1 10 16,-19 2 25-16,-5-2-22 16,-5 8-9-16,5 9-1 15,10 13-4-15,5 13 11 0,12 10-28 16,4 0-1-16,0 24-16 16,3 12-24-16,0 10 29 15,4 3-40-15,22-3-102 16,7-7 13-16,4-4-168 15,0-11-156-15</inkml:trace>
  <inkml:trace contextRef="#ctx0" brushRef="#br0" timeOffset="64371.37">5315 8369 1118 0,'0'0'134'15,"0"0"-127"-15,0 0 56 16,0 0 40-16,0 0-40 16,0 0-44-16,-2-15-1 15,-10 15 26-15,-6 0-23 16,-9 0-2-16,-3 0 3 15,-1 0 0-15,3 3 2 16,1 0-8-16,4 0-14 16,8 1 2-16,5-4-1 0,9 0-3 15,1 0-1-15,0 0 0 16,0 0-6-16,0 0 1 16,0 0-5-16,0 1 7 15,0 2-7-15,0 6 0 16,0 9 9-16,0 7 2 15,3 7 3-15,-2 4 0 16,1 0-2-16,-1-2 2 16,-1-8-3-16,3-6 1 15,-3-10-1-15,0-4 3 16,0-6 1-16,1 0 2 16,2 0-3-16,9-9 0 15,8-6-2-15,5-3 5 16,5 2-4-16,2 4-2 0,0 9-4 15,-3 3 4-15,-5 0-8 16,-3 15 7-16,-8 10 0 16,-5 8 0-16,-6 4 1 15,-2-6 9-15,0-3 14 16,-12-5 0-16,-8-3 2 16,-2-5 4-16,-2-6-13 15,-2-5-5-15,1-4-8 16,-5 0-3-16,-2 0-28 15,-4 0-78-15,-3 0-216 16,-1 0-444-16</inkml:trace>
  <inkml:trace contextRef="#ctx0" brushRef="#br0" timeOffset="68317.55">2103 10091 732 0,'0'0'228'15,"0"0"-195"-15,0 0 42 16,0 0 59-16,0 0-24 16,0 0-25-16,0 0-47 0,-2-57-8 15,21 52-26-15,1 4-1 16,1 1-3-16,3 3 2 16,-3 17-2-16,-2 5 0 15,-4 8-2-15,-8 5 0 16,-7 4 3-16,0 3-2 15,-24 3 2-15,-7 0 8 16,-7 0-2-16,-2-10 6 16,4-9-9-16,1-13-2 15,8-10 11-15,6-4 3 16,8-2 25-16,10 0 4 16,3 0-14-16,0-8-15 15,0 1-16-15,16-1-5 0,13 1 5 16,6 2 2-16,7 3-2 15,0 2 0-15,1 0 0 16,-2 0-3-16,-5 13 1 16,-4 0 1-16,-5 2-2 15,-5 0-42-15,-4-1-102 16,-1-1-15-16,-3-9-125 16,2-4-256-16</inkml:trace>
  <inkml:trace contextRef="#ctx0" brushRef="#br0" timeOffset="68884">2661 10169 587 0,'0'0'232'0,"0"0"-190"16,0 0 32-16,0 0 36 15,0 0-10-15,0 0-55 16,0 0-10-16,0 0-4 16,2 0-5-16,3 0-8 0,5 0-6 15,3 0 12-15,6 0 8 16,1 0-25-16,0 0 2 16,0 0-9-16,-2 0-2 15,-1 0 1-15,-2 0-3 16,-2 0-29-16,1 0-63 15,-2 0-85-15,-2 0-125 16,-9 0-155-16</inkml:trace>
  <inkml:trace contextRef="#ctx0" brushRef="#br0" timeOffset="69507.05">2693 10371 663 0,'0'0'269'0,"0"0"-253"16,0 0-11-16,0 0 51 15,0 0 28-15,0 0-46 16,10 0-15-16,5 1 37 16,7-1-22-16,3 0-19 15,2 0-11-15,5 0-2 16,-1-3-5-16,1-1-1 15,-2-2-46-15,-8 5-125 0,-7-1-136 16,-12 2-335 0</inkml:trace>
  <inkml:trace contextRef="#ctx0" brushRef="#br0" timeOffset="69749.77">2736 10532 1004 0,'0'0'166'0,"0"0"-166"15,0 0-33-15,0 0 33 0,88 13 8 16,-50-13-2-1,5 0-6-15,-1 0-145 0,-5 0-240 16</inkml:trace>
  <inkml:trace contextRef="#ctx0" brushRef="#br0" timeOffset="70617.17">7469 7460 607 0,'0'0'245'0,"0"0"-219"15,0 0-20-15,0 0 27 16,0 0 136-16,0 0-36 16,-48 0-93-16,48 0-16 15,0 0-5-15,0 1-3 0,12 0 16 16,10 4-3-1,12 1 30-15,18 0-3 0,21-2-16 16,18-4-14-16,16 0-12 16,10 0-2-16,-1-10-2 15,-13-2-4-15,-18 1 0 16,-24 6-1-16,-25 5-5 16,-19 0-2-16,-14 0-5 15,-3 0-30-15,0 0-41 16,-7 0-38-16,-7 9-37 15,-1-2-158-15,3 0-300 16</inkml:trace>
  <inkml:trace contextRef="#ctx0" brushRef="#br0" timeOffset="71266.86">10982 7345 312 0,'0'0'123'0,"0"0"-122"16,0 0 9-16,0 0 75 15,0 0 61-15,0 0-21 16,-2 2-25-16,2-2 13 15,0 0-9-15,2 0-35 16,22 1 0-16,11 2 6 16,11 0-21-16,13 1-10 15,9-2-24-15,13-2 8 16,4 0 10-16,-2 0-16 16,-4-5-4-16,-13-7-14 15,-14 2 1-15,-13 2-2 16,-12 3-3-16,-10-1 0 15,-10 4-34-15,-6-1-62 0,-1 1-41 16,0 0-113-16,-19 1-326 16</inkml:trace>
  <inkml:trace contextRef="#ctx0" brushRef="#br0" timeOffset="72594.07">3370 10415 864 0,'0'0'235'0,"0"0"-222"16,0 0 1-16,0 0 79 16,0 0 11-16,0 0-22 15,0 0-12-15,-13 0-32 16,13 0-17-16,18 0-17 15,9 0 6-15,13-3 8 16,5-2 5-16,4-3-13 16,-1 3-2-16,-1-1-3 0,-3 3-4 15,-8 0 1 1,-9 3-4-16,-7 0 2 0,-7 0-32 16,-4 0-108-16,-1 0-32 15,-3 0-32-15,-2 0-75 16,0 0-131-16</inkml:trace>
  <inkml:trace contextRef="#ctx0" brushRef="#br0" timeOffset="73135.87">4010 10344 1272 0,'0'0'42'0,"0"0"-25"16,0 0-17-16,0 0 21 0,0 0-21 15,0 0-37-15,0 0-70 16,0 0-132-16,0 0-202 16</inkml:trace>
  <inkml:trace contextRef="#ctx0" brushRef="#br0" timeOffset="73799.61">4324 10145 954 0,'0'0'0'0,"0"0"2"15,0 0-2-15,0 0 48 16,0 0 14-16,0-76-37 15,0 62 6-15,-6 5 36 16,-5 1-2-16,1 6-33 16,-2 0-9-16,-2 2 14 15,-1 0-21-15,-2 10-15 16,2 12-1-16,4 2 1 16,4 2-4-16,4-2 3 15,3-4 0-15,0-2-5 0,7-2 2 16,9-6-2-1,6-3 3-15,1-5-27 0,3-2 17 16,-2 0-15-16,-3-8 6 16,-5-5-40-16,-4-5 48 15,-4-3 10-15,-4-1 1 16,-4-2 1-16,0 1 1 16,0 3 5-16,0 7 6 15,0 6 0-15,0 5 24 16,-4 2-5-16,4 2-30 15,0 18-14-15,0 12 14 16,2 7 3-16,10 6-2 16,1 5 1-16,-1-1-1 0,-1 2 0 15,-2-6 0-15,-4-5 0 16,-4-9 2-16,-1-10 1 16,0-7 29-16,-8-4 25 15,-7-3-7-15,0-3 0 16,-2-3-21-16,1-1-18 15,-3 0-4-15,1 0-3 16,0-9-5-16,2-4-55 16,6 1-12-16,7 1-81 15,3-1-214-15,0 0-281 16</inkml:trace>
  <inkml:trace contextRef="#ctx0" brushRef="#br0" timeOffset="73929.12">4618 10383 992 0,'0'0'36'0,"0"0"-36"15,0 0 0-15,0 0-18 16,0 0-43-16,0 0-382 16</inkml:trace>
  <inkml:trace contextRef="#ctx0" brushRef="#br0" timeOffset="74199.74">4796 10057 972 0,'0'0'177'0,"0"0"-177"16,0 0 0-16,0 0 6 15,9 81 32-15,-1-39-5 16,1-1-19-16,-2-2-10 16,-1-2 7-16,-5-4-6 15,-1-5-1-15,0-4-4 16,0-5-1-16,0-4-48 16,0-3-127-16,0-8-183 15,0-4-320-15</inkml:trace>
  <inkml:trace contextRef="#ctx0" brushRef="#br0" timeOffset="74455.19">4946 10067 840 0,'0'0'168'16,"0"0"-160"-16,0 0-7 15,0 0 20-15,0 0 8 16,0 0-5-16,32 44 32 16,-20-10-6-16,-2 7 3 15,-3 3-37-15,-6-1-10 0,1 0-3 16,-2-8-3-16,0-4-3 16,0-6-129-16,2-10-118 15,5-9-226-15</inkml:trace>
  <inkml:trace contextRef="#ctx0" brushRef="#br0" timeOffset="74816.03">5433 9863 1111 0,'0'0'53'0,"0"0"-37"16,0 0 37-16,0 0 25 15,0 0-46-15,0 0-21 16,-53 96 25-16,46-40-3 15,4 4 4-15,1 5-6 16,2 0-15-16,0-1-12 16,0-4-1-16,12-9-3 0,4-3-3 15,4-10-92-15,-1-6-50 16,-1-11-123-16,-3-8-326 16</inkml:trace>
  <inkml:trace contextRef="#ctx0" brushRef="#br0" timeOffset="76066.87">5489 10138 337 0,'0'0'750'0,"0"0"-716"15,0 0-25-15,0 0-9 0,0 0 10 16,0 0 13-16,101 13-5 15,-78 17 3-15,-4 7-9 16,-3 0 17-16,-5 2-10 16,-3-3-10-16,-3-5-1 15,-2-6-4-15,-1-6-1 16,-2-6 0-16,0-7-1 16,0-5 2-16,0-1-1 15,0 0 8-15,0 0 23 16,0-18 9-16,0-9-30 15,0-9-13-15,4-7 1 16,1 5-2-16,2 2 2 16,3 6-1-16,1 10 0 15,-1 5 0-15,2 7-3 0,-2 8 0 16,3 0 1-16,-1 0 0 16,1 11-3-16,3 9 4 15,-6 6 2-15,1 8 4 16,-5 2 7-16,0-1-3 15,-5-4-4-15,-1-3 1 16,0-5-6-16,0-9 4 16,0-2-4-16,0-8 0 15,0-4 1-15,0 0 4 16,0 0 11-16,0-21-3 16,4-11-13-16,1-6-5 15,1-8 5-15,1 0-6 16,2 5 2-16,1 6 4 0,1 9 0 15,4 7-1-15,-3 11-2 16,-2 4 2-16,-2 4 1 16,1 6-4-16,-1 19 4 15,2 9 22-15,-3 4 4 16,-2 1-10-16,-2-3-13 16,6-1 2-16,-1-12-5 15,2-3 0-15,1-3 0 16,2-8 0-16,3-5-44 15,4-4-4-15,3 0-38 16,3-16 5-16,-4-8 8 16,-4-7 30-16,-5 1 28 0,-5 2-2 15,-2 6 17 1,-6 7 35-16,0 10 36 0,0 5 23 16,0 0-56-16,-2 15-35 15,-6 7 25-15,-1 5 8 16,8-4-24-16,1-3-10 15,0-7-2-15,3-6 1 16,8-3 6-16,6-4-5 16,-2 0 11-16,-2-8-5 15,0-5-3-15,-6-6 5 16,-1 0-9-16,-6-2 10 16,0-3-2-16,0 1 18 15,-13 1-13-15,-3 4-8 16,3 4 4-16,3 8-10 0,5 4-3 15,3 2 2-15,2 0-1 16,0 0-5-16,0 0-25 16,0 9-12-16,14 2 28 15,4-3-64-15,7-5 33 16,3-2-2-16,1-1-7 16,-4 0 12-16,-4 2 19 15,-4 8 21-15,-3 4 1 16,-1 6 3-16,-1 2 0 15,1-1 10-15,1-2 2 16,-3-3 4-16,1-7 3 16,0-3-1-16,-1-6 5 15,3 0 9-15,2 0 9 0,1-20 9 16,1-6-17-16,-1-6 3 16,-5-5 18-16,-3-3 12 15,-9-1-4-15,0-1-22 16,-21-2-7-16,-9 1 0 15,-5 3-22-15,2 7-3 16,4 11-8-16,9 11-1 16,5 10-8-16,4 1 2 15,1 5 4-15,3 15-56 16,5 6-65-16,2 1-66 16,9-1-21-16,15-4-210 15</inkml:trace>
  <inkml:trace contextRef="#ctx0" brushRef="#br0" timeOffset="76716.02">7009 10009 1185 0,'0'0'81'16,"0"0"-62"-16,0 0 86 15,0 0 30-15,0 0-71 16,0 0-37-16,-11 0 11 16,-7 0-6-16,-4 0-25 0,-2 0 7 15,2 0-3-15,1 0 0 16,4 0 0-16,0-2-10 16,7 1 3-16,4 1-4 15,5 0 0-15,1 0 0 16,0 0-5-16,0 0 0 15,0 0 3-15,0 0-2 16,0 0 2-16,0 0-1 16,0 0-2-16,0 1 1 15,0 17 4-15,0 5 1 16,-4 2 0-16,1 1 0 16,-3-2 0-16,3-3-1 15,-2-3 1-15,4-3-1 0,-3-8 0 16,4-4 0-1,0-3 0-15,0 0-2 0,0 0-2 16,0 0-1-16,13-3-6 16,14-7 11-16,7-1 0 15,1 4-2-15,-4 5-13 16,-2 2-6-16,-4 0 11 16,-3 14 7-16,-5 9-1 15,-6 5 4-15,-4 4 0 16,-5-2 2-16,-2-2 9 15,0-5-2-15,-4-5 11 16,-9-3-1-16,-7-2-4 16,-7-5 8-16,-3-2-17 15,-2-3-1-15,-1-3-5 0,6 0-9 16,3-4-19-16,8-19-51 16,8-8-150-16,8-12-201 15,0-4-449-15</inkml:trace>
  <inkml:trace contextRef="#ctx0" brushRef="#br0" timeOffset="76982.5">7217 9820 1215 0,'0'0'90'0,"0"0"-90"16,0 0 0-16,92 61 13 0,-55-14 40 15,-1 9-6-15,-2 6 5 16,-9 8 6-16,-8 1-5 16,-10 0-15-16,-7-4-4 15,0-7-14-15,-19-13 4 16,-4-6 2-16,-7-11-15 16,-1-5-9-16,-1-8-2 15,-2-7-24-15,-3-5-92 16,-2-5-137-16,-6 0-336 15</inkml:trace>
  <inkml:trace contextRef="#ctx0" brushRef="#br0" timeOffset="88397.89">6970 3993 741 0,'0'0'244'16,"0"0"-216"-16,0 0-22 16,0 0 47-16,0 0 35 15,0 0-19-15,11-81-40 16,-9 62-12-16,-2 3 18 16,0-1-1-16,0 2-4 15,0 1-9-15,-8 2 0 16,-4 4-3-16,-3 7 4 15,-2 1 8-15,-6 16-12 0,-6 21-17 16,1 15 1-16,6 8-2 16,7-3 0-16,13-7 0 15,2-15-3-15,11-11-1 16,15-10 0-16,3-7 0 16,2-7-8-16,0 0-10 15,-5 0-2-15,-2-14-14 16,-6-4 4-16,-7-6 20 15,-4-2 9-15,-7-2 4 16,0-2-2-16,0 2 3 16,-4 0 1-16,-6 4 7 15,1 5-5-15,2 8 15 16,4 5 12-16,3 6-12 0,0 0-18 16,0 7-11-16,0 22 7 15,9 14 2-15,1 9 4 16,1 1 0-16,-3 6-1 15,2 3-1-15,-3 0 1 16,-4-1-1-16,-3-7 0 16,0-8-1-16,-4-6 2 15,-15-8 10-15,-4-6 28 16,-4-4-4-16,-1-7-13 16,-1-8-9-16,3-3-5 15,2-4-2-15,4 0-6 16,3-17 0-16,2-3-38 15,7 1-43-15,8-1-18 16,0 2-138-16,5-2-124 16,13 1-341-16</inkml:trace>
  <inkml:trace contextRef="#ctx0" brushRef="#br0" timeOffset="88963.15">7400 4052 776 0,'0'0'149'0,"0"0"-133"0,0 0 26 16,-7-93 97-16,0 76-40 15,-1 3-42-15,-1 7-35 16,-2 7 13-16,-5 0-2 15,-2 13-12-15,-2 16-16 16,2 7-2-16,6 2-1 16,7 2-2-16,5-6 0 15,0-7-1-15,17-8 0 16,3-8-10-16,1-9 0 16,3-2-2-16,-6 0-14 15,-3-6 21-15,1-12-2 16,-5-3 8-16,-5-4 0 0,-3 4 0 15,-3-1 2-15,0 4 3 16,0 5-5-16,0 4 8 16,0 7 6-16,0 2-14 15,0 5 0-15,0 21-10 16,0 14 10-16,0 11 19 16,0 5-18-16,0 1 4 15,0-2-4-15,1-5 7 16,-1-8-3-16,0-8 7 15,-1-6 16-15,-16-4 26 16,-7 0-8-16,-4-4-9 16,-3-4-11-16,5-3-12 15,4-8-4-15,5-5-8 0,7 0 2 16,4 0-4-16,2-7-52 16,4-15-93-16,4-4-104 15,24-8-233-15</inkml:trace>
  <inkml:trace contextRef="#ctx0" brushRef="#br0" timeOffset="89187.98">7832 4074 1189 0,'0'0'127'0,"0"0"-127"0,0 0 0 16,0 0 10 0,0 0 15-16,112-3-10 0,-59 3-13 15,-1 0-2-15,-6 0-65 16,-9 0-99-16,-14-5-183 16,-11-2-237-16</inkml:trace>
  <inkml:trace contextRef="#ctx0" brushRef="#br0" timeOffset="89355.83">7866 4164 1228 0,'0'0'154'0,"0"0"-154"16,0 0-5-16,0 0 5 16,98 17 23-16,-27-14-13 15,4 0-10-15,-5 0-59 16,-11-2-114-16,-17 1-211 15</inkml:trace>
  <inkml:trace contextRef="#ctx0" brushRef="#br0" timeOffset="89525.16">7891 4408 1069 0,'0'0'327'16,"0"0"-327"-16,0 0 2 0,0 0-2 15,130-21 14-15,-60 12-14 16,9 2-1-16,-3 2-127 16,-8-3-131-16,-13-1-306 15</inkml:trace>
  <inkml:trace contextRef="#ctx0" brushRef="#br0" timeOffset="89847.74">8802 3817 1222 0,'0'0'66'15,"0"0"-47"-15,0 0 55 16,0 0 23-16,0 0-66 15,0 0-29-15,-87 60 10 16,65 0-8-16,2 9 9 16,5 4 0-16,7-1 2 15,8-7-2-15,0-6-10 16,17-9 0-16,13-9-3 16,6-8-3-16,6-7-62 15,-4-10-72-15,1-8-78 0,-7-8-250 16</inkml:trace>
  <inkml:trace contextRef="#ctx0" brushRef="#br0" timeOffset="90020.64">8877 4191 1126 0,'0'0'184'15,"0"0"-184"-15,0 0-3 16,0 0 3-16,140-1 18 15,-62-5-18-15,3-1-8 16,0-4-45-16,-13 2-115 16,-13-4-148-16,-14-4-96 15</inkml:trace>
  <inkml:trace contextRef="#ctx0" brushRef="#br0" timeOffset="90186.56">9425 3916 772 0,'0'0'178'0,"0"0"-61"0,0 0 24 15,0 0-72-15,0 0-58 16,0 0-10-16,-19 71 38 16,27-19-23-16,6 4-13 15,-1 2-3-15,1-5-12 16,5-3-102-16,-4-8-145 16,-5-10-282-16</inkml:trace>
  <inkml:trace contextRef="#ctx0" brushRef="#br0" timeOffset="90433.95">9568 3806 1185 0,'0'0'89'16,"0"0"-80"-16,0 0-9 15,98 60 43-15,-60-7 3 16,-3 10-1-16,-12 5-15 16,-10 1-18-16,-11 0-12 0,-2-1 0 15,-9-3 0 1,-14-10-116-16,-2-11-123 0,0-17-261 16</inkml:trace>
  <inkml:trace contextRef="#ctx0" brushRef="#br0" timeOffset="91162.67">10372 3732 673 0,'0'0'364'0,"0"0"-298"15,0 0 7-15,0 0 61 16,0 0-8-16,0 0-59 16,-63-34-61-16,46 81 0 15,-4 22 13-15,0 13-4 16,6 3 3-16,5-4-10 15,10-3-7-15,0-4-1 16,11-7 0-16,16-8-57 16,9-14-87-16,0-18-102 0,1-16-195 15</inkml:trace>
  <inkml:trace contextRef="#ctx0" brushRef="#br0" timeOffset="92362.16">10445 4046 978 0,'0'0'194'0,"0"0"-174"16,0 0 38-16,0 0-16 15,0 0-30-15,0 0-11 16,61 4 23-16,-38 32-9 16,-1 6-10-16,-4 3 7 15,-6-2-1-15,-4-2-3 16,-3-9 1-16,-5-8-4 0,0-10 6 15,0-7-2-15,0-7-2 16,0 0 13 0,0 0 5-16,0-6-5 0,0-15-3 15,0-9-17-15,0-7 4 16,0-1-4-16,0 2-7 16,12 7 2-16,3 8-18 15,0 11 20-15,-3 7 2 16,1 3-11-16,-1 10 2 15,0 17 4-15,-1 8 6 16,-2 1 5-16,-3-1-3 16,1-7 0-16,-2-5 1 15,0-9-1-15,-3-7-2 16,-1-3 3-16,1-4-1 16,2 0 10-16,3-15 4 0,5-12-10 15,4-9-5-15,0-9-1 16,1-5-1-16,-1 7-16 15,0 8 11-15,-5 14 6 16,-6 13 3-16,0 8 1 16,-1 0-4-16,3 20 3 15,-1 10 9-15,1 5 9 16,1 0-11-16,1-1-6 16,4-6-3-16,3-5 1 15,3-6-2-15,-1-8-9 16,1-7-22-16,4-2-27 0,1 0-4 15,0-18-2-15,0-3 14 16,-4-4 21-16,-5 0 17 16,-1 5 3-16,-7 5 9 15,-3 8 4-15,-4 7 6 16,0 0 13-16,2 0-23 16,2 20 7-16,-1 4 30 15,1 1-26-15,5-5-3 16,1-5-2-16,0-6-2 15,3-4 0-15,0-5 5 16,1 0 4-16,0 0 11 16,-4-12 7-16,-2 0-1 15,-3-3 1-15,-2-1 2 16,-3-1-15-16,0-4-9 0,0-4-3 16,0 2-4-16,0 0 0 15,0 7 1-15,-3 2 12 16,0 5 7-16,1 4-8 15,1 4-10-15,1 0-3 16,0 1-1-16,0 0-11 16,0 0 3-16,0 0-14 15,0-2-5-15,0 2 21 16,0-1 3-16,0 1 3 16,0-3 2-16,0 3 1 15,0 0-3-15,0 0 0 16,0 0-2-16,0 0 2 0,0 0-1 15,0 4-8-15,0 14 0 16,6 7 3-16,2 4 6 16,1 2 1-16,-1-2 0 15,0-4 2-15,2-5-2 16,-1-4 0-16,-2-9 4 16,-4-4-4-16,-2-3 7 15,3 0 13-15,1 0 17 16,1-10 10-16,1-9-16 15,0-3 0-15,-5-3 12 16,-2-6-21-16,0-2-4 16,-13-5-6-16,-6-4-13 15,-6 3 1-15,1 4-1 0,1 4 3 16,6 9-3 0,6 9-9-16,5 9-12 0,5 4-38 15,-1 8-61-15,2 16 3 16,0 7-12-16,9-1-144 15,10-6-226-15</inkml:trace>
  <inkml:trace contextRef="#ctx0" brushRef="#br0" timeOffset="93428.97">11754 4011 576 0,'0'0'257'0,"0"0"-238"16,0 0 61-16,0 0 105 15,0 0-57-15,0 0-62 16,24-27-35-16,-24 27 14 16,5-2-13-16,-2-1-7 15,4 2-11-15,-2-1-5 16,-1 1-1-16,0 1-3 15,-4 0-4-15,2 0 5 16,0 0 10-16,1-3 6 16,3-1 9-16,1 0-8 15,2-1-5-15,-1 1-4 16,-4 1-12-16,-1 1 11 0,-2 0 12 16,-1 0 1-16,0 2-8 15,0-2-1-15,0 1 3 16,0 1-4-16,0 0-11 15,0 0 0-15,0 0-1 16,0 0-2-16,0 0-1 16,0 0 0-16,0 0 2 15,0-1-3-15,0 1 0 16,0 0 0-16,0 0 0 16,0 0-1-16,0 0 1 15,0 0-2-15,4-3 2 16,1-1 0-16,2 3-1 0,1-2 1 15,2 2 0-15,0 1 0 16,4-2-1-16,-3 0 2 16,1 2-1-16,-2 0 0 15,-5 0-1-15,-2 0 1 16,-3 0 0-16,0 0-1 16,0 0-1-16,0 0 1 15,0 0 1-15,-8 0 8 16,-11 0 2-16,-6 2 10 15,-6 3-18-15,-1-1 8 16,-1 1-2-16,-1-1-8 16,2 0 6-16,5-2-2 15,11 0-4-15,7-2 4 0,6 0-4 16,3 0 0 0,0 0-1-16,0 0 1 0,0 0-2 15,0 0 2-15,0 0-1 16,0 0 1-16,0 1 0 15,0 1-4-15,0 0 4 16,0 5-11-16,0 8 6 16,0 7 3-16,0 7 2 15,0 1 2-15,-2-2-2 16,0-3 0-16,2-9-1 16,0-3 5-16,0-8-3 15,0-1-1-15,0-4-3 0,0 0 3 16,4 0-3-1,9 0 3-15,9-2 1 0,5-8 4 16,1 3-9-16,4 0 4 16,-2 2-12-16,-2 4 3 15,-1 1-2-15,-5 0 1 16,-6 6 8-16,-2 11-4 16,-6 5 6-16,-2 3 0 15,-6 0 2-15,0 3 2 16,-2-3 6-16,-17-2-3 15,-5-2 3-15,-7-4-9 16,-4-4 5-16,0-2-5 16,5-5-1-16,3-3-9 15,7-3-45-15,4 0-94 16,7-9-102-16,9-20-183 0</inkml:trace>
  <inkml:trace contextRef="#ctx0" brushRef="#br0" timeOffset="93695.48">12102 3694 1255 0,'0'0'100'16,"0"0"-100"-16,0 0 0 15,0 0 20-15,102 97 40 16,-70-35 0-16,-5 6-15 0,-11-1-14 15,-9 4 6-15,-7 0 11 16,0-1-14-16,-18-2-7 16,-13-8-9-16,-7-9-6 15,-9-5-12-15,-8-9-2 16,-10-3-37-16,-10-5-124 16,-5-11-276-16</inkml:trace>
  <inkml:trace contextRef="#ctx0" brushRef="#br1" timeOffset="102062.62">5920 3892 525 0,'0'0'163'0,"0"0"-144"16,0 0-2-16,0 0 79 16,0 0-4-16,0 0-35 15,0 0-11-15,-19-29-15 16,18 29-7-16,-6 0 2 16,-7 11-10-16,-6 19-11 15,-5 14 5-15,4 10-6 16,2 10 8-16,7 6-9 15,6 0 6-15,6-2-7 16,0-7-2-16,10-8 0 16,18-10 0-16,11-11-4 0,6-9-6 15,5-11-102-15,2-12-118 16,-3 0-119-16</inkml:trace>
  <inkml:trace contextRef="#ctx0" brushRef="#br1" timeOffset="102239.16">6090 4157 1196 0,'0'0'66'16,"0"0"-66"-16,0 0-17 16,0 0 17-16,0 0 8 0,117-11-5 15,-51 11-3-15,0 0-71 16,-1 0-132-16,-4 2-98 15,-14 3-104-15</inkml:trace>
  <inkml:trace contextRef="#ctx0" brushRef="#br1" timeOffset="102711.18">6540 4214 977 0,'0'0'41'15,"0"0"-40"-15,0 0 1 16,0 0 7-16,0 0 12 15,-89 42 0-15,83-42 4 16,-1 0 10-16,1 0-3 0,-4 0-7 16,1-10-12-1,2-12 6-15,4-5 4 0,3-2-23 16,0-2 0-16,8 5 0 16,9 5 0-16,0 6-5 15,1 9-1-15,0 6 2 16,-1 0 4-16,0 21-13 15,-2 11 2-15,-5 12 11 16,-5 10 7-16,-5 3-7 16,0 3 7-16,-9-4-7 15,-5-9 8-15,-5-12-5 16,3-11-1-16,-1-7 2 16,-2-9 3-16,4-4 8 15,-2-4-4-15,2 0-1 0,5-21 7 16,4-15-10-16,6-8-7 15,0-1-12-15,10 8 0 16,11 13 4-16,5 12-4 16,-1 12 12-16,3 6 0 15,4 26-14-15,1 9 8 16,2 5 6-16,0 5-1 16,-1-5 1-16,-3-4-73 15,-2-7-99-15,-6-11-173 16</inkml:trace>
  <inkml:trace contextRef="#ctx0" brushRef="#br1" timeOffset="102979.69">6610 3935 1142 0,'0'0'14'15,"0"0"-14"-15,0 0 0 16,102 28 1-16,-45 21 40 16,0 18 20-16,-10 11-47 15,-14 9 4-15,-14 2-6 16,-19-1-10-16,0-3 4 16,-24-11-3-16,-14-11-3 0,-6-6 0 15,-6-14-3-15,3-10-26 16,6-15-189-16,7-15-249 15</inkml:trace>
  <inkml:trace contextRef="#ctx0" brushRef="#br1" timeOffset="103693.52">8391 3486 714 0,'0'0'177'0,"0"0"-142"0,0 0 53 16,0 0 34-16,0 0-30 15,0 0-66-15,-10-42-22 16,-4 71 0-16,-3 17-4 15,1 17 2-15,4 11 1 16,9 2 0-16,3 2-1 16,2-8 0-16,17-8-2 15,5-10-2-15,1-9 1 16,5-6-4-16,1-11-48 16,0-11-181-16,-4-14-118 0</inkml:trace>
  <inkml:trace contextRef="#ctx0" brushRef="#br1" timeOffset="103865.34">8509 3750 792 0,'0'0'571'16,"0"0"-571"-16,0 0 0 16,0 0-13-16,0 0 13 15,0 0 10-15,96-11-10 16,-43 13 0-16,2-2-147 15,-4 0-144-15,-11 0-110 16</inkml:trace>
  <inkml:trace contextRef="#ctx0" brushRef="#br1" timeOffset="104160.61">8855 3582 1165 0,'0'0'121'0,"0"0"-113"15,0 0-3-15,0 0-2 16,0 0 5-16,91-4 0 15,-58 16-5-15,-4 3-1 16,-7 3-4-16,-13 4 2 16,-9 5-5-16,-2 5 5 15,-27 3 2-15,-15 1 5 16,-6-1-2-16,3-9-2 0,13-7 4 16,17-11-3-16,11-5 6 15,6-1 74-15,0-2-40 16,20 0-36-16,19 0 8 15,22-6-15-15,20-8-1 16,8-2 0-16,3-1-116 16,-7 1-3-16,-15-4-128 15,-18 0-253-15</inkml:trace>
  <inkml:trace contextRef="#ctx0" brushRef="#br1" timeOffset="104376.65">9295 3324 1406 0,'0'0'0'15,"0"0"-83"-15,0 0 83 16,119 83 13-16,-72-19 2 16,-12 12-9-16,-17 14 5 15,-18 5-8-15,-17 5 16 16,-35-2-19-16,-23-6-7 15,-22-11 5-15,-18-15-342 16</inkml:trace>
  <inkml:trace contextRef="#ctx0" brushRef="#br1" timeOffset="109718.07">3388 10058 342 0,'0'0'123'16,"0"0"-116"-16,0 0 0 15,0 0-7-15,99 0 0 16,-70-5-121-16</inkml:trace>
  <inkml:trace contextRef="#ctx0" brushRef="#br1" timeOffset="110478.16">3358 10006 559 0,'0'0'64'0,"0"0"-64"16,0 0 0-16,0 0 69 15,0 0 34-15,0 0-28 0,4 0 9 16,8 0 3-16,4 0-15 16,4 0-14-16,3-6-19 15,3 2-21-15,-1 1-6 16,0-1-8-16,0 1-1 16,-2-1-3-16,-1-2 0 15,-3 3-5-15,-4-1-89 16,-4 3-112-16,-2-4-216 15</inkml:trace>
  <inkml:trace contextRef="#ctx0" brushRef="#br1" timeOffset="111043.73">3744 9844 660 0,'0'0'379'0,"0"0"-366"16,0 0-8-16,0 0-5 16,0 0 17-16,0 0 0 15,-69 8-9-15,55-8-5 16,-1 0 7-16,2 0 14 16,1 0 30-16,2-10-19 15,3-6-4-15,2-6-3 16,4 0-24-16,1 2 2 0,0 2-6 15,0 2 0 1,13 3-8-16,2 8 8 0,2 5 0 16,1 0-6-16,0 13 1 15,1 18 3-15,-2 13 2 16,-8 10 0-16,-2 5 0 16,-7 1 1-16,0 0 0 15,-3-4 1-15,-17-7-2 16,-2-7 0-16,0-11 1 15,-1-9 8-15,1-2-2 16,1-13 9-16,-1-3-4 16,2-4-6-16,3-7-2 15,4-18 3-15,6-5-7 16,7-1 0-16,0 5-1 0,1 7-9 16,15 7 10-16,4 9-7 15,2 3 1-15,4 2 5 16,3 18-4-16,2 3 3 15,0 4 2-15,1 1 0 16,-3-5 0-16,1 0 0 16,-3-5-13-16,-3-6-151 15,-4-6-107-15,-5-6-113 16</inkml:trace>
  <inkml:trace contextRef="#ctx0" brushRef="#br1" timeOffset="111325">3835 9714 1087 0,'0'0'139'0,"0"0"-139"16,0 0-26-16,0 0 26 15,0 0 6-15,103 14 3 16,-57 27 0-16,-6 10-8 15,-9 7 3-15,-7 6-2 16,-14 6 0-16,-10 0 1 16,-2 1 1-16,-26-2-2 15,-14-3 6-15,-8-4-8 0,-5-9-2 16,-7-7-190-16,2-13-140 16,0-13-267-16</inkml:trace>
  <inkml:trace contextRef="#ctx0" brushRef="#br1" timeOffset="111741.67">3422 9468 829 0,'0'0'197'0,"0"0"-196"15,0 0 0-15,0 0 12 16,-103 0 73-16,79 25-24 16,-1 16-25-16,1 13-22 15,3 28 14-15,4 22 6 0,7 18-9 16,6 10-2-16,4 0-19 16,7-7-1-16,20-12-1 15,13-13-3-15,11-15-5 16,7-13-80-16,4-16-215 15,-7-14-449-15</inkml:trace>
  <inkml:trace contextRef="#ctx0" brushRef="#br1" timeOffset="114873.62">2300 11476 829 0,'0'0'233'15,"0"0"-231"-15,0 0-2 16,0 0 18-16,0 0 30 15,0 0-4-15,0 0-1 16,0 3 4-16,-5-3 18 16,-5 0-14-16,-5 0-29 15,2-5-8-15,-1-12 1 16,2-1-6-16,6-2 8 16,2 1-15-16,4 2 1 15,0 4-3-15,0 6-8 0,9 3 6 16,6 4-2-16,3 6-8 15,2 18 1-15,-1 12 4 16,-6 6 5-16,-6 3 0 16,-7 4-1-16,0 0 2 15,-9 2 1-15,-17 2 0 16,-8-2 1-16,-4-4 1 16,-2-14 3-16,2-9 3 15,6-12-7-15,5-11 9 16,5-1 2-16,5-11-1 15,9-13 3-15,4-8-7 16,4-1-7-16,3 6-4 0,13 6-1 16,3 5 5-16,2 9-2 15,2 7 1-15,6 0-2 16,5 0 2-16,-1 18 0 16,0 8 0-16,1 3-5 15,-1 2 5-15,-3-1-3 16,2 0-68-16,-2-6-95 15,-3-4-108-15,-2-15-215 16</inkml:trace>
  <inkml:trace contextRef="#ctx0" brushRef="#br1" timeOffset="115077.37">2693 11616 1244 0,'0'0'138'16,"0"0"-138"-16,0 0-27 16,0 0 27-16,101-4 17 15,-55 4-9-15,1 0-7 16,-6 0-1-16,-5 4-62 16,-11 1-132-16,-9-5-140 15,-10 0-457-15</inkml:trace>
  <inkml:trace contextRef="#ctx0" brushRef="#br1" timeOffset="115227.16">2801 11677 963 0,'0'0'416'16,"0"0"-416"-16,0 0-150 15,0 0 143-15,94 11 6 16,-49-5-153-16,-1 1-305 15</inkml:trace>
  <inkml:trace contextRef="#ctx0" brushRef="#br1" timeOffset="115390.64">2833 11871 718 0,'0'0'863'0,"0"0"-863"16,0 0-27-16,0 0-2 15,0 0 10-15,0 0 13 16,141-5-127-16,-68 3-78 16,-2-7-223-16</inkml:trace>
  <inkml:trace contextRef="#ctx0" brushRef="#br1" timeOffset="116124.2">3557 11752 1189 0,'0'0'240'16,"0"0"-217"-16,0 0 27 15,0 0 53-15,0 0-14 16,0 0-56-16,-10-5-18 16,20 5-13-16,21 0 1 15,14 0 3-15,10 0-2 0,1 0-4 16,-4 0 2 0,-7 5 0-16,-7-2-4 0,-11-3 2 15,-3 0-60-15,-4 0-41 16,-6 0-37-16,-1 0-34 15,-3-14-121-15,-1-6-257 16</inkml:trace>
  <inkml:trace contextRef="#ctx0" brushRef="#br1" timeOffset="119090.59">4313 11230 604 0,'0'0'180'0,"0"0"-176"0,0 0-4 15,0 0 0 1,0 0 15-16,0 0 29 0,0 52 9 16,0-17-27-16,-12 7-2 15,-3-1-5-15,-3-5-9 16,-2-2-4-16,1-8 1 15,1-5-4-15,5-8 6 16,5-6-6-16,4-7 0 16,4 0 6-16,0 0 17 15,0 0-12-15,0-7-12 16,0 1-2-16,0 5-1 16,5 1-1-16,5 0-4 15,3 0 4-15,7 0 2 16,4 0 0-16,1 0 2 15,2 0 0-15,-1 0-1 0,-4-3 1 16,-4 0-2-16,-6-2 1 16,-7 3-1-16,-3-2 0 15,0 1 4-15,-2-6 3 16,0-1 5-16,0-4-4 16,0 1-2-16,0-3 18 15,-2 5 1-15,0 0 8 16,-1 8-8-16,3 0 2 15,-2 3 7-15,2 0-16 16,0 0-18-16,0 3-1 16,0 17 1-16,0 9 10 15,0 5 6-15,0 4-15 16,0 2 7-16,0-1-8 16,0 6-1-16,0 2-2 0,-8-3-120 15,1-7-132-15,2-11-291 16</inkml:trace>
  <inkml:trace contextRef="#ctx0" brushRef="#br1" timeOffset="119232.99">4583 11642 1384 0,'0'0'0'0,"0"0"-132"16,0 0 86-16,0 0-9 0,0 0-354 15</inkml:trace>
  <inkml:trace contextRef="#ctx0" brushRef="#br1" timeOffset="120856.08">4826 11379 275 0,'0'0'536'0,"0"0"-504"16,0 0-27-16,0 0-3 15,0 0 50-15,0 0 21 16,22-2-7-16,-15-5 6 16,3-7-37-16,2-3 4 15,1 1-7-15,-2-2-10 16,0 3-11-16,-4 3 7 15,-3 3 13-15,-1 0-12 16,-3 1-7-16,3 3 0 16,-2-1 12-16,-1 6 7 15,0 0 3-15,0 0-13 0,0 0-13 16,0 0-2 0,0 0-6-16,0 11-7 0,0 13 7 15,-7 9 10-15,0 7-3 16,3 3-5-16,0-1 2 15,1 0-2-15,3-5 1 16,-2-3 0-16,2-11-2 16,-2-5-1-16,2-7 1 15,-1 0 0-15,-1-5-1 16,1-1 1-16,-3-2 1 16,1-2-2-16,-4 4-7 15,-3-4 7-15,-2 2 15 16,-3-3-11-16,1 0 3 0,0 0-1 15,4 0 1 1,5 0 14-16,2 0 4 0,3 0 0 16,0 0-6-16,0 0-19 15,0 0 0-15,8 0-6 16,16 0 6-16,12-3 5 16,12 2-5-16,10-1-16 15,5 1-75-15,4 1-65 16,-4 0-105-16,-6-2-314 15</inkml:trace>
  <inkml:trace contextRef="#ctx0" brushRef="#br1" timeOffset="121556.33">5502 11166 747 0,'0'0'162'0,"0"0"-146"16,0 0-5-16,0 0 93 15,0 0 29-15,0 0-61 16,-7-48-14-16,5 48-7 16,-4 0-15-16,-6 17-11 15,-5 19-5-15,-1 23 5 16,0 13 9-16,4 6-26 15,9-1 1-15,5-6 4 16,0-9-11-16,10-9-1 0,8-5-1 16,2-5 0-16,2-9-29 15,0-7-80-15,3-7-37 16,-1-16-182-16,-1-4-189 16</inkml:trace>
  <inkml:trace contextRef="#ctx0" brushRef="#br1" timeOffset="122539.67">5580 11436 886 0,'0'0'88'0,"0"0"-82"16,0 0 20-16,0 0 56 15,0 0-34-15,0 0-37 16,22-47 0-16,-7 47 4 15,-2 0 3-15,5 5 11 16,-4 14 1-16,3 4 0 16,-2 8 5-16,-3 1-8 15,-4 3-10-15,-5-1-7 16,0-3-1-16,-3-3-5 16,0-4 3-16,0-7-6 15,0-8 2-15,0-5-1 16,0-4 2-16,0 0 1 15,0 0 13-15,0-11 29 0,0-17-8 16,0-9-38 0,3-4-1-16,1 0 1 0,3 5 0 15,1 6-1-15,5 9-14 16,0 7 4-16,1 11 5 16,2 3-2-16,0 3 7 15,1 21-5-15,0 4 3 16,0 4 2-16,-3 3 1 15,-2-2-1-15,0-2 1 16,-5-9-1-16,-3-5 0 16,-1-6 1-16,-3-6-1 15,1-5 1-15,-1 0 2 16,0 0 7-16,2-7 1 16,-2-18-11-16,0-6-4 0,3-5-7 15,2-8 9-15,3 1-1 16,2 2-3-16,4 4-8 15,-2 15 6-15,-6 18 4 16,1 4-1-16,0 10-15 16,3 23 20-16,3 4 27 15,-1 3-15-15,1-2-6 16,-3-5-5-16,3-11 0 16,-1-6 1-16,2-5-2 15,-3-6-3-15,3-5-12 16,0 0-21-16,3 0 29 0,-2-10-8 15,1-10-1 1,-5-1 12-16,-2-2 2 0,-3 3 2 16,-1 5 0-16,-3 2 0 15,0 4 5-15,-2 6-4 16,0 3 19-16,0 0-12 16,0 9-8-16,0 13 0 15,0 7 13-15,0 0-6 16,0-5-1-16,8-6-6 15,4-6 0-15,4-8 2 16,4-4 3-16,3 0 3 16,2-12 0-16,-5-7-2 15,-6-7 3-15,-4-1-4 16,-10 0 13-16,0 0 20 0,-1 0-2 16,-18 1-3-16,-4 5-16 15,0 8-2-15,-1 10-15 16,6 3 0-16,1 0-3 15,2 16 1-15,5 7-17 16,10 3-77-16,0-1-24 16,12-2-56-16,18-6-95 15,8-7-171-15</inkml:trace>
  <inkml:trace contextRef="#ctx0" brushRef="#br1" timeOffset="122839.17">6460 11534 573 0,'0'0'408'0,"0"0"-350"15,0 0-24-15,0 0 56 0,0 0-6 16,0 0-46 0,-15 82-19-16,15-68 3 0,10-7-9 15,3-4 5-15,4-3-4 16,1 0 1-16,-1-3 5 16,-2-13 10-16,-2-7 9 15,-5-2 17-15,-2-5-20 16,-5-3-2-16,-1-3 4 15,0-1-17-15,-13 0-4 16,-5 2-7-16,1 6-5 16,3 10-5-16,4 11-2 15,7 8-3-15,3 0-1 0,0 9-53 16,0 16-22 0,0 4-25-16,15 3-94 0,14-11-158 15,6-3-83-15</inkml:trace>
  <inkml:trace contextRef="#ctx0" brushRef="#br1" timeOffset="123439.21">6998 11335 201 0,'0'0'870'0,"0"0"-808"15,0 0-11-15,0 0 76 16,0 0-31-16,0 0-63 15,0-9-10-15,-5 9 15 16,-12 0 12-16,-8 0-13 0,-3 0-26 16,3 0 9-16,3-3 18 15,5-3-5-15,5 4-21 16,6-1-7-16,1 0-1 16,3 3-1-16,2 0-3 15,0 0 0-15,-1 0-2 16,1 0-4-16,0 0 2 15,0 0-4-15,0 0 3 16,-4 13 1-16,1 4 4 16,0 3 0-16,-1 2 0 0,1 1 0 15,1-2 0 1,-3 0 2-16,0-4-1 0,2-6-1 16,0-2 2-16,1-2-2 15,2-4 0-15,0-3 0 16,0 0-1-16,0 0 1 15,0 0-7-15,8 0-1 16,14 0 8-16,8-3 5 16,3 0-5-16,1-1-8 15,-6 4-19-15,-1 0 17 16,-5 4 9-16,-6 6 1 16,-4 6-3-16,-5 1 3 15,-2 0 0-15,-5-3 0 16,0-2 2-16,0 0 7 15,-9 0 13-15,-9 1-3 0,-5-2-11 16,-7-2-4 0,0 1-3-16,-1-6-2 0,5 0-10 15,2-4-55-15,8 0-43 16,4-5-105-16,12-14-192 16,0-6-359-16</inkml:trace>
  <inkml:trace contextRef="#ctx0" brushRef="#br1" timeOffset="123705.9">7102 11154 1046 0,'0'0'243'0,"0"0"-243"0,0 0-18 15,0 0 18-15,0 0 49 16,100 102 0-16,-65-46-22 15,-1 8 19-15,-13 1-6 16,-6-3-16-16,-13-4 11 16,-2-7-11-16,-13-2-16 15,-18-2-3-15,-5-8-5 16,-6-2-4-16,-8-6-107 16,-7-8-158-16,-7-8-410 15</inkml:trace>
  <inkml:trace contextRef="#ctx0" brushRef="#br1" timeOffset="136403.49">3229 6990 597 0,'0'0'266'0,"0"0"-193"16,0 0 7-16,0 0 60 16,0 0-23-16,0 0-17 15,0 0-36-15,-6-11-28 16,6 11-9-16,0 0-13 16,12 0-7-16,16 0-1 15,6 0-2-15,7 0 1 16,1 0-5-16,-2 0 2 15,-6 0-5-15,-6 0 3 16,-6 0-70-16,-6 0-89 16,0 0-90-16,-6 0-169 15</inkml:trace>
  <inkml:trace contextRef="#ctx0" brushRef="#br1" timeOffset="137019.97">3679 6856 739 0,'0'0'171'0,"0"0"-169"15,0 0-2 1,0 0 8-16,0 0 19 0,0 0-1 15,-28 23-3-15,24-22 49 16,0-1-3-16,-3 0-3 16,-3 0-34-16,0 0-14 15,-2-4 21-15,2-10-1 16,2 0-17-16,1-4-11 16,2-1-10-16,5 3 17 15,0 2-17-15,0 5-3 16,2 3 1-16,6 2 2 15,2 4-6-15,2 0 4 16,-2 7-7-16,1 13 5 16,-2 6 1-16,-2 9 2 15,-4 4 1-15,-3 2 2 0,0-1-1 16,0-3 1 0,-15-3 0-16,-3-5-2 0,-4-4 9 15,0-7-7-15,0-4 5 16,4-8-2-16,5-3 0 15,1-3 7-15,0 0-9 16,2-10 3-16,5-10-3 16,3-4-3-16,2 0-8 15,9 1 4-15,12 4-9 16,4 7 12-16,2 7-1 16,2 5-2-16,-1 0-1 15,2 19-3-15,2 7 4 16,0 1 2-16,-2 1 1 15,-3-1 1-15,-6-4-65 0,-4-3-65 16,-7-8-120-16,-7-9-126 16</inkml:trace>
  <inkml:trace contextRef="#ctx0" brushRef="#br1" timeOffset="137287.04">3706 6601 1132 0,'0'0'64'0,"0"0"-64"0,0 0 0 16,0 0 4-16,115 85 28 16,-61-35-3-16,1 4-19 15,-8 6 8-15,-12 5 3 16,-13 0-6-16,-15-1-6 15,-7-2-2-15,-16-4-5 16,-20-5 5-16,-16-2-6 16,-12-5-1-16,-11-5-127 15,-7-9-95-15,-1-14-210 16</inkml:trace>
  <inkml:trace contextRef="#ctx0" brushRef="#br1" timeOffset="137719.12">3278 6458 1144 0,'0'0'115'0,"0"0"-108"16,0 0-6-16,0 0 23 15,-107 18 41-15,80 23-29 16,-2 26-25-16,0 29 10 16,10 23 20-16,13 12-8 15,6-3-19-15,22-13-7 16,24-21-7-16,19-19-4 16,18-13 2-16,8-12-72 15,8-15-83-15,-7-13-177 16</inkml:trace>
  <inkml:trace contextRef="#ctx0" brushRef="#br0" timeOffset="152003.81">7893 8241 560 0,'0'0'282'0,"0"0"-250"15,0 0-22-15,0 0 33 0,0 0 80 16,0 0-26 0,0 0-42-16,0-21-18 0,0 15 19 15,0-1-8-15,0-1-24 16,0 0 22-16,0 4-1 15,0 1 2-15,0 1-12 16,0 2-21-16,0 0-4 16,0 0-7-16,0 0 1 15,0 0-1-15,0 0-2 16,0 0 3-16,0 0 3 16,0 0-3-16,0 0-3 15,0 4-1-15,0 11 0 16,0 13 3-16,0 15-3 0,0 11 7 15,0 7 22-15,0 6-7 16,6 2-7-16,2 3-1 16,3 5 5-16,-3-1-5 15,-2 4-1-15,3 0 6 16,-6 0-8-16,1 1 2 16,-3 1 0-16,1-2-6 15,-1-4 3-15,3-6-2 16,-1-4-1-16,-1-4 0 15,0-5 1-15,-1-3-7 16,-1-3 5-16,0-3-1 16,0 0-2-16,0 1-1 15,0-2 0-15,-3 0 6 16,0-2-5-16,1-3-3 0,2-1 5 16,0-2-5-16,0-3 3 15,0-2 1-15,0-3-4 16,0 0 5-16,0 4-2 15,3 1-1-15,-1 2 6 16,1 2-5-16,-3-2-1 16,0-1-2-16,0 3 0 15,0-5 3-15,0 0 0 16,0 2 1-16,0-4 0 16,0 1 2-16,0 2-3 15,2-2 1-15,0 2-1 16,0-1 1-16,1 0-1 15,0 3-2-15,-1-5 2 0,1 1-3 16,-1 0 2-16,-2 1 2 16,0 3-2-16,0 0 1 15,0 1 1-15,0 2-3 16,0-4 2-16,0-1-3 16,1-2 4-16,1-5-2 15,-2-2 0-15,2 0 2 16,0-1-3-16,-2-2-1 15,0 3 2-15,0-2-2 16,0 4 2-16,0 4-1 16,0 1 0-16,0 3 1 15,-6-4 1-15,2-3-2 0,0-3-1 16,2 0 1 0,1 0 2-16,1-1-2 0,0 1 1 15,0-3 4-15,0-1-4 16,0-3 3-16,0 4 4 15,0-5 0-15,0-1-1 16,0 2-1-16,0-4-6 16,-2 4 7-16,-1-2-3 15,1 2-5-15,0-4 0 16,2 2 0-16,0-3 0 16,0-1 0-16,0-1 0 15,0-9 0-15,0-1 0 16,0-3 0-16,0 0-14 15,0 0-41-15,0-20-22 16,10-23-58-16,7-18-462 0</inkml:trace>
  <inkml:trace contextRef="#ctx0" brushRef="#br0" timeOffset="153932.97">8511 8494 658 0,'0'0'301'0,"0"0"-301"16,0 0 0-16,0 0 0 15,0 0 13-15,0 0 5 16,0 0-5-16,0 24-2 16,-2-22 26-16,-2-2 30 15,-5 0 11-15,-2 0-12 16,-3 0-25-16,-1-6-5 15,0-7-7-15,3-1 5 16,2-3-21-16,5-4-4 0,5 1-3 16,0-4-6-1,0 4 3-15,10 3-7 0,6 6 4 16,0 10-11-16,4 1 11 16,-1 7 0-16,1 21-2 15,-6 6 2-15,-5 8 3 16,-9 3-3-16,0 2 3 15,-4 2 7-15,-15-2-10 16,-5-1 15-16,-8-8-14 16,-3-7 7-16,0-13 4 15,-4-6-2-15,8-11 8 16,3-1-2-16,6-6 11 16,8-19 14-16,9-7-18 15,5-5-12-15,0 3-11 16,20 7 0-16,4 7 3 0,3 11 1 15,1 5-2-15,0 4 0 16,0 0-2-16,3 3-1 16,-6 15 1-16,-3 4-5 15,-2 7-2-15,-4 4-106 16,1-1-114-16,-2-5-257 16</inkml:trace>
  <inkml:trace contextRef="#ctx0" brushRef="#br0" timeOffset="154058.84">8871 8697 1568 0,'0'0'99'0,"0"0"-93"0,0 0-6 15,0 0 0-15,0 0-74 16,0 0-189-16,-12 1-225 16</inkml:trace>
  <inkml:trace contextRef="#ctx0" brushRef="#br0" timeOffset="155639.82">9651 8248 1232 0,'0'0'138'0,"0"0"-126"0,0 0-12 16,0 0 10-16,0 0 51 16,0 0-37-16,72-14-6 15,-15 14-12-15,5 0 0 16,0 0-5-16,-6 0-1 15,-5 11-3-15,-11 0-95 16,-12 5-50-16,-14-2-138 16,-14 2-215-16</inkml:trace>
  <inkml:trace contextRef="#ctx0" brushRef="#br0" timeOffset="155857.64">9902 8315 1209 0,'0'0'83'0,"0"0"-83"16,0 0-2-16,0 0 2 16,-27 78 13-16,27-32 34 15,0 7-31-15,2 6-3 16,-2 6-7-16,0 4 6 16,0 0-12-16,0-2 0 15,-3-9 0-15,-1-9-5 16,4-12-150-16,2-16-196 15,18-16-161-15</inkml:trace>
  <inkml:trace contextRef="#ctx0" brushRef="#br0" timeOffset="156998.79">10210 8570 1121 0,'0'0'110'0,"0"0"-90"15,0 0 47-15,0 0 40 16,0 0-27-16,0 0-60 16,-107-15-18-16,81 61-1 15,5 2 6-15,6-2-3 16,8-8-4-16,7-11 0 16,0-8-1-16,0-10-1 0,0-4-5 15,9-3-1-15,5-2 8 16,3-5 3-16,2-17-2 15,0-10-1-15,0-6-31 16,-3 6 17-16,-5 5 11 16,-5 11 3-16,-4 10 0 15,0 6 0-15,-2 0-2 16,3 0-18-16,6 3 0 16,2 7 20-16,8 0 4 15,3-2-4-15,1-7 0 16,5-1-7-16,2 0 5 15,-3-5-19-15,-2-11-3 16,-6-5 16-16,-4-1 8 16,-7-6 1-16,-5-2 2 0,-3-1-2 15,0-6 8-15,-4-2-4 16,-8-3 4-16,2 6 10 16,3 9 15-16,4 10 14 15,1 13 34-15,2 4-46 16,0 0-36-16,0 22-8 15,5 13 8-15,8 9 15 16,-1 0-12-16,2 2-1 16,-3-5 1-16,1-1-1 15,-2-3-2-15,0-7 0 16,-4-2-2-16,1-7-7 16,0-9-91-16,-2-5-44 15,2-7-29-15,1-6-11 0,2-17 113 16,0-13-5-1,-2-5 56-15,-1-1 20 0,-4 1 9 16,0 7 41-16,-1 3 74 16,-2 7-23-16,0 6-4 15,0 8-2-15,0 4-14 16,0 4-10-16,0 2-21 16,0 2-46-16,0 21 3 15,-5 10-7-15,-8 2 13 16,-2 1-10-16,1-4 0 15,3-5-1-15,1-6-1 16,3-7 2-16,4-8-2 16,3-6 1-16,0 0 4 15,0 0 3-15,0 0 23 0,0-9 14 16,1-3-43-16,11 2-3 16,3 2-4-16,4 5 4 15,0 3 0-15,5 0-3 16,3 1 1-16,3 9 2 15,7-5-1-15,4-5 1 16,1 0-2-16,-1 0-1 16,-8-13 1-16,-8-3-16 15,-10-1 17-15,-7-1 1 16,-6-1 2-16,-2 2 2 16,0 0-3-16,0 0 2 15,-8 4-2-15,-5 2 1 16,3 4 1-16,1 5 5 0,0 2 5 15,1 7-9-15,-4 17-3 16,2 1 0-16,6 3 6 16,4-3 1-16,0-3-3 15,4-6 5-15,15-1-3 16,4-6-2-16,3-7 3 16,-1-2-6-16,1 0 1 15,-1-4-3-15,2-7-11 16,-2-2-66-16,2-1-119 15,-4 1-121-15,-3-2-360 0</inkml:trace>
  <inkml:trace contextRef="#ctx0" brushRef="#br0" timeOffset="158665.17">11439 8551 708 0,'0'0'54'0,"0"0"-22"0,0 0 120 16,0 0-11-16,0-78-46 15,1 68-39-15,6 3-23 16,-1 3-8-16,1 4-1 16,0 0-22-16,1 0 2 15,4 11 0-15,2 13 13 16,-3-1-5-16,1 5 6 16,-4-4-16-16,-1-3 3 0,-2-1 0 15,-2-6-4-15,-1-5 0 16,-2-4-1-1,0-3 2-15,0-2 0 0,0 0 7 16,0 0 13-16,0 0 52 16,4-14-26-16,2-15-34 15,5-7-12-15,8-2-4 16,1 1 2-16,2 8-5 16,0 8-1-16,-1 6 6 15,-1 8-1-15,-1 4-1 16,-4 3 2-16,0 0-8 15,-1 13 5-15,-3 8 0 16,1 4 3-16,-4-3 5 0,-1 2-5 16,0-4 2-1,-1-5-1-15,-1-4 0 0,0-4-1 16,-1-4-1-16,-3-3 1 16,1 0-2-16,-1 0 0 15,2 0 0-15,3-4 2 16,4-16 2-16,2-7 0 15,1-4 4-15,-2 0-5 16,-2 8 0-16,-4 8 0 16,-2 8 3-16,-1 7 1 15,-2 0-5-15,0 0-2 16,2 16-17-16,1 7 19 0,4 4 12 16,0 0-11-1,3-6-1-15,1-4 1 16,3-7-1-16,2-4-2 0,2-3-9 15,3-3 1-15,2 0-49 16,0-12 9-16,3-7 23 16,-5-3-17-16,0 3-5 15,-7 3 36-15,-2 5 7 16,-7 7 6-16,-3 4 0 16,-2 0-6-16,1 5-17 15,1 15 23-15,1 2 3 16,4 1 5-16,2-5-7 15,-1-6 2-15,2-7 1 16,-4-3 3-16,0-2 15 16,-1-6 37-16,0-10 1 0,-2-9-30 15,-1-4 9-15,-2-2-3 16,0-3 5-16,-9-1-9 16,-11 0 4-16,-5 1-13 15,-1 7-6-15,2 8 4 16,4 9-17-16,6 5 0 15,8 5-4-15,1 0-5 16,3 1-11-16,2 16-140 16,0 4-45-16,15 0-145 15,11-4-254-15</inkml:trace>
  <inkml:trace contextRef="#ctx0" brushRef="#br0" timeOffset="159182.04">12497 8289 1079 0,'0'0'120'0,"0"0"-112"15,0 0 67-15,0 0 35 16,-7-78-53-16,-1 71-14 16,-2 1-32-16,-5 4-3 15,-4 2 0-15,1 5-8 16,0 19 4-16,4 7-4 15,8 4 1-15,6-2-1 16,0-3-1-16,16-4-3 0,10-11 1 16,3-6 2-16,3-8-2 15,-4-1 3-15,-3-3 1 16,-5-14 12-16,-2 0-12 16,-10-3 6-16,-2 1 2 15,-4-3-3-15,-2 0-4 16,0-1 8-16,0 1-3 15,-5 2 3-15,0 7-10 16,0 7 5-16,4 4 5 16,1 2-10-16,-2 14-12 15,2 18 7-15,0 12 5 16,0 6 0-16,0 2 3 16,0-4-3-16,8 0 1 15,2-8 0-15,-5-4-1 0,-2-5 5 16,-3-6 23-16,0-4-4 15,-6-6 0-15,-18 0 5 16,-1-3-14-16,-5-6-9 16,-2 0-4-16,-1-5-1 15,-7 5-1-15,-7 1-111 16,-5 3-205-16,-5 5-480 16</inkml:trace>
  <inkml:trace contextRef="#ctx0" brushRef="#br0" timeOffset="162313.45">8424 9697 594 0,'0'0'307'0,"0"0"-276"16,0 0-18-16,0 0 70 15,0 0 26-15,0 0-48 16,0 0-37-16,0 0 28 16,0 0 21-16,0 0-2 15,0 0-2-15,0-6-22 16,0-4-8-16,2-4-30 16,5 1-9-16,1 0 5 15,1 4 2-15,0 1-7 16,3 0 2-16,2 2-1 15,-1 3 3-15,1 0-4 16,0 3 0-16,1 0-2 16,0 3-4-16,-3 12 2 15,-2 4 4-15,-2 4-3 0,-2 0 3 16,-5-2 2-16,-1-3-1 16,0-2-2-16,0-1 2 15,-7 0 1-15,-6 1 0 16,-2-2 2-16,1-1-3 15,1-5 1-15,3-2-2 16,1 0 4-16,5-6-3 16,1 0 4-16,1 2-5 15,2-2 0-15,0 0 7 16,0 0-7-16,0 0 5 16,0 0-5-16,8-4-6 15,10-7 6-15,11 1 2 0,5 4 0 16,0 6-2-16,3 0-6 15,-1 9 1-15,-9 13-2 16,-5 10-4-16,-6 3 11 16,-10 2 0-16,-6 1 0 15,0-4 1-15,-13-3 1 16,-12-2 5-16,-7-3 7 16,-5-3 4-16,-1-5 19 15,-1-7-8-15,3-2 0 16,2-4-11-16,4-3-8 15,5-2-10-15,7 0 2 16,6 0 1-16,7 0-3 16,3 0 0-16,2 0-2 0,0 0-44 15,4-10-73-15,19-7-144 16,7-7-169-16,7-5-90 16</inkml:trace>
  <inkml:trace contextRef="#ctx0" brushRef="#br0" timeOffset="162617.84">8969 9723 1198 0,'0'0'138'0,"0"0"-137"16,0 0 1-16,0 0 50 16,0 0-8-16,0 0-33 15,55-6 11-15,-24 6 30 16,5-5-18-16,3-4-12 16,-3-1-15-16,3-2-5 15,-6 1-2-15,-6 0 0 16,-3 6-77-16,-10 0-99 15,-5 4-69-15,-9-1-252 16</inkml:trace>
  <inkml:trace contextRef="#ctx0" brushRef="#br0" timeOffset="162802.66">9091 9819 1221 0,'0'0'309'0,"0"0"-309"16,0 0-56-16,0 0 56 16,111-21 12-16,-56 14-11 15,0 1-1-15,-5-1-82 16,-12 3-153-16,-10-1-242 16</inkml:trace>
  <inkml:trace contextRef="#ctx0" brushRef="#br0" timeOffset="162975.45">9166 9966 753 0,'0'0'738'16,"0"0"-738"-16,0 0-49 16,0 0 49-16,87-4 10 15,-30 1-10-15,3 0-145 16,-1-6-146-16,-12-1-304 15</inkml:trace>
  <inkml:trace contextRef="#ctx0" brushRef="#br0" timeOffset="164880.69">4271 7757 42 0,'0'0'623'0,"0"0"-539"15,0 0-56-15,0 0 59 16,0 0 102-16,0 0-8 16,0 0-62-16,-57 0-30 0,57 0-32 15,0 0-11 1,0 0 3-16,15 0-12 0,17 0 3 15,14 0 15-15,12 0-31 16,10-2 4-16,7-2-2 16,7-3-19-16,-5-2 9 15,-8-2-6-15,-15 3-7 16,-16 1-3-16,-13 3-4 16,-8 0 4-16,-7 2 0 15,-5 2-6-15,-2-2-19 16,3 2-39-16,13 0-93 15,16 2-114-15,19 8-49 16,16-1-200-16</inkml:trace>
  <inkml:trace contextRef="#ctx0" brushRef="#br0" timeOffset="165622.53">10938 7573 1116 0,'0'0'162'0,"0"0"-155"16,0 0-4-16,0 0 24 15,0 0 32-15,0 0 8 16,131-7 46-16,-46 7-59 16,7 0-40-16,2 0 3 15,-12-3-8-15,-17-1-9 16,-21-1-1-16,-19 3-16 15,-17 2-146-15,-8 0-135 16,-15 0-271-16</inkml:trace>
  <inkml:trace contextRef="#ctx0" brushRef="#br0" timeOffset="166513.68">9875 10048 1175 0,'0'0'89'16,"0"0"-39"-16,0 0 112 15,0 0-12-15,0 0-54 16,0 0-44-16,-12-17-24 16,14 10-11-16,22-8-1 15,14-5-9-15,14-1 12 0,0 2-15 16,0 3-3-16,-7 5-2 16,-5 2 0-16,-5 4 1 15,-9 3-1-15,-5 2-19 16,-8 0-37-16,-3 0-35 15,-3 7-71-15,0 0-50 16,-2-5-167-16,2-2-558 16</inkml:trace>
  <inkml:trace contextRef="#ctx0" brushRef="#br0" timeOffset="166951.18">10578 9908 1307 0,'0'0'151'0,"0"0"-151"15,0 0 0-15,0 0 0 16,0 0 0-16,0 0-26 16,4-30-192-16,0 24-142 0,-2-2-156 15</inkml:trace>
  <inkml:trace contextRef="#ctx0" brushRef="#br0" timeOffset="167638.04">10954 9554 985 0,'0'0'252'0,"0"0"-247"15,0 0-2-15,0 0 5 0,0 0 56 16,0 0 5-16,0-4-42 16,0 4 19-16,-2-2 22 15,-13-1-1-15,-7-3-50 16,-3 2-13-16,0-1-4 15,1 0 7-15,4-2-5 16,2-1 5-16,1 3-4 16,6 1 1-16,2 0-4 15,5 4 2-15,4-2-4 16,0 2 2-16,0 0-7 0,0 6 2 16,0 14 4-1,0 9 1-15,0 2 0 0,0 4 4 16,0-2-4-16,0 0 0 15,0-3 0-15,0-6 0 16,0-6 1-16,0-6-1 16,0-6 0-16,0-3 0 15,0-3 0-15,0 0 2 16,0 0-2-16,0 0-3 16,10-3 3-16,6-12 9 15,6 2-9-15,3 3 1 16,-2 4-3-16,1 4-1 15,-3 2-4-15,1 2 3 0,-2 15-4 16,-1 7 6 0,-6 5 1-16,-4 2-2 0,-9 0 3 15,0 0 0 1,0-2 0-16,-17 0 3 0,-4-4 1 16,-2-3 0-16,-3-1 2 15,0-4-6-15,3-3 5 16,1-4-3-16,7-4-2 15,4 0 0-15,2 0-2 16,8-3-149-16,1-3-137 16,0 0-375-16</inkml:trace>
  <inkml:trace contextRef="#ctx0" brushRef="#br0" timeOffset="167790.59">11128 9905 445 0,'0'0'829'16,"0"0"-829"-16,0 0 4 16,0 0-8-16,0 0 4 15,0 0-212-15,-4-12-166 16</inkml:trace>
  <inkml:trace contextRef="#ctx0" brushRef="#br0" timeOffset="168052.09">11301 9556 1153 0,'0'0'89'16,"0"0"-89"-16,0 0-11 15,0 0 11-15,0 0 27 16,26 106 4-16,-13-62-26 15,-4-2 0-15,-6 1 0 16,-3-3-4-16,0-4-1 16,0-5 0-16,0-5 0 15,0-9 0-15,0-8-109 16,0-9-208-16,0 0-179 0</inkml:trace>
  <inkml:trace contextRef="#ctx0" brushRef="#br0" timeOffset="168264.7">11465 9538 488 0,'0'0'676'0,"0"0"-664"16,0 0-8-16,0 0-4 16,0 108 9-16,0-70 23 15,2 1 1-15,3-1-22 16,0-2-5-16,-2-2-4 15,1-5-2-15,-1-4-1 16,2-5-4-16,4-10-224 16,-1-10-236-16</inkml:trace>
  <inkml:trace contextRef="#ctx0" brushRef="#br0" timeOffset="168554.75">11833 9335 1220 0,'0'0'71'16,"0"0"-68"-16,0 0 0 15,0 0 6-15,0 0 2 0,-37 96 101 16,36-32-72-16,1 3-29 15,0-1 12-15,0-1 16 16,7-7-33-16,3-3-2 16,0-2-3-16,1-7-1 15,1-4 0-15,1-9-66 16,6-10-152-16,-1-14-198 16</inkml:trace>
  <inkml:trace contextRef="#ctx0" brushRef="#br0" timeOffset="170229.05">11990 9570 1169 0,'0'0'34'16,"0"0"-28"-16,0 0 13 15,0 0-5-15,0 0 11 16,0 0-20-16,62 42 4 15,-50-9-2-15,-2 4-3 16,-3-2 3-16,-3-4-6 16,0-1 4-16,-4-6 2 15,0-7-7-15,0-5 8 16,0-4-3-16,0-5-3 16,0-3 4-16,0 0-3 0,0 0 11 15,0-16 98-15,0-11-84 16,0-4-26-16,2-1-4 15,4 4 2-15,4 5 0 16,0 7-3-16,0 5-10 16,0 5 9-16,-1 6 2 15,1 0-1-15,0 0-2 16,0 14 3-16,0 8 1 16,-4 5 1-16,0 2 0 15,-3 1 3-15,2-2-1 16,-3-4-2-16,1-7 0 15,-1-7 2-15,1-3-4 16,-1-6 3-16,-2-1-1 16,3 0 8-16,0-1-1 0,6-19 10 15,1-7-5 1,3-4-8-16,-1-3 0 0,-2 5-3 16,-2 3 1-16,1 3 1 15,-1 9-3-15,-5 3 5 16,1 7 5-16,-4 4 9 15,0 0-19-15,1 7-10 16,3 14 10-16,1 5 8 16,2 0-4-16,-1 0-2 15,4-8-2-15,1-3 1 16,3-4-1-16,0-7-5 16,2-2 4-16,1-2-8 0,-1 0-27 15,3-17-13 1,-4-2 18-16,0-1 24 0,-5 3 5 15,-5 8 4-15,-1 5-1 16,-3 3 2-16,-1 1-3 16,0 1-13-16,0 16-4 15,3 5 17-15,3 0 6 16,0-3-5-16,6-8-1 16,2-4 0-16,-1-6 2 15,-2-1 2-15,-2 0 18 16,-3-12 7-16,1-4 4 15,-4-3-7-15,-3 1 11 16,0 1-13-16,-3-1-24 0,-12 1 2 16,-3 3 1-1,1 2-2-15,4 4-1 0,4 6 0 16,6 2-5-16,3 0 4 16,0 0-14-16,0 4-33 15,0 8-6-15,8-1-60 16,16-5-10-16,2-5 24 15,4-1 18-15,2 0 21 16,-3 0 57-16,-4 0 4 16,-5 3 3-16,-5 7-1 15,-4 5 9-15,2 1 8 16,-3 0 7-16,-3-1 3 16,2-1-11-16,-1-3-1 15,-1-7-5-15,-2-2 22 0,0-2 6 16,-3 0 3-16,1-2 34 15,0-11 21-15,-1-7-72 16,-2-3 35-16,0-1-6 16,-2-3-27-16,-14-2-13 15,-3 2-13-15,1-1 7 16,-1 7-4-16,4 8 1 16,7 5-6-16,3 3-3 15,5 5-1-15,0-1 3 16,0 1-14-16,0 0-95 15,3 7-2-15,16 7 55 16,10-3-135-16,6-4 45 16,1-4 18-16,3-3 86 0,-3 0 36 15,-6-10 7-15,-2-7 7 16,-7-1 47-16,-1 0 52 16,-3-1-15-16,-4-2-18 15,-4 4-7-15,-8 2 9 16,-1 1-2-16,0 3-28 15,-5 4-17-15,-6 3-1 16,-3 2-5-16,1 2-12 16,-1 0-10-16,-1 13 0 15,2 9-1-15,3 2 1 16,3-2-1-16,4-3 0 16,3-5-6-16,0-5 5 15,3-4-1-15,5-4 3 0,1-1 4 16,-2 0-1-16,-3 0 2 15,0 0 3-15,-2 0-6 16,-1 0 5-16,-1 0-2 16,2-1-4-16,3-2 0 15,0-3 0-15,2 0-2 16,-1 0 1-16,1 3 0 16,-1 1 2-16,1 0-2 15,0 2-2-15,2 0 0 16,-1 0-10-16,3 13 11 15,1 11 1-15,0 9 8 16,-4 4 9-16,-1 0-5 0,-4 0-5 16,-3-2 8-1,0-7-4-15,0-2 12 0,-1-8-11 16,-9-5-9-16,-1-2 0 16,-3-4 0-16,-3-1-3 15,-1-6-107-15,-2 0-158 16,4-11-315-16</inkml:trace>
  <inkml:trace contextRef="#ctx0" brushRef="#br0" timeOffset="170481.49">13236 9312 1210 0,'0'0'110'15,"0"0"-102"-15,0 0-8 16,0 0 10-16,107 99 38 16,-69-45-8-16,-4 4-20 15,-6 2 42-15,-10 2-20 16,-9-3-27-16,-9 6-7 16,-3 1-6-16,-28 3 4 15,-14-5-6-15,-14-4 0 16,-9-7-169-16,-10-8-276 15</inkml:trace>
  <inkml:trace contextRef="#ctx0" brushRef="#br0" timeOffset="174846.07">8451 11018 817 0,'0'0'80'0,"0"0"-77"16,0 0 42-16,0 0 119 16,0 0-28-16,0 0-35 15,0 0-41-15,28-70-55 16,-4 53 6-16,-1 3 27 15,1 7-22-15,-3 4-13 16,1 3 2-16,-6 0-2 0,-3 17 0 16,-5 5 2-16,-8 7 0 15,0 5 0-15,-7 4 0 16,-14 2-4-16,-8 1 2 16,-1-8-3-16,5-9 1 15,8-11-2-15,11-9 2 16,6-4 2-16,0 0 9 15,0 0-12-15,1-6-1 16,21-5-7-16,8-3 2 16,10 8 5-16,2 6-2 0,-4 0-5 15,-4 13 3 1,-10 15-9-16,-6 2 13 0,-10 3 1 16,-6-3 1-16,-2-6 4 15,-3-4-5-15,-18-4 7 16,-4-3 5-16,-3-2 17 15,-11-4 29-15,-3-1-1 16,-1-2-24-16,-1-4-19 16,8 0-6-16,6 0-8 15,9 0 0-15,11 0 2 16,7 0-4-16,3 0 2 16,0 0-60-16,2 0-90 15,20 0-112-15,11-4-27 16,9-11-285-16</inkml:trace>
  <inkml:trace contextRef="#ctx0" brushRef="#br0" timeOffset="175051.64">9044 11051 1385 0,'0'0'188'15,"0"0"-188"-15,0 0-19 16,89-30 19-16,-39 24 5 16,4 0-3-16,-4 1-4 15,-9 2-12-15,-10 3-184 0,-11 0-80 16,-15 0-284 0</inkml:trace>
  <inkml:trace contextRef="#ctx0" brushRef="#br0" timeOffset="175216.6">9153 11185 1460 0,'0'0'114'0,"0"0"-114"16,0 0-12-16,137-57 12 16,-83 50 0-16,-2 7-5 15,-6 0-176-15,-12 0-135 16,-17 0-298-16</inkml:trace>
  <inkml:trace contextRef="#ctx0" brushRef="#br0" timeOffset="175382.36">9195 11380 821 0,'0'0'565'15,"0"0"-565"-15,0 0-22 16,120-21 22-16,-68 18 1 15,5 3-1-15,0 0-117 16,-3-6-180-16,-11-1-235 16</inkml:trace>
  <inkml:trace contextRef="#ctx0" brushRef="#br0" timeOffset="175592.28">9875 11222 1087 0,'0'0'251'0,"0"0"-243"16,107-40-8-16,-57 27 9 15,2 5-4-15,-3 5 1 16,-4 1-5-16,-8 2-2 16,-7 0 0-16,-7 0-11 15,-4 0-106-15,-7 3-150 0,-4-1-181 16</inkml:trace>
  <inkml:trace contextRef="#ctx0" brushRef="#br0" timeOffset="175765.02">10491 11182 907 0,'0'0'9'16,"0"0"-9"-16,0 0-320 16,0 0 4-16</inkml:trace>
  <inkml:trace contextRef="#ctx0" brushRef="#br0" timeOffset="176496.65">10945 10872 960 0,'0'0'173'0,"0"0"-162"16,0 0 38-16,0 0 60 15,0 0-40-15,0 0-37 16,0-2 2-16,-4 2 44 16,-13 0-29-16,-7 0-37 15,-3 0-5-15,2 0-4 16,4 0 9-16,2 0-3 15,6 0-9-15,4 0 7 16,6 0-5-16,3 0-1 16,0 0 4-16,0 0-4 0,0 0-2 15,0 0 1-15,0 0 0 16,0 0 4-16,0 0-4 16,0 0-5-16,0 0-2 15,0 5-3-15,0 11 10 16,0 7 3-16,0 3-1 15,-1 1-1-15,-5-3-1 16,0-3 1-16,1-6-3 16,2-6 6-16,1-7-4 15,2-2 1-15,0 0 0 16,0 0-2-16,5 0-9 16,13-7 10-16,5-3 4 15,5 2-3-15,-2 5-2 16,-3 3-12-16,1 0-7 15,0 9 12-15,-3 10 2 0,-4 7 5 16,-4 1 1-16,-8 0-3 16,-5 0 3-16,0-3 2 15,0 0 0-15,-13-8 2 16,-6 0 3-16,-1-2 5 16,0-6 7-16,0 1-15 15,4-5 2-15,0-1-5 16,4-1-1-16,2-2-20 15,6 0-177-15,4 0-268 16</inkml:trace>
  <inkml:trace contextRef="#ctx0" brushRef="#br0" timeOffset="176625.34">11164 11118 1298 0,'0'0'0'0,"0"0"-214"15,0 0 109-15,0 0-63 16,0 0-431-16</inkml:trace>
  <inkml:trace contextRef="#ctx0" brushRef="#br0" timeOffset="177278.43">11394 10881 905 0,'0'0'170'0,"0"0"-120"16,0 0 45-16,0 0 10 16,0 0-27-16,78-80-55 15,-55 79 6-15,0 1 3 16,-1 0-30-16,-5 18 14 16,-4 4 4-16,-7 6-5 15,-6 4-7-15,0 2 5 16,-12 3 8-16,-8-3-6 15,-2-1-8-15,1-7 8 0,2-6 16 16,2-8-4-16,8-3-6 16,3-6 1-16,5-3 17 15,1 0 1-15,0 0-26 16,0 0 3-16,4-11-8 16,15-1 4-16,4-2-11 15,6 5 0-15,4-2-2 16,1 2 0-16,3 1-2 15,1 5 0-15,-3 0-6 16,-5 3-43-16,-8 0-74 16,-9 0-134-16,-11 6-159 15</inkml:trace>
  <inkml:trace contextRef="#ctx0" brushRef="#br0" timeOffset="180045.64">12062 10593 242 0,'0'0'236'0,"0"0"-151"15,0 0-33-15,0 0 91 16,0 0 20-16,0 0-50 16,0 0 8-16,10-40-14 0,-10 40-16 15,0 0-34 1,0 0-28-16,-7 15-20 0,-9 15-2 16,-4 15 2-16,0 11 7 15,8 5 0-15,7 7 18 16,5 9-20-16,0 6-8 15,10-5 0-15,10-6-6 16,5-12-5-16,2-15 4 16,1-12-100-16,3-10-42 15,-2-13-156-15,5-10-199 16</inkml:trace>
  <inkml:trace contextRef="#ctx0" brushRef="#br0" timeOffset="181210.76">12275 10844 717 0,'0'0'582'16,"0"0"-561"-16,0 0-21 16,0 0-1-16,0 0 1 15,0 0 9-15,90 7-3 16,-59 19-6-16,-3 7 3 15,-8 5 2-15,-6 5 0 16,-5-3 3-16,-4-2 2 16,-5-7 12-16,0-6-5 15,0-9-10-15,0-5 3 0,-2-7 3 16,0-2 3 0,1-2 2-16,-1 0 2 0,-1-17 1 15,1-16-20-15,2-19 0 16,0-3-2-16,10 1-9 15,12 12-8-15,1 15 17 16,-1 13-2-16,-2 11 3 16,0 3-5-16,-3 3-2 15,-2 20 3-15,-7 5 2 16,-1 5 2-16,-2 3 6 16,-3-2-2-16,-1-7-1 15,2-6 2-15,0-8-2 16,-2-7 0-16,1-4-2 0,-2-2 0 15,1 0 4 1,1 0 4-16,5-12 7 0,3-16-2 16,6-10-12-16,3-3 2 15,-1 4-4-15,0 3-4 16,-5 12 4-16,-3 9 3 16,-7 10-2-16,-2 3 6 15,-1 0-1-15,0 0-6 16,3 14 0-16,1 15 0 15,3 7 47-15,1 1-37 16,2-5-8-16,2-5 0 16,2-7-1-16,2-7 0 0,3-9-1 15,4-4-1 1,3-5-4-16,3-16-25 0,-4-6-3 16,-5 0 4-16,-8 3 20 15,-5 3 9-15,-6 6 3 16,-1 7 0-16,0 5 2 15,0 3 4-15,0 2-9 16,0 17-1-16,0 8 1 16,0 2 3-16,0-5 0 15,0-7-1-15,5-8-2 16,10-7 2-16,4-2-2 16,3 0 7-16,-5-15-3 15,-1-4 0-15,-6-1 3 16,-5 0-3-16,-5 0 9 15,0 2 18-15,0 1-11 0,-10 0-13 16,-4 4-5 0,1 1 9-16,-1 4-10 0,7 4 2 15,3 0-6-15,4 4 3 16,0 0-7-16,0 0-11 16,5 2-6-16,8 9 21 15,7-2-60-15,4 1-17 16,0-1 50-16,2 2 20 15,-4 6-1-15,-4 0 6 16,-3 6 2-16,-2 1 3 16,-1-1 0-16,-2-10 1 15,-1-6 0-15,-5-3 1 0,0-4 3 16,-1 0 35 0,4-6 44-16,-2-15-31 0,0-6-33 15,-3-3 23-15,-2-1-9 16,0 1-12-16,-14 1-6 15,-4-2-4-15,-2 4-9 16,1 7 1-16,5 7-4 16,7 7-4-16,3 5-4 15,4 1-41-15,0 0-59 16,0 4-38-16,7 13 42 16,13 2-124-16,5-5-117 15,7-2 13-15</inkml:trace>
  <inkml:trace contextRef="#ctx0" brushRef="#br0" timeOffset="181626.68">13435 10835 54 0,'0'0'424'16,"0"0"-233"-16,0 0-21 16,0 0-16-16,0 0-4 15,0 0-41-15,55-72-25 16,-55 69-6-16,-9 3-7 16,-5 0-56-16,-7 0-3 15,3 11-4-15,2 10-1 16,2 5-5-16,9 5 5 15,3 1-7-15,2-3 3 16,0-8-3-16,17-6-2 16,1-10 2-16,2-5 2 0,-1 0-2 15,-4-7-4 1,-5-6-12-16,-3-4 1 0,-2 0 14 16,-4 4 0-16,1-1 1 15,-2 4 1-15,2 7 0 16,0-1-1-16,-2 4-2 15,4 0-23-15,3 0 7 16,2 19 17-16,2 11 1 16,-1 6 12-16,-3 3-1 15,-6 2 6-15,-1-6 20 16,0-3-6-16,0-5-2 16,-8-1-12-16,-12-8-2 15,-1-5-8-15,-1-4-3 16,2-4-4-16,1-5-25 15,4 0-112-15,4-11-94 0,4-17-264 16</inkml:trace>
  <inkml:trace contextRef="#ctx0" brushRef="#br0" timeOffset="181860.28">13597 10741 1278 0,'0'0'80'15,"0"0"-68"-15,0 0-12 16,0 0 90-16,107 103-15 16,-84-51-26-16,-3 10-14 15,-10-5-14-15,-6 3 2 0,-4-10-10 16,-5-9-7-16,-21-3-2 16,-5-6-2-16,-11-3-2 15,-6-4-3-15,-6-3-113 16,-6-5-112-16,-6-7-206 15</inkml:trace>
  <inkml:trace contextRef="#ctx0" brushRef="#br0" timeOffset="202188.74">6418 6501 38 0,'0'0'94'0,"0"0"5"0,0 0 2 16,0 0-19-16,0 0 13 15,0 0 34-15,0 0-20 16,0 0 1-16,-2 6-14 16,2-6-30-16,0 0 12 15,0 0-12-15,0 0 1 16,0 0-7-16,0-6 8 15,0-12-28-15,0-4-40 16,9-1 0-16,4-1 7 16,4 4 5-16,5 0-2 0,-2 6-6 15,3 2-3-15,2 4 2 16,-2 7-3-16,1 1 0 16,-6 1-2-16,-5 17-5 15,-3 7 4-15,-4 6 3 16,-5 2 3-16,-1 0 2 15,0 1-5-15,0-3 3 16,-10-1-3-16,-5-3 5 16,1-6-3-16,3-6-1 15,3-6 1-15,3-4 3 16,2-2 1-16,3-3-3 16,0 0 15-16,0 0 10 15,0 0-3-15,1-8-25 16,14-7-8-16,7 2 8 0,6 2 0 15,4 5-6-15,3 5-8 16,-2 1-18-16,1 0 28 16,-7 14 1-16,-4 12-7 15,-10 7 10-15,-4 1-2 16,-9 3 4-16,0-3-2 16,-3-3 0-16,-17-2 7 15,-7-4 12-15,-5-3 18 16,-5-3-2-16,2-7 9 15,2-7-13-15,4-5 6 16,6 0-7-16,1-1-12 16,4-12-10-16,-1-3-7 15,7 1-1-15,5 5-4 0,0 4-56 16,7 6-76-16,0 0-158 16,0 0-522-16</inkml:trace>
  <inkml:trace contextRef="#ctx0" brushRef="#br0" timeOffset="210737.62">13895 8127 732 0,'0'0'143'15,"0"0"-121"-15,0 0 14 16,0 0 59-16,0 0 40 15,0 0-42-15,0 0-17 16,0 0-22-16,1-76-3 16,-1 65 5-16,0 1-8 15,0 0-18-15,0 4 7 16,0 3-5-16,0 2-5 16,0 1-8-16,0 0-15 15,0 0-1-15,0 0-3 0,0 0 1 16,0 0-2-16,0 9 1 15,0 14 0-15,0 11 17 16,0 12 12-16,0 8-13 16,0 8 3-16,0 5-11 15,0 4 12-15,6 0-4 16,1 11-8-16,0 6 3 16,0 7-2-16,3 4 0 15,-3 1 0-15,0-1-9 16,-1 0 12-16,-1-1-4 15,-2-7-2-15,2-6 2 16,-1-7-5-16,1-4 4 0,0-2 4 16,1-3-8-1,1-1 5-15,-2 3-6 16,-1-1 2-16,-1 1 2 0,0-2-2 16,1-3 1-16,0 0 1 15,2 0-5-15,0 5 2 16,0-3 1-16,-2 2-2 15,-1 0 4-15,1 0-5 16,-2 0 5-16,-1-1-2 16,5-3-3-16,-5-3 6 15,1-1-5-15,-1-2 2 16,-1-1-1-16,0 1-1 16,0-3 6-16,0-6-5 15,0-1 2-15,0-7-1 16,0-2 4-16,0-5-7 0,-1-8 1 15,1-8-1-15,0-3-1 16,0-2 4-16,0-4-3 16,0 2-2-16,0-2 0 15,0-1 1-15,0 3-1 16,0 2-7-16,0 1-14 16,4-3-16-16,0-2-24 15,3-7-10-15,-2-4-101 16,-3-9-241-16,-2-25-485 15</inkml:trace>
  <inkml:trace contextRef="#ctx0" brushRef="#br0" timeOffset="212440.81">13992 8281 503 0,'0'0'437'0,"0"0"-349"16,0 0-32-16,0 0 84 15,0 0-35-15,0 0-4 16,0-70-45-16,20 50-46 16,5 3 9-16,5 3-14 15,-4 7 4-15,-2 5-7 16,-3 2-2-16,-4 5-5 16,-5 14-3-16,-5 8 5 15,-7 3 1-15,0 5 2 16,-4-2 0-16,-14-4 5 15,-2-4-2-15,1-7 3 16,5-7 1-16,5-5-2 16,8-6 2-16,1 0 6 15,0 0 14-15,0-4-12 0,6-7-15 16,12-2-11-16,6 4 4 16,1 7 4-16,3 2 3 15,-2 0-4-15,-4 10 1 16,-8 8-10-16,-7 4 6 15,-7 1 7-15,0 1 4 16,-8-1 22-16,-16-1 4 16,-6 0-3-16,-3-3-7 15,-2-2-8-15,5-4-12 16,13-6-10-16,12-7-112 16,5 0-166-16,22-16-315 15</inkml:trace>
  <inkml:trace contextRef="#ctx0" brushRef="#br0" timeOffset="212564.9">14624 8376 1357 0,'0'0'0'0,"0"0"-77"16,0 0-4-16,0 0-36 16,0 0-419-16</inkml:trace>
  <inkml:trace contextRef="#ctx0" brushRef="#br0" timeOffset="214169.97">15097 8374 853 0,'0'0'35'0,"0"0"-14"16,0 0 97-16,0 0 44 16,0 0-81-16,0-98-19 15,4 67 5-15,7 0-31 16,0 4 16-16,5 5-27 0,0 5-11 15,1 10 0-15,1 7-14 16,1 3-4-16,-1 26 4 16,1 9 6-16,-3 11 2 15,-4 5 8-15,-5 1-6 16,-6 1-5-16,-1-9 7 16,0-12-1-16,0-13-2 15,0-10-5-15,-1-8 10 16,1-4-2-16,0 0 11 15,0 0-2-15,0-16-8 16,0-16-13-16,0-15-5 16,0-5-7-16,3-1 2 0,10 10 10 15,2 11 0 1,2 14-5-16,0 11 2 0,-1 7-1 16,1 10-3-16,5 16 7 15,1 6 3-15,0 2 5 16,-4-1-5-16,-2-5-1 15,-4-4 1-15,-3-7 0 16,-3-7-1-16,0-6-1 16,-4-4-1-16,-1 0 3 15,6 0-2-15,2-18-1 16,5-13-2-16,2-7-1 16,-4-8 2-16,-3 2-2 15,-3 7-3-15,-4 11 6 16,-3 13 2-16,0 10 9 15,0 3-11-15,0 3-10 0,4 19 10 16,6 8 12-16,3 0 6 16,9-2-13-16,6-9-4 15,6-7 0-15,5-7 2 16,2-5-1-16,-6 0-2 16,-7-6 2-16,-9-8 2 15,-7-4-1-15,-8-2-1 16,-4-4 3-16,0 3-2 15,0 4-1-15,-8 6-2 16,-2 5 6-16,2 6 6 16,-1 0-8-16,-1 12-3 15,2 10 0-15,5 4 0 0,3-2-1 16,0-5 0-16,20-6-3 16,5-6 1-16,3-7-5 15,4 0-3-15,-2-3 1 16,-3-13-11-16,-7-4 20 15,-5-1 2-15,-8 0-1 16,-6 3 1-16,-1 6-1 16,0 4 2-16,0 7 6 15,0 1-9-15,0 0 0 16,0 6-20-16,0 14 12 16,0 2 8-16,9-1 0 15,9-6 0-15,6-5 0 16,-1-4-11-16,2-6 0 15,-1 0-5-15,-7 0 3 0,-1-7 8 16,-6-5 5-16,-5 3 0 16,-4 1 2-16,-1 4 0 15,0 3 1-15,0 1-3 16,0 0-2-16,0 0-1 16,0 0-4-16,0 0 2 15,0 0 1-15,0 0-6 16,2 0 2-16,-1 0-8 15,2 0 13-15,-3 0 3 16,0 0 3-16,0 0 7 16,0 0 25-16,0-3 3 0,0-5-2 15,0-2-17-15,0-2-18 16,0 1 5-16,0 5-2 16,0 1-1-16,0 5-3 15,0-1-1-15,0 1-2 16,0 0 3-16,0 0 0 15,0 0 3-15,0 0-2 16,0 0 1-16,0-3 9 16,0 0-5-16,0 0 7 15,0 0-12-15,0 1 7 16,0-1 2-16,0 3-7 16,0 0 3-16,-3-1-2 15,2 1-2-15,-1 0-1 0,1-5 0 16,-2-1 7-1,-4-3 2-15,-2-4-8 0,-1 1 2 16,0-3 2-16,1 3-4 16,-1-1 1-16,-1 3 1 15,0-1-2-15,-2-2 0 16,0-2 2-16,2-3 1 16,1-3-5-16,1-5 1 15,4 0-2-15,4 1 1 16,1 3 0-16,0 4 0 15,0 4-2-15,0 6-2 16,0 7-7-16,0 1-32 16,0 0-36-16,6 18-103 15,11 8-5-15,5 2-178 0,3-4-252 16</inkml:trace>
  <inkml:trace contextRef="#ctx0" brushRef="#br0" timeOffset="214399.63">16432 7947 1121 0,'0'0'184'16,"0"0"-169"-16,0 0 49 16,0 0 40-16,0 0-72 15,0 0-28-15,-4 102 61 16,10-47-27-16,-1 1-23 0,-3-3-6 15,-2-6-9-15,0-7-1 16,0-7-53-16,3-9-80 16,2-10-123-16,0-14-222 15</inkml:trace>
  <inkml:trace contextRef="#ctx0" brushRef="#br0" timeOffset="214596.06">16616 7928 1288 0,'0'0'184'16,"0"0"-172"-16,0 0-10 0,0 85 87 15,2-38-28-15,5 1-32 16,-3-2-26-16,2-2 5 16,-3-5-8-16,1-6-65 15,0-5-108-15,2-11-147 16,-2-9-170-16</inkml:trace>
  <inkml:trace contextRef="#ctx0" brushRef="#br0" timeOffset="-214648.27">16859 7772 1198 0,'0'0'121'0,"0"0"-121"0,0 0 0 16,5 85 73-16,10-24 18 15,0 9-57-15,-2-1-21 16,-3-5-1-16,-3-3-8 16,-4-5-4-16,-3-8-1 15,2-7-130-15,-2-12-42 16,0-14-140-16,2-15-183 15</inkml:trace>
  <inkml:trace contextRef="#ctx0" brushRef="#br0" timeOffset="-213843.97">16859 7774 1200 0,'0'0'176'0,"0"0"-166"15,-99-28 9-15,57 24 128 16,-8 1-45-16,-8 3-56 16,-11 0-10-16,-11 0-1 15,-15 3-9-15,-16 8-8 16,-13 0-8-16,-7 2 4 16,-4-2-3-16,5 0-2 0,4-2 2 15,10-1 0 1,12-5-7-16,12-2 4 0,17-1-8 15,15 0 1-15,15 0 3 16,9 0-1-16,6 0-2 16,8 0 3-16,6 0 0 15,6 0 0-15,5 0 2 16,1 0 7-16,4 0 1 16,0 0-13-16,0 0 5 15,0 0-6-15,0 0 0 16,0 0-4-16,0 0 4 15,0 0 0-15,0 0-1 16,0 0 3-16,0 0-5 16,0 0 4-16,0 8-2 15,0 5-1-15,0 12 2 0,0 9 3 16,6 4-1-16,6 5 2 16,-1 6-3-16,4 6-1 15,3 11 1-15,1 6 2 16,-1 7 1-16,1 2 2 15,-6 3-1-15,-3 6-2 16,-2-3 1-16,-2-6-1 16,0-18 0-16,-1-16-1 15,0-21-1-15,1-12 4 16,-3-5 0-16,0-8-4 16,0-1-1-16,7 0 0 15,12 0 1-15,13 0 16 0,17 0 6 16,18-10-19-1,18-6-4-15,25-5 0 0,19-1 0 16,21-1 0-16,15 1 0 16,4 1 0-16,-8 1 0 15,-19 5 0-15,-24 5 0 16,-31 3 0-16,-21 3 0 16,-23 0 0-16,-16-1 0 15,-11-1 0-15,-11 3-5 16,-4 1-3-16,-4 2-7 15,0 0-25-15,0 0-11 16,0 0-13-16,0 0-41 16,-6 0-220-16,-15-2-628 15</inkml:trace>
  <inkml:trace contextRef="#ctx0" brushRef="#br0" timeOffset="-211025.37">14435 9560 850 0,'0'0'229'0,"0"0"-210"16,0 0 12-16,0 0 67 15,0 0 6-15,0 0-14 16,0 0-19-16,-2-19-5 16,2 5-10-16,8-3-7 0,6-3-32 15,-1-2-7 1,-5 1 12-16,-3 2-4 0,-1-3-9 15,-1 3-1-15,-1 6-4 16,-2 5 5-16,0 7 12 16,0 1-12-16,0 0-4 15,0 0-5-15,0 0-3 16,0 15 1-16,-4 15 4 16,-6 15 6-16,0 10 6 15,3 3-13-15,6 0 2 16,1 1 5-16,0-2-5 15,0-2-3-15,0-2 2 16,1-9 1-16,2-9-3 16,-2-13 1-16,-1-7-1 0,0-7 1 15,0-6-1-15,0-2 0 16,0 0 1-16,-1 0 0 16,-18 0 5-16,-8-3-3 15,-5-10-2-15,6 2 1 16,9-1 1-16,9 4-2 15,4 5 1-15,4-1-2 16,0 4-1-16,4 0-8 16,21-4 9-16,10 4 2 15,8 0 0-15,4 0-2 16,-2 0-3-16,-1 6-27 16,-1 2-39-16,-2-1-110 15,-2-7-145-15,-6 0-212 0</inkml:trace>
  <inkml:trace contextRef="#ctx0" brushRef="#br0" timeOffset="-210755.83">14916 9632 1082 0,'0'0'125'0,"0"0"-121"16,0 0 31-16,0 0 54 15,0 0-2-15,0 0-14 16,92-15-36-16,-62 13-20 16,0 0-3-16,-3 1-10 15,-2-1-4-15,-5-1-9 16,-3 1-72-16,-2 2-114 15,-9-1-116-15,-4-2-244 16</inkml:trace>
  <inkml:trace contextRef="#ctx0" brushRef="#br0" timeOffset="-210373.83">14984 9806 970 0,'0'0'114'16,"0"0"-107"-16,0 0 47 0,0 0 51 15,0 0-17-15,0 0-49 16,59-18 18-16,-25 8-3 16,-3 4-29-16,1 0-13 15,0 2-12-15,0 1-1 16,-3 0-50-16,-2 1-67 15,-3 2-85-15,-11 0-101 16,-11 0-168-16</inkml:trace>
  <inkml:trace contextRef="#ctx0" brushRef="#br0" timeOffset="-210183.87">14956 10033 217 0,'0'0'1151'0,"0"0"-1151"0,0 0 5 16,94 0 6-16,-49 0 46 15,3 0-52-15,3 0-5 16,-3 0-84-16,-5 0-152 16,-9 0-288-16</inkml:trace>
  <inkml:trace contextRef="#ctx0" brushRef="#br0" timeOffset="-209261.99">7877 7880 899 0,'0'0'199'0,"0"0"-121"16,0 0-67-16,0 0 26 15,0 0 76-15,0 0 19 16,-49-7-53-16,43 7-19 15,3 0-12-15,3 0-7 16,0 0-10-16,0 0-13 16,10-2-5-16,25-6-10 0,15-6 18 15,9 1-12-15,-6 0-4 16,-11 9-5-16,-12 2-6 16,-13 2-38-16,-9 0-52 15,-8 0-95-15,-10 6-21 16,-40 7-87-16,-30 1-268 15</inkml:trace>
  <inkml:trace contextRef="#ctx0" brushRef="#br0" timeOffset="-208949.29">5071 7727 502 0,'0'0'0'0</inkml:trace>
  <inkml:trace contextRef="#ctx0" brushRef="#br0" timeOffset="-208012.52">15557 9959 1098 0,'0'0'280'0,"0"0"-253"15,0 0 35-15,0 0 48 0,0 0-38 16,0 0-29-16,103-68-12 16,-47 56-5-16,5 2-15 15,-2 0-4-15,-4-1-5 16,-7 2 2-16,-9 1-4 16,-11 3-1-16,-10 1-24 15,-8 2-32-15,-4 1-46 16,-5-2-85-16,-1 0 19 15,0-4-213-15</inkml:trace>
  <inkml:trace contextRef="#ctx0" brushRef="#br0" timeOffset="-207772.64">16207 9795 1315 0,'0'0'126'0,"0"0"-126"16,0 0-3-16,0 0-8 15,0 0-4-15,0 0-126 16,33-10-43-16,-28 10-266 0</inkml:trace>
  <inkml:trace contextRef="#ctx0" brushRef="#br0" timeOffset="-207093.88">16560 9444 1147 0,'0'0'162'0,"0"0"-160"16,0 0-1-16,0 0 44 16,0 0 19-16,0 0-38 15,0-1-7-15,-6 1 35 16,-10 0 4-16,-7 0-39 15,-3 0-12-15,1 0-2 16,7 0 16-16,3 0 5 16,2-2-16-16,4-1 1 15,4 1-2-15,3 2-6 16,2-2 1-16,0 2-2 16,0 0-2-16,0 0-8 15,0 0-2-15,0 0 6 16,0 0-7-16,0 7 9 15,6 10 2-15,2 6 2 16,0 2-1-16,-1 3 1 0,-6 0 1 16,-1-2-3-16,0-1 0 15,0-6 2-15,0-8 0 16,0-4-2-16,0-5 0 16,0-2 0-16,0 0 2 15,0 0-4-15,7 0-10 16,8-11 11-16,7 2-5 15,3 1 6-15,0 3-4 16,-2 5-9-16,-1 0-6 16,-2 3 7-16,-1 14 0 15,-3 3 4-15,-3 6 8 0,-6 0-1 16,-7 1 1 0,0-2 8-16,-1 0 4 0,-16-4 9 15,-3-4 1-15,0-3-2 16,0-2-7-16,3-3-9 15,2-4 0-15,4-4-4 16,-3-1-55-16,4 0-108 16,5-6-218-16,5-13-345 15</inkml:trace>
  <inkml:trace contextRef="#ctx0" brushRef="#br0" timeOffset="-206954.96">16830 9726 1034 0,'0'0'265'0,"0"0"-265"0,0 0 0 16,0 0-5-16,0 0-81 15,0 0-342-15,30-9-127 16</inkml:trace>
  <inkml:trace contextRef="#ctx0" brushRef="#br0" timeOffset="-206409.53">17130 9492 1004 0,'0'0'165'0,"0"0"-156"16,0 0 49-16,0 0 43 15,0 0-4-15,0 0-54 16,-21-60-28-16,5 60-8 15,-1 11-4-15,2 7 1 16,4 2 5-16,5-2-6 16,6-1-3-16,0-4 0 15,3-3-5-15,14-5 1 16,2-2-13-16,-1-3-9 16,-1 0-2-16,-4 0 6 15,-3-6 1-15,-3-6 18 16,-4-3 3-16,-1-2 0 15,-2 1 2-15,0-1 0 0,0 0 5 16,-6 4 0-16,2 6 4 16,4 2 1-16,0 5 6 15,0 0-18-15,0 0-4 16,0 0-11-16,11 18 15 16,8 7 14-16,0 9 2 15,2 3-11-15,-2 1 3 16,-4 0 10-16,-4-5-6 15,-8-6 9-15,-3-5 5 16,0-2 8-16,-10-6 13 16,-9 0 4-16,-8-2-19 15,-3-3-17-15,-1 0-11 16,-1-7 1-16,3-1-5 16,3-1-11-16,5 0-48 0,8 0-110 15,8-3-70-15,5-12-181 16</inkml:trace>
  <inkml:trace contextRef="#ctx0" brushRef="#br0" timeOffset="-206110.37">17477 9278 1098 0,'0'0'161'0,"0"0"-154"0,0 0 6 16,0 0 91-16,0 0-43 15,0 0-24-15,-92 100 10 16,82-40 2-16,5 10-17 16,5 1 28-16,0 0-37 15,0-2-14-15,7-6-7 16,13-5-4-16,5-5-1 15,1-9-56-15,0-8-74 16,-4-14-77-16,-4-11-101 16,-2-11-185-16</inkml:trace>
  <inkml:trace contextRef="#ctx0" brushRef="#br0" timeOffset="-204911.06">17548 9612 677 0,'0'0'473'0,"0"0"-437"16,0 0 15-16,0 0-7 16,0 0-6-16,0 0 21 15,58 12-14-15,-40 22-15 16,-1 1 2-16,-7-2-10 16,1-2-5-16,-5-3-6 15,-1-7-8-15,-2-5 2 16,-3-5-4-16,0-7-1 15,0-2 0-15,0-2 4 0,0 0 12 16,0-4 4 0,0-15-8-16,0-8-12 0,-1-5-9 15,-3 3 1-15,4 3 3 16,0 3-6-16,0 5 8 16,14 2 3-16,2 5-12 15,1 5 6-15,-1 4 6 16,0 2-1-16,-3 6-4 15,-1 14 3-15,-2 7 2 16,-2 2 13-16,-1 1-4 16,0-3 3-16,-2-1 3 15,0-5-4-15,0-10-6 0,-2-3-3 16,-1-6-1 0,-1-2 2-16,2 0 3 0,3-4 8 15,2-13-3-15,0-9-9 16,1-4 2-16,-4 0-3 15,0-1-1-15,0 5-2 16,0 5 2-16,-2 10 1 16,-1 6 5-16,-2 5 0 15,0 0-6-15,0 0-6 16,6 3-5-16,3 14 4 16,1 4 7-16,2 1 9 15,1 2-9-15,2-5 1 16,6-3-1-16,-2-4-19 15,7-4-32-15,-2-7-31 16,5-1-15-16,-4-1 37 0,-7-12 10 16,-1-3 12-16,-7 3 35 15,-3 4 3-15,-6 3 8 16,-1 4 31-16,0 2 18 16,0 0-20-16,0 0-26 15,0 0-2-15,3 0-8 16,4 4 6-16,2-2 21 15,3 1-9-15,-2-3 7 16,-4 0 6-16,-2 0 5 16,-4-5 3-16,0-4 12 15,0-4-38-15,-7-2 16 0,-9 0-9 16,-3-2-10-16,-3 2 2 16,2 4-6-16,5 4-6 15,5 3-1-15,6 4-11 16,3 0 9-16,-1 4-8 15,2 13 8-15,0 1-2 16,0-1-28-16,5-5-5 16,14-3 6-16,4-4-29 15,5-3-17-15,3-2 2 16,-1 0 34-16,-5-3 4 16,-5-6 20-16,-5 3 17 15,-5 2 0-15,-2 2 0 16,-3 2 7-16,2 0 0 15,0 2 10-15,3 5 1 16,-1 1-8-16,4-3-7 16,-2-3 7-16,-1-2 3 0,2 0 8 15,0 0 10-15,-1-4-2 16,-2-8 7-16,-1-2 14 16,-6-4-2-16,-2-3-6 15,0-4-14-15,-2-4-8 16,-12-3-4-16,-2 0-15 15,-4 3 1-15,-2 2-2 16,2 7-2-16,1 9-3 16,5 10-2-16,-3 1-5 15,2 5-25-15,2 12-16 0,6 4-23 16,5 2-45-16,2-1-12 16,0-3-47-16,12-7-177 15,8-6-22-15</inkml:trace>
  <inkml:trace contextRef="#ctx0" brushRef="#br0" timeOffset="-204690.2">18534 9394 939 0,'0'0'212'15,"0"0"-212"-15,0 0 0 16,0 0 18-16,0 0 83 0,0 88-28 15,9-41-44-15,-2 1 24 16,2-1-25-16,-2-4-16 16,-1-2-12-16,3-5-39 15,-2-5-45-15,1-5-95 16,-2-8-242-16,1-11-183 16</inkml:trace>
  <inkml:trace contextRef="#ctx0" brushRef="#br0" timeOffset="-204479.52">18754 9510 465 0,'0'0'819'0,"0"0"-819"0,0 0-20 15,0 0 20-15,4 93 38 16,1-55-8-16,2 0-23 15,-3-2-7-15,2-3-24 16,-1-4-71-16,-2-9-194 16,-1-7-190-16</inkml:trace>
  <inkml:trace contextRef="#ctx0" brushRef="#br0" timeOffset="-204178.67">18845 9287 1160 0,'0'0'111'16,"0"0"-104"-16,0 0-3 16,0 0 25-16,0 0-13 15,0 0 63-15,88 91-25 16,-57-41-27-16,-3 4 7 15,-1 3 11-15,-7 2-8 16,-5 2-14-16,-10-1 11 0,-5 3-15 16,0 1-12-1,-20-5-2-15,-12-5-5 16,-10-3-31-16,-10-8-79 16,-11-3-143-16,-11-11-400 0</inkml:trace>
  <inkml:trace contextRef="#ctx0" brushRef="#br0" timeOffset="-194230.98">16911 4911 980 0,'0'0'103'15,"0"0"-75"-15,0 0-16 16,0 0-10-16,0 0 8 16,0 0 13-16,0 0 25 15,-47 102-12-15,23-51-17 16,-6-5-12-16,-2-3-2 16,4-9-3-16,3-12 3 0,8-10 0 15,7-5-3-15,5-6-1 16,5-1 7-16,0 0-1 15,0 0 0-15,0-4-7 16,15-1-8-16,10 2 6 16,7 3-6-16,7 6 6 15,3 18-1-15,7 3 3 16,3 1-2-16,-1-6 2 16,-6-7-7-16,-10-9-9 15,-10-6 1-15,-10 0 15 16,-10-12 5-16,-5-14-4 15,0-7 4-15,-4-3 2 16,-12-3-4-16,-1 0 8 16,2 1-4-16,5 9 7 15,3 11-3-15,4 8 9 0,3 10 9 16,0 8-29-16,5 25-1 16,13 18 1-16,-1 15 3 15,1 9 1-15,-2 2-2 16,-3-2-2-16,0-7 0 15,0-8-29-15,1-11-67 16,-2-11-130-16,-4-17-206 16</inkml:trace>
  <inkml:trace contextRef="#ctx0" brushRef="#br0" timeOffset="-193597.09">17593 5067 1041 0,'0'0'63'0,"0"0"-61"16,0 0 34-16,0 0 92 16,0 0-63-16,0 0-37 15,5-16-10-15,-25 16 15 16,-9 5 2-16,-4 1-20 15,-1-4-3-15,4-2 2 0,4 0 7 16,2-3 11 0,7-11-17-16,6 1-6 0,4-1 0 15,5 4-7-15,1 5 5 16,1 2-7-16,0 3-1 16,0 0-6-16,0 0 1 15,0 4 6-15,0 16 0 16,0 1-2-16,0 5 2 15,0 1 0-15,0-3 0 16,0-1 0-16,0-6-1 16,0-6 1-16,0-5 0 15,0-5 1-15,0 1-4 16,8-2-6-16,9 0-1 16,6 0 7-16,6 0-11 0,2 0-3 15,4 0 10-15,-1 0-6 16,-6 0 4-1,-3 9 3-15,-8 7 3 0,-8 6 3 16,-8 3 0-16,-1 2 1 16,0 1 18-16,-15 1 6 15,-10-4 6-15,-5-3 0 16,-2-4 1-16,-1-5-4 16,2-2-16-16,5-5-6 15,7-1 0-15,9-3-4 16,4-2-4-16,4 0 2 15,2 0-49-15,0-4-87 16,15-5-104-16,17-4-192 0,4-4-144 16</inkml:trace>
  <inkml:trace contextRef="#ctx0" brushRef="#br0" timeOffset="-193383.24">17890 5121 1041 0,'0'0'148'0,"0"0"-137"16,0 0 11-16,0 0 45 0,96-17-14 16,-37 17-15-1,2 0-38-15,-8 5 0 0,-11 5-3 16,-7-1-84-16,-8-1-143 15,-12-5-189-15</inkml:trace>
  <inkml:trace contextRef="#ctx0" brushRef="#br0" timeOffset="-193217.46">18044 5242 1150 0,'0'0'102'15,"0"0"-98"-15,94-10-1 0,-42 10 4 16,0 0-7 0,-4 0-7-16,-5 6-215 0,-14 0-227 15</inkml:trace>
  <inkml:trace contextRef="#ctx0" brushRef="#br0" timeOffset="-193054.67">18113 5375 1156 0,'0'0'44'16,"0"0"-37"-16,0 0-7 15,112 10 3-15,-71 3-3 16,3 1-11-16,-1 0-150 16,-6-6-138-16,-7-6-180 0</inkml:trace>
  <inkml:trace contextRef="#ctx0" brushRef="#br0" timeOffset="-191510.71">18857 5101 588 0,'0'0'130'15,"0"0"-125"-15,0 0 51 0,0 0 89 16,0 0-21 0,0 0-33-16,11-19-56 0,-4-2-21 15,0-2 34-15,-2-1-13 16,-2 0-2-16,0 2-9 16,1 0 4-16,-2 4-2 15,1 5-17-15,-2 3 10 16,-1 3 15-16,0 4-29 15,2 3 6-15,0 0-11 16,4 20-1-16,3 18 1 16,4 11 13-16,0 8 2 15,1 1-6-15,-1-4-6 0,-1-1-1 16,-3-1-1 0,-3-1-1-16,-6-5-1 0,0-3-30 15,0-9-59-15,0-4-19 16,0-9-116-16,0-11-102 15,0-10-278-15</inkml:trace>
  <inkml:trace contextRef="#ctx0" brushRef="#br0" timeOffset="-191215.49">19351 4879 1003 0,'0'0'108'0,"0"0"-97"15,0 0 27-15,0 0 29 16,0 0-31-16,-70 98-9 16,67-34-2-16,3 5 3 15,0 0 6-15,3-6-13 16,11-3-12-16,2-6-6 15,1-4-2-15,3-6-1 16,4-11-15-16,0-7-80 16,2-11-95-16,2-11-166 15,-2-4-280-15</inkml:trace>
  <inkml:trace contextRef="#ctx0" brushRef="#br0" timeOffset="-190115.11">19507 5178 883 0,'0'0'197'0,"0"0"-154"15,0 0-33-15,0 0 5 16,0 0 8-16,89-48 3 16,-50 65-16-16,-1 11-3 15,-8 3-6-15,-5 4 10 16,-7 2 1-16,-5-4 3 15,-4-1-3-15,-6-6-3 16,-3-5 0-16,0-9 1 16,0-5-4-16,0-5 7 0,0-2 15 15,0 0 28-15,0-2 4 16,0-14-29-16,-3-12-23 16,-1-7-4-16,4-6-3 15,0-3-2-15,0 5 0 16,2 8 1-16,8 9-1 15,2 11-9-15,1 11 0 16,2 0 10-16,2 15-6 16,3 14 3-16,0 2 4 15,-2 1-1-15,-1-1 0 16,-5-4 1-16,-2-3-1 16,-3-6 0-16,-4-7 2 0,-1-6-2 15,-1-5 0-15,-1 0 2 16,2 0 9-16,2-9-3 15,0-13 5-15,2-8-12 16,1-5-1-16,0-1 2 16,0-1-2-16,3 3 0 15,0 2 0-15,2 10 1 16,-2 7-2-16,0 10-1 16,-2 5-7-16,1 0 4 15,-1 20 0-15,2 5 3 16,0 4 1-16,-2 0 2 15,4-2 1-15,0-4-2 16,3-5 0-16,0-6 1 16,0-5-1-16,-2-5-7 15,1-2-33-15,1-2 20 0,1-15 14 16,0-8 5-16,-5 0 1 16,-3-4 2-16,-2 1-2 15,-2 4 0-15,-1 6 3 16,-2 7 0-16,-1 9 20 15,2 2-21-15,-1 0-2 16,2 14-25-16,6 9 25 16,3 1 2-16,1-2 0 15,5-5-2-15,3-7 5 16,2-2 1-16,-1-7-5 16,-4-1 6-16,-3 0-6 15,-7 0 4-15,-1-10 0 0,-5-5-2 16,-2-1-2-16,0-1 3 15,0-3-3-15,-5 1 1 16,-7-1-1-16,2 7-2 16,2 7-3-16,1 6-4 15,4 0-4-15,-1 9 3 16,3 9 4-16,1 1 0 16,0 0-7-16,10-2-6 15,11-4-15-15,3-6 1 16,4-5-17-16,1-2 23 15,-4 0-20-15,-3-8 9 16,-5-8 34-16,-7-4 3 16,-7-4 24-16,-3-6 33 0,0-3 7 15,-9-2 3-15,-9 1-11 16,-4 7 5-16,0-1-36 16,0 8 9-16,5 7-25 15,1 5-9-15,6 5-1 16,5 3-12-16,4 0-123 15,1 11-32-15,0 9-42 16,16-1-148-16,4-3-274 16</inkml:trace>
  <inkml:trace contextRef="#ctx0" brushRef="#br0" timeOffset="-189895.07">20801 4852 1034 0,'0'0'177'0,"0"0"-164"16,0 0-3-16,0 0-10 16,0 0 31-16,-19 134 6 15,19-69-13-15,6-3-8 16,5-6-6-16,0-10 4 16,-3-3-12-16,2-7 0 15,-5-8-4-15,-1-5-68 16,0-12-132-16,-2-11-210 15</inkml:trace>
  <inkml:trace contextRef="#ctx0" brushRef="#br0" timeOffset="-189649.1">21055 4779 1188 0,'0'0'181'16,"0"0"-181"-16,0 0 0 16,125 54 23-16,-81 10 38 15,-4 14 22-15,-11 8-50 16,-15-1-17-16,-10-3-11 16,-4 0-4-16,-17 0-2 15,-23 2-127-15,-20-6-113 0,-15-8-327 16</inkml:trace>
  <inkml:trace contextRef="#ctx0" brushRef="#br0" timeOffset="-188016.04">15593 9443 339 0,'0'0'436'0,"0"0"-334"16,0 0-72-16,0 0 54 16,0 0 55-16,0 0-35 15,0-21-38-15,2 8-33 16,1-4-5-16,2-2 23 15,4-4-29-15,1-2 4 16,-2 3 3-16,0 0-8 0,-2 2 13 16,-2 4-17-16,-2 2 0 15,-2 6 3-15,0 5-10 16,0 2 5-16,0 1-8 16,0 0-7-16,0 0-1 15,0 15-10-15,0 18 11 16,0 11 7-16,0 5-7 15,0 7 6-15,7-4-1 16,4-2-3-16,1-6-2 16,0-9 1-16,-1-8-1 15,-4-8 1-15,-2-6 2 16,-4-7-4-16,-1-2 1 16,0-3 0-16,0-1 0 15,0 0-2-15,0 0 2 0,0 0 2 16,-14 0-1-16,-10 0 22 15,-6 0-13-15,4 0-9 16,7-1 6-16,8-1-6 16,5 2 3-16,6 0-4 15,0 0-3-15,0-2-2 16,0 2 0-16,16-1-8 16,22-3 11-16,21-4-5 15,12-7-38-15,13-2-55 16,3 1-50-16,-7 3-86 15,-11 0-222-15</inkml:trace>
  <inkml:trace contextRef="#ctx0" brushRef="#br0" timeOffset="-186147">9947 6427 289 0,'0'0'160'0,"0"0"-140"15,0 0-20-15,0 0 29 16,0 0 86-16,0 0 14 16,15 0-29-16,-3-2 6 15,6-13 30-15,4-6-50 16,0-5-31-16,-1-4-5 15,-1-3-31-15,-2 1 15 0,-4 1-5 16,-4 5-2 0,-4 8-3-16,-5 5 1 0,-1 5 7 15,0 5 2-15,0 3-22 16,0 0 1-16,0 0-13 16,0 7-20-16,-1 26 20 15,-9 16 1-15,1 11 7 16,2 3-2-16,6-4-5 15,1-1 2-15,0-2-3 16,0-6 0-16,7-7 0 16,0-8 3-16,2-9-1 15,-4-10-4-15,-5-7 4 16,0-5-2-16,0-2 3 16,0 0-2-16,0-2 11 0,0 0 0 15,-14-6 17 1,-7-8-23-16,-6-1-4 0,-1 3 2 15,0 1 0-15,6 5-3 16,6 2 9-16,10 2 1 16,2 2-1-16,4 0 1 15,0 0-10-15,4-1-1 16,21-4 1-16,15-2 0 16,20-4 3-16,12 2-4 15,14 7-7-15,7 2-76 16,3 7-122-16,-9 12-342 15</inkml:trace>
  <inkml:trace contextRef="#ctx0" brushRef="#br0" timeOffset="-183197.15">12992 7005 765 0,'0'0'468'0,"0"0"-421"0,0 0-47 15,0 0 3-15,0 0 15 16,0 0 12-16,90-12-3 16,-37 12-27-16,-1 0-5 15,-7 3-145-15,-11 5-199 16,-17-4-250-16</inkml:trace>
  <inkml:trace contextRef="#ctx0" brushRef="#br0" timeOffset="-183050.12">13000 7213 1403 0,'0'0'54'0,"0"0"-54"0,0 0-140 16,122-27 140-16,-48 27 0 16,6 0-95-16,-10 0-398 15</inkml:trace>
  <inkml:trace contextRef="#ctx0" brushRef="#br0" timeOffset="-180280.04">13587 6867 1152 0,'0'0'110'0,"0"0"-97"16,0 0 27-16,0 0 28 16,0 0-24-16,88-17-24 15,-37 15-9-15,2 2-8 16,2 0-2-16,2 0-1 16,-7 0-40-16,-3 0-91 15,-8 0-60-15,-11 0-147 16,-11-9-261-16</inkml:trace>
  <inkml:trace contextRef="#ctx0" brushRef="#br0" timeOffset="-180047.02">14022 6587 902 0,'0'0'174'0,"0"0"-144"16,0 0-30-16,0 0 1 15,0 0 97-15,29 105-21 16,-7-51-45-16,-2 1-17 16,-1-2-4-16,-2-2-5 0,-5-3-5 15,-6-4-1-15,-1-3-6 16,-3-5-45-16,1-7-87 16,-2-6-125-16,5-13-147 15</inkml:trace>
  <inkml:trace contextRef="#ctx0" brushRef="#br0" timeOffset="-179500.74">14436 6765 788 0,'0'0'216'0,"0"0"-205"16,0 0 3-16,0 0 94 15,0 0-35-15,0 0-19 16,-33-74-27-16,21 74-8 16,-3 0-11-16,0 8-3 15,-1 12 3-15,0 6 1 16,4 3-1-16,5-4-6 16,7-4-1-16,0-2-2 15,0-8-2-15,7-5 3 16,9-4-5-16,-1-2-9 15,3 0 7-15,-1-12-22 0,-2-4 4 16,-3-6 21 0,-5 0 1-16,0 1 5 0,-3 1-2 15,-2 7 3-15,-1 4-2 16,-1 7 5-16,2 2-6 16,4 0 0-16,3 21-2 15,6 13 2-15,1 4 18 16,5 6-13-16,-3-2-3 15,1-2-3-15,-6-3 4 16,-3-7 0-16,-7-6 2 16,-3-7 3-16,0-6 14 15,-7-1 20-15,-14-2 16 16,-7 0-5-16,-3-4-25 16,1-2-5-16,7-2-9 15,3 0-9-15,7 0-5 0,1-4-16 16,8-9-73-1,4-4-98-15,12-7-259 0,16 1-351 16</inkml:trace>
  <inkml:trace contextRef="#ctx0" brushRef="#br0" timeOffset="-178981.82">14825 6837 884 0,'0'0'190'0,"0"0"-176"16,0 0 3-16,0 0 70 0,6-91-1 16,-6 78-57-16,0 1-1 15,-6 3 17-15,-11 0-33 16,-7 1 1-16,-4 5 0 16,-3 2-1-16,3 1 6 15,3 0 2-15,6 0-3 16,6 8-13-16,7-3-4 15,6 5 0-15,0-1-6 16,6 3 6-16,17 1 5 16,9 1-3-16,5 3 0 15,0 3-4-15,2 4 2 16,-3 3-3-16,-1 2-4 16,1 0-8-16,-6-2-2 15,-8-3 16-15,-13-3 0 16,-9-5 1-16,0-2 0 0,-12-2 18 15,-10-5 15-15,-1-3-4 16,-2-4 17-16,-5 0-2 16,-2 0-20-16,-3-11-2 15,2-7 5-15,3-2-8 16,5-2-8-16,8-1-4 16,8 2 1-16,9 1-8 15,0 4-4-15,12 1-3 16,14 3-6-16,10 3-48 15,9 6-51-15,6 1-99 16,2 0-133-16,-3-2-343 16</inkml:trace>
  <inkml:trace contextRef="#ctx0" brushRef="#br0" timeOffset="-178795.24">15133 6828 1271 0,'0'0'134'16,"0"0"-134"-16,0 0 0 16,0 0 11-16,114-6 11 15,-37 1-13-15,8-2-9 16,-6-1-5-16,-9 2-58 16,-15 0-124-16,-14 0-136 15,-17-2-200-15</inkml:trace>
  <inkml:trace contextRef="#ctx0" brushRef="#br0" timeOffset="-178578.64">15451 6625 1346 0,'0'0'44'0,"0"0"-41"16,0 0-3-16,-7 89 66 15,19-33-11-15,1 6-39 16,0-5-10-16,-4-3-6 0,-4-2-1 16,-2-9-42-16,-3-4-136 15,0-7-212-15,-8-11-421 16</inkml:trace>
  <inkml:trace contextRef="#ctx0" brushRef="#br0" timeOffset="-176201.41">16062 6661 459 0,'0'0'279'0,"0"0"-207"16,0 0 9-1,0 0 24-15,0 0 25 0,0 0-61 16,-4-49-12-16,4 49-41 16,4 16-11-16,9 18 50 15,3 15 26-15,1 2-33 16,-2 6-32-16,-3-3-8 15,-2-8-2-15,-3-1-5 16,-4-7 0-16,-3-5-1 16,0-2-81-16,0-8-55 15,-5-6-102-15,0-12-169 16</inkml:trace>
  <inkml:trace contextRef="#ctx0" brushRef="#br0" timeOffset="-175801.6">16345 6638 1112 0,'0'0'114'0,"0"0"-104"15,0 0 76-15,0 0 43 16,0 0-91-16,0 0-28 15,-86 80 12-15,65-22-3 16,11 0-4-16,10 0-5 0,0-8 5 16,9-9-12-16,16-11-3 15,10-10 0-15,5-13-2 16,2-7-1-16,-2 0-4 16,-7-16-11-16,-6-9 18 15,-10-4 8-15,-9 2-6 16,-8 1 4-16,0 1 3 15,-18 1 9-15,-11 4-9 16,0 4-6-16,0 10-5 16,0 6 2-16,4 0-7 15,5 13-24-15,10 9-50 16,10 0-85-16,0-3-141 16,17-8-186-16</inkml:trace>
  <inkml:trace contextRef="#ctx0" brushRef="#br0" timeOffset="-175149.71">16879 6636 1047 0,'0'0'232'16,"0"0"-219"-16,0 0 7 15,0 0 84-15,0 0-34 16,0 0-50-16,0-13-12 0,-10 13 20 16,-3 0 0-16,-6 0-15 15,-3 0-2-15,2 0 8 16,2 0-4-16,3 0-6 16,3 0-3-16,7 2-4 15,3-2-1-15,2 0 2 16,0 0-2-16,0 0 1 15,0 0 1-15,0 0-2 16,0 0-1-16,0 0-1 16,0 0 1-16,0 0-4 15,0 0 0-15,0 1 3 16,0 7-5-16,0 3 2 16,0 8 4-16,-1 5 5 0,-6 2-4 15,2-3-1-15,0 0 3 16,2-6-3-16,3-7 0 15,0-4 0-15,0-4 0 16,0-1 0-16,0-1-1 16,1 0-11-16,19 0 12 15,9 0 7-15,6 0-4 16,4 0-5-16,-1-1 2 16,-1 1-7-16,-1 0-5 15,-2 3 2-15,-7 7 7 16,-9 4 0-16,-7-1-2 15,-5 2 5-15,-6 2 2 16,0-2 10-16,-9-2 15 16,-9 2-10-16,-6-1 10 0,0-1-5 15,0-1-17-15,1-2 3 16,3-3-8-16,4-3-1 16,6 1-23-16,7-3-88 15,3-2-63-15,0 0-65 16,17-20-483-16</inkml:trace>
  <inkml:trace contextRef="#ctx0" brushRef="#br0" timeOffset="-174972.05">17237 6755 690 0,'0'0'676'15,"0"0"-645"-15,0 0-19 0,95-19 3 16,-42 15 48-16,7 2-48 15,1 0-13-15,-8 2-2 16,-8 0-64-16,-11 0-96 16,-13 0-211-16,-9 0-202 15</inkml:trace>
  <inkml:trace contextRef="#ctx0" brushRef="#br0" timeOffset="-174776.7">17445 6637 1188 0,'0'0'174'0,"0"0"-174"0,0 0-2 15,0 0 2-15,36 93 29 16,-16-51-14-16,-2 0-13 16,-3-4-4-16,-1-4-44 15,-4-7-103-15,-3-5-215 16,-3-11-281-16</inkml:trace>
  <inkml:trace contextRef="#ctx0" brushRef="#br0" timeOffset="-174268.04">17778 6471 1221 0,'0'0'94'15,"0"0"-94"-15,0 0 0 16,0 0 21-16,0 0 7 16,0 0-12-16,19 103-14 15,-19-76-2-15,0-3 5 16,-9-2-5-16,-1-7 4 16,2-3 0-16,1-7-2 15,7-2 9-15,0-2-7 16,0-1 0-16,0 3-4 15,7 2-4-15,9 3 4 16,6 1 6-16,4 2-5 16,0-2 3-16,4 0-4 0,2-2 3 15,-3-5-3-15,-4-2 3 16,-9 0-2-16,-4 0-1 16,-7-4 0-16,-5-8-4 15,0-4 2-15,0-3-3 16,0 0 4-16,-10-3 2 15,-2 0 4-15,4 5-3 16,2 7 2-16,2 7 24 16,4 3 9-16,0 3-30 15,0 22-5-15,1 10 14 16,6 8 18-16,3 1-25 16,-1-3-8-16,1-2-1 0,2-4-1 15,-2-4-54 1,-3-3-77-16,0-6-168 15,-1-11-302-15</inkml:trace>
  <inkml:trace contextRef="#ctx0" brushRef="#br0" timeOffset="-173614.88">18283 6545 1043 0,'0'0'127'0,"0"0"-117"16,0 0 90-16,0 0 2 15,0 0-44-15,0 0-24 16,0-6 5-16,0 6 12 16,-10 0-18-16,-7 0-1 15,-1 0-16-15,2 0-11 16,4 0 22-16,5 0-8 15,0 0-14-15,2-2 1 16,2 1-4-16,-4 1 0 16,3-2-2-16,1 2 0 15,2 0 0-15,1 0 1 16,0 0 0-16,0 0 1 0,0 0-2 16,0 0 0-1,0 0-3-15,-2 3-9 16,-1 18 8-16,-4 9 2 0,2 5 3 15,-2-2-1-15,0-4 1 16,7-3 2-16,0-9-3 16,0-4-5-16,0-6 5 15,3-3-1-15,11-4 2 16,5 0 4-16,4 0 1 16,2 0-6-16,2 0-6 15,0-7-14-15,-2 6-1 16,2 1 12-16,-4 0 3 15,-1 0 0-15,-2 10-2 16,-3 6 7-16,-4 4 0 16,-4 1 0-16,-8 0 1 0,-1-1 3 15,0-2 7-15,-12-3 8 16,-8-2 4-16,-7-2 4 16,-5-2-4-16,-3-1-5 15,1-2-1-15,0-2-9 16,1-1-5-16,4 0-2 15,6 1-20-15,1-4-50 16,5 0-164-16,2 0-269 16</inkml:trace>
  <inkml:trace contextRef="#ctx0" brushRef="#br0" timeOffset="-171720.73">18828 6711 255 0,'0'0'469'16,"0"0"-364"-16,0 0-86 16,0 0 99-16,0 0 45 15,0 0-58-15,0 0-51 16,52 0-24-16,-22 0 45 15,5 1-35-15,0 1-31 16,-3 2-5-16,-4 1-4 0,-6-1-44 16,-5 1-120-16,-11-4-269 15</inkml:trace>
  <inkml:trace contextRef="#ctx0" brushRef="#br0" timeOffset="-171533.94">18888 6839 975 0,'0'0'475'15,"0"0"-475"-15,0 0-74 0,0 0 74 16,89 22 18 0,-40-15-18-16,2 2-1 0,1-6-148 15,-7-3-201-15,-9 0-240 16</inkml:trace>
  <inkml:trace contextRef="#ctx0" brushRef="#br0" timeOffset="-171185.42">19541 6485 26 0,'0'0'1145'16,"0"0"-1087"-16,0 0-49 16,0 0 42-16,0 0 10 15,0 0-39-15,4 49 14 16,11 0 56-16,-1 7-53 15,-1 4-14-15,2 0-3 16,-3-8-13-16,0-4-6 16,-3-7-3-16,0-6 0 15,-2-8-35-15,1-9-69 16,0-5-68-16,5-11-148 16,1-2-283-16</inkml:trace>
  <inkml:trace contextRef="#ctx0" brushRef="#br0" timeOffset="-170802.55">19849 6567 1344 0,'0'0'66'0,"0"0"-51"15,0 0 47-15,0 0-20 16,113-28 0-16,-63 28-19 15,-5 8-8-15,-11 9-15 16,-14 7-4-16,-12 3 4 16,-8 1 0-16,0 2 0 0,-25 0 7 15,-9 0 1-15,-8-1 1 16,-4-2 3-16,2-8-10 16,9-7 16-16,13-6 5 15,12-4 2-15,10-2 2 16,0 0-12-16,16 0-13 15,18-11 5-15,15-3-3 16,6 3 0-16,-1 1-4 16,-1 6-4-16,-5 3-17 15,-4 1-45-15,-5 0-45 16,-4 0-96-16,-7 0-112 16,-6-3-226-16</inkml:trace>
  <inkml:trace contextRef="#ctx0" brushRef="#br0" timeOffset="-170235.09">20286 6242 892 0,'0'0'162'15,"0"0"-131"-15,-105-107 38 16,63 74 41-16,-5 4 3 15,-3 4-48-15,-5 3-18 0,-4 5-11 16,-1 6-3-16,-4 5-6 16,2 4 0-16,4 2-5 15,5 0 6-15,4 16-9 16,2 14-2-16,5 11-8 16,4 12-1-16,5 13 4 15,6 11 5-15,8 7 1 16,9 3 0-16,9 3-12 15,1 1 4-15,5 0-5 16,21-2-2-16,9-6-3 16,11-7 0-16,6-7 0 15,8-9 0-15,5-9-3 16,6-12 0-16,4-11 3 16,3-10-1-16,4-13-2 15,1-5-9-15,5-12-13 0,0-21 8 16,-1-11-4-16,-10-6 10 15,-13-4 4-15,-18-1 7 16,-13-2 5-16,-9-8-3 16,-10-7 1-16,-11-12-3 15,-3-7 4-15,-17-4-4 16,-18-2 3-16,-13 2-3 16,-9 12 10-16,-6 12-5 15,-3 21 5-15,4 15-3 16,3 17-7-16,4 18 0 0,2 3-9 15,1 36-60 1,2 26-91-16,1 10-117 0,1 9-350 16</inkml:trace>
  <inkml:trace contextRef="#ctx0" brushRef="#br0" timeOffset="-168202.9">20639 2123 404 0,'0'0'122'0,"0"0"-62"16,0 0 64-16,0 0-5 15,0 0-26-15,0 0-3 16,0 0 7-16,10-44-4 16,-10 42 0-16,0 2-8 15,0 0-25-15,0 4-54 16,0 23 10-16,2 14-9 16,9 8 29-16,2 6-9 15,3 0-1-15,0-3-10 16,3-3-7-16,-5-5-3 15,0-5-5-15,-3-2 4 16,-7-10-5-16,-4 0-2 16,0-3-18-16,0-7-79 0,0-1-65 15,0-9-71-15,0-7-195 16</inkml:trace>
  <inkml:trace contextRef="#ctx0" brushRef="#br0" timeOffset="-167804.02">20970 2208 1056 0,'0'0'188'16,"0"0"-166"-16,0 0 17 15,0 0 23-15,0 0-12 0,122-33-12 16,-82 50-21-1,-5 8-2-15,-10 6-11 0,-11 3-2 16,-13 0-2-16,-1 3 3 16,-15 1 2-16,-22 1 9 15,-13 3-13-15,-8-2 3 16,-1-8 7-16,9-10 2 16,13-12 1-16,17-7 26 15,12-3 17-15,8 0 1 16,0-3-32-16,20-12-14 15,17-3-12-15,13 0 1 16,15 2 2-16,12 0-3 16,8 4 2-16,1 3-2 15,-10 5-5-15,-12 2-52 0,-12 2-81 16,-10 0-68-16,-13 0-102 16,-8-3-326-16</inkml:trace>
  <inkml:trace contextRef="#ctx0" brushRef="#br0" timeOffset="-167626.79">21523 2306 1185 0,'0'0'125'16,"0"0"-125"-16,0 0 0 0,0 0 7 15,116-4-2 1,-53 4 2-16,5 2-7 0,-2-2-59 15,-11 0-117-15,-15 0-255 16</inkml:trace>
  <inkml:trace contextRef="#ctx0" brushRef="#br0" timeOffset="-167425.12">21764 2171 808 0,'0'0'526'0,"0"0"-526"16,0 0-19 0,0 0 19-16,0 116 19 0,15-68-4 15,-2-2-8-15,4 0-7 16,-4-1-4-16,1-3-100 16,-3-7-124-16,2-12-175 15</inkml:trace>
  <inkml:trace contextRef="#ctx0" brushRef="#br0" timeOffset="-166852.87">22206 2012 1327 0,'0'0'0'0,"0"0"-2"0,0 0 2 16,0 0 18-16,0 0 2 16,-35 113-10-16,21-68-5 15,-1 2 0-15,-4-2-3 16,1-5 0-16,1-7 1 16,6-13-3-16,2-11 0 15,5-6-14-15,4-3 13 16,0 0-4-16,0-14 3 15,4-7-50-15,9 0 37 16,4 3 11-16,0 5 0 0,0 6 4 16,3 1 1-1,0 5 5-15,2 1-1 0,0 0 1 16,1 7-3-16,6 2-3 16,0 0 5-16,0-2-5 15,-4-6 1-15,-8-1-1 16,-7 0 1-16,-7-1-1 15,-3-11 7-15,0-3-7 16,0-5 1-16,-5-1 0 16,-5 0 16-16,2 3 5 15,3 8 1-15,3 4 16 16,2 6 14-16,0 0-47 16,0 10-6-16,0 17 0 15,5 10 12-15,3 5 2 16,0-4-14-16,2 2 3 0,2-3-3 15,0-3-3-15,2 2-80 16,-3-7-73-16,1-9-180 16,-1-11-323-16</inkml:trace>
  <inkml:trace contextRef="#ctx0" brushRef="#br0" timeOffset="-166285.77">22824 2219 845 0,'0'0'151'0,"0"0"-140"16,0-76 83-16,-5 55 49 15,-7 4-55-15,1 7-12 16,1 7-32-16,-4 3-20 15,-3 5-18-15,-4 24 1 16,-1 7-1-16,7 6-5 16,7-4 1-16,8-3-3 15,0-6 1-15,13-9 0 16,7-5-2-16,2-7 2 16,-2-8-25-16,-1 0 2 15,-3-1-8-15,-3-15 23 0,-3-5 6 16,-5-1-22-16,-3-2 17 15,-2-2 7-15,0 2 0 16,0 1 4-16,0 6-3 16,-2 6 1-16,2 5 7 15,0 6-1-15,0 0-8 16,0 0-17-16,4 10-1 16,9 11 15-16,2 9 0 15,2 5 1-15,0 8 0 16,-3-2 2-16,2-1 6 15,-4-5 4-15,-6-6 13 16,-6-3 13-16,0-7 0 0,0-4-3 16,-6-1-7-16,-10-4-5 15,-4 0 7-15,-5-3-10 16,-1-3-18-16,0-4-1 16,6 0-90-16,4-1-85 15,9-19-130-15,7-6-226 16</inkml:trace>
  <inkml:trace contextRef="#ctx0" brushRef="#br0" timeOffset="-165637.2">23232 2144 704 0,'0'0'494'0,"0"0"-454"15,0 0 22-15,0 0 67 16,0 0-15-16,0 0-59 16,-4-13-39-16,-4 12-6 15,-7-1 0-15,-3 0-6 16,-4 1 8-16,2-1-11 16,2 1 6-16,2-1 1 15,5 2-4-15,6 0-3 16,1 0 0-16,4 0 0 15,0 0-1-15,0 0-3 16,0 0-1-16,0 0 0 16,0 0-3-16,0 0 2 0,0 0-18 15,0 2-11-15,-4 11 25 16,-2 3 6-16,3 3 1 16,0 0 1-16,-3 1 0 15,2-1 1-15,-2-3 0 16,2-4 4-16,1-5-4 15,-1-1 2-15,4-2-2 16,0-3 0-16,0-1-6 16,0 0 0-16,5 0 6 15,10 0 1-15,7 1 10 16,5 1-10-16,5-1-1 16,2 3-12-16,7 5-1 15,1 1 1-15,-3 4 11 0,-5 0-1 16,-7 0-1-1,-11-2 1-15,-7-3 0 0,-9 0 2 16,0 0 4-16,-7 5 9 16,-20-1 25-16,-9 2 2 15,-6 0-10-15,-2-1-24 16,4-2 3-16,4-3-9 16,5 0-3-16,10-3-68 15,5-3-84-15,12-3-76 16,4 0-90-16,7-20-220 15</inkml:trace>
  <inkml:trace contextRef="#ctx0" brushRef="#br0" timeOffset="-165405.1">23503 2026 1042 0,'0'0'188'15,"0"0"-172"-15,0 0 13 16,0 0-13-16,0 0-16 16,23 90 59-16,-10-25-5 15,-1 3-26-15,0 2 0 16,-2-5-15-16,0-7-9 16,0-4-4-16,-3-7-12 15,-2-7-112-15,0-16-114 16,-2-15-265-16</inkml:trace>
  <inkml:trace contextRef="#ctx0" brushRef="#br0" timeOffset="-165084.78">23790 2155 1115 0,'0'0'123'0,"0"0"-122"15,0 0-1-15,0 0 8 0,0 0 38 16,-97 81-5 0,57-46-26-16,2-2-4 0,4-6 9 15,11-9-11-15,10-9 1 16,11-6 3-16,2-3 2 16,0 0 23-16,10 0-10 15,10 0-14-15,7 0 6 16,5 0-10-16,1 0-7 15,5 6-3-15,6 6-2 16,1 2 2-16,3 2 0 16,-4 1-10-16,-5-1-148 15,-9-4-64-15,-7-10-253 16</inkml:trace>
  <inkml:trace contextRef="#ctx0" brushRef="#br0" timeOffset="-164820.33">24030 1890 1279 0,'0'0'16'0,"0"0"-16"15,0 0-5-15,14 98 5 16,8-26 53-16,1 12 0 15,3 8-19-15,-8 0-8 16,2 2 0-16,-1-2-17 0,-1-5-4 16,-8-9-5-1,-2-14-21-15,-4-16-100 0,-4-21-57 16,0-22-273-16</inkml:trace>
  <inkml:trace contextRef="#ctx0" brushRef="#br0" timeOffset="-163737.08">24182 1862 1163 0,'0'0'157'0,"0"0"-145"16,0 0 28-16,0 0 72 15,0 0-42-15,0 0-51 16,-97-14-10-16,42 14 2 16,-14 0 10-16,-20 0 6 15,-15 0-10-15,-25 0 0 16,-21 0-5-16,-18 0-4 16,-26 0-5-16,-14 0-3 15,-4 0 0-15,3 0 5 16,10 0-1-16,12 8 11 15,13 0-8-15,5-2-4 16,5-2-3-16,11-4 2 16,4 0-1-16,13 0 7 0,13-8-7 15,10-2 8 1,15-1-5-16,11 0-4 0,16 3 4 16,13 3-3-16,15 2 1 15,9 1-1-15,6 2 3 16,4 0-6-16,7 0 4 15,4 0-2-15,3 0 2 16,-2 0-4-16,2 0 4 16,0 0-4-16,0 0 2 15,-3 0 0-15,1 0 0 16,-2 2 0-16,-2 0 1 16,1-2-1-16,0 0 4 15,-3 0 1-15,-1 0-1 0,2 0-4 16,6 0 2-16,2 0-1 15,8 0 3-15,1 0 3 16,0 0 2-16,0 0-2 16,0 0-6-16,0 0 7 15,0 0-7-15,0 0 0 16,0 0-2-16,0 0 0 16,0 0-2-16,0 0 3 15,0 0-3-15,7 13 3 16,1 15 2-16,4 14-2 15,-1 12 4-15,4 14-3 16,4 7 7-16,1 6 0 0,0 3-7 16,0 6 8-16,-3 8-7 15,-4 3-1-15,-1 1 2 16,0-4-3-16,-4-7 7 16,0-14-7-16,-1-12 3 15,-1-15-3-15,0-12 3 16,-3-11 1-16,0-9 4 15,1-7-6-15,-3-5 6 16,2-3-7-16,1 0 2 16,4 0-1-16,4 1 4 15,9 2 3-15,15-1 6 16,16 0-2-16,19-2 3 16,23-3-5-16,23 0-10 15,31 0 1-15,27-10-2 16,27-5 0-16,23-1 3 0,13-2 0 15,7-1 1-15,2-3-4 16,-3 4-3-16,-12-1 3 16,-15 2 3-16,-16 5-2 15,-20 0 1-15,-20 5-2 16,-24 1-1-16,-25 0 0 16,-26 3 1-16,-22 1-1 15,-24 1 1-15,-15 0 0 16,-15 1 0-16,-8 0-15 15,-2 0-28-15,0 0-20 16,-30 0-83-16,-20-3-340 16</inkml:trace>
  <inkml:trace contextRef="#ctx0" brushRef="#br2" timeOffset="-156705.66">18754 2504 613 0,'0'0'145'0,"0"0"-91"15,0 0-4-15,0 0 40 16,0 0 34-16,0 0-29 16,0 0-32-16,0 0-38 15,-3-38-24-15,22 61-1 16,4 8 24-16,0 10 11 0,-1 2-17 15,-3 4-14-15,-5-4 2 16,-2-5 5-16,-5-9 14 16,-2-12-7-16,-3-8 6 15,0-5 8-15,-1-2 28 16,1-2-3-16,5 0-19 16,10-14-12-16,18-25-8 15,13-15-6-15,12-9-8 16,8 1-3-16,5-1 1 15,6 1-2-15,4 2-2 16,-5 7 1-16,-13 16-35 16,-21 11-110-16,-19 13-35 15,-22 5-153-15,-4 8-296 0</inkml:trace>
  <inkml:trace contextRef="#ctx0" brushRef="#br2" timeOffset="-156305.7">18978 2424 1014 0,'0'0'135'0,"0"0"-135"16,0 0-11-16,0 0 11 15,0 0 2-15,0 0 9 16,39 101 14-16,-16-53-8 16,-1 8-10-16,-2 1 14 15,-3-2 31-15,-3-5-27 16,-3-9 11-16,-2-14 4 16,-3-7 35-16,-2-13-33 15,-1-5-2-15,2-2 10 16,6-2 10-16,15-25 2 15,17-22-25-15,21-14-25 16,10-10-7-16,5-1-4 16,-2 6 1-16,-3 10-4 15,-9 10-3-15,-10 10 1 16,-13 14-61-16,-17 13-135 0,-17 9-155 16,-8 2-522-16</inkml:trace>
  <inkml:trace contextRef="#ctx0" brushRef="#br2" timeOffset="-143575.02">3737 868 531 0,'0'0'516'0,"0"0"-488"16,0 0-24-16,0 0-5 15,38 86 2-15,-27-72 8 16,-1-3 51-16,-4-7 25 16,-3-2 7-16,-2-2-9 15,1 0-18-15,-2 0-13 16,4 0 1-16,11-3 16 0,19-25-12 15,32-25-22-15,31-20-26 16,21-17-9-16,8-7 0 16,3-1-44-16,-2 9-108 15,-7 9-127-15,-11 11-290 16</inkml:trace>
  <inkml:trace contextRef="#ctx0" brushRef="#br2" timeOffset="-142192.49">21796 3519 781 0,'0'0'63'15,"0"0"-50"-15,0 0 48 16,0 0 65-16,0 0-30 16,0 0-41-16,0 0-48 0,0 2 3 15,0 31-8-15,5 10 23 16,3 5-1-16,1 4 2 15,-2-1-9-15,0-2-5 16,5-1-7-16,-3-4-2 16,1-7-1-16,-2-6-2 15,-2-7-5-15,1-6-75 16,-5-8-154-16,1-10-173 16</inkml:trace>
  <inkml:trace contextRef="#ctx0" brushRef="#br2" timeOffset="-141855.7">22070 3623 1019 0,'0'0'157'0,"0"0"-157"16,0 0 12-16,0 0 0 15,91-27 39-15,-57 30-22 16,3 18-11-16,-7 8-14 15,-10 3-3-15,-10 8 2 16,-10 4-2-16,-1 2 4 16,-26 2 1-16,-7-6 24 15,1-9 5-15,1-8-5 16,10-14 26-16,12-6 14 0,9-5-3 16,1 0 7-16,7-14-33 15,25-10-41-15,16-4 0 16,18 4-7-16,15 7 1 15,6 11-49-15,4 6-70 16,-1 6-41-16,-14 15-108 16,-17-1-333-16</inkml:trace>
  <inkml:trace contextRef="#ctx0" brushRef="#br2" timeOffset="-139310.02">23652 1879 726 0,'0'0'124'0,"0"0"-80"0,0 0 1 16,0 0 96-16,0 0-24 15,-17-85-60-15,17 54-10 16,0-3-37-16,0-3 4 15,0-7-8-15,0-1-1 16,1-5-2-16,1 2-3 16,-2 0 0-16,1 2-11 15,2 6-80-15,0 3-90 16,-2 2-137-16,3 0-202 16</inkml:trace>
  <inkml:trace contextRef="#ctx0" brushRef="#br2" timeOffset="-139103.98">23729 923 707 0,'0'0'29'16,"0"0"-7"-16,0 0-7 15,0 0 6-15,0 0-21 16,0 0-17-16,0 42 17 15,13 10 0-15,0 11 2 16,0 14 3-16,0 5-5 16,-2 5-184-16,-5 1-304 15</inkml:trace>
  <inkml:trace contextRef="#ctx0" brushRef="#br2" timeOffset="-135593.31">23406 606 256 0,'0'0'238'16,"0"0"-177"-16,0 0-12 16,0 0 37-16,-2-83-3 15,17 68-26-15,5 5-40 16,4 1 15-16,2 2-9 15,-2 7-16-15,-5 0-7 16,-5 7-4-16,-6 15-8 16,-8 9 10-16,0 7 3 0,-6 7-1 15,-21 5 19-15,-8-4-11 16,0-7 4-16,6-14-4 16,11-12 10-16,13-10 29 15,5-3 15-15,0 0 25 16,9 0-20-16,17-9-67 15,14-6 10-15,14-1-12 16,9 0 2-16,7 3-76 16,5 2-74-16,-6 4-85 15,-13 1-195-15</inkml:trace>
  <inkml:trace contextRef="#ctx0" brushRef="#br2" timeOffset="-134243.68">21194 5906 1001 0,'0'0'149'0,"0"0"-142"15,0 0 9-15,0 0 63 16,0 0 15-16,0 0-23 15,0 0-61-15,0 0-6 16,3 13 27-16,7 29 8 16,-1 6-3-16,-4 8-11 15,-4 1 9-15,1 1-10 16,-2-1-11-16,2-3-1 16,-2-3-7-16,3-6-4 15,-1-11-1-15,3-7-6 16,1-4-40-16,3-8-77 0,4-5-58 15,0-10-142-15,3 0-223 16</inkml:trace>
  <inkml:trace contextRef="#ctx0" brushRef="#br2" timeOffset="-133823.23">21418 6082 1031 0,'0'0'208'16,"0"0"-194"-16,0 0-7 0,0 0 73 15,0 0 19-15,0 0-55 16,57-71-32-16,-25 71-5 16,0 4 5-16,-6 16-3 15,-4 6 10-15,-11 6-13 16,-5 2 2-16,-6 5 7 15,-4 1-9-15,-18 3 0 16,-7 0 6-16,-7-4-11 16,-4-4 11-16,2-8-1 15,6-10-1-15,9-8 2 16,9-7 12-16,10-2 18 16,4 0 1-16,0 0-19 0,11-2-9 15,19-12-2 1,10 0-4-16,8 3-5 0,6 4-1 15,1 1-1 1,1 5-2-16,-5 1-1 0,-4 0-4 16,-7 0-46-16,-5 3-57 15,-7 2-63-15,-6-1-160 16,-8-4-214-16</inkml:trace>
  <inkml:trace contextRef="#ctx0" brushRef="#br2" timeOffset="-133636.09">21891 6173 1358 0,'0'0'172'0,"0"0"-172"0,0 0 0 16,0 0 37 0,107-21 6-16,-40 20-28 0,3 1-15 15,-5 0-11-15,-8 0-64 16,-8 0-124-16,-11 0-58 15,-14 0-181-15</inkml:trace>
  <inkml:trace contextRef="#ctx0" brushRef="#br2" timeOffset="-133440.46">22117 6012 1136 0,'0'0'168'16,"0"0"-161"-16,0 0-6 15,0 0 17-15,0 0 67 16,-10 98-24-16,23-46-51 16,-1 3-6-16,-1 2-4 15,0 0-32-15,-1-4-100 16,0-10-132-16,-2-12-286 16</inkml:trace>
  <inkml:trace contextRef="#ctx0" brushRef="#br2" timeOffset="-132893.61">22602 5906 1367 0,'0'0'16'0,"0"0"-16"15,0 0 0-15,0 0 14 16,0 113 15-16,0-62-10 16,0-2-15-16,-9-4 0 15,-5-3-2-15,-5-6 0 16,0-11-4-16,6-12-22 16,3-11-1-16,3-2 25 15,7-12 0-15,0-16-38 16,0 0-8-16,2 1 29 0,10 6 17 15,0 10 2-15,1 7 1 16,3 4-2-16,4 0-1 16,2 0 7-16,8 12-5 15,2 1-1-15,7-2-2 16,-3-6 0-16,-2-5-23 16,-9 0-8-16,-8 0 8 15,-9-12 11-15,-6-4 13 16,-2 0 3-16,0-4 11 15,-5 2 2-15,-7 1 5 16,4 2-1-16,1 8 16 16,2 4 23-16,5 3-4 15,0 5-55-15,0 19 10 0,0 12-3 16,0 7 21 0,0 5-24-16,3-1-2 0,9-2-4 15,0-3 1-15,1-6-104 16,-2-5-64-16,-1-12-254 15</inkml:trace>
  <inkml:trace contextRef="#ctx0" brushRef="#br2" timeOffset="-132343.97">23083 6127 618 0,'0'0'436'0,"0"0"-394"16,0 0 2-16,0-78 60 16,-8 57-12-16,-4-1-48 15,-2 4-20-15,-2 1-7 16,3 8 10-16,-3 8-3 16,2 1-9-16,-2 13-10 15,1 17-2-15,5 5-3 16,6 2 3-16,4-4-3 15,0-7 0-15,11-9-4 16,4-6 4-16,2-8-8 16,-1-3-4-16,0 0 0 15,-3-3 4-15,-3-12 3 0,-5-3-6 16,-4-4 7-16,-1-4 4 16,0-3 0-16,0 5 1 15,0 6 5-15,0 9-6 16,0 9 23-16,0 0-23 15,0 13-20-15,0 18 20 16,0 10 0-16,6 10 10 16,2 0 1-16,0 2-7 15,2-4 6-15,-1-4 2 16,-2-8-3-16,-6-8 6 16,-1-8-2-16,0-6-4 15,0-2 9-15,-13-5 4 16,-3 0-2-16,-1-4-10 0,-4-2-10 15,4-2-3-15,1 0-47 16,2-14-78-16,8-9-19 16,6-6-206-16,0-11-205 15</inkml:trace>
  <inkml:trace contextRef="#ctx0" brushRef="#br2" timeOffset="-131676.83">23392 6009 1148 0,'0'0'89'0,"0"0"-86"16,0 0 32-16,0 0 67 16,0 0-29-16,0 0-47 15,0-4-7-15,0 4 38 16,0 0-7-16,0 0-7 15,-3-1-8-15,-7 1-8 16,-5 0-5-16,-5 0-16 16,0 0-1-16,0 0-4 15,3 0 2-15,5 0-3 16,4 0 1-16,1 0-1 16,4 0 2-16,2 0-2 15,1 0 0-15,0 0 0 0,0 0-1 16,0 0-1-16,0 0 1 15,0 0-7-15,0 0-1 16,0 0-2-16,0 5 0 16,0 15 10-16,0 6 1 15,0 1 0-15,0-1 0 16,-4-3 0-16,2-5 1 16,1-1-1-16,-1-8 1 15,2-4-1-15,0-2 1 16,0-3-1-16,0 0 1 15,0 0-1-15,6 0-9 16,13 0 9-16,8-5 6 16,3 2-6-16,0 3-6 15,2 0-4-15,-2 0-5 0,-2 12 7 16,-1 9-2-16,-5 4 5 16,-7 3 3-16,-7 2-2 15,-6-3 2-15,-2-2 2 16,-8-1 26-16,-16-2-7 15,-7-6 13-15,-8-3-17 16,-2-4-7-16,3-5-1 16,0-3-7-16,9-1-1 15,4 0-52-15,10-12-82 16,10-10-99-16,5-9-174 16,9-6-365-16</inkml:trace>
  <inkml:trace contextRef="#ctx0" brushRef="#br2" timeOffset="-131405.99">23725 5888 1206 0,'0'0'117'15,"0"0"-111"-15,0 0 15 16,0 0 78-16,0 0-61 15,0 0-23-15,-57 99 33 16,50-42-2-16,4 7-20 16,3-1 12-16,0-1-18 15,0-4-17-15,6-3 3 0,8-5-5 16,3-8-2-16,1-7-37 16,2-10-65-16,1-9-47 15,-1-10-77-15,1-6-229 16</inkml:trace>
  <inkml:trace contextRef="#ctx0" brushRef="#br2" timeOffset="-131041.98">24014 6110 816 0,'0'0'430'0,"0"0"-395"0,0 0-13 16,0 0 120-16,0 0-32 15,0 0-82-15,-81-4-25 16,60 40 3-16,3 8 19 16,6 3-3-16,8-3-11 15,4-5-5-15,0-7-2 16,16-7-3-16,7-12-1 16,6-8-2-16,1-5-1 15,2 0-4-15,-6-17 5 16,-6 0-1-16,-8-1 3 15,-10-1 5-15,-2 2 2 16,-4 1 8-16,-16 5-11 16,-6 6 2-16,-3 5-6 0,-1 0-2 15,2 14 0-15,8 4-4 16,4 4-57-16,13 1-89 16,3-4-119-16,7-6-277 15</inkml:trace>
  <inkml:trace contextRef="#ctx0" brushRef="#br2" timeOffset="-130759.43">24069 5891 1118 0,'0'0'148'0,"0"0"-139"16,0 0 17-16,0 0 21 15,0 0-6-15,91 17 1 16,-53 23 11-16,-1 11-14 16,-7 9-4-16,-9 3-5 15,-7 4-1-15,-5-3-12 16,-9 1-6-16,0-3-7 16,-2-6-3-16,-15-4-1 15,-8-9-79-15,-8-6-41 16,-9-6-93-16,-15-9-293 15</inkml:trace>
  <inkml:trace contextRef="#ctx0" brushRef="#br2" timeOffset="-130410.7">21428 6846 1204 0,'0'0'110'0,"0"0"-110"0,0 0 0 16,159-12 66-16,-49 10 26 15,37 1-69-15,24-2-14 16,23-2-8-16,20-4 4 16,3 0-5-16,5-1-6 15,1-3 6-15,-16 3 2 16,-23 3-2-16,-32 3-14 16,-44 4-99-16,-37 0-113 15,-42 0-127-15,-29 1-92 16</inkml:trace>
  <inkml:trace contextRef="#ctx0" brushRef="#br2" timeOffset="-130111.97">21276 7130 1233 0,'0'0'63'15,"144"-19"-63"-15,-11 4 0 16,41 1 44-16,24 1 50 16,17 2-59-16,20 1-29 0,0 0-5 15,-11 5 18 1,-25 3-1-16,-34 2-18 0,-42 0-68 15,-42 2-113-15,-39 2-183 16,-42-4-132-16</inkml:trace>
  <inkml:trace contextRef="#ctx0" brushRef="#br2" timeOffset="-129661.33">21050 5665 993 0,'0'0'136'0,"0"0"-114"0,-25-82-18 16,25 73 37-1,0 9 77-15,0 4-52 0,0 39-62 16,9 26 4-16,11 29 56 15,2 18 4-15,1 11-28 16,0 8-13-16,-4 1-20 16,-8-11-1-16,-3-9-6 15,-3-18 0-15,-3-18-37 16,0-17-27-16,-1-17-70 16,-1-21-9-16,0-19-191 15,0-6-209-15</inkml:trace>
  <inkml:trace contextRef="#ctx0" brushRef="#br2" timeOffset="-128977.9">21076 5637 1099 0,'0'0'58'16,"0"0"-58"-16,0 0 0 15,0 0 30-15,148-13 39 16,-49 13-7-16,26-1-28 16,25-3-22-16,24-4 3 0,18-3 0 15,19 0-13-15,22-3 10 16,7-2 21-16,3 3-7 15,3 1-11-15,-10 0-4 16,-8-1 2-16,-13 0-5 16,-29 0-8-16,-25 1 15 15,-34 4-7-15,-28 3-4 16,-26 0-1-16,-24 5-3 16,-19 0 5-16,-16 0-5 15,-13 0 2-15,-1 0 0 16,0 0 21-16,0 0 5 15,0 0-19-15,0 0-7 16,0 0-1-16,2 0-1 16,-1 0-1-16,-1 0 0 15,0 0 2-15,0 0-1 16,0 0 1-16,0 0-1 0,0 0 8 16,0 0 6-16,0 0 1 15,0 0 3-15,0 0-5 16,0 0-2-16,0 0 3 15,0 0-7-15,0 0-1 16,0 0-6-16,0 12-7 16,0 15 3-16,0 21 4 15,0 22 7-15,0 19 8 16,0 17 4-16,0 12 3 16,3 3 6-16,6-2-17 15,3-5-3-15,5-11-7 0,-1-16 1 16,-1-17-2-1,-4-15-1-15,-7-13 1 0,-4-9-33 16,0-6-67-16,-8-15-166 16,-16-12-501-16</inkml:trace>
  <inkml:trace contextRef="#ctx0" brushRef="#br2" timeOffset="-83354.09">23280 7511 820 0,'0'0'97'0,"0"0"-76"15,0 0 80-15,0 0 49 16,0 0-76-16,0 0-39 15,0 0-14-15,0-8 2 16,0 8-2-16,-3 5-12 16,-7 22-4-16,-4 14-5 15,1 9 7-15,3 4 1 16,7-2-2-16,3-5 2 16,3-6-1-16,17-6-3 0,10-10 0 15,5-8 7-15,3-10-2 16,1-7 2-16,-2 0 11 15,-5-11-19-15,-7-12 8 16,-8-5 5-16,-7-3 17 16,-8-5 5-16,-2-4 9 15,-9-6-15-15,-14 0-26 16,-6 4 0-16,-1 6 0 16,-2 14-4-16,3 15 4 15,-2 7-5-15,1 5-1 16,0 19-5-16,5 7 1 15,8 1-35-15,15-1-104 16,2-8-43-16,21-16-196 16,15-7-229-16</inkml:trace>
  <inkml:trace contextRef="#ctx0" brushRef="#br2" timeOffset="-82487.86">22812 5069 893 0,'0'0'91'0,"0"0"-65"15,0 0 95-15,0 0-9 0,15-78-84 16,17 64-17 0,5-1-6-16,0 8-1 0,-5 3 6 15,-11 4-5-15,-9 0-4 16,-6 2-1-16,-6 14-5 15,0 8 5-15,0 6 4 16,-8 6 1-16,-10 2 2 16,-2-4-6-16,1-7 3 15,8-6-4-15,4-4 2 16,7-4-5-16,0 1 2 16,0-1 1-16,17 1-1 15,6 1 1-15,7 2 0 16,5 3 1-16,-2 5 0 15,-5 0-2-15,-8 1 1 16,-9-4-1-16,-8-5 1 0,-3-4-1 16,0-3 1-16,0-4 13 15,-13 1 12-15,-10-1 39 16,-6 0-11-16,-3-1-28 16,2-3-14-16,5 2-9 15,5-3 2-15,9 1-4 16,4-1-3-16,7 8-27 15,0 7-178-15,0 4-76 16,11 5-231-16</inkml:trace>
  <inkml:trace contextRef="#ctx0" brushRef="#br2" timeOffset="-81154.5">22754 7464 687 0,'0'0'279'0,"0"0"-251"15,0 0-21-15,0 0 44 16,0 0 75-16,0 0-68 15,-23-10-35-15,23 8 12 16,0 2 14-16,1 0-16 16,14-2-9-16,5-1 5 15,9-1 21-15,1-2-21 0,-2-2-19 16,-5 2 0 0,-9 3-2-16,-8 2 4 0,-4 1 4 15,-2 0-6-15,0 0 19 16,0 0-11-16,0 4-18 15,0 23 4-15,0 14 3 16,0 16 18-16,0 5-8 16,0 1-15-16,0-3 7 15,2-3-5-15,3-6-3 16,-2-6-2-16,1-5 2 16,-3-10-1-16,-1-6 0 15,0-9-132-15,0-11-111 16,-15-4-245-16</inkml:trace>
  <inkml:trace contextRef="#ctx0" brushRef="#br2" timeOffset="-80203.02">22428 4959 204 0,'0'0'584'0,"0"0"-539"0,0 0-43 15,0 0 10-15,0 0 88 16,0 0 19-16,-4-6-62 16,1 6 9-16,-4 0 2 15,-5 0 13-15,-6-2-41 16,-5 2-34-16,1-2-5 15,0 1 9-15,2-3-5 16,2 0 10-16,1 0-7 16,4-1 0-16,6 1 5 15,2 1-1-15,5 0-4 16,0 1-8-16,0 2-2 16,0 0 0-16,0 0-4 0,0 0-10 15,0 5 10-15,0 14 5 16,0 10 1-16,0 7 2 15,0 2-1-15,0 0-1 16,0-4 1-16,0-7-1 16,0-8 0-16,0-5 2 15,0-5-2-15,2-6 1 16,1-2-1-16,1-1 0 16,-1 0-8-16,5 0 2 15,6 0 6-15,4 0 12 16,7 0-6-16,4 0-6 15,4 0-4-15,5 14 4 16,1 5-4-16,-3 7-4 0,-5 7 5 16,-11 3-9-1,-9-1 12-15,-11-4-2 0,0-4 6 16,0-4 4-16,-17-6-7 16,0-6 7-16,-7-2 4 15,-3-2-5-15,1-5 17 16,-1-2-8-16,5 0-12 15,3 0 2-15,6-1-3 16,3-2-3-16,4 3-4 16,-1 0-76-16,4 8-64 15,3 18-63-15,0 5-144 16,11 2-247-16</inkml:trace>
  <inkml:trace contextRef="#ctx0" brushRef="#br2" timeOffset="-79084.57">21750 7430 250 0,'0'0'900'0,"0"0"-799"16,-6-79-79-16,9 70 54 16,14 6-45-16,6 3-20 15,2 6-11-15,1 23 2 16,-1 14 2-16,-11 8-3 16,-7 6 1-16,-7 3 1 15,0-6-1-15,-20-2 3 16,-6-2 1-16,-11-5-6 15,0-8 7-15,4-10-1 0,7-9-5 16,12-12 10-16,3-6 10 16,6-3 86-16,2-20-33 15,1-8-66-15,2 0 4 16,0 4 9-16,10 7-10 16,4 7-11-16,1 7-1 15,5 6 1-15,7 0 0 16,6 1-7-16,6 17 7 15,0 6-2-15,3 6-5 16,0 1-28-16,0 2-80 16,3-2-54-16,-3-7-22 15,0-12-127-15,-2-12-44 16</inkml:trace>
  <inkml:trace contextRef="#ctx0" brushRef="#br2" timeOffset="-78607.51">22354 7709 701 0,'0'0'231'15,"0"0"-200"-15,17-81 32 16,-17 54 94-16,0-1-50 16,0 4-45-16,0 5-29 15,-10 7 38-15,0 5-49 16,-4 7-16-16,0 0-3 16,-2 8-2-16,1 16-1 15,4 6 0-15,5 2-7 16,6-3 7-16,0-4-8 15,14-8-5-15,10-7 3 16,-1-7 10-16,0-3 5 0,-1 0-5 16,-4-7-1-1,-4-11-6-15,-6-1-4 0,-3-4 10 16,-5 0-1-16,0 5 4 16,0 5-2-16,0 5 1 15,0 7 4-15,0 1-5 16,0 4-10-16,0 23-13 15,2 14 22-15,10 11 2 16,-1 6 1-16,1 2-2 16,-2-2 1-16,-1-2-1 15,-5-7 3-15,-4-9 1 16,0-10 16-16,-4-6 15 16,-17-6-1-16,0-3 1 0,-3-5-10 15,0-2-6-15,3-4-16 16,3 0 4-16,2-3-7 15,5-1-1-15,4 0-26 16,5 0-151-16,2 0-129 16,4 2-284-16</inkml:trace>
  <inkml:trace contextRef="#ctx0" brushRef="#br2" timeOffset="-78313.07">22948 8139 1135 0,'0'0'181'16,"0"0"-178"-16,0 0 5 15,0 0-5-15,0 0-3 16,0 0 2-16,10 66-2 15,0-18 44-15,-2 5 0 16,0-2-6-16,1 0-22 16,-2-7-10-16,-1-4-2 15,-1-3-4-15,0-9-1 16,-3-2-21-16,1-10-213 16,0-12-303-16</inkml:trace>
  <inkml:trace contextRef="#ctx0" brushRef="#br2" timeOffset="-77954.35">23183 8208 1480 0,'0'0'38'16,"0"0"-31"-16,96-19-7 15,-41 19 14-15,-3 24-5 16,-6 11-7-16,-12 2-4 15,-16 4 0-15,-13 0-1 16,-5-1 2-16,-12-2 2 0,-21-4 7 16,-9-6 1-16,-1-9-4 15,5-9 7-15,11-7 28 16,13-3 31-16,9 0-11 16,5 0-21-16,0-12-12 15,30-8-27-15,14-4 0 16,16 4 0-16,10-4 0 15,9 5-11-15,5 4-20 16,1 6-21-16,-5 5-21 16,-12 4-80-16,-14 0-131 15,-21 0-333-15</inkml:trace>
  <inkml:trace contextRef="#ctx0" brushRef="#br2" timeOffset="-77584.86">21727 8831 1473 0,'0'0'0'0,"156"-23"-77"0,-27 12 77 16,34-5 22-16,30-1 41 15,21 0-28-15,14-1-1 16,8 1-17-16,-10 3 6 15,-21 4-14-15,-29 6-8 16,-32 1-2-16,-35 1-12 16,-33-1-91-16,-27-1-44 15,-30-1-73-15,-19-1-175 16</inkml:trace>
  <inkml:trace contextRef="#ctx0" brushRef="#br2" timeOffset="-76622.36">22210 9198 825 0,'0'0'154'0,"0"0"-108"16,0 0 71-16,-4-91 23 15,28 63-40-15,14 4-63 16,3 9-6-16,-1 10 4 16,-1 5-22-16,-7 16-5 15,-8 18-7-15,-9 13 6 16,-11 8 17-16,-4 3-12 16,-13-2-4-16,-16-3 1 0,-10-7-5 15,-3-8 2-15,-1-8 7 16,0-10 1-16,8-11 18 15,10-5 0-15,9-4-4 16,12 0 13-16,4 0-6 16,0-6-11-16,16-11-24 15,16-6 3-15,11 2-3 16,8 4 0-16,8 7 3 16,2 4-3-16,2 5-9 15,-1 1-29-15,-1 0-37 16,-1 0-55-16,-5 6-54 15,-3-3-83-15,-5-3-118 16,-11 0 67-16</inkml:trace>
  <inkml:trace contextRef="#ctx0" brushRef="#br2" timeOffset="-76171.66">22939 9336 420 0,'0'0'195'16,"0"0"-26"-16,0 0-13 16,0-89-14-16,0 65-50 15,-11 1-20-15,-8 1-21 16,-3 6 10-16,-3 4-5 15,1 7-1-15,-5 5-35 16,3 0-13-16,-2 18-3 16,7 10 2-16,4 0-5 15,12 2 1-15,5-3 0 16,0-4-2-16,23-6-4 16,11-9 3-16,3-7 1 0,-1-1 7 15,-4 0-7-15,-7-11-37 16,-5-5 9-16,-4-4 11 15,-9-1 17-15,-1 2 1 16,-6 4 5-16,0 6 1 16,0 7-5-16,0 2 18 15,0 0-20-15,3 4-6 16,5 22-6-16,6 8 12 16,-1 8 4-16,1 2 4 15,-4 0-5-15,-6-6 9 16,-4-3 0-16,0-8-2 15,0-8-2-15,-11-3-1 16,-8-7 14-16,-6-3 6 0,-5-5-19 16,-3-1-1-16,1 0-5 15,6-7-2-15,7-8-29 16,9-2-95-16,10 0 15 16,0-2-150-16,30-2-175 15</inkml:trace>
  <inkml:trace contextRef="#ctx0" brushRef="#br2" timeOffset="-75486.06">23304 9320 408 0,'0'0'618'15,"0"0"-551"-15,0 0-57 0,0 0 16 16,0 0 76 0,76-82-3-16,-87 73-43 0,-8-4-40 15,-7 2-4-15,-4 4 13 16,-2 4-7-16,0 1-15 15,7 2 4-15,5 0-7 16,7 0 1-16,7 0-4 16,6 3 3-16,0 1-15 15,0 5 2-15,17 2 13 16,8 5 0-16,11 3 14 16,4 7-12-16,1 4 2 15,3 3-4-15,-7 6 3 0,-4 0 3 16,-8-3 3-1,-12-6 13-15,-6-4-10 16,-7-8 3-16,-3-5 38 0,-15-4 7 16,-11-6-5-16,-7-3-8 15,-8 0-21-15,-6-6-6 16,3-13-1-16,7-5-14 16,13-3-2-16,13-2-3 15,14 0-3-15,0 0-2 16,24-2-39-16,23 1-29 15,15 4-49-15,8 2-52 16,5 10-13-16,-8 3 29 16,-5 6 10-16,-9-2 37 15,-9 3 88-15,-4 0 23 16,-6 3 126-16,-7 1 17 0,-3 0 4 16,-7 6-37-1,-3 14-39-15,-7 2-11 0,-1 5 19 16,-6 5-30-16,0-3-19 15,-9-1 6-15,-12-2-15 16,-6-6-3-16,2-7 22 16,5-6-9-16,6-6 2 15,10-1 16-15,4 0 0 16,0-3-14-16,29-19-15 16,23-12-20-16,22-9 1 15,14-5-4-15,15-3-5 16,5-2 7-16,-1 2-14 0,-13 8-16 15,-20 4-39 1,-28 4-143-16,-27 0-282 16</inkml:trace>
  <inkml:trace contextRef="#ctx0" brushRef="#br2" timeOffset="-73956.3">13851 4511 961 0,'0'0'113'0,"0"0"-111"16,0 0 7-16,0 0 97 15,0 0-19-15,0 0-27 16,-95 7-37-16,58-9 12 16,2-12-2-16,3-10 19 15,6-7-26-15,5-5 22 16,6-6-37-16,9 1-2 0,6 5 13 15,0 9-22 1,10 9-2-16,8 9-1 0,7 9-10 16,3 8 10-16,2 26-3 15,-2 14 5-15,-8 11-3 16,-14 7-11-16,-6 3 14 16,-5 3 0-16,-22-3 1 15,-8-7 0-15,-5-12-2 16,-2-13 2-16,0-16 5 15,4-8-4-15,6-10 2 16,2-3 5-16,5-5 0 16,5-19 2-16,5-11 6 15,8-4 4-15,7-3-4 16,0 3-13-16,17 8 5 16,8 6-8-16,3 10-1 0,6 8-1 15,0 7 4-15,4 3-2 16,2 21 0-16,-1 5-3 15,-3 7 3-15,-2 3 0 16,-10-2-2-16,-3 1 1 16,-4-3-25-16,-4-6-120 15,2-7-129-15,-3-11-222 16</inkml:trace>
  <inkml:trace contextRef="#ctx0" brushRef="#br2" timeOffset="-72073.56">14175 4441 874 0,'0'0'245'0,"0"0"-232"16,0 0 50-16,0 0-2 15,0 0-25-15,0 0-7 16,17-54-13-16,-17 34-1 16,-2-4 8-16,-16 2-8 15,-6 1-14-15,-4 5-1 16,0 9-1-16,-4 7-5 16,0 3 6-16,4 26-3 15,4 13-6-15,11 7 7 0,10 2 2 16,3-6 0-1,22-9 0-15,16-10-2 0,9-12 2 16,3-10 0-16,-3-4 4 16,-11 0-4-16,-7-16-1 15,-10-4 0-15,-12-2 1 16,-4-2 1-16,-3-1 3 16,0 0 3-16,0 2 1 15,-9 4 6-15,2 5-8 16,4 7 6-16,2 5-5 15,1 2-7-15,0 0-6 16,0 18-7-16,0 16 8 16,7 10 5-16,9 5 0 15,-3 0 0-15,2-4 0 16,-3-5 3-16,-4-9-3 0,-3-7 0 16,-5-7 0-1,0-5 0-15,0-2 17 0,-17-1 42 16,-6 0 12-16,-9-3-38 15,-3-3-16-15,-4-1-14 16,5-2-2-16,2 0 4 16,5 0-5-16,7-3 0 15,9-7-87-15,11 1-123 16,3-2-208-16</inkml:trace>
  <inkml:trace contextRef="#ctx0" brushRef="#br2" timeOffset="-71556.81">14672 4543 1099 0,'0'0'166'16,"0"0"-163"-16,32-84 2 16,-21 54 45-16,-2 4 11 15,-6 4-5-15,-3 3 8 16,0 2-8-16,-9 2-28 15,-12 1-14-15,-10 5-12 16,-7 6-2-16,-3 3 0 16,-1 0 1-16,7 14-1 15,10 1-2-15,9-1 2 16,13-1-2-16,3 2-7 16,0 0 3-16,22 3-2 0,3 1 5 15,5 3 1 1,2-2-3-16,0 5 5 0,-4 3 0 15,-4 6 0-15,-4 3-1 16,-9 5 1-16,-6-3 0 16,-5-3-1-16,0-7 2 15,-1-9 8-15,-13-7 13 16,1-7 10-16,3-5 18 16,-2-1 2-16,-2 0-6 15,0-13-8-15,-5-14-27 16,4-11 0-16,2-8-11 15,6-4 0-15,7 3 0 0,0 8 0 16,0 12-4 0,5 9 1-16,14 5-20 0,8 5-25 15,11 4-37-15,9 2-76 16,3 2-56-16,-2 0-87 16,-6 0-148-16</inkml:trace>
  <inkml:trace contextRef="#ctx0" brushRef="#br2" timeOffset="-71289.22">14948 4465 641 0,'0'0'255'0,"0"0"-99"16,0 0 4-16,0 0-62 16,0 0-50-16,0 0-6 15,88 71-11-15,-82-42-9 16,-6 4 0-16,0 1 17 16,-20 0-9-16,-11 0-15 0,-2-6-7 15,0-4 8-15,2-8-2 16,13-8 12-16,9-5 17 15,8-3-10-15,1 0 11 16,5-1-10-16,23-18-31 16,14-7 6-16,13-4-7 15,7 1-2-15,0 5-2 16,0 4-41-16,2 4-33 16,4 1-68-16,0 1-84 15,-9-2-240-15</inkml:trace>
  <inkml:trace contextRef="#ctx0" brushRef="#br2" timeOffset="-70739.83">15312 3961 737 0,'0'0'522'15,"-135"-140"-490"-15,59 75-25 16,-9 6 106-16,-10 5-21 15,-10 11-48-15,-4 11 4 16,-6 13-29-16,-6 11-12 16,-2 8-4-16,-9 14-2 15,-2 21 1-15,-1 16-2 16,-1 20-1-16,9 17-1 16,8 18-3-16,12 17 5 0,20 10 0 15,27 10 3-15,30 5 1 16,30-2 6-16,27-4 0 15,41-4 1-15,26-11-8 16,23-14 0-16,19-17-1 16,16-18-2-16,11-20 7 15,15-22-5-15,10-23-2 16,3-13-8-16,-6-40-69 16,-16-20 8-16,-20-19 0 15,-15-11 49-15,-12-12 20 16,-10-5 6-16,-10-4-5 15,-19-4 0-15,-18 1 2 0,-23-7 15 16,-21-5 25 0,-21-2 1-16,-9 4-1 0,-31 0-14 15,-12 9 8-15,-17 12-11 16,-19 16-16-16,-19 24-3 16,-18 23-7-16,-15 20-2 15,-15 20-1-15,-8 25-3 16,-6 28-2-16,10 18 4 15,22 14-108-15,29 7-65 16,29-1-47-16,27-11-331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25:40.04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15855 618 656 0,'0'0'188'0,"0"0"-131"16,0 0-25-16,-23-84 44 16,21 68 41-16,2 6-6 15,0 4-45-15,0 3 11 16,0 3-35-16,0 0-3 0,0 0-26 15,-1 6-13 1,1 20 0-16,0 14 20 0,0 10 9 16,0 4-3-16,8 1-17 15,6-2-4-15,0 0-3 16,3-4 3-16,2-4-1 16,-1-7-2-16,2-4 1 15,3-3 0-15,3-4 4 16,3-3-2-16,9-4-3 15,5-7 6-15,12-2-5 16,13-4-2-16,13-2 10 16,7-3-7-16,8 0 0 15,2-2-2-15,1 0-2 16,-4 0 4-16,-6 0-4 0,-12 0-2 16,-12-3 2-16,-8-1 0 15,-12-2 0-15,-13 1 0 16,-14 2 1-16,-9 2 0 15,-8 1 2-15,-1 0 12 16,0 0 15-16,0 0-13 16,0 0-1-16,0-2 3 15,-3 1-11-15,-7-2-1 16,-4 0 0-16,-2-2-6 16,3 1 3-16,1-1-1 15,7 3 3-15,2 0-5 0,1 1 2 16,2 1 3-1,0 0-6-15,0 0 0 0,0 0-3 16,0 0 1-16,0 0-9 16,0 0-15-16,0 11-33 15,8 7-11-15,0 3-114 16,4-1-88-16,2-7-278 16</inkml:trace>
  <inkml:trace contextRef="#ctx0" brushRef="#br0" timeOffset="449.32">17449 863 603 0,'0'0'567'0,"0"0"-530"16,0 0-34-16,0 0 4 15,0 0-3-15,0 0 15 16,0 0 16-16,52 113-16 16,-37-48 3-16,2 1-6 15,-1-1 2-15,3-6-1 16,-1-8-2-16,2-6-1 0,0-6-1 16,-1-13-1-1,-5-9-7-15,2-8 6 16,-5-7-3-16,4-2 11 0,1-6 14 15,1-17 22-15,4-12-16 16,-1-7-15-16,-3-6 4 16,-4-5-4-16,-3 1-11 15,-5-2-3-15,-3 4-3 16,-2 5-2-16,0 9 6 16,0 8-11-16,0 14-2 15,0 5 0-15,0 7-24 16,0 2-51-16,0 0-103 15,0 11-86-15,6 5-61 16,10-1-162-16</inkml:trace>
  <inkml:trace contextRef="#ctx0" brushRef="#br0" timeOffset="881.68">18168 917 59 0,'0'0'1099'0,"0"0"-1019"15,0 0-48-15,0 0 73 16,0 0 1-16,0 0-48 16,-59-44-45-16,41 44 1 15,-6 0 3-15,-2 10-11 16,-3 3 0-16,6 2-5 16,7 2-1-16,2-2 0 15,11 0 1-15,1-1-2 0,2 3-1 16,2 3-3-1,19 0 4-15,11 1 1 0,4-1 6 16,6 0-1-16,3 0-5 16,0-2 0-16,-4 0 0 15,-4-5 3-15,-11 1-3 16,-9-4 1-16,-8 0-1 16,-8-2-1-16,-1 1 1 15,0-2 14-15,-17 2 35 16,-16 2 2-16,-14 5-14 15,-8-5-14-15,-5 3-15 16,5-2 0-16,6-3-8 0,13-1-4 16,14-4-6-1,12-4-51-15,10 0-76 0,0 0-97 16,27-10-257-16</inkml:trace>
  <inkml:trace contextRef="#ctx0" brushRef="#br0" timeOffset="1382.82">18475 923 1306 0,'0'0'64'16,"0"0"-64"-16,0 0-1 15,0 0 1-15,-12 103 29 16,12-50 12-16,0 3 1 0,0-2 9 15,0-4-36-15,0-1 7 16,0-6-8-16,0-7-4 16,-3-8-7-16,-1-9 5 15,-2-8-7-15,5-5 0 16,1-6 1-16,-2 0-1 16,-2-9-1-16,1-19-9 15,-1-11-53-15,0-9 32 16,1-5 30-16,3-1 2 15,0-2-1-15,0 4 6 16,0 5 19-16,11 7 6 16,1 8-3-16,1 6-4 15,-1 10 6-15,0 7-16 0,0 3-6 16,-1 6-9-16,6 0 0 16,1 9-1-16,4 13 1 15,0 8 2-15,1 9 1 16,1 0 2-16,-2 5 5 15,-1-2-9-15,1-1 2 16,0-3-3-16,-3-4 0 16,-2-2-2-16,-5-4-45 15,-4-2-47-15,-8-6-121 16,0-7-140-16,-10-11-354 16</inkml:trace>
  <inkml:trace contextRef="#ctx0" brushRef="#br0" timeOffset="1534.78">18475 1166 1365 0,'0'0'222'0,"0"0"-222"15,0 0-16-15,0 0 15 16,0 0 1-16,96-11-2 16,-36 11 2-16,-3 0-150 15,-12 0-162-15,-18 0-413 16</inkml:trace>
  <inkml:trace contextRef="#ctx0" brushRef="#br0" timeOffset="4503.91">16030 1993 836 0,'0'0'216'0,"0"0"-178"0,0 0-12 16,0 0 33-1,0 0 0-15,0 0-53 0,0 0-2 16,0 126 35-16,0-56-12 15,3 3-5-15,4-7-6 16,-1-6-14-16,-3-8 0 16,0-5-1-16,-3-3-1 15,0-6-33-15,0-7-106 16,-6-15-182-16,-2-16-281 16</inkml:trace>
  <inkml:trace contextRef="#ctx0" brushRef="#br0" timeOffset="4897.88">16024 2030 1210 0,'0'0'149'0,"0"0"-145"15,0 0-1-15,0 0 4 16,0 0 12-16,0 0-7 15,100-51-11-15,-78 73 0 16,-6 4 6-16,-8 10 0 16,-8 5-5-16,0 4 7 15,-18 4-5-15,-11 1 15 16,1-3-11-16,-1-11-8 16,4-12 0-16,10-10 1 0,6-11 6 15,8-3 5-15,1 0 0 16,0-3-9-16,0-10-3 15,7 0-13-15,6 5 10 16,6 5 3-16,2 3-10 16,6 0 9-16,5 16-5 15,2 3 5-15,-1 5-2 16,-1 3-11-16,-6 3-79 16,-3 3-29-16,-4-4-137 15,-6-7-189-15</inkml:trace>
  <inkml:trace contextRef="#ctx0" brushRef="#br0" timeOffset="5565.85">16366 2162 911 0,'0'0'362'0,"0"0"-362"16,0 0-1-16,0 0 1 15,13 111 27-15,-3-65 6 16,2-3-27-16,-4-2 0 16,-1-6-3-16,-4-7 1 15,-1-7 0-15,-2-8-1 16,0-6 1-16,0-5 5 0,0-2 18 16,0 0 14-16,-3-5 3 15,-7-16-19-15,-2-8-19 16,2-5-4-16,-2-5 5 15,4 2-3-15,5 0-4 16,3 4 13-16,0 3-9 16,0 5 2-16,11 8-6 15,2 6 0-15,-3 8-3 16,2 3-10-16,1 7 0 16,3 17 10-16,2 5 3 15,-1 5 3-15,-1-1 5 16,-1-5-7-16,-4-4 0 0,-5-3 0 15,-2-7 1 1,-3-5-1-16,-1-4 11 0,0-5 3 16,0 2-8-16,0-2 2 15,0 0 6-15,0 0 5 16,2-3 4-16,-1-18 10 16,5-11-31-16,-2-4 0 15,3-1 1-15,1 2-3 16,1 3-1-16,1 5 0 15,1 7 0-15,3 6 0 16,-4 10 1-16,0 4-4 16,4 0-1-16,0 18 2 15,8 11 2-15,-3 6 3 16,-3 8 3-16,-2 0 1 16,-6-1-6-16,2-2 0 0,-3 0-1 15,-3-6-6-15,2-2-54 16,-3-8-103-16,4-12-64 15,3-12-190-15,2-6-360 16</inkml:trace>
  <inkml:trace contextRef="#ctx0" brushRef="#br0" timeOffset="5850.72">16852 2233 264 0,'0'0'889'0,"0"0"-857"0,0 0-28 16,-5 87 9-1,5-49 28-15,9-3-11 0,16-6-19 16,3-9-3-16,6-8 1 16,-5-7 5-16,-3-5 7 15,-5 0 28-15,-7-15 25 16,-6-11 14-16,-6-6-12 16,-2-6-38-16,-14-3-1 15,-17 1-19-15,-5 3-11 16,0 9-5-16,1 7-2 15,4 7-12-15,8 8-12 16,8 4-47-16,8 2-86 16,7 0-51-16,0 0-166 15,14 0-182-15</inkml:trace>
  <inkml:trace contextRef="#ctx0" brushRef="#br0" timeOffset="6614.6">17047 1932 866 0,'0'0'158'16,"0"0"-149"-16,-59-78-9 16,33 51 71-16,-2 1 22 15,-7 1-25-15,-8 1-17 16,-8 1-7-16,-5 2-14 0,-10 2 22 15,-2 0-10 1,-2 5 1-16,-5 1-12 0,-1 8-3 16,-3 5 1-16,-1 0-3 15,0 9-11-15,1 9-3 16,6 4 1-16,1 5 1 16,5 2-3-16,3 3-3 15,8-1-3-15,5 5 1 16,8 1-4-16,2 6 4 15,7 3-2-15,3 5 4 16,5 7-5-16,6 3-3 16,8 5 4-16,8 4-3 15,4 4 1-15,4 5 0 16,21 10 1-16,14 2-1 16,9 3 9-16,14-4-7 0,8-8 1 15,10-6-5-15,9-8 4 16,6-8-2-16,2-12-2 15,4-10 1-15,-4-11 0 16,-2-11-1-16,-2-9 3 16,0-7-1-16,-3-7 2 15,-7-17-4-15,-2-9 1 16,-11-6-1-16,-2-8-1 16,-4-1 1-16,-4-1 3 15,-6-3-3-15,-8 4 2 16,-7 0-3-16,-6 0 3 15,-6-2 0-15,-10-7-2 0,-9-5 2 16,-8 1 4-16,0-3-2 16,-18 1 13-16,-9-1 6 15,-5-1-14-15,-8 2 3 16,-6 3-6-16,-6 3-3 16,0 6-1-16,0 4-1 15,4 9 1-15,7 7 4 16,4 8-6-16,8 10-8 15,3 6 1-15,6 7-34 16,2 0-26-16,9 16-54 16,9 6-161-16,0 1-97 15,17-4-233-15</inkml:trace>
  <inkml:trace contextRef="#ctx0" brushRef="#br0" timeOffset="9164.41">15881 1887 570 0,'0'0'309'0,"0"0"-276"0,0 0-33 15,0 0 18-15,0 0 55 16,0 0 3-16,0 0-17 15,-16-23-20-15,9 10 12 16,-3-5-2-16,-1-5-6 16,1-4 2-16,-4-4-12 15,3-5 0-15,-2-4-16 16,-1-6-1-16,1-3-4 16,-1-6-3-16,3-4-4 15,-3 0 8-15,4 2 3 16,-1 5-6-16,1 6 13 15,1 3-11-15,3 1 1 0,1 5-3 16,1 0 0-16,3 0-2 16,1 4-1-16,0 0-6 15,0 3 9-15,0 0-2 16,0 2-8-16,0 4 1 16,0 5 5-16,0 2-1 15,0 4-1-15,0 4 8 16,0 0 5-16,-2 4-8 15,2 2-1-15,-2 2-3 16,0 1 0-16,2 0-3 16,-1 0-2-16,-1 0-5 15,2 0 4-15,-1 0-6 16,-1 0 3-16,-2 1 2 0,0 9 2 16,-3 3 1-16,1 2 1 15,-3 3 0-15,-1 1-3 16,0-2 3-16,3-2-1 15,1-4-1-15,0-5-1 16,6-3 1-16,0-2 0 16,0-1 2-16,0 0-2 15,0 0 5-15,0 0-5 16,0 0 7-16,0 0-4 16,0 0 3-16,0 0-3 15,0-4-1-15,6-11 1 16,5-5-3-16,4-1-1 0,-1-2 1 15,-1 6-1 1,-1 3 1-16,-4 3-1 0,0 7 0 16,-3 2-1-16,0 2-5 15,7 0-4-15,6 14 2 16,13 14-9-16,9 12-46 16,13 11-65-16,14 4-100 15,5 2-151-15,4-6-318 16</inkml:trace>
  <inkml:trace contextRef="#ctx0" brushRef="#br0" timeOffset="11130.81">19276 542 159 0,'0'0'324'15,"0"0"-282"-15,0 0-38 16,0 0 30-16,0 0 62 0,0 0-24 15,-11-8-38-15,9 8 12 16,1 0 21-16,-5-2 16 16,-4 2-29-16,-2 0-12 15,-2 0 8-15,-2 0 5 16,3 0-13-16,-2-1-3 16,0-1-9-16,2 0-1 15,1 0-1-15,2-1 10 16,1-1-5-16,5 3 3 15,2 0 4-15,2 1 3 16,0 0-10-16,0 0-13 16,0 0-5-16,0 0-4 15,0 0-11-15,0 0-5 16,6 0-4-16,14 0 9 16,17 0 3-16,19 0 7 0,17 0-4 15,17 0-1-15,9 0 2 16,8 0-3-16,5-6-4 15,2-2 0-15,-2 2 2 16,-9-3-2-16,-16 2 0 16,-18 0 5-16,-21-2-3 15,-18 3 3-15,-15 4 0 16,-8 0 14-16,-5 2-1 16,-2 0-7-16,0 0 1 15,0 0 0-15,0 0 0 0,0 0-3 16,0 0-9-1,-3 0 8-15,-4-1-5 0,-4-4 3 16,-2 1-5 0,-4-3 0-16,3 3-1 0,-3 0 0 15,2 2 2-15,2-2-2 16,1 1 2-16,5 3-2 16,4 0 1-16,3 0-1 15,0 0-3-15,0 0-2 16,0 0-8-16,0 13 6 15,0 8 6-15,8 2-1 16,2 1 1-16,0-2 1 16,-2-3-4-16,-2-3-19 15,-6-3-34-15,0 2-113 16,0-7-91-16,-14-8-231 0</inkml:trace>
  <inkml:trace contextRef="#ctx0" brushRef="#br0" timeOffset="12095.88">20664 316 710 0,'0'0'210'0,"0"0"-161"15,0 0 1-15,0 0 61 16,0 0 28-16,0 0-68 15,0 0-33-15,0-59-25 16,0 59-12-16,0 0-1 16,0 26-2-16,0 17 2 15,0 17 13-15,10 12 24 16,1 4-11-16,5-5-6 16,2-10-15-16,3-8 4 15,5-14 2-15,-3-9-8 0,-1-12 1 16,-2-8 2-16,-1-7-1 15,0-3 5-15,1-4 5 16,2-17 42-16,0-11-32 16,0-7-7-16,-5-4 4 15,-6-7-13-15,-6-3 7 16,-5-2 9-16,0-1-14 16,-2 1-1-16,-9 6-9 15,-1 5 2-15,0 10-3 16,4 14-3-16,3 8-2 0,1 11-41 15,4 1-65 1,0 9-148-16,0 17-54 0,4 2-51 16</inkml:trace>
  <inkml:trace contextRef="#ctx0" brushRef="#br0" timeOffset="12513.27">21283 327 653 0,'0'0'442'16,"0"0"-422"-16,0 0-6 16,0 0 54-16,0 0 35 15,-87-35-43-15,67 35-39 0,-2 3-19 16,-5 13 7 0,0 6 0-16,3-2 3 0,3-2-2 15,7-3-3-15,8-1 1 16,5-2-8-16,1-1 3 15,0 1-6-15,6-1 5 16,17 4-2-16,9 2 11 16,10 4-1-16,8 0-1 15,4 1-6-15,-1 1 2 16,-8-2 0-16,-10-2-1 16,-15-6 0-16,-11-4 6 15,-9-5 7-15,0 1 28 16,0-3-6-16,-20 5 5 15,-17 0 13-15,-13-1-32 0,-10 1-11 16,-2-5-6-16,7-2-5 16,8 0 1-16,12 0-4 15,13 0-31-15,14-2-72 16,8-5-89-16,13-3-57 16,27-8-401-16</inkml:trace>
  <inkml:trace contextRef="#ctx0" brushRef="#br0" timeOffset="12996.72">21539 346 18 0,'0'0'1236'0,"0"0"-1175"0,0 0-60 16,0 0 1-1,0 0 35-15,0 0 18 0,-59 90-16 16,50-52-5-16,4 1-7 15,1-5-12-15,-3-4 1 16,1-4-8-16,0-7 6 16,-1-3-2-16,1-6-3 15,1-3 0-15,3-4-2 16,0-3-4-16,2 0 8 16,0 0 12-16,0 0 25 15,0-16-6-15,0-12-27 16,0-10-10-16,0-4-2 0,0-1-1 15,2 6-4-15,10 3 1 16,-1 5 1-16,2 2 2 16,-1 7 1-16,-2 5 4 15,-3 8-6-15,-5 5 4 16,-1 2-5-16,6 0-10 16,5 20 3-16,6 7 6 15,4 10 1-15,3 4 2 16,-2 5-1-16,3 1 0 15,-4 0-1-15,-1-1 2 16,-3-3-4-16,-2-6 1 16,-6-5-49-16,-7-6-45 15,-3-7-141-15,0-9-53 16,-13-9-290-16</inkml:trace>
  <inkml:trace contextRef="#ctx0" brushRef="#br0" timeOffset="13164">21406 568 145 0,'0'0'1121'0,"0"0"-1121"15,0 0-55-15,0 0 55 16,87-6 4-16,-34 8 2 16,6 2-6-16,-2 1-121 15,-10-2-100-15,-13-3-91 0,-13 0 24 16</inkml:trace>
  <inkml:trace contextRef="#ctx0" brushRef="#br0" timeOffset="13779.9">21791 491 581 0,'0'0'240'0,"0"0"-86"0,0 0 6 15,0 0-65-15,0 0-72 16,0 0-21-16,0 3 2 16,3 26 17-16,2 8 12 15,0-2-5-15,0-3 2 16,-3-5 1-16,-1-6-12 15,1-8 2-15,-2-3 0 16,0-7-3-16,0-3-5 16,0 0 13-16,0 0 22 15,0 0 10-15,0-5-3 16,-2-15-20-16,-6-8-28 16,-2-10-5-16,5-2-1 0,2-3 2 15,3 0-3-15,0 5 0 16,1 7 0-16,11 5 0 15,-2 11 0-15,-1 7-3 16,-3 6 1-16,2 2-7 16,4 7-3-16,4 18 10 15,1 8-3-15,4 4 5 16,0 1 6-16,-1-2-6 16,1-3 0-16,-3-8 1 15,-5-6 2-15,-2-9-3 16,-7-4 0-16,0-5 2 0,-4-1 0 15,2 0 1 1,-2 0 5-16,1 0 14 0,2-7 6 16,-1-19 2-16,-2-8-26 15,0-6-3-15,0-5 2 16,4 0-3-16,-1 2 7 16,4-1-6-16,4 5 0 15,3 8-1-15,-1 11 4 16,0 9-4-16,4 11 0 15,2 0-5-15,2 17-3 16,1 19 0-16,-2 4 6 16,-5 7 2-16,-2 0-8 15,-4-2 8-15,-2 1 0 16,-1 0-5-16,-2-5-11 16,-1-4-65-16,-2-8-74 0,8-13-137 15,3-13-261-15</inkml:trace>
  <inkml:trace contextRef="#ctx0" brushRef="#br0" timeOffset="14112.68">22488 380 630 0,'0'0'804'15,"0"0"-804"-15,0 0 6 16,-52 111-4-16,52-64 16 15,0-2 47-15,18-4-45 0,11-11-10 16,5-9-9-16,-1-11 2 16,2-8 9-16,-3-2 1 15,-2-9 10-15,-4-17 10 16,-4-5 10-16,-7-5-12 16,-8-5 3-16,-7 2-1 15,-4-5-14-15,-17 1-19 16,-8 4 0-16,0 8-5 15,0 8-2-15,0 12-7 16,0 11-18-16,-5 3-97 16,-4 24-93-16,-3 12-96 15,-4 2-299-15</inkml:trace>
  <inkml:trace contextRef="#ctx0" brushRef="#br0" timeOffset="14565.04">20833 944 1278 0,'0'0'28'16,"0"0"-28"-16,95-10 0 15,-8 7 48-15,30 3-3 16,35 0-5-16,26 0-9 16,9 0-2-16,5 0-5 15,-8 0-7-15,-15 0-7 16,-19-5-7-16,-26-1 0 16,-27 2-4-16,-30 1 1 0,-30 1-6 15,-23 2-68 1,-14 0-22-16,-1-1 27 0,-27-1-16 15,-14 1-201-15,-15 1-164 16</inkml:trace>
  <inkml:trace contextRef="#ctx0" brushRef="#br0" timeOffset="15932.62">20281 794 648 0,'0'0'211'16,"0"0"-169"-16,0 0 0 15,0 0 25-15,0 0 34 16,-109-8-27-16,76 25-21 15,-4 7-11-15,-5 12 11 16,0 12-4-16,2 14 2 16,8 10-12-16,8 12-6 15,10 10-3-15,11 2-1 16,3-2-12-16,13-8-3 0,22-16-3 16,12-10-2-1,10-17-2-15,8-7 1 0,5-9-1 16,-1-10-3-16,-2-6-1 15,-5-9 2-15,-12-2 1 16,-10 0-5-16,-13 0 6 16,-12-4-5-16,-7-2-1 15,-3-2 8-15,-1-2 4 16,-4-2 19-16,0-3-6 16,0-1-9-16,-6 2-4 15,-8 1-10-15,-3-2 0 16,-2 5-3-16,3 3 2 15,4 2-2-15,7 4 2 0,3 1 1 16,2 0-2-16,0 0-1 16,0 0-5-16,0 0 2 15,0 0-8-15,9 3 11 16,2 10 4-16,2 3-4 16,3 4-1-16,-6 3-21 15,3 2-46-15,-1 5-47 16,1 0-134-16,4-6-100 15,1-5-231-15</inkml:trace>
  <inkml:trace contextRef="#ctx0" brushRef="#br0" timeOffset="16179.51">20933 1463 1220 0,'0'0'199'0,"0"0"-199"16,0 0-40-16,-28 82 40 15,28-22 10-15,0 4 17 16,18 4-22-16,2-4-3 16,0-3 1-16,-3-9-3 15,-5-9-1-15,-6-6-97 0,-1-12-21 16,-3-9-96-1,1-13-186-15</inkml:trace>
  <inkml:trace contextRef="#ctx0" brushRef="#br0" timeOffset="16830.05">21152 1592 1325 0,'0'0'47'0,"0"0"-47"16,0 0 0-16,-7 81 13 16,7-31 11-16,0 2-3 15,3-3-3-15,6-3-3 16,-4-6 3-16,-2-9-4 0,-1-9-1 16,-2-11 0-1,0-4 0-15,0-7 12 0,0 0-2 16,0 0 9-16,0-8 10 15,0-16-12-15,0-12-30 16,0-7 6-16,-5-3-6 16,-2-2 1-16,3 4 5 15,-2 8-3-15,6 8 5 16,0 11 0-16,0 9 0 16,0 6 0-16,0 2-8 15,12 0 1-15,8 1-2 16,5 16-4-16,1 5 3 0,0 7 0 15,1 4 1 1,-4 3 1-16,-1-3 0 0,-3-1 1 16,-5-8 0-16,-2-7 1 15,-5-6-2-15,-2-6 0 16,-4-2 2-16,2-3 2 16,-3 0 1-16,0 0 10 15,0 0 7-15,0 0 4 16,0 0 5-16,0-3 0 15,0-17-6-15,0-8-18 16,0-12-3-16,-3-6 3 16,-1-4-2-16,-3-2-3 15,-2 3 1-15,3 7-3 16,0 6 1-16,2 11-1 0,1 7 0 16,3 9-2-16,0 5-6 15,0 4-18-15,0 0-37 16,1 0-40-16,19 0-139 15,8 9 11-15,3 2-142 16,-7 3-180-16</inkml:trace>
  <inkml:trace contextRef="#ctx0" brushRef="#br0" timeOffset="17411.96">21550 1551 572 0,'0'0'560'0,"0"0"-537"16,0 0-23-1,-1 108 44-15,1-63 31 0,0 1-8 16,10 0-26-16,3-8-21 16,0-6-6-16,-3-10-6 15,-3-7 2-15,-4-8 2 16,-3-6-11-16,0-1 12 16,0 0 29-16,0-1 17 15,0-19-3-15,0-13-42 16,0-8-7-16,0-6-3 15,0-3-2-15,0 1-1 16,0 6 0-16,-1 14 5 16,1 7 4-16,0 11 3 15,0 10-4-15,0 1-9 16,6 0-5-16,11 12 5 0,5 12-3 16,-1 5 2-1,0 2 1-15,-3 0-1 0,-2-3 1 16,-2-2 1-16,-3-8 2 15,-5-9-3-15,-3-3 0 16,-2-6 1-16,2 0 0 16,-2 0 5-16,1 0 14 15,4-13 16-15,4-13-17 16,2-9-14-16,3-8-4 16,-3 0 0-16,-2 3 2 15,2 5-3-15,-4 9 4 16,-2 13 1-16,0 7-1 0,-5 6 4 15,2 0-8 1,4 16-9-16,2 17 8 0,-1 11 1 16,0 6 9-16,1-2-8 15,-4-2 2-15,3-1-3 16,0-1 0-16,1-5-33 16,1-4-40-16,2-10-113 15,4-8-77-15,4-13-169 16</inkml:trace>
  <inkml:trace contextRef="#ctx0" brushRef="#br0" timeOffset="17711.83">22103 1701 1234 0,'0'0'95'0,"0"0"-95"0,0 0 0 16,0 0 43-16,0 0 20 15,-25 103-28-15,37-77-23 16,13-8 0-16,2-4-5 15,2-8 6-15,-3-6 13 16,-1 0 0-16,-3-6 20 16,-4-14 2-16,-5-4 3 15,-6-2-6-15,-7-3-15 16,0-2-10-16,-8-1-2 16,-16-1-17-16,-4 5-1 15,0 7-8-15,-2 12-7 0,1 9-4 16,-3 0-32-1,-3 15-86-15,-1 15-67 0,-5 8-121 16,1 5-282-16</inkml:trace>
  <inkml:trace contextRef="#ctx0" brushRef="#br0" timeOffset="18061.75">20910 2352 1253 0,'0'0'328'0,"0"0"-328"15,0 0-122-15,124 0 122 16,-41 1 50-16,24 1 0 16,25-2-29-16,20 0-3 15,3 0-7-15,0 0-3 16,-13 0-3-16,-22 0-3 16,-22 0-2-16,-27 0-51 15,-26 0-65-15,-20 0-59 16,-18 0-59-16,-7 0-28 0,-19 0-62 15</inkml:trace>
  <inkml:trace contextRef="#ctx0" brushRef="#br0" timeOffset="18362.14">20831 2621 1387 0,'0'0'0'0,"87"-5"-134"15,-7 0 134-15,21 1 59 0,17-3 13 16,20 1-40-16,8 2 8 16,3-3 27-16,-1 2-13 15,-13 1-33-15,-14-1-2 16,-20-1-14-16,-17 4-1 15,-22-3-4-15,-19 4-4 16,-12 0-4-16,-17 1-85 16,-11-1-62-16,-3-5-69 15,0-3-126-15</inkml:trace>
  <inkml:trace contextRef="#ctx0" brushRef="#br0" timeOffset="19078.49">22606 1833 886 0,'0'0'388'0,"0"0"-350"15,0 0-38-15,0 0 84 16,0 0 48-16,0 0-63 15,-30-15-30-15,30 13-20 16,0-1 5-16,7-4 1 16,5-5-11-16,5-6 1 15,3-8-4-15,-2-4 8 16,-1-7 3-16,-2-5-5 16,-4-8-4-16,-4-4 7 15,-7-7-12-15,0-6-1 16,0-6 0-16,-10 1 1 15,-3-3-6-15,1 3 3 0,2 3-3 16,3 6-1-16,3 12 0 16,1 16 2-16,2 14-2 15,-1 11-1-15,1 7 0 16,1 3 0-16,0 0-1 16,0 0-2-16,0 0-6 15,-2 0 6-15,2 0-2 16,0 0 1-16,0 0 3 15,0 5 0-15,0 1 1 16,0-1 0-16,0-1 0 16,0 0 0-16,0-3-2 15,0 1 2-15,0-1-1 16,0 1-1-16,0-1-15 16,0 2 3-16,0 0-6 0,-1 3 10 15,-1 3-13-15,0 0-29 16,-1 4-16-16,3 4-118 15,0 2-90-15,0-8-231 16</inkml:trace>
  <inkml:trace contextRef="#ctx0" brushRef="#br1" timeOffset="71701.25">5557 2439 1073 0,'0'0'80'0,"0"0"-64"16,0 0 2-16,0 0 64 15,0 0 3-15,0 0-29 16,0 0-26-16,0 0-11 15,30-17-7-15,-1 15-7 16,16-3 1-16,10 3-3 16,13 2 18-16,16 0-1 15,13 0-3-15,13 0-3 16,14 0-8-16,3 5-3 16,3-1-3-16,-6 1-1 15,-13-3 1-15,-21-2 1 16,-18 1 2-16,-20-1-2 0,-16 0-1 15,-14 0-3-15,-17 0-116 16,-5-1-238-16</inkml:trace>
  <inkml:trace contextRef="#ctx0" brushRef="#br1" timeOffset="78099.42">7175 2460 522 0,'0'0'182'0,"0"0"-161"16,0 0-17-16,0 0 34 16,0 0 25-16,0 0-5 15,0 0-34-15,0-10-10 16,-7 8 6-16,-1-1-10 16,-1 2 1-16,-4-3 3 15,0 0 22-15,0-1 14 0,-4 0-21 16,2-1-18-1,-4-1 11-15,3 3-8 0,1 0 4 16,0 1 1 0,3-1-5-16,2 4 0 0,0 0-8 15,0 0 0-15,-2 0-5 16,-5 2 2-16,1 5-1 16,0 2-2-16,0 2-2 15,-1 4 2-15,-3 2 0 16,1 0 8-16,0-2-6 15,3 1 0-15,3 2 0 16,-1 4 1-16,0 3 4 16,0 3 2-16,3 3-3 15,2 4-4-15,5 6 0 16,0 1 9-16,4 4-1 0,0 0-1 16,0-3-9-16,0 1 4 15,8-2-3-15,6 1 3 16,1-3-3-16,4-2 3 15,1 2-4-15,1-5 3 16,3-3 1-16,-1 0-1 16,-1-5-2-16,-1-1 0 15,3-2 6-15,-3-5-5 16,3-1 3-16,0-5-5 16,4-3 0-16,2-1 9 15,3-4-2-15,3-1-4 16,0-4 1-16,-1 0-1 0,0 0-2 15,-1 0-1-15,-2 0 0 16,-4-1 2-16,1-9 1 16,-3 0-3-16,3-5 0 15,-3-3-1-15,0-4 1 16,-5-1 2-16,-2-4-2 16,-4-4 0-16,-4-4 2 15,-2 1-2-15,-3-5 0 16,-2 3 0-16,-2 0 0 15,-2 0 8-15,0-1-8 16,-11 0 0-16,-9-4-2 16,-3-3 4-16,-4-6 3 15,0-1-4-15,0 0 0 0,3 6 2 16,-1 9-1 0,-2 8 0-16,2 8 1 0,0 3 2 15,1 4-4-15,6 5 0 16,3 3-1-16,3 1-5 15,0 4-5-15,1 0 3 16,-3 0-61-16,-3 7-50 16,1 11-74-16,1-1-213 15</inkml:trace>
  <inkml:trace contextRef="#ctx0" brushRef="#br1" timeOffset="79764.91">11826 3427 634 0,'0'0'196'0,"0"0"-169"16,0 0-15-16,0 0 62 15,0 0 59-15,0 0-20 16,0 0-44-16,-23-20-23 16,23 20-2-16,0 0-20 15,0-2-3-15,0 2 3 16,0 0-8-16,0 0 9 16,0 0-13-16,0 0-3 15,0 0-6-15,0 0-2 16,9 0-1-16,8 0 8 15,14 0-3-15,11 0 5 0,8-2-7 16,7-1 7-16,5 0 2 16,0 0 0-16,-3 3 4 15,-5 0-5-15,-4-1 0 16,-3 1-7-16,-2-2-4 16,-3 1 3-16,1-1 3 15,-1-1-2-15,3 0-1 16,-1 2 3-16,-3-1-2 15,0 1 3-15,-6 1 3 16,-4 0-8-16,0 0 1 16,-1 0-2-16,0 0 1 15,0-2 2-15,0 2-2 0,0-2 1 16,-4 2 0 0,0 0 0-16,-3 0-3 0,3 0-1 15,-1 0 1-15,3 0 4 16,-1 0-2-16,3 0-2 15,0 0 1-15,-2 0 0 16,1 0 2-16,-4 0-1 16,-4 0-2-16,0 0 0 15,-3 0 2-15,1 0-2 16,2 0 3-16,1 0-1 16,0 0 0-16,-3 0-2 15,5 0 3-15,-2 0 3 16,-2 0-2-16,2 0 4 0,1 0-8 15,2 0 4-15,4 0-2 16,3 0 0-16,-1 0 5 16,1 0-7-16,-2 0 3 15,-2 0-3-15,1 0 3 16,-4 0-1-16,0 0 0 16,0 0 2-16,0 0-4 15,4-1 5-15,3-5 0 16,-5 0 5-16,-1 2-4 15,-6 0-3-15,-5 0-1 16,-2 1 1-16,-1 1-3 16,-2 0 0-16,0 0 0 0,-5 0 0 15,-2 2-4-15,-3 0-8 16,0 0-117-16,-10 0-299 16,-23 0-374-16</inkml:trace>
  <inkml:trace contextRef="#ctx0" brushRef="#br1" timeOffset="87984.48">7682 4297 370 0,'0'0'209'0,"0"0"-174"0,0 0 21 15,0 0 105 1,0 0-21-16,0 0-23 0,0 0-51 16,-12 0 4-16,12 0-1 15,0 0-2-15,0 0 8 16,0 0-1-16,0 0-16 16,0 0-8-16,0 0-12 15,0 0-14-15,0 0 0 16,5 0-23-16,13 0 5 15,20 0 0-15,20-5 0 16,20-3 8-16,14 1 1 16,9-1-10-16,7 4-2 15,6-1-1-15,0 1 4 16,-4-1-6-16,-11 2 1 16,-16 1 5-16,-14-1-4 0,-17 0-2 15,-16 3 0-15,-9 0-2 16,-5-4 2-16,-5 1 2 15,-4 1-1-15,-4 2-1 16,-3 0 0-16,-1 0-5 16,0 0-26-16,-2 0-181 15,-3 7-216-15,0-5-440 16</inkml:trace>
  <inkml:trace contextRef="#ctx0" brushRef="#br1" timeOffset="176594.94">4390 11413 1473 0,'0'0'0'0,"0"0"-53"16,0 0 3-16,0 0-101 16,0 0-534-16</inkml:trace>
  <inkml:trace contextRef="#ctx0" brushRef="#br1" timeOffset="213063.15">17606 12544 1085 0,'0'0'353'0,"0"0"-353"15,0 0 1-15,0 0 87 16,0 0 8-16,0 0-40 16,30 95-36-16,-30-59-18 0,0-5 3 15,-9-5-5 1,0-5-60-16,1-1-88 0,4-4-78 15,4-8-306-15</inkml:trace>
  <inkml:trace contextRef="#ctx0" brushRef="#br0" timeOffset="-186242.07">3705 13084 803 0,'0'0'460'0,"0"0"-412"16,0 0-36-16,0 0 44 15,0 0 33-15,0 0-37 16,-4 0-26-16,4 0-15 15,0 0-9-15,0 0 4 0,1 0-5 16,5-3 4-16,4 0 0 16,3-1-5-16,2-3-4 15,2 1-72-15,2 2-70 16,-3 1-170-16,-2 3-318 16</inkml:trace>
  <inkml:trace contextRef="#ctx0" brushRef="#br0" timeOffset="-110908.33">12505 5310 469 0,'0'0'94'16,"0"0"-9"-16,0 0 39 16,0 0 10-16,0 0 7 15,-10-79-57-15,8 69-16 16,2 4-16-16,0 6-7 15,0 0-11-15,0 3-34 16,0 29 12-16,0 22-11 16,9 23 61-16,-1 13 0 15,-1 8-29-15,1-2-26 16,-2-6-3-16,1-10 2 16,0-12-3-16,3-13-2 0,-1-11 3 15,-4-6-4-15,0-10 0 16,-3-5-1-16,-2-5 0 15,0-5-11-15,0-5-158 16,0-8 26-16,0-2-113 16,0-24-204-16</inkml:trace>
  <inkml:trace contextRef="#ctx0" brushRef="#br0" timeOffset="-110014.5">12541 5232 866 0,'0'0'131'16,"0"0"-110"-16,0 0-10 15,0 0 83-15,0 0 44 16,0 0-48-16,-22-17-52 16,22 14-21-16,0 3-5 15,0 0 7-15,16-1-1 16,19 1-6-16,21 0 18 16,14 0 15-16,13 0-29 0,9 0-9 15,12 0-6-15,13 0 4 16,6-2-4-16,6-5 4 15,-3 1-5-15,-11 1 2 16,-13 1-2-16,-11 3 3 16,-13-1-2-16,-4 0 1 15,-4 2-1-15,-3-4 0 16,-5 0-1-16,-2-6 0 16,0-1-1-16,0-5 0 15,3-3 2-15,3 1-1 16,-1 2 0-16,-6 3-2 15,-7 6 2-15,-7 2 3 0,-5 5-3 16,-4 0 0 0,-4 0 0-16,-5 0 0 0,-5 0 0 15,-6 0 1-15,-2 3-1 16,-6-1 0-16,-2-1 1 16,-3-1-2-16,-2 2 3 15,-1-1-2-15,2 0 0 16,-2-1 0-16,0 0 0 15,4 0 0-15,0 2 0 16,3-2 0-16,3 0 2 16,-2 0-2-16,2 0 0 15,-4 0 3-15,-3 0-2 16,-2 0 2-16,-1 0-2 16,2 0 6-16,-2 0 22 0,0 0-7 15,0 0-2-15,0 0-16 16,0 0 7-16,0 0 1 15,0 0-7-15,0 0-1 16,0 0-4-16,0 9-1 16,0 15-4-16,0 19 5 15,0 25 2-15,0 19 3 16,0 13-1-16,0 1 10 16,0-8-12-16,7-16 6 15,3-14-6-15,0-12-1 16,-2-9 0-16,0-9 0 15,-4-5-1-15,-2-10 0 16,-2-2-4-16,0-4 1 0,-3 0-41 16,-19-5-72-16,-10-5-98 15,-11-2-320-15</inkml:trace>
  <inkml:trace contextRef="#ctx0" brushRef="#br0" timeOffset="-109579.58">12731 6265 1158 0,'0'0'62'0,"0"0"-55"15,0 0 1-15,0 0 141 16,0 0-71-16,0 0-78 16,38-27 13-16,39 22-13 15,22 2 10-15,19 0 1 0,20 1-4 16,11 1 3-1,8-5-2-15,-2 2 3 16,-4-4-2-16,-10 1-6 16,-12 0 4-16,-15 1-6 0,-15 1 25 15,-21-3-13-15,-16 4-10 16,-13-2-3-16,-17-1 2 16,-14 3-2-16,-10 1-2 15,-8 2-53-15,0-2-146 16,-22 0-191-16</inkml:trace>
  <inkml:trace contextRef="#ctx0" brushRef="#br0" timeOffset="-108629.79">8693 7077 566 0,'0'0'279'16,"0"0"-260"-16,0 0-18 15,0 0 132-15,0 0 55 16,0 0-84-16,0 0-31 15,-6 0-18-15,6 0-4 16,8 0-15-16,26 0-22 16,22 0 25-16,24 0 18 0,21 2-25 15,16-1-10-15,12-1-13 16,3 0 9-16,-7 0-4 16,-14 0-10-16,-23 0 1 15,-24 0 0-15,-24 0-4 16,-18 0 2-16,-14 0-2 15,-6 0-1-15,-2 0 2 16,0 0-2-16,0 0-6 16,-4 0-68-16,-16 6-100 15,-7 2-335-15</inkml:trace>
  <inkml:trace contextRef="#ctx0" brushRef="#br0" timeOffset="-107365.75">11802 7153 847 0,'0'0'166'15,"0"0"-139"-15,0 0 24 16,0 0 86-16,0 0-25 16,0 0-62-16,111-14-25 15,-42 14-4-15,11 0 15 16,12 0 10-16,5 0-15 16,3 0-14-16,2 0 1 15,2 0-10-15,-4-12 3 16,-8 0-3-16,-18 1-2 15,-24 3-6-15,-22 5-1 16,-16 1 1-16,-8 2 0 16,-4 0-2-16,0 0 2 0,-3 0-9 15,-16 0-99-15,-13 0-77 16,-15 5-226-16</inkml:trace>
  <inkml:trace contextRef="#ctx0" brushRef="#br1" timeOffset="-93814.67">16205 3978 699 0,'0'0'165'0,"0"0"-102"16,0 0 75-16,0 0-8 16,0 0-30-16,0 0-17 15,-10-93-5-15,20 76-24 16,3 2-10-16,6 5-16 0,3 1-9 15,2 3-10 1,2 6-7-16,-1 0-2 0,-3 6-3 16,-8 16-1-16,-4 12 2 15,-6 10 4-15,-4 10-2 16,-7 4 9-16,-14 3-6 16,-8-6 9-16,4-8-4 15,2-9-8-15,3-10 4 16,6-10-2-16,6-7 4 15,6-6-5-15,2-5 2 16,0 0 12-16,0 0-14 16,2-11-1-16,10-12-9 15,5-5-7-15,4-3 13 16,3 1-1-16,0-3-13 0,4 1 11 16,-1-6 2-1,2 1 4-15,0-4 0 0,-3-1 1 16,-4 0 0-16,-2 2 0 15,-5 4 0-15,-4 3 2 16,0 6-2-16,-4 5 2 16,-3 7 13-16,-2 4-13 15,-2 6 11-15,0 1 0 16,0 3 5-16,0 1 1 16,0 0-15-16,-5 0 2 15,-7 0-1-15,-6 19-1 16,-4 7 5-16,-1 10-6 15,3 3-3-15,6 4 3 0,3 0-2 16,4-2 7-16,7-6-5 16,0-2-4-16,0-6 4 15,12-3-4-15,6-6 0 16,5-2-1-16,6-3 4 16,3-4 3-16,3 0-6 15,2-3-21-15,3-1-34 16,3-1-60-16,4-4-111 15,1 0-203-15</inkml:trace>
  <inkml:trace contextRef="#ctx0" brushRef="#br1" timeOffset="-93257.75">17034 3832 197 0,'0'0'749'0,"0"0"-643"16,0 0-70-16,0 0 74 16,0 0-18-16,0 0-41 0,0 0-32 15,35-21-11-15,-5 15 11 16,6-2-7-16,5-1-2 15,-1 0-7-15,4-1-3 16,-5 0 0-16,-6 3-20 16,-7 3-71-16,-7 4-68 15,-9 0-89-15,-10 0-127 16</inkml:trace>
  <inkml:trace contextRef="#ctx0" brushRef="#br1" timeOffset="-93042.32">17028 3968 267 0,'0'0'1006'0,"0"0"-996"0,0 0 10 16,0 0-20-16,93-20 44 15,-36 15-20-15,3 4-22 16,-1 1-1-16,-5 0-1 15,-9 0-44-15,-7 0-123 16,-11 1-166-16,-14 0-210 16</inkml:trace>
  <inkml:trace contextRef="#ctx0" brushRef="#br1" timeOffset="-92878.67">17180 4009 1352 0,'0'0'14'16,"0"0"-14"-16,0 0-10 16,87 0 10-16,-22 4 0 15,12 0-34-15,-4-4-286 16,-14 0-472-16</inkml:trace>
  <inkml:trace contextRef="#ctx0" brushRef="#br1" timeOffset="-91385.19">20478 3403 375 0,'0'0'326'0,"0"0"-320"16,0 0 17-16,0 0 103 15,0 0 12-15,0 0-34 16,0 0-22-16,-24-24-2 16,21 24-7-16,-1 0-14 15,-5 0 3-15,-6 17-40 0,-5 20-10 16,-3 17 16 0,3 13 6-16,7 6-5 0,7 7-13 15,6 1-6-15,0-4-6 16,16-8-4-16,5-7 0 15,6-9 0-15,0-7-31 16,1-7-35-16,-1-9-43 16,-1-4-29-16,-2-11-99 15,-3-9-143-15,-2-6-170 16</inkml:trace>
  <inkml:trace contextRef="#ctx0" brushRef="#br1" timeOffset="-90000.6">20575 3859 855 0,'0'0'161'0,"0"0"-133"16,-14-86 73-16,14 69-3 15,0 6-35-15,7 5-23 16,9 6-32-16,2 0-6 16,4 6 3-16,-2 19 11 15,1 8 7-15,-4 5-11 16,-2 0 14-16,-3-1-8 15,-2-3-12-15,-2-6 10 16,-1-6 0-16,-4-7-8 16,-1-2 1-16,-2-9-6 15,1-3 8-15,-1-1-2 16,0 0 0-16,0 0 16 0,3-4 10 16,0-19-7-16,0-13-21 15,2-6-4-15,3-4-3 16,1 3 0-16,1 7 0 15,0 9-1-15,0 9 1 16,-1 6-3-16,-3 7-1 16,2 5-7-16,2 0 7 15,2 15-6-15,1 11 3 16,3 6 6-16,-5 2 1 16,-1-1 0-16,0-1-1 15,-3-3 5-15,0-7-4 16,-2-4 1-16,-2-6 0 15,-1-4-1-15,-1-5 0 0,1-2 1 16,-2-1 4-16,1 0-4 16,2 0 10-16,-2-10-1 15,4-16-10-15,2-7-10 16,-1-2 10-16,3 1 0 16,-1 0 0-16,1-1 2 15,-1 5-2-15,2 6 0 16,-2 6 1-16,-1 6 2 15,-2 9 6-15,-1 3-6 16,2 0-3-16,2 7-12 16,1 19 12-16,1 8 9 15,-2 4-3-15,0 0-2 16,1-5-1-16,2-5-2 0,1-4 0 16,0-5-1-16,0-4-3 15,0-7-25-15,-1-2-22 16,2-6-33-16,2 0-6 15,2-3 30-15,0-15 14 16,-3-3 10-16,-6-4-9 16,-3-6 23-16,-4 1 21 15,-1 2 28-15,0 6 12 16,0 9 12-16,0 6 26 16,-3 5-16-16,2 2-13 15,-5 3-49-15,2 20 4 16,-3 10-2-16,3 0 5 15,4-1 3-15,0-5-10 0,2-5-1 16,13-5 1-16,2-8 2 16,5-6 0-16,-1-3 6 15,-1 0-2-15,-1-8 5 16,-4-8-1-16,-4-6-6 16,-4-4 11-16,-7-4 13 15,0-2-1-15,-4 0-16 16,-16 4-10-16,1 7 14 15,-1 4 5-15,4 7-20 16,6 3 0-16,6 5-2 16,4 2 2-16,0 0-45 15,0 10-50-15,0 11 44 16,16 0-57-16,9-2-7 0,7-8-17 16,3-6-35-16,-3-5 60 15,-5 0 54-15,-8 0 49 16,-3-2 4-16,-4-8 29 15,-6 2 35-15,-2 2 26 16,-3 2 31-16,-1 2-9 16,0 2-18-16,0 0-35 15,0 0-33-15,0 17-25 16,-5 8 26-16,2 8 8 16,3-1-24-16,0-5 1 15,5-5-5-15,10-8-6 16,5-4 6-16,3-10 4 0,4 0-3 15,0-7 14-15,-2-12-7 16,-7-6 19-16,-6-5 16 16,-7-4-21-16,-5-4 11 15,0-1-14-15,-11 0-5 16,-11 3 4-16,-2 1-18 16,1 5 3-16,2 9-4 15,8 8-6-15,5 8-6 16,0 5-1-16,-1 0-2 15,-4 22 5-15,-1 12 1 16,4 5-21-16,9-2-31 16,1 0-47-16,13-7-64 15,16-9-105-15,7-10-293 16</inkml:trace>
  <inkml:trace contextRef="#ctx0" brushRef="#br1" timeOffset="-89669.17">21857 3599 1168 0,'0'0'189'0,"0"0"-180"16,0 0 36-16,0 0 41 0,0 0-51 16,0 0-26-1,34-9-5-15,-6 9 2 0,6 0-4 16,-3 0 3-1,-2 0-1-15,-4 0 8 0,-5-3 2 16,-7-2-4-16,-6 4 12 16,-4 1 7-16,-3 0-9 15,0 0-8-15,0 3-12 16,0 14 0-16,0 12 0 16,0 9 9-16,0 9 1 15,-3 3-6-15,-1 2-4 16,0-3 0-16,4-3-71 15,0-10-54-15,0-8-130 16,7-13-257-16</inkml:trace>
  <inkml:trace contextRef="#ctx0" brushRef="#br1" timeOffset="-89403.22">22190 3463 1463 0,'0'0'0'0,"0"0"-21"15,0 0 21-15,0 0 30 16,0 0 3-16,95 75-10 16,-63-20 1-16,-6 6 12 15,-11 3 6-15,-12 3-5 16,-3 3-15-16,-3-6-10 0,-21-2-12 15,-9-6 0-15,-9-1-43 16,-11-9-126-16,-14-9-259 16</inkml:trace>
  <inkml:trace contextRef="#ctx0" brushRef="#br1" timeOffset="-79088.44">18216 3627 275 0,'0'0'115'0,"0"0"-91"16,0 0 5-16,0 0 62 16,0 0 14-16,0 0-15 15,0 0-23-15,0 0 23 16,-1 0 17-16,1 0 2 16,0 0-31-16,0-2-15 0,0-5-36 15,0-3-6 1,0-2 3-16,0-3-11 0,7 1-1 15,1-1-10-15,4 1 3 16,-2 1-3-16,3 2 2 16,-1 2-3-16,1 5-1 15,2 1-5-15,0 3 4 16,0 0-1-16,0 11-1 16,-2 8 1-16,-2 5 1 15,-4 3 1-15,-4 2 2 16,-3-3-1-16,0 0-2 15,0-2 1-15,-10-1 0 16,-4-3 17-16,-1-6-9 0,0-1 4 16,0-2-5-1,3-4 0-15,0-3 0 0,4 1 0 16,3-4-3-16,4 1 9 16,1-2-10-16,0 0 20 15,0 0-11-15,0 0-10 16,4 0 1-16,10-9-2 15,8-5 2-15,6 2-3 16,8 0-3-16,2 7-6 16,0 5-9-16,-1 0-6 15,-5 11 14-15,-4 13 5 16,-6 6 1-16,-9 5-4 16,-6 1-1-16,-7 2 5 15,0-4 3-15,-7-4 1 0,-10-4 1 16,-2-4 22-16,-3-5 2 15,-2-3 5-15,-1-6-12 16,0-2 2-16,-2-1-3 16,1-5-9-16,3 0 2 15,5 0-8-15,5 0 6 16,2 0-8-16,4 0-39 16,2 0-53-16,5 0-67 15,0 0-146-15,13 0-221 16</inkml:trace>
  <inkml:trace contextRef="#ctx0" brushRef="#br1" timeOffset="-78856.74">18754 3937 1001 0,'0'0'163'15,"0"0"-146"-15,0 0-17 16,0 0 32-16,-3 85-1 16,3-53-9-16,0 0-19 15,0-2-1-15,0 0-2 16,0-1-5-16,0-4-52 16,-1-3-163-16,-1-13-188 0</inkml:trace>
  <inkml:trace contextRef="#ctx0" brushRef="#br1" timeOffset="-78288.83">19019 3538 974 0,'0'0'94'15,"0"0"-84"-15,0 0 24 16,0 0-4-16,0 0-20 16,0 0 26-16,0 79-11 15,-9-42-9-15,-1 1-13 0,-3-1 6 16,-2-1-3-16,1-5-6 16,1-8 10-16,3-7-10 15,4-8 5-15,2-6 22 16,4-2-4-16,0 0 3 15,0 0-7-15,0 0-16 16,0 2-3-16,0 3-17 16,14 2 17-16,4 0 4 15,5-1-1-15,6-6-3 16,1 0 13-16,0 0-9 16,-5-6 0-16,-5-5-1 0,-4-5-2 15,-5 1 4-15,-6 1-4 16,-3-3 7-16,-2 0-6 15,0 2 6-15,0 0 7 16,-2 3 7-16,-5 3 6 16,4 5-1-16,0 2-5 15,0 2-6-15,3 0-16 16,-3 22-11-16,-1 16 11 16,-2 15 0-16,3 5 11 15,2 2-10-15,1-5-1 16,0-4-2-16,0-7-52 15,0-4-80-15,0-7-105 16,0-12-292-16</inkml:trace>
  <inkml:trace contextRef="#ctx0" brushRef="#br1" timeOffset="-76436.17">17863 2222 376 0,'0'0'235'16,"0"0"-201"-16,0 0 20 16,0 0 91-16,0 0-29 0,0 0-38 15,-11-37-21 1,9 36-2-16,-1 1 2 0,1 0-5 16,1 0-19-16,-2 0-16 15,0 0-17-15,-4 16 3 16,-2 14 6-16,-1 11 13 15,3 4-5-15,4 1-16 16,3-1 5-16,0-2-6 16,6-6 0-16,13-7 0 15,1-9-3-15,0-5 3 16,2-9 5-16,-2-2-2 16,-1-5-2-16,-2 0 0 0,0-17 4 15,0-10 5-15,-4-4-9 16,-1-7 6-16,-5-2-2 15,-7 0 4-15,0-1 14 16,0 0 2-16,-12 4 4 16,-1 4 0-16,-4 10-15 15,4 10-9-15,2 7-5 16,3 6-2-16,-4 0-17 16,-1 8-26-16,-2 17-56 15,3 10 1-15,7 4-105 16,5-3-83-16,0-6-157 15</inkml:trace>
  <inkml:trace contextRef="#ctx0" brushRef="#br1" timeOffset="-76246.11">18208 2388 985 0,'0'0'153'0,"0"0"-153"15,0 0 0-15,-20 81 10 16,20-48 22-16,0-1-22 16,0 0-10-16,2-1-13 15,8-4-27-15,-2-4-115 16,4-8-148-16,0-12-333 0</inkml:trace>
  <inkml:trace contextRef="#ctx0" brushRef="#br1" timeOffset="-76014.03">18415 2204 726 0,'0'0'317'16,"0"0"-300"-16,0 0-9 15,0 0-7-15,0 0 2 16,0 0 81-16,-3 94-41 15,3-54-39-15,0 3 3 16,2-4-1-16,-1 0-5 16,1 0-1-16,3-5-85 0,0-3-149 15,4-9-120-15</inkml:trace>
  <inkml:trace contextRef="#ctx0" brushRef="#br1" timeOffset="-75834.38">18582 2381 1043 0,'0'0'54'15,"0"0"-48"-15,-22 81 3 16,21-38 19-16,1 2-14 16,0 1-14-16,0-4-2 0,12-6-108 15,-1-12-105-15,5-9-206 16</inkml:trace>
  <inkml:trace contextRef="#ctx0" brushRef="#br1" timeOffset="-75488.62">18760 2278 1251 0,'0'0'40'16,"0"0"-35"-16,0 0 6 15,0 0 12-15,97-30-6 16,-61 30-13-16,-7 18-4 16,-11 9-8-16,-11 6 6 15,-7 1-10-15,-2 2 12 0,-21-3-4 16,-6-2-16-16,-3-6 20 16,6-6 4-16,6-10 16 15,10-6-5-15,8-3 14 16,2 0 45-16,0-6-4 15,10-9-49-15,12-2-21 16,3 4-2-16,2 5 2 16,-1 4-4-16,1 4-13 15,0 0-40-15,6 0-59 16,3 3-46-16,-1 1-119 0,-2-4-169 16</inkml:trace>
  <inkml:trace contextRef="#ctx0" brushRef="#br1" timeOffset="-75332.22">19204 2413 883 0,'0'0'394'16,"0"0"-393"-16,0 0-1 15,0 0 10-15,0 0 41 16,-15 100-34-16,15-58-17 16,0-3-8-16,3-6-53 15,13-7-59-15,3-9-169 16,-2-10-244-16</inkml:trace>
  <inkml:trace contextRef="#ctx0" brushRef="#br1" timeOffset="-74906.44">19323 2263 1157 0,'0'0'94'0,"0"0"-78"16,0 0 43-16,0 0-6 15,77-76-45-15,-43 74 0 16,-5 2-8-16,-7 0-5 16,-7 17-5-16,-10 7 1 15,-5 6 3-15,0 5 5 0,-13-3 2 16,-7 0-5 0,-2-8 13-16,6-9-18 0,2-7 19 15,11-5-3-15,3-3 2 16,0 0 12-16,0 0-9 15,14-9-12-15,7-3-2 16,3 3 0-16,-1 1 2 16,3 5-11-16,-4 1 11 15,-2 2 2-15,-3 0-1 16,-7 7-1-16,-4 8 13 16,-2 1 13-16,-4 4 1 15,0 0-2-15,-10 5-5 16,-14 1-9-16,-2 0-2 15,-3 4-9-15,6-4-67 16,8-5-101-16,10-11-236 16,5-10-154-16</inkml:trace>
  <inkml:trace contextRef="#ctx0" brushRef="#br1" timeOffset="-74745.76">19713 2375 1168 0,'0'0'146'0,"0"0"-143"16,0 0-3-16,0 0 37 16,-12 88-17-16,12-53-9 15,0-1-11-15,0 0-64 16,0-8-99-16,0-7-211 0</inkml:trace>
  <inkml:trace contextRef="#ctx0" brushRef="#br1" timeOffset="-74288.86">19880 2217 1145 0,'0'0'55'0,"0"0"-52"15,0 0 4-15,0 0 19 16,0 0-22-16,0 0 0 15,0 25-5-15,0-7 1 0,0 0-4 16,-2-1 4 0,-1-4 9-16,-1-1-7 0,3-1 2 15,1-1-4 1,0 2 0-16,7-1 0 0,13 1 2 16,6-4 6-16,3-4-8 15,-3-3-4-15,-2-1 2 16,-4 0 3-16,-6 0-1 15,-4-10 7-15,-4-5-3 16,-2-4 4-16,-4 2-2 16,0-1 10-16,0 5 26 15,-4 3 7-15,-1 5 7 16,1 5-1-16,4 0-22 16,0 2-33-16,0 21-20 0,0 10 18 15,-1 9 2 1,1 2 0-16,0 1-29 0,0 0-76 15,4-5-49-15,7-4-181 16,2-12-491-16</inkml:trace>
  <inkml:trace contextRef="#ctx0" brushRef="#br1" timeOffset="-74124.32">20295 2431 1185 0,'0'0'4'16,"0"0"22"-16,0 98-24 0,0-57 14 16,0-4-4-16,0-8-12 15,0-9-38-15,8-11-149 16,2-9-201-16</inkml:trace>
  <inkml:trace contextRef="#ctx0" brushRef="#br1" timeOffset="-73721.91">20481 2182 1089 0,'0'0'84'0,"0"0"-73"0,0 0 34 15,0 0 24-15,0 0-33 16,0 0-33-16,-14 26 26 15,8-6-3-15,2-3-12 16,2 0 6-16,2-2-4 16,0-3-6-16,0-2-3 15,0-2-2-15,2-4-3 16,11 0 12-16,5-4-9 16,4 0 9-16,5 0-12 15,3 0 3-15,3 0-5 16,0 0 4-16,-1 3-8 15,-5 8 4-15,-6 5-3 16,-5 1 0-16,-6 3 0 16,-6 0 3-16,-4 0-2 0,0 0 5 15,-20 0 0 1,-12-2-1-16,-7-2-4 0,-4-2-43 16,-1-11-171-16,5-3-270 15</inkml:trace>
  <inkml:trace contextRef="#ctx0" brushRef="#br1" timeOffset="-73583.71">20602 2151 1119 0,'0'0'280'0,"0"0"-280"16,0 0-23 0,0 0 22-16,0 0 1 0,0 0-21 15,97 55-206-15,-83-31-278 16</inkml:trace>
  <inkml:trace contextRef="#ctx0" brushRef="#br1" timeOffset="-73405.2">20811 2411 1197 0,'0'0'60'15,"0"0"-56"-15,-23 87 4 16,23-54 23-16,0 2 1 15,0-2-32-15,3-7-3 16,7-3-116-16,-1-11-166 16,1-9-307-16</inkml:trace>
  <inkml:trace contextRef="#ctx0" brushRef="#br1" timeOffset="-73048.33">20986 2182 1299 0,'0'0'3'0,"0"0"-3"16,0 0 0-16,-48 80 40 16,41-34-3-16,6 4-27 0,1-6-5 15,0-10-4-15,13-7-1 16,9-10 0-16,3-12-18 15,5-5-7-15,-2 0 1 16,1-9 13-16,-6-10 11 16,-8 1 8-16,-6 1-1 15,-9-2 20-15,0 1 13 16,-12 0 18-16,-11 2-28 16,-1 2-16-16,0 8-14 15,1 6 0-15,1 0-4 16,-1 22-11-16,3 10-68 15,8-1-65-15,11 0-188 0,1-7-201 16</inkml:trace>
  <inkml:trace contextRef="#ctx0" brushRef="#br1" timeOffset="-72817.95">21224 2361 501 0,'0'0'681'0,"0"0"-681"15,0 0 11-15,0 0 18 16,0 0 28-16,-2 101-24 16,1-63-18-16,-1-1-10 0,2-4-4 15,-2-6-1-15,2-6-44 16,0-7-109-16,0-13-258 15</inkml:trace>
  <inkml:trace contextRef="#ctx0" brushRef="#br1" timeOffset="-72438.27">21345 2188 1265 0,'0'0'79'16,"0"0"-77"-16,0 0 15 16,0 0 61-16,0 0-34 15,0 0-35-15,58-4-4 0,-31 4-1 16,-4 0 2-16,-1 0 0 16,-2-2 7-16,-2-2 2 15,1-4-2-15,1-1 9 16,-4-1-7-16,0 0 0 15,-8 4 11-15,-3 3 13 16,-4 2-6-16,-1 1-14 16,0 0-19-16,0 4-8 15,0 20-7-15,0 14 15 16,0 10 8-16,0 5-3 0,-4 2-3 16,-6 1-2-1,-1 1-72-15,0-1-115 0,-2-9-174 16,-6-15-493-16</inkml:trace>
  <inkml:trace contextRef="#ctx0" brushRef="#br1" timeOffset="-70381.65">21426 2364 231 0,'0'0'154'0,"0"0"-154"16,0 0-13-16,0 0 13 15,0 0 52-15,0 0-52 16,7-6 12-16,-2 15 21 15,-1 6 61-15,-4 3-1 16,0 2 3-16,0 0-23 16,-7 3-4-16,-8-1 11 15,-2-2-3-15,1-5-17 16,3-4-22-16,5-6 6 16,6-5-6-16,2 0-15 0,0 0 3 15,0 0-2-15,0 0 3 16,0-2 9-16,0-15-20 15,0-4-8-15,0-1-8 16,0 2-8-16,9 6 8 16,2 5 6-16,-2 5-6 15,-2 3-7-15,-4 1 4 16,-2 0-4-16,-1 19-3 16,0 10 4-16,0 9 6 15,-10 0 4-15,-10 0 5 16,-2-6 4-16,5-10-1 15,1-8 4-15,8-8 12 16,6-5-10-16,0-1 1 0,1 0 11 16,-1-15 1-16,-1-13-18 15,3-12-10-15,0-8-3 16,0 1 0-16,10 2-2 16,7 8-9-16,0 13 1 15,-7 12 10-15,-4 7-2 16,-5 5-12-16,-1 7-3 15,0 17 7-15,0 10 8 16,-1 5 0-16,-15 2 2 16,-1-5 4-16,-2-9-4 15,6-9 0-15,8-9 0 16,3-7 10-16,2-2-1 0,0-2 14 16,2-23 6-1,14-13-28-15,10-11 2 0,2-1 1 16,4 0-5-16,1 6 1 15,-3 11-10-15,-1 7 9 16,-4 13-4-16,-5 13 3 16,-4 0-4-16,-6 22-15 15,-6 15 14-15,-4 7 6 16,-1 2 1-16,-16-2 3 16,-2-8 8-16,4-11-2 15,5-10 4-15,5-10-2 16,3-5 8-16,1 0 8 15,-1-7 1-15,-1-20 13 16,-1-16-41-16,4-10 2 16,0-7-5-16,0-6-1 0,14 5-8 15,1 10 2-15,2 13 9 16,-1 15-2-16,1 12 0 16,-4 9-6-16,-1 2 3 15,-3 22-12-15,-6 19 7 16,-2 10 8-16,-1 5 3 15,0-5 2-15,-11-9-1 16,-6-10 3-16,-1-13-4 16,1-7 1-16,2-8 22 15,5-4-6-15,3 0 5 16,2-20 0-16,2-12-18 16,3-9-3-16,0-6-1 0,0 4 1 15,6 6-2 1,4 8-4-16,2 11 2 0,-7 11 1 15,-1 7-12-15,-1 0 7 16,-1 21-20-16,1 13 20 16,-3 8 7-16,0 1-1 15,0-5 1-15,-3-9-1 16,-7-9 0-16,3-8 1 16,4-8 3-16,1-2 0 15,2-2 8-15,0 0 5 16,0-18-16-16,2-8-10 15,8-3-14-15,-4 8 21 16,0 4-18-16,-5 12-15 0,-1 3 1 16,0 2-67-16,0 0-112 15,0 9-269-15,0 2-19 16</inkml:trace>
  <inkml:trace contextRef="#ctx0" brushRef="#br1" timeOffset="-68773.54">17713 2021 416 0,'0'0'408'15,"0"0"-368"-15,0 0-35 16,0 0 77-16,0 0 56 15,0 0-45-15,-20-31-34 16,20 29-30-16,0 0-6 16,0 2 2-16,0 0-11 15,0 0 2-15,0 0-9 16,0 0-7-16,0 0-5 16,0 15 5-16,17 10 5 15,6 11 30-15,7 6-1 16,5 5-8-16,12 6-9 15,3 0-5-15,14 5 13 16,-1-4-9-16,-1-3-2 0,-5-5-14 16,-10-2 5-16,-9-4-5 15,-6-2 7-15,-10-6-5 16,-5-7 1-16,-6-8-1 16,-6-5 3-16,0-8-3 15,-3-3 2-15,-2-1-4 16,0 0 0-16,0 0-1 15,0 0-20-15,0 0-25 16,-2-5-27-16,-11-15-70 16,-2-7-159-16,2-9-253 15</inkml:trace>
  <inkml:trace contextRef="#ctx0" brushRef="#br1" timeOffset="-68439.5">18178 2004 903 0,'0'0'81'0,"0"0"-67"16,0 0-4-16,0 0 86 15,0 0 6-15,0 0-57 16,-30 24-29-16,5 20 57 16,-12 18 59-16,-8 10-83 15,-6 8-5-15,2 3 4 0,-3 5-4 16,4-2-21-16,4-2-9 16,3-8-10-16,5-9-3 15,5-10-1-15,7-9-23 16,7-6-77-16,10-10-114 15,7-15-159-15</inkml:trace>
  <inkml:trace contextRef="#ctx0" brushRef="#br1" timeOffset="-67369.46">18298 2254 422 0,'0'0'109'0,"0"0"-47"16,0 0 76-16,0 0-18 15,-42-87 18-15,38 75-7 16,-2 3-31-16,-1 6-10 15,6 0-24-15,-2 1 5 16,3 2-17-16,0-1-34 16,0 1 13-16,0-2-9 15,0 1-9-15,0 1-2 16,0-2-4-16,0 0 13 16,0-2 0-16,0 0-21 0,0 1 17 15,0 0 2 1,0 3-11-16,0 0-4 0,0 0-5 15,0 0 0-15,0 0-7 16,3 14-12-16,17 17 17 16,12 17 2-16,7 9 7 15,2 3-1-15,3-1-2 16,-2-4-1-16,-3-3 0 16,-1-6-1-16,-5-4-2 15,-5-4 1-15,-8-8 2 16,-3-9-5-16,-7-5 4 15,-4-7-2-15,0-7 0 16,-3 3-6-16,1-3 6 0,-1 4-38 16,0-2-38-16,0-1-45 15,-3 0-44-15,0-3-87 16,0-5-110-16,0-26-82 16</inkml:trace>
  <inkml:trace contextRef="#ctx0" brushRef="#br1" timeOffset="-67038.94">18647 2080 1032 0,'0'0'79'0,"0"0"-71"15,0 0 48-15,0 0 71 16,0 0-58-16,0 0-69 16,-16 28 8-16,6 25 9 15,-7 14 55-15,-3 4-20 16,-7 5-19-16,-3 3 5 16,-10 3-5-16,-5-2-13 15,0-2-9-15,-2-9-11 16,7-7-10-16,8-4-70 0,9-7-106 15,13-12-125 1,10-21-353-16</inkml:trace>
  <inkml:trace contextRef="#ctx0" brushRef="#br1" timeOffset="-66190.56">18636 2126 460 0,'0'0'113'15,"0"0"-113"-15,0 0 0 0,0 0 65 16,0 0 70-16,0 0-46 15,0-7 0-15,0 7 18 16,-2 0-3-16,1 0-26 16,1 0-34-16,0 0-21 15,0 6-13-15,1 16 9 16,21 13 29-16,10 11-22 16,8 8 4-16,6 2-4 15,5 2-12-15,-1 0 11 16,1 1-10-16,0 2 6 15,-5-3 5-15,-5-5-10 16,-6-10-6-16,-8-8-6 16,-4-7-4-16,-6-4 8 0,-5-7-6 15,-8-7 3-15,0-5-5 16,-4-4 3-16,0-1-3 16,0 0 0-16,0 0-30 15,0 0-56-15,0 0-50 16,-12-13-51-16,-6-14-250 15</inkml:trace>
  <inkml:trace contextRef="#ctx0" brushRef="#br1" timeOffset="-65906.26">19092 2082 1256 0,'0'0'39'0,"0"0"-39"16,0 0-1-16,0 0 1 15,-10 86 102-15,-7-25-39 16,-6 9-31-16,-7 7-6 16,-5 1-7-16,-5 6 9 15,-2-1-27-15,-2-1 2 16,6-7-3-16,6-11-40 15,11-7-104-15,11-7-83 0,10-15-112 16,0-15-400 0</inkml:trace>
  <inkml:trace contextRef="#ctx0" brushRef="#br1" timeOffset="-64974.17">20934 2110 302 0,'0'0'49'16,"0"0"6"-16,0 0 55 16,0 0 82-16,0 0-31 15,0 0-39-15,-21-38-1 0,21 37-20 16,-2 1-16-1,2 0-27-15,0 0-13 0,0 0-22 16,0 0-7 0,0 17-10-16,0 18-3 0,2 13 37 15,13 14 0-15,8 3-12 16,2-1-3-16,6 1 7 16,3-5-13-16,5-1 1 15,2-6-11-15,0-5 3 16,-3-8-5-16,-4-8-6 15,-6-8 4-15,-7-7-3 16,-7-5-2-16,-4-3 0 16,-3-3-1-16,-3-3 1 15,-4-2-36-15,0 1-34 16,0-2-18-16,0 0-41 0,0-2-51 16,-7-21-168-1,-3-11-379-15</inkml:trace>
  <inkml:trace contextRef="#ctx0" brushRef="#br1" timeOffset="-64657.51">21264 2181 1045 0,'0'0'130'0,"0"0"-101"16,0 0 53-16,0 0 46 15,0 0 19-15,0 0-77 16,-5-59-53-16,0 65-17 0,-5 25 0 16,-8 25 4-16,-8 16 33 15,-4 10-2-15,-5 8 0 16,2-2-14-16,1-4-3 16,6-9-15-16,6-14 6 15,3-13-5-15,6-10-4 16,5-8 0-16,4-6-27 15,2-5-47-15,0-7-48 16,0-7-117-16,0-5-152 16,0-19-397-16</inkml:trace>
  <inkml:trace contextRef="#ctx0" brushRef="#br1" timeOffset="-64191.45">20410 2110 628 0,'0'0'346'0,"0"0"-295"0,0 0-30 15,0 0 81-15,0 0 37 16,0 0-36-16,-5-42-49 16,5 43-52-16,0 25 9 15,3 14-6-15,21 16 53 16,11 7-25-16,11 2-7 15,8-2-11-15,6-3 15 16,5-4-13-16,-1-4-1 16,-4-3-3-16,-11-10-12 15,-15-7 3-15,-10-8-4 16,-7-9-3-16,-9-5 2 16,-3-6-29-16,-2-2-28 15,-3 0-25-15,0-2-26 0,0-7 15 16,-1-19-133-16,-14-15-355 15</inkml:trace>
  <inkml:trace contextRef="#ctx0" brushRef="#br1" timeOffset="-63940.71">20806 2173 979 0,'0'0'157'16,"0"0"-110"-16,0 0 43 15,0 0 71-15,0 0-67 16,0 0-78-16,-25 24-13 0,13 35 42 16,-5 8 25-16,-5 6-31 15,-2 0-19-15,-3-2-2 16,-1 0-14-16,3-5-3 16,3-6-1-16,2-7-37 15,1-7-60-15,1-3-128 16,-3-14-193-16,-5-12-257 15</inkml:trace>
  <inkml:trace contextRef="#ctx0" brushRef="#br1" timeOffset="-63541.18">19638 2994 1057 0,'0'0'258'16,"0"0"-248"-16,0 0 7 15,0 0 101-15,0 0 7 0,0 0-71 16,-17-15-34 0,27 11-17-16,16 1 1 0,23-4 22 15,23-6 3-15,15 2-3 16,10-5-12-16,0 4-11 16,-6 3 5-16,-8 2-7 15,-17 7-1-15,-12 0-6 16,-19 0-42-16,-17 0-90 15,-11 4-86-15,-7 3-72 16,-22-2-244-16</inkml:trace>
  <inkml:trace contextRef="#ctx0" brushRef="#br1" timeOffset="-63325.7">19607 3178 1082 0,'0'0'448'0,"0"0"-448"16,89-28-9-16,-17 13 9 15,16 0 63-15,15 5-18 16,0 4-29-16,-6 6-2 16,-13 0-14-16,-18 0-8 15,-15 0-93-15,-16 0-149 16,-18 0-239-16</inkml:trace>
  <inkml:trace contextRef="#ctx0" brushRef="#br1" timeOffset="-55677.13">16477 5298 942 0,'0'0'195'0,"0"0"-176"16,0 0-5-16,0 0 102 16,-11-78-33-16,11 64-28 15,4 3-27-15,9 0-6 16,5 6-2-16,4 5-11 15,3 0-1-15,-2 20-7 16,2 10 0-16,-6 12 13 16,-8 2-7-16,-9 6 8 15,-2 1-10-15,-6 1-2 16,-20 0 5-16,0-6-6 16,-3-13 0-16,7-12-2 15,6-12 2-15,7-8 1 0,4-1 5 16,5-13-4-16,0-21-4 15,5-10-31-15,20-8 19 16,10 0 7-16,2 1-23 16,1 1 0-16,-2 1 11 15,-3-4 1-15,-4-1 9 16,-6 3 7-16,-6 8 0 16,-6 9 6-16,-4 15 2 15,-5 11 23-15,-2 6 17 16,0 2-9-16,0 0-11 15,0 0-23-15,-2 8-4 16,-6 18 8-16,-6 12-5 16,1 12 3-16,5 6-4 0,2 0 10 15,6-4 14-15,0-3-18 16,0-11 5-16,16-6-14 16,4-5-3-16,5-6 3 15,5-8-2-15,0-2-6 16,5-6-78-16,2-5-92 15,3 0-120-15,-3-14-378 16</inkml:trace>
  <inkml:trace contextRef="#ctx0" brushRef="#br1" timeOffset="-55486.56">17225 5149 1320 0,'0'0'308'0,"0"0"-308"16,0 0-8-16,0 0 8 16,100-41 31-16,-31 32-27 15,1 3-1-15,-7 4-6 16,-11-3-80-16,-13 5-191 16,-17-2-191-16</inkml:trace>
  <inkml:trace contextRef="#ctx0" brushRef="#br1" timeOffset="-55319.61">17299 5352 702 0,'0'0'907'16,"0"0"-907"-16,0 0-6 16,0 0 6-16,111-7 20 15,-40 2-20-15,3-1-4 16,-6-3-216-16,-15-3-328 15</inkml:trace>
  <inkml:trace contextRef="#ctx0" brushRef="#br1" timeOffset="-54795.91">17458 5504 1275 0,'0'0'194'0,"0"0"-192"16,0 0 3-16,0 0 64 15,0 0-39-15,0 0-17 16,3 5-7-16,11 1 3 16,5-3 2-16,3-3-6 0,3 0 6 15,3 0-3 1,4-6-5-16,0-5-3 0,0 1-9 15,-6 4-105-15,-9 2-123 16,-12 4-349-16</inkml:trace>
  <inkml:trace contextRef="#ctx0" brushRef="#br1" timeOffset="-53208.14">20602 4802 599 0,'0'0'232'0,"0"0"-175"16,0 0 109-16,0 0-13 15,0 0-50-15,0 0-14 16,0 0-31-16,0 0-11 16,-5-24-9-16,2 24-12 15,-1 3-15-15,-4 21-10 0,0 14 4 16,-4 14 5-1,4 13 0-15,4 9-3 0,2 4 6 16,2-4 9-16,0-10-13 16,17-10-6-16,3-7-3 15,5-6 1-15,2-6-1 16,0-4-2-16,0-9-17 16,3-6-82-16,5-11-81 15,0-5-106-15,-2 0-224 16</inkml:trace>
  <inkml:trace contextRef="#ctx0" brushRef="#br1" timeOffset="-51826.68">20903 5069 941 0,'0'0'157'0,"0"0"-140"16,0 0 28-16,0 0 40 16,-17-92-15-16,22 76-43 15,9 6-16-15,-2 3 2 16,2 7-9-16,2 0-2 16,0 11 0-16,3 18 0 15,-5 8 13-15,2 9-5 16,-4 0 6-16,-2 1 7 0,-3-5 0 15,-1-6-9-15,-3-3-3 16,-2-8-7-16,2-6 3 16,-3-9-4-16,0-5 1 15,0-2 2-15,0-3-4 16,0 0 20-16,1-2 15 16,-1-18-14-16,2-8-21 15,1-6 1-15,2-7-2 16,-1-1-1-16,0 0 1 15,2 4-1-15,0 10 0 16,2 8-3-16,1 8-2 16,1 10 3-16,0 2-3 15,2 3-3-15,1 21-2 0,0 9 10 16,-1 5 0-16,-1 0 1 16,-4-3 2-16,0-7-3 15,2-6 2-15,-3-6-2 16,1-8 0-16,-2-3 0 15,-1-5 1-15,-3 0 2 16,4 0 2-16,0-5 2 16,4-14 0-16,2-10-5 15,-1-5 2-15,1-6-4 16,-4 3 1-16,0 2-1 16,-4 10 4-16,3 6-4 15,-5 9 1-15,1 7 3 16,-1 3-1-16,-1 0-2 15,4 2-1-15,3 19-14 0,1 9 14 16,2 5 8-16,0-1 1 16,2-3-8-16,-1-6 2 15,1-6-3-15,3-5 0 16,2-5-1-16,0-5 0 16,1-4-12-16,0 0-11 15,4-11-17-15,-3-9 11 16,-1-4 15-16,-3-3 1 15,-6 3 11-15,-6 0 2 16,-3 4 1-16,0 10 2 16,0 3 2-16,0 7-2 15,0 0-2-15,0 16-8 0,0 10 8 16,0 3 12-16,0 0-4 16,4-5-1-16,10-5-3 15,3-6-3-15,4-9 0 16,3-4 4-16,-3 0-2 15,-1-10 17-15,-2-7-16 16,-5-5 13-16,-5-4 9 16,-6-3-11-16,-2 0 11 15,0 2-7-15,-17 0-9 16,-8 5 15-16,0 7-24 16,2 6 2-16,3 7 1 15,6 2-4-15,2 2-2 16,6 14-6-16,6 4-2 0,0 1 2 15,0-2-27-15,20-4-23 16,6-8-5-16,9-6-38 16,3-1 28-16,-5-2 3 15,-4-9 38-15,-8-2 18 16,-6 6 11-16,-5 1 3 16,-5 3 4-16,-3 3 6 15,0 0-6-15,-1 16 0 16,2 9 13-16,-1 5 18 15,2 2-15-15,0-8 1 16,5-4-5-16,1-8-5 16,2-5 4-16,-2-3 4 0,0-4 13 15,-2 0 13-15,4-11 5 16,-2-8-1-16,2-9-14 16,-4-3 13-16,-5-5-5 15,-3-6-15-15,0 0-5 16,-1 3-7-16,-18-2-10 15,-4 6 6-15,-4 1-5 16,2 4-6-16,3 9 1 16,7 9-2-16,3 7-1 15,2 5 1-15,1 6-14 16,-4 21 7-16,2 7-6 16,4 6-34-16,7 1-42 15,0-2-67-15,21-9-33 16,10-9-159-16,7-14-200 15</inkml:trace>
  <inkml:trace contextRef="#ctx0" brushRef="#br1" timeOffset="-51590.18">22117 4892 39 0,'0'0'1106'0,"0"0"-1032"16,0 0-41-16,0 0 91 15,0 0-51-15,0 0-70 16,-12 33 0-16,16 11 15 0,4 8 0 16,0 4 2-1,0-2-18-15,-1-4 6 0,0-7-8 16,0-6 3-16,-3-5-7 16,3-9-141-16,0-8-112 15,5-10-316-15</inkml:trace>
  <inkml:trace contextRef="#ctx0" brushRef="#br1" timeOffset="-51367.16">22327 4881 1335 0,'0'0'15'0,"0"0"-9"0,0 0-6 15,0 0 46-15,13 116-14 16,-2-63-5-16,-1 1-10 16,0-3-12-16,-3-7-2 15,1-8-3-15,-2-7-53 16,1-8-137-16,0-10-280 16</inkml:trace>
  <inkml:trace contextRef="#ctx0" brushRef="#br1" timeOffset="-51119.55">22456 4700 1357 0,'0'0'141'15,"0"0"-141"-15,0 0-5 16,0 0 5-16,45 111 44 15,-15-41-10-15,-1 4-11 16,-9 6-12-16,-8-2-10 16,-11-1 6-16,-1-8-7 15,-5-7 0-15,-20-5-82 16,-11-8-124-16,-13-8-265 16</inkml:trace>
  <inkml:trace contextRef="#ctx0" brushRef="#br1" timeOffset="-46327.58">18170 5095 229 0,'0'0'159'0,"0"0"-111"0,0 0 17 16,0 0 87 0,0 0 20-16,0 0-60 0,0 0-3 15,-4 0 2 1,1-9-17-16,-1-9-42 0,3-4-18 16,1-1-2-16,0 0-4 15,3 4-13-15,13 0-13 16,0 8 5-16,4 3-7 15,-3 8-1-15,1 0-2 16,-3 5-4-16,-3 17 4 16,-4 8 2-16,-3 7 0 15,-5 1 2-15,0-3 4 16,0 0 0-16,-11-2-4 0,-6-6 0 16,2-7 2-1,0-4-2-15,5-7 1 0,1-3 4 16,6-4-5-1,3-2 0-15,0 0-1 0,0 0-8 16,3 0-14-16,16-13-6 16,6 0 22-16,7 1-3 15,3 9 6-15,-2 3-3 16,0 0-1-16,-2 19 1 16,-8 9-2-16,-8 4 2 15,-7 3 5-15,-6 2 2 16,-2 0-1-16,-2-4 5 15,-13-3 6-15,-3-7 2 16,-2-5 11-16,0-5 13 0,-2-3 8 16,1-3-10-16,-1-4-20 15,5-2-7-15,4 1-6 16,6-2 4-16,5 0-6 16,2 1-27-16,0-1-113 15,0 0-96-15,13-1-318 16</inkml:trace>
  <inkml:trace contextRef="#ctx0" brushRef="#br1" timeOffset="-46119.04">18604 5333 419 0,'0'0'778'16,"0"0"-764"-16,0 0-13 0,0 0-1 15,0 105 8-15,0-64-7 16,2-2 7-16,3-2-8 16,-1-6 0-16,2-9 0 15,-3-7-155-15,4-8-49 16,-2-7-73-16,0 0-271 16</inkml:trace>
  <inkml:trace contextRef="#ctx0" brushRef="#br1" timeOffset="-45693.3">18743 5108 910 0,'0'0'158'16,"0"0"-145"-16,0 0-13 15,0 0 0-15,0 0 0 16,0 0 2-16,8 54 32 15,-1-16-4-15,-1 0-15 16,1 0-9-16,5-7 0 16,0-5 1-16,5-7-3 15,3-6 0-15,3-7-1 16,0-6-3-16,2 0 16 16,-5-6-10-16,-3-10-5 15,-6-6-1-15,-10-3-8 0,-1-4-5 16,0-2 7-1,-7 4 6-15,-5 5 7 0,4 7 6 16,3 8 30-16,4 7 25 16,1 0-54-16,0 17-14 15,0 16-2-15,0 12 2 16,1 0 11-16,5 4-7 16,1-4-4-16,0-3 0 15,-2-2-5-15,-2-2-82 16,0-6-226-16,-3-11-165 15</inkml:trace>
  <inkml:trace contextRef="#ctx0" brushRef="#br1" timeOffset="-45509.17">19096 5425 666 0,'0'0'381'0,"0"0"-373"15,-2 84-8-15,2-53 3 16,0-5-1-16,0-3-2 16,10-7-27-16,5-10-117 15,0-6-153-15,0-4-100 16</inkml:trace>
  <inkml:trace contextRef="#ctx0" brushRef="#br1" timeOffset="-44894.12">19403 4993 422 0,'0'0'664'16,"0"0"-616"-16,0 0-33 15,0 0 66-15,0 0 0 16,0 0-61-16,-43-16-18 15,23 16-1-15,-3 4-1 16,1 1 3-16,2 0-3 16,1 1 6-16,3-4-5 0,3-1 5 15,2 2-3-15,3-3 1 16,1 2-4-16,2-1 2 16,3-1-3-16,-1 2 1 15,3-2-3-15,-2 0 3 16,2 0-1-16,0 2 2 15,-3 3-2-15,-2 4-4 16,-2 8 5-16,-1 4 0 16,1 1-1-16,2 4 1 15,2-3-1-15,1-5 1 16,2-5 0-16,0-6 2 16,0-1-4-16,0-5-1 0,0 0 2 15,0-1 1-15,16 0 1 16,5 0 17-1,7 0-10-15,8 0-7 0,2-1 2 16,1 1-3-16,-4 0-1 16,-5 0 0-16,-8 6-1 15,-8 8 0-15,-7 5 1 16,-5 2 1-16,-2 3 13 16,0-1 10-16,-10-1-3 15,-9-4 8-15,-4 0-4 16,-6-1-8-16,0-2-11 15,3-3-2-15,3-3-5 16,7-5 2-16,5-2-83 16,3-2-112-16,8 0-249 15,0 0-295-15</inkml:trace>
  <inkml:trace contextRef="#ctx0" brushRef="#br1" timeOffset="-44708.34">19525 5304 649 0,'0'0'476'0,"0"0"-457"15,0 0-17-15,-45 90 0 16,41-62 26-16,1 0-15 16,2-1-9-16,-1-4-4 15,2-5-36-15,0-8-158 0,0-6-145 16</inkml:trace>
  <inkml:trace contextRef="#ctx0" brushRef="#br1" timeOffset="-44275.34">19664 4966 883 0,'0'0'113'0,"0"0"-93"16,0 0 109-16,0 0-6 0,0 0-55 15,0 0-39-15,-2-38-29 16,-4 41 4-16,-6 23 10 16,-4 17-10-16,0 18 4 15,3 8-3-15,4 0-1 16,9-9 2-16,0-10-6 15,12-14 0-15,12-12 0 16,6-11 0-16,3-10 0 16,3-3 1-16,-3-4 2 15,-5-16-3-15,-6-1 1 16,-7-1-1-16,-8-2 6 16,-7 3-5-16,0 1 2 0,-17 2 3 15,-10 4-3 1,-3 8-1-16,0 6 0 15,1 0-2-15,3 14-2 0,3 12-14 16,9 1-20-16,8 0-118 16,6-5-125-16,1-7-112 15</inkml:trace>
  <inkml:trace contextRef="#ctx0" brushRef="#br1" timeOffset="-44041.4">19925 5258 908 0,'0'0'244'16,"0"0"-244"-16,0 0 0 16,0 78 24-16,0-42 6 15,0 1-14-15,7-6-9 16,3-6-6-16,-2-5-1 15,1-9-22-15,-2-7-118 16,2-4-106-16,0-4-189 16</inkml:trace>
  <inkml:trace contextRef="#ctx0" brushRef="#br1" timeOffset="-43526.36">20007 4898 724 0,'0'0'185'16,"0"0"-183"-16,0 0 12 15,0 0 95-15,0 0-45 16,0 0-37-16,-9-6-7 16,9 6-8-16,0 0 12 0,6 0 10 15,2 0-1 1,2 0 10-16,2 0-11 0,1 0-12 16,2 0-4-16,0 0-11 15,-1-2 2-15,-4-5 3 16,-2 1-1-16,-5 2 26 15,-1-1 1-15,-2 3-8 16,0 2 9-16,0 0-22 16,0 0-8-16,0 0-7 15,0 8-6-15,0 15 6 16,0 13 1-16,0 8 5 16,0 8 0-16,0 3-4 0,0 3 2 15,0-2-3-15,-3-7 0 16,-1-5-1-1,2-8 0-15,1-7-103 0,1-9-58 16,-2-6-113-16,-1-10-349 16</inkml:trace>
  <inkml:trace contextRef="#ctx0" brushRef="#br1" timeOffset="-42925.69">20229 5271 742 0,'0'0'210'0,"0"0"-181"15,0 0 19-15,0 0 1 16,0 0-38-16,0 0 15 16,-11 89 12-16,4-49-11 15,0 2-24-15,1-4 5 16,-1-2-8-16,0-6-18 15,2-7-225-15,0-9-285 16</inkml:trace>
  <inkml:trace contextRef="#ctx0" brushRef="#br1" timeOffset="-41312.37">20398 5205 710 0,'0'0'195'0,"0"0"-194"15,0 0 18-15,0 0 93 16,0 0-26-16,0 0-46 16,17-9-32-16,-12 0 6 15,1-1 28-15,0-5-8 0,-2 0 0 16,0-1 4-16,-1-3 8 16,-1-2-22-16,0 1-16 15,-2 0 10-15,0 3 4 16,0-4-19-16,0 1 4 15,0 2-7-15,0 0 0 16,0 4 0-16,-7 1 7 16,-1 1 4-16,-2 2 2 15,-2 0 0-15,-2 2-11 16,1 1-1-16,1 1-1 16,2 3 0-16,2 2 2 15,2 1-2-15,-1 0 0 0,-4 0-2 16,1 0 2-16,0 4 1 15,2 6-1-15,2 2-4 16,0-1 3-16,3 1 0 16,1 0 1-16,2 0-7 15,0 4 7-15,0 1 1 16,2 1 0-16,10 0-2 16,3 1-1-16,1 0 2 15,2-1-1-15,-1 2 5 16,2-1-4-16,0 1 1 15,-1 3 0-15,0-5 0 16,-1-1-1-16,-1 1 0 16,0-1 1-16,-3 0 1 0,-3-2-3 15,-1-2 2 1,-5-1 1-16,-2-1 3 0,-2-4-5 16,0 1 9-16,0 1-2 15,-6 1 12-15,-13 2 14 16,-4 0-12-16,-4-1-7 15,0-6 0-15,0 1 1 16,4-6 19-16,1 0-14 16,7 0-10-16,4 0 2 15,5 0 11-15,5-11-9 16,1-9-13-16,0-9-1 16,8-11 0-16,16-6-3 15,2-4-15-15,0-4-35 0,-3 4-61 16,-6 5-129-16,-9 7-267 15</inkml:trace>
  <inkml:trace contextRef="#ctx0" brushRef="#br1" timeOffset="-33080.9">16115 6774 828 0,'0'0'170'0,"0"0"-152"16,0 0 23-16,0 0 30 15,0 0 3-15,0 0-19 16,85-79-29-16,-61 79-3 16,-3 13-3-16,-4 15-4 15,-2 10 6-15,-7 3-15 16,-6 3 14-16,-2 2-11 16,-2 0-6-16,-17-2 0 0,-9-2-2 15,0-6 3 1,1-7 0-16,4-11-4 0,4-7-1 15,9-6 4-15,7-5-4 16,3 0 0-16,0-7-6 16,9-16-38-16,13-9-13 15,4-4 36-15,7 0 14 16,2-2-8-16,1 6-3 16,-4-2 17-16,-4 3 1 15,-7 3 1-15,-4 2-1 16,-5 2 1-16,-5 1 2 15,-2 1-1-15,0 1 2 16,-3 1 10-16,-1 2-6 16,-1 4 27-16,0 4 0 15,0 4-3-15,0 5 19 16,0 1-19-16,0 0-11 0,-7 0-13 16,-8 16-2-16,-2 8 2 15,0 7-8-15,1 4 2 16,4 3 0-16,4 3 6 15,5 3 0-15,3-1 13 16,0-2-14-16,11-6 2 16,13-6-5-16,-1-7-4 15,4-5-2-15,-1-5 2 16,3-3-4-16,4-5-22 16,5-3-95-16,4-1-39 15,4 0-217-15,-1-7-297 16</inkml:trace>
  <inkml:trace contextRef="#ctx0" brushRef="#br1" timeOffset="-32811.7">17325 6628 1189 0,'0'0'125'15,"0"0"-125"-15,0 0 0 0,0 0 17 16,92-16 23-16,-47 11-19 16,0 0-16-16,-4 1-4 15,-8 2-2-15,-8 1-39 16,-7 1-150-16,-12 0-174 15,-6 0-187-15</inkml:trace>
  <inkml:trace contextRef="#ctx0" brushRef="#br1" timeOffset="-32654.05">17351 6801 1247 0,'0'0'167'16,"0"0"-167"-16,0 0-4 0,85-5 4 15,-34 2 9-15,5 3-9 16,-5 0-93-16,-7 0-167 16,-16-1-306-16</inkml:trace>
  <inkml:trace contextRef="#ctx0" brushRef="#br1" timeOffset="-32498.22">17422 6933 1449 0,'0'0'9'0,"0"0"9"16,0 0-18-16,94-15 11 15,-42 14-11-15,1 1-72 0,-5 0-186 16,-12 0-462 0</inkml:trace>
  <inkml:trace contextRef="#ctx0" brushRef="#br1" timeOffset="-31564.5">21995 6259 862 0,'0'0'122'0,"0"0"-103"0,0 0 75 16,0 0 12-1,0 0-44-15,0 0-35 0,-96 50 0 16,78 7 18 0,3 15 12-16,3 8-17 0,8 3-12 15,4-1-16-15,0-4-9 16,7-9-1-16,17-13-1 16,3-9-2-16,0-10-19 15,-1-11-130-15,-1-9-13 16,-3-12-136-16,-1-5-215 15</inkml:trace>
  <inkml:trace contextRef="#ctx0" brushRef="#br1" timeOffset="-30348.27">22098 6593 134 0,'0'0'1055'0,"0"0"-1003"16,0 0-47-16,0 0 21 15,0 0 22-15,0 0-21 16,49-38-14-16,-21 63-7 16,-3 5 6-16,-3 5 0 15,-7 2-2-15,-2-3 1 16,-6-4-9-16,-3-2-1 16,-4-9 8-16,0-2-3 15,0-7-5-15,0-4 4 16,0-4 5-16,-2-2 7 0,2 0-9 15,-4 0 9 1,1-14-4-16,-2-10-12 0,2-9 3 16,-1-3-2-16,4-2 2 15,0 5-4-15,0 4-4 16,9 9 4-16,4 6 0 16,-3 10-9-16,0 4 5 15,-1 0-6-15,-1 21 2 16,0 7 8-16,-1 7 5 15,-2-1 5-15,0 1-9 16,-3-6 1-16,1-5 2 16,-1-7-3-16,0-8 1 15,-2-4-4-15,0-3 3 0,1-2-1 16,-1 0 9-16,2 0 0 16,1-11 7-16,2-13-15 15,5-9 2-15,2-7-6 16,1-4 6-16,-1 3-3 15,-2 5 0-15,0 10 3 16,-3 7-6-16,-2 8 6 16,-2 10-1-16,-3 1-2 15,2 4-3-15,1 23 3 16,-1 11 10-16,2 6 6 16,0 1-10-16,5-6-2 15,0-6-3-15,7-7 0 16,0-7-1-16,3-7 0 15,1-7 0-15,3-5-2 0,-1 0-2 16,1-9-17 0,-3-14-21-16,-3-4 21 0,-5-3 5 15,-4 2 13-15,-5 3 3 16,-3 9 1-16,0 8 2 16,0 5-3-16,0 3 8 15,0 8-8-15,-1 16-5 16,-2 8 5-16,3 0 14 15,0-3-8-15,4-8-4 16,17-7-2-16,2-7 9 16,0-7-2-16,-4 0-4 15,-2-4 8-15,-6-17 0 0,-4-8-4 16,-6-2 0-16,-1-2 1 16,0-1 7-16,-19 3 7 15,-5 0-19-15,-1 4 6 16,3 6-6-16,7 7-1 15,5 6-2-15,7 8-9 16,1 0 8-16,2 19-13 16,0 7 1-16,0-1 2 15,15-5-35-15,13-3-22 16,4-8 8-16,3-6 0 16,1-3 29-16,-8 0 23 15,-4 0 4-15,-8 4 4 16,-6 4 0-16,-1 7-6 15,-1 5 6-15,-2 0 7 16,3 1 5-16,1-2-2 0,0-6-6 16,0-2 9-16,0-7 1 15,0-4 5-15,-2 0 7 16,-1 0 14-16,0-15 3 16,-5-4 8-16,-2-6-11 15,0-6 6-15,-2-5-4 16,-15-6-14-16,-2-2-11 15,-4 0-8-15,0 5 6 16,1 6-9-16,5 13-3 16,5 12-5-16,6 8 2 15,-1 3-7-15,1 21-6 16,2 10-38-16,4 2-112 0,2-5-59 16,19-4-167-16,3-8-424 15</inkml:trace>
  <inkml:trace contextRef="#ctx0" brushRef="#br1" timeOffset="-29924.36">23165 6480 1277 0,'0'0'91'16,"0"0"-90"-16,0 0 31 15,0 0 49-15,91-45-45 16,-62 45-27-16,-5 9-7 15,-6 8-2-15,-4 2 0 0,-9-1-1 16,-5 1 1 0,0-2 0-16,-4 0 8 0,-14-1 3 15,-2-2-10-15,1-5 5 16,7-3-1-16,8-4-4 16,2-2 2-16,2 0-2 15,0 0-1-15,6 0-3 16,18 0 3-16,8 0 3 15,8 0-1-15,-1 0-2 16,-3 0 0-16,-6 7-3 16,-8 5 3-16,-7 3-1 15,-11 2 1-15,-4 2 1 16,0 1 21-16,-22 3-5 16,-10-2 23-16,-8-1-6 0,-4-3-17 15,2-4-12-15,4 0-2 16,7-6-6-16,7-1 3 15,9-4-104-15,8-2-189 16,7-5-162-16</inkml:trace>
  <inkml:trace contextRef="#ctx0" brushRef="#br1" timeOffset="-29500.29">23138 6448 228 0,'0'0'714'15,"0"0"-652"-15,0 0-53 16,0 0 19-16,0 0-3 15,0 0 51-15,-10 112-16 16,10-49-34-16,0 4-19 16,4-2 1-16,-4-3-6 15,0-3-2-15,0-13-144 16,0-9-286-16</inkml:trace>
  <inkml:trace contextRef="#ctx0" brushRef="#br1" timeOffset="-29179.13">23484 6163 1266 0,'0'0'44'0,"0"0"-37"16,0 0-7-16,0 0 24 15,114 99 11-15,-83-37-2 0,0 7-4 16,-8 2 5-16,-8 2-2 16,-10 0-10-16,-5-3-16 15,-3-1 0-15,-22-5-6 16,-11-9 0-16,-5-5-57 15,-6-11-156-15,-6-12-276 16</inkml:trace>
  <inkml:trace contextRef="#ctx0" brushRef="#br1" timeOffset="-27348.91">18097 6590 428 0,'0'0'629'0,"0"0"-583"0,0 0-37 16,0 0 57 0,-14-83 30-16,15 62-10 0,18 2-77 15,4-1 5-15,2 7-7 16,1 4-5-16,-2 5-4 15,-3 4 1-15,-4 6-4 16,-3 14 1-16,-6 9 1 16,-4 4 3-16,-4 5 2 15,0 0 4-15,-16 2-4 16,-3-1 0-16,-7-4 0 16,3-2 2-16,0-10-4 15,6-6 0-15,8-8 5 16,6-4-3-16,3-4 6 15,0 1-5-15,0-2-3 16,7 0 0-16,12 0-18 0,4-8 14 16,7 3-5-16,0 3 7 15,0 2 2-15,-5 0-8 16,-3 7 8-16,-5 10-1 16,-6 7-10-16,-4 2 11 15,-4 2 7-15,-3-2-1 16,0-2 8-16,-7-4 7 15,-7-6 39-15,-5-1-13 16,-1-3-10-16,-3-3-3 16,-2-1-9-16,5-5-19 0,3 1 1 15,5-2-5 1,4 0-4-16,3 0-10 0,3 0-128 16,2-10-99-1,7-4-227-15</inkml:trace>
  <inkml:trace contextRef="#ctx0" brushRef="#br1" timeOffset="-27159.45">18550 6861 848 0,'0'0'332'16,"0"0"-327"-16,0 0-2 15,-28 85-1-15,21-56 34 16,3-2-21-16,0-1-9 15,2-5-3-15,2-4-3 0,0-4-11 16,0-7-258-16,0-6-226 16</inkml:trace>
  <inkml:trace contextRef="#ctx0" brushRef="#br1" timeOffset="-26731.93">18657 6517 1024 0,'0'0'181'15,"0"0"-172"-15,0 0-8 0,0 0-2 16,0 0-1-16,0 0 2 16,0 78 3-16,0-30 4 15,0 0-4-15,0-6 1 16,4-9-3-16,6-9-1 15,2-8-2-15,3-7 0 16,3-7 2-16,4-2 9 16,3 0 2-16,-3-9-4 15,-4-7-3-15,-3-7 0 16,-5-2-4-16,-3-4 0 16,-5-4 0-16,-2 3 6 15,0 6-1-15,0 8 19 16,0 6 51-16,-2 10 12 15,2 0-59-15,-2 10-28 16,1 19-11-16,-1 15 8 0,-2 7 4 16,4 0-2-16,0-1 0 15,0-5-3-15,0-3-22 16,0-4-150-16,4-10-132 16,1-8-199-16</inkml:trace>
  <inkml:trace contextRef="#ctx0" brushRef="#br1" timeOffset="-26559.82">18948 6854 374 0,'0'0'717'0,"0"0"-697"16,-38 88-17-16,35-55 0 15,3-4 1-15,0-2 4 16,5-5-8-16,8-6-151 15,4-12-179-15</inkml:trace>
  <inkml:trace contextRef="#ctx0" brushRef="#br1" timeOffset="-26165.95">19117 6514 1164 0,'0'0'69'0,"0"0"-67"16,0 0-2-16,0 0 3 15,0 0 1-15,-18 78 9 16,16-45-3-16,2-4-8 16,0-4 8-16,0-5 7 15,0-4-7-15,6-4-9 16,2-3 6-16,7-1-3 15,2-4 1-15,5 0 3 16,5-2 6-16,5-2-6 16,6 0-4-16,0 0-3 15,-5 0 4-15,-6 0-3 0,-11 0-2 16,-7 0 0 0,-9 0-3-16,0 0 0 0,0 7 3 15,-22 6 8-15,-13 5 8 16,-14 1-6-16,-3-4-10 15,6-4-9-15,4-11-145 16,7 0-316-16</inkml:trace>
  <inkml:trace contextRef="#ctx0" brushRef="#br1" timeOffset="-26037.07">19276 6518 970 0,'0'0'71'0,"0"0"-71"15,0 0-1 1,0 0-10-16,0 0 6 0,104 57-280 16</inkml:trace>
  <inkml:trace contextRef="#ctx0" brushRef="#br1" timeOffset="-25832.9">19499 6704 1174 0,'0'0'24'0,"0"0"-19"0,-32 86-5 15,30-54 6 1,2 0-2-16,0-4-4 0,0-2 0 16,0-8-149-1,0-4-131-15,0-8-476 0</inkml:trace>
  <inkml:trace contextRef="#ctx0" brushRef="#br1" timeOffset="-25467.13">19654 6456 1091 0,'0'0'165'15,"0"0"-159"-15,0 0 4 0,0 0-3 16,0 0-1-16,0 0 12 16,-40 121 6-16,32-70-19 15,2 0 5-15,5-5-2 16,1-6-4-16,0-9-4 16,10-12-5-16,9-6 3 15,-2-10-3-15,5-3-4 16,-2 0 6-16,-1-14-4 15,-7-1 7-15,-5 2 8 16,-6 0-3-16,-1 2 11 16,0 0-3-16,-8 3 15 15,-4 4 3-15,0 1-26 0,2 3-7 16,-3 0 2-16,1 16-29 16,5 5-83-16,4-2-211 15,3-6-162-15</inkml:trace>
  <inkml:trace contextRef="#ctx0" brushRef="#br1" timeOffset="-25303.27">19843 6790 929 0,'0'0'215'16,"0"0"-214"-16,-25 81 5 15,23-47 1-15,2-2 25 16,0-3-23-16,0-5-4 0,4-4-5 15,4-10-126 1,0-10-194-16</inkml:trace>
  <inkml:trace contextRef="#ctx0" brushRef="#br1" timeOffset="-24949.23">19922 6507 1142 0,'0'0'90'0,"0"0"-90"0,0 0 0 15,0 0 10 1,0 0 7-16,0 0-9 0,112-9-6 16,-87 9-1-16,-7 0 1 15,-3 0 3-15,-5 0-5 16,-3 0 1-16,-4 0 2 15,-3 0 5-15,0 0 10 16,0 0-3-16,0 0-8 16,2 11-2-16,-1 14 22 15,1 8 3-15,-2 10-20 16,0 3 3-16,0 4-8 16,0-1-3-16,0-2-2 15,-6-1-4-15,-1-5-140 16,0-9-194-16,1-7-518 15</inkml:trace>
  <inkml:trace contextRef="#ctx0" brushRef="#br1" timeOffset="-24760.95">20211 6835 1053 0,'0'0'139'15,"0"0"-137"-15,0 0-4 16,0 84 2-16,7-57 0 16,-3-3 0-16,0-4-86 15,-2-6-196-15,1-8-216 0</inkml:trace>
  <inkml:trace contextRef="#ctx0" brushRef="#br1" timeOffset="-24199.67">20488 6739 806 0,'0'0'158'15,"0"0"-133"-15,0 0 32 16,34-101 60-16,-31 75-32 15,-2 2-47-15,-1 0-12 16,0-1-6-16,-1 3 17 0,-11 2-13 16,-1 6 17-16,-2 8-3 15,3 5-25-15,-1 1-9 16,0 0 1-16,1 7-5 16,-3 8-1-16,3 5-1 15,0 2 1-15,6 1-1 16,4-2-1-16,2-3 3 15,0-3-5-15,7 0-3 16,11-2 6-16,5 0 2 16,5-3 0-16,1 4-6 15,0 1-8-15,-1 3 1 16,-4 2-7-16,-10-1 7 0,-5 3 6 16,-7-3 2-16,-2 0-6 15,0-2 11-15,-14-2 0 16,-6-3 8-16,-3-3 37 15,1-5-4-15,2-2 2 16,7-2 19-16,4 0-15 16,2-2 3-16,6-13-28 15,1-4-13-15,0-3-9 16,0 3-3-16,0 5 2 16,7 1-25-16,8 4-77 15,6 1-93-15,8-2-54 16,0 0-191-16</inkml:trace>
  <inkml:trace contextRef="#ctx0" brushRef="#br1" timeOffset="-24042.81">20766 6742 687 0,'0'0'537'16,"0"0"-526"-16,0 0-8 15,-20 90 0-15,14-60 16 16,2 1-10-16,-2 0-8 15,2-2-1-15,-1-7-79 16,5-10-244-16,-2-6-401 16</inkml:trace>
  <inkml:trace contextRef="#ctx0" brushRef="#br1" timeOffset="-23449.55">20979 6558 927 0,'0'0'178'0,"0"0"-158"16,0 0 67-16,0 0 10 15,0 0-34-15,0 0-51 0,-78-44-4 16,62 48-8-16,0 18-2 15,3 9 2 1,7 3-1-16,2 0-5 0,4-5 6 16,0-6 0-16,10-6-8 15,9-7 4-15,1-7 4 16,3-3-2-16,-1 0-2 16,-4-7-18-16,-3-8 5 15,-5 1 3-15,-3-3 14 16,-5 1 0-16,-2-2 2 15,0-2 3-15,0 2-5 16,0 3 0-16,-2 5 0 16,0 3 4-16,0 4 4 0,2 3 2 15,0 0-10 1,0 3-8-16,0 20-9 0,0 11 17 16,6 9 2-16,2 4-2 15,4-1 2-15,0-2-2 16,-1-6 3-16,-1-1 6 15,-5-8 3-15,-5-8 9 16,0-1 13-16,0-7 5 16,-18 0 20-16,-7-1-7 15,-2-1-19-15,-3-4-6 16,1-2-14-16,4-5-10 16,4 0 1-16,1 0-4 0,6-6-3 15,9-9-114 1,5-4-128-16,1-2-234 15</inkml:trace>
  <inkml:trace contextRef="#ctx0" brushRef="#br1" timeOffset="-23247.13">21192 6790 1099 0,'0'0'152'0,"0"0"-151"15,-28 92 3-15,28-55 9 16,0-2 17-16,0-2-22 16,1-4-4-16,4-5-3 15,-3-5-2-15,0-7-118 0,0-9-225 16,1-3-360 0</inkml:trace>
  <inkml:trace contextRef="#ctx0" brushRef="#br1" timeOffset="-23005.14">21306 6536 881 0,'0'0'299'0,"0"0"-297"16,0 0-2-16,27 120 6 0,-14-68 11 15,0 0 8-15,-1-6-18 16,-5-4-4-16,-5-7 0 16,-2-5-3-16,0-4 0 15,0-8-163-15,0-8-294 16</inkml:trace>
  <inkml:trace contextRef="#ctx0" brushRef="#br1" timeOffset="-22663.17">21455 6645 1132 0,'0'0'62'0,"0"0"-61"16,0 0-1-16,-6 109 27 15,15-73 1-15,9-6-14 16,3-9-9-16,0-7 5 15,1-8 5-15,0-6 11 16,0 0-13-16,-2-13 33 16,-2-7 10-16,-1-3-14 15,-4-1-12-15,-5-3 17 16,-5 1 0-16,-3-1-25 16,0-3-6-16,-10 2 4 15,-11 2-17-15,-3 5-3 16,0 6 1-16,2 8 3 0,2 1-4 15,1 6-55 1,-1 0-78-16,-2 22-48 16,-1 9-167-16</inkml:trace>
  <inkml:trace contextRef="#ctx0" brushRef="#br1" timeOffset="-11801.3">15906 3427 651 0,'0'0'262'0,"0"0"-249"16,0 0-4-16,0 0 9 15,0 0 49-15,0 0 24 16,0 0-47-16,0-11-9 16,0 11 4-16,0 0 12 0,0 0 17 15,0 0-30-15,0 0 3 16,-2 0-7-16,-6 0 5 15,-13 0-21-15,-6 0-8 16,-9 0-1-16,-4 0 1 16,5 0-2-16,1 0 12 15,4 0-6-15,4 0-6 16,2 2 4-16,7 0-8 16,6 0 7-16,8-1 7 15,3-1-10-15,0 1-4 16,0 4-4-16,-2 6 0 15,0 8 0-15,-1 7 1 0,-2 2 5 16,1 6 6 0,1 1-10-16,1 8 6 0,1 15-1 15,1 8 2-15,0 8 17 16,0 7-19-16,0 3 3 16,0 5 6-16,0 7-6 15,3 4-2-15,-1-2 2 16,1-1-4-16,-1-5 3 15,1-2-9-15,0 1 14 16,-1 1-1-16,2 5-3 16,0 2 6-16,0 0-7 15,-1 1-2-15,-1-4 4 16,-1 0-7-16,-1-1 4 16,0-3 1-16,0-7-1 15,0-7 1-15,0-2-6 0,0-6 0 16,0 1 4-16,0-2-4 15,0-1 4-15,0-3 0 16,0-2-6-16,0-6 1 16,0-5 4-16,0-2 0 15,0-2 1-15,0 0-7 16,0 0 8-16,0 1-1 16,0-1-6-16,0-1 5 15,0-4-5-15,0 1 6 16,0-2-5-16,0 1 2 15,0-1-3-15,0 0 0 16,-1 2 0-16,-1-2 3 0,1 0-2 16,-1-1-2-16,-2-1 1 15,3-5 4-15,-1-2-5 16,2-1 2-16,0-4-1 16,0 0-1-16,0-3 1 15,0-3-1-15,0 2 1 16,0-4 3-16,0-3-4 15,3 0 0-15,1-4 1 16,-1-1-1-16,0-1 2 16,-3-3-2-16,3 1 0 15,0-2 3-15,-2-4-4 16,1 3 1-16,-2-5 0 16,0-1-1-16,0 1 1 15,0-1 0-15,1 0 0 16,-1 0 3-16,0 0-3 0,0 2 0 15,0-2 0-15,0 0 1 16,0 0-1-16,0 0 0 16,0 0 1-16,0 0 6 15,0 0-11-15,0 3 4 16,0-1 0-16,0 2-1 16,0 1 1-16,0 4 5 15,0-1-5-15,2 0 0 16,0 0 0-16,-2-1 0 15,2 1 0-15,-1-1 0 0,3 1 0 16,-1-2 0 0,1 0 0-16,-1-2 0 0,1-1 0 15,3 2 0-15,5-5 0 16,10 0 0-16,9 0 0 16,8-8 0-16,8-5 0 15,-1 1 0-15,0 2-4 16,-1 0-46-16,-2 4-41 15,1 0-28-15,1-7-313 16</inkml:trace>
  <inkml:trace contextRef="#ctx0" brushRef="#br1" timeOffset="-8702.4">15966 3422 331 0,'0'0'115'0,"0"0"-27"15,0 0 94-15,0 0-14 16,0 0-23-16,0 0-20 16,0 0-31-16,-5-35-30 15,5 35-16-15,0 0-9 16,0-2 4-16,0 2-2 15,0 0-16-15,0-1 5 0,4 1-10 16,12-2-8-16,9 1-3 16,7-1 11-16,6 2 10 15,10-3-6-15,8 1-17 16,9 0 17-16,5-3-5 16,1 2-10-16,-1 0 2 15,-3 2-10-15,-2 1 7 16,-5 0-3-16,-5 0-2 15,-5 0 3-15,-5 4-6 16,-1 1 0-16,3-1-2 16,4-4 6-16,8 0-1 15,6 0 6-15,6-3-5 0,-1-3 7 16,-2 2-9-16,-7 2 3 16,-5 2-5-16,-4 0 1 15,-2 0-1-15,1 2 1 16,-3 0 2-16,1 2-2 15,-4-4 1-15,0 0 0 16,-3 0 2-16,0 0 0 16,-4 0-4-16,2 0 1 15,-1 0 2-15,0 0-3 16,5 0 0-16,3 0 1 16,3 0-2-16,3 0 1 15,3 0 0-15,1 0 0 16,2-5-1-16,2-3 1 15,-5 1 0-15,0 1 2 0,-6 0-4 16,-1 1 2-16,-3 2 0 16,1 1 1-16,0 0-1 15,1 0 0-15,3-1 0 16,1 2 0-16,0 1 2 16,-3-1 0-16,-2 1 0 15,-3 0-2-15,-6 0 2 16,-1 0-2-16,1 0 0 15,1 0 0-15,6 2-3 16,4 1 6-16,4-3-3 16,7 0 3-16,-1 0-2 15,1 0-2-15,-3 0-1 16,0 0 1-16,-1 0-3 0,1-4 2 16,3-3 2-1,2-2 0-15,4 1 0 0,0-1 0 16,3 1 0-16,-6 1 4 15,1 1-4-15,-5 1 1 16,-4 1-1-16,-3 1 3 16,-4 1-3-16,-1 1 0 15,-2 1 1-15,-2 0-1 16,-1 0 0-16,6 0 4 16,1-1-4-16,1-3 0 15,6 3-1-15,0-2-1 0,4 0 1 16,8 1 1-1,3-1 0-15,1 2-4 0,0 0 4 16,0-1 0-16,-2 0 2 16,-2 0-2-16,0 2 0 15,0-2 1-15,-3 0-1 16,0-1 3-16,-1 1-3 16,0 0 0-16,1-3 1 15,1 3 0-15,3-2-1 16,-2 0 3-16,-5 2-3 15,-5-1-1-15,-5 0 0 16,1 2 1-16,-1-2-3 16,2 1 3-16,2-1-3 15,3 2 3-15,3-1 0 0,1 1 0 16,1-2 0 0,-2 0 1-16,-4 1-1 0,1-1 0 15,-2 0 1-15,-2 1 0 16,0-1-1-16,-2 2 2 15,-6 1-2-15,-2 0 1 16,-5 0-1-16,-1 0 0 16,0 0 1-16,-3 0-1 15,1 0 0-15,-3 0 1 16,-5 0-3-16,-2 0 2 16,-2 0-2-16,-2 0 0 15,3 0 2-15,0-2 0 0,1-1 0 16,0 2-1-1,-2-2 1-15,-1 3 0 0,-4-2 2 16,-4 2-4-16,-3 0 1 16,0 0 1-16,0 0 0 15,3 0 5-15,4-1-8 16,2 0 3-16,-2-1 0 16,-3 1 0-16,-2-1 2 15,-5 2-2-15,-1 0 0 16,1 0-1-16,-3 0 1 15,2 0 3-15,-1 0-3 16,1 0-1-16,-3 0 1 16,3 0-1-16,-2 0 1 15,1 0-1-15,2 0 0 16,0 0 1-16,2 0 4 0,-3 0-4 16,0 0 1-1,-1 0-2-15,-2 0 1 0,-3 0 0 16,-2 0 2-16,1 0-2 15,-2 0 1-15,0 0-2 16,0 0 4-16,0 0-3 16,0 0 0-16,0 0 1 15,0 0-1-15,0 0 0 16,0 0 0-16,0 0-1 16,0 0-2-16,0 0 2 15,2 6 1-15,1 3-9 16,2 6 9-16,4 3 0 0,-3 6 0 15,1 6 1 1,0 7 3-16,-1 9-3 0,1 5 4 16,-2 5-5-16,0 4 5 15,-3 6 0-15,1 9 1 16,-1 5 4-16,-2 7-8 16,2 1 4-16,-2-1 2 15,1 1-7-15,2 0 7 16,0-1-4-16,3-6 1 15,-3-4 3-15,4-5-6 16,-1-5 3-16,1-3-4 16,2-2 4-16,-1-7-1 15,-3-1-2-15,2-5 1 0,-3-4-3 16,0-3 4 0,-1-2-4-16,1-2 0 0,-1-2 0 15,0-2 0-15,1 1 1 16,-3 0 0-16,1 1-1 15,-2 2-2-15,0-2 2 16,0 1 0-16,0 1 0 16,0-2 0-16,0 2 0 15,-2 0 0-15,2 0 0 16,0-2 4-16,0-1-4 16,0-1 1-16,0-1-1 15,0 0 0-15,-1 2 1 16,-3 0 2-16,1 1 3 15,-2-1-4-15,0-2 8 0,0 1-3 16,0-1-1-16,1 2 0 16,1-4-2-16,0-1 1 15,-2 1 1-15,3 0-4 16,-1-1 4-16,3 0-3 16,0-3 1-16,0 0 4 15,0 0-7-15,0-1 4 16,0-1-3-16,0-1 2 15,0 2-2-15,0-2 1 16,0 2-2-16,0-2-1 16,0-1 1-16,0-1 2 15,0 2-3-15,0 1 2 16,0 0-2-16,0 0 1 0,0-1 0 16,0 0 3-1,0 0-3-15,0-2 3 0,0 2-3 16,0 1 3-16,0 1-1 15,0-1 0-15,0-1-3 16,0-1 0-16,0-6 0 16,0-2 0-16,0-4 0 15,0-3 0-15,0-4 0 16,0-2 0-16,0 0 0 16,0-2 0-16,-5 0-19 15,-17-7-53-15,-13-24-54 16,-17-18-293-16</inkml:trace>
  <inkml:trace contextRef="#ctx0" brushRef="#br1" timeOffset="-5786.57">15961 7578 696 0,'0'0'256'15,"0"0"-249"-15,0 0 4 16,0 0 93-16,0 0 15 15,0 0-51-15,0 0-24 16,-6 0 19-16,6 0 31 16,1-2-7-16,14 2-18 15,7 0-3-15,5 0-18 0,5 0-18 16,4 0-8-16,7 0-16 16,2-4 10-16,4 1 2 15,3 0-16-15,-1-2 6 16,0 1 6-16,-5-1-5 15,0 2 1-15,-2 0-10 16,1 0 13-16,5-1-1 16,3-3-6-16,6 4 2 15,1-2-4-15,-2-1-3 16,-3 2-2-16,-3 1 5 16,-1 0-4-16,1 3 2 15,-1 0 0-15,-1 0-2 0,1 0 3 16,-2 0-1-16,2 0 3 15,1 0-3-15,3-2 5 16,0-5 5-16,1 2-11 16,2-1 9-16,-2 3-3 15,-1 0-4-15,-3 2 3 16,-1-6-3-16,1 3 2 16,-1-2-2-16,6 0-2 15,0 2 1-15,-2-1 1 16,-1 1 0-16,-2 0-3 15,-6 0-1-15,1 1 0 16,-2-3 1-16,0 1 0 16,0 2-2-16,3-1 3 0,0-2-1 15,2 3 0-15,-2-2 4 16,3 2-4-16,-3 2 2 16,1-1-1-16,1 2 2 15,2 0-2-15,1-1 0 16,-1-1-1-16,0 0 5 15,-2-2-5-15,-3 3 1 16,0-1-1-16,-2 1 3 16,3 1-2-16,2-1 2 15,4-1-3-15,-1 0 6 16,-1-1-8-16,-2-3 2 16,0 0 0-16,-3 1-3 15,-4 1 2-15,2 1 1 16,-2 0-2-16,2-2 6 0,5 1-6 15,-2 1 2-15,3-2 0 16,-2 4-2-16,-3-2 3 16,-2 0-1-16,-6 1 0 15,-1 1 1-15,-4 0-1 16,1-2 0-16,-1 0-1 16,3 1 1-16,3 1 0 15,5-4 2-15,-1 0-1 16,0 2 3-16,1 0-4 15,-1 0 0-15,1 2 1 16,-2-1 0-16,-2 2 0 0,0 0 2 16,-3-1-3-16,-1 0-1 15,0-1 0-15,-4-1 1 16,-1 1-1-16,3-1-2 16,-1 0 3-16,2 2 0 15,-2-2 0-15,3 1-1 16,-1 2-2-16,1 0 3 15,3 0 0-15,-2 0-1 16,-2 0 2-16,-1-1-1 16,-1 1 0-16,2-2 0 15,0-1 0-15,1 2 0 16,-2 1 1-16,0-1-3 0,-1 1 4 16,0 0-2-1,1 0 0-15,5 0 4 0,1 0-4 16,3-2 0-16,4-1 1 15,-2 3-1-15,0-2 3 16,-3 2-3-16,-2 0 0 16,-3 0 2-16,1 0-2 15,1 0 0-15,1 0 3 16,2 0-6-16,1 0 3 16,-1-2 0-16,-2 2 0 15,-3-2-2-15,0 0 1 16,-1 1 1-16,3-1-1 15,-1 0 1-15,1 0-2 0,0-3 2 16,0 2 0 0,3 0 0-16,-2-1 0 0,2 1 0 15,-1-1 2 1,-2 2-5-16,0-1 4 0,-1 1-1 16,1 1 0-16,3-2 2 15,1 0-2-15,0 0 4 16,-1 3-4-16,-4-2 0 15,-4 1-3-15,-6-2 3 16,-1-1 0-16,0 3 2 16,3-2-2-16,2 0 0 15,4 0 4-15,6 0-4 16,2-1-3-16,-1 3 3 16,-3 1 0-16,-6 0-2 15,-4-2 2-15,-5 2-1 16,-3 0 1-16,-1 0-1 0,-1 0 0 15,4 0 1-15,-4 0 0 16,4-2-2-16,1 2 2 16,5 0 1-16,5 0 0 15,5 0-2-15,5-1-2 16,0 1 3-16,-1-2 1 16,-4 2 0-16,-7-2 0 15,-4 2-1-15,-4-3 0 16,-7 2 0-16,-3 1 3 15,-3-2-3-15,-2 2 0 16,-5 0 3-16,0-1-2 16,-2 1-1-16,4-1 1 15,0-2-2-15,1 1 2 16,0 0-1-16,1 1 0 0,1 1-2 16,0-1 2-16,2 1-3 15,-2 0 3-15,-2-2 0 16,-2 2-1-16,1 0 1 15,2 0 0-15,-3 0 1 16,3-1-2-16,-5 1 3 16,-1 0-2-16,-3 0 0 15,1 0 1-15,-1 0-1 16,0 0 0-16,0 0 1 16,0 0-4-16,0 0 2 15,0 0 1-15,0 0 0 0,0 0 0 16,0 0-2-16,0 0 2 15,0 0 0-15,0 0 0 16,0 0 2-16,0 0 2 16,0-2-4-16,0 2 4 15,0 0-4-15,0-2 0 16,0-1 1-16,0-4-2 16,0-8-1-16,0-5 2 15,0-4 0-15,0-6-11 16,0-4 3-16,-4-3-12 15,-3-7-14-15,-5 0-10 16,-4 1-25-16,0 2-61 16,-11-5-317-16</inkml:trace>
  <inkml:trace contextRef="#ctx0" brushRef="#br1" timeOffset="-1870.75">23690 2326 368 0,'0'0'191'0,"0"0"-112"16,0 0-61-16,0 0 53 16,0 0 54-16,0 0-35 15,0 0 18-15,-20-61-47 16,20 61-26-16,0 0-33 16,0 1-2-16,0 20-5 0,0 14 2 15,0 22 6 1,-5 27 16-16,-7 22-7 0,-6 19 8 15,-5 15 23-15,-6-4-22 16,3-5 22-16,0-8-11 16,8-14-10-16,-1-13 5 15,2-9 12-15,0-7-13 16,-4-8-3-16,3-6-16 16,-2-9 30-16,-1-14-5 15,5-12-21-15,6-11 2 16,3-9-2-16,4-6-2 15,3-2 9-15,-2-1-4 16,2-2 7-16,0 3-3 16,0-2-2-16,0-1-4 0,0 0-1 15,0 2 2 1,0-2 2-16,0 0-9 0,0 0 20 16,-1-6-2-16,-6-12-16 15,0-8-4-15,1-4-2 16,-3-3-2-16,4-3 0 15,0 1 5-15,0 4-5 16,2 3 0-16,3 4 2 16,0 8-3-16,0 4 2 15,0 7-1-15,0 3 0 16,0 2-7-16,0 0 3 16,0 0-3-16,0 4-4 15,0 14 11-15,0 7 0 16,0 5 1-16,1 5-1 15,6-1 1-15,0-5-1 0,1-4 0 16,2-7 0-16,-2-3-1 16,-1-6 3-16,-2-4-1 15,1-5-1-15,1 0 6 16,7 0-6-16,8-10 5 16,6-16-3-16,2-8-2 15,2-5 0-15,-3-2 0 16,-5 5 0-16,-5 7 3 15,-9 12-3-15,-7 9 0 16,-3 5-1-16,0 3-1 16,-30 23-13-16,-37 32 2 15,-31 28-45-15,-32 14-190 0,-15-3-374 16</inkml:trace>
  <inkml:trace contextRef="#ctx0" brushRef="#br2" timeOffset="16144.29">11174 5520 432 0,'0'0'106'15,"0"0"-63"-15,0 0 1 16,0 0 10-16,0 0 44 16,0-84-2-16,0 74-17 15,0 2-3-15,0 4-20 16,0 2-13-16,0 2-4 15,0 0-35-15,0 13 1 16,0 12 0-16,4 6 36 16,9 6-12-16,0-6-11 15,1-5-7-15,-4-7-5 16,-3-6 8-16,-3-8 7 0,0-3 7 16,-2-2-6-1,5 0 22-15,6-15 41 0,12-19-20 16,13-19-52-16,11-10-5 15,2-4-3-15,3 1-1 16,0 6-4-16,-4 9-3 16,-7 12 1-16,-9 13 0 15,-13 14-5-15,-7 11-60 16,-9 1-131-16,-5 15-46 16,-12 14-153-16,-25 4-236 15</inkml:trace>
  <inkml:trace contextRef="#ctx0" brushRef="#br2" timeOffset="16459.33">11295 5283 893 0,'0'0'149'0,"0"0"-106"16,0 0-43-16,0 0-5 15,0 0 5-15,0 0 68 16,25 137 10-16,1-61-41 16,3-6-18-16,1-13-12 15,-5-15 17-15,-2-17 18 16,1-14 0-16,0-11 30 16,7-7-3-16,13-33-10 0,14-20-40 15,11-19-15-15,9-14-4 16,6-7-1-16,-4 1-7 15,-8 9-127-15,-18 16-174 16,-23 26-627-16</inkml:trace>
  <inkml:trace contextRef="#ctx0" brushRef="#br2" timeOffset="19593.46">9632 7411 803 0,'0'0'90'0,"0"0"-75"15,0 0-5-15,-56-87 25 16,48 81 109-16,4 2-3 16,1 4-48-16,3 0-58 15,0 0-31-15,0 0-4 0,0 0 0 16,3 0 0-16,17 0 0 16,7 7 29-16,4-6-12 15,0-1-14-15,-3 0 3 16,-2 0 3-16,-7 0-5 15,-5 0-3-15,-6 0 0 16,-3 0-1-16,-3 0-4 16,1 0 4-16,-1 0-4 15,2 3 4-15,4 14 7 16,-2 8 6-16,4 13 13 16,-1 13 15-16,-4 9-23 15,0 5-9-15,-5 1-3 0,0-3-6 16,0-3 0-16,0-4-2 15,0-8 2-15,-3-7-25 16,3-12-142-16,0-16-48 16,0-13-249-16</inkml:trace>
  <inkml:trace contextRef="#ctx0" brushRef="#br2" timeOffset="19752.1">10014 7699 1357 0,'0'0'27'0,"0"0"-27"16,0 0-12-16,0 0 12 0,0 0 0 15,0 0-113-15,-44 25-186 16,72-25-201-16</inkml:trace>
  <inkml:trace contextRef="#ctx0" brushRef="#br2" timeOffset="20007.68">10222 7401 299 0,'0'0'901'0,"0"0"-865"16,0 0-22-16,0 0 34 0,0 0 13 15,0 0-57-15,0 64 11 16,13-6 45-16,-1 0-36 15,-4-2-17-15,-6-5-1 16,-2-4-6-16,0-3 1 16,0-3-2-16,0-2 0 15,-6-4-6-15,-2-3-120 16,3-9-92-16,3-8-198 16</inkml:trace>
  <inkml:trace contextRef="#ctx0" brushRef="#br2" timeOffset="20253.94">10384 7434 1188 0,'0'0'87'15,"0"0"-87"-15,0 0 0 16,0 0 5-16,8 134 40 15,4-72-3-15,0-4-36 16,-1-5 1-16,-2-7-6 16,-5-2 1-16,-2-4-2 15,-2-1 0-15,0-8-4 16,0-6-140-16,0-10-286 0</inkml:trace>
  <inkml:trace contextRef="#ctx0" brushRef="#br2" timeOffset="20410.04">10592 7735 1053 0,'0'0'0'16,"0"0"-49"-16,0 0-160 15,0 0 64-15,0 0-210 16</inkml:trace>
  <inkml:trace contextRef="#ctx0" brushRef="#br2" timeOffset="20658.48">10713 7445 1127 0,'0'0'127'0,"0"0"-127"15,0 0 0-15,0 0 1 16,0 0 39-16,15 125 12 16,-2-64-39-16,-3-4-9 15,-3 0 5-15,-3-4-6 0,-3-2 2 16,-1-5-5 0,0-5-1-16,0-4-16 0,0-6-157 15,0-10-235-15</inkml:trace>
  <inkml:trace contextRef="#ctx0" brushRef="#br2" timeOffset="21224.34">10895 7514 1147 0,'0'0'100'0,"0"0"-92"0,0-84 20 16,8 62 73-16,14 5-26 15,5 2-57-15,5 4-10 16,3 1-8-16,-3 5 3 16,-7 3-3-16,-5 2-2 15,-7 0-4-15,-6 6-7 16,-7 11-1-16,0 8 14 15,-5 7 7-15,-15 5 4 16,-2-3-4-16,-2-3-3 16,1-9 0-16,4-8-2 15,8-8 4-15,5-2-1 16,6-4 3-16,0 0 0 16,0 0-4-16,0 0-4 15,13 0-5-15,10 0 3 0,9 0 2 16,3 0 0-16,-1 5-1 15,-1 9-4-15,-3 2 5 16,-5 4 0-16,-3 4-2 16,-9 1-8-16,-4 3 10 15,-9-3 0-15,0 1 5 16,-10-2 2-16,-15-3 19 16,-4-1 30-16,-4-2 7 15,-1-3-32-15,6-4-2 16,5-6-16-16,7-5-10 15,4 0 0-15,5 0-3 16,1-10-14-16,5-3-116 16,1-1-134-16,0 2-218 0</inkml:trace>
  <inkml:trace contextRef="#ctx0" brushRef="#br2" timeOffset="21604.74">11757 7454 1163 0,'0'0'177'0,"0"0"-164"16,0 0-10-16,0 0 17 15,0 0 46-15,0 0-58 16,68-13 12-16,-15 13-9 15,4 2 1-15,0 0-9 16,-6 0-3-16,-7 3-15 0,-11 1-207 16,-14-2-168-16,-19 2-357 15</inkml:trace>
  <inkml:trace contextRef="#ctx0" brushRef="#br2" timeOffset="21775.89">11757 7732 1312 0,'0'0'207'0,"0"0"-207"15,0 0-128-15,86-8 128 16,-26 5 12-16,9 2-12 16,-2 1-39-16,-12 0-265 15,-19 0-332-15</inkml:trace>
  <inkml:trace contextRef="#ctx0" brushRef="#br2" timeOffset="23958.32">12512 7488 364 0,'0'0'63'0,"0"0"-61"16,0 0 3-16,0 0 82 16,0 0 30-16,0 0-36 15,-2-89 0-15,2 68 32 16,0 1 22-16,0 3-25 15,0 3-32-15,0 7 8 16,0 4-13-16,0 3-9 16,0 0-37-16,0 10-27 15,5 26 0-15,5 20 35 16,3 11 13-16,0 6-41 0,0-4-7 16,-3-8 9-16,-2-4-7 15,-1-5-2-15,-2-9 0 16,-5-5-1-16,0-10-10 15,0-8-133-15,0-8-55 16,0-12-136-16,0 0-217 16</inkml:trace>
  <inkml:trace contextRef="#ctx0" brushRef="#br2" timeOffset="24325.71">12774 7561 1228 0,'0'0'88'0,"0"0"-84"15,0 0-4-15,-32 94 8 16,32-61 7-16,0-1 12 16,16-7-25-16,0-6 2 15,3-6-1-15,1-11-3 16,0-2 13-16,2 0-3 15,-1-20 10-15,0-6-9 16,-5-6 6-16,-4-1 19 16,-6-1 5-16,-6-1-12 15,0 2 7-15,-8 5-11 0,-12 2-21 16,0 9 0 0,-2 8-1-16,3 9-4 0,1 0 1 15,7 3-8-15,8 10-90 16,3-1-46-16,6-2-63 15,20-2-55-15,5-8-130 16</inkml:trace>
  <inkml:trace contextRef="#ctx0" brushRef="#br2" timeOffset="24607.36">13073 7488 709 0,'0'0'266'0,"0"0"-243"15,0 0-6-15,-26 97 58 16,22-65 26-16,4-1-46 15,0-4-21-15,10-6-20 16,9-8-2-16,4-9 11 0,6-4-8 16,3 0 3-16,-1-19 5 15,0-10-11-15,-8-2 18 16,-10-5 27-16,-6-1-13 16,-7 0-5-16,-4 2-2 15,-22 6 0-15,-7 6-25 16,-6 7-10-16,-2 14 1 15,5 2-1-15,4 4-2 16,12 14-10-16,15 2-113 16,5-2-60-16,22-6-139 0,15-5-125 15</inkml:trace>
  <inkml:trace contextRef="#ctx0" brushRef="#br2" timeOffset="24809.13">13488 7298 1292 0,'0'0'116'0,"0"0"-116"15,0 0-7-15,0 0 7 16,-13 127 83-16,23-49-36 16,2 5-38-16,1-4-5 15,-3-3-4-15,-1-9-6 16,-3-7-127-16,-6-13-234 0,0-15-520 15</inkml:trace>
  <inkml:trace contextRef="#ctx0" brushRef="#br2" timeOffset="25227.86">13905 7173 969 0,'0'0'268'0,"0"0"-254"16,0 0-2-16,0 0 71 15,0 0 11-15,0 0-94 16,-22 47 19-16,22 20 8 16,0 18 44-16,5 8-47 15,0 5 6-15,1-5-19 16,3-7-2-16,-2-6-9 15,-1-8 0-15,-2-9 0 0,-2-12 0 16,-2-13-60-16,0-14-109 16,0-15-128-16,0-9-342 15</inkml:trace>
  <inkml:trace contextRef="#ctx0" brushRef="#br2" timeOffset="27872.32">13976 7164 1026 0,'0'0'92'0,"0"0"-82"16,0 0 31-16,0 0 93 16,0 0-47-16,0 0-43 15,0 0-12-15,2-4 18 16,-17 1 7-16,-7-3-42 16,-1-1-3-16,-7-2 13 15,-5-2 2-15,-2 0 5 16,-8 2-13-16,-5 1 3 15,-6 3 3-15,0 0-6 0,-3-1-2 16,6 0-8-16,1-1 11 16,1 1-4-16,1 2-14 15,-1 0 8-15,-1 4-5 16,2 0-3-16,3 0 1 16,2 0-2-16,-1 0 1 15,3 0 1-15,-4 0 1 16,4 0-4-16,-1 0 1 15,-1 0 1-15,4 0 1 16,-3 0-3-16,1 0 5 16,-1 0-4-16,-1 0 4 15,1 0-2-15,2-4 1 0,4-1 0 16,-1 3-3 0,3 2 1-16,1 0 2 0,-1 0-2 15,0 0 0-15,0 0-1 16,-5 0 2-16,-1 0-3 15,-1 4 2-15,1-2-1 16,0-1 2-16,0-1 2 16,-3 0-3-16,0 0 3 15,-5 0-1-15,2 0-1 16,-1 0-3-16,2-5 5 16,2 1-5-16,0-3 6 15,1 3-3-15,2 1-1 16,3-1 1-16,0 0-2 15,-1 0-1-15,2 0 4 16,-1-1-4-16,-3 2 1 0,2 2-1 16,0-1-3-16,1 2 3 15,1 0 0-15,-2 0-1 16,-2 0 0-16,-1 0 1 16,1 0 0-16,-2 0-1 15,3 3 1-15,0 3 0 16,3 2 0-16,5-2-1 15,4 1 1-15,4-3 0 16,1 1 1-16,1-1-1 16,-3 0 0-16,-3-1 1 0,-4 1-1 15,-1 0 0 1,-3 0 4-16,-1-1-4 0,-2-3 0 16,-5 2 2-1,-2-2-2-15,0 0 0 0,7 0 0 16,9 0 0-16,3 0 2 15,5 0-3-15,1 0 1 16,1 0 0-16,2 0 0 16,0 0 0-16,3 0 1 15,1 0-1-15,-5 0 1 16,-4 0-1-16,-1 0 0 16,-5 0 1-16,-2-2-3 15,-1-1 2-15,1 1 0 16,2-2-1-16,2 1 0 15,2-3-1-15,3 0 2 0,1-1-3 16,2 3 3 0,6 0 2-16,0 3-2 0,0-3 0 15,3 2 0-15,-1 1 0 16,-3 0 0-16,-3-1 0 16,-2 1-1-16,-4 1 1 15,1 0 0-15,0 0-1 16,3 0 3-16,-2-2-2 15,0 1 0-15,2-1 0 16,-2-1-2-16,2 0 4 16,2 0-2-16,0 0 0 15,4 0 1-15,4 2-1 0,2-2 1 16,3 0 0 0,1 1-1-16,3 2 0 0,1 0 2 15,0 0-2-15,0 0-6 16,0 0 5-16,0 0 0 15,0-1 0-15,0 1 0 16,0 0-3-16,0 0 1 16,0 3 2-16,0 18-4 15,0 12 5-15,10 10 1 16,3 7 0-16,6 6-2 16,1 6-1-16,3 4 2 15,4 10 1-15,-4 2 1 16,1 5-1-16,-6 2-1 15,-1-6 0-15,-4 2 0 16,-3-1 0-16,-1-3 3 0,-5-3-3 16,0-7 2-16,-2-6-2 15,1-9 0-15,-3-4 0 16,0-8-2-16,0-6 2 16,0-7 0-16,0-8 0 15,0-5 3-15,0-4-3 16,0-2 0-16,0-2 0 15,0-3-3-15,0 0 2 16,0 1 1-16,0-1 0 16,1 0-3-16,3 0 3 15,-1-1-1-15,0-2 1 16,3 1-2-16,0 0 5 0,6-1 3 16,2 0 7-16,0 0-8 15,1 0 4-15,1 0-5 16,-2 0-2-16,3 0 1 15,1-2-1-15,6-3 2 16,3-2 3-16,3-1-4 16,6 1 6-16,6-1-6 15,9 1 1-15,2 1-2 16,4 2 2-16,2 0-4 16,-1 4 0-16,7 0 0 15,9 0 0-15,2 0 0 16,8 0 0-16,-4 0-2 15,-5 0 5-15,-3 0-3 0,-8 0 0 16,-3 0 1-16,-2 0-1 16,0 0 5-16,1 0-5 15,4 0 0-15,2 0 4 16,6-3-3-16,7-3 2 16,1 2-2-16,-1-3-2 15,-4 3-3-15,-6 1 4 16,-1 0 0-16,-1 0-1 15,-4 2 1-15,0-1 0 16,-5-1 1-16,2 0-3 16,2 0 4-16,0-1 0 15,1-2-2-15,-2-2 1 0,-5 1 2 16,-2 1-2-16,-7 1 0 16,-5 3-1-16,-4-2 0 15,-1 2 2-15,0 2-2 16,1 0 3-16,2 0-3 15,0 0 0-15,4 0 1 16,1 0-2-16,0 0-2 16,2 0 3-16,-2 4-1 15,-3-2-4-15,-3 0 4 16,-1-2 1-16,0 0 0 16,2 0-1-16,2 0 2 15,0 0-1-15,0 0 0 0,1 0 2 16,-1 0-2-16,1-4 0 15,-1 0 0-15,-3 1-1 16,-3 0 0-16,-1 2 2 16,-3 1 0-16,-2-2 1 15,-3 0-2-15,-3 0 1 16,-1 1 0-16,-3-1-2 16,2 0 2-16,1 0 0 15,0-1-1-15,3-1 1 16,-7 1-1-16,-3 1 0 15,-4 2-1-15,-4 0 1 16,-2 0-3-16,-2 0 3 16,-1 0 0-16,0 0 1 15,1 0-1-15,-1 0 0 16,-1 0 0-16,-1 0-1 0,-1 0 4 16,0 0-3-16,0-2 1 15,0 2 2-15,0 0-3 16,0 0 4-16,0 0-4 15,0 0 0-15,2 0 0 16,-2 0 0-16,0 0 0 16,2-2-4-16,5-1 2 15,3-1 2-15,1-2 6 16,1 0-6-16,0 0 0 16,-2-2 0-16,0 2 0 15,0-1 0-15,0 2 0 16,0-1 0-16,-2 1 0 15,1 0 0-15,-3 0-4 0,3 3-5 16,-6 0-25-16,1 0-34 16,-4-1 1-16,0-1-36 15,-7-5-154-15,-31-5-610 16</inkml:trace>
  <inkml:trace contextRef="#ctx0" brushRef="#br2" timeOffset="40138.66">8250 7557 935 0,'0'0'89'0,"0"0"-62"0,0 0 19 15,0 0 35-15,0 0-17 16,0 0-62-16,0 0 0 15,49 66 41-15,-24-19-16 16,0 1-9-16,-4-3-1 16,3-6-6-16,-6-8 9 15,-4-9-1-15,-6-11 18 16,-5-4-10-16,1-7 10 16,5 0 31-16,5-21-7 15,11-21-22-15,7-13-20 16,5-4-13-16,8-6 9 0,2-1-11 15,6 0-4-15,1 5-1 16,-4 14-2-16,-6 10 0 16,-13 14-39-16,-7 10-63 15,-11 7-88-15,-9 6-102 16,-4 0-248-16</inkml:trace>
  <inkml:trace contextRef="#ctx0" brushRef="#br2" timeOffset="40470.65">8476 7518 1042 0,'0'0'109'0,"0"0"-106"15,0 0-2-15,0 0 9 16,0 0 7-16,0 0 7 15,29 65 30-15,-6-20-25 16,-1 6 0-16,-6 2 4 16,-4-2-5-16,-2-3 5 15,-3-9 12-15,-4-12-5 16,-1-12-1-16,1-6-10 16,-1-9 11-16,9 0 25 15,13-30-25-15,14-21-9 0,17-23-28 16,11-13-3-1,9-14-1-15,10-6-8 0,9 2-27 16,4 10-104-16,-9 20-165 16,-20 21-503-16</inkml:trace>
  <inkml:trace contextRef="#ctx0" brushRef="#br2" timeOffset="41521.5">14249 7445 638 0,'0'0'252'0,"0"0"-189"15,0 0-1-15,0 0 67 16,0 0-26-16,0 0-62 15,0 0-41-15,20-2 9 16,-5 29-6-16,7 8 16 16,-2-1 2-16,0 0-1 15,-4-2-9-15,-4-5 17 16,-3-5-6-16,-4-9 3 16,-2-5-1-16,-1-6 0 15,-1-2 17-15,5 0 35 0,5-10-9 16,13-25-14-16,10-17-44 15,14-16-5-15,7-6-4 16,3 1 2-16,2 3-2 16,-1 17 0-16,-7 13-5 15,-14 18 4-15,-11 13-55 16,-14 9-89-16,-9 0-82 16,-4 19-106-16,-9 5-84 15</inkml:trace>
  <inkml:trace contextRef="#ctx0" brushRef="#br2" timeOffset="41819.02">14555 7298 1004 0,'0'0'87'15,"0"0"-87"-15,0 0 0 16,0 0 3-16,0 0 47 15,30 82 41-15,-7-21-48 16,-1 6-23-16,-3-3 18 16,-5-8-3-16,0-9 7 15,-4-14-6-15,0-11 18 16,0-11-12-16,8-11-8 16,17-12 2-16,23-32 7 15,22-22-42-15,15-21 5 0,12-13-6 16,12-2-54-16,-1 3-174 15,-11 12-204-15</inkml:trace>
  <inkml:trace contextRef="#ctx0" brushRef="#br2" timeOffset="49138">18315 3312 453 0,'0'0'158'0,"0"0"-109"16,0 0-25-16,0 0 28 15,0 0 29-15,0 0-15 16,0 0-10-16,0 0-12 16,0-46 8-16,0 42 15 15,0-1-6-15,0 1-14 16,0-1-17-16,0 1-6 15,-4-2 1-15,0 1-10 16,-2 0-8-16,3-1-3 16,0 4 0-16,-1 0-2 15,3 1-2-15,-2 1-3 16,1 0 2-16,0 0-2 0,-1 0 3 16,-2 0 8-1,-4 0-4-15,-1 0-1 0,0 3-1 16,0 1-1-16,-1 3 0 15,1 3 1-15,-2 0 1 16,0 1 3-16,2-1-4 16,2-2 1-16,1 1 0 15,-1 0-1-15,1-1 5 16,1 2-5-16,-4 0-2 16,1 2 5-16,-3 3 1 15,2 1 3-15,0 0 2 16,0 2-9-16,3-1 4 15,1-1-1-15,-1 2-1 16,2-1-4-16,0 1 0 16,0 0 2-16,1 3 0 0,1 3-1 15,-1 3 8-15,4-1-3 16,-4 1 0-16,4-3-3 16,0-2 3-16,0 1 0 15,0-3-1-15,0 0-5 16,0 0 5-16,0 3 1 15,0-2 1-15,8 2 0 16,-2 1-7-16,2-4 9 16,-1-2-2-16,0 2-5 15,2-2 4-15,-1 0-2 16,2-1-2-16,1-1 12 16,2 1-10-16,1-2 5 0,0 3-4 15,3-1-2-15,0-1-3 16,0-3 2-16,3 2 3 15,-1-2-4-15,0-1 1 16,0-2 0-16,-3-1-1 16,1-2 4-16,0 1-6 15,-2-2 2-15,2-1 1 16,-1-4-2-16,3 0 1 16,-1-1-1-16,2 0 4 15,-2 0-2-15,1 0 0 16,-1 0-1-16,0-2 4 15,-2-5-2-15,0-2-3 16,-3-1 4-16,1 1 2 16,-1-1-6-16,-1-5 3 15,0 2 0-15,2-6-1 0,0-3-2 16,0 0 3-16,-3-3 0 16,-2-2 1-16,1-2-3 15,-2 2 2-15,0 0-2 16,-1 1-1-16,0 4 0 15,-2 0 1-15,0 3-1 16,-2 0 2-16,0-3-2 16,-3 0 1-16,0-3 0 15,0-1 0-15,0-4 0 16,0-3 2-16,-3-3-2 16,-7-4 1-16,-1 0-2 15,-1 1 1-15,-2 2 0 0,-1 0-1 16,-5 4 0-16,-5 1 0 15,-2 3 1-15,-1 4-1 16,0 7-2-16,-3 5-2 16,-2 8-6-16,-4 5-1 15,-3 15 0-15,0 24-100 16,2 12-37-16,6 4-252 16,6-1-309-16</inkml:trace>
  <inkml:trace contextRef="#ctx0" brushRef="#br2" timeOffset="50301.24">18893 4925 323 0,'0'0'65'0,"0"0"-61"16,0 0 1-16,0 0 2 16,0 0 43-16,0 0-1 15,19-39 15-15,-19 34 29 0,0-3 20 16,0 0-30-16,0 0-12 15,0 0-25-15,-5 0 8 16,-2 3 21-16,-3-2-9 16,0 4-12-16,-2 0-22 15,-1 1-18-15,3 2 7 16,0 0-13-16,0 0 2 16,1 0-2-16,-1 0 6 15,0 7-8-15,-5 6 7 16,-2 7-3-16,1 3 4 15,-1 6-9-15,1 9 8 16,2 5 1-16,2 6-5 16,4 3 2-16,5 0-9 0,3 3 9 15,0 1-3-15,1 1-4 16,15 1 13-16,0-1-6 16,4-4-5-16,3-4-4 15,3-6 3-15,0-8 0 16,5-4-2-16,-1-8-2 15,2-6-1-15,2-4 0 16,0-8 4-16,1-5 0 16,-1 0-3-16,-5 0-1 15,0-7-8-15,-6-10-5 16,-1-2 7-16,-3-3 6 16,-3-5 0-16,-4-4 4 0,-4-6-4 15,-8-6 1-15,0-6 9 16,0-8-9-16,-8-6 9 15,-6-3 1-15,1-4-2 16,2 7-1-16,-1 10-2 16,2 12 11-16,-2 10-12 15,2 12-2-15,0 5-6 16,-3 5-2-16,-3 7-42 16,-3 2-37-16,-4 0-13 15,-1 9-80-15,-1 11-108 16,-1 9-143-16</inkml:trace>
  <inkml:trace contextRef="#ctx0" brushRef="#br2" timeOffset="51484.54">19706 6407 230 0,'0'0'76'15,"0"0"-56"-15,0 0 10 0,0 0 66 16,0 0 4-16,0 0 25 16,-23-76-25-16,16 67 0 15,0-1-10-15,0 1-22 16,1 2-4-16,-2 2-8 16,-1 1-3-16,-1 4-30 15,-3 0 1-15,-1 0-1 16,-1 9-10-16,1 11 1 15,-4 10 3-15,4 11 4 16,-2 8 4-16,1 11-1 16,5 7 5-16,3 7 3 15,7 1-10-15,0-3-11 16,9-4-3-16,14-7-3 0,6-10-4 16,1-7 0-1,2-11 4-15,3-10-5 0,5-10 1 16,4-13-5-16,2 0 0 15,-1-15-5-15,-1-10 1 16,-6-10 0-16,-4-7 1 16,-3-6 5-16,-6-3 4 15,-9-5 0-15,-12-1 1 16,-4-3 5-16,-14-3 2 16,-15-1 8-16,-6 6-7 15,-2 6 1-15,2 11 5 16,-1 12 3-16,2 13-10 15,-1 9-10-15,1 6-3 16,4 1-9-16,2 4-52 0,5 19-54 16,3 4-75-16,3 0-206 15</inkml:trace>
  <inkml:trace contextRef="#ctx0" brushRef="#br2" timeOffset="52884.62">17054 8064 905 0,'0'0'224'0,"0"0"-182"16,0 0 4-16,0 0 39 16,0 0 6-16,0 0-33 15,0 0-53-15,67-45 1 16,-44 77 12-16,-4 12-8 16,-7 9 0-16,-7 1-6 15,-5 4-3-15,0-3 1 16,-9-1-2-16,-4-6 2 15,2-9-3-15,2-10 1 16,6-14 0-16,3-8-24 16,0-7-20-16,0 0 24 0,9-20-7 15,13-15-8 1,4-9-18-16,2-5 48 0,-1-3 4 16,-3 1 1-16,-3 3-8 15,-1 5-4-15,-5 5 12 16,-5 8 1-16,-2 6 2 15,-2 5-1-15,-5 5 17 16,-1 4 23-16,0 2-2 16,0 2-12-16,0 3 14 15,0 3 8-15,-1 0-15 16,-6 0-22-16,-5 17-9 16,-4 13 0-16,0 11 17 15,5 6-9-15,7 0-11 16,4-2 7-16,0-4 0 0,15-6-7 15,7-3-1-15,1-4 2 16,6-6-2-16,-3-4-1 16,4-5-39-16,2-4-61 15,2-5-25-15,0-4-101 16,1-8-230-16</inkml:trace>
  <inkml:trace contextRef="#ctx0" brushRef="#br2" timeOffset="53046.65">17686 8184 1158 0,'0'0'259'15,"0"0"-259"-15,0 0-1 0,0 0 1 16,100-2 33-16,-55 2-13 16,3 9-20-16,-3-1-9 15,-2 1-117-15,-6-3-114 16,-12-4-322-16</inkml:trace>
  <inkml:trace contextRef="#ctx0" brushRef="#br2" timeOffset="53211.52">17770 8369 1473 0,'0'0'105'0,"0"0"-105"0,0 0-59 16,0 0 59-1,0 0 6-15,99 11-6 0,-33-6-134 16,5-5-139-16,-7 0-332 16</inkml:trace>
  <inkml:trace contextRef="#ctx0" brushRef="#br2" timeOffset="53734.62">18408 8005 1238 0,'0'0'222'0,"0"0"-193"0,0 0-25 16,0 0-1-16,113-78 12 15,-71 78 6-15,-6 0-15 16,-6 4-5-16,-8 16 1 15,-10 2-2-15,-9 4-3 16,-3 2-3-16,-3 2 3 16,-24 1 3-16,-5 1-2 15,-3-5 6-15,6-8 1 16,10-7 1-16,10-8-1 16,9-4 1-16,0 0 7 0,0 0-11 15,17-7 1 1,7-1-3-16,5 3 1 0,4 3-1 15,2 2-1-15,-2 0-2 16,-1 15 1-16,-6 1 1 16,-7 4-1-16,-9 3-3 15,-9 1 4-15,-1 0 2 16,-7 1 6-16,-17-2 30 16,-10-2 10-16,-6-4-8 15,-4-2-4-15,1-6-22 16,7-5 0-16,5 0-4 15,10-4-9-15,5 0-2 16,8 0-38-16,8-7-59 16,0-8-111-16,27-3-220 15,10-6-165-15</inkml:trace>
  <inkml:trace contextRef="#ctx0" brushRef="#br2" timeOffset="54226.75">17685 8592 428 0,'0'0'228'0,"0"0"-183"16,0 0 58-16,0 0 53 15,0 0-17-15,95-22-54 16,-67 20-24-16,8-3-37 15,9 1-14-15,7-1-6 16,7-1-4-16,7-1-63 16,-1-2-147-16,-6-2-163 15</inkml:trace>
  <inkml:trace contextRef="#ctx0" brushRef="#br2" timeOffset="54620.44">18903 7931 144 0,'0'0'1038'0,"0"0"-981"0,0 0-44 16,0 0-7-16,0 0 28 16,0 0-24-16,0 16-3 15,-1 27 12-15,-4 14 17 16,1 8 1-16,3 5 3 15,1 1-14-15,0 2-17 16,0-8-9-16,11-7 0 16,9-7-20-16,4-10-75 15,3-10-28-15,-1-11-96 16,0-14-177-16</inkml:trace>
  <inkml:trace contextRef="#ctx0" brushRef="#br2" timeOffset="55618.48">19087 8098 1025 0,'0'0'204'0,"0"0"-176"16,0 0 10-16,0 0-15 16,0 0-23-16,0 0 37 15,39 60 0-15,-21-19-25 16,-3 1-9-16,-5-2 0 15,-1-6 2-15,-6-6-2 16,-2-4-1-16,-1-11-2 16,0-6 1-16,0-3-1 15,0-4 2-15,0 0 13 16,0 0 2-16,0-15-2 0,4-13-15 16,1-13-20-16,2-1 20 15,5 3 0-15,-2 8 0 16,0 12 0-16,-3 10-4 15,2 9-2-15,1 0-5 16,3 6 11-16,4 10 0 16,-2 3 2-16,1 2 1 15,-5 1-1-15,-1-3 0 16,-3 0 0-16,-2-6-1 16,0-2-2-16,-4-2 7 15,1-7-11-15,0-2 6 16,0 0-1-16,-1 0 5 0,6-4 3 15,5-18 6 1,-1-9-14-16,3-4 0 0,-4 1 0 16,-3 2 1-16,-1 10 0 15,-2 8 5-15,-3 8 0 16,1 6 13-16,-1 0-6 16,2 0-13-16,6 18 0 15,0 7 14-15,2 6 6 16,2-3-12-16,4-2-8 15,4-5 2-15,0-5-2 16,3-5 0-16,2-8-29 16,1-3-32-16,-2 0-11 15,2-9-6-15,-2-11-10 0,-3-2 44 16,-4-4 32-16,-5 1 12 16,-3 4 2-16,-3 4-2 15,-3 8 5-15,-4 4 11 16,1 4 1-16,-1 1-8 15,0 0-9-15,3 10 0 16,3 6 17-16,0 1-3 16,4-1-7-16,2-4-5 15,1-6-2-15,1-3 5 16,3-3 0-16,-1 0-4 16,1 0-1-16,-2-14-14 15,-2-2-16-15,-1 0 28 16,-5 3 2-16,-2 4 0 15,-3 5 3-15,-2 2 7 0,1 2 8 16,-1 0-18-16,3 0-7 16,0 2 5-16,3 4 2 15,-3-3 10-15,-2-3 1 16,2 0 16-16,-3 0 43 16,0 0 41-16,0-14-14 15,0-5-62-15,0-4-14 16,-9 1 14-16,-4 1-18 15,-2 2-12-15,0 5-10 16,3 6 3-16,2 5-23 16,5 3-91-16,5 0-101 15,0 4-48-15,1 3-146 16</inkml:trace>
  <inkml:trace contextRef="#ctx0" brushRef="#br2" timeOffset="55917.55">20087 7989 843 0,'0'0'418'16,"0"0"-375"-16,0 0-11 16,0 0 50-16,0 0-22 15,0 0-59-15,45 4 14 16,-14 5 2-16,4 0-2 16,3-3-1-16,-3-1-5 15,-7-2-7-15,-6-2 4 0,-8-1 3 16,-8 0 3-16,-2 1 6 15,-4-1 3-15,0 4 3 16,0 5-17-16,0 12 0 16,-4 10-1-16,-11 13 15 15,-5 2-20-15,2 4-1 16,1-3-16-16,6-3-66 16,7-6-70-16,2-6-56 15,2-11-161-15,0-9-295 16</inkml:trace>
  <inkml:trace contextRef="#ctx0" brushRef="#br2" timeOffset="56183.5">20378 7868 1226 0,'0'0'139'0,"0"0"-139"15,0 0-2-15,0 0 2 16,0 0 40-16,110 100 14 16,-81-45-25-16,-9 6 8 15,-7 3 3-15,-9 2-10 16,-4-1-9-16,-7-2-12 16,-18-1-7-16,-10-3-4 15,-9 1-58-15,-6-6-99 0,-8-8-134 16,-4-12-433-16</inkml:trace>
  <inkml:trace contextRef="#ctx0" brushRef="#br2" timeOffset="56909.98">17852 9006 1182 0,'0'0'87'16,"0"0"-81"-16,0 0 0 16,0 0 45-16,0 0 1 15,89-9-10-15,-48 9-24 16,1 0-12-16,-2 0-6 16,-7 4-30-16,-4-1-75 15,-7-1-138-15,-14-2-234 0</inkml:trace>
  <inkml:trace contextRef="#ctx0" brushRef="#br2" timeOffset="57071.19">17873 9132 1221 0,'0'0'166'0,"0"0"-166"15,0 0-71-15,103 3 71 16,-51 6 0-16,4 2-19 15,-2-4-236-15,-12-2-238 16</inkml:trace>
  <inkml:trace contextRef="#ctx0" brushRef="#br2" timeOffset="57219">17914 9345 1361 0,'0'0'0'0,"0"0"-157"15,0 0 157-15,104 14 0 16,-43-14-44-16,5 0-287 16,-1 0-162-16</inkml:trace>
  <inkml:trace contextRef="#ctx0" brushRef="#br2" timeOffset="57786.06">18640 8864 819 0,'0'0'207'16,"0"0"-193"-16,0 0 41 15,0 0 42-15,0 0-27 16,0 0-54-16,-7 45 37 16,-7-12 9-16,-3 2-34 15,3-1-5-15,2-1-11 0,0-4-10 16,5-8 0-16,3-9 0 16,1-5 0-16,3-5-4 15,0 0-2-15,0-2-2 16,0 3-8-16,13 1 14 15,8 5 0-15,7 2 1 16,4 0 1-16,3-1-2 16,1-3-9-16,-1-3-19 15,-7-4 2-15,-4 0 11 16,-8 0 13-16,-4-8 2 16,-5-9 1-16,-6-2 8 15,-1-4-7-15,0-1 9 0,-5 0 9 16,-6 3-8-1,4 6 7-15,0 8 6 0,5 4 15 16,2 3-27-16,0 13-13 16,0 23-9-16,0 17 9 15,0 8 1-15,0 1-1 16,0-3 0-16,0-5-27 16,7-1-61-16,3-10-81 15,4-10-181-15,3-14-265 16</inkml:trace>
  <inkml:trace contextRef="#ctx0" brushRef="#br2" timeOffset="58059.18">19084 8962 1376 0,'0'0'84'0,"0"0"-83"16,0 0 24-16,0 0 20 16,0 0-28-16,-30 120 32 15,27-51-28-15,1 0-21 16,2-7 3-16,0-6 0 16,5-8-3-16,9-6-6 0,-1-6-68 15,0-8-63 1,2-10-49-16,0-10-211 0,2-8-397 15</inkml:trace>
  <inkml:trace contextRef="#ctx0" brushRef="#br2" timeOffset="59218.89">19188 9120 1082 0,'0'0'174'16,"0"0"-167"-16,0 0 4 15,0 0 10-15,0 0 6 16,0 0 1-16,93 19 4 16,-67 20-8-16,-5 0-10 15,-2-1-1-15,-3-6-4 0,-4-5-6 16,-4-6 1-16,-5-6-1 16,-3-6-3-16,2-5 2 15,-2-4 0-15,0 0 1 16,0 0 9-16,0-9 8 15,0-16-20-15,0-8-10 16,0-3-11-16,0 5 21 16,2 2-1-16,4 9-1 15,3 5 2-15,3 7-2 16,-2 6-1-16,3 2 2 16,4 7-4-16,-2 18 5 15,2 8 18-15,-3 5-11 16,0-4 0-16,-2-1-4 15,-3-8-1-15,1-6 0 0,-3-8 0 16,-2-6-1-16,1-5-1 16,1 0 2-16,2-9 5 15,3-13-7-15,0-7-4 16,0-4 3-16,-4-5-1 16,-2 0-10-16,-4 5 9 15,-2 12 3-15,0 12 23 16,0 6 4-16,0 3-5 15,0 0-22-15,1 17 0 16,3 12 0-16,2 11 22 16,5-3-16-16,2-3 0 0,4-6-4 15,6-9 0 1,3-7-2-16,2-9-15 0,3-3-14 16,1-1-24-16,0-19-9 15,-5-4 25-15,-4-2-3 16,-8-3 22-16,-1-3 9 15,-8 2 9-15,-4 6 0 16,-2 9 1-16,0 6 13 16,0 7 24-16,0 2-12 15,0 6-26-15,0 20 1 16,0 5 20-16,0 4 11 16,0-7-28-16,0-4-2 15,11-8-1-15,5-7-1 16,0-6-6-16,1-3 5 0,2 0 1 15,-3-12-2-15,0-8-2 16,-3 0 4-16,-7 0 0 16,-2-3 6-16,-4-3 3 15,0 1 21-15,-16 4 0 16,-5 1-9-16,-1 10 20 16,2 4-6-16,2 3-26 15,8 3-5-15,3 0-5 16,5 1 1-16,2 13-20 15,0-1 2-15,2 1-31 16,15 0-6-16,5 1-4 16,1-3-9-16,-1 1 13 15,1 0-13-15,-1 2-10 0,-1-1 42 16,0 0-25 0,-3-1 41-16,-2 0 20 0,2-4 1 15,-4-1 2-15,2-5-1 16,0-3 20-16,1 0 51 15,-1-5-13-15,-6-10-6 16,-1-1-2-16,-7-5 38 16,-2-3 6-16,0-3-20 15,-11-1-34-15,-6-1 9 16,-5-1-13-16,-4 0-31 16,0 3-5-16,3 4 5 15,1 7-7-15,6 9-3 0,5 7-37 16,1 0-24-1,3 20-27-15,2 12 20 0,5 5-46 16,0 2-3-16,9-3-126 16,11-9-189-16</inkml:trace>
  <inkml:trace contextRef="#ctx0" brushRef="#br2" timeOffset="59506.45">20445 8956 794 0,'0'0'212'0,"0"0"-181"0,0 0 69 15,0 0-34-15,0 0-37 16,0 0 12-16,20 88 24 15,-14-32-21-15,-2 6 1 16,-1-5-20-16,2-3-19 16,-1-5-5-16,-1-9-2 15,0-8-60-15,-3-6-86 16,2-10-192-16,0-14-321 16</inkml:trace>
  <inkml:trace contextRef="#ctx0" brushRef="#br2" timeOffset="59728.8">20606 8960 1303 0,'0'0'0'15,"0"0"8"-15,1 95-8 16,4-40 45-16,2 6-8 15,1-3-30-15,1-5-4 16,-1-10-3-16,-1-5-37 16,-3-9-81-16,0-11-240 15,-2-9-218-15</inkml:trace>
  <inkml:trace contextRef="#ctx0" brushRef="#br2" timeOffset="59970.45">20771 8862 1204 0,'0'0'213'16,"0"0"-213"-16,0 0-24 16,0 0 24-16,82 86 63 15,-56-24-11-15,-4 7-35 0,-8 3-5 16,-9-1-11-1,-5-5 2-15,0-6-3 0,-19-5-85 16,-13-3-45-16,-14-6-135 16,-18-6-274-16</inkml:trace>
  <inkml:trace contextRef="#ctx0" brushRef="#br2" timeOffset="60651.59">18074 9844 779 0,'0'0'371'16,"0"0"-300"-16,0 0-68 16,0 0 20-16,0 0 18 15,0 0 7-15,112-11-29 16,-73 11-19-16,-4 0 0 16,-4 0-57-16,-9 0-141 15,-13 0-235-15</inkml:trace>
  <inkml:trace contextRef="#ctx0" brushRef="#br2" timeOffset="60801.14">18041 10016 1211 0,'0'0'205'16,"0"0"-205"-16,0 0-123 15,0 0 122-15,115 39-2 16,-78-27-197-16,-5-3-335 15</inkml:trace>
  <inkml:trace contextRef="#ctx0" brushRef="#br2" timeOffset="60952.23">18087 10203 1432 0,'0'0'0'16,"0"0"-197"-16,0 0 188 15,131 0 4-15,-64 0-61 16,3-9-372-16</inkml:trace>
  <inkml:trace contextRef="#ctx0" brushRef="#br2" timeOffset="61334">18828 9782 1035 0,'0'0'325'16,"0"0"-325"-16,0 0 18 15,0 0 55-15,0 0 20 16,-105 19-52-16,81 20-20 16,1 12 12-16,1 8-1 15,9 4-8-15,6-1-18 16,7-8-2-16,0-10-1 15,20-13-3-15,14-10-3 16,6-12 2-16,3-5-12 16,-4-4 4-16,-7 0 1 15,-13-15 6-15,-5 1 4 16,-11-6 0-16,-3 0 2 0,-3 1-2 16,-21 0 2-16,-4 4-4 15,-2 4 2-15,1 8-6 16,3 3-8-16,7 3-54 15,8 16-75-15,11 0-66 16,0-8-197-16,25-5-236 16</inkml:trace>
  <inkml:trace contextRef="#ctx0" brushRef="#br2" timeOffset="61581.09">19149 9768 1381 0,'0'0'128'0,"0"0"-127"0,0 0 36 15,0 0 35-15,0 0-46 16,-48 91-2-16,39-18 3 16,4 4-23-16,3-1-3 15,2-1 1-15,0-7-2 16,0-9-9-16,16-8-40 15,2-11-57-15,4-13-77 16,-2-10-78-16,0-11-261 16</inkml:trace>
  <inkml:trace contextRef="#ctx0" brushRef="#br2" timeOffset="62499.06">19227 9986 1183 0,'0'0'182'16,"0"0"-176"-16,0 0 2 16,0 0-2-16,0 0 44 15,0 0 11-15,94 117-47 16,-74-69 5-16,-1-5-2 16,-6-5-7-16,-3-7-1 15,-5-9-7-15,-1-7 1 16,-1-8-3-16,-2-6 0 0,-1-1 6 15,2 0 4-15,0-17 3 16,3-11-9-16,4-10-4 16,-1-6 0-16,4-2-6 15,-1 2-12-15,1 8 13 16,0 9 5-16,-2 15 2 16,-2 9-2-16,2 3-2 15,2 15 2-15,1 14 12 16,2 8-2-16,-1 2 3 15,-1-1-7-15,-1-6 1 16,-1-7-4-16,1-6-2 16,0-6 3-16,-1-7-4 15,1-6-5-15,-1 0-5 16,3-8 2-16,0-15-3 16,-3-7 6-16,1-7 3 0,-2-4 2 15,-2 2-1-15,-1 4 4 16,-3 13-3-16,-1 10 14 15,-2 9 7-15,1 3-6 16,5 3-15-16,0 16 2 16,4 7 15-16,6 3 0 15,-4-4-9-15,4-3-7 16,1-8-1-16,-1-6-12 16,4-7-24-16,1-1-25 15,2 0-64-15,1-13 19 0,-5-4 4 16,-5 2 0-1,-5-1 76-15,-3 1 26 0,-2 0 3 16,0 4 5-16,1 3 15 16,1 1 13-16,2 7-9 15,1 0-11-15,2 0-8 16,-1 5-2-16,2 4 5 16,-1 1-8-16,-2-1-2 15,0-1 1-15,0 1-2 16,0-2 0-16,0-1 2 15,2-1-2-15,0-3 1 16,-1-2 0-16,1 0 3 16,-2 0-3-16,-5 0 4 15,-1-5 3-15,-4-6 38 16,0-2 13-16,-4-2 16 0,-8-4-30 16,-1-5 9-16,1 1-27 15,1-4-7-15,4-1-6 16,3 7-4-16,4 4-9 15,0 4 0-15,2 4-2 16,14 2-4-16,4 2-38 16,1 5-37-16,3 0-41 15,1 0-57-15,-1 0-118 16,0 3-103-16</inkml:trace>
  <inkml:trace contextRef="#ctx0" brushRef="#br2" timeOffset="62672.04">20371 9890 753 0,'0'0'237'0,"0"0"-196"16,0 0 56-16,0 0 1 16,0 0-47-16,0 0 27 15,14 114-30-15,-8-65-7 16,1 0-11-16,1-1-19 16,1-6-11-16,-1-3-11 15,-1-8-86-15,-1-8-65 16,0-11-219-16</inkml:trace>
  <inkml:trace contextRef="#ctx0" brushRef="#br2" timeOffset="63068.32">20555 9888 1284 0,'0'0'96'0,"0"0"-89"0,0 0-7 15,120-46 22-15,-78 46-6 16,-7 21-14-16,-8 6 2 16,-10 5-4-16,-7-1 1 15,-6-2 1-15,-4-7 0 16,0-6-2-16,0-3 3 16,0-9-6-16,-4-1 7 15,4-1 1-15,0-2-5 0,4 0-24 16,19 0 16-1,5-6 1-15,4 1-8 0,2 5-7 16,-6 0 13 0,-3 0 9-16,-9 9 4 0,-5 8-2 15,-10 1 24-15,-1 3 30 16,-6 3 1-16,-21-3 4 16,-7 1-9-16,-2 0-29 15,-3-3-12-15,-1 0-11 16,5-4-11-16,3-6-122 15,10-9-102-15,4-2-283 16</inkml:trace>
  <inkml:trace contextRef="#ctx0" brushRef="#br2" timeOffset="63930.22">21008 9711 1195 0,'0'0'74'0,"0"0"-71"16,0 0-3-16,113 61 61 16,-65-15-2-16,-1 3-27 0,-8 6-23 15,-10-3 6 1,-16-1-15-16,-13-6-1 0,-1-6-26 16,-26-7-31-16,-6-5-1 15,-4-8-38-15,3-6-94 16,4-9-113-16,7-4-177 15</inkml:trace>
  <inkml:trace contextRef="#ctx0" brushRef="#br2" timeOffset="65217.74">21117 8298 125 0,'0'0'303'0,"0"0"-229"15,0 0 6 1,0 0 67-16,0 0-16 0,0 0-18 16,0-50-7-1,0 30-34-15,0-3-9 0,0 0-2 16,8-1-29-16,2-1 5 15,3 5-2-15,1 2-13 16,0 3-2-16,-3 6-7 16,-4 4-5-16,-2 3 4 15,-2 2-12-15,1 6-5 16,0 21 4-16,3 15 1 16,-2 10 15-16,1 9-4 15,-2 5-3-15,2 7 1 16,-3 6-5-16,-3 6 5 0,1 3-8 15,1-4 0-15,5-14-1 16,6-16 1-16,7-17-1 16,3-10 3-16,5-9-3 15,-4-7 0-15,1-5 0 16,-3-5 1-16,-2-1-2 16,-4 0 3-16,-5 0-2 15,-5-6 3-15,1-1 1 16,-3 1 1-16,-3 2-4 15,-1-1 1-15,0 3 3 16,0 2-5-16,-3 0-5 16,-17 0 3-16,-8 14 2 15,-5 11 7-15,2 10-5 0,8 6 1 16,8 8 3-16,6 5 2 16,7 5 7-16,2 4-15 15,0 1 2-15,14 3 2 16,6 1-3-16,1-1 0 15,4-3 0-15,-1-3 0 16,-2-3-1-16,-3-7 2 16,-6-6-2-16,-5-7 0 15,-6-9-3-15,-2-8 3 16,0-7 9-16,-10-2 1 16,-10-4 27-16,-11-1 1 15,-3-1-23-15,-7-6 2 0,-1 0-11 16,-1 0-6-1,-2-15-5-15,0-5-72 0,5-4-85 16,8-8-128-16,13-5-325 16</inkml:trace>
  <inkml:trace contextRef="#ctx0" brushRef="#br2" timeOffset="66086.9">21336 8372 1014 0,'0'0'221'0,"0"0"-219"16,0 0 47-16,0 0 112 15,0 0-46-15,0 0-59 0,-39-13-31 16,39 13-3 0,0-2-5-16,6-3-5 0,14-4-3 15,15-5 8-15,18-6-3 16,12-7 7-16,9-2-11 15,3-1-7-15,0-2 4 16,-7 1-5-16,-16 7 4 16,-19 8-1-16,-15 8-2 15,-14 7 0-15,-4 1-2 16,-2 0 8-16,0 0 17 16,0 0-11-16,0 0-2 15,0 0-8-15,0 0-4 16,0 0 2-16,0 0-3 15,0 0-4-15,-2 0 1 0,-3 0-9 16,-2 0 12-16,0 0 2 16,0 0 1-16,1 0 0 15,5 0-1-15,1 0-1 16,0 0-1-16,0 0-4 16,0 0 4-16,0 0-1 15,0 0-6-15,0 0-2 16,0 0-14-16,0 0-10 15,0 1-24-15,0 9-60 16,0 6-60-16,0-5-46 16,10-2-179-16</inkml:trace>
  <inkml:trace contextRef="#ctx0" brushRef="#br2" timeOffset="67034.2">22154 7868 383 0,'0'0'430'16,"0"0"-290"-16,0 0-67 0,0 0 68 16,0 0-30-1,0 0-25-15,1-15-23 16,6 8-11-16,5-6-11 0,2-6-16 15,0 0 3-15,1-4-1 16,-2 1-8-16,-4-2 1 16,-4 1 8-16,-2 0-22 15,-3 6 13-15,0 2-7 16,0 6-4-16,0 9 12 16,0 0-12-16,0 0-6 15,0 0-2-15,-1 15-14 16,-8 16 14-16,2 17 6 15,-3 11-6-15,7 6 2 16,3 4 1-16,0-3-3 16,0-3 0-16,9-6-2 0,-2-6 2 15,-1-7 0 1,-6-11-6-16,0-9-10 0,0-9-26 16,-10-8 32-16,-2-2 4 15,-1-5 6-15,-3 0 9 16,0-5-4-16,2-9 4 15,3-2 4-15,6 3-9 16,5 2 20-16,0 1-17 16,7 2-7-16,15-1 0 15,9 2 0-15,6 3 1 16,6-3-2-16,6 4-32 16,4-1-37-16,4-2-86 15,0-3-104-15,-7-7-128 16</inkml:trace>
  <inkml:trace contextRef="#ctx0" brushRef="#br2" timeOffset="67448.53">22831 7793 415 0,'0'0'762'15,"0"0"-696"-15,0 0-56 16,0 0 54-16,0 0 45 15,0 0-35-15,-39-39-43 16,30 39-15-16,-9 16-11 16,0 7 8-16,2 4-5 15,2 1 0-15,6-2-3 0,6 0-4 16,2-3 0-16,0-2-1 16,3-5 0-16,16-1 6 15,4 0-6-15,4-1 1 16,1-1 4-16,4-3-4 15,-2 1-1-15,-5-2 2 16,-5-2-1-16,-8 0-1 16,-9-1 0-16,-3 2 0 15,0 4 8-15,-8 1 30 16,-14 4 3-16,-6-1-20 16,-2-1-13-16,-1 0-5 15,4-3 0-15,6-1-3 16,7-3-48-16,10-6-81 15,4-2-107-15,11-5-131 0,23-20-203 16</inkml:trace>
  <inkml:trace contextRef="#ctx0" brushRef="#br2" timeOffset="68001.12">23083 7912 1067 0,'0'0'207'0,"0"0"-197"16,0 0 3-16,0 0 63 15,0 0 17-15,0 0-47 16,-24 95-27-16,24-76-11 16,6-3-4-16,10-7 1 0,4-2-3 15,-1-7 3-15,1 0 1 16,-1-3 1-16,-5-14 0 16,-4-5-7-16,-10-4 4 15,0-4-4-15,-17-2-4 16,-14 4-2-16,-4 7 5 15,0 8-3-15,8 8 4 16,7 5 2-16,8 5-2 16,7 15-2-16,5 9-8 15,0 1 8-15,19-3-3 16,14-7 1-16,8-8-16 16,3-12-25-16,0 0 17 15,-6-5 14-15,-9-15 14 0,-11-3 4 16,-5-5 3-16,-4-2-4 15,-6 2 2-15,0-2 16 16,-3 0 2-16,0-1 7 16,0 0-18-16,0 4 6 15,0 3 2-15,0 10-3 16,0 8 17-16,0 4 9 16,0 2-21-16,0 2-22 15,0 22-4-15,0 12 4 16,0 15 22-16,0 9-9 15,0 2 1-15,0-3-9 16,7-6 1-16,5-7-6 16,6-10-2-16,3-8-21 15,2-12-51-15,3-10-89 0,0-6-155 16,-5-3-371 0</inkml:trace>
  <inkml:trace contextRef="#ctx0" brushRef="#br2" timeOffset="68548.1">23710 7753 548 0,'0'0'44'0,"0"0"-44"15,0 0 0-15,0 0 44 16,0 0 93-16,0 0-58 15,-7-16-18-15,9 15 96 16,2 1-18-16,-1 6-75 16,4 22-21-16,3 10 86 15,1 9-72-15,3 2-15 16,0-2-22-16,2-6-10 16,-2-6-5-16,0-5-5 15,-2-8-24-15,-3-6-117 16,-2-13-107-16,-4-3-301 0</inkml:trace>
  <inkml:trace contextRef="#ctx0" brushRef="#br2" timeOffset="68691.51">23787 7543 637 0,'0'0'315'15,"0"0"-315"-15,0 0-47 16,0 0 2-16,0 0 41 15,0 0-143-15,-9 107-319 16</inkml:trace>
  <inkml:trace contextRef="#ctx0" brushRef="#br2" timeOffset="68997.14">23837 7866 1178 0,'0'0'106'0,"0"0"-106"16,0 0 0-16,0 0 8 15,28 82 22-15,-14-59-20 16,-2-6-2-16,-6-7-5 16,-1-4 0-16,-3-5-1 15,0-1 9-15,3 0 45 16,1-13 56-16,6-13-82 16,2-1-23-16,0 0-4 15,1 5 5-15,-1 6-2 0,1 8 5 16,0 8-11-16,2 0-4 15,3 8-2-15,-2 18 1 16,-1 10-8-16,-4 7-77 16,-6 1-63-16,-4-1-220 15,-3-8-381-15</inkml:trace>
  <inkml:trace contextRef="#ctx0" brushRef="#br2" timeOffset="69746.87">22657 8644 991 0,'0'0'138'0,"0"0"-117"15,0 0 50-15,0 0 48 16,0 0-35-16,0 0-53 16,-52 42-22-16,40 20 33 15,1 12-1-15,1 6-14 16,6 0 4-16,4 4-18 15,0-8-7-15,20-4-6 0,10-10-2 16,7-11-21-16,3-8-71 16,0-10-57-16,1-14-63 15,-8-11-182-15</inkml:trace>
  <inkml:trace contextRef="#ctx0" brushRef="#br2" timeOffset="70049.45">22921 8795 918 0,'0'0'274'16,"0"0"-228"-16,0 0-43 15,0 0 2-15,0 0 28 16,0 0-16-16,7 18 6 15,1 12 22-15,-2 5-6 16,0 4-4-16,-2 2-4 16,0 7 9-16,-1-2-19 15,0-1-14-15,3-4-2 16,-3-7-4-16,-1-6-2 16,-1-6-2-16,-1-6-49 15,2-5-71-15,5-5-68 16,0-6-211-16,4 0-216 0</inkml:trace>
  <inkml:trace contextRef="#ctx0" brushRef="#br2" timeOffset="70430.4">23160 8826 879 0,'0'0'293'0,"0"0"-263"16,0 0-23-1,0 91 28-15,0-42 17 0,0 3-1 16,0-3-33-16,0-6-10 16,15-6 0-16,0-15-5 15,5-8 0-15,4-12 4 16,2-2-4-16,3-13 6 15,1-12-3-15,-3-9-5 16,-4-4 5-16,-5-5-4 16,-11-1 7-16,-7 1 19 15,0 2 11-15,-21 5-16 16,-3 10-20-16,0 5-3 16,3 13-10-16,-1 8-6 15,2 6-41-15,4 19-70 16,9 4-80-16,7-3-159 15,5-10-352-15</inkml:trace>
  <inkml:trace contextRef="#ctx0" brushRef="#br2" timeOffset="70730.82">23479 8921 1132 0,'0'0'196'0,"0"0"-196"16,0 0 0-16,-2 80 19 15,23-59 4-15,4-4-10 16,3-5-9-16,5-8 2 16,5-4-5-16,-5 0 3 0,-3-15-1 15,-10-2 1 1,-8 0 2-16,-9-1 30 0,-3-3 40 16,0-2 0-16,-20-1-25 15,-6-4-13-15,-9 4-18 16,2 7-17-16,0 4 3 15,5 13-12-15,-1 0-16 16,9 8-43-16,7 12-60 16,11 2-35-16,2-1-108 15,15-4-217-15</inkml:trace>
  <inkml:trace contextRef="#ctx0" brushRef="#br2" timeOffset="70950.64">23885 8667 1193 0,'0'0'185'0,"0"0"-184"16,0 0 1-16,0 0 16 16,0 0 21-16,6 126-12 15,2-65-18-15,0-2-7 16,-1-6-2-16,2-4-53 15,1-9-92-15,0-10-202 16,-3-9-313-16</inkml:trace>
  <inkml:trace contextRef="#ctx0" brushRef="#br2" timeOffset="71179.52">24128 8610 1387 0,'0'0'0'16,"0"0"-25"-16,0 0 25 15,85 125 41-15,-63-59-15 16,-7 8-3-16,-7-2-14 16,-8 0-8-16,0-3-1 15,-14-2 0-15,-17-9-39 0,-7-5-50 16,-12-8-81-1,-7-9-182-15</inkml:trace>
  <inkml:trace contextRef="#ctx0" brushRef="#br2" timeOffset="71430.55">22993 9534 1356 0,'0'0'119'0,"90"-22"-118"16,-8 15-1-16,23 1 52 0,14-1 0 15,10 0-21 1,5 3-20-16,-5-1-4 0,-11 5-2 16,-21 0-5-16,-25 0-18 15,-29 0-115-15,-24 3-103 16,-19-1-192-16</inkml:trace>
  <inkml:trace contextRef="#ctx0" brushRef="#br2" timeOffset="71616.64">23155 9634 978 0,'0'0'516'0,"0"0"-516"0,162-18-81 15,-48 10 81-15,19-2 39 16,10-2-27-16,-1-3-12 16,-12 1-4-16,-21 2-33 15,-31-1-130-15,-27-1-485 16</inkml:trace>
  <inkml:trace contextRef="#ctx0" brushRef="#br2" timeOffset="80163.67">17808 3176 664 0,'0'0'239'16,"0"0"-179"-16,0 0-6 0,0 0 16 15,0 0-13-15,0 0-20 16,0 0-22-16,0 0-8 16,4 30 51-16,1-7-1 15,-4-5-27-15,1-6-5 16,0-6 16-16,-2-6 21 15,2 0 11-15,-1 0 5 16,8-3-9-16,7-22-16 16,14-15-36-16,11-9-10 15,4 0-7-15,-5 11-8 0,-5 10-42 16,-3 19-66-16,1 9-99 16,2 33-44-16,-2 22-110 15,-4 15-223-15</inkml:trace>
  <inkml:trace contextRef="#ctx0" brushRef="#br2" timeOffset="80540.51">18912 4961 63 0,'0'0'903'16,"0"0"-798"-16,0 0-48 15,0 0 57-15,0 0-21 16,0 0-42-16,-2-28-41 0,2 28-10 16,0 3-21-1,0 18-100-15,0 7-150 0,-5 7-366 16</inkml:trace>
  <inkml:trace contextRef="#ctx0" brushRef="#br2" timeOffset="80840.63">19811 6610 1055 0,'0'0'178'15,"0"0"-178"-15,0 0-158 16,0 0 32-16,0 0-115 16,0 0-467-16</inkml:trace>
  <inkml:trace contextRef="#ctx0" brushRef="#br2" timeOffset="86478.64">17875 7532 888 0,'0'0'200'16,"0"0"-127"-16,0 0-9 16,0 0 22-16,0 0-3 15,0 0-25-15,0 0-16 16,5-17-21-16,-5 17-16 0,0 0 0 15,5 1-5-15,2 15 14 16,1 1 0-16,3 2-4 16,-3-4-2-16,-3-5-5 15,-4 1-3-15,-1-4 5 16,0-1-4-16,0-3 19 16,0-1-3-16,0-2-13 15,0 0 38-15,9 0-5 16,9-21-17-16,12-15-6 15,16-13-13-15,3-2 4 16,-3 6-5-16,-6 12-55 16,-9 13-66-16,0 16-152 0,-11 4-263 15</inkml:trace>
  <inkml:trace contextRef="#ctx0" brushRef="#br2" timeOffset="87250.76">18200 9049 595 0,'0'0'80'0,"0"0"-73"16,0 0 0-16,0 0 102 0,0 0 3 15,0 0-38-15,-6-17-32 16,6 17-21-16,0 16 44 16,6 5 7-16,0 4-16 15,1 3-16-15,0-5-15 16,-1-6 2-16,1-7-6 16,-2-6 6-16,3-4 12 15,7 0 5-15,9-23 17 16,14-17-24-16,11-13-23 15,6-8-8-15,0 6-2 0,-10 6-2 16,-13 11-2 0,-12 12 0-16,-11 12-11 0,-6 8-95 15,-3 6-86 1,0 14-206-16,0 16-43 0</inkml:trace>
  <inkml:trace contextRef="#ctx0" brushRef="#br2" timeOffset="87812.05">18119 10258 556 0,'0'0'85'16,"0"0"-60"-16,0 0 8 15,0 0 73-15,0 0 13 16,0 0-36-16,9-11-15 15,2 11 14-15,1 9-7 16,-2 14 11-16,-1 5-10 16,-6-1-15-16,1-7-16 15,-3-11-22-15,4-7 23 16,6-2 3-16,13-27-5 16,13-23-18-16,16-16-23 15,9-12-3-15,0-3-9 0,-5 1-84 16,-19 10-132-16,-18 16-177 15</inkml:trace>
  <inkml:trace contextRef="#ctx0" brushRef="#br2" timeOffset="88840.61">20361 8264 723 0,'0'0'113'0,"0"0"-87"16,0 0-26-16,0 0-9 15,0 0 4-15,0 0 3 16,2 0-79-16,2 9-199 16,-3 7-46-16</inkml:trace>
  <inkml:trace contextRef="#ctx0" brushRef="#br2" timeOffset="89163.05">20701 9253 907 0,'0'0'62'16,"0"0"-62"-16,0 0-13 16,0 0-16-16,0 0 0 15,0 0-107-15,-10 85-180 16</inkml:trace>
  <inkml:trace contextRef="#ctx0" brushRef="#br2" timeOffset="89366.83">20876 10156 892 0,'0'0'0'15,"0"0"-3"-15,0 0-359 16</inkml:trace>
  <inkml:trace contextRef="#ctx0" brushRef="#br2" timeOffset="98157.93">23698 8278 548 0,'0'0'159'0,"0"0"-136"0,0 0-21 16,0 0 28-1,0 0 107-15,0 0-9 0,0 0-27 16,-30 20-37-16,20-20-23 16,-3 4-16-16,1-3 6 15,-1 2 14-15,-1-3 7 16,-2 1-15-16,-4-1 5 16,0 0-16-16,-5 0 2 15,-1 0 13-15,0 0-16 16,-3-2-3-16,-1-5-4 15,2 1-6-15,1 3 7 16,3-3-9-16,3 2 1 16,-4 1 0-16,3 1-9 15,1 1 0-15,-3 1-1 0,2 0 4 16,-2 0-5-16,-2 0 1 16,-3 0 2-16,3 0 0 15,-3 0-2-15,5 0 5 16,-2 0 4-16,1 0-9 15,0 0 4-15,-2 3 2 16,1 2-6-16,3 0 3 16,-2 0-4-16,2 0 2 15,0 2 1-15,-2 3 0 16,-4 1-2-16,-1 4 2 16,-2 3-2-16,1 1 2 0,0 1 1 15,2 4-1 1,0 5 0-16,3 1 1 0,0 7 0 15,3-2-4-15,0 6 1 16,3 7-1-16,-2 6 1 16,0 2 0-16,-1 5 6 15,3-2-6-15,3 0-1 16,2-2 5-16,5-3-5 16,5-3 1-16,0 0 2 15,5-1 10-15,0 0-10 16,0-5 2-16,8-1-4 15,11-1 0-15,3-6 2 0,5 1-3 16,7-2 5 0,5 0-4-16,4-1 7 0,4 0-6 15,1-2 6 1,2-1-2-16,6-4-3 0,1-4 1 16,3-6-3-16,3-3 4 15,4-8-4-15,3-2 0 16,2-5 3-16,0 0-2 15,5-2-2-15,1-10 5 16,3 1-4-16,-6-5-2 16,-6 3 1-16,-11-1-2 15,-5 2 2-15,-4-2 0 16,-4 3 1-16,-1-3-4 16,-6 1 6-16,-1-3-4 15,-2-1 1-15,-1 0 0 0,-1-3 0 16,1-1 0-16,-7 1 1 15,4-2-2-15,-4 2 5 16,-1-1-4-16,1-1 0 16,-2-2 1-16,2-1-1 15,-3-1 1-15,-3 1 1 16,-3 0-4-16,-2 1 4 16,-5-5 1-16,-4-2-3 15,-5-5-2-15,-2-5 2 16,0-2 1-16,-10-7 1 15,-7-7-1-15,-5-12-1 16,-8-10 0-16,-10-12 0 16,-12-5-1-16,-17-1-3 15,-12 3-3-15,-15 9-10 0,-8 9-14 16,-3 15-24-16,-16 25-40 16,-14 29-198-16,-22 8-343 15</inkml:trace>
  <inkml:trace contextRef="#ctx0" brushRef="#br2" timeOffset="109756.52">19313 3217 452 0,'0'0'137'0,"0"0"-95"15,0 0 8-15,0 0 63 16,-87-20-45-16,77 19 8 0,2-1-6 15,-2-1-13 1,0 3-13-16,-2-1-10 0,-2-1-5 16,-2 1 8-16,-3-2-5 15,-1-3-1-15,-2-2 4 16,-2-2-19-16,-5-4 16 16,-3 3-6-16,0-4-3 15,1 1 10-15,-4 3 3 16,-2-2-19-16,-2 2-3 15,1 1-5-15,-2 0 3 16,0 3 1-16,-1 0-4 16,2 6 3-16,-1 1 1 15,-1 0-6-15,1 0 1 16,-2 0-4-16,1 3 9 0,1 5 0 16,1 1 3-16,1 3-3 15,1 0 2-15,3-1-7 16,6-3 4-16,4-1-9 15,3 2 9-15,-3 1-5 16,4 2-7-16,-3 0 1 16,1 0 2-16,-1 2-3 15,-2-1 0-15,-2 1 1 16,1 1 1-16,-3-1-2 16,4 2 1-16,1-3 2 15,4-1-1-15,5 0 3 16,2 2-4-16,3 3 0 15,0 2 2-15,0 7-2 0,1 4 0 16,3 4 2 0,2 8-1-16,1 6-2 0,3 3 7 15,0 5-6-15,0-2 6 16,15 3-3-16,3 1-4 16,6 4 7-16,6 2-4 15,10 1-1-15,5-5 10 16,6-8-3-16,1-8-8 15,-3-3-1-15,3-5-2 16,7-3 2-16,2-5 0 16,10-5 3-16,3-6-3 15,2-8-5-15,0-5 5 0,2-4 4 16,0 0-4-16,6-6 0 16,0-12 0-16,-4-2 2 15,-4-4-4-15,-7-3 7 16,0-1-5-16,-2-4 0 15,-2-3 5-15,-5 0-11 16,-8-5 5-16,-9-1 1 16,-7-3-1-16,-8-9 9 15,-8-6-7-15,-7-5-1 16,-7-3 1-16,-6 1 4 16,0-2-4-16,-17 2 7 15,-10 0-7-15,-6 4 3 16,-7 8 2-16,-5 1-4 15,-4 9-2-15,-2 6 0 16,2 10-12-16,1 10-1 0,5 10-19 16,3 8-14-16,7 8-21 15,6 25-102-15,7 12-72 16,14 5-153-16,6-3-149 16</inkml:trace>
  <inkml:trace contextRef="#ctx0" brushRef="#br2" timeOffset="110922.15">19424 3504 19 0,'0'0'955'0,"0"0"-895"0,0 0-59 16,55-81 31-16,-2 45 74 15,26-7-41-15,24-6-32 16,22-7-1-16,20-3 5 15,7-1 7-15,3 1-12 16,4 1-8-16,-2 3-8 16,-5 4-8-16,-8 4 6 15,-17 2-12-15,-20 6 2 16,-20 3 8-16,-22 4 1 16,-18 8 15-16,-17 3-9 15,-12 9-3-15,-8 4 10 16,-4 6-9-16,-3 0-4 15,-3 0-5-15,1 2-6 0,-1 0-1 16,0 0-1 0,0 0-5-16,0 0 5 0,0 0-3 15,0 0 0-15,0 0 2 16,0 0-7-16,0 0 2 16,0 0-40-16,2 0-40 15,3 0-64-15,4 0-46 16,4 0-214-16</inkml:trace>
  <inkml:trace contextRef="#ctx0" brushRef="#br2" timeOffset="111606.95">21881 2483 940 0,'0'0'342'16,"0"0"-341"-16,0 0 4 15,0 0 17-15,0 0 25 16,0 0-5-16,-2 0-22 16,-10 0-17-16,-4 4 21 15,-10 0 4-15,-3-3-14 16,-3-1 1-16,2 0-8 0,5-12 27 15,5-6-3 1,4-5 1-16,9-3-14 0,4-1-15 16,3 2 0-16,0 1-6 15,12 5 2-15,7 2 1 16,1 7 0-16,3 3-2 16,0 7 1-16,3 0-1 15,-4 9-5-15,-2 17 3 16,-4 11-8-16,-6 7 12 15,-10 7 5-15,0 5-5 16,-4 0 10-16,-21 4-2 16,-1-4 3-16,-7-3 9 0,-6-4-13 15,-3-9 7 1,-3-4-4-16,0-5-1 0,5-7 2 16,5-10-5-1,10-6 5-15,8-7 8 0,9-1-7 16,3 0 7-16,3-6 3 15,2-13-20-15,0-7-2 16,0-7-4-16,12 0 4 16,8 2 0-16,3 4 0 15,1 5 0-15,0 9 0 16,4 6-1-16,2 5 0 16,-1 2 2-16,5 7-3 15,0 17 2-15,-2 7-4 16,1 5 4-16,0 1 1 15,1 2-1-15,1-1 0 0,0 0-3 16,-4 2-63-16,-2 4-79 16,-10 1-126-16,-19 2-209 15</inkml:trace>
  <inkml:trace contextRef="#ctx0" brushRef="#br2" timeOffset="112907.61">19262 4489 442 0,'0'0'211'16,"0"0"-177"-16,0 0 37 16,0 0 106-16,0 0-12 0,0 0-66 15,-66-38-67-15,46 36-4 16,-4-2 14-16,-1 4 0 16,-6-1 5-16,-4-1-6 15,-9 1-6-15,-5-3-6 16,-6 1 10-16,-1 1-2 15,-1-1-2-15,-2 3-3 16,4 0-3-16,3 0-13 16,-1 5 0-16,3 5-1 15,3 4-12-15,0 0 6 16,5 5-4-16,3 1 3 16,3 3-2-16,3 3-4 15,1 4 6-15,2 3 3 16,-1 4-10-16,5 4 14 15,4 4-9-15,5 2-5 0,6 3 5 16,2 1-4-16,4 4 2 16,5 7 1-16,0 7-2 15,0 2 5-15,7-1 1 16,11-6-9-16,5-3 2 16,9 2 2-16,7-5 1 15,8-3-5-15,6-1 5 16,11-3-5-16,9-4 2 15,10-2-1-15,3-1 5 16,6-1-6-16,5-3 4 16,4-4 2-16,0-5-5 15,3-5 5-15,3-7-2 0,-1-3-3 16,-2-8 1-16,0-4-2 16,-1-4-1-16,1 0-3 15,7-17 3-15,-1-3 1 16,-1-4 0-16,-5-2 2 15,-11-3-7-15,-8 0 3 16,-11-1 2-16,-7 0 2 16,-4-1 2-16,-2-1-5 15,-5-1 2-15,-4-2-2 16,-8 2 0-16,-7-1-2 16,-11 0 3-16,-4 0 0 15,-3-7 1-15,-6 1-1 16,-5-4 0-16,-3-4 0 15,-5 0-2-15,0-5 6 16,-1-1-4-16,-16-3 3 0,-4 0-3 16,-5 2 7-16,-4 3-6 15,-5 1 3-15,-6 2 8 16,-5-1-11-16,-4-1 3 16,-4 1 3-16,-1 3-5 15,-2 4-2-15,1 5 0 16,-5 7 0-16,-4 0-1 15,-5 5 1-15,-6 5-1 16,-4 2 0-16,0 7-8 16,1 5-9-16,7 5 0 0,6 2-16 15,11 0-20 1,10 0-30-16,13 3-74 0,13 6-92 16,9-1-188-1,10-7-79-15</inkml:trace>
  <inkml:trace contextRef="#ctx0" brushRef="#br2" timeOffset="113677.32">22142 2550 659 0,'0'0'240'16,"0"0"-167"-16,0 0 13 15,0 0 58-15,0 0-25 16,0 0-34-16,-6-52-43 15,9 52-41-15,15 18 3 16,10 12 22-16,11 11 10 16,8 5-26-16,8 2 4 0,5 2-4 15,1-5-6 1,-3-4-4-16,-13-10-1 0,-10-6 1 16,-12-6-52-16,-9-7-78 15,-9-6-10-15,-5-6-108 16,0-2 34-16,-19-22-186 15</inkml:trace>
  <inkml:trace contextRef="#ctx0" brushRef="#br2" timeOffset="113865.63">22443 2563 453 0,'0'0'592'0,"0"0"-512"16,0 0-34-16,0 0 20 15,0 0-34-15,0 0 29 16,-64 62-2-16,47-12-14 15,2 5-16-15,-1-1-13 0,2-3-13 16,3-5-3-16,4-5-10 16,3-8-70-16,4-6-52 15,0-10-99-15,18-16-154 16</inkml:trace>
  <inkml:trace contextRef="#ctx0" brushRef="#br2" timeOffset="114289.19">22819 2384 1081 0,'0'0'131'0,"0"0"-128"15,0 0 47-15,0 0 69 16,0 0-12-16,0 0-43 15,-30-56-64-15,24 65-3 16,-8 23 3-16,-3 12 9 16,0 14 5-16,6 7 3 15,6 2-5-15,5-2 2 16,1-3-7-16,21-11-6 16,5-9 0-16,4-14 3 15,1-10-3-15,-2-10 5 16,-2-8-1-16,-4 0 12 15,-3-15-7-15,-8-11 0 16,-5-4 1-16,-8-3-5 0,0-2 3 16,-4 4 0-16,-13 5-9 15,-5 8 0-15,-1 9-7 16,-6 9-18-16,-8 18-60 16,-10 29-121-16,-6 15-79 15,-9 14-201-15</inkml:trace>
  <inkml:trace contextRef="#ctx0" brushRef="#br2" timeOffset="115808.05">19584 5875 1015 0,'0'0'150'0,"0"0"-149"16,0 0 15-16,0 0 73 15,-94-37 3-15,71 33-25 16,-6 2-26-16,-7 2 1 16,-6 0-4-16,-5 0-2 15,-7 2-3-15,1 6-15 16,-2 3 4-16,-2 0 1 16,-5 0-7-16,-3 2-3 15,-2 2 2-15,-5-2-5 16,2 2 11-16,0 0-17 15,4 1 9-15,4-1 1 16,6 0 0-16,5 2-1 0,5 5-1 16,2-1-5-16,6 1 0 15,4 1-5-15,6-1 3 16,3 2 2-16,5 2-5 16,3 2-1-16,2 4 4 15,3 1-4-15,2 1-1 16,4 3 5-16,0 3-3 15,3-1 0-15,2 2-2 16,1-1 4-16,0 1-3 16,0-3 1-16,0 2-2 15,0 2 2-15,4-4 1 16,5 2-3-16,0-2 0 0,5-2 3 16,5-1-2-16,4-2 1 15,9-1 2-15,10-1-3 16,11 2 8-16,13-4-4 15,7 0-2-15,6 0 2 16,4 0-4-16,3 0-1 16,0 0 3-16,1-2 1 15,-1-2-3-15,0-1 1 16,5-1-1-16,8-5 3 16,6-2-4-16,7-5 2 15,5-4-2-15,0-1-4 16,-4 0 3-16,-9 1 1 15,-15 0 0-15,-14-1-2 0,-12 0 2 16,-5-3 0-16,-5 0 0 16,1-3-1-16,2 0 1 15,4 0 3-15,6-3-1 16,4-6-1-16,4 2 2 16,1-2 0-16,-3 2-3 15,-5 0-1-15,-8 2-4 16,-3 1 5-16,-2-1 0 15,-1-2 0-15,4-2-1 16,3-3 1-16,2-5 0 16,1 1 2-16,1-4-2 15,-8 1 1-15,-7 2 0 0,-12 0-1 16,-10 1 1-16,-4-2 1 16,-3-6-1-16,-1-3 3 15,-1-4-4-15,0-3 1 16,1-1-1-16,-1 1 0 15,2-1 2-15,-3 2-2 16,-4 2 0-16,-4-1 2 16,-6 1-3-16,-3-2 1 15,0-3 0-15,-3-5-3 16,-13-7 6-16,-5-7-2 16,-3-7-1-16,-2-6 2 15,-6 0-2-15,-1 7 0 16,-8 5 0-16,-7 9 5 15,-9 3-5-15,-11-1 13 16,-9 0-2-16,-8 1-10 0,-9 4 3 16,-3 7-4-16,-2 7 3 15,2 9-3-15,2 6-2 16,8 3 2-16,12 5-14 16,18 0-21-16,20 1 3 15,18 1-9-15,15-5-19 16,4-10-68-16,22-16-263 15,18-18-368-15</inkml:trace>
  <inkml:trace contextRef="#ctx0" brushRef="#br2" timeOffset="116453.45">22965 2378 699 0,'0'0'114'0,"0"0"-100"0,0 0 119 16,0 0 14-16,0 0-56 15,0 0-44-15,33-30-35 16,-17 35 0-16,12 21 29 16,5 8 7-16,5 7-2 15,5 3-13-15,5 1-19 16,-2-1 2-16,-1-4-12 16,-5-4 1-16,-9-3-4 15,-8-7-1-15,-10-5-46 16,-6-7-55-16,-5-4-59 15,-2-7-93-15,-5-3-106 0,-17-10 43 16</inkml:trace>
  <inkml:trace contextRef="#ctx0" brushRef="#br2" timeOffset="116636.2">23270 2427 994 0,'0'0'151'15,"0"0"-89"-15,0 0 1 16,0 0-15-16,0 0-35 15,0 0 7-15,-28 86 42 16,16-32-25-16,-1 10-31 16,-4-1 7-16,-1 0-13 15,1-3 0-15,4-9-57 0,7-9-74 16,6-7-90-16,0-18-157 16</inkml:trace>
  <inkml:trace contextRef="#ctx0" brushRef="#br2" timeOffset="117188.48">23683 2633 1099 0,'0'0'30'15,"0"0"-26"-15,30-91 49 0,-20 59 26 16,-1-2-28-1,-2 2-20-15,-4-1-17 0,-2 1-4 16,-1 4 5-16,0 3-8 16,-1 9 12-16,-11 5 29 15,-1 5-25-15,-2 2-10 16,-2 4-13-16,-3 0 5 16,0 0-4-16,-2 6-1 15,4 6 3-15,4-1-1 16,6 0-2-16,5 0 0 15,3 2-4-15,0 3-4 16,4 3 6-16,12 2 1 0,4 3 1 16,5 3 6-1,0 4-5-15,5 1 4 0,0 8-5 16,2-2 0 0,-7 3 0-16,-5 0-1 0,-10-5 1 15,-8-5-3-15,-2-3 3 16,0-5 3-16,-12-9 7 15,-7-4 17-15,-5-3 19 16,-10-4 2-16,-8-3 4 16,-7 0-23-16,0-6-8 15,5-11 5-15,11-1 2 16,13-3-4-16,13 2-10 16,7-3-14-16,0-1-6 15,20-3-14-15,17-3-35 16,16 2-30-16,15 3-79 15,4-1-87-15,-3 0-275 16</inkml:trace>
  <inkml:trace contextRef="#ctx0" brushRef="#br2" timeOffset="117454.2">24063 2054 1295 0,'0'0'27'0,"0"0"-27"16,0 0-9-16,0 0 9 0,-3 114 71 15,12-29 9 1,11 10-34-16,7 8-12 0,1 9-7 16,3-3-12-1,-4-3-14-15,-6-11 5 0,-3-11-6 16,-4-13-14-16,-8-17-52 15,-2-14-68-15,-4-19-32 16,-4-21-282-16</inkml:trace>
  <inkml:trace contextRef="#ctx0" brushRef="#br2" timeOffset="118503.92">24215 2059 929 0,'0'0'349'16,"0"0"-347"-16,0 0 12 16,0 0 76-16,0 0 9 15,-112-41-61-15,72 41-1 16,-9 0 0-16,-11 0-13 15,-9 0 11-15,-11 5 0 16,-8-1-14-16,-13 2 10 16,-16-1-4-16,-12 1-11 15,-13 1-1-15,-10 2-12 0,-3 0 4 16,-5 1-2-16,-1-1-2 16,11 0 2-16,16-1 3 15,17 0 1-15,20-2 9 16,13-2-16-16,11 1 5 15,9-2-7-15,2 1 1 16,0 1-2-16,-1 1 1 16,-3 2 0-16,1-3 0 15,2 2 0-15,6-3 0 16,8-3 3-16,7-1 0 16,9 0 9-16,1 0-3 15,4 0 0-15,3-7-2 16,1 1-6-16,3-1 4 15,1 3-2-15,3 0-3 16,6 2 1-16,2 1-1 0,6 1 0 16,3 0 0-16,0 0 2 15,0 0-4-15,0 0 2 16,0 0-6-16,0 0 4 16,0 0-3-16,0 0-1 15,-4 11 6-15,1 13-6 16,2 10 4-16,1 8 2 15,0 13-1-15,0 8 0 16,14 16 2-16,5 10 3 16,4 9 2-16,0 3-3 15,3-3-1-15,-3-7-1 16,-3-8 2-16,-2-9-1 0,-4-4-2 16,-1-11 2-1,-3-10 1-15,-3-9 0 0,0-7-3 16,-4-11 1-16,1-7 1 15,-3-7-1-15,2-5-1 16,-1-3 0-16,3 0 0 16,3 0-5-16,8 1 5 15,10 1 7-15,10-1-2 16,12 1 4-16,12-1-5 16,15-1 0-16,17 0-1 15,19 0 2-15,19 0-1 16,12 5 2-16,13-1-6 15,3 4-2-15,-5 1-2 0,0 0 4 16,-7-1 0 0,-5-3 3-16,-9-1-3 0,-3-2 2 15,-12 0-1-15,-14-2 0 16,-16 0-1-16,-16 0 0 16,-16 0-3-16,-10 0 5 15,-9 0-3-15,-8-4 2 16,-10 4 0-16,-5 0-1 15,1 0 2-15,-4 0-2 16,1 0 0-16,-1 0-7 16,-3 0-20-16,-4 0-31 15,3 0-21-15,0-7-99 0,-1-10-256 16</inkml:trace>
  <inkml:trace contextRef="#ctx0" brushRef="#br2" timeOffset="120170.58">23606 3634 1198 0,'0'0'98'16,"0"0"-95"-16,0 0 24 15,0 0 93-15,0 0-11 16,0 0-57-16,0 0-32 16,-42-58-20-16,42 58-10 15,0 2 10-15,16 20 0 16,4 12 5-16,6 13 24 16,6 15-4-16,1 14-6 15,6 11 9-15,-2 9-5 0,1 12 8 16,-1 9-12-1,-4 12 4-15,-2 10-8 0,-8 7-4 16,2 6-1 0,-3 6 0-16,0 3-7 0,1 1 32 15,-3 0-9-15,-3-4-13 16,-6-2 7-16,-2-7-5 16,-5-8-5-16,-3-8 0 15,-1-4-8-15,0-12 7 16,-12-7-6-16,-3-11-1 15,-4-6 2-15,5-6 1 16,0-7-2-16,3-6 0 16,1-7-1-16,1-7 5 15,2-4-7-15,1-6 0 0,1-5 4 16,0-2-3-16,2-1 1 16,-3-4-2-16,-1 1 3 15,3-3-3-15,-1-3 0 16,1-5 0-16,3 0 0 15,-1-3 0-15,-1-1 0 16,1-4 0-16,0-2 0 16,1 0 0-16,-1-2 0 15,0 4 0-15,1 3 0 16,-6-2 0-16,0 2 0 16,2-1 0-16,-2 0 0 15,3-3 0-15,-2 0 0 16,3 0 0-16,-1 0 0 15,0-3 0-15,1 4 0 16,-1-4 0-16,1 3 0 0,1-3 0 16,0-2 0-16,1-1 0 15,-2-2 0-15,-1 1 0 16,-1 1 0-16,-2 4-3 16,-1 1 0-16,-2 2 3 15,0 0 0-15,0 4 1 16,0-4-1-16,0 4 1 15,0-1-1-15,2 1 0 16,-1 1 0-16,3 0-1 16,0 0 1-16,3-3 0 15,2-1 0-15,-3-5-2 16,2-6 0-16,1-2-1 0,1-3-1 16,-2 0 0-16,-1 1 1 15,-1 2 3-15,1 2-1 16,-2 0 1-16,0-1 0 15,0-2 1-15,1-1 1 16,1-2-4-16,2-1-1 16,-3-1 1-16,4-2 2 15,-2 0-7-15,1 0 5 16,-2 0 2-16,-4 0 0 16,1-2 0-16,-5-8 0 15,1-5 0-15,-1-6 0 16,1-5-8-16,0-4 8 0,1 1 0 15,4 2 0-15,3 6-1 16,-1 8 3-16,3 7 1 16,-2 3 1-16,2 3-2 15,0 0 4-15,0 0-3 16,0 0-3-16,0 0-1 16,0 0-1-16,0 9 2 15,4 8 1-15,4 2 3 16,1 3-4-16,-3 5 1 15,-2 1 0-15,-1 0 6 16,0-1-6-16,1-3 3 16,0-5-4-16,2-4 1 15,-2-8-3-15,2-5 2 0,-1 1-7 16,3-3 1-16,2 0-2 16,6 0 5-16,3-14 1 15,3-9-2-15,3-2 3 16,-1-3-1-16,-3 2-4 15,-4 3 0-15,-6 2-3 16,1 1-2-16,0-1 4 16,2 1-20-16,-3 0 8 15,-1 6-7-15,-7 5-1 16,-3 5-11-16,0 4-30 16,-21 1-20-16,-13 19-11 15,-9 6-67-15,-6 2-40 0,2-3-292 16</inkml:trace>
  <inkml:trace contextRef="#ctx0" brushRef="#br2" timeOffset="128018.49">23270 3968 147 0,'0'0'140'0,"0"0"-125"16,0 0-8-16,0 0 20 15,0 0 38-15,0 0 10 16,0 0-11-16,0 0 25 16,-10 10 15-16,10-10-7 15,0 0-5-15,0 0-5 16,0 0 3-16,0-12-26 16,0-6-54-16,-3-4-1 15,-5 2 14-15,-2 0 10 16,-2 2-10-16,-1 5 12 15,-1 3-8-15,4 6-10 16,0 4 7-16,-1 0-9 0,-3 18-15 16,-1 15-7-1,3 12 5-15,4 8 1 0,8-1 1 16,0-4 0-16,5-7-2 16,13-12 2-16,4-10 0 15,1-11-1-15,3-8 1 16,0 0 5-16,-3-12 2 15,-4-14-5-15,-6-4 2 16,-4-6-4-16,-6-5 5 16,-3-1-2-16,0 1 0 15,0 3-1-15,0 6 0 16,-6 8-2-16,2 11 1 16,1 8 0-16,3 5 9 15,-2 0-10-15,2 0-2 0,0 6-17 16,0 16 4-16,0 13 14 15,3 10 2-15,7 8 1 16,4 2-2-16,-1 1 0 16,-1 0 1-16,-3-2-1 15,-2-5 0-15,-4-3-1 16,-3-10 1-16,0-6-1 16,-6-9 1-16,-7-5 5 15,-4-3 24-15,1-3-5 16,-6-4-3-16,-4-1 9 15,2-3-11-15,2-2-9 16,2 0-7-16,5 0 10 16,-2-10-13-16,1-5-6 0,0 0-84 15,3 1-34-15,8 1-64 16,5-4-139-16,0 0-404 16</inkml:trace>
  <inkml:trace contextRef="#ctx0" brushRef="#br2" timeOffset="128405.45">23535 3915 699 0,'0'0'379'0,"0"0"-352"15,0 0 3-15,0 0 88 16,0 0-38-16,0 0-73 15,-48 49-4-15,37 9-3 16,2 7 9-16,6 1-6 16,3-8 0-16,0-9-2 15,6-8-1-15,11-8 0 16,5-12 2-16,0-7-2 16,-3-12 7-16,-5-2-5 15,-1 0 18-15,-4-8 11 16,-2-8 23-16,-4-6-20 15,-3-2-2-15,0 0-4 16,-12 0-14-16,-9 0-10 0,-4 6 1 16,0 4-5-16,5 7-4 15,4 5-1-15,6 2 0 16,9 0-64-16,1 3-64 16,1 5-55-16,25-5-170 15,9-3-190-15</inkml:trace>
  <inkml:trace contextRef="#ctx0" brushRef="#br2" timeOffset="129003.13">23750 3808 941 0,'0'0'72'0,"0"0"-66"16,-73-104 41-16,49 78 83 15,-1 7-42-15,0 5-36 16,-4 6-24-16,0 1-3 16,-5 4 5-16,-6 1-16 15,-7 2-6-15,-8 0 6 16,-7 7-6-16,-1 6-1 16,2 9 7-16,6 2-2 15,3 4-2-15,4 9 9 16,1 10-1-16,5 10-9 15,9 8 7-15,8 10-14 16,9 7 6-16,12 2-4 16,4 5-3-16,1-6 3 0,21-1 0 15,10-8-2-15,4-8 4 16,8-8-6-16,6-8 5 16,5-6-4-16,10-8 1 15,9-9-1-15,5-9 0 16,6-9-1-16,2-9-1 15,2-3 1-15,2-21 5 16,-2-8-5-16,-7-5-1 16,-10-4 1-16,-15-6 4 15,-8-2-1-15,-9-8 1 16,-11-6-1-16,-7-8 1 16,-12-9 0-16,-10-11 5 0,0-7-4 15,-23-9-2-15,-17 1-1 16,-9 6-2-16,-6 14 3 15,0 17 0-15,2 18 0 16,1 15-3-16,1 16-10 16,1 16-3-16,2 4-95 15,3 26-102-15,5 15-150 16,5 7-264-16</inkml:trace>
  <inkml:trace contextRef="#ctx0" brushRef="#br2" timeOffset="133500.58">22672 8644 969 0,'0'0'122'16,"0"0"-113"-16,0 0-7 16,0 0 5-16,0 0 97 15,0 0-34-15,0 0-37 16,-84-5-10-16,81 3 2 15,-2 1 3-15,0-3 1 16,-2 2 4-16,0-5-1 16,1 1-3-16,-1-1-8 15,0-5 4-15,0-1-10 16,3-7-7-16,-3-3 1 16,2-5-5-16,0-3 3 15,0-6 2-15,0-2-3 0,1-3 2 16,1-8-4-16,0-4-4 15,3-8 1-15,0-8 3 16,0-8-4-16,5-9 0 16,8-9 0-16,4-8 0 15,2-6 0-15,2-9 0 16,1-2 0-16,-2-1-7 16,-2 3 7-16,-2 3 0 15,-2 5-1-15,1 2 2 16,1 4-3-16,-2-2 5 15,3-6-7-15,1 0 4 16,2 1 0-16,2 1 0 16,0 8-1-16,0 8 0 0,-2 7 1 15,-3 8 1-15,-1 7-1 16,0 6-7-16,-3 4 6 16,4 4 0-16,-2 3-13 15,2 4 12-15,-1 2-5 16,1 3 7-16,-2 0 0 15,-2 3 0-15,1 0 0 16,-2-2 0-16,-2 6 0 16,-3 2-1-16,-1 2 1 15,0 5 0-15,-2 4-1 16,-1 3 1-16,0 4 0 16,-1 7 0-16,0 4-1 15,0 4 1-15,-2 4-1 0,0-1-1 16,0 2 1-1,0 0-3-15,0 0 3 0,0 0 1 16,0 0-1-16,0 0-1 16,0 0-1-16,0 0-6 15,0 0 1-15,0 0-4 16,-4 9 12-16,-4 3 0 16,-2 2 0-16,0 1 0 15,-3-2 0-15,1 2 0 16,-2 1-1-16,2-3 1 15,1 2 0-15,1-2 0 16,3-3 0-16,4-4 1 0,3-6-1 16,0 0 0-16,0 0 6 15,0 0-6-15,0 0 7 16,0 0 0-16,0 0-1 16,0-3 2-16,5-11-8 15,8-2 1-15,0-1-2 16,3 3-1-16,-3 5 2 15,-1 5-1-15,-4 0 1 16,1 4-4-16,4 2-9 16,3 21-6-16,11 19-95 15,0 11-85-15,-6-1-306 16</inkml:trace>
  <inkml:trace contextRef="#ctx0" brushRef="#br2" timeOffset="134977.03">18499 4109 870 0,'0'0'117'0,"0"0"-111"16,0 0-5-16,0 0 9 15,0 0 45-15,0 0 21 16,0 0-23-16,0 0-24 16,0 0-11-16,0 0-6 15,0 0 1-15,0 0 8 16,0 0 4-16,0 0 4 16,0 0 4-16,0 0-1 15,2 0-3-15,-2 0 7 0,0 0-14 16,0 0-5-1,0 0-14-15,1 0-3 0,1 0-7 16,-1 0-81-16,1 0-85 16,0 0-138-16,-2 0-213 15</inkml:trace>
  <inkml:trace contextRef="#ctx0" brushRef="#br2" timeOffset="135530.74">18463 5605 952 0,'0'0'282'0,"0"0"-254"0,0 0-28 15,0 0 0-15,0 0 1 16,0 0 4-16,0-18-5 16,0 18-74-16,0 2-198 15,-11 12-191-15</inkml:trace>
  <inkml:trace contextRef="#ctx0" brushRef="#br2" timeOffset="135906.62">18310 6989 1098 0,'0'0'170'0,"0"0"-170"16,0 0-198-16,0 0 68 15,0 0-161-15</inkml:trace>
  <inkml:trace contextRef="#ctx0" brushRef="#br2" timeOffset="137615.05">18502 3991 583 0,'0'0'26'0,"0"0"-17"15,0 0-6-15,0 0 25 16,0 0 53-16,0 0 2 15,0 0-22-15,0-17-26 16,2 17-18-16,5 0-17 16,3 0-15-16,5 0-41 15,3 0-130-15,-8 0-134 16</inkml:trace>
  <inkml:trace contextRef="#ctx0" brushRef="#br2" timeOffset="138178.95">19062 5829 871 0,'0'0'93'0,"0"0"-77"0,0 0-16 15,0 0 2-15,0 0 2 16,0 0 7-16,0 0-7 16,0 0-4-16,0 0-4 15,0 0-50-15,0 0-111 16,-1 6-92-16,-18 0-56 15</inkml:trace>
  <inkml:trace contextRef="#ctx0" brushRef="#br2" timeOffset="138665.68">18937 7217 1165 0,'0'0'72'0,"0"0"-71"0,0 0 2 16,0 0 4 0,0 0-7-16,0 0-2 0,0-6-129 15,0 6-132-15,-14 0-304 16</inkml:trace>
  <inkml:trace contextRef="#ctx0" brushRef="#br2" timeOffset="139951.08">18708 4053 860 0,'0'0'60'0,"0"0"-51"15,0 0-9-15,0 0-86 16,0 0-130-16,0 0 103 15,7-9 38-15,-7 9 20 16,0 0-211-16</inkml:trace>
  <inkml:trace contextRef="#ctx0" brushRef="#br2" timeOffset="140370.19">19203 5904 536 0,'0'0'65'15,"0"0"-65"-15,0 0 7 16,0 0 33-16,0 0 44 0,0 0-32 16,1 2-47-1,-1-2-5-15,0 0-145 0,0 0-146 16</inkml:trace>
  <inkml:trace contextRef="#ctx0" brushRef="#br2" timeOffset="140782.45">18452 6933 925 0,'0'0'33'0,"0"0"-33"16,0 0-201-16,0 0-38 16,0 0 142-16,0 0 65 15,-18-35-315-15</inkml:trace>
  <inkml:trace contextRef="#ctx0" brushRef="#br2" timeOffset="143698.58">23204 4639 757 0,'0'0'115'0,"0"0"-108"0,0 0 2 16,0 0 46-16,0 0 93 15,0 0-37-15,-12 0-43 16,12 0-22-16,0 0 3 15,0 0-4-15,12 0-20 16,9 0-9-16,13 0 11 16,9-4-5-16,15-3-12 15,10 1 0-15,2-1-4 16,0 1-4-16,-5 2-2 16,-7 2 0-16,-6 1-1 15,-11 1 1-15,-11 0-22 16,-14 0-111-16,-16 3-101 15,0 3-129-15,-30-2-126 16</inkml:trace>
  <inkml:trace contextRef="#ctx0" brushRef="#br2" timeOffset="143893.34">23204 4841 1296 0,'0'0'61'0,"0"0"-61"16,0 0-23-16,0 0 23 16,121-20 45-16,-44 7-8 15,15-1-26-15,10 3-8 0,5 0-3 16,-5 5-10 0,-10 3-156-16,-23-5-332 0</inkml:trace>
  <inkml:trace contextRef="#ctx0" brushRef="#br2" timeOffset="149398.19">23629 4712 307 0,'0'0'278'0,"0"0"-169"15,0 0-97-15,0 0 16 16,0 0 60-16,0 0 5 16,0 0-34-16,0 0-2 15,-7 0 17-15,5 0-14 16,2 0-8-16,-2 0 0 16,2 0-25-16,0 0 9 15,0 0 0-15,0 0 1 16,0 0 12-16,0 0-6 15,0 0-3-15,0-2-7 16,0 1-14-16,0-4-1 16,0 2-1-16,0 3-2 0,0-3-2 15,0 3-6-15,0 0 1 16,0 0 5-16,0 0-13 16,0 0 8-16,0 0-8 15,0 0 1-15,0 0 0 16,0 0 0-16,0 0 0 15,0 0-2-15,0 0-2 16,0 0 0-16,0 0 2 16,0 2-3-16,5 17 3 15,1 12 0-15,4 15 1 0,3 8 7 16,0 14-5 0,3 11 1-16,1 8 4 0,2 8-4 15,-4 4 6 1,-2 3 2-16,-1 3 9 0,-4 1 1 15,1 2-9-15,-1-1 2 16,0-1 1-16,4-3 2 16,-2-5-3-16,0 2-4 15,0-4 1-15,-3-2 2 16,0-4-11-16,-3-8 9 16,0-3-7-16,-1-5 1 15,1 0 2-15,-3-5 0 16,1-3 2-16,-1-4 0 15,2-3-9-15,0-2 7 16,0-1-5-16,1-2-1 16,0-3 1-16,1-2 0 15,-1 0-1-15,-3-2 2 0,-1 5-2 16,0-2-1-16,0-1 0 16,0-2 2-16,0-1 1 15,0-3-1-15,0-6 1 16,0-3-3-16,0-2 1 15,0 1-4-15,0 2 6 16,0 1-2-16,0 4-1 16,0-5 2-16,0-2-2 15,0-1 0-15,0-5 3 16,0 0-4-16,0 0 1 16,0-1 0-16,0-2-1 0,0 0 2 15,0-2-1-15,-1-2 0 16,-1-2 1-16,2-5-1 15,-2-2 0-15,2-3 0 16,0-4-1-16,0-1 0 16,0-1 1-16,0 0 0 15,0-2 3-15,0 1-4 16,0-1 2-16,0 0-1 16,0 0 0-16,0 0 0 15,0 0 0-15,0 0 0 16,0 0 2-16,0 0-2 15,0 0 0-15,0 0 1 16,0 0-1-16,0 0-7 16,0 0 6-16,0 0 1 0,0 0-3 15,0 0 2-15,0-3 0 16,0-2 1-16,0 1 0 16,0 0-8-16,0-3 2 15,0 1 2-15,0-1-5 16,0-1 2-16,0-1-2 15,0 1-1-15,0 0 6 16,0 3-11-16,-2 2 4 16,1 0-15-16,-4 0-18 15,0 3-20-15,-4 0-59 16,-2 0-157-16,-6 0-149 16,-3 0-371-16</inkml:trace>
  <inkml:trace contextRef="#ctx0" brushRef="#br1" timeOffset="177193.98">1421 8772 763 0,'0'0'188'0,"0"0"-167"15,0 0 11-15,0 0 81 16,0 0-32-16,0 0-32 15,0-9-27-15,0 9-7 16,0 0-2-16,1 3-13 16,9 28-3-16,4 15 3 15,4 20 60-15,1 9-29 0,-1 5-21 16,-4-2-8-16,-1-6 3 16,-2-8-4-16,1-10-1 15,-2-10 0-15,0-10-50 16,0-6-65-16,-1-12-148 15,-6-12-185-15</inkml:trace>
  <inkml:trace contextRef="#ctx0" brushRef="#br1" timeOffset="177591.56">1795 8917 582 0,'0'0'660'0,"0"0"-649"15,0 0-11-15,0 0 0 16,0 101 0-16,0-50 1 16,0 6 12-16,10-9-5 15,7-9-6-15,3-10-1 16,0-11 0-16,0-9 5 15,-3-6-3-15,1-3 3 16,-1-2 14-16,-2-21 2 16,-2-10-6-16,-3-10 19 15,-6-8-4-15,-4-2 1 0,0 4-6 16,-15 5 3 0,-12 9 0-16,-1 11-29 0,1 8-5 15,0 12 4-15,4 4 0 16,-1 0-1-16,7 18-92 15,6 7-60-15,9 1-102 16,2-4-79-16,10-7-72 16</inkml:trace>
  <inkml:trace contextRef="#ctx0" brushRef="#br1" timeOffset="177907.98">2109 9010 946 0,'0'0'52'16,"0"0"-48"-16,-8 105-4 0,8-61 33 16,0-1 13-16,5-2 0 15,13-8-21-15,6-11-13 16,4-11 7-16,2-11 17 16,2 0-5-16,-3-13-2 15,-3-13 11-15,-4-4 6 16,-9-5 11-16,-7-2 8 15,-6 1-13-15,-3 2-13 16,-18 5-8-16,-4 3-19 16,0 5 0-16,0 3-4 15,2 5-8-15,3 4-5 16,6 5-29-16,6 3-58 0,6 1-28 16,2 0-24-16,0 0-132 15,18-3-185-15</inkml:trace>
  <inkml:trace contextRef="#ctx0" brushRef="#br1" timeOffset="178126.59">2447 8816 1069 0,'0'0'138'0,"0"0"-138"15,0 0-5-15,0 0 5 16,17 86 35-16,-4-23 17 15,3 8-28-15,-3 6-7 0,-2-1-7 16,0-5-6-16,-3-9 1 16,-2-11-5-16,3-11-39 15,-2-12-74-15,-1-14-225 16,-1-14-171-16</inkml:trace>
  <inkml:trace contextRef="#ctx0" brushRef="#br1" timeOffset="178574.53">2904 9145 248 0,'0'0'1084'0,"0"0"-1084"16,0 0-53-16,87-10 53 15,-32 5 34-15,17 1-3 16,13-4-11-16,12 0-9 16,3 2-6-16,-2-4-3 15,-5 0-2-15,-11-1 0 16,-15 2 1-16,-15 0-1 16,-17 6 0-16,-15 0 4 15,-12 3-4-15,-6 0 10 16,-2 0 57-16,0-1 13 15,0-1-20-15,-10-4-27 16,-6 1-5-16,-3-5-23 0,2 4-3 16,2 0 1-16,5 3 1 15,5 3 1-15,5 0-5 16,0 0-4-16,0 0-6 16,0 5-6-16,0 12 10 15,0 7 2-15,5 1-9 16,1-1-131-16,4-2-58 15,0-4-172-15,-1-7-242 16</inkml:trace>
  <inkml:trace contextRef="#ctx0" brushRef="#br1" timeOffset="179207.53">4708 8841 1040 0,'0'0'71'0,"0"0"-54"0,0 0-10 16,-14-87 83-1,3 72-1-15,-5 6-39 0,-2 8-5 16,-3 1-2 0,-5 9-31-16,3 16-8 0,0 12 1 15,4 4-3-15,9 2 17 16,7 1-9-16,3-6-9 16,1-6 2-16,19-8-1 15,5-11 0-15,6-8 3 16,2-5-5-16,-3 0-4 15,-7-18-20-15,-2-6 2 16,-10-7 13-16,-2-3 7 16,-6-2 0-16,-3-3-1 15,0 3 3-15,0 6 3 0,0 9-2 16,0 9 1 0,0 10-2-16,0 2-5 0,10 16-28 15,3 22 29-15,6 13 4 16,1 15 6-16,-3 3 3 15,-8 1-1-15,-3-2 1 16,-6-8-1-16,0-8 10 16,-19-7 14-16,-9-8 6 15,-6-9 21-15,-4-8-24 16,-1-7-9-16,3-5-4 16,-1-6-10-16,2-2-4 15,3-2-8-15,6-18-1 16,5-1-16-16,13-1-58 15,8-1-89-15,3 2-53 16,29-3-254-16,10-1-289 0</inkml:trace>
  <inkml:trace contextRef="#ctx0" brushRef="#br1" timeOffset="179540.36">5112 8846 1274 0,'0'0'132'16,"0"0"-124"-16,0 0-8 0,0 0 39 15,-97 42-4 1,82 12 0-16,9 11-6 0,6 6-16 16,0-7-2-16,18-10-9 15,12-13-2-15,7-17 5 16,6-15 2-16,-1-9-1 15,-4 0-2-15,-7-20 7 16,-10-5-3-16,-11-2-2 16,-10-2 9-16,0 1 10 15,-15 0-13-15,-15 4-10 16,-7 7-2-16,-1 9-2 16,-4 8-27-16,-3 14-68 15,-5 23-124-15,-5 11-272 16</inkml:trace>
  <inkml:trace contextRef="#ctx0" brushRef="#br1" timeOffset="180190.99">1273 10247 797 0,'0'0'227'0,"0"0"-210"15,0 0 7-15,0 0 80 16,0 0-26-16,0 0-44 16,-11 31-31-16,11 18 30 0,5 15 28 15,-3 1-36 1,-2 0-1-16,0-3-7 0,0-4-12 16,0-6-2-16,0-6-3 15,0-2 0-15,0-11-56 16,6-5-119-16,6-15-141 15,3-13-149-15</inkml:trace>
  <inkml:trace contextRef="#ctx0" brushRef="#br1" timeOffset="180640.93">1603 10437 963 0,'0'0'220'16,"0"0"-220"-16,0 0-2 16,0 0 2-16,0 0 0 15,0 0 9-15,-5 69 10 16,5-34 2-16,0 0-7 15,0-10-6-15,7-4-2 16,4-9 5-16,1-4-6 16,0-6 14-16,1-2-8 15,2 0-2-15,4-9 7 0,-1-10 1 16,-1-8 16-16,-4-5 8 16,-5 3-16-16,-6 0-1 15,-2 2 8-15,-2 3 5 16,-19-2-18-16,-4 2-16 15,-1 4 3-15,3 5-6 16,4 8 0-16,6 5-1 16,6 2-13-16,6 0-77 15,1 14-36-15,1 6-40 16,23 1-107-16,6-2-92 16</inkml:trace>
  <inkml:trace contextRef="#ctx0" brushRef="#br1" timeOffset="180973.92">1956 10456 978 0,'0'0'267'0,"0"0"-267"16,0 0-7-16,0 0-9 15,0 0 16-15,0 0 15 16,33 79-8-16,-9-61-4 15,-1-6 9-15,0-5-11 16,-4-7-1-16,-1 0 0 16,-3 0 20-16,-2-15 30 0,-3-3-4 15,-3-6-1 1,-7-1 19-16,0 1-11 0,0-1-13 16,-17 5-13-16,-2 0-20 15,-1 7-2-15,4 3-3 16,5 4-2-16,4 6-12 15,2 0-51-15,0 0-70 16,5 16-18-16,0-1-111 16,8-6-69-16,16 0-30 15</inkml:trace>
  <inkml:trace contextRef="#ctx0" brushRef="#br1" timeOffset="181268.13">2354 10234 404 0,'0'0'631'0,"0"0"-571"15,0 0-51-15,0 0 19 16,0 0 3-16,0 0-23 15,11 39-1-15,-2 2 30 16,3 7 10-16,-5 2-23 16,0 4-13-16,-1-5-2 15,-5-4-8-15,1-2 1 16,-2-4-2-16,0-6-137 0,1-11-170 16,3-10-132-16</inkml:trace>
  <inkml:trace contextRef="#ctx0" brushRef="#br1" timeOffset="181586.17">2542 10450 937 0,'0'0'210'15,"0"0"-210"-15,0 86 0 16,12-60 0-16,6-8 6 0,6-6 30 15,3-6-25-15,1-6 4 16,-3 0 2-16,-1-9 13 16,-7-8 37-16,-9-2 3 15,-3-2 23-15,-5-5-20 16,0 1-14-16,-5 0-30 16,-13-2-20-16,-4 5 1 15,2 9-1-15,4 4-8 16,5 7-2-16,2 2-35 15,4 0-90-15,5 11-72 16,0 7-55-16,5 2-262 16</inkml:trace>
  <inkml:trace contextRef="#ctx0" brushRef="#br1" timeOffset="182006.61">3131 10461 1264 0,'0'0'211'0,"0"0"-211"16,0 0-139-16,0 0 139 16,147-5 25-16,-68 5-9 15,9 0-13-15,4 0-3 0,7-6-2 16,-1-10 1-1,-5-2 1-15,-15 1 0 0,-19 4 2 16,-21 2-1-16,-16 5-1 16,-11 2 5-16,-7 1-1 15,-4 3 31-15,0 0 28 16,0 0-8-16,0-1-13 16,-1-4-18-16,-12-1-5 15,-2-3-9-15,1 0-6 16,2 4-4-16,3 3 1 15,6 2-1-15,3 0-3 16,0 0-4-16,0 5-12 16,0 16 2-16,0 10 11 15,0 2-105-15,0 0-61 0,8-5-104 16,8-5-179 0</inkml:trace>
  <inkml:trace contextRef="#ctx0" brushRef="#br1" timeOffset="182640.33">4875 10222 812 0,'0'0'446'0,"0"0"-425"16,0 0-17-16,0 0 9 16,0 0 54-16,0 0-10 15,-84-49-41-15,67 60-7 16,-1 15-1-16,0 11 6 16,2 1 8-16,9 2-10 15,4-4 5-15,3-9-12 16,4-5 2-16,16-7-5 15,5-8 5-15,5-5-6 16,-2-2-1-16,3-5-38 16,-6-12 3-16,-6-3-13 0,-6-4 38 15,-8-3 10-15,-4-5 2 16,-1-4-1-16,0 3 2 16,-6 2-1-16,-4 6 3 15,1 10-1-15,4 8 8 16,3 7 12-16,2 0-24 15,0 9-10-15,0 23-2 16,0 12 12-16,4 9 9 16,8 8-5-16,1 0 0 15,-1 1 8-15,-2-1-7 16,-3-6 1-16,-6-5-1 16,-1-3-5-16,0-7 13 15,-8-6 6-15,-11-5 3 16,-6-8 12-16,-2-2-11 15,-1-8 2-15,1-5-15 0,1-3-4 16,0-3-1-16,4 0-3 16,5-18-2-16,6-5-42 15,10-4-99-15,1-3-3 16,16-4-104-16,16-1-225 16</inkml:trace>
  <inkml:trace contextRef="#ctx0" brushRef="#br1" timeOffset="183007.13">5097 10330 1248 0,'0'0'78'0,"0"0"-76"0,0 0 3 15,0 0 42-15,-82 111 3 16,79-53-11-16,3 3-8 15,7 1-7-15,14-5-11 16,8-14-8-16,4-8 0 16,5-17-5-16,1-10-3 15,0-8-26-15,-6-3-1 16,-6-17 14-16,-7-3 7 16,-9-5 9-16,-5-2 0 15,-6 1 11-15,-4 1 9 16,-22 2 2-16,-12-1 4 0,-4 6-11 15,1 9-2 1,3 10 3-16,6 2-10 0,7 1-6 16,8 14-4-16,7 4-1 15,10 2-25-15,0-1-118 16,18-6-108-16,11-10-259 16</inkml:trace>
  <inkml:trace contextRef="#ctx0" brushRef="#br1" timeOffset="183323.58">5356 10469 1190 0,'0'0'130'0,"0"0"-127"16,0 100-3-16,15-60 4 15,9-5 19-15,4-7-4 16,4-10-17-16,-2-9 1 15,-2-9-3-15,1 0 0 16,-7-14-23-16,-2-12 23 16,-5 0 11-16,-5-10 38 15,-7-1 12-15,-3 0 3 16,-9-1-17-16,-17 5-36 16,-7 9 2-16,-2 5-6 15,1 11-7-15,3 8-1 0,3 9-11 16,7 18-69-1,8 8-55-15,7-4-67 0,6-6-226 16</inkml:trace>
  <inkml:trace contextRef="#ctx0" brushRef="#br1" timeOffset="183576.03">5800 10160 620 0,'0'0'662'0,"0"0"-638"15,0 0-24-15,0 0 0 0,1 113 51 16,19-32 3-16,0 4-8 16,0-3-15-16,-5-6-19 15,-1-9-6-15,-4-9-5 16,-3-6-2-16,-4-10 1 15,-3-9-89-15,0-12-125 16,0-14-378-16</inkml:trace>
  <inkml:trace contextRef="#ctx0" brushRef="#br1" timeOffset="184257.51">5988 10053 1145 0,'0'0'297'0,"0"0"-293"15,-105-29 1-15,55 29 10 16,-14 0 53-16,-14 0-19 16,-14 1-20-16,-18 7 9 15,-13-1-9-15,-12-1-13 16,-2 1 3-16,-2 0-3 15,7 0-12-15,13-1 11 16,16-1-3-16,24-2-10 16,26-2-2-16,19 1 3 0,14-1 1 15,10-1 1 1,5 0-3-16,5 0-1 0,0 0 2 16,0 0-3-16,0 0 2 15,0 0 0-15,0 0 0 16,0 0 4-16,0 0-3 15,0 0 6-15,0 0-1 16,0 0 0-16,0 0-4 16,0 0-1-16,0 0-4 15,0 0 1-15,0 5-6 16,0 7 3-16,0 13-7 16,-2 17 10-16,2 16 0 15,0 14 4-15,0 11-4 16,0 1 2-16,4 0 2 15,2-1-4-15,1-10 2 0,2-4-1 16,-2-7-1-16,2-9 3 16,0-12-3-16,1-7 1 15,0-8-1-15,3-8 1 16,2-2-1-16,6-5 1 16,17-5-1-16,18-3 1 15,19-3 7-15,22-3-2 16,22-8-6-16,11-2-8 15,16-7 8-15,8 0 1 16,-2 0-1-16,-10 0-4 16,-11 5-9-16,-18 6-15 15,-19 9 3-15,-28 0-61 0,-28 4-146 16,-38 16-253 0</inkml:trace>
  <inkml:trace contextRef="#ctx0" brushRef="#br1" timeOffset="190439.26">1073 8456 394 0,'0'0'531'16,"0"0"-474"-16,0 0-22 16,0 0-19-16,0 0 7 15,0 0 11-15,0 0-10 16,8 51 34-16,5 1-11 16,6 21-5-16,0 18-7 15,-1 12 3-15,-3 10-9 0,0 1-5 16,-3 1-2-16,-4-5-6 15,-3-11-4-15,-5-16-10 16,0-18 5-16,0-13-3 16,0-16 1-16,0-14 7 15,0-8-1-15,0-9 4 16,0-5 7-16,0 0 15 16,0 0 8-16,0 0-8 15,0 0-6-15,0 0-9 16,0 0-8-16,3 0-4 15,12 0-10-15,17 0 1 16,21 0 5-16,23 0-6 0,23 8 4 16,14 5 0-1,24 2-4-15,17-5 3 0,13-2-2 16,10-4-1-16,-6-4 0 16,-17 0-8-16,-27 0 0 15,-30 0-5-15,-30 0 1 16,-27 3 5-16,-19 1 3 15,-12 0 2-15,-5-3 2 16,-4 1 2-16,0-2 2 16,0 0 6-16,0 0 7 15,0 0 4-15,0 0 0 16,0 0-9-16,0 0 5 0,0-2-6 16,3-10-7-16,-2-5-3 15,2-5 0-15,1-6 0 16,-1-10 0-16,2-10 1 15,-5-10-1-15,0-12-1 16,0-11 0-16,-3-12 1 16,-19-11 0-16,-6-7-1 15,-7-3 0-15,-2 5 1 16,5 15-1-16,2 16 1 16,5 17-1-16,7 16 0 15,5 8 3-15,3 12-2 16,3 7-1-16,3 7 0 15,1 7-1-15,3 3-1 16,-2 1-3-16,0 0 3 16,-1 0-8-16,0 0 6 0,-7 0-1 15,-10 0 5-15,-12 0 11 16,-13 2-5-16,-12 6 7 16,-10-4-1-16,-13-2-7 15,-11-2 11-15,-12 0 0 16,-16 0-3-16,-4 0-2 15,1-5-4-15,8-2-4 16,18-3 8-16,13 3-10 16,14 4 5-16,16-1-5 15,11 2-1-15,17 2-1 16,11 0-1-16,8 0-10 16,6 0-17-16,0 0-29 0,0 11-36 15,3 7-64 1,20 3-109-16,11-7-137 0,8-9-287 15</inkml:trace>
  <inkml:trace contextRef="#ctx0" brushRef="#br1" timeOffset="191388.08">2103 8494 894 0,'0'0'93'0,"0"0"-85"15,0 0 19-15,-11-78 91 16,11 42-7-16,13-5-49 15,12-7-18-15,8-3-17 16,10-5-2-16,16-3-4 16,14-2-3-16,14-1-5 15,14 1 2-15,15 2 7 16,8 3-7-16,14 9-8 16,11 7-1-16,3 13-4 0,-5 16 2 15,-4 11-4-15,-14 11-6 16,-15 22 4-16,-11 8-5 15,-10 6 7-15,-11 3-1 16,-5-2 2-16,-6 1 2 16,-6-6-3-16,-6-2 1 15,-5-4 6-15,-13-2 1 16,-4-6-7-16,-7-3 3 16,-8-7 0-16,-7-4 0 15,-3-4 3-15,-6-7 3 16,-3-1 8-16,0-1 1 15,-3-2-9-15,0 0 1 0,0 0-3 16,0 0 4-16,0 0-4 16,0 0-6-16,0 0 3 15,0 0-3-15,0 0-1 16,0 0 5-16,0 0-1 16,0 0 2-16,0 0 2 15,0 0 7-15,0 0 3 16,0 0-3-16,0 0-2 15,0 0 6-15,-3 0-6 16,-10-9-7-16,-9-7-7 16,-8-2-4-16,-5-2 4 15,-7 3 3-15,0 0-1 16,3 1-1-16,6 4 2 16,7 4-3-16,13 1 3 0,7 6-2 15,6 1-1 1,0 0-1-16,0 0-8 0,9 0 0 15,13 13 2-15,8 9 7 16,6 2-1-16,6-1 1 16,-5-7 0-16,0-5-8 15,-5-5-4-15,-9-6 11 16,-4 0 0-16,-5 0 1 16,-5-12 5-16,-2-13-2 15,-3-6 3-15,-4-7 0 0,0-5-5 16,0-1 7-1,0 7-1-15,0 12-1 16,0 12 5-16,0 11-3 0,0 2-8 16,-3 30-12-1,-5 25-2-15,-8 22 8 0,-6 16-55 16,-4 3-202-16,-3-5-189 16</inkml:trace>
  <inkml:trace contextRef="#ctx0" brushRef="#br1" timeOffset="201537.49">12400 5208 470 0,'0'0'102'0,"0"0"-74"0,0 0 16 15,0 0 39-15,0 0 21 16,0 0-34-16,0 0-12 16,0-83-11-16,0 77 12 15,2 2-11-15,-2 1-25 16,0 3 9-16,1 0-32 15,2 0 0-15,4 16-1 16,4 11 1-16,2 8 4 16,1 6 7-16,3-1-11 15,2-2 10-15,-3-8 2 16,-2-9-6-16,-4-8 23 16,-3-6-8-16,-6-5-2 15,6-2 39-15,3-9 41 0,10-22 13 16,14-15-89-1,8-14-20-15,6-5 13 0,2-2-9 16,0-2-6-16,-3 6-1 16,-5 7-2-16,-7 15 1 15,-12 16 1-15,-10 12-4 16,-13 13-60-16,0 0-124 16,-7 19-16-16,-22 12-34 15,-13 7-157-15</inkml:trace>
  <inkml:trace contextRef="#ctx0" brushRef="#br1" timeOffset="201853.12">12596 5048 732 0,'0'0'84'0,"0"0"-84"16,0 0 0-16,0 0 0 15,0 0 21-15,0 0 52 16,87 89-20-16,-66-49-41 16,-4 0 31-16,-6-4 27 15,-1-6-44-15,-3-9 4 16,-1-9 39-16,-3-7-3 16,0-5 35-16,9-3 34 15,16-28-36-15,16-15-68 16,19-21-29-16,21-14 0 0,11-9-2 15,12-2 0-15,2 7 0 16,-9 11-52-16,-18 18-128 16,-31 20-105-16,-39 17-399 15</inkml:trace>
  <inkml:trace contextRef="#ctx0" brushRef="#br1" timeOffset="204968.87">5425 9864 576 0,'0'0'95'0,"0"0"-87"15,0 0 13-15,0 0 74 16,0 0-12-16,0 0-7 16,0 0 10-16,0-60-27 15,0 60-28-15,0 0-22 16,0 2-8-16,2 11-1 16,9 5 44-16,4 4-8 15,0-2-20-15,0-1-13 0,1 0 1 16,-5-4 32-16,-1-8-1 15,-3-2 4-15,-2-5 4 16,4 0 37-16,4-16 10 16,7-18-12-16,6-10-34 15,4-14-16-15,4-10-16 16,1-11-4-16,5-7-5 16,-1 0-1-16,-6 10 1 15,-8 17-3-15,-9 17 0 16,-10 16-3-16,-6 16-9 15,0 5-54-15,0 5-94 16,-13 9-75-16,-11 17-98 16,-4 6-70-16</inkml:trace>
  <inkml:trace contextRef="#ctx0" brushRef="#br1" timeOffset="205285.86">5616 9557 1038 0,'0'0'73'0,"0"0"-65"16,0 0 24-16,0 0 33 15,0 0-37-15,0 0-24 16,26 55-1-16,-3-5 58 0,1 7-20 16,-4 1-27-1,-2-4 0-15,-1-9-4 0,-3-10 8 16,-4-14 41-1,-6-11-21-15,2-8 7 0,-3-2 17 16,5-14 21-16,13-26-13 16,10-22-47-16,13-21-16 15,7-8-5-15,5-7-2 16,-3-3-1-16,-5 9-11 16,-9 19-47-16,-11 20-94 15,-9 23-125-15,-11 19-335 16</inkml:trace>
  <inkml:trace contextRef="#ctx0" brushRef="#br1" timeOffset="208301.96">7147 9040 884 0,'0'0'154'0,"0"0"-134"15,0 0 28-15,0 0 50 16,0 0-46-16,0 0-39 15,0 0-12-15,0 101 7 16,0-30 80-16,0 2-45 16,0-2-31-16,0-5-6 15,0-6-3-15,0-7 0 16,0-7-2-16,0-6-1 16,0-12-7-16,0-8-62 15,0-13-73-15,0-7-144 0,0-7-196 16</inkml:trace>
  <inkml:trace contextRef="#ctx0" brushRef="#br1" timeOffset="208684.87">7391 9212 1113 0,'0'0'181'0,"0"0"-181"16,0 0-2-16,0 0 2 16,-22 102 11-16,22-60-1 15,0-4 0-15,7-4-4 0,6-5-4 16,1-10-2-16,0-5 1 16,2-10 0-16,0-4 4 15,1 0-1-15,-2-9 12 16,-3-9-10-16,-5-6 7 15,-4-6 37-15,-3-5-28 16,0-2-4-16,-5-4 1 16,-12 4-11-16,-3 3 5 15,0 5-5-15,2 12-6 16,3 8-2-16,3 9-5 16,0 0-13-16,6 11-69 15,6 9-43-15,0 1-97 16,6-5-114-16,16-8-145 15</inkml:trace>
  <inkml:trace contextRef="#ctx0" brushRef="#br1" timeOffset="209003.68">7593 9267 437 0,'0'0'455'0,"0"0"-437"0,0 0-2 15,0 99 12-15,0-67 45 16,3 0-12-16,15-7-38 15,3-4-14-15,4-5 1 16,4-11-2-16,0-5-6 16,2 0 9-16,-1-10 14 15,-3-14 37-15,-4-7-32 16,-8 0 40-16,-8-2-21 0,-7 0 33 16,-2-2-32-16,-18 4 0 15,-7 4-23-15,-5 5-8 16,3 9-10-16,-1 10-9 15,4 3-5-15,6 5 3 16,5 12-22-16,5 6-97 16,10-2-18-16,0-1-2 15,7-7-82-15,15-4-108 16,4-7-79-16</inkml:trace>
  <inkml:trace contextRef="#ctx0" brushRef="#br1" timeOffset="210082.82">8051 9245 426 0,'0'0'185'0,"0"0"-133"16,0 0-20-16,0 0 28 15,0 0-14-15,0 0-26 16,0-2-4-16,0 2 36 16,0 0 17-16,0 0 8 15,0 0-15-15,0 0-10 16,0 0-6-16,0 0-12 15,0 0-18-15,0 0-2 0,0 0 7 16,0 0 4-16,0 0 8 16,0 0-9-16,0 0-8 15,0 0-7-15,0 0-9 16,0 6 0-16,-6 12-2 16,-3 9 2-16,1 6 8 15,3 2-8-15,5-3 0 16,0-7 0-16,9-6 0 15,8-5 0-15,7-9 10 16,3-5-8-16,2 0 7 0,-3-16-3 16,-4-2 0-1,-7 1 0-15,-9-3 0 0,-4-1 28 16,-2-2 8 0,-2-1-26-16,-14 0-6 0,-6 0-10 15,-3 4-2-15,1 6 1 16,3 4-9-16,2 6-39 15,4 4-48-15,8 0-22 16,7 0-173-16,0 3-171 16</inkml:trace>
  <inkml:trace contextRef="#ctx0" brushRef="#br1" timeOffset="210290.21">8240 9135 919 0,'0'0'162'0,"0"0"-145"0,0 0-3 16,0 0-7-16,0 0 2 16,0 91 76-16,3-43-54 15,3 0-20-15,0-4-7 16,-2-1-4-16,-1-5 2 16,-2-3-2-16,3-7-64 15,1-8-262-15,0-9-253 16</inkml:trace>
  <inkml:trace contextRef="#ctx0" brushRef="#br1" timeOffset="210542.19">8506 9430 1329 0,'0'0'0'16,"0"0"0"-16,-11 99 0 16,2-57 2-16,4-1-2 15,0 1-4-15,-2-6-113 16,1-7-246-16</inkml:trace>
  <inkml:trace contextRef="#ctx0" brushRef="#br1" timeOffset="210837.23">8693 9191 1140 0,'0'0'108'0,"0"0"-105"16,0 0-3 0,0 121 6-16,9-71-5 0,2 1 6 15,2-1-2-15,1-3-5 16,-3-3 2-16,-2-4-2 15,-2-8-1-15,0-6-98 16,-1-11-175-16,3-10-168 16</inkml:trace>
  <inkml:trace contextRef="#ctx0" brushRef="#br1" timeOffset="211150.43">8924 9354 741 0,'0'0'541'0,"0"0"-538"0,0 0-2 16,-37 93 2-16,37-75 0 15,2-2 0-15,16-9 4 16,8-7 2-16,-1 0-3 16,3-4 2-16,-3-16 0 15,-5-4 1-15,-5-2 46 16,-10-2 4-16,-5-2-2 15,0-2-5-15,-17 4-25 16,-4 4-5-16,-1 6-10 16,7 10-12-16,5 5-4 15,3 3-11-15,2 0-5 16,2 14-88-16,3 1-21 0,1-4-36 16,26-4-128-16,8-7-133 15</inkml:trace>
  <inkml:trace contextRef="#ctx0" brushRef="#br1" timeOffset="211434.23">9172 9278 460 0,'0'0'141'16,"0"0"34"-16,0 78-53 15,0-45-28-15,0-3-8 16,13-2-37-16,4-10-22 16,2-5-11-16,7-7 4 15,2-6 24-15,4 0-10 0,-1-19 9 16,0-6 2-1,-4-6 6-15,-7-1 29 0,-7 0-27 16,-8 1 2 0,-5 4-9-16,-5-2-15 0,-15 4-9 15,-3 4-3-15,1 4-19 16,3 9-4-16,2 8-2 16,3 0-2-16,0 6-59 15,6 14-46-15,3 1-46 16,5-2-30-16,0-6-143 15,8-5-69-15</inkml:trace>
  <inkml:trace contextRef="#ctx0" brushRef="#br1" timeOffset="211757.83">9476 9270 1041 0,'0'0'66'15,"0"0"-57"-15,0 0-9 16,0 0 9-16,38 98-1 16,-20-77-1-16,2-7 0 15,1-4 0-15,0-6 11 16,1-4 25-16,1 0 9 16,-1-7 44-16,-5-11-27 15,-5 0-4-15,-7 0-4 16,-5 0-6-16,0-2-13 15,-10 0-22-15,-12-2-8 0,-5 3-11 16,1 2-1 0,2 6 0-16,6 2-17 0,4 8-56 15,5 1-83-15,6 0-29 16,3 1-87-16,0 5-147 16</inkml:trace>
  <inkml:trace contextRef="#ctx0" brushRef="#br1" timeOffset="212069.19">9746 9213 657 0,'0'0'511'0,"0"0"-487"0,0 0-20 15,0 0 34 1,0 0 22-16,100 32-28 0,-81-7-25 16,-2 4 0-16,-8-3 2 15,-9 5-7-15,0-4 0 16,-19 1 0-16,-7-1 6 15,-6-7 6-15,5-3 0 16,5-8 19-16,10-5 12 16,9-4 43-16,3 0 5 15,0 0-54-15,8 0-29 16,18-12-2-16,8 0-1 16,10 3-7-16,2 3-4 15,2 4-61-15,5 2-70 16,1 0-52-16,-8 0-93 15,-4-4-215-15</inkml:trace>
  <inkml:trace contextRef="#ctx0" brushRef="#br1" timeOffset="212216.7">10219 9443 1122 0,'0'0'129'15,"0"0"-122"-15,0 0-7 16,0 105 4-16,0-59 0 15,0-5-1-15,0 0-6 16,0-11-81-16,3-8-239 16,1-11-320-16</inkml:trace>
  <inkml:trace contextRef="#ctx0" brushRef="#br1" timeOffset="212469.27">10447 9032 1351 0,'0'0'116'16,"0"0"-105"-16,0 0-2 16,0 0-8-16,4 77 43 15,0-19 1-15,2-2-36 16,-2-3-3-16,0-5-5 15,1-7 0-15,0-6-1 16,3-10-25-16,6-9-163 0,4-13-119 16,5-3-359-16</inkml:trace>
  <inkml:trace contextRef="#ctx0" brushRef="#br1" timeOffset="212749.87">10705 9174 771 0,'0'0'552'16,"0"0"-549"-16,-9 80-3 16,9-46 8-16,0-2 6 0,14-7-4 15,9-7-6 1,4-8-4-16,3-10 11 0,1 0 1 16,1-11 6-16,-6-12 19 15,-6 0 55-15,-9-2-35 16,-7 1-26-16,-4-3-1 15,0 1-13-15,-19 3-17 16,-4 3-5-16,-2 9 4 16,-1 11-64-16,5 0-53 15,6 12-63-15,8 9-74 16,7-2-160-16</inkml:trace>
  <inkml:trace contextRef="#ctx0" brushRef="#br1" timeOffset="213050.8">10974 9272 1094 0,'0'0'97'0,"0"0"-93"0,0 0 5 15,0 0 58-15,20 88-4 16,2-78-40-16,6-4-14 16,1-6 5-16,2 0-1 15,1-11-4-15,-4-9-2 16,-4-2 40-16,-5-2 41 15,-5-1-27-15,-7 1-43 16,-7-1 12-16,-2 0 12 16,-21 3-27-16,-7 4-14 15,-5 9-2-15,-2 8-7 0,2 1 4 16,1 10-14-16,5 13-52 16,8 7-58-16,8 0-60 15,9-4-168-15,4-10-250 16</inkml:trace>
  <inkml:trace contextRef="#ctx0" brushRef="#br1" timeOffset="213501.95">11418 9160 908 0,'0'0'201'15,"0"0"-198"-15,0 0-3 16,2 77 9-16,2-44 23 16,4-3-11-16,2-7-10 0,4-8-2 15,-1-6-1 1,0-6 34-16,0-3-1 0,3 0 18 16,2-3 33-16,-3-11-35 15,0-3-19-15,-7 0 19 16,-8-1-3-16,0-3-6 15,0-2-26-15,-17-1-15 16,-6 0-5-16,0 6-2 16,-1 4-10-16,1 12-72 15,5 2-118-15,4 2-67 16,13 8-349-16</inkml:trace>
  <inkml:trace contextRef="#ctx0" brushRef="#br1" timeOffset="213903.31">11684 9078 1473 0,'0'0'110'0,"0"0"-107"15,0 0 4-15,104-30 23 16,-70 30-15-16,-8 0-13 16,-6 12-1-16,-8 4-1 15,-9 2 0-15,-3 3 0 16,0 0 0-16,-13-1 2 15,-6-4 1-15,6-5 0 16,3-3-3-16,5-6 4 16,4 0-2-16,1-2-2 15,0 0 0-15,0 0-2 0,1 1-2 16,17 3 2-16,9 5 2 16,8-2 4-16,4 2-2 15,-3 2-2-15,0-2 1 16,-10 1-1-16,-9-2 1 15,-9-4 11-15,-8-1 18 16,0 1 14-16,-10 3 18 16,-28 3 0-16,-12 4-3 15,-14-1-45-15,1 0-10 16,1-3-4-16,3-1-13 16,7 1-68-16,7-2-114 15,10-8-425-15</inkml:trace>
  <inkml:trace contextRef="#ctx0" brushRef="#br1" timeOffset="214442.17">12477 9260 44 0,'0'0'1137'0,"0"0"-1097"16,0 0-31-16,0 94-9 16,-5-47 9-16,-4 3-4 15,1-2 2-15,1-3-7 16,3-3 0-16,0-7-3 15,4-15-287-15,0-11-423 16</inkml:trace>
  <inkml:trace contextRef="#ctx0" brushRef="#br1" timeOffset="214688.46">12828 8939 1273 0,'0'0'93'15,"0"0"-83"-15,0 93-10 16,0-27 6-16,0 5 3 16,0-2-6-16,5-6 2 15,0-7-5-15,0-10 0 16,0-8-8-16,2-11-167 0,-1-11-184 15,2-16-178-15</inkml:trace>
  <inkml:trace contextRef="#ctx0" brushRef="#br1" timeOffset="-214516.78">13062 9085 1229 0,'0'0'130'15,"0"0"-130"-15,-34 122 0 0,34-75 8 16,6-9-4 0,23-7 3-16,12-13-6 0,8-14 5 15,0-4-1 1,-4-4 3-16,-6-17-8 0,-10-3 10 16,-13-6 2-16,-8-2 60 15,-8 0-27-15,0-2-29 16,-18 5 8-16,-9 3-22 15,0 10-2-15,2 10-11 16,5 6-45-16,9 0-90 16,11 0-73-16,0 5-117 15,20-5-189-15</inkml:trace>
  <inkml:trace contextRef="#ctx0" brushRef="#br1" timeOffset="-214245.11">13493 9098 446 0,'0'0'496'0,"0"0"-469"0,0 82 17 16,0-53 64-16,0-4-10 16,4-5-54-16,16-7-29 15,6-8-2-15,6-5 24 16,5 0 4-16,-6-15-11 16,-2-6-6-16,-9-2 34 15,-11 1 8-15,-8-2-21 16,-1-1-21-16,-11 3-11 15,-15-1-5-15,-3 7-7 16,-2 4-1-16,1 9-14 0,5 3-4 16,7 0-106-1,8 13-36-15,10 1-107 0,0-9-188 16</inkml:trace>
  <inkml:trace contextRef="#ctx0" brushRef="#br1" timeOffset="-213980.07">13796 9183 1010 0,'0'0'47'16,"0"0"-18"-16,0 0 87 15,0 0-37-15,35 78-1 16,0-78-29-16,5 0-1 16,2-14-21-16,-2-4-1 15,-8-6 29-15,-14 2-28 0,-8 1 12 16,-10 0 14-16,-3-3-25 15,-24 1-26-15,-9 2-2 16,-3 6-2-16,2 8 0 16,7 5-21-1,7 2-62-15,11 3-92 0,11 11-22 16,1-4-151-16,13-7-193 16</inkml:trace>
  <inkml:trace contextRef="#ctx0" brushRef="#br1" timeOffset="-213660.33">14207 8904 1085 0,'0'0'295'0,"0"0"-295"16,0 0 1-16,-33 78 0 0,33-32 7 16,3-1 2-16,19-5-5 15,3-6-4-15,5-14 0 16,2-11 0-16,-1-9 3 15,1 0 0-15,-7-14-3 16,-5-9 6-16,-6-7-2 16,-6-4 3-16,-4-2 21 15,-4 1 12-15,0 9 1 16,0 10-6-16,0 8-2 16,0 8 6-16,0 6-40 15,0 29-13-15,-6 16 13 16,-7 9 3-16,0 3-3 0,1-3-28 15,5-7-148-15,2-8-64 16,2-12-412-16</inkml:trace>
  <inkml:trace contextRef="#ctx0" brushRef="#br1" timeOffset="-213488.29">14669 9185 1351 0,'0'0'105'0,"0"0"-101"16,-51 116-4-16,41-70 7 15,4-6-7-15,2-2 0 0,3-9-32 16,1-13-152-16,0-10-253 16</inkml:trace>
  <inkml:trace contextRef="#ctx0" brushRef="#br1" timeOffset="-213260.53">14951 8870 1338 0,'0'0'53'0,"0"97"-52"0,0-29 5 15,2-6-4 1,5-2 1-16,0-5 1 0,-1-12-4 16,1-10-8-16,-3-10-172 15,3-11-218-15</inkml:trace>
  <inkml:trace contextRef="#ctx0" brushRef="#br1" timeOffset="-212992.78">15150 9067 1116 0,'0'0'235'0,"0"0"-231"0,-25 120-2 15,25-73 8 1,7-7 6-16,16-7-3 0,7-15-9 16,4-11-4-16,0-7 7 15,4-3-2-15,-8-19-1 16,-7-3 3-16,-10-3 0 15,-11-4 68-15,-2-3-22 16,-5-1-28-16,-19 2 2 16,3 3-19-16,1 12-8 15,3 8-5-15,4 11-89 16,6 0-132-16,7 0-273 16</inkml:trace>
  <inkml:trace contextRef="#ctx0" brushRef="#br1" timeOffset="-212677.87">15533 9160 1089 0,'0'0'104'15,"0"0"-80"-15,0 101 29 16,0-77 37-16,15-8-50 16,10-8-24-16,4-8-2 15,4-2 1-15,0-20-8 16,1-6 10-16,-6-9 38 15,-4-1 12-15,-10-5 4 16,-8 1-25-16,-6 0-14 0,-4 7-26 16,-18 8 4-1,-3 14-10-15,-1 10-1 0,-4 3-1 16,-2 16-6-16,3 14-22 16,5 7-46-16,12 1-54 15,6 2-21-15,6-6-56 16,0-10-157-16,19-10-220 15</inkml:trace>
  <inkml:trace contextRef="#ctx0" brushRef="#br1" timeOffset="-212116.85">16001 8933 646 0,'0'0'254'0,"0"0"-236"0,0 0 17 16,0 0 143-16,-15 106-87 16,12-70-46-16,3-4-17 15,0-4-16-15,1-8-1 16,15-7-2-16,1-9-3 16,6-4 4-16,-5 0 18 15,-3 0 1-15,-5-7-12 0,-5-5 28 16,-3-3 13-1,-2-6-25-15,0-3-4 0,0-5-16 16,-5 0-8-16,-9-4-2 16,2 5-3-16,2 5-31 15,2 7-93-15,5 7-23 16,3 6-208-16,0 3-531 16</inkml:trace>
  <inkml:trace contextRef="#ctx0" brushRef="#br1" timeOffset="-211779.41">16282 8891 1497 0,'0'0'34'0,"0"0"-33"0,0 0 1 16,0 0-2-16,0 0 8 16,0 0 3-16,-27 91-5 15,25-65-2-15,2-2 2 16,0 0 0-16,0-2 1 15,10-4 1-15,9-1 5 16,3-4-1-16,8 0-4 16,2 1 0-16,3-2 7 15,-1-1-2-15,-2 4 0 16,-5-4-7-16,-6-1 3 16,-10-2 8-16,-8-2-6 15,-3 5-7-15,-4 1-3 0,-24 3 18 16,-10 2-6-1,-9-6-10-15,-6-2-3 0,1-7-13 16,2-2-119-16,10-27-233 16</inkml:trace>
  <inkml:trace contextRef="#ctx0" brushRef="#br1" timeOffset="-211647.4">16392 8858 1702 0,'0'0'0'15,"0"0"-13"-15,105-7 13 16,-56 7 3-16,-4 11-3 16,-11 7-62-16,-21 2-322 0</inkml:trace>
  <inkml:trace contextRef="#ctx0" brushRef="#br1" timeOffset="-210749.29">7400 10109 922 0,'0'0'98'16,"0"0"-98"-16,0 0-10 15,0 0 10-15,24 129 127 16,-5-57-59-16,-1 4-47 15,-3-6-15-15,-3-7 2 16,-4-5-4-16,-3-7-2 16,-1-6-1-16,-2-7-2 15,1-10-5-15,4-14-267 16,3-14-193-16</inkml:trace>
  <inkml:trace contextRef="#ctx0" brushRef="#br1" timeOffset="-210430.22">7685 10378 1032 0,'0'0'118'15,"0"0"-113"-15,0 0-4 16,19 80 9-16,-2-57 5 16,6-2 16-16,5-11-9 15,2-5-5-15,2-5 6 16,-3 0 13-16,-6-6-18 15,-8-11 23-15,-7-2 42 16,-8-4-11-16,0-1-19 0,-12-3-21 16,-12 0-1-1,-8 3-21-15,2 4-9 0,3 10-1 16,9 6-1-16,6 4-10 16,7 0-34-16,5 2-69 15,1 10-16-15,28-4-50 16,13-8-110-16,10 0-137 15</inkml:trace>
  <inkml:trace contextRef="#ctx0" brushRef="#br1" timeOffset="-210147.57">8068 10317 357 0,'0'0'148'0,"0"0"-37"16,0 0 85-16,0 81-59 16,0-51-43-16,0-6-25 15,0-3 1-15,3-4-22 0,11-8-25 16,1-6 19-1,5-3-8-15,5 0 28 0,4-20-14 16,-2-6-10-16,-3-1-4 16,-9-1 2-16,-8 5-8 15,-7-1-3-15,0 0-14 16,-14 4-6-16,-7 1-5 16,-1 6 0-16,-1 4-1 15,2 6 0-15,7 3-14 16,4 0-60-16,8 13-40 15,2 5 22-15,2-1-67 16,22-6-76-16,10-4-77 16,6-5 12-16</inkml:trace>
  <inkml:trace contextRef="#ctx0" brushRef="#br1" timeOffset="-209909.83">8379 10375 375 0,'0'0'124'0,"0"0"40"15,0 0-48-15,0 0 23 16,5 85-52-16,2-76-42 15,3-5 12-15,7-2 21 16,2-2-7-16,5 0-38 16,0-3-7-16,-6-9-4 15,-6 0 4-15,-6 0 26 16,-6-3 30-16,0-2-25 16,-10-1-31-16,-13-3-15 0,-4 4-9 15,0 6-4 1,4 3-3-16,4 4-10 0,8 4-61 15,7 0-67-15,4 0-44 16,5 4-110-16,21-4-150 16</inkml:trace>
  <inkml:trace contextRef="#ctx0" brushRef="#br1" timeOffset="-209597.6">8742 10238 1190 0,'0'0'66'16,"0"0"-61"-16,0 0 16 0,-85 112 18 16,82-64 0-1,3 2-16-15,6-4-13 0,21-8-5 16,5-10 1 0,4-9-5-16,4-13 3 0,-2-6-2 15,-2-4 2-15,-11-15 3 16,-8-5 0-16,-11 1 4 15,-6-2 78-15,0 2-36 16,-25 4-21-16,-6 3-22 16,-7 5-10-16,5 9-1 15,3 2-14-15,7 13-29 16,8 13-85-16,12 6-21 16,3-5-210-16,11-5-327 15</inkml:trace>
  <inkml:trace contextRef="#ctx0" brushRef="#br1" timeOffset="-209427.58">9188 10539 1221 0,'0'0'228'0,"0"0"-228"16,0 0-1-16,-25 77 1 15,20-43 1-15,5-2-1 16,0-1-3-16,0-7-149 15,2-8-213-15,10-10-380 16</inkml:trace>
  <inkml:trace contextRef="#ctx0" brushRef="#br1" timeOffset="-209211.5">9462 10345 1363 0,'0'0'67'0,"-11"91"-60"15,11-36-7-15,0-1 2 16,0-2 1-16,1-6 0 16,8-7-3-16,-3-5-6 15,1-13-146-15,-2-9-200 16</inkml:trace>
  <inkml:trace contextRef="#ctx0" brushRef="#br1" timeOffset="-208906.22">9675 10434 1072 0,'0'0'306'0,"0"0"-303"16,0 0-3-16,-24 85 2 15,31-61 4-15,13-4 0 16,5-6-2-16,0-8-3 16,0-6 2-16,-1 0-3 15,-6 0-2-15,-3-15 2 0,-5-6 4 16,-5-1 1-16,-3-1 2 16,-2-1 5-16,0 2 6 15,-2 2-14-15,-8 5-4 16,5 6 0-16,2 6-11 15,3 3-59-15,0 0-52 16,0 0-136-16,11-2-60 16,11-1 85-16</inkml:trace>
  <inkml:trace contextRef="#ctx0" brushRef="#br1" timeOffset="-208628.06">9949 10421 492 0,'0'0'172'15,"0"0"-3"-15,11 77-20 0,-7-50 6 16,2-4-76-1,3-6-28-15,8-5-9 0,2-8-24 16,9-4 25-16,-2 0 16 16,0-9-10-16,-5-10-7 15,-6-2 4-15,-3-3-1 16,-4-3-5-16,-5 0-22 16,-3 1-3-16,0-3 6 15,-16 8-9-15,-11 1-12 16,0 9 0-16,-3 8 1 15,-3 3-3-15,3 7 0 16,1 13-6-16,10 4-6 16,8 2-52-16,11-6-69 0,0-5-43 15,25-6-158 1,12-9-135-16</inkml:trace>
  <inkml:trace contextRef="#ctx0" brushRef="#br1" timeOffset="-208311.8">10387 10209 1147 0,'0'0'118'16,"0"0"-116"-16,0 0 9 0,0 0 10 15,0 0 13-15,0 0 14 16,107-15 16-16,-64 15-24 16,-4 0-19-16,-5 21-12 15,-7 7 3-15,-5 10 0 16,-6 2 0-16,-10 2-3 16,-6 0-2-16,0 2-3 15,-10-2-4-15,-12 2-3 16,-3-2-20-16,0-6-217 15,4-7-221-15</inkml:trace>
  <inkml:trace contextRef="#ctx0" brushRef="#br1" timeOffset="-207735.73">10372 10443 985 0,'0'0'148'16,"0"0"-148"-16,0 0-15 15,0 0 15-15,0 0 4 0,0 0 1 16,5 42-2-16,0-40 2 16,1-2-4-16,-2 0 56 15,1 0 24-15,-5-8-3 16,0-6-6-16,0-2-25 15,-17-1-17-15,-6 3-20 16,-2 3-1-16,6 3-9 16,9 4 3-16,6 4-6 15,4 0-4-15,0 15-166 16,8 16 63-16,17 4-50 16,8 1-279-16</inkml:trace>
  <inkml:trace contextRef="#ctx0" brushRef="#br1" timeOffset="-207239.03">11012 10506 1093 0,'0'0'288'0,"0"0"-270"15,0 0-18-15,0 0-1 16,0 0 1-16,-36 113 7 16,24-68-6-16,2 0-1 15,-2-4 0-15,1-7-96 16,-1-7-209-16,3-11-396 16</inkml:trace>
  <inkml:trace contextRef="#ctx0" brushRef="#br1" timeOffset="-207014.67">11196 10329 1340 0,'0'0'21'0,"0"0"-13"16,7 114-8-16,-3-61 3 15,3-1-3-15,4 0 5 16,0-8-5-16,1-4 0 16,-1-11-6-16,6-9-203 15,2-12-201-15</inkml:trace>
  <inkml:trace contextRef="#ctx0" brushRef="#br1" timeOffset="-206714.62">11495 10398 1196 0,'0'0'133'0,"0"0"-125"15,-60 101-8-15,50-55 4 16,9-1 23-16,1-9-11 16,16-8-9-16,14-10 1 15,5-11-2-15,2-7-1 16,-2-4-2-16,-4-16 3 15,-10-5 19-15,-6 1 30 16,-8-6-4-16,-7-1-15 16,0 1-12-16,-12-3-14 15,-9 5-10-15,-3 6-1 0,6 8-1 16,4 8-64 0,9 6-85-16,5 0-59 0,0 0-149 15,13 4-59-15</inkml:trace>
  <inkml:trace contextRef="#ctx0" brushRef="#br1" timeOffset="-206457.94">11738 10446 816 0,'0'0'119'15,"0"0"-68"-15,0 99 41 16,0-68-1-16,0-9-31 16,6-5-30-16,10-8-14 15,5-9 4-15,6 0 35 0,5-9-19 16,-4-14-13-16,-3-1 18 15,-6-1 29-15,-9-3-14 16,-9 3-7-16,-1 0-26 16,0 1-11-16,-16 4-11 15,-3 3-1-15,1 11-6 16,-1 2-12-16,6 4-104 16,3 0-49-16,8 11-21 15,2-1-154-15,3-4-202 16</inkml:trace>
  <inkml:trace contextRef="#ctx0" brushRef="#br1" timeOffset="-206211.95">11988 10484 583 0,'0'0'323'0,"0"0"-271"0,0 0 34 16,24 88-9-16,-6-77-5 16,6-11-21-16,9 0-9 15,3-6-17-15,-2-12-7 16,-3-3 26-16,-8-2 28 15,-8 1 2-15,-10 1-20 16,-5-3-7-16,0 1-5 16,-20 1-30-16,-5-1-11 15,-5 6-1-15,0 10 0 16,3 7-8-16,2 2-69 16,6 18-80-16,11 1-4 15,8 1-189-15,3-6-203 16</inkml:trace>
  <inkml:trace contextRef="#ctx0" brushRef="#br1" timeOffset="-205780.43">12537 10332 1146 0,'0'0'147'16,"0"0"-138"-16,0 0 30 15,0 0 66-15,0 0-25 16,-22-80-36-16,6 80-24 15,-6 0-14-15,0 0-6 16,-5 15 1-16,2 3 1 16,4 0-4-16,2 0 2 15,7-1 0-15,8-1 0 0,4-2-3 16,0-4 3 0,13-2 0-16,15 1 0 0,8 3 3 15,3 2 0-15,1 4-3 16,-5 3 0-16,-4 4-1 15,-11 1 1-15,-12 1 0 16,-8-2 0-16,0-3 0 16,-7-4 3-16,-11-6 3 15,-7-2 31-15,-5-5 15 16,-7-2-12-16,-2-3-15 16,3 0-12-16,9-11-7 15,9-10 0-15,12-8-5 0,6 0-1 16,12-2-42-16,22 7-42 15,6 8-117-15,2 7-35 16,-2 6-99-16,-4 1-247 16</inkml:trace>
  <inkml:trace contextRef="#ctx0" brushRef="#br1" timeOffset="-205625.52">12773 10456 1026 0,'0'0'215'16,"0"0"-215"-16,0 0 0 15,0 0 21-15,25 89 35 16,-19-51-32-16,-3 5-18 16,1-2-5-16,-4-2-1 15,0-6-21-15,0-6-272 16,0-10-352-16</inkml:trace>
  <inkml:trace contextRef="#ctx0" brushRef="#br1" timeOffset="-205387.33">13122 10284 1483 0,'0'0'64'0,"0"0"-64"15,0 0 0 1,0 99 6-16,0-48 5 0,0-1 0 15,3-6-7-15,6-7 0 16,3-5-4-16,-1-8 0 16,6-10-167-16,1-7-106 15,4-7-319-15</inkml:trace>
  <inkml:trace contextRef="#ctx0" brushRef="#br1" timeOffset="-205096.1">13432 10354 1374 0,'0'0'106'16,"0"0"-98"-16,0 0-8 15,-27 92 7-15,27-66 2 0,11-10-1 16,15-5-5-16,7-8 1 16,2-3 8-16,-2-3-7 15,-2-12 2-15,-13-3 32 16,-10 1 45-16,-8-4-28 15,0 0-31-15,-18 0-12 16,-9 0-12-16,-5 6 2 16,4 5-6-16,4 7 2 15,8 3-12-15,6 0-60 16,7 13-41-16,3 5-69 16,4-8-59-16,21-2-132 15,7-6 9-15</inkml:trace>
  <inkml:trace contextRef="#ctx0" brushRef="#br1" timeOffset="-204815.23">13659 10385 212 0,'0'0'552'16,"0"0"-391"-16,0 0-41 16,0 0-9-16,0 0-5 15,0 0-16-15,84 81-35 16,-70-56-26-16,5-5 30 16,3-6-22-16,3-7-7 15,5-7-7-15,2 0 10 16,-4-7 5-16,-4-8-15 15,-11-1 16-15,-9 0 2 16,-4-2-16-16,0-1-10 16,-11-3-15-16,-9 1 0 0,-4 1-1 15,3 3-6 1,4 4-7-16,7 7-38 0,6 4-53 16,4 2-57-16,0 0-51 15,0 0-140-15,19 0-31 16,4 0 134-16</inkml:trace>
  <inkml:trace contextRef="#ctx0" brushRef="#br1" timeOffset="-204315.16">13986 10340 366 0,'0'0'180'16,"0"0"-5"-16,0 0-6 15,0 0-25-15,104 38-26 16,-69-33-33-16,2-5-17 16,1 0 1-16,-7 0-17 0,-10 0 23 15,-11-1-30-15,-7-6-9 16,-3 0 25-16,0-3-12 15,0-4-33-15,-11-1-4 16,-5 2-6-16,-5 4-5 16,0 3-2-16,-1 6-4 15,0 0-5-15,5 2-25 16,2 12-22-16,10 1-14 16,5-3-46-16,0-2 34 15,17-8 7-15,9-2 26 16,5 0 19-16,0-5 12 15,-2-6 7-15,-4-2 12 16,-5 2 2-16,-7-2 3 16,-3 0 18-16,-4-1 20 15,-6 1 2-15,0-3-21 0,0 0 7 16,-9 3 4-16,-2 2-8 16,2 5 3-16,2 5 12 15,-1 1-39-15,0 0 2 16,-4 3-5-16,1 10-5 15,-2 2 5-15,4 5 1 16,0-2 0-16,2 4 2 16,6 4-1-16,1 2 2 15,0 5 5-15,0 5 5 16,8 6 7-16,6 2-15 0,-1 4-1 16,1 0-5-1,-3-4 1-15,-4-2-4 0,-4-3-69 16,-3-12-125-1,0-9-312-15</inkml:trace>
  <inkml:trace contextRef="#ctx0" brushRef="#br1" timeOffset="-203452.1">14556 10449 978 0,'0'0'259'0,"0"0"-240"0,0 0-19 16,0 0 0-16,0 0 11 15,6 89 8-15,-5-50-13 16,1-3 0-16,-1 1-3 16,3-11-2-16,1-3-1 15,2-6-64-15,1-11-243 16,2-6-245-16</inkml:trace>
  <inkml:trace contextRef="#ctx0" brushRef="#br1" timeOffset="-203204.97">14841 10194 926 0,'0'0'322'0,"0"0"-312"16,0 0-10-16,0 0 0 16,6 82 6-16,0-29 11 15,1 3-10-15,-1-5-4 16,2-5-2-16,4-7 0 16,0-5-1-16,3-10-10 0,3-7-177 15,0-10-136-15,3-7-205 16</inkml:trace>
  <inkml:trace contextRef="#ctx0" brushRef="#br1" timeOffset="-202907.14">15123 10374 277 0,'0'0'968'0,"0"0"-921"15,0 0-43-15,0 0-2 16,-23 76 23-16,23-45 17 15,19-8-25-15,4-4-5 16,6-10-9-16,-3-9 4 0,1 0 1 16,-2 0 5-16,-7-17 22 15,-3 4 3-15,-8-7 3 16,-7 3-12 0,0-3-20-16,-4-1 1 0,-16 0-10 15,1 1-2-15,0 6-9 16,6 7-65-16,6 3-20 15,7 4-8-15,0 0-112 16,0 0-97-16,19 0 51 16,5 0 73-16</inkml:trace>
  <inkml:trace contextRef="#ctx0" brushRef="#br1" timeOffset="-202432.54">15441 10363 406 0,'0'0'300'15,"0"0"-180"-15,0 0 62 0,0 0-76 16,41 86-14-1,-38-69-27-15,1-5-14 0,3-5-10 16,2-2-3-16,-1-4-8 16,2-1 32-16,1 0-3 15,2-3-14-15,-6-12-1 16,2-2-13-16,-6-2-9 16,-3 0-2-16,0 2-6 15,0 2-14-15,-6 3 1 16,-4 6-1-16,4 1 0 15,3 4-8-15,2 1-15 16,1 0-24-16,0 0-17 16,0 0-5-16,8 0-43 0,14 0 54 15,4 0 4 1,3 0 11-16,0 1 16 0,-3 1 11 16,-1 1 16-16,2-3 5 15,-2 0-3-15,2 0 27 16,1 0 34-16,-4 0-3 15,-6 0-11-15,-8-3-3 16,-7-1-26-16,-3-1 17 16,0-4 19-16,-2-4-18 15,-11-3-23-15,-7 1 12 16,-5 0-9-16,-2 3-15 16,1 2-3-16,1 2 0 15,5 4-50-15,3 1-51 16,8 3-43-16,6 0-3 0,3 0-139 15,0 0-162-15</inkml:trace>
  <inkml:trace contextRef="#ctx0" brushRef="#br1" timeOffset="-202159.52">15923 10116 1068 0,'0'0'146'15,"0"0"-145"-15,0 0 1 0,0 0 0 16,0 0-1-16,0 0 40 16,19 116-13-16,-12-66-16 15,-4-3 12-15,1-4-12 16,-4-3-11-16,0-7 1 15,0-6-2-15,2-8-8 16,2-4-157-16,3-6-214 16</inkml:trace>
  <inkml:trace contextRef="#ctx0" brushRef="#br1" timeOffset="-201114.2">15858 10251 850 0,'0'0'154'0,"0"0"-142"15,0 0 16-15,4-80 71 16,5 65 2-16,-6 7-35 16,0 5-33-16,-1 3 4 15,-2 0-27-15,0 15-10 16,0 19 0-16,0 14 11 16,0 1 4-16,0 0-4 15,0-7-1-15,0-8 2 16,0-5 2-16,0-11-6 15,0-6 3-15,0-6-6 16,0-6-2-16,0 0 5 0,0 0 3 16,0 0 44-1,0-6 1-15,2-15-34 0,-1-8-13 16,-1-5-4 0,0-7-1-16,0-6-3 0,0-4 1 15,-7 3-2-15,3 6 2 16,0 11-2-16,4 12 2 15,0 10-1-15,0 9-1 16,0 9 0-16,0 35-16 16,0 18 16-16,4 14 1 15,-3-5 4-15,-1-8-5 16,0-15 1-16,0-9 0 16,0-11-1-16,2-12 7 15,-1-7-9-15,1-5 4 16,-2-4 0-16,2 0 7 15,3-16 32-15,2-8-34 0,1-12-7 16,0-2-1-16,1-8 1 16,-2-8 0-16,-4-7 2 15,-2-2-4-15,-1 6 4 16,0 11-1-16,0 20-1 16,0 14 2-16,0 10 1 15,0 2-3-15,0 16-7 16,0 21 4-16,0 13 0 15,-4 7 6-15,-2-1-5 16,0-9 2-16,1-3-1 16,5-8-1-16,0-5-35 0,0-9-93 15,20-10-114 1,9-12-211-16</inkml:trace>
  <inkml:trace contextRef="#ctx0" brushRef="#br1" timeOffset="-200816.57">16146 10260 1088 0,'0'0'175'16,"0"0"-159"-16,0 0-10 15,0 0 31-15,-49 96 94 16,42-49-82-16,7-5-19 16,0-8-6-16,13-10-14 0,8-6-7 15,8-11 3-15,3-7-3 16,1 0 2-16,-1-9-1 15,-3-8-3-15,-9-9 5 16,-7 2 4-16,-11-3 41 16,-2-3-19-16,-3-3-3 15,-19 1-13-15,-1 3-16 16,-6 7-1-16,0 10 0 16,-1 8-6-16,-2 4-68 15,-1 8-106-15,3 12-135 16,2 3-581-16</inkml:trace>
  <inkml:trace contextRef="#ctx0" brushRef="#br1" timeOffset="-200220.73">5781 9242 422 0,'0'0'0'0,"88"19"-26"15</inkml:trace>
  <inkml:trace contextRef="#ctx0" brushRef="#br1" timeOffset="-199349.72">7041 8668 665 0,'0'0'289'0,"0"0"-261"16,0 0-26-16,0 0 53 16,0 0 111-16,0 0-23 15,3-7-22-15,-7 3-23 16,-11-3-61-16,-5 0-28 16,-4 0 0-16,1 1 0 15,-5-1 8-15,-3-2-4 0,-1 3 1 16,-2 1-3-1,0 1-7-15,2 1 5 0,2 3 5 16,7-1-9-16,3 1 1 16,8 0-2-16,5-1-3 15,4 1-1-15,1 0 2 16,1 0-2-16,-3 0 0 16,-2 9-1-16,-3 16 1 15,1 11 0-15,3 10 2 16,1 6-2-16,4 8 3 15,0 3-3-15,0 10 4 16,4 11-2-16,5 6 7 16,0 12-2-16,1 8 0 0,4 6 4 15,-1 4 1 1,0 6 8-16,3 1-12 0,-1-1-8 16,1-3 4-16,-1-7-3 15,0-13 1-15,1-9-1 16,0-10 2-16,1-10-2 15,-2-5 3-15,-2-7 3 16,-3-3 2-16,0-5-4 16,-4-5 3-16,-2-4-1 15,0-5-5-15,-2-9 3 16,-1-5-4-16,2-4 0 16,-1-4 4-16,2-6-4 15,-1-3 1-15,-3-4-2 16,3-4-1-16,-2 0 1 0,2-1 3 15,-2 0 1-15,8 0 4 16,10 0-7-16,13 0 8 16,14 0 2-16,7-7-11 15,5-4 0-15,11-3 0 16,11 0-25-16,7 1-58 16,7-3-124-16,1-5-306 15</inkml:trace>
  <inkml:trace contextRef="#ctx0" brushRef="#br1" timeOffset="-197145.57">7127 8596 589 0,'0'0'47'16,"0"0"-46"-16,0 0 3 0,0 0 4 15,0 0 61 1,0 0 41-16,0 0-14 0,-50 0 2 15,44 0 2-15,2 0-52 16,-3 0-6-16,-2 0 9 16,5-1-2-16,1 1 8 15,3 0-7-15,0-1 13 16,0-1-34-16,0 0-11 16,0-1 7-16,1-1-4 15,12-1-5-15,9-1 3 16,8 0-2-16,15 3 0 15,13 1-5-15,13-4 3 16,13 4-1-16,11-3-12 0,7 1 1 16,10-1 1-1,0 2 0-15,-5 3 1 0,-10 0-2 16,-12 0-2 0,-10 0 1-16,-6 3 2 0,-6 3 5 15,1-3-4-15,1-1 0 16,7-2 5-16,10 0-4 15,8 0 0-15,6-3-1 16,1-3-5-16,0-1 0 16,1 2-3-16,-4 0 4 15,-4 5-1-15,-6 0 0 16,-6 0 0-16,-3 0 1 16,-3 0-1-16,-5 8 0 15,-3-4 3-15,-2 1 1 0,-4-2-6 16,2 0 4-16,4 1-2 15,4-2 2-15,3-2-1 16,1 0 1-16,-1 0-2 16,4 0-3-16,4 0-1 15,3 0 6-15,3 0-2 16,-3 0 0-16,-2 0 0 16,-6 0 1-16,-3 0-1 15,-8 1 0-15,-5 8 0 16,0 0 4-16,-2-2-4 15,6-1 0-15,3-5 2 16,8-1-1-16,10 0 3 16,-3 0-4-16,-1 0 0 15,-10-1 3-15,-8 1-3 16,-8 0 0-16,-5 0 0 0,-4 0 2 16,3 0-2-16,3 0 1 15,3 0 2-15,6 0 0 16,5 0-1-16,4 0 0 15,3 0 2-15,2-2 3 16,-1-3-3-16,-2 4-2 16,-1-1 1-16,3 1-2 15,3 1 0-15,0-2 2 16,2 2-1-16,-2-2-3 16,0 0 1-16,4-3-2 0,1-3 2 15,6 3 0 1,1-1 2-16,-2 1-1 0,-4 4 1 15,-2 1-2-15,-2 0 2 16,-3 0 4-16,-4 0-4 16,-5 0-1-16,-3-2 0 15,-3-2-1-15,-1 1 5 16,4-5-4-16,3 1-1 16,0-3 0-16,4 0-1 15,1 1 0-15,4 0 1 16,1 3-3-16,-1 2 1 15,-6 1 2-15,-3 1 2 16,-3-1 0-16,0 1-2 16,-1 1 1-16,2-2 0 15,0 1-1-15,2-1 4 0,2 1-4 16,2-4 0-16,1 5 3 16,0 0-1-16,2 1 0 15,-2 0 0-15,-1 0-2 16,-4 0-3-16,2 0 3 15,3-3 0-15,4-2 2 16,2-4-3-16,5 2 2 16,-3-4-1-16,-1 0 0 15,-3 1 3-15,-9 1-3 16,-6 2 1-16,-8 2 0 16,-5 1-1-16,-8 2 0 15,-6-1 0-15,-1 3 0 16,0-1 0-16,1-1 0 15,2 1 1-15,0-1-1 0,-6 2 1 16,-4-2-1-16,-6 2 1 16,-4 0-2-16,-3 0 3 15,5 0-5-15,-2 0 3 16,7 0-1-16,3-1 1 16,2 0-1-16,-4-1 1 15,-6 1 0-15,-7 1 0 16,-6 0 0-16,-3 0 0 15,0 0-1-15,0 0 0 16,0 0-2-16,0 0 3 16,0 0-2-16,0 0-7 0,0 7 8 15,1 17 1 1,3 11 1-16,1 8 0 0,3 13 2 16,1 9-3-1,-1 10 0-15,2 9 3 0,-2 11 6 16,1 9-2-16,1 9-2 15,-2 5 3-15,0 3-1 16,-1-1 3-16,-2-1 2 16,0 1-5-16,0-1 8 15,2-5-10-15,0-2 10 16,-1-9-9-16,-1-10-2 16,0-8 3-16,0-16-2 0,-3-16-4 15,1-16 0 1,-1-14-1-16,-2-10 1 0,0-8-3 15,0-5-2-15,0 0-2 16,-3 0-42-16,-32-7-41 16,-22-21-163-16,-34-12-773 15</inkml:trace>
  <inkml:trace contextRef="#ctx0" brushRef="#br1" timeOffset="-195467.09">7624 11067 456 0,'0'0'317'16,"0"0"-294"-16,0 0-19 15,0 0 49-15,0 0 90 16,0 0-3-16,0 0-49 16,0 0-28-16,0 0 2 0,0 0 2 15,1 0-9 1,19 0-3-16,8 2 44 0,11 4-47 15,6-3-26-15,10 0-8 16,7 1 9-16,8-1-8 16,11 0-13-16,4-3 9 15,9 0-8-15,-3 0-2 16,-4-7 0-16,-6 1 1 16,-10 3 1-16,-7-1 0 15,-4 0-5-15,-8 3 5 16,-5-1-2-16,-5 0-2 15,-4 2 2-15,4 0-5 16,5-6 3-16,9 5-3 16,8 0 1-16,7 0-1 15,-3-1 1-15,-1-2-1 0,-2 2 0 16,-2-3 3-16,-1 3-2 16,0 0 0-16,-2 0 1 15,1 2-1-15,-1-3-1 16,-2 3 0-16,-1 0 2 15,0 0 0-15,-2 0-2 16,0 0 1-16,0 0 1 16,0 3-2-16,1-1 0 15,-3 0-4-15,-1-2 2 16,3 0 2-16,0 0 0 16,1 0 0-16,1 2-1 15,-2-2-1-15,1 2 2 0,3 1 0 16,3-1 2-1,1-2 0-15,5 0-1 0,0 0 0 16,0 0-1-16,-3 0 0 16,-1 0 2-16,-1 0-1 15,3 0-1-15,3 0 1 16,6 0 2-16,2 0-3 16,1 0-1-16,-1-7 0 15,0 1-3-15,2 0 4 16,-3 2 0-16,0-1 1 15,-4 1 0-15,-4-2-1 16,1 1 0-16,-1-1 2 16,0 0-2-16,1 2 2 0,0-6-2 15,-1 1 0 1,-1 4 8-16,-3-1 0 0,1 3-5 16,2-1 5-16,-2 0-7 15,2-2 1-15,-1 0-2 16,5 2 0-16,6-3 0 15,8 1 0-15,2 2 2 16,4-3-2-16,-3 5 3 16,-1-1-1-16,-2 1-1 15,-6-1 0-15,-6 2 4 16,-4 1-4-16,1-2 0 16,2-2 3-16,5 1 0 0,4-7 0 15,5 3-4 1,5-1 1-16,4 3-1 0,-2 1 0 15,-2 2 1-15,-8 2-1 16,-4-2 0-16,-2-1 0 16,1 1 1-16,3-5-1 15,1 1 5-15,1-1-3 16,6-1 0-16,6 2 1 16,4 2 1-16,-4 1 1 15,-8 1-5-15,-14 2-5 16,-7 0 5-16,-9-1 0 15,-6-1 2-15,-2 1-2 16,-9-4 0-16,-7 3 1 16,-4-2-2-16,-13 2 1 15,-6 1-1-15,-8 1 1 0,-2-3-17 16,0-2-30-16,-28 1-42 16,-27-5-123-16,-36-10-442 15</inkml:trace>
  <inkml:trace contextRef="#ctx0" brushRef="#br1" timeOffset="-194279.94">6346 8307 792 0,'0'0'118'0,"0"0"-99"15,0 0-9-15,0 0 53 16,0 0 100-16,0 0-94 15,2-16-62-15,-15 52-5 16,-11 22 25-16,-4 23 29 16,-3 23-32-16,0 17 3 15,-3 16 21-15,-1 4-2 0,1-8-8 16,5-13-28 0,0-19 2-16,4-18 15 0,5-17 13 15,2-13-19-15,3-13-14 16,-1-7 4-16,5-10 0 15,1-7-11-15,3-7 8 16,5-3-6-16,2-4-1 16,0 1 1-16,0-2-2 15,0-1 4-15,0 1-4 16,-2-1 3-16,2 0-3 16,0 0 0-16,0 0 1 15,0 2-1-15,0-2 1 0,0 0 4 16,0 0 7-16,0 0 5 15,0-2 18-15,0-16-8 16,0-8-21-16,2-6-5 16,3-3 0-16,-1-1 1 15,-1 0-2-15,4-2 2 16,0 1-1-16,-1 4-1 16,1 6 0-16,-2 8-1 15,-2 8 4-15,-1 7-1 16,-2 4-2-16,0 0-1 15,0 0 0-15,0 2-2 16,1 25-2-16,1 14 3 16,2 12 4-16,-3 4 1 15,1-5-3-15,1-7 3 0,3-12-3 16,4-9 0-16,3-11 0 16,5-10-1-16,12-3 5 15,16-12 11-15,13-21 2 16,15-8-17-16,1-5 0 15,-3 2-1-15,-8 1-39 16,-14 2-76-16,-17 0-192 16,-18 1-283-16</inkml:trace>
  <inkml:trace contextRef="#ctx0" brushRef="#br1" timeOffset="-192765.89">952 11047 875 0,'0'0'196'0,"0"0"-193"15,0 0 5-15,0 0-7 16,0 0 28-16,0 0-10 16,0 0-12-16,0 47 16 15,0-13 67-15,0 3-73 16,0 0-4-16,0-3 42 15,0-5-19-15,0-1 0 16,0-6-15-16,-1-5-4 16,1-6 1-16,0-2-4 15,0-5-1-15,0-1 6 0,0-3-4 16,0 0 2-16,0 0 8 16,0 0-1-16,0 0 5 15,0 0 3-15,1 0-12 16,15 0-2-16,10 0-4 15,15 0 8-15,14 0 9 16,15 0-26-16,16 0 4 16,10 0-1-16,16-7-8 15,7 2 5-15,8 1-3 16,8 0-1-16,8-3 2 16,-3 4-1-16,0-3-4 15,-11 0 0-15,-17 1 2 0,-15 2-1 16,-20-1 2-1,-17 2-1-15,-15 2 0 0,-8 0 2 16,-7 0-2-16,-3 0 0 16,0-1 1-16,1-2 1 15,-1 0-2-15,-1-5 2 16,-2 5-2-16,-4-4 2 16,-5 4-2-16,-3-1 1 15,-6 2 0-15,-2-2 0 16,-1 4 1-16,-3 0 6 15,0 0 18-15,0 0-17 16,0 0 2-16,0 0-3 16,0 0-3-16,0 0 0 0,0 0 6 15,0 0 7 1,0-2-3-16,0-5-7 0,0-2 10 16,0-7-15-16,0 0 0 15,-1-4-3-15,-3-6 0 16,-1-1 0-16,0-7 0 15,-3-8-6-15,-1-5-8 16,-2 3-26-16,-2 0-23 16,-1 9-71-16,2 16-218 15,-3 14-217-15</inkml:trace>
  <inkml:trace contextRef="#ctx0" brushRef="#br2" timeOffset="-184203.25">13035 6227 343 0,'0'0'574'16,"0"0"-514"-16,0 0-40 15,0 0 127-15,0 0 0 16,0 0-19-16,0 0-54 16,-27-40-37-16,40 40-20 15,31 0-16-15,33 0 9 0,35 0 2 16,30 0 12-16,24 0-14 15,18 0-7-15,7-1 1 16,-4-9 2-16,-14 3-5 16,-31 0-1-16,-36 5-6 15,-37 2 4-15,-34 0-30 16,-22 0-82-16,-13 3-4 16,-6 6 26-16,-33 0 23 15,-19 2-155-15,-22-4-255 16</inkml:trace>
  <inkml:trace contextRef="#ctx0" brushRef="#br2" timeOffset="-184002.23">13015 6381 1280 0,'0'0'129'16,"0"0"-129"-16,154-15 0 15,-12 15 9-15,37 0 13 16,33 0 6-16,20 0-18 16,4 0-10-16,-15 7-1 15,-42 1-127-15,-54 2-421 16</inkml:trace>
  <inkml:trace contextRef="#ctx0" brushRef="#br2" timeOffset="-172535.06">2956 11922 512 0,'0'0'214'0,"0"0"-146"0,0 0-23 15,0 0 37-15,0 0 9 16,0 0-2-16,0 0-35 15,0 0 3-15,0-77-15 16,0 77-25-16,0 13-17 16,1 20-1-16,1 14 1 15,1 12 31-15,1 4 5 16,-1 3-31-16,0-5 4 16,1 6-3-16,0-7 0 15,0-6-6-15,1-4 4 16,0-7-3-16,-2-7-1 15,2-4-5-15,1-6-86 16,-3-10-112-16,1-8-72 16,0-8-198-16</inkml:trace>
  <inkml:trace contextRef="#ctx0" brushRef="#br2" timeOffset="-172105.44">3216 12093 300 0,'0'0'795'16,"0"0"-750"-16,0 0-35 16,0 0 39-16,0 0 19 15,0 0-45-15,-3 21-22 0,-1 21-1 16,3 6 5-1,1 8-1-15,0-5 3 0,0-7-7 16,8-14 2-16,5-10-1 16,4-10 2-16,2-1 2 15,-1-9 0-15,4 0 1 16,3-3 0-16,-3-17 2 16,-2-4-7-16,-7-6 3 15,-8-3 1-15,-4-4-5 16,-1 0 2-16,-3 4 4 15,-15 6-2-15,-6 0 2 16,0 8 3-16,-3 5-4 0,3 7-5 16,4 0-9-1,8 7-3-15,6 0-51 0,6 0-85 16,0 0-84-16,10 7-97 16,14-7-159-16</inkml:trace>
  <inkml:trace contextRef="#ctx0" brushRef="#br2" timeOffset="-171768.91">3542 12113 903 0,'0'0'84'16,"0"0"-78"-16,0 0 11 16,-25 103 51-16,24-62-15 0,1 2-26 15,0-5-10-15,1-4-8 16,15-10-2-16,0-5-3 15,6-10 0-15,1-8 2 16,4-1 1-16,1-1 2 16,2-18 4-16,-4-9-8 15,-4-5 6-15,-9 0 3 16,-10-1 15-16,-3 0 0 16,-5 2 12-16,-18 4-3 15,-6 1 11-15,0 8-25 16,3 5-22-16,6 4-2 15,8 6-1-15,5 1-21 0,7 3-89 16,0 0-39 0,9 0-141-16,14 0 31 0,9 0-183 15</inkml:trace>
  <inkml:trace contextRef="#ctx0" brushRef="#br2" timeOffset="-171471.58">3857 12102 403 0,'0'0'207'0,"0"0"-92"15,0 78-24-15,0-42 8 16,0-2-25-16,0 3-4 16,0-4-27-16,11-3-16 15,6-8-9-15,3-6-9 16,3-10 1-16,1-6-4 16,3 0 9-16,-3-6 13 15,-2-18 8-15,-3-6 31 0,-8-4-11 16,-5-1-8-1,-6 0-4-15,0 5-1 0,-9 0 4 16,-11 6-7-16,-2 4-21 16,-1 7-19-16,1 2-2 15,2 8-5-15,5 3-45 16,5 0-70-16,5 0-35 16,5 10-57-16,0 1-199 15</inkml:trace>
  <inkml:trace contextRef="#ctx0" brushRef="#br2" timeOffset="-170936.84">4216 12123 1123 0,'0'0'98'16,"0"0"-92"-16,0 0 1 16,0 0 10-16,0 0-7 15,-50 101-2-15,50-58-2 16,0-3-1-16,15-10-5 16,7-9 0-16,3-12 9 15,2-9-7-15,1 0 3 16,-3-9 9-16,-3-18 11 15,-7-4 16-15,-5-4-6 16,-9-3 27-16,-1-2-17 16,-1 3-1-16,-23 7-11 0,0 0-16 15,-5 3-13-15,4 6-4 16,3 7-11-16,7 8-24 16,3 6-64-16,9 0-70 15,3 11-67-15,0-2-99 16,19 1-155-16</inkml:trace>
  <inkml:trace contextRef="#ctx0" brushRef="#br2" timeOffset="-170655.7">4463 11724 1161 0,'0'0'97'16,"0"0"-78"-16,0 0 18 16,0 0-25-16,0 0-2 15,-13 91-8-15,19-13 29 16,7 14 12-16,3 7 1 16,1 6-12-16,-2-4-14 15,-1-6-17-15,-5-12 5 16,0-19-5-16,-6-12 0 15,-3-11-2-15,0-11-109 16,-17-8-70-16,-3-17-358 16</inkml:trace>
  <inkml:trace contextRef="#ctx0" brushRef="#br2" timeOffset="-169989.19">4467 11624 1224 0,'0'0'34'0,"0"0"-27"15,-105-3 51-15,54 3 38 16,-11 0-23-16,-11 6-26 0,-14 1 9 15,-13-1-15-15,-16-2-4 16,-7-2-22-16,-8-2 3 16,-3 0 0-16,4 0 5 15,7-6-8-15,6-7 0 16,13-1-1-16,14 2 9 16,14 1-17-16,16 4 5 15,20 1 5-15,15 0-12 16,12 3-1-16,7 1-2 15,6 2-1-15,0 0 0 16,0 0-1-16,0 0 1 16,0-2 4-16,-1 2 1 0,-4-3-4 15,-5-4 6-15,-4 3-6 16,1-3 6-16,1 4-6 16,4 0 6-16,3 0-5 15,1 3 2-15,1 0-1 16,1-4-3-16,2 4 2 15,0 0-2-15,0 0-3 16,0 0 2-16,0 0 1 16,0 0-5-16,0 0 0 15,0 0 0-15,0 0 0 16,0 4 4-16,0 28-7 16,0 20 6-16,0 24 1 15,4 14 0-15,10 14 0 0,-1 3 2 16,0-3-1-16,2 0 0 15,-1-14 2-15,-3-6-4 16,-2-10 2-16,-5-11 0 16,-4-2 0-16,0-5-71 15,0-5-50-15,-10-10-198 16,-13-21-325-16</inkml:trace>
  <inkml:trace contextRef="#ctx0" brushRef="#br2" timeOffset="-169556.42">1810 11851 1235 0,'0'0'178'0,"0"0"-176"16,0 0 1-16,0 0-2 15,0 0-1-15,0 0 1 0,51-6 6 16,4 6 3-16,5 0 3 15,-2 0-5-15,-9-3 0 16,-16-2 2-16,-11 2 3 16,-10 2 14-16,-8 1-11 15,0 0-12-15,-1 14-4 16,1 21 0-16,-3 18 7 16,-1 14 14-16,0 7-20 15,0 8 2-15,0 3-3 16,22 3-129-16,11-4-3 15,14-14-197-15,12-14-304 16</inkml:trace>
  <inkml:trace contextRef="#ctx0" brushRef="#br2" timeOffset="-169007.88">5047 11724 935 0,'0'0'111'16,"0"0"-79"-16,0 0 126 15,0 0-41-15,0 0-51 16,0 0-66-16,-27-3-2 15,27 42 0-15,7 19 0 16,3 1 4-16,-2 10-2 16,-3-3 0-16,-5 4-3 15,0-2-127-15,-8-2-279 16</inkml:trace>
  <inkml:trace contextRef="#ctx0" brushRef="#br2" timeOffset="-165238.98">5354 11731 597 0,'0'0'195'0,"0"0"-133"16,0 0 16-16,0 0 27 15,0 0 3-15,0 0-39 16,-11-54-53-16,9 61-16 16,-1 20 0-16,-1 8 11 15,3 10 16-15,1 0-12 16,0 0-6-16,0-7-6 15,14-5 2-15,3-9-4 16,4-11 1-16,2-7 2 0,0-6-2 16,1 0 5-16,-2-2 2 15,-4-15-5-15,-4-3-1 16,-7-1 1-16,-1-8 2 16,-6-2 1-16,0 1-6 15,0 6 5-15,-2 9 23 16,-2 10 31-16,3 5 29 15,-1 0-84-15,1 21-5 16,-2 19-5-16,-4 13 0 16,-2 10 5-16,-1 6-2 15,0-2-131-15,0 2 1 16,-5-4-210-16,-10-2-285 0</inkml:trace>
  <inkml:trace contextRef="#ctx0" brushRef="#br2" timeOffset="-164221.64">3325 12631 495 0,'0'0'200'0,"0"0"-187"0,0 0-9 15,0 0 123-15,0 0-15 16,0 0-38-16,0 0-28 16,-9-69 12-16,0 62 27 15,0 4-48-15,2 3-8 16,0 0-27-16,1 3 1 15,1 15 10-15,5 12-13 16,0 6 1-16,0 0-2 16,18-5 5-16,4-5-3 15,0-8 0-15,-2-3 0 16,-3-7 3-16,-5-5-4 16,-5-3 1-16,-3 0-1 15,-4 0 1-15,0-14 9 0,0-8-9 16,0-3 0-16,-4-4 2 15,-3 1-3-15,0 9 1 16,2 2-1-16,3 10 1 16,2 7-3-16,0 0 1 15,0 7-13-15,4 16 3 16,12 11 11-16,3 6-1 16,-2-3 0-16,-3 4 2 15,-4-8-1-15,-1-3 0 16,-8-3 0-16,-1-7 2 15,0-1-2-15,-11-5 2 16,-8-4 22-16,-2 1-7 16,-3-5-4-16,3 1-5 0,0-1-8 15,1-3-3-15,2 1-2 16,1-4-68-16,9 0-104 16,8 0-97-16,0-7-177 15</inkml:trace>
  <inkml:trace contextRef="#ctx0" brushRef="#br2" timeOffset="-163706.96">3728 12793 926 0,'0'0'168'0,"0"0"-168"15,0 0 3-15,15-87 19 0,-8 60 36 16,-3 6-3-16,-4 2-29 16,0 2 6-16,0 3-4 15,-8 1 5-15,-5 6 6 16,-4-2-22-16,-3 5 20 16,0 4-32-16,-2 0-3 15,2 0 1-15,3 9-3 16,6 6-5-16,4-2 3 15,6 3-9-15,1 1 2 16,0 0 8-16,18 3 2 0,10 4-1 16,11-4 6-1,2 0-3-15,0 1-3 0,-4 1 0 16,-11-5 1-16,-9 1-1 16,-11 1 0-16,-6-6-5 15,0 2 5-15,-11-3 1 16,-14-2 12-16,-4-3 24 15,-4-3 8-15,-2-4-3 16,2 0-24-16,2-11-1 16,10-9 6-16,2 1-14 15,9-2-9-15,8 5-3 16,2-1-14-16,7 1-74 0,21 5-73 16,8 5-28-1,2 4-190-15,-6 2-337 0</inkml:trace>
  <inkml:trace contextRef="#ctx0" brushRef="#br2" timeOffset="-163422.98">3101 12994 1004 0,'0'0'235'15,"0"0"-235"-15,0 0 1 16,0 0-1-16,108-14 12 16,-20 14 9-16,17 0 1 15,13 3 1-15,13 5-16 16,-2-5-4-16,-4 3-6 15,-11-2-11-15,-16-1-195 16,-22-3-258-16</inkml:trace>
  <inkml:trace contextRef="#ctx0" brushRef="#br2" timeOffset="-161454.52">3699 13376 381 0,'0'0'423'0,"0"0"-292"0,0 0-72 15,0 0 96-15,0 0-20 16,0 0-41-16,-3-20-52 16,3 2-35-16,0 1 11 15,5 1-5-15,9 3 4 16,-2 6-3-16,1 3-12 15,0 4-2-15,0 0-3 16,1 4 0-16,1 13-2 16,-5 10 5-16,-6 6 0 15,-4 4 1-15,0 10 2 16,-4 0 0-16,-15-1-1 16,-4-2-1-16,1-6 10 0,2-19-7 15,8-5-1 1,5-11 1-16,6-3 12 15,1 0 22-15,0-3 1 0,0-11-29 16,0 0-10-16,4 1 0 16,4 2 0-16,3 6 0 15,6-6-6-15,5 5 6 16,3-1-1-16,3 1-2 16,4 3-40-16,2-2-47 15,-1-4 10-15,2 2-38 16,-3-6 9-16,-2 0 25 15,-4 0 68-15,-7-1 16 16,-5 4 7-16,-8 6 0 0,-1 2 9 16,-3 0 33-16,-2 2-9 15,3 0-24-15,4 0-7 16,2 0 3-16,4 4 3 16,2 0 7-16,3-4 2 15,2 0 5-15,1 0 1 16,-4-14 10-16,0-6 3 15,-7 4-2-15,-8-6 2 16,-2 6 14-16,-2 0-6 16,-19-1-10-16,-8 1 6 15,-1 5-34-15,-1 0-13 16,4 11-4-16,5 0-1 0,2 4-28 16,7 14-98-1,10 10-32-15,3 0-100 0,13-8-221 16</inkml:trace>
  <inkml:trace contextRef="#ctx0" brushRef="#br2" timeOffset="-160555.8">5699 11919 872 0,'0'0'213'0,"0"0"-172"16,0 0-6-16,0 0 37 16,73-83-7-16,-38 78-35 15,6 5-18-15,1 0-11 16,-5 3 10-16,-9 16-8 0,-8 3 1 16,-7 5-4-16,-9 0 0 15,-4 3 1-15,0 0 5 16,-24 3-4-16,-10-3 12 15,-4-2 11-15,3-9 2 16,8-5 28-16,10-7-8 16,11-7 0-16,6 0 24 15,0 0-31-15,9-4-30 16,17-10-7-16,18-4-1 16,16-1 1-16,11 3-3 15,8 3-13-15,0 2-43 16,-2 8-28-16,-5 3-72 15,-16 0-89-15,-18 14-431 16</inkml:trace>
  <inkml:trace contextRef="#ctx0" brushRef="#br2" timeOffset="-159737.58">3968 13534 415 0,'0'0'119'0,"0"0"-74"0,0 0-15 16,0 0 48-16,0 0-62 15,0 0-16-15,0-35-38 16,4 35-134-16,8-3-42 16</inkml:trace>
  <inkml:trace contextRef="#ctx0" brushRef="#br2" timeOffset="-159318.72">4456 13390 522 0,'0'0'102'0,"0"0"-40"16,0 0 92-16,0 0-16 15,0 0-54-15,0 0-42 16,0-6-25-16,0 8-7 0,0 15 2 16,4 10 44-16,6 9 1 15,2 8-43-15,0 2-7 16,-2 6-2-16,0-6-2 16,-2 1-2-16,-2-4-1 15,3-2-2-15,-1-8-72 16,4-7-157-16,5-19-154 15</inkml:trace>
  <inkml:trace contextRef="#ctx0" brushRef="#br2" timeOffset="-158889.6">4697 13416 453 0,'0'0'735'0,"0"0"-691"16,0 0-41-16,0 0-3 15,0 0 3-15,0 0 0 16,0 53 2-16,15-29-3 16,2 2-2-16,0-6 0 15,-2-6 5-15,0-5-5 16,-4-4-1-16,2-5 0 15,-1 0 1-15,-1 0 2 16,-1-14 3-16,-4-2-3 0,0-8 0 16,-3-3 2-16,-3 1-1 15,0-1 1-15,0 10 4 16,0 4 4-16,0 9 6 16,0 4 22-16,0 0-26 15,0 0-14-15,0 16-16 16,0 14 13-16,5 14 3 15,3 4 0-15,4 8-2 16,5-3-94-16,1-9-88 16,-1-6-133-16,-2-11-430 15</inkml:trace>
  <inkml:trace contextRef="#ctx0" brushRef="#br2" timeOffset="-158258.32">5624 13205 897 0,'0'0'155'0,"0"0"-125"16,0 0 31-16,0 0 69 0,0 0-65 16,0 0-41-1,-57 17-16-15,45 16 13 0,4 10-3 16,5-3-5-16,3-2-6 15,0 2-3-15,10-7 0 16,8-5-4-16,4-9 0 16,4-9 3-16,2-10-1 15,-2 0 4-15,-4-7-1 16,-8-6 1-16,-7 4-1 16,-7-2 2-16,0-3 3 15,-7 6-6-15,-12-6 19 16,-7 7-23-16,2 0-1 15,2 7 0-15,3 0-12 16,9 0-56-16,7 0-25 16,3 7-117-16,5-7-73 0,19 0-31 15</inkml:trace>
  <inkml:trace contextRef="#ctx0" brushRef="#br2" timeOffset="-158027.43">5781 13382 546 0,'0'0'272'16,"0"0"-255"-16,0 0 29 15,0 0 48-15,0 0-60 16,0 0-10-16,58 54-1 16,-34-54 22-16,-1 0 9 15,-1-13 18-15,-6-4 7 0,-9 1-10 16,-7 2 9 0,0 0-11-16,-7 1-29 0,-10 2-9 15,-5 2-26-15,-2 1-3 16,1 6-8-16,2 2-43 15,7 0-78-15,4 0-7 16,8 0-105-16,2 2-121 16,0-2-133-16</inkml:trace>
  <inkml:trace contextRef="#ctx0" brushRef="#br2" timeOffset="-157654.44">5966 13098 282 0,'0'0'297'0,"0"0"-258"16,0 0 6-16,0 0 69 15,0 0-55-15,0 0-14 16,-80-80 6-16,72 69-16 15,-2 4-6-15,0 1 19 16,0-1 64-16,1 0-77 16,0 1 2-16,0 2-1 15,4 1 1-15,2 0-7 16,0 3-18-16,3 0-9 16,0 0 3-16,0 0-6 15,0 0 1-15,0 0-2 0,0 0 2 16,0 0-1-16,0 0 0 15,0 0-16-15,0 0-43 16,0 0-135-16,0 0-184 16,0-3-328-16</inkml:trace>
  <inkml:trace contextRef="#ctx0" brushRef="#br2" timeOffset="-156775.68">6539 11966 263 0,'0'0'606'0,"0"0"-563"16,0 0-37-16,0 0 11 16,0 0 51-16,23-84 1 0,-11 64-48 15,-1-5-9-15,-1 3 1 16,-5-4-5-16,-4 5 0 16,-1-1 1-16,0 5 22 15,-6 3 9-15,-7 4-2 16,-1 2 0-16,1 5-34 15,-3 3 2-15,-1 0 5 16,-2 0-10-16,-1 5 2 16,0 10-3-16,2 5 0 15,1 4 0-15,5-3 1 16,6 1-1-16,6-2 0 0,0 1 0 16,9-1 0-1,18 4 3-15,10 2-2 0,6 5 1 16,5 2-2-16,-3 0 1 15,-9 0-1-15,-9-2 0 16,-12-2 0-16,-11-5 0 16,-4-3 3-16,0-5-2 15,-17-7 13-15,-5-1 39 16,-7-8 20-16,0 0-12 16,-7 0-14-16,4-17-23 15,4 0-13-15,5-6-3 16,8 0-8-16,3-1-2 15,7 11-32-15,5 6-54 16,0 7-36-16,2 9-166 16,4 25-56-16,-6 17-79 0</inkml:trace>
  <inkml:trace contextRef="#ctx0" brushRef="#br2" timeOffset="-156208.1">6002 13430 556 0,'0'0'295'16,"0"0"-241"-16,0 0-33 15,0 0 80-15,0 0 3 16,0 0-61-16,-16-5-25 0,15 5-8 16,1 11-9-16,0 5 22 15,0 1-19-15,0 4-4 16,1-1 9-16,11 0-4 16,1 0 1-16,4 0-2 15,0-4-2-15,0-2 4 16,-2-4-5-16,-3 1 3 15,-6-2-1-15,-1-2-3 16,-5-4 9-16,0 3 30 16,0 2 34-16,-21 5 1 15,-15 1-12-15,-9 3-39 16,-3-4-15-16,5-7-8 0,5-6-5 16,8 0-88-16,8-13-64 15,12-20-208-15</inkml:trace>
  <inkml:trace contextRef="#ctx0" brushRef="#br2" timeOffset="-156039.27">6174 13390 1084 0,'0'0'125'16,"0"0"-125"-16,0 0 0 15,0 0 6-15,0 0-6 16,0 0-3-16,10-4-4 15,-8 4-100-15,1 0-83 0,-2 0-61 16,1 6-228 0</inkml:trace>
  <inkml:trace contextRef="#ctx0" brushRef="#br2" timeOffset="-155365.08">6159 13442 902 0,'0'0'176'0,"0"0"-165"0,0 0 1 16,0 0 52-16,0 0-24 15,0 0-40-15,-15-12-1 16,15 24 1-16,0-2 6 15,0 4-5-15,0-4 1 16,0-3-2-16,0 0 0 16,3-1-2-16,4 0-33 15,-1 2-61-15,4-1-35 16,2-3-72-16,-4-2-82 16</inkml:trace>
  <inkml:trace contextRef="#ctx0" brushRef="#br2" timeOffset="-155021.28">6448 13384 872 0,'0'0'132'16,"0"0"-118"-16,0 0 10 15,0 0 72-15,0 0-47 16,0 0-28-16,-6 55 53 16,-7-11-31-16,-3 7-13 0,-6 4 20 15,-1 2-10-15,-3-5-15 16,3-6-16-16,3-3-6 15,2-6-3-15,3-4 0 16,5-9-16-16,6-7-116 16,4-7-126-16,0-10-225 15</inkml:trace>
  <inkml:trace contextRef="#ctx0" brushRef="#br2" timeOffset="-154642.46">6508 13513 970 0,'0'0'183'0,"0"0"-182"16,0 0 3-16,0 0-4 16,0 0 32-16,12 84 5 15,1-55-26-15,4-4-9 16,3-9 4-16,-2-6-1 15,1-3-4-15,0-7 1 16,-5 0 5-16,-1 0-6 16,-1-7 6-16,-3-13-3 15,-4 0 4-15,-3-4-4 16,-2 3 14-16,0-1 11 0,0 11-9 16,0 5-4-16,0 6 16 15,0 0-19-15,0 11-13 16,0 18-9-16,0 15 9 15,-2 9 0-15,-2-2 0 16,4-1-53-16,0-6-72 16,0-15-199-16,0-6-222 15</inkml:trace>
  <inkml:trace contextRef="#ctx0" brushRef="#br2" timeOffset="-154122.15">6617 13390 727 0,'0'0'206'0,"0"0"-161"15,0 0-27-15,0 0 82 16,0 0 16-16,-100-38-64 15,80 38-28-15,1 0-15 16,-1 0 4-16,1 19-2 16,-1 9 10-16,4 18 8 15,3 13-6-15,6 7 3 0,7 4 7 16,0-6-6-16,11-10-20 16,14-8 1-16,5-10-7 15,4-5 1-15,6-13 0 16,2-3 3-16,3-11-5 15,-2-4-7-15,-1 0-16 16,-7-3-22-16,-5-4 6 16,-6 1-11-16,-6 1 21 15,-6-1 18-15,-3-2 11 16,-5-7 2-16,0-5 2 16,-2-7 1-16,-2-10 2 15,0-11 32-15,0-7-15 16,-9-8-16-16,-7-2 10 15,-4 11-8-15,1 9-4 16,0 9-1-16,5 12 0 16,0 8-5-16,3 4-7 0,1 8-43 15,-4 1-72-15,1 3-179 16,-1 0-193-16</inkml:trace>
  <inkml:trace contextRef="#ctx0" brushRef="#br2" timeOffset="-151843.68">10326 8858 338 0,'0'0'49'0,"0"0"-40"0,0 0 31 16,0 0 52-16,0-81 58 15,0 61-8-15,0 1-27 16,0 4 7-16,0 2-16 16,0 4 0-16,0 5-29 15,0 1 13-15,0 3-18 16,0 0-51-16,0 18-21 16,0 25-6-16,0 26 6 15,6 20 45-15,4 17-24 16,3 8-17-16,-3 3 9 15,-1-7 0-15,-1-15-10 16,-2-18 1-16,1-15-4 16,-2-15 1-16,-3-12-1 0,-2-11 3 15,0-7-6-15,0-10-3 16,0-5-87-16,0-2-75 16,0-24 36-16,0-22-382 15</inkml:trace>
  <inkml:trace contextRef="#ctx0" brushRef="#br2" timeOffset="-150859.42">10447 8730 582 0,'0'0'450'0,"0"0"-400"16,0 0-44-16,0 0 22 16,0 0 58-16,0 0 6 15,0-57-44-15,4 57-24 16,16 0-8-16,13 0 25 16,14 0 16-16,15 0-1 15,20 0-19-15,16 0-12 16,19 0-3-16,14 0-14 15,11-3-2-15,3-4-3 0,-4-2 3 16,-12 3-6 0,-21 2-2-16,-24 3 0 0,-19 1 1 15,-22 0 1-15,-12 0 0 16,-10 0 3-16,-6 1-3 16,0 2 0-16,0-3 3 15,2 0-4-15,3 0 3 16,2 0-2-16,-4 0 5 15,1 0-2-15,-8 0-3 16,0 0 0-16,-5 0 1 16,1 0-1-16,-4 0 0 15,1 0 1-15,-3 0-2 16,-1 0 4-16,0 0-3 16,0 0 4-16,0 0-3 0,0 0 5 15,0 0-3-15,0 0-1 16,0 0 2-16,0 0-2 15,0 0 1-15,0 0-3 16,0 0 2-16,0 0-3 16,0 13 2-16,3 4 3 15,-1 1 45-15,-1-1-47 16,-1-4 5-16,3-5-4 16,-3 0-2-16,1-2 1 15,1-3 1-15,-2 0-3 16,1-3 1-16,-1 0 2 15,0 0-2-15,2 0 4 16,-2 0-4-16,0 0 2 0,0 0-1 16,0 0-1-1,0 0 5-15,2 0-6 0,-1 0 20 16,1 0-5-16,0 0-2 16,-1 0-5-16,4-5-5 15,2 1-3-15,0-2 0 16,-1 1 2-16,-2 2-2 15,-1 0 0-15,-1 3 3 16,-2 0-7-16,0 0 3 16,0 0-1-16,0 0 2 15,0 5-4-15,0 22 4 16,0 15 9-16,-9 16 8 16,-2 13-5-16,1 10-6 0,1 5-2 15,3 0 2-15,3-8-5 16,0-10-1-16,3-12 3 15,0-10-1-15,0-10-3 16,7-4 1-16,-2-8 0 16,-3-2-4-16,-2-4-44 15,0-1-26-15,0-5-90 16,-11-9-211-16,-12-3-308 16</inkml:trace>
  <inkml:trace contextRef="#ctx0" brushRef="#br2" timeOffset="-150076.74">10741 9704 439 0,'0'0'500'0,"0"0"-464"0,0 0-31 15,0 0 30-15,0 0 140 16,0 0-71-16,-46-34-37 16,46 33-18-16,0 1-15 15,0 0-4-15,0 0-5 16,0-2-16-16,0 2 7 16,0 0 5-16,0 0-10 15,0 0 8-15,0 0-1 16,0 0 10-16,0 0 9 15,0-1-9-15,0-1-5 16,0 2 1-16,0 0-8 0,0 0 4 16,0 0 0-1,0-2-2-15,0 2 0 0,0 0-4 16,0-1-1-16,-4 1-4 16,-2-2-4-16,-3 1 4 15,-4-3-6-15,-1 2-1 16,1-1 1-16,1 0-3 15,4 2 4-15,0-3-4 16,1 4 3-16,4-2-2 16,1 2-1-16,2-2-3 15,0 2 0-15,0 0 0 16,0 0 3-16,0-2 0 0,7 2-6 16,16 0 6-16,20 0 3 15,26 0 0-15,21 0-1 16,19 0 0-16,13 0-1 15,15 0 2-15,6 0-1 16,-3 2-4-16,-7 2 1 16,-19 0-3-16,-24-1 4 15,-21-2-8-15,-28 0-4 16,-17-1-3-16,-16 0-10 16,-5 0-9-16,-3 2-24 15,0-2-71-15,-6 2-132 16,-7-2-226-16</inkml:trace>
  <inkml:trace contextRef="#ctx0" brushRef="#br2" timeOffset="-149564.9">14513 10272 80 0,'0'0'0'0</inkml:trace>
  <inkml:trace contextRef="#ctx0" brushRef="#br2" timeOffset="-149058.92">14513 10272 328 0,'22'-103'82'0,"-22"97"-26"16,0-1 38-16,0-1 77 15,0 0-56-15,0-1 1 16,0-2-17-16,0 0-24 16,-4-1-11-16,3 0 8 0,-2 3-13 15,0 0-14-15,2 6 25 16,-1 2-2-16,2 1-16 16,-1 0-11-16,-1 0-20 15,1 7-21-15,-2 22 0 16,0 17 2-16,2 18 11 15,1 6 1-15,0 5-3 16,0 0 18-16,7-2-12 16,0-6-12-16,2-2-1 15,-4-6-3-15,-3-6 1 16,-2-12-2-16,0-10 4 16,0-9-8-16,0-9 4 0,0-7-15 15,0-6-81-15,0 0-88 16,3-11-7-16,0-22-174 15,3-14-465-15</inkml:trace>
  <inkml:trace contextRef="#ctx0" brushRef="#br2" timeOffset="-147973.79">14560 10171 639 0,'0'0'227'15,"0"0"-187"-15,0 0-31 16,0 0 107-16,0 0 24 15,0 0-52-15,-32-35-44 16,32 35 2-16,0 0-1 16,0 0-4-16,0-1 5 15,0 1-17-15,0 0-9 16,0 0 5-16,0 0-8 0,0 0-6 16,0 0-1-1,0-2-5-15,10 0 0 0,7 0 2 16,6-1-5-16,3 0 4 15,4 2-1-15,3-1-4 16,7 2 1-16,9 0 0 16,6 0 4-16,7 0 2 15,7 0-8-15,11 0 5 16,3 0-2-16,10 0 3 16,10 0 3-16,7-4-8 15,5-3 3-15,4 3-4 16,0-2-1-16,-8 4 1 15,-3 1 2-15,-16-1 0 16,-12 2-2-16,-11 0 4 16,-10 0-4-16,-5 0 2 0,-5-3 1 15,-7-1-3-15,-4-1 2 16,-8 1-1-16,-5 1-1 16,-7 0 4-16,-1 1-4 15,-3 1 1-15,-1 1-1 16,-5 0 0-16,-1 0 2 15,-4 0-2-15,0 0 0 16,-1 0 0-16,0 0 0 16,0 0 0-16,1 0 0 15,4 0 2-15,1 0-2 16,2 0 0-16,1-2-3 16,0 1 5-16,-3-2-2 0,-2 1 0 15,-3 2 0-15,-3 0 0 16,1-1 1-16,-1 1-1 15,0 0 2-15,0 0 2 16,0 0-4-16,0 0 0 16,0 0 3-16,0 0-4 15,0 0 1-15,0 0 0 16,0 0 0-16,0 0 3 16,0 0 2-16,0 0 0 15,0 0-3-15,0 0 4 16,0 0-1-16,0 0 3 15,0 0 2-15,0 0-9 16,0 0 9-16,0 0 0 0,0 0-6 16,0 0 4-16,0 0-3 15,0 0-1-15,0 0-4 16,0 1-4-16,-1 25 3 16,-8 13 1-16,1 16 10 15,4 6 0-15,4-2-9 16,0 1 4-16,0-9-5 15,5-5 0-15,4-8 0 16,-2-6 1-16,-4-8 0 16,-3-8-2-16,0-4 0 15,0-3-3-15,0-8-28 16,0 2-38-16,0 0-59 0,-3-1-118 16,-21 3-142-16,-9-1-196 15</inkml:trace>
  <inkml:trace contextRef="#ctx0" brushRef="#br2" timeOffset="-147477.12">14864 10878 730 0,'0'0'480'0,"0"0"-423"16,0 0-54-16,0 0 0 16,0 0 19-16,0 0 44 15,-33-14-45-15,56 14-2 16,12 0-6-16,17 2 19 16,12 2 1-16,14-4-11 0,17 0-2 15,22 0 9-15,16 0 0 16,14-2 2-16,10-7-10 15,-2 1 13-15,-4 1-9 16,-16-2-15-16,-23 1-1 16,-27 2-2-16,-30 0-4 15,-23 2-2-15,-22 3-1 16,-10 1-38-16,-4 0-100 16,-35 0-70-16,-26 0-164 15</inkml:trace>
  <inkml:trace contextRef="#ctx0" brushRef="#br2" timeOffset="-133646.65">9248 8857 744 0,'0'0'135'0,"0"0"-92"15,0 0 2-15,0 0 42 16,0 0 23-16,0 0-22 16,0 0-41-16,0 0-12 15,-18-35-10-15,18 35-11 16,0-1 6-16,0 1-4 16,0 0 1-16,0 0 1 15,0 7-18-15,11 20 4 16,15 17 32-16,7 14 16 15,5 11-14-15,10 10-11 0,0 1-7 16,2-1 3-16,1-4-11 16,-5-7 5-16,-1-10-12 15,-5-7-1-15,-6-11-2 16,-9-10-1-16,-7-8 2 16,-9-6-3-16,-5-8 0 15,-2-6-2-15,-2-2 0 16,0 0-24-16,0 0-10 15,0 0-23-15,0 0-43 16,0-21-34-16,-8-9-192 16,-3-9-46-16,0-6-131 15</inkml:trace>
  <inkml:trace contextRef="#ctx0" brushRef="#br2" timeOffset="-133330.63">9621 8915 817 0,'0'0'250'16,"0"0"-185"-16,0 0-41 16,0 0 12-16,0 0 65 15,0 0 21-15,0-45-25 0,0 45-43 16,0 0-29-16,-3 8-7 15,-8 23-2-15,-8 18 39 16,-11 19 9-16,-15 8-41 16,-11 7-18-16,-11-1-3 15,-9 4 2-15,-4 1-8 16,1 0-5-16,3 2-73 16,13-1-128-16,9-10-77 15,8-10-383-15</inkml:trace>
  <inkml:trace contextRef="#ctx0" brushRef="#br2" timeOffset="-132530.43">7812 8933 435 0,'0'0'133'16,"0"0"-93"-16,0 0 5 16,0 0 97-16,0 0-11 15,0 0-27-15,-38-54 14 0,36 53-25 16,2 1-34-1,0 0-37-15,0 1-11 0,5 24-9 16,18 16 15-16,12 20 72 16,11 14-31-16,8 9-34 15,2 1-4-15,4-2-8 16,-1-9-7-16,-1-9-1 16,-6-8-2-16,-5-7 4 15,-10-8-6-15,-11-11 0 16,-9-5-1-16,-7-10-62 15,-7-7-24-15,-3-4-29 16,0-5-98-16,-6-5-68 16,-19-26-308-16</inkml:trace>
  <inkml:trace contextRef="#ctx0" brushRef="#br2" timeOffset="-132262.16">8158 8939 1196 0,'0'0'106'0,"0"0"-98"16,0 0 0-16,0 0-5 16,0 0 7-16,0 0 83 15,-43 130 7-15,13-57-71 16,-7 2-19-16,-8 2-2 15,-9-2 0-15,-6-4-7 0,-4-3-1 16,3-5 0-16,8-5-60 16,9-5-105-16,12-7-147 15,11-17-264-15</inkml:trace>
  <inkml:trace contextRef="#ctx0" brushRef="#br2" timeOffset="-131445.02">13519 8784 998 0,'0'0'169'0,"0"0"-120"15,0 0-21-15,0 0-17 16,0 0 19-16,0 0 4 0,13 0-25 15,23 44 42-15,15 15 17 16,7 10-20-16,5 4-36 16,1 3-8-16,0 1 4 15,-2-9-2-15,-9-2-2 16,-6-12-4-16,-10-5-4 16,-9-8-8-16,-10-11-82 15,-7-10-14-15,-8-7-76 16,-3-13-132-16,0-6-165 15</inkml:trace>
  <inkml:trace contextRef="#ctx0" brushRef="#br2" timeOffset="-131172.18">14038 8755 1128 0,'0'0'156'16,"0"0"-94"-16,0 0-42 15,0 0-8-15,0 0 43 16,-123 91 26-16,81-25-32 16,-4 10-37-16,5 0-10 15,1 2 3-15,3-6-5 0,9-7-18 16,8-6-93-1,11-10-46-15,9-13-181 0,0-15-251 16</inkml:trace>
  <inkml:trace contextRef="#ctx0" brushRef="#br2" timeOffset="-130655.7">15476 8729 1025 0,'0'0'162'0,"0"0"-143"16,0 0-17-16,0 0 3 15,0 0 4-15,0 0 72 16,62 126-29-16,-10-57-20 16,8 0-22-16,5-1-2 15,-1-9-8-15,-2-8 3 16,-10-9-3-16,-14-9 0 15,-13-7-38-15,-10-8-32 16,-12-5-110-16,-3-7-89 16,-3-6-116-16</inkml:trace>
  <inkml:trace contextRef="#ctx0" brushRef="#br2" timeOffset="-130413.96">15871 8655 1252 0,'0'0'102'16,"0"0"-61"-16,0 0-38 16,0 0 6-16,-103 98 50 15,55-19 1-15,-5 15-35 16,-6 9-23-16,-6 7-2 15,-10 6-101-15,-12-1-117 0,-5-3-352 16</inkml:trace>
  <inkml:trace contextRef="#ctx0" brushRef="#br2" timeOffset="-129547.48">13600 10189 1140 0,'0'0'138'15,"0"0"-115"-15,0 0-15 0,0 0-4 16,0 0-3-16,0 0 1 16,12 34 9-16,26 19 53 15,9 11-20-15,5 1-16 16,3 2-12-16,0-5-13 16,-1-7 5-16,-6-5-8 15,-4-5-2-15,-12-7-10 16,-8-6-72-16,-6-11-25 15,-12-10-121-15,-4-11-129 16</inkml:trace>
  <inkml:trace contextRef="#ctx0" brushRef="#br2" timeOffset="-129331.15">13937 10168 1394 0,'0'0'140'16,"0"0"-138"-16,-96 105 0 15,56-33 1-15,-2 5 19 16,-6 7-3-16,-2 2-13 16,-4 3-6-16,-1 0-52 15,0-6-181-15,0-9-294 16</inkml:trace>
  <inkml:trace contextRef="#ctx0" brushRef="#br2" timeOffset="-128470.99">12230 10200 1130 0,'0'0'160'0,"0"0"-146"15,0 0-14-15,0 0 0 16,0 0 9-16,85 90 65 0,-34-24 17 15,11 3-40 1,0 0-24-16,-4-4-21 0,-4-5-5 16,-8-7 2-16,-13-6-3 15,-11-6-5-15,-12-3-55 16,-10-8-61-16,0-5-57 16,-4-14-150-16,-14-11-212 15</inkml:trace>
  <inkml:trace contextRef="#ctx0" brushRef="#br2" timeOffset="-128261.81">12648 10194 1235 0,'0'0'290'15,"0"0"-257"-15,0 0-32 16,-107-5-1-16,69 54 2 15,-5 21 6-15,-7 16-4 16,0 7-4-16,0 6-8 16,-2 2-161-16,0-2-64 15,-3-6-272-15</inkml:trace>
  <inkml:trace contextRef="#ctx0" brushRef="#br2" timeOffset="-126114.38">7662 10807 804 0,'0'0'66'15,"0"0"-18"-15,0 0-40 0,0 0 13 16,0 0 48-1,18 100 41-15,16-56-48 0,2-3-41 16,3-5-6-16,-6-8 11 16,-4-9 5-16,-7-7-1 15,-4-6-9-15,0-6 20 16,-1 0 2-16,5-22-9 16,1-7-4-16,2-8-6 15,4-3-11-15,-3 6 4 16,1 3 0-16,-2 10 4 15,2 12-14-15,-1 9-6 16,6 0 0-16,5 11 0 16,3 11 4-16,2 6 5 15,1 1-9-15,-2 0 9 16,-6-5-4-16,-5-3-2 16,-7-10 3-16,-3-7 1 0,-3 0 1 15,-2-4 2-15,2 0-7 16,1-6 12-16,6-16-5 15,2-5-8-15,6 0 0 16,0 3-3-16,-2 8 1 16,2 12-4-16,-6 4 0 15,3 0 1-15,1 17 1 16,5 3 1-16,2 4 2 16,5-3-2-16,5-2 0 15,1-5 1-15,1-5-1 16,-3-6 5-16,-2-3-3 0,-4 0-2 15,-3 0 3 1,0-9 2-16,1-2-5 0,5-1 0 16,8-3 3-16,5 0-3 15,3 0 0-15,-2 7 1 16,-5 8-1-16,-4 0 0 16,-1 2 0-16,3 11-1 15,2-2 4-15,1 1 0 16,2-1-2-16,-3-5 1 15,-7 1-2-15,-4 0 0 16,-10 0 2-16,-6-1-4 16,-6-1-6-16,-6 8-14 15,-8 6-139-15,-5 9-171 16,-27 5-414-16</inkml:trace>
  <inkml:trace contextRef="#ctx0" brushRef="#br2" timeOffset="-121666.28">7832 10887 456 0,'0'0'124'0,"0"0"-89"15,0 0-27-15,0 0 43 16,0 0 91-16,0 0-45 16,0 0-57-16,-16-17-27 15,16 20-6-15,0 12 33 16,0 0 4-16,0 2-15 15,0-2-10-15,0 1 21 16,8 1-14-16,-1-1-1 0,1 1-1 16,2-3-5-16,-2-4-5 15,4-1-3-15,0-5-9 16,1-4 11-16,4 0-8 16,0 0 11-16,3 0 4 15,0-13-12-15,0-2 0 16,0-2-5-16,0 1-1 15,-2-1 0-15,-1 1 1 16,-2 3 0-16,-2 4-3 16,0 4 2-16,0 2-2 15,3-1 0-15,1 0 0 16,7 1 0-16,-1 2 1 0,2 1 3 16,-1 0 3-1,-5 0-1-15,0 1-1 0,-4 11 1 16,1 4-1-16,-4-3 3 15,0 1-8-15,-4-3 8 16,-1-3-5-16,-1-5-3 16,4-2 5-16,1-1 2 15,2 0 2-15,4-6 7 16,1-5-16-16,4-2 9 16,-4 6-4-16,-1 0-4 15,2 5 0-15,-3 2-1 16,6 0-1-16,1 0 0 15,4 13 2-15,2 3 1 16,3-2 2-16,2-1-4 16,0-3 4-16,-2-6-4 0,-4-2 2 15,-3-2 7-15,-3 0-2 16,-6 0 14-16,0 0-8 16,-2 0-4-16,3-3 3 15,4-8-2-15,7-2-3 16,5-2 0-16,7 0-6 15,9-1 3-15,3 0-4 16,6 1 0-16,3 2 0 16,4 1 0-16,2 4 0 15,-1-1 0-15,-1 8-2 16,-8 1 1-16,-8 0 1 16,-10 0-3-16,-11 8 2 0,-7-3 1 15,-5 0 0-15,0-4 1 16,-3-1 3-16,4 0-2 15,3 0 1-15,1 0-1 16,3-1 1-16,1-5-1 16,4-4 1-16,0 5 2 15,-3-1-3-15,-3 4 0 16,1 1-2-16,-4-1 1 16,1 0-1-16,1 2 1 15,-5-2 0-15,-5 0-1 16,-7 2-11-16,-5 0-30 15,0 0-63-15,-8 9-58 16,-23 10-91-16,-12 1-391 0</inkml:trace>
  <inkml:trace contextRef="#ctx0" brushRef="#br2" timeOffset="-115315.75">15877 9863 1020 0,'0'0'169'16,"0"0"-141"-16,0 0-14 0,0 0-4 16,0 0 59-16,0 0 19 15,0 0-5-15,-58-78-33 16,45 73-29-16,1-1 2 16,-3 4-3-16,-2-2-7 15,0 2 10-15,-3 1-3 16,0 1-6-16,2 0 1 15,-4 0-8-15,-2 0 4 16,1 0-3-16,-3 1 3 16,-2 2 2-16,2 0-3 15,-4-1 9-15,1-1-6 16,1 1-12-16,1-2 15 0,2 3-9 16,-2-1 5-1,1-2-6-15,-1 4-5 0,2-2 4 16,3 1 4-16,0-2-6 15,1-1 2-15,1 3 1 16,-1 0-4-16,4 0-2 16,-2 2 2-16,-1 4 1 15,-2 2-3-15,-1-2 3 16,-1 4-2-16,0-2 2 16,3 0 0-16,1 1-3 15,2-1 5-15,2 0 0 16,3 0-5-16,1 3 3 15,1-1-2-15,-1 7-1 16,-1 2 0-16,-1 4 0 0,2 0 2 16,1-1-2-16,1-1 0 15,3-2 2-15,0 2-2 16,0-7 1-16,3 2-1 16,-2-2 0-16,3-4 3 15,-1 1-3-15,0 5 4 16,-1 2-4-16,2 0 0 15,-1 3 0-15,3 0 4 16,1 4-4-16,0 2 4 16,0-4-3-16,0 2 1 15,0-4 0-15,0 1 0 16,5 0-1-16,3 1 2 16,0 1 1-16,4 0-2 0,0 2 1 15,3-1 2 1,1 1-3-16,5-2 1 0,-1-2 0 15,7 4-2-15,2-5-1 16,5 5 2-16,4 0 1 16,4-2 2-16,5 1-5 15,5-3 4-15,3 0 0 16,8-3 0-16,1 0-4 16,0-5 2-16,1 1-5 15,-3-1 3-15,3-2 0 16,5-2-1-16,5-6 1 15,4 0 0-15,3-7 0 0,1 0 3 16,1 0-4 0,3-7 2-16,0-9 0 0,-2-5 0 15,-4-3-1-15,-8 2 2 16,-10 1 2-16,-9 2-1 16,-11 5 0-16,-6-2-3 15,-6 0 0-15,-5-2 0 16,1-6 0-16,-2-5 1 15,0-8-3-15,-2-7 4 16,-3-7-2-16,-4-5 0 16,-10-2 1-16,-4-6 0 15,-2 1 2-15,0-1-3 16,-15 0 0-16,-12 1 3 16,-10 1-3-16,-13 1 1 0,-13-1 3 15,-9-3-4-15,-7-1 2 16,-4-1-2-16,2 3 0 15,-2 9 0-15,2 13-2 16,3 12 2-16,6 9 0 16,5 8-2-16,8 10-1 15,16 3 1-15,11 0 1 16,16 0-30-16,10 11-7 16,6 4-21-16,2 6-23 15,24 4-67-15,8-3-151 16,11-4-148-16</inkml:trace>
  <inkml:trace contextRef="#ctx0" brushRef="#br2" timeOffset="-114923.51">16366 9946 1198 0,'0'0'138'0,"0"0"-121"15,0 0 1-15,0 0 24 16,58-100 62-16,-16 70-25 16,11-1-33-16,11 0-18 15,2 3-10-15,-2 2 7 16,-12 5-12-16,-13 8-9 16,-13 1-4-16,-13 6 0 15,-6 1 0-15,-5 3-3 16,-2 2-54-16,0 0-47 15,0 0-79-15,1 0-80 0,3-4-255 16</inkml:trace>
  <inkml:trace contextRef="#ctx0" brushRef="#br2" timeOffset="-114639">17009 9438 1017 0,'0'0'216'0,"0"0"-176"15,0 0-32-15,0 0 1 16,0 0 6-16,0 0 8 0,5 65 71 16,12-11-33-16,2 1-47 15,-2-3-13-15,-1-4 4 16,-4-1-3-16,-8-4-2 15,-2-2 0-15,-2-5-1 16,0-6-47-16,-2-2-43 16,-8-9-57-16,0-9-178 15,2-10-234-15</inkml:trace>
  <inkml:trace contextRef="#ctx0" brushRef="#br2" timeOffset="-114131.57">17180 9601 1083 0,'0'0'115'16,"0"0"-103"-16,0 0-7 15,43-95 21-15,-15 76 62 16,6 4-44-16,3 6-24 15,-5 7-19-15,-4 2 1 16,-6 0 5-16,-7 6-7 16,-5 9 0-16,-5 4 6 15,-5 5 1-15,0-1 7 0,0 3-8 16,-17 1 5 0,-3-3 3-16,0-4-7 0,4-6 3 15,6-6-7 1,6-6-2-16,4-2 6 0,0 0-4 15,0 0-3-15,15 0 1 16,12 0 2-16,4 0-2 16,3 0-1-16,-4 0 0 15,-5 6-1-15,-7 6-5 16,-6 0 6-16,-5 3-2 16,-7 2 2-16,0-1 11 15,-7 0 25-15,-13-2 2 0,-8-2 6 16,-4-2-10-1,-4 0-9-15,0-3-13 0,4-1-11 16,7-2-2-16,8-4-18 16,11 0-71-16,6 0-112 15,6-6-127-15,23-10-424 16</inkml:trace>
  <inkml:trace contextRef="#ctx0" brushRef="#br2" timeOffset="-113920.33">17663 9610 916 0,'0'0'431'0,"0"0"-431"0,0 0-4 16,0 0 4 0,-5 102 15-16,10-53 13 0,7 3-11 15,-1 2-15-15,-1-3 0 16,-6-6-4-16,-1-8-60 15,-3-9-96-15,2-10-134 16,-2-13-139-16</inkml:trace>
  <inkml:trace contextRef="#ctx0" brushRef="#br2" timeOffset="-113676.16">17905 9449 1148 0,'0'0'121'0,"0"0"-121"15,0 0 0-15,0 0 1 16,4 83 48-16,4-31 2 16,3 7-38-16,2 1-10 15,-5-1 0-15,-1-2-6 16,-3-3-42-16,0-5-68 15,-1-12-138-15,-3-13-182 16</inkml:trace>
  <inkml:trace contextRef="#ctx0" brushRef="#br2" timeOffset="-113461.74">18131 9422 1130 0,'0'0'103'0,"0"0"-103"15,1 79 0-15,5-29 3 16,1 4 2-16,0 5 1 16,-1 1-6-16,-3 2-9 15,-1 0-168-15,-2-8-132 16</inkml:trace>
  <inkml:trace contextRef="#ctx0" brushRef="#br2" timeOffset="-112902.03">18378 9257 518 0,'0'0'442'0,"-112"-77"-420"16,39 45-21-16,-12 1 9 0,-14 2 22 16,-3 4 50-16,-5 4-11 15,-4 5-36-15,-2 10 4 16,-9 6-25-16,-3 5 6 15,-4 23-4-15,7 12 4 16,10 11 14-16,10 10 10 16,13 16-18-16,14 17-3 15,20 12 0-15,25 15-5 16,30 8-3-16,14 0-10 16,48-8 3-16,24-13-8 15,18-20 2-15,19-14-8 16,14-18 7-16,14-19-4 15,11-20-8-15,2-17-66 0,3-20 11 16,-1-28 9-16,-14-19-3 16,-16-13 36-16,-20-10 24 15,-24-10 9-15,-25-4 8 16,-28 4 9-16,-26-1 6 16,-13 5-24-16,-33 0 3 15,-26 1-11-15,-13 6-3 16,-15 18 2-16,-10 23-4 15,-8 26-10-15,-6 22-7 16,4 22-59-16,2 30-123 16,10 9-155-16</inkml:trace>
  <inkml:trace contextRef="#ctx0" brushRef="#br2" timeOffset="-109851.69">7219 9926 829 0,'0'0'97'15,"0"0"-29"-15,0 0-53 16,0 0-15-16,0 0 6 16,1 111 126-16,6-10-7 15,0 15-63-15,0 8-38 16,0-6-16-16,0-11-5 15,0-13 1-15,0-11-4 16,-2-12 6-16,-4-8-8 16,-1-10 2-16,0-10-17 15,0-11-58-15,0-16-59 16,4-16-90-16,11-13-121 16,4-34 10-16</inkml:trace>
  <inkml:trace contextRef="#ctx0" brushRef="#br2" timeOffset="-109216.18">7248 9831 1029 0,'0'0'76'15,"0"0"-24"-15,0 0-37 0,-35-81 4 16,35 76 43-1,4 4 0-15,31 1-40 0,23 0 2 16,30 0 10-16,34 0-5 16,35 3-11-16,37-3-13 15,26 0 7-15,29 0 7 16,13 0-7-16,10 0 6 16,0 0-17-16,-18 0 0 15,-21 6 0-15,-24 4-1 16,-25-1 4-16,-12-7-4 15,-13-2 2-15,-21 0-3 16,-17-8 2-16,-24-5 1 16,-20 1-2-16,-19 3 4 15,-14 0-3-15,-11 0 1 16,-4 1-1-16,-3-1 3 16,3 2 0-16,-3-2-2 15,1 1-2-15,-6 4 1 0,-5 1 0 16,-4 3-1-16,-4-2-2 15,-3 2 2-15,-3 0 0 16,-2 0 0-16,0 0-1 16,0 0 2-16,0 0 8 15,0 0 4-15,0 0 0 16,0 0 6-16,0 0-3 16,0 0 0-16,0 0 1 15,0 0-8-15,0 0 5 16,0 9-12-16,0 17 1 0,-3 16 7 15,1 16-3 1,2 18-3-16,0 18 2 0,-2 24-6 16,0 13 5-16,1 9-5 15,-1 1-1-15,-1-3 1 16,-4-13-7-16,2-14-80 16,0-17-144-16,0-27-131 15,-3-20-308-15</inkml:trace>
  <inkml:trace contextRef="#ctx0" brushRef="#br2" timeOffset="-105652.52">8356 11054 659 0,'0'0'94'0,"0"0"-89"16,0 0 2-16,0 0 22 15,-93-45 67-15,80 37 39 16,3 0-3-16,2 4-25 16,5 3-38-16,1 1-17 15,2-4 2-15,0 4 7 16,0-3-14-16,0 3-15 15,32 0-29-15,23 0 9 16,33 0 5-16,41 10-11 16,32 0 6-16,34-7-7 15,28-3-5-15,9 0-2 16,7-9 2-16,-3-6 2 16,-16 2 7-16,-28 4-9 0,-36 1 0 15,-52 8-5-15,-42 0-1 16,-35 0-54-16,-27 0-94 15,-2 0 57-15,-35 0 3 16,-20 0-172-16,-16 0-194 16</inkml:trace>
  <inkml:trace contextRef="#ctx0" brushRef="#br2" timeOffset="-105368.6">8903 11036 1091 0,'0'0'138'16,"101"0"-138"-16,-14 0-7 15,18 2 6-15,9-2 2 16,-3 2 6-16,-14 5-1 16,-15 10-4-16,-19 1-2 15,-15 8-30-15,-13 1-161 0,-13-6-118 16,-12-3-141 0</inkml:trace>
  <inkml:trace contextRef="#ctx0" brushRef="#br2" timeOffset="-103420.03">5921 9605 777 0,'0'0'189'0,"0"0"-161"15,-101-80-21-15,59 54 1 16,-4 0 29-16,0 0 55 16,-6 2-14-16,-5 2-19 15,-8 2-28-15,-7 2 3 0,-12 5-10 16,-9 2-9 0,-13 5 11-16,-4 6 11 15,-2 0 15-15,0 12-14 0,4 16-17 16,5 6-2-16,9 6-13 15,14 0-5-15,15 2 2 16,9 1-3-16,4 6 4 16,1 6 7-16,5 8-8 15,4 14 7-15,5 9-1 16,10 7 1-16,10 8-1 16,13 6-7-16,4 6 3 15,14 5 7-15,25 3-9 0,18-3 13 16,18-4-2-1,13-8-9-15,22-8 6 0,15-11-2 16,13-16-1-16,16-14-8 16,7-15 0-16,-1-18-2 15,-4-14 2-15,-9-10-5 16,-10-30-3-16,-8-26-23 16,-2-19 2-16,-10-18 8 15,-9-8 21-15,-15-8 0 16,-20-7 0-16,-21-9 2 15,-18-4 0-15,-20-2 0 16,-14-5 11-16,-13 1 8 16,-30 6-8-16,-19 7 10 15,-17 14-16-15,-18 18-2 16,-12 16-1-16,-6 19-4 16,-3 23-2-16,2 21-3 15,6 11-5-15,6 18-13 0,16 18-41 16,14 8-33-16,19 7-56 15,25 3-70-15,21-4-127 16,9-7-52-16</inkml:trace>
  <inkml:trace contextRef="#ctx0" brushRef="#br2" timeOffset="-98770.64">4706 7312 531 0,'0'0'272'0,"0"0"-248"16,0 0-21-16,0 0 38 15,0 0 68-15,75-92-42 16,-62 70-26-16,-4 2 14 16,-4 2-4-16,-5-2 15 15,0 3-13-15,-3-2-13 16,-12 4-20-16,1 3 12 15,-1 8-18-15,-2 4 2 16,-5 0 6-16,-1 18-19 16,-3 14-3-16,4 9 2 15,10 5-2-15,8-3 0 16,4-2 0-16,11-8 1 16,12-6-2-16,4-7 1 15,-1-8 0-15,1-7-2 16,-5-5-12-16,-2 0 4 15,-3-5-16-15,-7-9 0 0,-3-3 14 16,-7-2 6-16,0-5 2 16,0-6 4-16,0-5-12 15,-3 1 12-15,-3 4 2 16,2 7-1-16,2 11 3 16,0 6 5-16,2 6-1 15,0 0-8-15,0 5-12 16,0 19 6-16,11 12 6 15,3 8 11-15,-1 6 1 16,-3 4-9-16,1 3 8 16,-8 2 3-16,-3-5-7 0,0-7-1 15,-5-6 20-15,-14-9 7 16,-4-7 16-16,-2-4-11 16,0-6-10-16,0-5-6 15,3-5-17-15,2-3 12 16,0-2-11-16,0 0-6 15,1-5-13-15,1-8-55 16,8-1-62-16,10-1-11 16,0-3-181-16,16-1-189 15</inkml:trace>
  <inkml:trace contextRef="#ctx0" brushRef="#br2" timeOffset="-98300.46">5082 7186 974 0,'0'0'45'15,"0"0"-30"-15,0 0 69 16,0 0 58-16,0 0-66 15,0 0-42-15,-43-35 2 16,27 61-8-16,-2 11-7 16,0 14 20-16,3 8-12 15,7 6 16-15,4 0-25 0,4-4-9 16,0-10-2-16,18-12-6 16,8-13-1-16,2-9-1 15,2-7-1-15,2-9-2 16,1-1-7-16,-3-1-20 15,-6-16 7-15,-7-1 20 16,-11-4 2-16,-6-3 4 16,0-6 3-16,-15 1-2 15,-12-2 9-15,-6 3-6 16,-4 11 9-16,-2 3-2 16,6 8-13-16,7 7-1 15,4 0-1-15,10 0 0 16,5 0-16-16,7 9-108 0,0 4-62 15,19-8-75 1,11-5-128-16</inkml:trace>
  <inkml:trace contextRef="#ctx0" brushRef="#br2" timeOffset="-97985.59">5236 7384 936 0,'0'0'198'16,"0"0"-175"-16,-18 92 25 15,18-60 10-15,0-8-16 16,13 1-10-16,5-9-25 16,4-4 4-16,2-10 4 0,0-2-2 15,4-1 10 1,-2-20-7-16,-3-6 6 0,-4-5 28 16,-7-4 14-16,-9 3-2 15,-3-3-19-15,0 2-13 16,-22 6 9-16,-4 6-17 15,-3 6-18-15,0 7-4 16,3 9-2-16,1 0-2 16,3 2-1-16,5 16-49 15,9 5-62-15,8 4-87 16,7-3-144-16,19-3-187 16</inkml:trace>
  <inkml:trace contextRef="#ctx0" brushRef="#br2" timeOffset="-97827.59">5629 7417 1261 0,'0'0'108'0,"0"0"-105"0,0 0-3 16,105-10 22-16,-63 10-15 16,6 0-7-16,3 4-36 15,2-1-94-15,-5-3-179 16,-6 0-234-16</inkml:trace>
  <inkml:trace contextRef="#ctx0" brushRef="#br2" timeOffset="-97318.54">6196 7371 866 0,'0'0'333'0,"0"0"-318"15,0 0-4-15,0 0 76 16,0 0-2-16,0 0-46 15,-62 4-17-15,45-4 19 16,-1 0 1-16,-4-12-23 16,2-6-4-16,3-5-8 15,4-2-1-15,11-2 2 16,2 1-5-16,0 2-3 16,24 5-3-16,2 8-15 15,8 10 4-15,-1 1 0 16,-1 13 3-16,-5 16 3 15,-6 5 6-15,-9 8 2 0,-11 3 0 16,-1 5 5-16,-11 4-3 16,-21-2 0-16,-4-3 3 15,-6-10 14-15,-3-9 3 16,0-10 15-16,-1-7-11 16,2-7-5-16,6-6-5 15,5 0-11-15,8-2-4 16,4-15-1-16,10-6 2 15,11-5-4-15,0-2 2 16,15 1-9-16,12 5 8 16,4 10 1-16,3 7 0 15,1 7 1-15,2 0 0 16,-1 12-1-16,0 10 0 0,-4 2-4 16,-4 3 0-16,0-5-61 15,-3-1-134-15,-1-3-38 16,-3-8-314-16</inkml:trace>
  <inkml:trace contextRef="#ctx0" brushRef="#br2" timeOffset="-97143.28">6483 7383 1395 0,'0'0'236'0,"0"0"-236"15,0 0-16-15,115-14 16 0,-56 14 0 16,1 3-3-16,-1 3-187 16,-12-2-149-16,-14-4-489 15</inkml:trace>
  <inkml:trace contextRef="#ctx0" brushRef="#br2" timeOffset="-96979.41">6563 7525 1334 0,'0'0'145'0,"0"0"-145"0,0 0-61 15,0 0 57-15,142 0 4 16,-66-7-172-16,2-6-213 16,-3-3-355-16</inkml:trace>
  <inkml:trace contextRef="#ctx0" brushRef="#br2" timeOffset="-96418.76">7421 7265 1127 0,'0'0'132'15,"0"0"-129"-15,0 0 42 16,0 0 65-16,0 0-46 0,-104-87-31 15,81 78-3 1,-2 9 8-16,-3 0-4 0,-1 12-25 16,2 15 0-16,4 9 5 15,9 2-8-15,8 1 8 16,6-2-12-16,0-6-2 16,25-10 0-16,7-11-4 15,8-10-3-15,-2 0-21 16,-5-6-10-16,-9-12 8 15,-9-2 5-15,-8-4 21 16,-5 1 4-16,-2-1 4 16,0-4 3-16,-2 2-2 0,-6 2-4 15,2 10 7 1,3 5-7-16,3 9 9 0,0 0-10 16,0 9-5-16,2 16 5 15,12 11 4-15,-1 8 0 16,-2 7 1-16,3 8-1 15,-4 2 5-15,-3 2 3 16,-4-7-7-16,-3-8 13 16,0-5-1-16,-10-10-3 15,-11-6 29-15,-5-7-6 16,-3-3-2-16,-1-6-12 16,0-4-18-16,4-5 0 15,-3-2-5-15,1 0-3 16,1-12-21-16,3-2-34 0,10-2-57 15,5-4-104-15,9 1-111 16,0-4-317-16</inkml:trace>
  <inkml:trace contextRef="#ctx0" brushRef="#br2" timeOffset="-95771.27">7760 7274 1198 0,'0'0'200'0,"0"0"-198"0,0 0 60 16,0 0 60-16,0 0-63 15,0 0-28-15,-95-13-6 16,71 13 5-16,3 0-13 15,-3 1-9-15,4 2 9 16,2 2-10-16,1-4 5 16,6 2-5-16,4 0-7 15,4-1 2-15,1-2-2 16,2 0-2-16,0 0 2 16,0 0-13-16,0 1 5 15,0-1 2-15,0 5 4 16,0 4-1-16,0 8-1 0,0 3 4 15,-1 7 4-15,-2 2-4 16,0 1-1-16,-1 0-1 16,-3-3 2-16,0-6 5 15,2-10-5-15,2-5 1 16,3-6-1-16,0 0 1 16,0 0-1-16,3 0-6 15,17-6 1-15,9-5 5 16,4 2 0-16,2 2-13 15,1 6-5-15,3 1 2 16,-2 1 4-16,-2 18 11 16,-8 1 1-16,-9 4 0 0,-8 2 10 15,-10-1-4 1,0 1 16-16,-10 0 7 0,-17-4-11 16,-2-1 4-16,-7-1-6 15,1-2-4-15,3-5-8 16,4-2-2-16,4-4-4 15,3-3 2-15,6-4-28 16,8 0-32-16,7-2-78 16,0-18-195-16,22-2-358 15</inkml:trace>
  <inkml:trace contextRef="#ctx0" brushRef="#br2" timeOffset="-95285.32">7961 7595 371 0,'0'0'658'16,"0"0"-607"-16,0 0-30 16,55-79 128-16,-36 51-51 15,-3-2-33-15,-1 1-20 16,-6 2 21-16,-6 1-20 16,-3 4-6-16,-3-1-5 15,-17 1-8-15,-3 1-15 16,-1 7 6-16,0 7-3 15,3 4-1-15,0 3 0 16,4 0-11-16,-1 9-1 0,5 7-2 16,5 6-1-1,5 3 1-15,3 1-1 0,0 1-4 16,10 3-1-16,11 1-1 16,9 2 7-16,6 0 0 15,2 3 0-15,2-5-1 16,-3 0 2-16,-7 0-1 15,-7-3 0-15,-13-4 0 16,-10-1 1-16,0-4 5 16,-26-4 6-16,-13-3 10 15,-8-8 10-15,-6-4-7 16,-4-3-2-16,7-20-10 16,9-11-1-16,14-3-8 15,15-1-3-15,12 2-2 16,1 5-14-16,30 5-30 15,8 7-31-15,10 8-27 0,1 7-115 16,-3 4-71-16,-9 0-263 16</inkml:trace>
  <inkml:trace contextRef="#ctx0" brushRef="#br2" timeOffset="-94955.51">6943 8108 1399 0,'0'0'43'16,"0"0"-43"-16,97-13 0 15,-14 10 38-15,23 2 10 16,14-1-32-16,14-2-5 16,10-3-11-16,-7-5 1 15,-10 0-1-15,-22 1-3 16,-24 8-5-16,-29 3-81 16,-23 0-52-16,-19 0-68 15,-10 6-80-15,-18 5-119 16</inkml:trace>
  <inkml:trace contextRef="#ctx0" brushRef="#br2" timeOffset="-94704.67">6918 8237 1419 0,'0'0'224'16,"0"0"-224"-16,0 0-29 15,122 4 29-15,-18 0 52 16,26-4-20-16,22 0-16 0,15 0-7 16,0-17-9-1,-11-3-2-15,-16-1 2 0,-24 5 0 16,-25 3-34 0,-22 4-54-16,-22 2-146 0,-18 0-88 15,-15-3-234-15</inkml:trace>
  <inkml:trace contextRef="#ctx0" brushRef="#br2" timeOffset="-94593.36">8478 8047 1285 0,'0'0'0'0,"0"0"-465"15,0 0-24-15</inkml:trace>
  <inkml:trace contextRef="#ctx0" brushRef="#br2" timeOffset="-2986.59">8496 11815 1187 0,'0'0'42'0,"0"0"-35"16,0 0-5-16,0 0-1 15,96-33 6-15,-62 50-7 16,-3 15 0-16,-8 12 4 16,-13 10-4-16,-10 2 0 0,-3 2 0 15,-24 5 1-15,-5-8 5 16,-1-9-5-16,4-13 3 15,13-16-4-15,9-13 0 16,7-4 11-16,0-1 13 16,0-26-17-16,5-10-7 15,17-6-35-15,8-4 35 16,3 1 0-16,2 5-14 16,4 2-9-16,-4 8 22 15,-2 4 1-15,-2 1 0 16,-7 5 1-16,-3 4-1 15,-8 6 1-15,-5 1 1 0,-5 6-1 16,-3 4 9 0,0 0 33-16,0 0-6 0,0 0-13 15,0 0 5-15,-3 0-14 16,-11 5-1-16,-7 19-12 16,-4 7 2-16,3 8 5 15,6 2 8-15,7-4 5 16,8 2 11-16,1-8-29 15,0-2 0-15,11-5-3 16,9-4 2-16,4-3-1 16,2-4-4-16,6-2 2 15,0-5-59-15,1-3-47 16,4-3-27-16,-3 0-155 0,-6-7-288 16</inkml:trace>
  <inkml:trace contextRef="#ctx0" brushRef="#br2" timeOffset="-2751.36">9170 11915 1091 0,'0'0'99'16,"0"0"-99"-16,0 0-7 0,0 0 7 15,0 0 20 1,87 7 1-16,-45-3-6 0,3 2-15 16,-2 0 1-16,-5-1-1 15,-2-5-98-15,-10 0-269 16</inkml:trace>
  <inkml:trace contextRef="#ctx0" brushRef="#br2" timeOffset="-2581.14">9221 12063 1053 0,'0'0'313'0,"0"0"-313"16,0 0-105 0,0 0 105-16,114 33 0 0,-57-20 0 15,-2 1-229-15,-9-7-284 16</inkml:trace>
  <inkml:trace contextRef="#ctx0" brushRef="#br2" timeOffset="-2422.16">9366 12257 1258 0,'0'0'0'0,"0"0"-176"0,0 0 176 16,123 0 0-1,-58 0-266-15,2-8-294 0</inkml:trace>
  <inkml:trace contextRef="#ctx0" brushRef="#br2" timeOffset="-1989.17">10019 11795 1194 0,'0'0'189'15,"0"0"-176"-15,0 0-13 16,110-67 7-16,-63 67-1 16,-1 3-6-16,-8 24 0 0,-13 3-5 15,-10 7-2 1,-15 0-3-16,-1 0 9 0,-27-1 1 16,-7-6 5-16,1-6 4 15,3-13 16-15,13-5 1 16,8-6 8-16,10 0 10 15,0 0-23-15,0-11-21 16,18-6-6-16,7 5 3 16,8 5 1-16,5 7 2 15,0 0-4-15,-3 14 4 16,-1 13-10-16,-6 9 9 16,-10 1 0-16,-11 3 2 15,-7-3 5-15,-8-4 30 16,-16-5 9-16,-6-6 21 0,-6-9-24 15,-5-2-8 1,-5-5-20-16,-3-4-6 0,6-2-8 16,8 0-14-16,13-8-41 15,12-12-87-15,10-6-175 16,6-2-381-16</inkml:trace>
  <inkml:trace contextRef="#ctx0" brushRef="#br2" timeOffset="-1722.84">10679 11808 1156 0,'0'0'125'0,"0"0"-103"16,0 0 84-16,0 0 22 15,0 0-47-15,0 0-60 16,-91-17-17-16,72 71 12 15,-1 12 5-15,7 12-17 16,6 4 9-16,5 0-11 16,2-2-2-16,12-10 0 15,17-1-4-15,9-17-38 16,5-8-76-16,-1-17-142 16,-5-20-202-16</inkml:trace>
  <inkml:trace contextRef="#ctx0" brushRef="#br2" timeOffset="-841.41">10815 12033 1259 0,'0'0'58'0,"0"0"-58"16,0 0 5-16,0 0-4 15,0 0 3-15,78 80 10 16,-51-32 6-16,-6 4 2 15,-7-4 2-15,-5-1 1 16,-6-8 7-16,-3-9 13 16,0-17-14-16,0-5-16 15,0-8-3-15,0 0 3 16,0-1 3-16,0-24 16 0,0-12-30 16,0-11-2-16,0-2-4 15,0 4-10-15,7 8 6 16,1 14-3-16,0 9 8 15,1 10-3-15,-1 5 3 16,6 0-6-16,-1 14 4 16,4 9-4-16,-2 3 7 15,-2 2 0-15,1-7 1 16,0-2-1-16,-2-5 0 16,0-8 2-16,-2-3-2 15,0-3-3-15,0 0 3 16,-2-13 6-16,4-4-6 0,-3-3-5 15,-1-2 0 1,-2 3 1-16,-3 3 3 0,1 3 1 16,-2 10 1-16,-1 0-1 15,-1 3 2-15,0 0-4 16,4 16 1-16,-1 11 1 16,4 9 32-16,7-3-22 15,0-1-4-15,8-6-2 16,5-10-3-16,1-2 3 15,1-10-2-15,-3-4-2 16,0 0 0-16,-5-21-13 16,0-2 1-16,-4 0-5 15,-1-5 4-15,-4 1-13 16,-4 4 5-16,-3 3-12 16,-1 7-3-16,-1 6 26 0,-3 4 8 15,1 3 1-15,1 0-20 16,6 5 7-16,0 7 14 15,5 1 1-15,1 0-1 16,1-5-1-16,2 1 0 16,-1-1 1-16,0-2 0 15,-4 0 1-15,-2-5 0 16,-2-1 0-16,-2 0 2 16,0 0-1-16,-3 0 8 15,-2-4 5-15,-1-13 52 0,0-7 12 16,-11-6-3-1,-14-6-22-15,-2-5-7 0,-3 2-21 16,3 5 3-16,7 7-15 16,8 10-13-16,9 8-1 15,3 8-15-15,0 1-50 16,5 4-69-16,17 13-83 16,6 0 26-16,3-1-327 15</inkml:trace>
  <inkml:trace contextRef="#ctx0" brushRef="#br2" timeOffset="-489.03">11881 11956 729 0,'0'0'152'0,"0"0"-130"15,0 0 83-15,0 0-26 16,0 0 28-16,0 0-17 15,4-27-37-15,1 24-1 16,5 0-2-16,5-1-15 16,5 0-5-16,3 0 1 15,4 1-9-15,-2 1 7 16,4 1-21-16,-3 1 0 16,-2 0-5-16,-2 0-3 15,-4 0 3-15,-3 0-3 16,-5 10 1-16,-3 10 6 0,-2 4 22 15,-5 3 7-15,0 6-27 16,0 4-6-16,-10-6-3 16,-6 2 0-16,3-3-46 15,3 0-113-15,4-7-94 16,2-10-185-16</inkml:trace>
  <inkml:trace contextRef="#ctx0" brushRef="#br2" timeOffset="-273.31">12241 11760 1119 0,'0'0'263'0,"0"0"-250"16,0 0 3-16,0 0-16 0,0 0 51 15,110 126 18-15,-81-66-29 16,-11 6-23-16,-13 4-8 15,-5 1-6-15,-15 3-3 16,-25 6-12-16,-15-10-176 16,-17-2-178-16,-16-16-363 15</inkml:trace>
  <inkml:trace contextRef="#ctx0" brushRef="#br2" timeOffset="491.92">8505 13057 372 0,'0'0'36'16,"0"0"-29"-16,0 0 27 15,0 0 45-15,0 0 15 16,0 0 11-16,3-44-5 16,-3 42 27-16,0-2-12 15,0-3 3-15,0-6-40 16,4-3-5-16,5 6-5 16,1-1-3-16,2 5-11 15,-1 6-38-15,5 3-9 16,-1 20 2-16,0 9 8 0,-6 6-1 15,-6 6-9-15,-3-1-4 16,0 4-1-16,-17-7-2 16,-4-2 0-16,5-7-1 15,6-15 1-15,5-7-31 16,5-9 12-16,0 0 3 16,15-25-10-16,17-13-15 15,10-6-25-15,1-5 31 16,-2 5-33-16,-6 3 39 15,-8 8 12-15,-6 3 17 16,-8 6 2-16,-5 2-2 16,-6 4 6-16,-2 9 5 15,0 2 56-15,0 7 40 0,0 0-24 16,-6 2-59-16,-8 19-1 16,1 9-15-16,-1 14 14 15,7 6 0-15,7-3-10 16,0 0-8-16,21-3-4 15,9-5 0-15,6-9 0 16,10-3-21-16,4-6-50 16,3-9-89-16,1-4-88 15,-7-8-329-15</inkml:trace>
  <inkml:trace contextRef="#ctx0" brushRef="#br2" timeOffset="680.48">9362 12991 1337 0,'0'0'154'0,"0"0"-150"16,0 0-4-16,124-4 6 16,-65 4-2-16,-1 4-4 15,-5 5 0-15,-5-5-111 16,-13-1-162-16,-14-3-362 15</inkml:trace>
  <inkml:trace contextRef="#ctx0" brushRef="#br2" timeOffset="828.58">9402 13131 1520 0,'0'0'0'0,"0"0"-37"16,0 0 26-16,94 0 5 15,-27 0-79-15,-1 0-194 16,-12 0-470-16</inkml:trace>
  <inkml:trace contextRef="#ctx0" brushRef="#br2" timeOffset="975.83">9487 13268 1404 0,'0'0'0'0,"0"0"-23"15,0 0-9-15,0 0 10 16,116 10-44-16,-46-10-148 16,2 0-226-16</inkml:trace>
  <inkml:trace contextRef="#ctx0" brushRef="#br2" timeOffset="1460.68">10292 12854 1184 0,'0'0'141'0,"0"0"-128"0,0 0 14 16,0 0-12-16,0 0-13 16,0 0 6-16,-7 53 59 15,0-23-48-15,-3 0-6 16,-1-6-5-16,-1-4 1 15,-1-7-5-15,0-3-4 16,7-4-1-16,1-6-6 16,5 0-11-16,0 0-29 15,2 0-9-15,13-6 37 16,5 2 4-16,2 1 14 16,3 3-1-16,3 0-1 15,7 0 3-15,2 0 0 16,0 0 1-16,-7 0-1 15,-7 0 2-15,-10-6-2 0,-6-4 6 16,-7-7-2-16,0 0 2 16,0-2 3-16,-1 1 1 15,-8 4 29-15,4 8 14 16,2 3 21-16,1 3-21 16,2 0-53-16,0 20-3 15,-1 13 2-15,1 13 2 16,0 3-1-16,0 4 0 15,0-3-23-15,0 0-131 16,0-6-70-16,8-11-375 16</inkml:trace>
  <inkml:trace contextRef="#ctx0" brushRef="#br2" timeOffset="1727.06">10902 12849 1358 0,'0'0'59'0,"0"0"-51"16,0 0-8-16,0 0 17 16,0 0 28-16,-40 115 2 15,36-63-26-15,4-1 0 16,0 2-9-16,0-8-9 0,17-1 1 15,7-5-4-15,5-9-29 16,5-6-135-16,0-10-74 16,-8-11-223-16</inkml:trace>
  <inkml:trace contextRef="#ctx0" brushRef="#br2" timeOffset="2624.59">11048 12991 1113 0,'0'0'73'16,"0"0"-40"-16,0 0 33 16,0 0-17-16,0 0-39 15,0 0-5-15,97 33 32 16,-76 8 18-16,-3 2-12 0,-4-4-17 16,-2-5-15-16,-4-6-2 15,-5-12 0-15,-1-7-6 16,0-5-1-16,-2-4 2 15,0 0 9-15,0-17 4 16,1-16-12-16,2-8-10 16,4-5 0-16,0 2-39 15,2 8 29-15,0 9 15 16,-1 13 2-16,3 8-2 16,-3 6-5-16,4 0 5 15,-2 13-5-15,3 11 5 16,0 8 11-16,1 3 9 15,-2-2-16-15,1-2 1 0,-1-8-4 16,1-7 1-16,1-7-2 16,-1-3 1-16,2-6-1 15,-1 0-1-15,0-17 0 16,-4-1-5-16,-3-8 0 16,0-1 5-16,-4 6 0 15,1 1-4-15,-3 13 5 16,1 4 2-16,-2 3-1 15,0 0-1-15,3 8-12 16,-1 14 12-16,4 5 36 16,4 1-29-16,2-6-3 15,8-5-3-15,3-4 3 16,5-6-3-16,1-7-1 0,0 0-1 16,-2-11-3-1,-4-5-5-15,-7-3 6 0,-7-1 3 16,-7-1 1-16,-2-2 2 15,0 3-1-15,0 6-1 16,-5 2 2-16,2 10-2 16,3 2-2-16,0 0-1 15,0 0-9-15,0 8 5 16,0 8 3-16,8-2 3 16,6 0-3-16,-1-4-27 15,0-4-17-15,4 1 16 16,2-3 17-16,3-1 7 0,1-3 4 15,-2 0 3 1,-4 0 1-16,-6 0-1 0,-5 0 0 16,-5 0 1-16,-1 0 5 15,0 0 9-15,0-7 42 16,0-3-29-16,-5-3 12 16,-8-1-26-16,-4-2-7 15,-3 2-7-15,-2-3-2 16,-3 7-15-16,3-1-5 15,0 5-28-15,9 3-15 16,5-1 40-16,5 0-20 16,3 4-34-16,0-2-89 15,0 2-47-15,14-3-4 16,6-5-48-16</inkml:trace>
  <inkml:trace contextRef="#ctx0" brushRef="#br2" timeOffset="2804.7">11948 12914 656 0,'0'0'173'15,"0"0"-84"-15,0 0 60 16,0 0-42-16,0 0-66 16,0 0 11-16,37 66 74 15,-30-19-51-15,0 4-35 16,-2 2-19-16,-2-5-14 16,0-2-6-16,-1-3-1 15,3-12-60-15,1-9-116 16,4-14-180-16,2-8-183 15</inkml:trace>
  <inkml:trace contextRef="#ctx0" brushRef="#br2" timeOffset="2998.77">12214 12856 1102 0,'0'0'224'0,"0"0"-221"15,0 81-3-15,2-27 9 16,3 0 4-16,1 2 1 0,1-5-10 16,3-7-4-1,0-9-11-15,-1-11-155 16,-3-11-279-16</inkml:trace>
  <inkml:trace contextRef="#ctx0" brushRef="#br2" timeOffset="3309.36">12430 12762 1245 0,'0'0'72'0,"0"0"-69"0,0 0-3 15,0 0 30 1,57 87 4-16,-44-36-15 0,-3 5-14 16,-7-1 3-16,-3-1-5 15,0-5-3-15,-11 1 0 16,-11-5 0-16,-7-6 0 16,-5 2-8-16,-10-4-73 15,-8-1-74-15,-4 1-149 16,-8-3-246-16</inkml:trace>
  <inkml:trace contextRef="#ctx0" brushRef="#br2" timeOffset="4177.66">8632 13871 773 0,'0'0'191'16,"0"0"-125"-16,3-89-57 16,17 71 73-16,5 9 3 15,2 9-60-15,-1 3-15 16,-2 22-7-16,-6 10 15 16,-3 8 6-16,-8 7-3 15,-7 1-5-15,0-4 3 16,0-4-13-16,-12-6-6 0,-3-7 7 15,2-12-15 1,4-10-2-16,6-8-40 0,3-2 29 16,0-25 14-16,15-13-90 15,7-11 30-15,3 2 51 16,1-2 10-16,-4 1 1 16,-2 10-2-16,-4 5 4 15,-8 6 3-15,-1 8 3 16,-7 10 11-16,0 0 10 15,0 8 40-15,0 3 19 16,0 0-15-16,0 3-31 16,-10 27-14-16,-2 9-7 15,2 9 6-15,3 2-8 0,7-3-7 16,0-4 4-16,15-7-11 16,10-7-4-16,4-6-1 15,6-10-61-15,7-4-77 16,1-9-245-16</inkml:trace>
  <inkml:trace contextRef="#ctx0" brushRef="#br2" timeOffset="4343.62">9350 13895 1431 0,'0'0'125'0,"0"0"-125"0,0 0-6 16,101-34 4-16,-53 34 2 15,4 12-14-15,0 4-179 16,-13-1-150-16,-20-3-417 16</inkml:trace>
  <inkml:trace contextRef="#ctx0" brushRef="#br2" timeOffset="4492.23">9386 14075 1585 0,'0'0'0'0,"0"0"-68"16,0 0 46-16,0 0 12 0,105 3-43 16,-35-1-93-1,5-2-128-15,-4 0-387 0</inkml:trace>
  <inkml:trace contextRef="#ctx0" brushRef="#br2" timeOffset="5557.28">10429 13922 860 0,'0'0'196'0,"0"0"-192"16,0 0 4-16,65-92 42 16,-45 64-10-16,-8 0-26 15,-8 2-11-15,-4-2 5 0,0-2 13 16,-11-3 2-16,-16 0 4 16,-3 6-3-16,-2 7-12 15,2 13 0-15,2 7-1 16,4 0 2-16,5 22-11 15,2 5-2-15,5 7-2 16,7 3-2-16,5-1 3 16,0-1 0-16,7 1 1 15,14-2 0-15,8 3 0 16,6 3 2-16,0 3 1 16,-2 2-2-16,-6-2 0 15,-5 1-2-15,-9-11 3 16,-7-11-2-16,-6-8 2 0,0-6-2 15,-6-8 32-15,-10 0 79 16,-10 0-24-16,0-17-30 16,0-7-14-16,7-3-14 15,5-7-11-15,9 1-18 16,5 4 0-16,0-5-3 16,24 7-19-16,9 0-35 15,10 6-85-15,8 2-31 16,4 2-153-16,-5 4-339 15</inkml:trace>
  <inkml:trace contextRef="#ctx0" brushRef="#br2" timeOffset="5807.65">11045 13570 1047 0,'0'0'283'0,"0"0"-261"15,0 0 1-15,0 0 93 16,0 0-58-16,0 0-58 16,-68 54 1-16,56 17 15 15,4 5-9-15,3 1 3 16,5-3 1-16,0-5-7 16,3-10-1-16,21-10-3 15,6-5-16-15,5-11-130 0,2-10-38 16,-7-11-172-16,-5-12-156 15</inkml:trace>
  <inkml:trace contextRef="#ctx0" brushRef="#br2" timeOffset="6590.6">11221 13916 857 0,'0'0'196'15,"0"0"-142"-15,0 0 26 16,0 0-1-16,0 0-53 15,0 0-20-15,84-35-1 16,-64 62 6-16,-2 7 15 0,-1-2-2 16,-9 0-18-1,1-9 1-15,-8-7 0 0,-1-5-5 16,2-5-2-16,-2-6 1 16,0 1 3-16,0-1 1 15,0 0-1-15,0-18 4 16,2-5-8-16,1-3-11 15,4 1 10-15,3 5-1 16,2 4 1-16,1 8 1 16,3 8-1-16,3 0-5 15,-1 0 3-15,-1 8 2 16,0 6-1-16,-2 2 2 16,-4-4 0-16,-1-1-3 15,-1-7 7-15,-4 2-4 16,-3-3 0-16,1-3 0 0,-2 3-3 15,1-3 7-15,5 0-4 16,0 0 3-16,3-3-2 16,2-7 2-16,-1-2-3 15,2-2 1-15,1 4-2 16,-3 4-2-16,3-1 3 16,1 3 0-16,2 4-1 15,1 0 0-15,0 0 1 16,3 0-1-16,-7 0 0 15,2 6-5-15,-3-1 4 16,-3-3-13-16,0 2-18 16,2-4 14-16,1 0 7 0,0 0-9 15,4 0 0 1,-4 0 2-16,3 0 16 0,-3 0 2 16,-1 0-3-16,1 0 4 15,0 0 0-15,1 0 0 16,2 6-2-16,3-2 3 15,0 2-1-15,-2-3 2 16,-1-3-1-16,-3 0 12 16,-3 0 29-16,-3 0 3 15,-1-9 21-15,-4-1 10 16,-2-10 23-16,0 1-10 16,0-8-29-16,-12-4-23 15,-2 4-16-15,2 3-13 16,3 8-8-16,6 10-2 15,1 3-16-15,2 3-63 0,0 9-164 16,4 14-111 0,11-2-264-16</inkml:trace>
  <inkml:trace contextRef="#ctx0" brushRef="#br2" timeOffset="6801.7">12378 13770 1242 0,'0'0'122'0,"0"0"-119"0,0 0-1 16,0 0 9-1,-8 85 63-15,14-36-30 0,0-2-30 16,-3-2-12-16,-3-5 2 16,3-10-4-16,1-3-16 15,0-10-159-15,5-7-148 16,-2-5-266-16</inkml:trace>
  <inkml:trace contextRef="#ctx0" brushRef="#br2" timeOffset="7189.39">12489 13744 1217 0,'0'0'49'16,"0"0"-48"-16,0 0 2 0,97-35 1 15,-73 46 5-15,-5 13-6 16,-7 2 0-16,-12 3 9 16,0-7 15-16,0 1 10 15,-9-6-7-15,-1-5-13 16,4-1 21-16,0-6-17 16,5-2-14-16,1 0-7 15,0-3-8-15,12 0 3 16,9 0-4-16,8 0 1 15,3 0-1-15,-3 0 1 16,-3 0 8-16,-8 0 2 16,-10 3 1-16,-2 4 19 0,-6 6 67 15,0 2-5-15,-7 3-14 16,-10 2-41-16,-4 1-14 16,-1 2-9-16,-4-4-6 15,3-1-31-15,3-1-97 16,4-6-171-16,2-8-320 15</inkml:trace>
  <inkml:trace contextRef="#ctx0" brushRef="#br2" timeOffset="7574.23">12914 13449 831 0,'0'0'495'0,"0"0"-464"15,0 0-25-15,35 94 34 0,-16-18 96 16,0 9-62-16,-8 5-42 16,-7-6-18-16,-4-7-6 15,-5-7-8-15,-24-9 0 16,-12-9-14-16,-11-7-95 15,-16-14-165-15,-8-16-493 16</inkml:trace>
  <inkml:trace contextRef="#ctx0" brushRef="#br2" timeOffset="8247.4">12448 12099 926 0,'0'0'0'0,"0"0"-157"15,0 0-58-15,0 0 128 0,0 0-149 16</inkml:trace>
  <inkml:trace contextRef="#ctx0" brushRef="#br2" timeOffset="9740.18">12305 11744 539 0,'0'0'70'16,"0"0"-70"-16,0 0-28 16,0 0 28-16,0 0 46 0,-94-60 42 15,75 51-17-15,5 2-26 16,-2 3-10-16,3 4 45 16,-3 0-47-16,-4 0-28 15,-1 17 0-15,-2-1-3 16,3 4-1-16,3 1 2 15,1 1 5-15,2 2-1 16,2 1 3-16,2 3-5 16,4 4 3-16,2 1-6 15,2 8 4-15,2-2-5 16,0 1 1-16,2 3 7 16,8-6-3-16,0 1-5 15,-1 2 3-15,1 1 0 0,-2 8 0 16,2 2 11-1,-1 5-6-15,2 4-1 0,-1-5 1 16,2 2-8-16,0 0 2 16,-1 6 1-16,3 0-3 15,-1 2 0-15,1-2 4 16,2-6 1-16,-3 0-5 16,-1-1 1-16,-2-5-1 15,-2-1 1-15,2 0 0 16,-1-2-2-16,1-2 1 15,2-2 0-15,-1-4 0 16,3 4 0-16,1-1-1 16,0 4 3-16,2 3-2 15,1 0-1-15,0-3 1 0,-1 0-1 16,1-1 0-16,-2-5 3 16,0 3-1-16,0-4-2 15,-3 0 4-15,0-3-4 16,-1-4 1-16,1 3 0 15,-1-6-1-15,0 2 1 16,-1-2-1-16,1 3 0 16,0-6 1-16,1-1 1 15,4-2-1-15,-1 0 2 16,4-4 2-16,4-3-2 16,-3-10 4-16,5-1-1 15,-1 2-5-15,0-8-1 16,3 0 0-16,-1 0-1 15,-2 0 1-15,-2 0 0 0,-1 0 1 16,-3 0-1-16,-4 0 0 16,2 0 0-16,-1 0 1 15,1 0 0-15,2 0 3 16,0 0-3-16,3-12-1 16,3-8 1-16,0-9-1 15,2 0 0-15,-2-9 0 16,-2 3-1-16,-3-7 1 15,-1-5-2-15,-4-4 2 16,-4-4 0-16,-2-11 1 16,-2-4-1-16,-4-9 2 0,-3-3-2 15,0 5 0 1,0 7 2-16,0 7 2 0,-12 5-2 16,-1 1 0-16,-2 1 5 15,-2-6-3-15,0-6-3 16,-3-3-1-16,-1-6 2 15,-3-1-2-15,1-1 1 16,0 2-1-16,-3-1 2 16,3 8-2-16,1 6 0 15,-1 0 4-15,-2 7-4 16,-1 2 5-16,0 0 2 16,-1 6 9-16,5 4-14 15,1 5 2-15,0 3-2 16,1 7 0-16,-2 3-1 15,-1 1 10-15,0 2-2 0,-2 3-7 16,-4 1 16-16,1 1-15 16,-2-4 1-16,-2 6 5 15,-1-3-3-15,-1-2 18 16,1 3-10-16,1 3-3 16,4-1 4-16,-1 4-3 15,6 2-7-15,3 9 4 16,4 2-8-16,3 0 2 15,1 0-6-15,6 9 1 16,-1 11-5-16,4 3-24 16,3 5-41-16,0 4-81 15,16 0-155-15,12-7-113 0</inkml:trace>
  <inkml:trace contextRef="#ctx0" brushRef="#br2" timeOffset="10034.45">12701 12099 1165 0,'0'0'71'0,"0"0"-71"15,0 0 0-15,0 0 6 16,122-63 19-16,-50 40-4 15,9 3-9-15,13-4 8 16,-1 7 4-16,-10 0-3 0,-18 6-6 16,-20 9-14-16,-20-1 3 15,-12 3-3-15,-7 0 0 16,-6 0-2-16,0 0-7 16,0 0-83-16,0 0-111 15,0-10-166-15</inkml:trace>
  <inkml:trace contextRef="#ctx0" brushRef="#br2" timeOffset="10266.41">13665 11448 1253 0,'0'0'65'0,"0"0"-65"15,0 0 0-15,26 135 13 16,-12-59 20-16,5 3-25 16,0-2-3-16,-5-1-4 15,1-5-1-15,-3-8-58 16,-2-12-160-16,-5-13-103 16,-2-15-174-16</inkml:trace>
  <inkml:trace contextRef="#ctx0" brushRef="#br2" timeOffset="10589.54">13899 11815 1253 0,'0'0'61'0,"0"0"-61"16,0 0 0-16,-33 97 17 15,33-66 17-15,12-6-24 16,12-4-9-16,7-10 2 15,4-9 2-15,0-2 4 16,-1-2-4-16,-6-14 1 0,-10-3-1 16,-6-8-3-1,-10 0 4-15,-2-6-2 0,-4 0 2 16,-16 0 29-16,-5 3-23 16,0 7-9-16,2 10-3 15,5 11-13-15,9 2-1 16,6 3-69-16,3 14-41 15,6 1-114-15,21-5-97 16,10-5-146-16</inkml:trace>
  <inkml:trace contextRef="#ctx0" brushRef="#br2" timeOffset="10828.5">14234 11875 693 0,'0'0'280'15,"0"0"-225"-15,0 0-27 16,0 0 9-16,0 0 16 0,0 0 3 15,42 65-25-15,-11-76-5 16,0-7 12-16,-8-2 8 16,-12-2 18-16,-7 0-11 15,-4 0 12-15,-8 3-4 16,-15 1-39-16,-6 1-18 16,4 5-3-16,1 5-2 15,9 7-7-15,4 0-61 16,5 3-70-16,6 7-4 15,0 7-79-15,4-7-63 16,15-3-82-16</inkml:trace>
  <inkml:trace contextRef="#ctx0" brushRef="#br2" timeOffset="11007.61">14556 11637 896 0,'0'0'254'16,"0"0"-184"-16,0 0-10 15,0 0-28-15,0 0-22 16,0 85 49-16,7-23-20 16,0 5-34-16,-4-3-5 15,0-3-24-15,1-9-130 16,-2-11-173-16,-1-11-257 16</inkml:trace>
  <inkml:trace contextRef="#ctx0" brushRef="#br2" timeOffset="11316.5">14876 11441 631 0,'0'0'517'16,"0"0"-515"-16,0 0 6 16,0 82 33-16,0-24 35 15,0 12 15-15,1 3-7 0,9 4-32 16,2-7-24-16,0-6-21 16,2-6-7-16,-3-9 2 15,-2-9-4-15,-5-13-94 16,-2-7-56-16,-2-16-139 15,0-4-215-15</inkml:trace>
  <inkml:trace contextRef="#ctx0" brushRef="#br2" timeOffset="11939.58">14860 11343 1288 0,'0'0'27'0,"-133"-14"-24"16,59 7 1-16,-7-3 64 15,-8 3 31-15,-4 1-48 16,-13 3-19-16,-11 3-10 16,-9 0-7-16,-6 0 2 15,4 7-16-15,9 2 4 16,14-6 6-16,13-1-6 15,15-2 5-15,15 0-7 16,13 0 2-16,11 0 2 16,10-2-6-16,6-1 12 15,7 0-4-15,7 3-4 16,1 0 5-16,4 0-3 0,1-3 3 16,2 3 12-16,0 0-13 15,0 0 4-15,0 0-10 16,0 0-3-16,0 0 0 15,-1 23-4-15,-3 7 4 16,4 11 0-16,0 13 1 16,0 12-2-16,11 11 2 15,6 13-1-15,2 7 5 16,-1 10-5-16,0-3 2 16,3-6-2-16,-1-4 0 15,-2-14-3-15,0-9 3 0,-1-13 0 16,-2-20 0-1,-2-13 1-15,6-13-1 0,4-11-3 16,10-1 3 0,18 0 7-16,14-11 1 0,17-2-5 15,18-1 2-15,23 4-4 16,19 1 1-16,17-1-2 16,7-1-4-16,-5 5-23 15,-14 6-74-15,-18 0-92 16,-22 0-55-16,-27 13 100 15,-21-7-146-15</inkml:trace>
  <inkml:trace contextRef="#ctx0" brushRef="#br2" timeOffset="12658.58">13784 12478 667 0,'0'0'320'16,"0"0"-237"-16,0 0-49 16,-92-24 43-16,75 18 48 15,6 0 33-15,2 1-92 16,6 2-8-16,3 3-5 16,0-3-13-16,0 3-16 15,22-3-21-15,20-1 4 0,23 1 4 16,25-3-9-16,21 1 5 15,13-7-2-15,12-1-5 16,-6 0-1-16,-12-1-2 16,-23 11 1-16,-31-2 1 15,-31 5-42-15,-23 0-38 16,-10 0-23-16,-5 0 32 16,-23 0 20-16,-13 5-126 15,-9-2-228-15</inkml:trace>
  <inkml:trace contextRef="#ctx0" brushRef="#br2" timeOffset="16438.38">17867 3528 761 0,'0'0'19'16,"0"0"4"-16,0 0-16 15,0 0 22-15,0 0 10 0,0 0 16 16,0 0-25-16,-8-18 24 16,4 27 4-16,2 0-12 15,2-3-12-15,-1 0-5 16,1-1-2-16,-2-3 13 15,2 0-22-15,-2 0 1 16,2-1-4-16,0 2-12 16,0 0 6-16,-1 2-2 15,1-1-3-15,-2 2-1 16,1 0-3-16,-2-3 3 16,3 0-3-16,0-1 4 15,0-2-2-15,0 0 3 0,0 0 1 16,0 0 3-1,0 0-1-15,0 0 12 0,0 0-7 16,0 0-13-16,0 0 6 16,0 0-5-16,0 0 1 15,0 0 2-15,3-3-2 16,10-10 4-16,5-4-6 16,2-2-33-16,2 3-22 15,-4 4-45-15,3 6-99 16,0 6-98-16,-1 0-152 15</inkml:trace>
  <inkml:trace contextRef="#ctx0" brushRef="#br2" timeOffset="16942.1">19109 5826 758 0,'0'0'264'0,"0"0"-164"0,0 0-55 16,0 0-13-16,0 0 2 15,0 0-13-15,-8-32-21 16,8 42-117-16,-2 12-170 15,-12 4-160-15</inkml:trace>
  <inkml:trace contextRef="#ctx0" brushRef="#br2" timeOffset="23136.91">17900 3250 805 0,'0'0'227'0,"0"0"-170"15,0 0 6-15,0 0 68 16,0 0 4-1,0 0-21-15,0 0-29 0,0 0-27 16,-3 0-2-16,-2 0-17 16,-14 0-12-16,-10 0-3 15,-10-4-18-15,-10-4-3 16,0 0 6-16,-5 0-4 16,-5-1 6-16,-6-2-6 15,-3 3-5-15,4 2 1 16,6 2 2-16,4 2-1 15,2 2-2-15,1 0-4 16,0 0 3-16,3 14-6 16,6 3-29-16,5 8-27 0,9 2-51 15,9 3-119-15,9-3-33 16,3-9-173-16</inkml:trace>
  <inkml:trace contextRef="#ctx0" brushRef="#br2" timeOffset="24019.57">16186 3170 256 0,'0'0'364'16,"0"0"-268"-16,0 0-26 15,0 0 32-15,0 0 14 16,0 0 2-16,-31-7-48 16,16 7-12-16,-10 0-31 0,-4 3-5 15,5 0 0-15,2-3-9 16,5 0 20-1,4 0 2-15,-3-9-11 0,3-9-2 16,4-9-9-16,8-6-7 16,1-4-6-16,0 0-10 15,17 4 10-15,5 10 0 16,2 9 0-16,7 13-6 16,2 1 1-16,-1 24 1 15,-3 18 3-15,-10 18-14 16,-12 9 15-16,-7 4 3 0,-7 1-1 15,-21-9 6 1,-7-9-7-16,-4-12 5 0,3-15 4 16,2-15-3-16,4-7 23 15,6-7 12 1,6 0 2-16,1-23 8 0,9-8-29 16,3-6-9-16,5 0-8 15,0 5 2-15,10 11-8 16,5 8 13-16,4 6-12 15,5 7-1-15,10 0 0 16,5 22 0-16,6 9 0 16,-2 8-7-16,0 7 7 15,-2 10-52-15,-3 13-53 16,-3 13-112-16,-4 8-177 16,-8 6-333-16</inkml:trace>
  <inkml:trace contextRef="#ctx0" brushRef="#br2" timeOffset="24620.15">18146 4785 915 0,'0'0'294'15,"0"0"-237"-15,-120-26-32 16,60 21 74-16,-11 1 29 16,-14 4-37-16,-17 0-50 15,-12 0-13-15,-5 0-7 16,5 0-9-16,4 0-3 15,3 0-3-15,4 0-5 16,2 0-2-16,4 4-39 0,14-1-88 16,16-1-77-16,17-2-194 15,11-4-191 1</inkml:trace>
  <inkml:trace contextRef="#ctx0" brushRef="#br2" timeOffset="25152.76">15871 4438 913 0,'0'0'120'16,"0"0"-99"-16,0 0 44 16,0 0 78-16,0 0-32 15,0 0-33-15,-44-26-42 16,14 31-17-16,-6 23-12 15,-5 16 9-15,4 16 0 16,9 14 1-16,10 6 1 16,15 1-10-16,3-6-4 15,20-12-3-15,18-12 4 0,7-14-3 16,5-16-2-16,0-15 2 16,-6-6-7-16,-8-20 12 15,-7-13-7-15,-14-7 12 16,-14-6-10-16,-1 2 9 15,-16 4-3-15,-13 4-6 16,1 12 20-16,3 9-22 16,6 9 0-16,3 6-1 15,4 15-42-15,5 24-64 16,7 20 1-16,9 17-23 16,31 13-151-16,14 8-141 15</inkml:trace>
  <inkml:trace contextRef="#ctx0" brushRef="#br2" timeOffset="25670.26">18051 6250 656 0,'0'0'277'16,"0"0"-225"-16,0 0 32 0,0 0 30 15,-113-72 29-15,60 57-13 16,-10 3-37-16,-14 3-23 15,-15 2-26-15,-15 3-14 16,-17 4-12-16,-8 0-13 16,-5 4 4-16,3 7-7 15,6 2-1-15,9-1-1 16,10 3-52-16,16 1-59 16,17 2-105-16,16-1-186 15,12-8-340-15</inkml:trace>
  <inkml:trace contextRef="#ctx0" brushRef="#br2" timeOffset="26236.28">16006 6246 989 0,'0'0'89'0,"0"0"-89"16,0 0 0-1,30-108 43-15,-20 74 51 0,-4 4-36 16,-3 0-35-16,-3 1-2 15,0 0 9-15,-6 1-7 16,-13 6 7-16,-5 2-6 16,1 7 8-16,-2 3-20 15,1 8 4-15,1 2-1 16,-1 0-15-16,6 17 0 16,1 12-2-16,10 9 1 15,7 6-1-15,6 2-1 16,22 2 6-16,12 3-2 15,7 1-1-15,8 2 4 16,0 3-2-16,-3 2-2 16,-10-5 1-16,-14-4-1 0,-18-6 3 15,-10-11-3 1,-4-5 6-16,-28-11 51 0,-9-12 33 16,-9-5-28-16,-5-2-11 15,3-21-8-15,7-9-28 16,19-14-4-16,16-10-6 15,10-11-5-15,27-4-9 16,31 9-26-16,19 13-37 16,14 18-39-16,12 13-165 15,-7 9-188-15</inkml:trace>
  <inkml:trace contextRef="#ctx0" brushRef="#br2" timeOffset="27101.72">17835 6953 982 0,'0'0'0'0,"-120"61"-372"15</inkml:trace>
  <inkml:trace contextRef="#ctx0" brushRef="#br2" timeOffset="28868.63">15939 7855 321 0,'0'0'577'15,"0"0"-537"-15,0 0-39 16,0 0 6-16,17-93 51 15,-7 63 40-15,-4-3-61 16,-2-1-12-16,-4 0 9 16,0-1 9-16,-17 2-16 15,-6 6-1-15,0 9-3 16,-4 11-1-16,2 7 3 16,0 3-7-16,1 26-7 0,6 11-3 15,6 7 11 1,9 2 3-16,3-2-17 0,8-6-5 15,18-7-7-15,6-13 6 16,4-10 0-16,-3-5-14 16,-2-6 5-16,-8 0-10 15,-5-3-1-15,-8-13 4 16,-5-2 3-16,-3-5 12 16,-2 1 1-16,0 2 2 15,0 6 3-15,-2 4 1 16,1 7 7-16,1 3 2 15,0 8-14-15,0 25 1 16,1 14 36-16,11 12-10 16,2 4-14-16,0 3-2 0,-3-1 2 15,-7-8 7-15,-4-7-4 16,0-12 13-16,-7-9 8 16,-16-9 7-16,-9-5 6 15,-4-6-29-15,-3-9-9 16,2 0-6-16,7-8-6 15,5-12-8-15,10-4-29 16,10 2-39-16,5 1-87 16,9 0-29-16,20-2-144 15,10-3-102-15</inkml:trace>
  <inkml:trace contextRef="#ctx0" brushRef="#br2" timeOffset="29253.76">16292 7699 1072 0,'0'0'167'15,"0"0"-165"-15,-90-40 4 16,61 37 73-16,6 3 21 16,0 2-40-16,1 26-39 15,2 18 12-15,0 15 2 16,7 12-9-16,7 8 3 0,6-3-15 15,2-11-7 1,26-12-2-16,9-20-4 16,10-15-1-16,3-15 3 0,0-5 2 15,-5-16-4-15,-9-13 0 16,-14-8 0-16,-16-4 3 16,-6-1-1-16,-19-1 7 15,-22 1 22-15,-11 8-16 16,-5 6-5-16,3 10-8 15,9 9-1-15,9 7-2 16,11 2-3-16,12 0-24 16,13 8-53-16,4 8-151 15,28-5 6-15,10-5-197 16</inkml:trace>
  <inkml:trace contextRef="#ctx0" brushRef="#br2" timeOffset="29670.36">16302 7505 857 0,'0'0'405'15,"-126"-109"-404"-15,60 58 14 16,1 1-15-16,-1 6 53 16,3 9 35-16,1 10-9 15,2 15-23-15,0 10-33 16,3 0-6-16,2 30 0 15,4 24 3-15,6 33 7 0,14 32 7 16,14 24-8 0,17 18-13-16,11 5 11 0,31-12-12 15,20-13-9-15,18-27-1 16,14-27-2-16,13-24 0 16,7-22-3-16,1-27-4 15,-1-14-16-15,-9-28-6 16,-5-33 2-16,-7-20 2 15,-17-15 25-15,-19-2 0 16,-25 2 14-16,-32 3 1 16,-6 3 4-16,-36 0-8 15,-13-2-7-15,-4 3-4 16,0 13-3-16,4 17-11 16,8 24-12-16,7 22-37 15,10 13-110-15,12 3-155 0,6 18-359 16</inkml:trace>
  <inkml:trace contextRef="#ctx0" brushRef="#br2" timeOffset="34692.64">19697 8020 374 0,'0'0'0'0,"0"0"-207"0</inkml:trace>
  <inkml:trace contextRef="#ctx0" brushRef="#br2" timeOffset="43216.18">13802 13125 541 0,'0'0'207'15,"0"0"-169"-15,0 0-32 16,0 0 14-16,0 0 51 16,0 0 21-16,0 0-6 15,24-54-19-15,-19 34-14 16,-2 0 0-16,-3-4-16 0,0 0-18 16,0-1 7-16,-1-2-13 15,-16 3-9-15,-5-3 4 16,-4 7-2-16,-8 9 19 15,2 8 32-15,1 3-39 16,0 17-8-16,7 13-5 16,5 10 4-16,7 7 14 15,7 4-12-15,5-1-1 16,2 0-8-16,18-13-2 16,7-7-8-16,5-14-31 15,-2-9 1-15,0-7 24 16,-7 0-15-16,-6-16 20 15,-6-8 0-15,-7-2-1 0,-4-4 9 16,0-8 1 0,-12-1 0-16,-3 2 0 0,0 3 0 15,4 4 1-15,5 14 4 16,3 9-2-16,3 3 19 16,0 4-18-16,0 4-2 15,10 16 0-15,3 10 11 16,0 7 17-16,1 6-12 15,-2 1-10-15,-4 0 0 16,0-1 1-16,-4-6-6 16,-4-1-1-16,0-9-1 15,-7-4 17-15,-13-2 9 16,-9-4-8-16,-4 2-2 16,0-8-7-16,2-1-9 0,7-4-2 15,5-3-21-15,9 1-36 16,8-4-40-16,2 0-21 15,0 0-134-15,19-9-105 16,6-8-112-16</inkml:trace>
  <inkml:trace contextRef="#ctx0" brushRef="#br2" timeOffset="43598.67">13913 13016 840 0,'0'0'169'0,"0"0"-127"16,0 0-28-16,0 0 34 16,0 0 51-16,0 0-6 15,-38-49-44-15,34 76-31 16,1 13 9-16,1 13 28 16,2 9-17-16,0 1-19 15,9-3-7-15,11-13-12 16,6-14-2-16,6-12-5 15,-3-15 6-15,-3-6 1 16,-7 0 10-16,-11-20-1 16,-6-3 4-16,-2-1-3 0,-10-7 1 15,-19 2 15 1,-6-1-5-16,-1 6-18 0,0 5-3 16,8 5 0-16,8 10-4 15,4 4-10-15,7 0-22 16,4 7-35-16,5 6-61 15,0 4-50-15,8-3-78 16,7-5-72-16,2-8-90 16</inkml:trace>
  <inkml:trace contextRef="#ctx0" brushRef="#br2" timeOffset="44049.18">13998 12977 39 0,'0'0'851'0,"0"0"-723"15,-51-111-44-15,24 72-30 16,-2-4 12-16,-3-4-10 0,-1 3-8 16,-1 3-20-16,-6 5-4 15,-1 12 5-15,-6 7-5 16,-1 13 17-16,-3 4-9 16,3 4 2-16,-1 22-8 15,7 12-10-15,10 16 5 16,11 15 1-16,12 15 1 15,9 13 3-15,7 8-8 16,25 2 4-16,11 6-12 16,11 1-5-16,8-7-2 15,6-13-1-15,4-14-2 0,2-23-9 16,1-22-3 0,-6-19 4-16,-6-16-2 0,-5-7-5 15,-6-31 15-15,-7-21 4 16,-8-8-1-16,-13-3 1 15,-11 3-4-15,-12 7 7 16,-1 6-1-16,-4 0-6 16,-13 1 2-16,-3 9 0 15,3 10-1-15,0 5-1 16,6 12-2-16,3 4 2 16,4 9-18-16,4 4-67 15,0 0-107-15,2 0-106 16,18 0-168-16</inkml:trace>
  <inkml:trace contextRef="#ctx0" brushRef="#br2" timeOffset="44549.56">14394 13185 1126 0,'0'0'218'0,"0"0"-195"15,0 0-17-15,0 0 37 16,0 0 51-16,0 0-60 15,22-38-23-15,-5 16-8 16,-1-2 0-16,-2-6 10 16,-4-1 12-16,-2-7 2 15,-3-6 1-15,-1-5-6 16,-4-7-2-16,0-8-14 0,0-5 0 16,0 4-5-16,-2 0 5 15,-11 11-1-15,0 10 7 16,-1 13-3-16,5 12 5 15,5 14 8-15,0 5-2 16,4 0-19-16,-3 11-1 16,-4 19 0-16,-1 11 0 15,-2 5 3-15,0-3 0 16,0-2-3-16,-2-1-7 16,-3-6-1-16,0-8-2 15,0-8 6-15,-1-9 4 16,3-9 0-16,0 0 1 15,0-9 1-15,-3-21-2 16,9-8-1-16,7-6-5 16,0 4 6-16,10 0 0 0,18 14 0 15,5 6 0-15,9 19 0 16,0 1-7-16,1 31 4 16,1 22-29-16,-6 7-65 15,-6 14-108-15,-14-1-128 16,-18-2-421-16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42:13.34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1598 5487 522 0,'0'0'364'16,"0"0"-280"-16,0 0-48 16,0 0 109-16,0 0-21 15,0 0-39-15,0 0-38 16,2-10 8-16,-2 10 14 16,0 0-13-16,0 0-27 15,0 0 1-15,0 0 4 0,-2 0-7 16,-13 0-7-1,-7-1-11-15,-3-3-2 0,0 2-2 16,2-5-4-16,2 3 3 16,4-2-1-16,3 2-3 15,3 1 2-15,7 0 1 16,2 3-3-16,2 0 0 16,0 0-4-16,0 0 3 15,0 0-2-15,0 0-1 16,0 3-1-16,-1 21-9 15,-5 11 14-15,-2 12 1 16,-2 4 0-16,2-5-1 16,-1-5 2-16,1-4-1 15,-2-9-2-15,3-6 2 16,1-5-1-16,0-6 0 0,5-5 2 16,-1-5-2-16,2-1 3 15,0 0 3-15,0 0-5 16,0 0 2-16,0 0-6 15,0 0 3-15,7-7-7 16,8-5 4-16,8 2 3 16,6 2-10-16,-1 8 5 15,7 0-8-15,0 15 8 16,4 16 2-16,-6 4-8 16,-6 8 6-16,-9-1 4 15,-8-4-1-15,-5 0 1 16,-5-6-2-16,0-5 3 0,-10-5 1 15,-9-3 7-15,-9-3 26 16,0-4-11-16,-2-2-6 16,2-3-1-16,1-5-14 15,6-2 7-15,0 0-6 16,3 0-3-16,5-4-13 16,6-4-24-16,5-1-36 15,2 1-121-15,10-5-155 16,16-1-235-16</inkml:trace>
  <inkml:trace contextRef="#ctx0" brushRef="#br0" timeOffset="532.11">1884 5718 1226 0,'0'0'34'0,"0"0"-33"16,0 0 16-16,108-45 35 16,-77 45-38-16,-8 6-11 15,-4 16-3-15,-8 8 0 16,-8 7 6-16,-3 5 5 16,-3 4 6-16,-22 1-3 15,-5-2 5-15,3-7-7 16,5-12-3-16,9-9-9 0,10-13 4 15,3-4-3-15,0 0-2 16,12-16-27-16,11-11-10 16,7-8-13-16,2 1 27 15,-2-3 6-15,-4 3 9 16,-1 1 9-16,-6 3 3 16,-6 3 4-16,-3 3-2 15,-3 6 7-15,-5 5 33 16,-2 3 3-16,0 5 14 15,0 5-4-15,0 0-10 16,0 0-13-16,-5 0-20 16,0 0-3-16,-2 19-9 15,-3 12 2-15,3 10-5 16,2 3 7-16,5 2-3 0,0-2 3 16,7-4-2-16,10-5 0 15,1-3-5-15,4-5-6 16,3-3 6-16,1-4-31 15,2-7-85-15,3-8-69 16,1-5-196-16</inkml:trace>
  <inkml:trace contextRef="#ctx0" brushRef="#br0" timeOffset="726.55">2616 5770 1400 0,'0'0'96'0,"0"0"-96"16,0 0-1-16,0 0 1 15,105-2 8-15,-51 2-6 16,-2 0-2-16,-7 4-68 16,-10 1-144-16,-12 1-272 15</inkml:trace>
  <inkml:trace contextRef="#ctx0" brushRef="#br0" timeOffset="928.67">2636 5984 1307 0,'0'0'0'0,"0"0"-40"0,90 0 40 15,-31 4 20-15,5-2-13 16,-2 3-7-16,-11 0-17 16,-12 0-148-16,-18-1-236 15</inkml:trace>
  <inkml:trace contextRef="#ctx0" brushRef="#br0" timeOffset="1119.76">2645 6154 1479 0,'0'0'0'0,"0"0"-105"16,0 0 105-16,101 13 13 16,-50 0-13-16,1-4-74 15,-2-3-168-15,-10-5-393 16</inkml:trace>
  <inkml:trace contextRef="#ctx0" brushRef="#br0" timeOffset="1669.63">3614 5697 1095 0,'0'0'174'0,"0"0"-158"16,0 0 71-16,0 0-11 15,0 0-71-15,0 0-1 16,2 58 5-16,8-20 10 16,0 3 0-16,0-4 14 15,-2-2-13-15,-3-5-10 16,-1-5 5-16,-3-7 2 15,-1 1-3-15,0-6 10 16,0-1-6-16,0 1-4 16,0 0-4-16,0 2-7 15,0-1 2-15,-3 1-1 0,-2 1-3 16,0 1-1 0,1-3 1-16,3 2 2 0,-1 3-6 15,2-1 6-15,0 0-2 16,0 1-1-16,0 1-5 15,0 0-15-15,0 2-60 16,0-7-109-16,0-9-147 16,0-6-375-16</inkml:trace>
  <inkml:trace contextRef="#ctx0" brushRef="#br0" timeOffset="2031.37">3957 5641 1226 0,'0'0'141'0,"0"0"-133"16,0 0 14-16,0 0 102 15,0 0-53-15,0 0-52 16,-7-21-5-16,4 21 7 16,-7 26-15-16,-3 18 11 15,-5 19 5-15,1 13 5 16,5 8-5-16,7 2-4 0,5-7-11 16,0-2-5-16,20-8-2 15,8-10 0-15,7-6-35 16,0-9-39-16,0-13-121 15,1-17-157-15,-3-12-410 16</inkml:trace>
  <inkml:trace contextRef="#ctx0" brushRef="#br0" timeOffset="3031.16">4236 5897 1371 0,'0'0'55'0,"0"0"-42"0,0 0-13 15,0 0 32-15,0 0-26 16,0 0-6-16,107-25 2 16,-84 48-2-16,1 7 18 15,-4 6-9-15,-5 1 9 16,-5 1-3-16,-5 2 3 15,-3-3-1-15,-2-4-16 16,0-7 15-16,0-9 0 16,0-7-8-16,-2-7 0 15,2-3-4-15,0 0 8 0,0 0 10 16,-3-13 3-16,-3-13-10 16,2-10-15-16,2-9 0 15,2-4-1-15,0 0 1 16,3 6 0-16,11 10-6 15,1 8 2-15,0 14 4 16,2 10 0-16,-2 1 0 16,3 8-5-16,2 16 0 15,-2 9 1-15,1 5 3 16,-6-1 1-16,-1 1 3 16,-4-5-2-16,-1-6-1 15,2-6 0-15,-3-6 0 0,-1-6 3 16,0-7-3-1,-3-2 3-15,3 0-3 0,0 0 6 16,2-14-1 0,1-11 5-16,2-8-10 0,-2-7 1 15,-1 0 0-15,-2-2 0 16,2 5-1-16,0 3 5 16,0 2-5-16,6 7-1 15,-2 3-1-15,-1 9 4 16,-2 7-2-16,-1 6 0 15,2 0 0-15,1 22-5 16,1 13 5-16,1 6 16 16,-2 2-7-16,0-2-8 15,2-4 0-15,1-3 1 16,2-6-4-16,2-7-10 0,1-6-33 16,0-6-33-16,4-9-47 15,4 0 18-15,2-9-47 16,-1-15-14-16,-4-4 46 15,-8-6 78-15,-10 3 44 16,-5 6 41-16,0 9 65 16,0 9 59-16,0 7 3 15,-3 1-132-15,-6 22-15 16,4 6 22-16,3 1-20 16,2-5-3-16,4-4-10 15,16-8-9-15,4-5 4 16,2-8 2-16,1 0-2 0,-3-4 17 15,-7-14-19 1,-7-2 7-16,-4-2 3 0,-6-4 20 16,0-2 7-16,-17-3-14 15,-8 1-8-15,-4 2-2 16,5 5-13-16,3 10 0 16,8 6-3-16,8 7-15 15,3 0-3-15,2 7-89 16,4 11-2-16,18 3-62 15,11-4-92-15,5-8-112 16</inkml:trace>
  <inkml:trace contextRef="#ctx0" brushRef="#br0" timeOffset="3331.79">5378 5919 610 0,'0'0'251'0,"0"0"-244"16,0 0 37-16,0 0 143 15,0 0-83-15,5 90-45 16,2-58-17-16,2-2-8 15,7-8 2-15,2-2-12 16,2-6-9-16,0-8 6 16,0-6 0-16,-1 0 20 15,-1-15 5-15,-1-8-5 16,-2-8 9-16,-5-9-4 16,-7-7-3-16,-3-9-2 15,0-3-16-15,-17-1-3 16,-6 3-6-16,-3 7-13 15,4 14 2-15,3 14-5 0,8 12-7 16,1 10 0-16,-2 8-15 16,2 24-28-16,5 10-42 15,5 4-128-15,0-2-141 16,13-6-252-16</inkml:trace>
  <inkml:trace contextRef="#ctx0" brushRef="#br0" timeOffset="3697.36">5853 5770 1038 0,'0'0'310'0,"0"0"-290"0,0 0 70 16,0 0 25-16,0 0-69 15,-91 53-25-15,68 4 1 16,4 8-2-16,8-4 6 15,8-2-19-15,3-13-3 16,4-8-1-16,20-12 0 16,4-12-3-16,6-8-5 15,3-6-6-15,-1-11 9 16,-5-13 2-16,-8-5 6 16,-8 4-6-16,-13-1 8 15,-2 1-1-15,-7 3-2 16,-18 6 7-16,-8 7-12 15,-4 9-10-15,0 0 10 0,0 15-14 16,7 10 8-16,6-2-71 16,8 3-87-16,9-4-172 15,6-6-253-15</inkml:trace>
  <inkml:trace contextRef="#ctx0" brushRef="#br0" timeOffset="4030.6">6059 5649 1236 0,'0'0'135'16,"0"0"-129"-16,0 0 35 15,0 0 31-15,0 0-42 16,105-20-18-16,-57 53 0 16,3 12 22-16,-6 15 5 15,-5 5 1-15,-8 11 1 16,-14 0-17-16,-16 2 11 16,-2 2-5-16,-27 2-18 15,-21-2-4-15,-20 2-8 0,-17-6-1 16,-15-4-78-1,-12-5-270-15,-15-7-856 0</inkml:trace>
  <inkml:trace contextRef="#ctx0" brushRef="#br1" timeOffset="16012.55">16095 1264 873 0,'0'0'111'15,"0"0"-102"-15,0 0 51 16,0 0 79-16,0 0-26 16,0 0-42-16,48-44-56 15,-11 34-5-15,1 4 9 16,1 6-1-16,-6 2-16 15,-2 22 0-15,-8 10-2 0,-8 13 7 16,-11 12 4-16,-4 7-1 16,-16 5-2-16,-20-2 3 15,-8-7-1-15,-3-11-6 16,9-15 0-16,9-15-2 16,14-11 0-16,12-8 1 15,3-2 0-15,0-16-3 16,21-18-3-16,13-11-45 15,7-3 27-15,7-3-13 16,0 0-4-16,-5 1 4 16,-2 1 11-16,-10 6 18 15,-6 3 5-15,-5 4 2 16,-6 5 5-16,-7 2-2 16,-2 4 24-16,-3 3 0 15,-2 6 1-15,0 3 18 0,0 6-10 16,0 4-2-16,0 3-1 15,0 0-13-15,0 0-18 16,-7 15-4-16,-7 21-2 16,-1 20 2-16,0 14 0 15,7 8 4-15,6 2-3 16,2-8 4-16,3-13-6 16,19-13 1-16,8-7-7 15,9-14 4-15,9-5-45 16,9-13-89-16,2-7-123 15,-4-9-386-15</inkml:trace>
  <inkml:trace contextRef="#ctx0" brushRef="#br1" timeOffset="16194.21">16984 1316 1452 0,'0'0'82'15,"0"0"-82"-15,0 0-51 16,0 0 51-16,109 0 13 16,-39 4-9-16,0 1-4 15,-8-1-196-15,-17 0-227 16</inkml:trace>
  <inkml:trace contextRef="#ctx0" brushRef="#br1" timeOffset="16357.94">17006 1549 1576 0,'0'0'0'15,"0"0"-31"-15,0 0-18 16,122-21 48-16,-47 13 1 16,5 5-39-16,-11 3-255 15,-24 0-357-15</inkml:trace>
  <inkml:trace contextRef="#ctx0" brushRef="#br1" timeOffset="16509.61">17037 1734 1536 0,'0'0'0'0,"0"0"-155"16,0 0 145-16,89 13 10 15,-15-10 0-15,16-3-128 16,0 0-241-16,-6 0-493 15</inkml:trace>
  <inkml:trace contextRef="#ctx0" brushRef="#br1" timeOffset="17114.56">18084 1466 379 0,'0'0'486'0,"0"0"-423"16,0 0-10-16,0 0 99 16,17-87-28-1,-10 61-42-15,-2 0-14 0,-5-2-3 16,0 1-31-16,0-1 8 16,-17 1-15-16,-8 3 12 15,-5 5-22-15,1 9-2 16,-3 10-10-16,1 2-5 15,-6 35 0-15,-2 17-5 16,4 18 4-16,9 4-4 16,12 1 4-16,14-14-1 15,0-14-4-15,12-14 5 16,12-16-2-16,4-11 3 16,7-8 2-16,3-6 0 15,1-20 8-15,-2-10-10 0,-7-9-3 16,-8-7 2-16,-8-1 2 15,-4 7 3-15,-4 14 0 16,-3 14-2-16,0 11 4 16,-1 7-4-16,0 0-2 15,1 20-18-15,4 19 3 16,1 9 15-16,3 5 0 16,6-7-69-16,11-8-154 15,3-14-134-15,6-12-360 16</inkml:trace>
  <inkml:trace contextRef="#ctx0" brushRef="#br1" timeOffset="17343.28">18560 1077 1332 0,'0'0'173'0,"0"0"-173"16,0 0-8-16,0 0 8 15,-85 117 39-15,73-43-2 16,9 9-6-16,3-3-24 16,3-1-1-16,21-10-4 15,6-12-2-15,7-12-67 16,1-10-98-16,1-13-148 0,-4-14-278 16</inkml:trace>
  <inkml:trace contextRef="#ctx0" brushRef="#br1" timeOffset="18245.91">18726 1286 1192 0,'0'0'143'16,"0"0"-137"-16,0 0 78 16,0 0 7-16,0 0-83 15,0 0-7-15,47 16-1 16,-15 26 3-16,-4 8 3 0,-6-2-4 15,-4-4 1 1,-6-7 2-16,-4-6-5 0,-2-9 0 16,-6-9 1-16,0-4 4 15,0-9 5-15,0 0 2 16,0 0 18-16,0 0 0 16,0-13 0-16,0-12-23 15,0-13-6-15,0-5 0 16,0 2-1-16,8 1-10 15,8 12 9-15,0 9-3 16,0 10-4-16,-1 9 4 16,0 1-7-16,0 26-2 15,-1 11 11-15,-2 5 2 16,-2-1 1-16,-4-6 2 16,1-7-3-16,-2-8 2 0,0-9-1 15,-2-5 1 1,-3-7 2-16,2 0-3 0,2 0 16 15,2-12 13-15,5-13-16 16,5-14-12-16,0-8 0 16,1 1 0-16,-3 8-1 15,-4 14-1-15,-6 17 0 16,-4 7-2-16,4 0-2 16,2 10-17-16,3 18 9 15,2 9 12-15,1 2 8 16,0-2-8-16,3-5-2 15,4-6 2-15,4-9 1 16,5-5-1-16,4-7-10 16,4-5-2-16,0 0 3 0,-3-20-18 15,-4-2-9-15,-6-5 31 16,-8-2 5-16,-5 3 2 16,-3 5-2-16,-4 8 1 15,-1 10-1-15,-2 3 0 16,0 2-11-16,0 23-30 15,0 7 37-15,0 4 2 16,4-4 4-16,7-7 0 16,4-7-2-16,4-7-1 15,-1-8 1-15,4-3 6 16,1 0-3-16,2-12 9 16,-2-10-12-16,-4-1 6 15,-7-3 3-15,-7-6-2 0,-5-4 4 16,0-8 1-1,-16 0 29-15,-4 1-25 0,2 9 2 16,5 10 3-16,5 9 8 16,2 8-16-16,6 4-13 15,0 3 0-15,0 0-10 16,0 3-13-16,0 15-96 16,0 8 26-16,10 2-155 15,5-4-162-15,-1-5-211 16</inkml:trace>
  <inkml:trace contextRef="#ctx0" brushRef="#br1" timeOffset="19010.82">20005 1413 1064 0,'0'0'114'15,"0"0"-84"-15,-20-82 84 16,20 52-16-16,0 1-2 16,0 7-54-16,13 5-34 15,3 11-2-15,2 6-6 16,2 0-6-16,3 26 1 16,3 10-3-16,-3 10 8 15,-3 8 4-15,-5-1-2 16,-7-4 1-16,-6-6-3 15,-2-10 3-15,0-12 2 0,0-9-1 16,0-7 5-16,-3-5 0 16,-3 0 12-16,2 0 19 15,-3-17-24-15,1-10-3 16,2-11-10-16,4-6 3 16,0 1-6-16,2 2 0 15,16 8-5-15,4 6 1 16,1 8 1-16,1 8-5 15,-5 11-2-15,-2 0-8 16,-4 26 9-16,-2 11 1 16,-3 7 6-16,-1 1 0 15,-4-6 3-15,-1-7-1 16,1-11 0-16,-3-10 2 16,0-7-2-16,2-4 4 15,0 0 8-15,-1-12 14 0,8-15-20 16,1-14-3-16,5-5 3 15,3 0-4-15,0 5 0 16,1 15 8-16,-4 9-2 16,-3 10 2-16,-4 7-10 15,0 0 0-15,4 15-7 16,-2 13 1-16,-2 7 6 16,-1 3 0-16,-2-1 0 15,-2-2-41-15,3-4-139 16,-5-10-157-16,1-9-406 15</inkml:trace>
  <inkml:trace contextRef="#ctx0" brushRef="#br1" timeOffset="19177.73">20616 1288 318 0,'0'0'1132'0,"0"0"-1125"15,0 0-7-15,0 0 0 16,0 0 37-16,45 104 5 15,-27-58-32-15,-3 2-7 16,-3-8-3-16,-2-6-49 16,-5-9-169-16,-5-10-259 15</inkml:trace>
  <inkml:trace contextRef="#ctx0" brushRef="#br1" timeOffset="19393.73">20830 1062 1523 0,'0'0'42'0,"0"0"-42"15,0 0 0-15,97 45 12 16,-64 7 3-16,-7 20-11 16,-14 14-3-16,-12 9 1 15,-6 3 4-15,-33-3-6 16,-16-7-108-16,-19-9-141 15,-16-12-269-15</inkml:trace>
  <inkml:trace contextRef="#ctx0" brushRef="#br1" timeOffset="20211.77">16280 2590 757 0,'0'0'124'16,"0"0"-53"-16,0 0 106 16,0 0-47-16,0 0-58 15,-5-81-46-15,5 72-11 16,10 2 4-16,9 3-4 15,4 4-12-15,7 0 4 16,2 9-4-16,-5 16 1 16,-5 12-4-16,-11 12 0 15,-11 8 0-15,0 9 6 16,-11-1-2-16,-15-8 13 16,-4-10-13-16,2-14 0 15,5-15 1-15,7-11-4 0,8-7 21 16,8 0-9-16,0-16-13 15,8-17-6-15,18-14-52 16,10-10 38-16,5-9-18 16,0-2-29-16,-3 8 26 15,-4 8 38-15,-9 15 3 16,-8 14 6-16,-9 8 21 16,-3 6 10-16,-5 9 25 15,0 0 14-15,0 0-35 16,0 2-26-16,-5 22-15 15,-8 18 21-15,-1 18 3 16,8 5-9-16,6 0 16 16,0-6-18-16,16-13-9 0,16-6-4 15,17-11-6-15,14-8-69 16,11-13-97-16,3-8-245 16</inkml:trace>
  <inkml:trace contextRef="#ctx0" brushRef="#br1" timeOffset="20371.29">17368 2509 1711 0,'0'0'57'0,"0"0"-57"16,0 0-1-16,0 0 1 0,129-18-1 16,-67 18-8-1,-5 0-127-15,-18 1-181 0,-28 7-410 16</inkml:trace>
  <inkml:trace contextRef="#ctx0" brushRef="#br1" timeOffset="20498.29">17325 2744 223 0,'0'0'1448'0,"0"0"-1448"16,0 0-167-16,0 0 167 15,120-12 0-15,-54 7-89 16,-5-2-405-16</inkml:trace>
  <inkml:trace contextRef="#ctx0" brushRef="#br1" timeOffset="20646.78">17464 2912 1550 0,'0'0'0'15,"0"0"-279"-15,97-5 276 16,-15-10 3-16,9-6-261 15,5-2-486-15</inkml:trace>
  <inkml:trace contextRef="#ctx0" brushRef="#br1" timeOffset="21060.05">18236 2406 1349 0,'0'0'159'0,"0"0"-159"0,0 0-4 15,0 0-3-15,-21 85 7 16,28-18 33-16,6 6-32 16,-2-3 10-16,-2-7 11 15,-8-10-12-15,-1-13 2 16,0-14-4-16,0-12 4 16,-7-8 20-16,3-6 8 15,-2 0 0-15,2-6-7 16,1-16-25-16,3-11-8 15,0-6 1-15,11-1-1 0,17 2 0 16,11 7-9-16,6 9 5 16,4 12-2-16,-1 10-1 15,-6 0 0-15,-7 15 3 16,-10 11-1-16,-12 9 5 16,-11 1-1-16,-2 2 1 15,-16-2 19-15,-16-5-5 16,-8-5 1-16,-4-3-3 15,2-5-9-15,7-6 0 16,10-8-3-16,12-4-53 16,9-4-146-16,4-23-280 15</inkml:trace>
  <inkml:trace contextRef="#ctx0" brushRef="#br1" timeOffset="21271.69">18830 2469 1507 0,'0'0'107'0,"0"0"-104"15,0 0-3-15,0 0 25 16,-80 100-8-16,80-27-3 16,0 7 15-16,0-7-25 15,8-9-1-15,10-9-3 16,2-8-52-16,9-13-113 15,1-14-86-15,2-16-225 16</inkml:trace>
  <inkml:trace contextRef="#ctx0" brushRef="#br1" timeOffset="22830.6">18972 2687 1061 0,'0'0'190'15,"0"0"-163"-15,0-88 56 16,24 83 3-16,2 5-47 15,6 17-36-15,-1 17-2 16,-2 11 2-16,-7 2 7 16,-7-3-4-16,-4-4 2 15,-4-7 5-15,-4-10 3 16,-3-10-2-16,0-6-5 16,0-7 2-16,0 0-5 0,0 0 14 15,0-7 16-15,0-15-20 16,0-11-11-16,0-1-5 15,0 1 0-15,7 6-3 16,5 6 3-16,1 10-4 16,4 3-7-16,5 8 5 15,-2 2-2-15,0 17-2 16,-2 6 6-16,-1 0 4 16,-4 0 2-16,-1-4-1 15,-7-5 0-15,-2-6 1 16,-3-6-2-16,0-4 2 15,2 0 4-15,-2 0 20 0,3-4 8 16,3-17 4 0,2-7-34-16,8-6-3 0,5-2 10 15,0 0-9-15,1 3-3 16,1 12 2-16,-6 9 0 16,0 10-1-16,0 2-3 15,0 20-5-15,-1 11 3 16,0 8 2-16,-3 0 3 15,-2-2 2-15,3-6-2 16,3-8-59-16,6-8-74 16,9-8-89-16,8-7-41 15,1 0-26-15,-2-13 139 16,-10-8 145-16,-13-2 5 16,-8 1 75-16,-8 2 18 15,0 6 111-15,0 7-75 0,-3 7-8 16,-8 0-31-16,-3 4-66 15,2 15-12-15,2 3 22 16,7 0-12-16,3-3 5 16,0-7-15-16,15-6-5 15,9-6 13-15,0 0-6 16,0-13 9-16,-3-9-6 16,-7-2 21-16,-9 0-7 15,-5-2-2-15,-8-2-19 16,-21 1-3-16,-3-2 12 15,6 6-16-15,4 3 1 0,12 8-4 16,7 4-1-16,3 0-18 16,13-1-70-16,17-4-93 15,11 1 108-15,0 1 17 16,-1 2-53-16,-5 6 56 16,-3 3 50-16,-5 0 4 15,-5 0 11-15,-2 3 43 16,-6 12 17-16,2 7 10 15,-4 4-5-15,1 9-21 16,0 1 1-16,-1 4 2 16,-2 0-37-16,-2-4 8 15,-1-3-3-15,-4-7-15 16,-1-8-2-16,-2-8 0 16,0-5 4-16,0-4 12 0,0-1-3 15,0 0 15 1,0 0-2-16,0-12-3 0,-3-10-25 15,-3-11-4-15,5-6-2 16,1-2-1-16,0 3 0 16,0 8 0-16,17 5 0 15,1 5-9-15,6 7 6 16,-1 6-11-16,0 7 11 16,-1 8-8-16,-2 21-3 15,-1 10 13-15,-6 0 0 16,-2 1 1-16,-4-6 0 15,-5-5 3-15,0-10-2 0,-2-9-1 16,0-4 3 0,0-4-2-16,0-2 7 0,0 0-2 15,0-18 4-15,0-10-10 16,0-9 1-16,10-4-3 16,0 5 6-16,3 6-4 15,-1 8 0-15,5 8-3 16,0 7 0-16,2 7 2 15,0 0-4-15,-3 10 2 16,-3 14-7-16,-4 5 8 16,-5 4 2-16,-4-3-13 15,0-3-20-15,0-6-43 16,0-4-83-16,6-7-50 0,4-7-116 16,8-3-71-1,3 0 177-15,0-8 219 0,3-8 66 16,-3 3 114-16,1 4 128 15,-3 3-84-15,2 4-82 16,1 2-40-16,0 0-23 16,-4 17-10-16,-6 3-21 15,-10 4-22-15,-2-2-15 16,-10 0-6-16,-21-1 6 16,-4-3 0-16,-5 0 2 15,5-3-7-15,12-8 3 16,9-5 13-16,14-2 3 15,4 0-11-15,32-18-14 16,16-6 0-16,12-4-26 0,4-1-57 16,1-1-35-16,4 4-15 15,1 3 24-15,-5 5-44 16,-16-2-170-16</inkml:trace>
  <inkml:trace contextRef="#ctx0" brushRef="#br1" timeOffset="23046.63">21012 2439 1236 0,'0'0'240'0,"0"0"-234"15,0 0 16-15,0 0 38 0,0 0-22 16,93-21-26 0,-51 62-6-16,-9 19 0 0,-9 15 28 15,-16 8 22-15,-8 3-21 16,-18 2-13-16,-24-2-21 15,-15-4 2-15,-13-3-3 16,-12-10-112-16,-13-12-172 16,-17-10-433-16</inkml:trace>
  <inkml:trace contextRef="#ctx0" brushRef="#br1" timeOffset="30178.52">1165 6089 922 0,'0'0'44'0,"0"0"-36"15,0 0-8-15,0 0 16 0,0 0 12 16,0 0 9-16,0 0 20 15,0 0 8-15,0 0-5 16,-3 0-6-16,-1 0-2 16,1-4-14-16,0-4-6 15,1-1-20-15,2-1 2 16,0 1 10-16,0 3-15 16,0 3-9-16,0 2 0 15,0-2-1-15,0 3 1 16,3 0-5-16,-1 0-1 15,-1 0 6-15,-1 0-5 16,0 0-23-16,0 0-108 16,0 0-103-16,-20 0-318 0</inkml:trace>
  <inkml:trace contextRef="#ctx0" brushRef="#br1" timeOffset="30690.88">378 6122 263 0,'0'0'676'0,"0"0"-570"16,0 0-32-16,0 0 88 0,0 0-30 15,0 0-50-15,-34-5-45 16,34 5-21-16,2 0-14 16,16 0 2-16,10 0 5 15,13 0 10-15,11 0 5 16,4 0-8-16,-1 0 0 15,-4 0-13-15,-8 0 0 16,-9-6-6-16,-3 3 0 16,-2-1-167-16,-6-2-170 15,-5 3-479-15</inkml:trace>
  <inkml:trace contextRef="#ctx0" brushRef="#br1" timeOffset="31562.99">3096 6311 1043 0,'0'0'142'16,"0"0"-131"-16,0 0 44 16,0 0 1-16,0 0-36 15,0 0-9-15,62-15-3 0,-24 11 7 16,1-1-6-16,-1 3-9 15,-3-3 1-15,-3 4 3 16,-5-2-7-16,-6 0 3 16,-2 1-118-16,-4-4-111 15,-4 0-162-15</inkml:trace>
  <inkml:trace contextRef="#ctx0" brushRef="#br1" timeOffset="31912.43">3454 6217 765 0,'0'0'231'0,"0"0"-229"0,0 0 5 16,0 0 8-16,0 0 11 16,0 0-1-16,0 8-17 15,0-7 16-15,0 0 18 16,0-1-2-16,0 0 4 15,0 0-11-15,0 0-1 16,0 0 1-16,0 0-21 16,-2-5 0-16,0-4 9 15,2 0 4-15,0 1-13 16,0 4-9-16,0 1 4 16,0 3-7-16,0 0-4 15,7 0-3-15,0 8 6 16,0 4-1-16,-1-3 1 0,-2-2-2 15,-4-5 2-15,0-2-129 16,0 0-247-16</inkml:trace>
  <inkml:trace contextRef="#ctx0" brushRef="#br1" timeOffset="37110.71">1133 5026 178 0,'0'0'13'16,"0"0"51"-16,0 0 6 15,0 0 26-15,0 0-24 16,0 0 8-16,0 0-33 16,-13-36 19-16,10 31 61 15,-3 4-65-15,2 0-1 16,-3-1-14-16,0 2-9 15,-1-4 9-15,-4 0-24 16,0 1-9-16,-4-1-1 16,-1 2 9-16,-5-1-12 0,-3 1 1 15,-2 0 15-15,1 2-7 16,-2 0-1-16,2 0-7 16,1 0 5-16,0 0-7 15,3 0 3-15,0 0-10 16,2 2 4-16,-2 5-5 15,2 0 3-15,1 1 1 16,0 1-5-16,-1-2 4 16,-3 4-4-16,-4 2 5 15,-10 1-3-15,-3 1-2 16,-2 0 2-16,5 2 7 16,4-4-7-16,3 1 5 15,7-2 4-15,2-2 3 0,6 1-3 16,0 0-1-1,2-2-2-15,-2 3-4 0,0-2-2 16,2 2 0-16,-3 1 1 16,3 1-3-16,1 1 4 15,1 0-3-15,-1 1-1 16,-1 6 8-16,-4-2-4 16,2 5 1-16,-2-1-2 15,1 0 0-15,0 1 2 16,1-1-4-16,4-1 4 15,1 2 7-15,-2 1-7 16,2 3 3-16,3-2-1 16,0 1-7-16,2 2 10 0,2 1-8 15,2 0 2-15,1 0-3 16,0 0 1-16,0 1 7 16,0 2-5-16,0 4-4 15,7 3 1-15,4-1 9 16,0 4-3-16,3-3-5 15,1 0-2-15,3-2 4 16,0-4 2-16,-1-1 0 16,2-3-1-16,1 0-1 15,2 1-2-15,3 2 1 16,0 3-3-16,2-1 6 16,3 0-1-16,1-3-3 15,6-5 4-15,1-1-5 0,6-2 0 16,-3-3 6-1,8 0-3-15,-1-3 2 0,0-1-4 16,0-1-2-16,-8 0 1 16,0-5-1-16,-2-3 0 15,0-4-2-15,2-4 2 16,1-1 3-16,3 0 3 16,0 0-5-16,-5-2 1 15,-1-7-1-15,-5 1 2 16,-1-3-2-16,-1-1 1 15,-4 0 0-15,0 0 0 0,-1 0-2 16,0-2 1 0,0 0 1-16,1-2-1 0,1-6-1 15,1-1 3 1,1 1-3-16,-3-2 2 0,-2-1-2 16,2 0 2-16,-6-1-2 15,1 1 1-15,-3-2-1 16,-5-3 3-16,-2 0-2 15,0-3 0-15,-4 0-1 16,-1 3 3-16,-1-3-2 16,1-2 1-16,-2-3-2 15,0 0 0-15,-1 1-1 16,-1 1 2-16,1 4-2 16,-1 2 3-16,-2 5-3 15,-1 2 3-15,2 3-4 16,-2 1 3-16,0-2-1 15,0-3 1-15,0-3-1 0,0-4 2 16,-6 0-1-16,-3-1-1 16,-3-4 0-16,-6 0 3 15,-5 1-1-15,-6 0 11 16,-1-1-2-16,-1 1-9 16,-1 3 5-16,3 1-1 15,6 2-2-15,3 7-3 16,3 2 0-16,3 5 2 15,3 5 1-15,1-1-3 16,1 5-1-16,3 1 0 16,1 1-2-16,0 0 4 15,2 0-2-15,-1 1 0 0,-1 0 0 16,0-3-1-16,0 2 2 16,0-2-1-16,-1-2 0 15,-1 3-1-15,0-4 1 16,-3-2 0-16,-2-1-1 15,0-2 0-15,1 2-1 16,0 2 2-16,5 1 0 16,2 2 1-16,1 4-3 15,3 1 2-15,0 0-7 16,0 0-12-16,0 2-28 16,0 0-88-16,0 0-126 15,10 0-140-15,7 2-77 16</inkml:trace>
  <inkml:trace contextRef="#ctx0" brushRef="#br1" timeOffset="49256.4">463 6398 238 0,'0'0'663'0,"0"0"-614"16,0 0-47-16,0 0 13 15,0 0-3-15,0 0 28 16,0 0-22-16,0-15-18 16,0 13-4-16,0 1-7 15,0 1-28-15,0 0-80 16,0 0-152-16,10 0-2 0</inkml:trace>
  <inkml:trace contextRef="#ctx0" brushRef="#br1" timeOffset="55854.78">11191 5500 765 0,'0'0'247'0,"0"0"-169"16,0 0-26 0,0 0 32-16,0 0 36 15,0 0-2-15,0 0-55 0,0-6-19 16,0 6 2-16,0 0 0 15,0 0-11-15,-13 0-25 16,-9 0 8-16,-8 0-14 16,-5 2-2-16,-2 5-1 15,2-1-1-15,2-3 2 16,6-3 2-16,6 0-3 16,3 0 4-16,3 0 0 15,7 0-2-15,3 0 2 16,5 0-2-16,0 0 6 15,0 0-5-15,0 0-3 16,0 0-1-16,0 0 4 0,0 0-4 16,0 0-1-16,0 10-6 15,0 18 1-15,0 15 5 16,-2 8 2-16,-1 0 0 16,1-6 0-16,2-8-1 15,0-12 0-15,0-9 1 16,0-6 0-16,0-8-2 15,0-2-1-15,0 0 1 16,10 0-2-16,12-19 3 16,13-8 10-16,5-2-9 15,2 5 0-15,-3 9-2 16,-5 8-14-16,0 7 4 16,-6 9 8-16,-4 21-1 0,-10 10 4 15,-8 7-1 1,-6 1 1-16,0-3-2 0,-12-5 6 15,-6-9-3-15,-4-7 6 16,-3-7 4-16,-2-5 0 16,2-6-10-16,0-3 0 15,-2-3-1-15,-2 0-1 16,-4-5-29-16,-2-7-71 16,-1 1-148-16,0 2-130 15,3 4-292-15</inkml:trace>
  <inkml:trace contextRef="#ctx0" brushRef="#br1" timeOffset="56090.36">10669 5984 1137 0,'0'0'301'16,"0"0"-272"-16,0 0-24 15,0 0-2-15,0 0-3 16,0 0-54-16,17-27-198 16,-15 28-157-16</inkml:trace>
  <inkml:trace contextRef="#ctx0" brushRef="#br1" timeOffset="56435.99">9591 6020 927 0,'0'0'330'0,"0"0"-296"16,0 0-28-16,0 0 7 16,0 0 56-16,0 0 46 15,120-5-47-15,-53 5-24 16,4 0-19-16,2 0-9 15,-4 0-8-15,-6 0-8 16,-11 0-1-16,-10-6-49 16,-5 1-135-16,-6-4-102 15,-4-4-343-15</inkml:trace>
  <inkml:trace contextRef="#ctx0" brushRef="#br1" timeOffset="57019.7">11718 5671 997 0,'0'0'148'0,"0"0"-122"15,0 0 31-15,0 0 19 16,0 0-16-16,94-15-26 16,-29 8-8-16,5 2-13 15,-3 2-11-15,-6 3-2 16,-9 0-17-16,-10 0-93 0,-12 0-87 15,-18 2-181-15</inkml:trace>
  <inkml:trace contextRef="#ctx0" brushRef="#br1" timeOffset="57208.36">11868 5792 1162 0,'0'0'214'0,"0"0"-214"16,0 0-59-16,89 0 59 16,-32 2 30-16,4 8-27 15,-6 0-3-15,-11 5-87 0,-20-2-215 16,-23 0-289 0</inkml:trace>
  <inkml:trace contextRef="#ctx0" brushRef="#br1" timeOffset="57365.45">11808 5993 1463 0,'0'0'0'0,"0"0"-112"16,0 0 112-16,137-22 16 16,-62 22-16-16,9 0-15 15,0 0-147-15,-14 0-249 16</inkml:trace>
  <inkml:trace contextRef="#ctx0" brushRef="#br1" timeOffset="58019.54">12774 5796 987 0,'0'0'278'0,"0"0"-259"15,0 0-11-15,19-81 43 16,-2 56 42-16,-3-3-52 16,1 1-29-16,-2 0 9 15,-6 0 24-15,-1 3-11 16,-5 1-14-16,1 5 11 16,-2 7-2-16,0 4-5 15,0 5-1-15,0 2-13 16,0 0-10-16,0 2-3 0,0 21-3 15,0 13 6 1,0 12 2-16,0 5 0 0,5-1 1 16,5-3-2-16,-2-2 1 15,-1-3-2-15,-2-4 1 16,-5-7-2-16,0-5 3 16,0-4-5-16,-13-6 1 15,-12-3-3-15,-2-8 5 16,2-3 2-16,3-4 4 15,2 0 6-15,5-11-7 16,7-4-1-16,5-1 8 16,3 3 5-16,0 0-17 15,19 4-1-15,10 4 0 16,8 4 1-16,6 1-2 16,9 0 2-16,6 0 0 0,5 5-7 15,-2 2-32-15,-2-1-66 16,-10-2-130-16,-7-4-133 15,-12 0-308-15</inkml:trace>
  <inkml:trace contextRef="#ctx0" brushRef="#br1" timeOffset="58281.5">13485 5361 1311 0,'0'0'68'0,"0"0"-57"0,0 0 53 16,0 0 26-16,0 0-55 15,-56 86-7-15,53-22 6 16,3 6-3-16,0 1-5 16,2 1-17-16,13-3-3 15,6-3-4-15,2-1-2 16,2-10-8-16,-1-3-101 15,0-12-62-15,-4-13-52 16,-2-12-231-16</inkml:trace>
  <inkml:trace contextRef="#ctx0" brushRef="#br1" timeOffset="59186.15">13702 5681 967 0,'0'0'323'15,"0"0"-285"-15,0 0-35 16,0 0 57-16,0 0-43 16,0 0-8-16,55 46 26 15,-31-5-13-15,-3 5-7 16,-5-2 2-16,-4-2-10 16,-6-6 5-16,-6-6-5 15,0-9 0-15,0-9 6 16,0-7-2-16,0-5 6 15,0 0 6-15,0 0 2 0,0-11 0 16,0-16-19-16,0-9-3 16,0-4-6-16,1-4-5 15,9 3 8-15,4 8 0 16,0 9-6-16,-4 12 6 16,0 7-3-16,0 5-3 15,1 5-1-15,3 19 6 16,0 6 1-16,2 8 0 15,-3-1 2-15,0-1 0 16,3-3-2-16,-2-5 0 16,0-11 0-16,-3-8 0 15,-2-4 1-15,2-5 2 16,0-1-2-16,6-17 7 0,-1-10-7 16,1-5 2-16,-4-6-2 15,-6-1 0-15,-2 0 0 16,-4 7 5-16,-1 11-4 15,0 11 18-15,0 8-2 16,0 3 6-16,3 5-24 16,0 18-4-16,0 9 4 15,4 4 2-15,6-5-2 16,6-4 0-16,7-7 0 16,1-9-6-16,1-5-8 15,-1-6-8-15,0 0 2 16,0-8 4-16,-4-9-12 15,-1-6 6-15,-5 0 13 0,-7-1 9 16,-2 8 0 0,-5 4 1-16,1 6 3 0,-3 6-4 15,2 0-3-15,1 6-7 16,-1 15 3-16,4 7 7 16,5 0 3-16,6-6-2 15,3-6 0-15,2-8 2 16,-5-7-2-16,-1-1 3 15,-6 0 3-15,1-17 23 16,-2-6 11-16,-7-7-3 16,-1-3-2-16,-2-4-1 15,0 2-11-15,-6-2 2 16,-6 0-11-16,-2 4 3 16,1 9-17-16,4 9-1 0,3 9 0 15,5 5-3-15,1 1-11 16,0 0-3-16,0 1-30 15,0 9 9-15,0 4-44 16,0-1-42-16,11 1-37 16,2-2-30-16,4-3-115 15,0-3-114-15</inkml:trace>
  <inkml:trace contextRef="#ctx0" brushRef="#br1" timeOffset="59551.74">14971 5603 891 0,'0'0'236'0,"0"0"-213"16,0 0 79-16,0 0 28 16,0 0-4-16,0 0-67 15,-68-44-36-15,42 72 3 16,0 9-4-16,4 10 10 15,7 0-18-15,10-2-7 16,5-4 0-16,0-10-7 16,20-7 0-16,8-9 0 15,6-7 2-15,1-8 1 0,-3 0 7 16,-6-10-9 0,-9-4 10-16,-8-2-7 0,-9 2 1 15,0-2 19-15,-10 3-15 16,-12 1-9-16,-2 5 0 15,2 4-15-15,1 3-26 16,4 0-55-16,7 0-173 16,7 0-203-16</inkml:trace>
  <inkml:trace contextRef="#ctx0" brushRef="#br1" timeOffset="59818.84">15108 5348 1403 0,'0'0'98'0,"0"0"-92"0,0 0 27 16,0 0 16-16,0 0-35 16,0 0-3-16,128 105 13 15,-82-31-1-15,-4 6 9 16,-7-2 4-16,-15-2-19 15,-18 1 6-15,-4-5-6 16,-33-3-11-16,-20-2-6 16,-15-4-5-16,-14 0-69 15,-15-2-144-15,-12-7-425 0</inkml:trace>
  <inkml:trace contextRef="#ctx0" brushRef="#br0" timeOffset="68817.08">9927 6662 459 0,'0'0'191'0,"0"0"-175"16,0 0-12-16,0 0 16 15,0 0 126-15,0 0-40 16,0 0-23-16,10-8-14 0,0-9-37 16,0-3 16-16,0-2-6 15,2-1-6-15,-3-1-6 16,-1 1-10-16,-5 3 7 16,-1 1 0-16,-2 4-7 15,0 3 6-15,0 5-15 16,0 2 8-16,0 5 9 15,0 0-28-15,0 0-5 16,0 11-12-16,-9 16 17 16,1 10 9-16,0 8-7 15,2 5 1-15,5 1 2 16,-1-3-4-16,-1-4 1 0,1-6-2 16,-1-8 0-1,-3-3 0-15,-1-5 4 0,-3-7-2 16,-1-2 3-1,4-6-5-15,3-4 2 0,1-1 9 16,0-2-2-16,-1 0 3 16,-3 0-6-16,-1 0-3 15,1-4 1-15,4 1 3 16,1 2 29-16,2 1-10 16,0 0-10-16,2-3-15 15,21-1 7-15,12-1 0 16,10 0-3-16,4 2-5 15,1 3 0-15,-3 0-2 16,-2 0-28-16,-3 3-75 16,-6 3-37-16,0 2-87 0,-7-5-172 15,-2-3-315-15</inkml:trace>
  <inkml:trace contextRef="#ctx0" brushRef="#br0" timeOffset="69533.59">10604 6588 761 0,'0'0'190'0,"0"0"-158"0,0 0 1 16,0 0 95-16,0 0-18 15,0 0-31-15,-25-30-48 16,25 30-31-16,12 13 5 16,15 12 15-16,8 5 28 15,7 3-25-15,3 0-13 16,0-1-4-16,0-2 4 16,-5-3-7-16,-8-3-2 15,-9-3-1-15,-10-3 0 16,-6-1-51-16,-7-4-34 15,0-4-4-15,0-3-57 16,-13-6-134-16,-2 0-85 16</inkml:trace>
  <inkml:trace contextRef="#ctx0" brushRef="#br0" timeOffset="69722.48">10838 6543 1084 0,'0'0'130'15,"0"0"-118"-15,0 0-7 16,0 0 14-16,-88 38 47 16,62 9-12-16,1 8-46 15,2 3-3-15,1-3-5 16,4-3-10-16,3-2-110 16,2-5-171-16,-3-8-162 0</inkml:trace>
  <inkml:trace contextRef="#ctx0" brushRef="#br0" timeOffset="70301.02">10028 7427 1042 0,'0'0'153'0,"0"0"-137"16,0 0 1-16,0 0 35 16,11-82 17-16,11 82-40 15,0 0-17-15,-2 15-6 16,-5 12 0-16,-5 9-4 16,-9 5 3-16,-1 6 0 15,-10 1 2-15,-18 0-5 16,-9-3 6-16,-6-6-2 0,-2-7 1 15,6-10-5-15,11-10 6 16,9-7-1-16,9-5 24 16,5 0 14-16,5-12 1 15,0-11-34-15,10-1-10 16,20-2 7-16,9 7-6 16,5 6-1-16,2 7 0 15,1 6-2-15,1 0-3 16,3 16 1-16,-2 1-3 15,0 0-35-15,-1-1-58 16,0-3-40-16,-6-7-115 16,-7-6-302-16</inkml:trace>
  <inkml:trace contextRef="#ctx0" brushRef="#br0" timeOffset="70934.23">10596 7398 979 0,'0'0'100'15,"0"0"-93"-15,0 0 59 16,0 0 38-16,0 0-71 0,0 0-7 16,82 67 32-1,-40-21-18-15,1-3-26 0,0-1-7 16,-2-4-2-16,-5-4-4 15,-7-3-1-15,-6-7-3 16,-8-6-81-16,-5-6-49 16,-6-6-171-16,-4-6-129 15</inkml:trace>
  <inkml:trace contextRef="#ctx0" brushRef="#br0" timeOffset="71111.53">10831 7382 1296 0,'0'0'79'16,"0"0"-78"-16,-100 85-1 0,70-28 29 15,5 9 16-15,2 3-39 16,6-1-6-16,2 1 0 16,2-2-85-16,-4-2-123 15,-5-7-319-15</inkml:trace>
  <inkml:trace contextRef="#ctx0" brushRef="#br0" timeOffset="71703.5">10083 8267 1225 0,'0'0'107'15,"0"0"-107"-15,0 0 0 16,0 0 22-16,115-69 28 15,-84 69-39-15,-3 19-8 16,-12 7-5-16,-6 4 3 0,-10 2-2 16,0 1-2-1,-10-2 3-15,-16 1 2 0,-6-4 8 16,-3-5-4-16,5-6 1 16,6-10-5-16,10-5 5 15,11-2 4-15,3-5-7 16,3-12-4-16,21-1-26 15,6 5 14-15,4 5 5 16,2 8-9-16,-2 0 9 16,-2 12 7-16,-4 8 0 15,-4 3-1-15,-6 1-1 16,-8 0 2-16,-10-2 6 0,0-1 11 16,-4-1 7-1,-16-5 22-15,-5-3 10 0,-3-2-2 16,-4-4-14-1,2 0-14-15,0-1-11 0,3-2-11 16,5 1-1-16,9-4-3 16,6 3-13-16,7-2-64 15,0-1-90-15,6 0-145 16,12 0-209-16</inkml:trace>
  <inkml:trace contextRef="#ctx0" brushRef="#br0" timeOffset="73793.12">10668 8289 641 0,'0'0'107'15,"0"0"-107"-15,0 0 0 16,0 0 0-16,0 0 77 16,0 0 8-16,-19-22-33 15,19 20-11-15,0 2 35 16,-1 0 25-16,1 0-30 15,-2 0-9-15,2 0-21 16,0 0-21-16,0 0-3 16,0 13-12-16,19 14 15 0,9 9 43 15,3 6-31-15,7 0-12 16,-4-4-11-16,1-1-6 16,-4-5 1-16,-4-3-3 15,-7-7 0-15,-5-1-2 16,-7-6 0-16,-2-3-33 15,0-6-48-15,-5-3-45 16,-1-3-60-16,0 0-48 16,0-14-68-16</inkml:trace>
  <inkml:trace contextRef="#ctx0" brushRef="#br0" timeOffset="73990.92">10867 8252 1015 0,'0'0'218'0,"0"0"-200"0,0 0-3 16,0 0-8-16,0 0 83 16,-75 107-1-16,55-52-59 15,-1 3-16-15,3-3-10 16,0-3-4-16,1 1-5 16,2 1-103-16,-2-1-60 15,-5-4-224-15,-6-7-184 16</inkml:trace>
  <inkml:trace contextRef="#ctx0" brushRef="#br0" timeOffset="74600.31">10181 9042 1087 0,'0'0'144'0,"0"0"-140"15,0 0 5-15,0 0 36 16,0 0 1-16,0 0-29 15,-33 68-4-15,19-19-6 16,1-4-1-16,1-2-6 16,-1-5 3-16,1-7-1 15,5-6 0-15,1-10 0 16,4-8-2-16,2-7 3 16,0 0-3-16,0 0-14 15,15 0 13-15,9-4 0 16,6 4-1-16,5 0 1 15,2 0 0-15,4 10 0 16,3-2 0-16,-6-2 2 0,-3-4-2 16,-8-2 0-1,-8 0-3-15,-10 0 4 0,-5-16 0 16,-4-5 0-16,0-3 4 16,-7-1-3-16,-7-1 11 15,-5 0-1-15,4 5-8 16,5 7 15-16,3 6 17 15,6 8 27-15,1 0-44 16,0 21-18-16,0 23 0 16,0 16 12-16,0 9-6 15,0 0-4-15,0-2-2 16,0-6-58-16,4-6-67 16,8-11-150-16,-2-10-225 15</inkml:trace>
  <inkml:trace contextRef="#ctx0" brushRef="#br0" timeOffset="75102.78">10673 9200 1073 0,'0'0'142'0,"0"0"-126"0,0 0 1 15,0 0 76 1,0 0-30-16,0 0-46 0,35 66 45 15,7-25-18-15,3-1-21 16,0-1-18-16,-5-2 0 16,-5 0-4-16,-3-3-1 15,-9-3-14-15,-6-3-65 16,-7-4-47-16,-7-6-53 16,-1-8-165-16,-2-10-104 15</inkml:trace>
  <inkml:trace contextRef="#ctx0" brushRef="#br0" timeOffset="75295.75">10950 9219 1163 0,'0'0'100'16,"0"0"-88"-16,0 0 51 16,0 0 48-16,0 0-55 15,0 0-35-15,-103 108-3 16,81-50-16-16,2-2-2 15,1-2-8-15,5-2-75 16,0-2-38-16,0-2-86 16,-3-6-223-16</inkml:trace>
  <inkml:trace contextRef="#ctx0" brushRef="#br0" timeOffset="76067.86">10502 10049 478 0,'0'0'556'0,"0"0"-487"0,0 0-50 15,0 0 71-15,0 0 33 16,-92-29-40-16,72 29-35 16,-2 0-16-16,-1 0 5 15,-3 8-10-15,-1-2 2 16,2-2-9-16,3 0-8 15,5-2 2-15,4-2-7 16,4 0 0-16,5 0 7 16,2 0-13-16,2-6 3 15,0 1-2-15,0 1-2 16,0 3-1-16,0 1 1 16,0 0-1-16,0 0 0 0,0 0-15 15,0 16 12 1,0 6 4-16,5 8 5 0,0 0-5 15,0 0 2-15,-2-1 0 16,-2-5-2-16,3-6 1 16,-4-7-4-16,2-4 6 15,-2-7-3-15,0 0 0 16,3 0 1-16,4-2-1 16,6-13-1-16,6-2-7 15,4 3 8-15,2 3-5 16,5 5-10-16,3 4 10 15,5 2-6-15,-3 6 7 16,-2 14 4-16,-1 8-3 16,-8 6 3-16,-5 0 1 15,-7 3 0-15,-12-6 0 0,0-4 4 16,-9-3 11-16,-16-6 10 16,-6-3-3-16,-4-4 3 15,-6-5-5-15,3-3-16 16,3-3 4-16,4 0-8 15,7-3-2-15,7-5 0 16,3 3-36-16,10 1-31 16,4-2-100-16,0-4-138 15,10-4-277-15</inkml:trace>
  <inkml:trace contextRef="#ctx0" brushRef="#br0" timeOffset="80408.03">800 5354 296 0,'0'0'303'15,"0"0"-240"-15,0 0-51 16,0 0 46-16,0 0 69 0,0 0-39 16,0 0-34-1,0-5 2-15,0 5 13 16,0 0 0-16,0 0-17 0,0 0-13 16,0 0-12-16,0 0 1 15,0 0-4-15,0 0 10 16,0 0-2-16,0 0-4 15,-4 0-2-15,-12 0-14 16,1 0-6-16,-2 0-1 16,3 0-3-16,5 0 3 15,2 0 0-15,4 0 2 16,3 0 11-16,0 0 0 16,0 0-5-16,0 0-5 15,0 0-8-15,0 0 1 16,0 0 0-16,0 0 0 0,0 0-1 15,0 0 1-15,0 0 1 16,0 0-2-16,0 0-1 16,0 0 1-16,0 0 1 15,0 0 1-15,0 0-2 16,0 0 1-16,0 0-1 16,0 0 0-16,0 0 6 15,0 0-10-15,0 0 4 16,0 0-5-16,0 0-14 15,0 0-6-15,0 0-5 16,0 0 10-16,0 0-1 16,0 0 15-16,0 0 5 15,0 0 0-15,0 0 1 0,0 0 2 16,0 0 0-16,0 0-4 16,0 0 6-16,0 0-2 15,0 0-2-15,0 0-1 16,0 0 0-16,0 0-12 15,0 0-112-15,9 0-58 16,-1 0-289-16</inkml:trace>
  <inkml:trace contextRef="#ctx0" brushRef="#br0" timeOffset="81667.61">10180 5307 936 0,'0'0'110'0,"0"0"-97"0,0 0 27 16,0 0 116-16,0 0-54 15,0 0-50-15,0 0-10 16,-32-11-12-16,17 11-1 16,-10 0-11-16,-4 0-6 15,-4 2 10-15,-2 4-1 16,0-3-4-16,3 0-4 15,2-2-4-15,7-1 2 16,4 0 0-16,7 0-9 16,5 0 11-16,6 0 7 15,1-1-14-15,0 1-3 0,0 0-3 16,0 0-3 0,0 0 3-16,0 0-15 0,0 0 6 15,0 15 5-15,0 11 4 16,0 4 3-16,0 6 0 15,0-1 0-15,0-4-2 16,0-3 0-16,-6-7 0 16,-1-5 2-16,0-6-3 15,5-3 4-15,1-5-3 16,1-2-1-16,0 0 0 16,0 0-3-16,3 0-15 15,20 0 7-15,13 0 11 0,7 0 0 16,4 0-2-1,0 0-28-15,-6 16 21 0,-5 6-9 16,-12 2 13-16,-5 1 1 16,-10 0 2-16,-8-7-1 15,-1-1 6-15,-7-6 2 16,-16-2 16-16,-9-1 19 16,-7-5-6-16,-6-3-6 15,3 0-4-15,2 0-11 16,11-5-9-16,8-1-2 15,8 2-2-15,9 2-14 16,4 2-76-16,16 0-222 16,22 2-340-16</inkml:trace>
  <inkml:trace contextRef="#ctx0" brushRef="#br0" timeOffset="82240.02">12756 5858 1109 0,'0'0'132'15,"0"0"-132"-15,0 0 11 16,0 0 25-16,0 0-36 16,0 0-20-16,0 0-92 15,-11-11-90-15,11 13-293 16</inkml:trace>
  <inkml:trace contextRef="#ctx0" brushRef="#br0" timeOffset="83064.35">12522 5477 56 0,'0'0'724'15,"0"0"-651"-15,0 0-56 16,0 0 82-16,0 0 45 16,0 0-69-16,0 12-41 15,0-12 0-15,0 2 17 16,-7-1 9-16,-11 3-18 16,-7-4-15-16,-2 2 2 0,2-2 7 15,-2 0 2 1,-1 0-19-16,0 0-8 0,-1 0-1 15,7-2-9 1,8 2 2-16,7-2 1 0,3 0-1 16,4 2 1-16,0 0-3 15,0 0-1-15,0 0 0 16,0 0-13-16,0 0 4 16,0 6-2-16,0 16 11 15,5 6 2-15,-2 3 2 16,1 1-4-16,-2-2 3 15,-1-6 0-15,-1-1-2 16,0-6-1-16,0-4 2 16,0-4 1-16,0-3-2 15,0-3 0-15,0-3 0 0,0 0 2 16,2 0 1 0,1 0-4-16,4 0-4 0,6 0 4 15,9 0 12-15,2-3-9 16,-1 1-3-16,0 2-1 15,-3 0-1-15,4 17 1 16,-1 3-3-16,0 8 4 16,-1 2-1-16,-5-1-1 15,-7 0 2-15,-5-3-1 16,-5-6 1-16,0-2 3 16,0-4-2-16,-12-5 7 15,-4 1 3-15,-6-4 4 0,0-3 5 16,-2-3-7-1,1 0-1-15,0 0-11 0,1 0 0 16,5-2-2-16,4-4-16 16,1-1-122-16,4 1-121 15,-4-2-484-15</inkml:trace>
  <inkml:trace contextRef="#ctx0" brushRef="#br0" timeOffset="89113.44">11935 7046 203 0,'0'0'86'0,"0"0"-76"0,0 0-1 16,0 0 39-16,0 0 29 16,0 0-21-16,0 0 15 15,-16 0 15-15,16-2 18 16,0-2-9-16,-3-3-22 15,2-2 17-15,1-5-38 16,0-1 20-16,0-3-18 16,1 0-2-16,16-1-30 15,7 5 3-15,3 5-13 16,3 5-2-16,-2 4 0 16,-1 6-10-16,-7 21 5 0,-3 10 4 15,-10 6-4-15,-7 5 0 16,0 2 2-16,-19 0-7 15,-14 3 9-15,-11-4-8 16,-6-4 3-16,-4-6-3 16,2-7 3-16,10-13 0 15,11-10 3-15,9-6 1 16,10-3 19-16,6-9 11 16,6-14-6-16,0-8-29 15,15 0 1-15,17 2-2 16,6 8-1-16,6 7 0 15,-1 11-2-15,2 3 4 16,0 5-3-16,0 16 4 16,-3 9-3-16,-2 4-1 0,-8 3 0 15,-5 2-3 1,-7-2 1-16,-5-4-56 0,-2-6-46 16,-3-11-82-16,1-11-84 15,-1-5-123-15</inkml:trace>
  <inkml:trace contextRef="#ctx0" brushRef="#br0" timeOffset="89762.13">12520 7089 929 0,'0'0'211'0,"0"0"-208"16,0 0 0-16,0 0 8 15,0 0 73-15,0 0-43 16,0-4-25-16,-15 4 32 16,-8 0-9-16,-4 1-16 15,0 0-2-15,1-1-11 16,0 0 25-16,0 0-16 16,4 0-12-16,2 0-3 15,10 0-3-15,5 0 5 16,5 0-3-16,0 0 1 15,0-4-2-15,5-2-2 16,10 0 7-16,0 2-7 0,-2 4-4 16,-3 0-2-1,-1 0 3-15,-1 15-7 0,-1 7 10 16,-2 9 0-16,-3 0 1 16,-1 2 0-16,-1-5-1 15,0-4 0-15,0-4 1 16,0-6 1-16,-3-4-2 15,-2-4 4-15,2-2-3 16,1-3 5-16,2-1-5 16,0 0 6-16,0 0 1 15,0 0-7-15,0-2 6 16,10-11-7-16,8 1-1 16,8 1 1-16,0 4-5 15,3 2 5-15,1 4 0 0,-4 1-8 16,1 0 6-16,-3 9 2 15,-6 7-3-15,-5 4 1 16,-8 2-3-16,-5 3 5 16,0 0 8-16,-10-1-7 15,-12-1 6-15,-1-1-2 16,-3-1-2-16,-3-1-3 16,2-4 5-16,5-3-5 15,7-5 0-15,8-6-110 16,7-2-34-16,0-10-76 15,7-19-279-15</inkml:trace>
  <inkml:trace contextRef="#ctx0" brushRef="#br0" timeOffset="90346.68">12766 7180 24 0,'0'0'1116'0,"0"0"-1065"15,0 0-48-15,0 0 5 16,0 0 49-16,0 0-7 16,97-14-37-16,-72 29-3 15,-5 5-1-15,-7 1-3 16,-4-1-5-16,-9 0 2 16,0 3 3-16,-9-1 5 0,-12 2-10 15,-4-1 3-15,-1-5 3 16,7-6-3-16,5-5-1 15,8-7 1-15,3 0 2 16,3-7-6-16,0-14-56 16,13-4-12-16,9-1 46 15,2-1-13-15,1 3-21 16,2-1 22-16,-2 2 25 16,0-1 5-16,-3 1 3 15,-4 1 1-15,-1 4 7 16,-5 1 14-16,-3 3 19 15,-6 4 11-15,-3 1-9 16,0 0-5-16,0 1-9 16,0 1 7-16,0 3-13 15,-2 0 0-15,1 2 12 0,-3 1-7 16,2 1 2-16,1 0-5 16,-6 0-13-16,-5 1-2 15,-4 16-7-15,-1 9 4 16,2 7 4-16,5 7-8 15,4 3 28-15,5-1 1 16,1-5-26-16,1-5-1 16,21-6-3-16,8-4-1 15,11-6 0-15,11-6-27 16,6-5-82-16,2-5-84 16,-2-2-202-16</inkml:trace>
  <inkml:trace contextRef="#ctx0" brushRef="#br0" timeOffset="90776.06">13536 7137 237 0,'0'0'819'0,"0"0"-757"0,0 0-57 16,0 0 12 0,0 0 55-16,0 0-26 0,97-7-2 15,-45 7-32-15,2 0-5 16,-2 0-7-16,-7 0-78 15,-10-4-179-15,-17-4-248 16</inkml:trace>
  <inkml:trace contextRef="#ctx0" brushRef="#br0" timeOffset="90942.23">13610 7227 1365 0,'0'0'0'15,"0"0"-58"-15,0 0 58 16,0 0 15-16,101 9-4 0,-41-7-11 16,9-2-90-16,-4 0-207 15,-7-3-300-15</inkml:trace>
  <inkml:trace contextRef="#ctx0" brushRef="#br0" timeOffset="91832.16">14721 6856 1095 0,'0'0'96'16,"0"0"-87"-16,0 0-4 15,0 0 70-15,0 0-15 16,-103-8-29-16,77 8-17 16,-1 0 22-16,-3 4 1 15,2-1-9-15,2 0-5 16,3-2-1-16,6 1-10 16,6-2-5-16,4 0-1 0,4 0-2 15,3 0 1-15,0 0-4 16,0 0 0-16,0 0-1 15,0 0-3-15,0 0 1 16,0 1 0-16,0 4-11 16,0 7 2-16,-4 7 11 15,-1 9 1-15,-2 3 2 16,-1 1-1-16,0-4 1 16,3-5-2-16,0-6-1 15,3-8 0-15,2-5 0 16,0-4 1-16,0 0-1 15,0 0-11-15,10 0 11 16,17-8 10-16,6-2-2 16,6 0-8-16,-3 3-2 15,-1 7-1-15,-3 0 0 0,-2 0-5 16,-6 15 6-16,-7 6-2 16,-9 3 1-16,-8 4 3 15,0 2 5-15,-5-3 5 16,-15 0 7-16,-7-3-1 15,-1-2 2-15,-4-2-2 16,-3-2-14-16,3-4 5 16,3-2-7-16,8-4 0 15,9-3-60-15,12-5-107 16,0 0-82-16,23-16-279 0</inkml:trace>
  <inkml:trace contextRef="#ctx0" brushRef="#br0" timeOffset="92279.72">14809 7033 1175 0,'0'0'55'0,"0"0"-54"15,0 0 5-15,90-11 68 16,-67 15-36-16,0 12-30 16,-7 8 3-16,-4 3-6 15,-9 0 1-15,-3 1 4 16,0-2-7-16,-15-1 0 15,-1-6 4-15,-1-2-5 16,4-8 3-16,4-6-5 16,6-3 0-16,3 0 14 0,0-5-14 15,0-17-55-15,13-7-14 16,3-4 58-16,5-2-18 16,-3-3-5-16,-3 5 33 15,-1 3-1-15,-2 7 4 16,-4 4 12-16,-3 6 6 15,-4 5 14-15,-1 4 22 16,0 3-10-16,0 1-2 16,0 0-10-16,0 5-26 15,-13 16-1-15,-2 10 17 16,0 7 6-16,5-1-21 16,7 1-7-16,3-4 1 0,0-1-3 15,4-6-2 1,15-3 1-16,6-6-76 0,5-4-37 15,3-6-98-15,1-8-196 16</inkml:trace>
  <inkml:trace contextRef="#ctx0" brushRef="#br0" timeOffset="93265.02">11877 7297 1009 0,'0'0'58'16,"0"0"-58"-16,0 0 0 16,0 0 7-16,0 0 80 15,0 0-10-15,30-20-38 16,24 20-1-16,27 0 31 16,33-3-9-16,31-3-7 15,36 0-16-15,28-3-7 16,25-1-1-16,18-2-24 15,0-5-3-15,3-1-2 16,-12-5 5-16,-22 1 2 16,-20-2-7-16,-36 4-3 15,-37 7 3-15,-39 5 0 0,-40 4-5 16,-27 2-46-16,-20 1-22 16,-2 1-17-16,-28 0 54 15,-24 0 1-15,-20 0-112 16,-21 10-86-16,-14 7-37 15,-18 0 9-15</inkml:trace>
  <inkml:trace contextRef="#ctx0" brushRef="#br0" timeOffset="93578.72">12285 7576 1297 0,'0'0'177'16,"88"-19"-177"-16,-1 19-30 15,35-1 21-15,27-7 9 16,30-2 31-16,26-5 24 16,19-2-5-16,11-1-19 15,0-5-5-15,-10-2-3 16,-20-3-9-16,-23 2-8 15,-38 2-5-15,-40 5 0 16,-45 7-1-16,-31 8-6 16,-25 2-36-16,-3 1-60 0,-24 1-37 15,-22-2-106-15,-26 0-348 16</inkml:trace>
  <inkml:trace contextRef="#ctx0" brushRef="#br0" timeOffset="95675.19">3484 6118 699 0,'0'0'54'0,"0"0"-45"16,0 0 8-1,0 0 61-15,0 0-45 0,0 0-24 16,0 0 2-16,-9 0 29 16,9 0-3-16,0-3-27 15,0 1 10-15,0 0-7 16,0 1-1-16,0 1 12 15,0 0-12-15,0-4 10 16,0 0 9-16,0-5-25 16,4 1 3-16,2 1-3 15,-3 2 17-15,0 2-3 16,-3 3 5-16,0 0-5 0,0 0-1 16,0 0-4-1,0 0 1-15,0 0-3 0,0 0-6 16,0 0-7-16,0 0-8 15,0 0 3-15,0 0-35 16,-3 0-94-16,-8 0-101 16,-2 0-211-16</inkml:trace>
  <inkml:trace contextRef="#ctx0" brushRef="#br0" timeOffset="96502.91">3315 5661 765 0,'0'0'59'0,"0"0"-58"15,0 0 71-15,0 0 97 16,0 0-80-16,0 0-54 15,-3 3-3-15,-6-3 19 16,-4 1-8-16,-2 1-7 16,-2-2 10-16,0 1 1 15,-1-1-3-15,1 2-9 16,-1-2-16-16,1 1-6 16,0 1-4-16,4-1-2 15,4 0 1-15,6-1-8 16,2 0 4-16,1 0 5 15,0 0-3-15,0 0 1 16,0 0-5-16,0 0-1 0,0 6-1 16,0 1-14-1,0 8 11-15,0 5-2 0,0 3 6 16,0 5-1-16,0-1 0 16,0 1 0-16,0-2 1 15,0-7 1-15,0-3-2 16,0-7 2-16,0-5-2 15,0-3 1-15,0-1 0 16,0 0 1-16,0 0-1 16,0 0-1-16,0 0-4 15,3 0 4-15,9-3 0 16,1-3 9-16,5 2-9 16,1 3 1-16,3 1-2 15,-1 0-11-15,1 11 9 0,-2 7-2 16,-5 4-1-16,-3-1 5 15,-9 3-7-15,-3-5 8 16,0-1 4-16,-1-1-4 16,-16-2 12-16,-3 0 2 15,-4-1 4-15,0-5-4 16,2-2-12-16,3-3 5 16,2-2-5-16,4 0-2 15,0-1-1-15,1-1-84 16,5 1-116-16,4-1-182 15</inkml:trace>
  <inkml:trace contextRef="#ctx0" brushRef="#br0" timeOffset="97827.81">803 5420 816 0,'0'0'340'16,"0"0"-320"-16,0 0 19 0,0 0 82 15,0 0-11 1,0 0-56-16,0-11-24 0,0 11-4 16,0 0 10-16,-7 0-7 15,-7 0 7-15,-13 0-19 16,-10 7-13-16,-9 3 0 15,-6 0 2-15,4 0-4 16,7-4-2-16,8-2 0 16,14-1 9-16,6-3 6 15,8 0-9-15,3 0 5 16,2 0-3-16,0 0-8 16,0 0 2-16,0 0-1 0,0 0-1 15,0 0 0 1,0 1-5-16,0 1 3 0,0 4-10 15,0 6 7-15,0 9 5 16,-5 10 0-16,-2 0-1 16,1-1 2-16,1-4-1 15,-1-8 2-15,0-2-2 16,2-5 3-16,0-7-3 16,2-1 3-16,2-3-3 15,0 0 2-15,0 0-2 16,0 0 0-16,0 0-6 15,0 0 0-15,9-1-3 16,12-5 9-16,10 0 2 16,5 2-2-16,1 4-7 0,1 0-1 15,-3 10 3-15,-5 7-3 16,-4 0 3-16,-14 1-6 16,-8-1 11-16,-4-2 0 15,0-3 1-15,0-2 5 16,-3 1 0-16,-14 1 0 15,-9-1 13-15,-4-3-12 16,-1 1 8-16,3-7-12 16,6 0 0-16,-1-2-3 15,-2 0-3-15,-2 0-141 16,0 3-340-16</inkml:trace>
  <inkml:trace contextRef="#ctx0" brushRef="#br0" timeOffset="100413.37">2397 4066 963 0,'0'0'78'0,"0"0"-78"16,0 0 26-16,0 0 11 16,0 0 59-16,0 0-26 15,0 0-60-15,-30-61-10 16,30 78-17-16,3 27 17 16,9 24 0-16,3 18 12 15,2 12-4-15,0 9 6 0,-1-2 0 16,2-1 0-1,1-4-11-15,1-2 7 0,-3-9 9 16,-4-11-4-16,-1-13-7 16,-6-17 3-16,0-18-1 15,-5-10 22-15,-1-11-3 16,0-3-6-16,0-5-5 16,0-1 3-16,0 0 13 15,0 0-13-15,0 0-6 16,0 0 8-16,0 0-13 15,0 0 17-15,-7 0-3 16,-6-16-11-16,-7-3-9 16,-3-3 4-16,3-2-7 15,3 2 2-15,3 9-3 0,7 4 7 16,4 6-4-16,3 3-3 16,0 0 0-16,0 0-14 15,0 0 3-15,0 0-3 16,7 9 3-16,8 3 10 15,5-1 1-15,0-5-5 16,4-3 0-16,1-3-7 16,1 0 6-16,2-14-3 15,-5-8 9-15,-1-7 7 16,-6-4-1-16,-4-1-6 16,-5 2 6-16,-6 10 2 15,-1 7-6-15,0 12-2 16,0 3-7-16,0 10-8 0,-16 33-31 15,-14 28 10-15,-14 20-140 16,-6 9-240-16</inkml:trace>
  <inkml:trace contextRef="#ctx0" brushRef="#br0" timeOffset="102545.93">1367 7279 1022 0,'0'0'140'0,"0"0"-138"16,0 0 4-1,-11-78 76-15,29 57-61 0,9 5-1 16,1 8-15-16,4 8-5 16,-4 1-1-16,-1 20 1 15,-7 9 2-15,-6 6 1 16,-10 8-1-16,-4 4 3 16,-4 8 19-16,-24 2-18 15,-6 0-2-15,-4-6 7 16,-1-11-6-16,5-14-3 15,11-14-2-15,9-7 22 16,8-6 46-16,2-1-11 0,3-19-7 16,1-7-38-1,0-2-11-15,10 5 4 0,8 7 4 16,4 6-9-16,3 11 0 16,5 0-6-16,5 9 0 15,4 12 6-15,3 1 0 16,-2 3 0-16,-2-1-8 15,-1 2-76-15,-5-6-86 16,-6-3-99-16,-4-10-272 16</inkml:trace>
  <inkml:trace contextRef="#ctx0" brushRef="#br0" timeOffset="103112.73">2026 7168 1248 0,'0'0'77'0,"0"0"-73"15,0 0-4-15,0 0 55 16,0 0-21-16,0 0-31 16,-6-4-1-16,-15 6 16 15,-6 5-2-15,-1 1-5 16,1-2-8-16,5-3 8 15,4-2 9-15,0-1 7 16,1 2-20-16,4-2-4 16,4 2 1-16,5-1-4 15,4-1 2-15,0 0-2 0,0 0 0 16,0 0-2-16,0 0 2 16,0 5-2-16,-6 2 1 15,0 5-1-15,-4 2 2 16,0 3 0-16,3-4 0 15,4-3-2-15,1-2 2 16,2-3-5-16,0-5-3 16,0 0 6-16,0 0-4 15,3 0 6-15,12 0 9 16,8 1-5-16,6 0 4 16,4 4-5-16,5 5-1 15,-2 4-2-15,4 3-1 16,-6 3-1-16,-8 3 2 15,-6 1-4-15,-11-3 2 0,-6 1 4 16,-3-6 6-16,0-1 9 16,-3-2-4-16,-16 1 5 15,-6-2-5-15,-5 2-10 16,2-2-1-16,3-7-2 16,10-2-110-16,8-3-109 15,7-6-204-15</inkml:trace>
  <inkml:trace contextRef="#ctx0" brushRef="#br0" timeOffset="103545.2">2287 7307 924 0,'0'0'310'0,"0"0"-310"16,0 0 0-16,0 0 17 15,0 0 21-15,0 0-20 16,51 60 0-16,-48-32-5 15,-3 2-8-15,-3 5 10 16,-13-4-5-16,-1-3-1 16,4-8-4-16,3-10-4 15,5-7-1-15,5-3-10 16,0-14-21-16,15-21-41 16,10-12-49-16,2-2 73 0,3 2 13 15,-5 8 27 1,-5 10 8-16,-5 7 0 15,-5 7 24-15,-3 4 28 16,-6 7 36-16,-1 4-9 0,0 0 2 16,0 0-9-16,0 2-34 15,-1 12-20-15,-9 12-7 16,0 6 21-16,3 4-7 16,5 1-13-16,2 1-2 15,0-2-4-15,13 1-3 16,6-6-2-16,6-8-1 15,3 1-12-15,7-11-89 16,6-7-90-16,0-6-270 16</inkml:trace>
  <inkml:trace contextRef="#ctx0" brushRef="#br0" timeOffset="103709.04">2935 7312 1617 0,'0'0'42'0,"0"0"-40"16,0 0-2-16,0 0 12 16,128-5-10-16,-72 4-2 15,3 0-1-15,-4-3-107 16,-8-2-175-16,-19 0-383 16</inkml:trace>
  <inkml:trace contextRef="#ctx0" brushRef="#br0" timeOffset="103872.18">2999 7481 1558 0,'0'0'123'0,"0"0"-123"16,0 0-50-16,0 0 50 16,0 0 14-16,130 21-14 15,-59-21-66-15,2 0-136 16,-6-13-259-16</inkml:trace>
  <inkml:trace contextRef="#ctx0" brushRef="#br0" timeOffset="104233.6">3089 7692 1078 0,'0'0'0'0,"0"0"-58"16,126 0 58-16,-66 0 12 16,1-3-12-16,-6-1-70 15,-6-1-316-15</inkml:trace>
  <inkml:trace contextRef="#ctx0" brushRef="#br0" timeOffset="104910.48">3950 7193 1269 0,'0'0'182'15,"0"0"-181"-15,0 0 16 0,0 0 66 16,0 0-35 0,0 0-36-16,-89-2-4 0,46 13-1 15,-4-3-6-15,0-2 13 16,8-4-5-1,5 0-2-15,9-2 6 0,8 0-2 16,6 0-4-16,5 0-4 16,6 0 0-16,0 0-2 15,0-2-1-15,0-2-3 16,0 3 1-16,0-1-6 16,0 2 8-16,0 0 0 15,0 0-3-15,0 0-4 16,0 14 0-16,0 8 7 15,0 5 0-15,0 4 2 16,0-5-2-16,0-3 3 0,0-6 0 16,0-10-3-16,0-5 0 15,0-2 1-15,0 0-2 16,0 0-3-16,14 0-4 16,13-11 8-16,6 0 0 15,6 3 0-15,2 3-3 16,1 5-24-16,-2 0 7 15,-1 7 4-15,-6 13 16 16,-9 6 0-16,-10 5-2 16,-7 1-2-16,-7-2 4 15,0-2 12-15,-1-5 4 16,-16-2 16-16,-7-4 1 16,-6-1-3-16,-6-1-20 15,-2-3-5-15,2-3-4 16,4-4-1-16,7-3-7 0,7-2-123 15,13-4-133-15,5-18-218 16</inkml:trace>
  <inkml:trace contextRef="#ctx0" brushRef="#br0" timeOffset="105193.21">4336 7103 1337 0,'0'0'162'0,"0"0"-157"15,0 0-2 1,0 0 98-16,-93 9-56 0,78 26-39 16,0 9 12-16,3 11 1 15,7 4 0-15,5 2-5 16,0 0-13-16,8-2 5 15,12-3-6-15,4-6 0 16,3-5-1-16,2-7-28 16,3-8-90-16,2-9-90 15,0-14-140-15,-1-7-310 16</inkml:trace>
  <inkml:trace contextRef="#ctx0" brushRef="#br0" timeOffset="106446.71">4463 7384 1069 0,'0'0'135'0,"0"0"-122"16,0 0 73-16,0 0-17 15,0 0-46-15,0 0-18 16,71-19-2-16,-46 55 19 16,-5 10 9-16,-2 5-11 15,-4 3 16-15,-3-7-20 16,-1-7-3-16,-3-9-3 15,-2-7-8-15,-3-10 1 16,-2-6-1-16,0-8 0 0,1 0 5 16,-1 0-5-1,2-6 23-15,3-16-4 0,0-12-21 16,5-12 1-16,4-10-1 16,0 2-10-16,4 5-17 15,-2 14 19-15,-1 16 6 16,0 8-5-16,0 10-6 15,0 1 10-15,-1 8 0 16,0 15 3-16,-1 10 4 16,-2 2 0-16,-1-2 9 15,-2-3-3-15,1-5-7 16,-2-3 2-16,-1-9-2 16,1-2-2-16,-4-7 3 15,2-2-2-15,0-2-2 16,4 0 9-16,1-14-3 0,4-11 2 15,2-9-6-15,0-7-1 16,-2 0-2-16,-2 2-2 16,-2 9 3-16,-6 10 4 15,2 9-1-15,-5 9 2 16,3 2 23-16,-1 0-25 16,5 21-1-16,4 7 2 15,-1 3 19-15,3 3-14 16,-2-5-2-16,0-5-7 15,-1-4 2-15,1-7-2 16,0-6 0-16,2-3-2 16,2-4-11-16,0 0-34 0,6-3-42 15,3-14-49-15,-1-3 13 16,-6-1-29-16,-4 4 85 16,-8 2 34-16,-1 3 18 15,0 6 17-15,-1 3 2 16,-3 3 21-16,4 0-7 15,0 0-8-15,2 11 26 16,1 2 14-16,1 3-27 16,1-6-8-16,1-1 4 15,2-5 5-15,1 0-10 16,1-4-1-16,-2 0 1 16,-1 0-12-16,-5 0 11 15,-1 0 26-15,-6-5 15 0,0-4 3 16,0-4 25-16,-3-4 2 15,-16-4-10-15,-5-2-24 16,-5-2-2-16,-1-2-19 16,3 5-1-16,7 6-6 15,9 7-5-15,6 5-8 16,5 2-7-16,0 1-11 16,5-4-18-16,16-1-22 15,14 2-19-15,7 1-24 16,0 3-39-16,0 0-11 15,-2 0 2-15,-2 8-39 16,-4 5 28-16,-7 0 75 16,-7 3 77-16,-5 0 1 15,-7 0 44-15,-1 4 37 0,-1 1-3 16,1 3-17-16,0 3-19 16,-1 1-2-16,0-1-6 15,0 0-11-15,-1-2 11 16,0-6-13-16,2-6-13 15,-4-8-6-15,4-5 43 16,2 0 14-16,1-4 13 16,5-14-26-16,-1-9-3 15,0-7 13-15,-4-6 10 16,-8-2-20-16,-2-1 10 16,-6 0-8-16,-20 1-18 0,-4 6-2 15,0 6-15 1,1 9-2-16,9 9-9 0,7 7 0 15,2 5-4-15,5 0-1 16,1 0-23-16,3 9-42 16,2 4-96-16,0 1-57 15,17 0-69-15,3-2-177 16</inkml:trace>
  <inkml:trace contextRef="#ctx0" brushRef="#br0" timeOffset="106843.61">6247 7187 1154 0,'0'0'202'0,"0"0"-192"16,0 0 53-16,0 0 90 15,-85-3-83-15,65 35-47 16,-4 13 7-16,6 11-4 16,3 7 8-16,7 2-10 15,8-2-20-15,0-12 1 16,22-11-5-16,6-16-3 16,2-12 2-16,-3-8 1 15,0-4 7-15,-6-7 1 16,-6-11-7-16,-5-4 3 0,-8 0 5 15,-2-2 11-15,-2 1-3 16,-17-1-10-16,-10 4-2 16,-3 3-5-16,0 9 0 15,2-1-8-15,5 9-48 16,7 0-62-16,9-4-199 16,9-3-280-16</inkml:trace>
  <inkml:trace contextRef="#ctx0" brushRef="#br0" timeOffset="107058.23">6293 7104 711 0,'0'0'858'0,"0"0"-854"16,0 0-1-16,0 0-3 16,113 27 50-16,-77 22-21 15,-8 9-12-15,-15 8 13 16,-11 4-5-16,-2 3-4 15,-32 1-4-15,-17-2-16 16,-9-10 4-16,-7-5-5 16,-9-7-50-16,-8-10-155 15,-15-6-254-15</inkml:trace>
  <inkml:trace contextRef="#ctx0" brushRef="#br0" timeOffset="108178.82">1794 6737 733 0,'0'0'321'15,"0"0"-296"-15,0 0-18 16,0 0 57-16,0 0 46 16,0 0-40-16,-27 0-20 15,18 0-13-15,-2 0 10 16,-7 0-5-16,-2 0-9 15,-5 0-13-15,1 0-12 16,-1 0 12-16,-1 0-10 0,0 0-3 16,-4 9 6-16,-2 0-12 15,0 4 10-15,0 1-1 16,0 5-5-16,1 2 5 16,1 0-2-16,1 4 0 15,5-1-1-15,0 1-5 16,2 1 1-16,-1 3 3 15,1 3 3-15,2 1 6 16,3 1-8-16,2 2-6 16,2 5 6-16,0 2-2 15,1 2-4-15,5 4 8 16,5-1-6-16,2 2 0 16,0 1 0-16,4 1-1 15,10 0 3-15,2-3-4 16,4-1 1-16,2-3 2 15,1-1-2-15,4-2-4 0,3-3 2 16,4 0 0-16,2-3 0 16,6-4 3-16,5-5-1 15,1-8 1-15,4-5 0 16,0-7 2-16,-2-7-4 16,-1 0 4-16,-3 0-5 15,-1-13 5-15,-1-8-2 16,-1-6-2-16,5-9 1 15,0-4 1-15,2-6-2 16,-3-5 4-16,-4-3-5 16,-10-9 2-16,-9-4 0 0,-14-2 1 15,-10-2-3 1,0 2 2-16,-25-1 2 0,-12-2 1 16,-8 1-2-16,-7 3 1 15,-3 10-3-15,3 11-1 16,4 13-5-16,6 8 3 15,2 15-2-15,3 11-30 16,0 13-24-16,-6 33-120 16,-7 20-150-16,-11 13-470 15</inkml:trace>
  <inkml:trace contextRef="#ctx0" brushRef="#br0" timeOffset="110775.63">1720 9063 1191 0,'0'0'59'0,"0"0"-53"16,0 0 30-16,0 0 71 16,0 0-71-16,0 0-18 15,55-83-17-15,-26 78 1 16,-3 5-2-16,-4 5 1 15,-3 19-3-15,-11 12 4 16,-5 8 7-16,-3 8-2 16,-1 5 0-16,-21 3 5 15,-5-6-2-15,-3-4-8 0,3-9 2 16,4-11-2 0,4-11-2-16,11-11 4 0,5-8-4 15,3 0 5-15,0-12-5 16,7-18-17-16,16-14-67 15,5-5 56-15,5-1-2 16,1 5-26-16,-2 5 23 16,-5 3 33-16,-3 2 1 15,-2 1 0-15,-3 4 6 16,-2 0-3-16,-7 6 22 16,-6 3 15-16,0 4 1 15,-4 10 12-15,0 4 16 16,0 3-32-16,0 0-5 15,-4 0 7-15,-6 0-13 16,-1 15-19-16,-6 16-8 16,-1 16 2-16,5 9 1 0,3 4-3 15,6-3 5-15,4-6-2 16,0-8-3-16,15-5 0 16,12-7-4-16,6-9 3 15,9-6-4-15,5-10-74 16,0-6-124-16,-2-1-174 15,-2-26-630-15</inkml:trace>
  <inkml:trace contextRef="#ctx0" brushRef="#br0" timeOffset="110954.07">2431 9055 1557 0,'0'0'196'0,"0"0"-196"0,0 0-27 15,0 0 25-15,0 0 2 16,0 0 7-16,127-4-5 16,-68 4-2-16,-1 0-70 15,-10-5-149-15,-13 1-99 16,-18-2-406-16</inkml:trace>
  <inkml:trace contextRef="#ctx0" brushRef="#br0" timeOffset="111113.41">2465 9260 1491 0,'0'0'200'0,"0"0"-200"15,0 0-66-15,0 0 66 16,0 0 9-16,148 1-9 16,-76-1-77-16,-5-8-184 15,-18-5-230-15</inkml:trace>
  <inkml:trace contextRef="#ctx0" brushRef="#br0" timeOffset="111267.07">2442 9422 1472 0,'0'0'115'0,"0"0"-115"0,0 0-48 15,0 0 48-15,89 12 0 16,-19-12-69-16,10 0-141 15,2 0-191-15</inkml:trace>
  <inkml:trace contextRef="#ctx0" brushRef="#br0" timeOffset="111910.32">3542 9022 1152 0,'0'0'237'15,"0"0"-226"-15,0 0 5 16,0 0 107-16,0 0-39 16,0 0-46-16,-54-14-24 15,35 14 15-15,-7 0 4 16,-7 0-13-16,-3 0 0 15,-3 2-6-15,1 3-4 16,8-2-2-16,4-1-7 16,8 0 2-16,8-1-3 15,6 1 3-15,4-2-5 16,0 0 2-16,0 0-8 0,0 0 5 16,0 0-2-1,0 0-5-15,0 0 9 0,0 1-3 16,0 4 1-16,0 4 3 15,-4 6-4-15,-5 8 4 16,1 4 0-16,0 0 0 16,2-4 0-16,3-7 0 15,3-7 0-15,0-4 0 16,0-1-14-16,2-4 1 16,13 0 0-16,10 0-3 15,10 0 8-15,12-6-10 16,3-1 2-16,0 7-9 15,-2 0-9-15,-9 7 17 16,-10 17 17-16,-13 7-3 0,-9 5 2 16,-7 1 1-16,0-1 7 15,-7-3 24-15,-13-3 15 16,-8-2-6-16,-2-6-10 16,-2-6-13-16,2-2-8 15,1-5-8-15,1-7-2 16,5-2 0-16,4 0-74 15,8-9-114-15,11-20-178 16,0-9-779-16</inkml:trace>
  <inkml:trace contextRef="#ctx0" brushRef="#br0" timeOffset="112191.26">3858 8995 1232 0,'0'0'180'16,"0"0"-177"-16,0 0 54 15,0 0 37-15,0 0-6 16,0 0-44-16,-92-29-34 16,76 47-6-16,-1 21-3 15,-3 20 9-15,3 12 3 16,7 9-1-16,7-6-1 15,3-4-11-15,2-9-1 0,18-9 0 16,9-8-10 0,8-10-52-16,5-8-73 0,2-13-139 15,-5-12-307-15</inkml:trace>
  <inkml:trace contextRef="#ctx0" brushRef="#br0" timeOffset="113491.47">3974 9287 1311 0,'0'0'148'15,"0"0"-148"-15,0 0-33 16,0 0 33-16,0 0 18 0,91 11-14 16,-52 20-3-1,-5 6 5-15,-4 4-6 0,-8-4 8 16,-9-3 7-16,-6-7-15 15,-6-7-1-15,-1-4 1 16,0-9 12-16,0-2-7 16,0-5 7-16,0 0 30 15,-5 0-8-15,-1-17-21 16,-3-11-13-16,6-10-10 16,1-4-19-16,2 1 8 15,0 7 10-15,7 10 10 16,6 7-1-16,-2 10-3 15,1 5-2-15,2 2-16 0,1 4 22 16,2 13 1-16,-1 9 0 16,-3 2 1-16,-3 5 4 15,0-3 1-15,-3-4 12 16,-2-5-8-16,1-8-5 16,-3-2-5-16,-2-6 1 15,2-4 3-15,-3-1-4 16,1 0 8-16,1 0 7 15,2-8 1-15,6-15 14 16,6-10-24-16,4-7-6 16,-1 2-2-16,0 4 2 15,-2 8 5-15,-4 8-5 16,-6 7 4-16,-2 7 1 16,-2 4 5-16,2 4-10 0,2 21 2 15,1 11 14 1,2 6 27-16,-3-1-25 0,2-5-16 15,-1-8 2-15,2-6-4 16,-2-9 0-16,4-5-1 16,2-8-10-16,7 0-44 15,7-6-45-15,1-16-10 16,1-3 7-16,-9-2 73 16,-7-1 22-16,-8 5-24 15,-2 8 32-15,-2 6 0 16,-2 6 49-16,0 3-8 15,0 0-20-15,0 5-19 16,0 11 0-16,4 3 13 16,3 1-3-16,4-6-1 0,0-4 0 15,2-4-8-15,4-4 5 16,1-2 2-16,-1 0-2 16,0-8 4-16,-7-5 19 15,-5-4 24-15,-5-1 9 16,0-4-9-16,-5 1-2 15,-17-2-24-15,-3 0-9 16,-4 3-1-16,5 7-13 16,5 6-2-16,7 3-4 15,11 4-2-15,1 0-2 16,0 0-4-16,0 0-17 16,7 5-25-16,15 7 13 15,4-3-31-15,6 0-21 0,8-3-49 16,2-3 40-16,3 1-23 15,1-2 7-15,-4 0 12 16,-4-1 78-16,-12 2 24 16,-4 2 13-16,-5 2 14 15,-6 1 39-15,1 2 1 16,-4 1-1-16,1 1-22 16,-3 2-11-16,1-3-3 15,-2 2 17-15,2-5-16 16,-3-3-7-16,3-4 0 15,0-1 16-15,1 0 21 16,-1-6 2-16,0-10-2 0,-2-8-8 16,-2-5-11-16,-3-7-8 15,0-3-11-15,0-5-4 16,-3-2-13-16,-13 2 0 16,-9 1 0-16,-2 4-3 15,-2 5-1-15,4 9-1 16,5 7 1-16,7 10-2 15,4 4-1-15,6 4 0 16,-2 0-2-16,-5 2 1 16,-5 18-6-16,-1 4 8 15,6 1-5-15,9-4-23 16,1-2-45-16,11-4-74 16,18-4-107-16,3-4-114 0,3-5-255 15</inkml:trace>
  <inkml:trace contextRef="#ctx0" brushRef="#br0" timeOffset="113857.64">5762 9035 1253 0,'0'0'189'15,"0"0"-189"-15,0 0 7 0,0 0 57 16,0 0-31-16,-88 72 2 16,68-17 3-16,5 5-12 15,6 1 5-15,8-5-6 16,1-8-15-16,6-12-9 16,21-12 3-16,8-11-4 15,6-13 3-15,-3 0-3 16,-4-13-14-16,-10-11 14 15,-6-2 4-15,-12-1 3 16,-6 1-6-16,-2-2 19 16,-23 4 3-16,-8 4-18 15,-4 5 2-15,0 7-6 16,2 8 1-16,3 0-2 16,9 8-61-16,11 4-112 15,12-5-270-15</inkml:trace>
  <inkml:trace contextRef="#ctx0" brushRef="#br0" timeOffset="114141.27">5836 8783 1231 0,'0'0'96'16,"0"0"-95"-16,0 0 4 0,122-21 35 15,-66 59 11 1,0 16-3-16,-4 15-22 0,-10 10 23 16,-16 7-2-16,-14 2-16 15,-12-3-8-15,-5-4-4 16,-26-9 3-16,-11-7-2 16,-9-9-18-16,-2-14 1 15,6-11-3-15,10-11-87 16,11-16-183-16,14-4-278 15</inkml:trace>
  <inkml:trace contextRef="#ctx0" brushRef="#br0" timeOffset="114440.61">6349 8596 1261 0,'0'0'119'16,"0"0"-119"-16,0 0 0 15,0 0 1-15,2 129 68 16,6-26 43-16,3 17-72 16,-1 5-8-16,3-2 21 15,-3-3-29-15,-2-13-7 16,-3-9-14-16,-3-14-1 15,-2-13-1-15,0-19-1 16,0-15-13-16,0-17-85 16,0-17-126-16,0-3-168 0,0-22-302 15</inkml:trace>
  <inkml:trace contextRef="#ctx0" brushRef="#br0" timeOffset="115508.64">6422 8715 1227 0,'0'0'120'0,"0"0"-119"15,-106-20 9-15,54 16 113 16,-15 1-10-16,-16 0-47 15,-21 0-28-15,-18-3 1 16,-24 2-24-16,-19-4 6 16,-22-1-5-16,-17 1-11 15,-12-3 5-15,-6 0-4 16,-1-1 0-16,-2-2-6 16,-1-2-4-16,-1-2 4 15,1 0 4-15,12 0 1 16,16 1 1-16,17 5-6 15,12 2 0-15,13 3-2 16,9 4 5-16,18 2 0 16,22 0 5-16,21 1-5 0,22-3 3 15,14 1-1-15,9-2 0 16,9 1 0-16,-4-2-2 16,4 0-1-16,-3 1-2 15,-2 1-2-15,1 0 2 16,-2 0-1-16,2 2 1 15,3-3-3-15,5 1 3 16,4 0 0-16,2 1 0 16,0 2 3-16,0 0-3 15,4 0 0-15,2 0 1 16,4 0-4-16,3 0 5 16,2 0-2-16,6 0 1 0,-1 0 0 15,2 0-1-15,0 0 0 16,0 0 1-16,0 0-2 15,0 0 2-15,0 0-1 16,0 0 0-16,0 0 1 16,0 0-1-16,0 0 0 15,0 0 1-15,0 0-2 16,0 0 3-16,0 0-2 16,0 0 1-16,0 0-1 15,0 0 0-15,0 0-2 16,0 0 1-16,0 0-1 15,0 0-2-15,0 9 4 16,0 10 2-16,0 11-1 16,-5 11-1-16,2 9 0 0,1 12 0 15,2 9-2-15,0 5 6 16,0 4-2-16,0 8 4 16,0 5-3-16,0 5 6 15,0 4 1-15,0 2-1 16,0 0 2-16,0-2-10 15,-1-3 8-15,-1-4-2 16,2-4-5-16,0-7 7 16,0-12-8-16,2-11 0 15,9-11 5-15,3-13-1 16,3-4-4-16,6-4 0 16,5-4 0-16,12-2 2 15,15-3 1-15,24-4 8 0,30-7 6 16,31-4-16-16,37-5 4 15,37-7-6-15,30-18 0 16,31-8 0-16,16-5 4 16,3 0 5-16,-14 4-9 15,-31 6-7-15,-42 8 6 16,-47 5-1-16,-48 5-37 16,-44 3-13-16,-34 2-14 15,-34-5-62-15,-14-6-102 16,-38-15-195-16,-21-22-428 0</inkml:trace>
  <inkml:trace contextRef="#ctx0" brushRef="#br0" timeOffset="116973.73">3429 4193 844 0,'0'0'149'16,"0"0"-72"-16,0 0-68 16,-29-93 8-16,29 70 44 15,0 2 45-15,0 7 4 16,0 7-21-16,0 2-54 0,0 4-16 16,0 1-18-1,0 0-2-15,4 0-4 0,8 17-5 16,9 23 5-16,9 20 5 15,4 25 2-15,2 19 19 16,1 27-3-16,3 21-1 16,-1 29 32-16,3 17 13 15,0 17-54-15,-3 15-2 16,-3 2-3-16,-7 17 12 16,-3 6 10-16,-10 5-10 15,-6-3-2-15,-7-19-5 16,-3-15-4-16,0-24-4 15,0-18 6-15,0-17-2 16,4-20 23-16,1-15-12 0,0-15-9 16,-3-19 10-16,-1-13-3 15,-1-17-11-15,0-18 0 16,0-11-1-16,0-16 1 16,2-7-2-16,-2-9 2 15,0-1-1-15,0 0 2 16,0 1-1-16,0 4 0 15,0 0-2-15,0 0 2 16,0-1-4-16,0-3 2 16,0-2 0-16,0-2 5 15,0 0-5-15,0 0 2 16,0 0 0-16,0 0 1 16,0 1-2-16,0-1 1 0,0 0-2 15,0 0 2-15,0 0-2 16,0 0 2-16,0 0 2 15,0 0-2-15,0 0 3 16,0 0 9-16,0 0-1 16,0 0-2-16,-3-6-8 15,-7-2 0-15,-2-3-3 16,1 0 2-16,-3 0-2 16,-1-1 0-16,0 0 0 15,-2-2 3-15,2-3-2 0,0-2 2 16,2 2-2-1,3 0 2-15,5 2-2 16,3 3 8-16,2 2-7 16,0 1-2-16,0 4 2 0,0 3 0 15,0 2-2-15,0 0-1 16,0 0 1-16,0 0 0 16,0 0-5-16,0 3-3 15,8 20-3-15,6 9 11 16,1 2 0-16,-1-2-3 15,2-6 3-15,-4-2 1 16,1-9 1-16,-3-5 0 16,-2-6-2-16,1-2 3 15,-1-2-3-15,7 0 1 16,5-2 2-16,7-15-2 16,8-15-1-16,3-11-1 15,4-9-8-15,-5-5 9 0,-5 4-2 16,-9 9 2-16,-9 15 0 15,-8 11-1-15,-6 12-1 16,0 6-2-16,0 0-6 16,-18 21 6-16,-29 25 0 15,-23 19-3-15,-14 14-11 16,-6 3-100-16,5-7-263 16,4-6-643-16</inkml:trace>
  <inkml:trace contextRef="#ctx0" brushRef="#br0" timeOffset="123671.68">506 10140 187 0,'0'0'888'16,"0"0"-793"-16,0 0-85 15,0 0-2-15,0 0 17 16,0 0 7-16,0 0-11 16,27-9-20-16,0 29 0 15,6 13 20-15,5 10 11 0,1 9 10 16,-7 3 10-16,-7-3-21 15,-5-6 8-15,-5-15-17 16,-3-13 8-16,-4-11-6 16,2-7-1-16,7-1 13 15,16-30 22-15,22-22-11 16,22-25-12-16,18-19-22 16,9-9-9-16,2-4-2 15,-9 9-1-15,-16 23-1 16,-20 27 0-16,-25 26-41 15,-19 22-66-15,-17 5-109 16,-7 34-119-16,-32 12-62 0,-23 12-10 16</inkml:trace>
  <inkml:trace contextRef="#ctx0" brushRef="#br0" timeOffset="123972.57">909 10131 1216 0,'0'0'58'16,"0"0"-55"-16,0 0-6 15,0 0-13-15,0 0 9 16,0 0 7-16,19 104 30 16,7-30 15-16,1 5-15 15,-2-4 1-15,-3-15 3 16,-4-21-6-16,-5-18 4 0,-3-15 22 15,-1-6 11-15,10-8 12 16,19-28-17-16,27-27-18 16,27-28-22-16,21-24-19 15,13-13 3-15,11-16-4 16,14 0-48-16,11 1-112 16,-2 14-231-16</inkml:trace>
  <inkml:trace contextRef="#ctx0" brushRef="#br0" timeOffset="134169.94">4657 3967 544 0,'0'0'70'0,"0"0"-59"15,0 0 129-15,0 0 14 16,0 0 18-16,0 0-36 15,0 0-67-15,0 0 11 0,-51 0 8 16,51 0-22 0,0 0-16-16,0 0-23 0,0 0 3 15,0 0-16-15,0 0-3 16,0 0 10-16,3 0-8 16,25 3-4-16,21 3 6 15,28 0 17-15,27 2-11 16,20 2-9-16,28-1-10 15,14 2 6-15,15-5 1 16,1-3 5-16,2-3 0 16,-10 1-6-16,-15-1 8 15,-20 3-16-15,-25 1 4 16,-14-4-4-16,-10 0 0 16,-7 0 0-16,1 0 8 15,-5 0-6-15,-9 0 10 0,-12 4-7 16,-6 1-3-1,-8 1 2-15,-9-1-3 0,-4 0-1 16,-3 1 0-16,-4-1 2 16,1-1-2-16,1 1 2 15,-3-3-1-15,-1 0 0 16,-4-1-1-16,-4-1 0 16,-7 0-2-16,-4 0 3 15,-3 0-1-15,0 0 0 16,0 0-3-16,0 0 2 15,-2 0-6-15,-13 0-43 16,-6-4-52-16,-3-11-255 0,2-4-541 16</inkml:trace>
  <inkml:trace contextRef="#ctx0" brushRef="#br0" timeOffset="134903.31">10160 4044 526 0,'0'0'381'16,"0"0"-283"-16,0 0-23 16,0 0 103-16,0 0-24 15,0 0-49-15,-31-29-60 16,49 29-31-16,28 0 4 16,38 7-6-16,36 4 15 15,34 2 2-15,26-2-4 0,13 5-16 16,4-3 2-1,-7 1-6-15,-14-1 18 0,-17-1-11 16,-29-3-12-16,-26-2 4 16,-30 0-3-16,-31-4 1 15,-23-3-2-15,-14 0 1 16,-6 0-1-16,0 0 2 16,0 0-2-16,0 0-3 15,0 0 0-15,0 0-3 16,0 0-41-16,-11 2-67 15,-7 3-123-15,-2-5-199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5-06T11:45:26.11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6002 11845 1164 0,'0'0'123'0,"0"0"-119"16,0 0-4-16,0 0-11 16,0 0 11-16,0 0 7 15,0 0 9-15,0 0-9 16,12 2-6-16,11 26 7 16,3 8 13-16,1 5-13 15,0 2 4-15,-6-5 8 16,-2-8 2-16,-6-11 12 0,-4-8 9 15,-2-11-4-15,-3 0 30 16,7-3 22-16,10-24-9 16,14-14-35-16,16-15-22 15,9-4-6-15,5-1-10 16,2 0-1-16,-4 8-5 16,-6 13-3-16,-12 13-4 15,-8 14-23-15,-9 6-28 16,6 7-79-16,7 0-160 15,5 9-55-15,2 2-307 16</inkml:trace>
  <inkml:trace contextRef="#ctx0" brushRef="#br0" timeOffset="1415.3">14190 11845 390 0,'0'0'65'0,"0"0"-58"15,0 0 18-15,0 0 53 0,0 0 16 16,0 0-13-16,0-20-23 15,-1 17-2-15,-1 0 14 16,1-1 9-16,-1 1-7 16,0-5-11-16,-1 3-14 15,-4-2-15-15,0 3 5 16,0-2-5-16,1-1-6 16,-1 3 1-16,-1-2-4 15,1 3-3-15,1 1 5 16,-1 1-3-16,0 1-1 15,-1 0-8-15,-4 5-12 16,-1 13 6-16,-6 3 6 16,5 9 1-16,0 3 4 15,0 6-2-15,6 5 3 0,-2 2-3 16,4 1-13-16,4-5 5 16,2-6-5-16,0-10-2 15,0-5-2-15,12-8 4 16,1-6-3-16,6-3 1 15,4-4 3-15,3 0 5 16,1-11-7-16,0-8 0 16,-6-8 0-16,0-7-2 15,-4-3 2-15,-7-1 2 16,-6-7-3-16,-4 0 1 16,0-2-1-16,-4 1 4 15,-18 3-5-15,-4 3 7 16,-2 12 8-16,-2 11-14 0,-2 2 0 15,2 13-2-15,2 2-32 16,3 4-70-16,5 26-102 16,6 14-164-16,4 3-92 15</inkml:trace>
  <inkml:trace contextRef="#ctx0" brushRef="#br0" timeOffset="3115.04">5761 13214 1050 0,'0'0'146'15,"0"0"-136"-15,0 0-6 16,0 0-4-16,0 0 37 16,0 0 3-16,-3-33-9 15,3 33-18-15,0 17 0 16,8 10 33-16,5 6-11 15,-1 8-8-15,-3 3-5 0,-2-3-2 16,-1-10-3 0,-2-13 8-16,2-12 13 0,1-6 10 15,8-6 0-15,15-35 6 16,22-22-9-16,23-21-27 16,18-17-18-16,23-9-2 15,15 2-39-15,10 15-51 16,-2 16-71-16,-15 27-90 15,-29 21-376-15</inkml:trace>
  <inkml:trace contextRef="#ctx0" brushRef="#br0" timeOffset="7763.92">1804 3558 374 0,'0'0'108'0,"0"0"-98"15,0 0-8-15,0 0 11 16,0 0 57-16,0 0 1 16,0 0-27-16,0 0 12 15,0 0 10-15,0 0 13 16,0 0-18-16,0 0 17 15,0 0-11-15,0 0-12 16,0 0-18-16,0 0-12 16,0 0 1-16,0 0 2 0,0 0-6 15,0 0 6-15,0 0 0 16,0 0-8-16,0-3-2 16,0-5-6-16,0-1 15 15,0-4-6-15,-2-2-10 16,-5-1 8-16,0-4-13 15,-1 0-1-15,-2 4 11 16,0 2-3-16,0 6-3 16,0 3-1-16,0 5 0 15,-1 0-2-15,-2 0-7 16,-2 9-2-16,-1 18-1 16,-1 12-5-16,0 18 4 0,5 10-1 15,9 9-6 1,3-1 11-16,0-10-1 0,15-11-2 15,5-13 2 1,3-12-1-16,2-12 1 0,-2-8 0 16,-1-9 0-16,-1 0 1 15,-1-13 4-15,1-15-4 16,-4-5-8-16,-1-6 8 16,-4-5 0-16,-8 0 0 15,-4 1-1-15,0 3 1 16,-3 7 11-16,-7 6-9 15,0 9-2-15,3 9 14 0,4 5-6 16,3 4-8 0,0 0-2-16,0 0 1 0,0 17-10 15,0 7 0-15,0 6 10 16,5-3 1-16,7-4-4 16,3-8 4-16,0-3 0 15,5-5 0-15,4-7 0 16,4 0-5-16,3-6-19 15,0-10-25-15,-7-3 15 16,-3-2 16-16,-10-4 18 16,-5-3 2-16,-6-4 8 15,0-5-9-15,-2-3 9 16,-15-3 15-16,-6 1-6 16,-2 2 5-16,1 7-16 15,6 12 17-15,6 5-3 0,9 12-5 16,3 4-2-1,0 0-15-15,0 11-28 0,1 18 9 16,13 10 19-16,4 8 5 16,2-5-3-16,2-3 0 15,-2-6-2-15,-5-6 0 16,-5-9-1-16,-3-7-1 16,-4-6 4-16,-3-2-2 15,0-3 3-15,0 0 0 16,0 0 5-16,0-8-8 15,0-9-3-15,0-4-15 16,8 3-7-16,9 1 25 0,1 6-15 16,8 4-4-1,-3 7 8-15,0 0-3 0,-1 16-5 16,-3 9 13-16,-6 5 6 16,-5 1 0-16,-8-2 4 15,0-3 1-15,0-9 16 16,-13-1 23-16,-4-5-3 15,2-4-4-15,0-4-25 16,2-3 8-16,4 0-14 16,5 0-5-16,2 0-1 15,2-1-4-15,0-6-45 16,5-2-11-16,13-1-11 16,7-2 49-16,0 1 14 15,2-2-4-15,-4 1 0 16,-3-2 5-16,-2 1 6 0,-5-2 1 15,-5 0 5-15,-2-3 11 16,-2-3 12-16,-2-3-4 16,-2-2 4-16,0-5-6 15,0-1 0-15,-14-2 3 16,-2 0-6-16,-1 6 2 16,0 3 0-16,6 3-7 15,1 7 0-15,1 3-7 16,6 8 5-16,3 4 8 15,0 0-16-15,0 0-4 16,0 15-15-16,0 15 4 16,5 8 11-16,8 6 1 0,1-5-1 15,0-2 0 1,-2-8 1-16,0-3-1 0,-2-7 0 16,-5-5 1-16,-3-8 0 15,-1-3 0-15,-1-3-1 16,0 0 4-16,0 0-4 15,0 0 10-15,0-4 4 16,0-12-14-16,0-8-4 16,0 2-2-16,0 1 4 15,0 3-11-15,7 5-8 16,3 2 19-16,2 5-5 16,4 1-3-16,4 4 4 15,2 1 2-15,3 0-3 16,2 0 6-16,1 0-7 15,4 0 6-15,-3 0-12 0,-1 0-24 16,-3 0-6-16,-3 0-10 16,-4 0 14-16,-6-2 15 15,-5-6 5-15,-7-5 20 16,0 2 14-16,0-5-2 16,-8 4 17-16,-4 3-7 15,0 4 5-15,2 5 10 16,0 0-24-16,-2 13-13 15,2 11-6-15,0 3-1 16,5-2 6-16,5-5 1 16,0-9-5-16,0-4 0 15,5-5-2-15,7-2 7 0,3 0-2 16,3-11-26-16,2-12 21 16,-1-4-14-16,-3-3-3 15,-2 0-4-15,-3 6 27 16,-4 4 1-16,-4 10 3 15,1 4 4-15,-2 6-4 16,-1 0-3-16,4 0-14 16,2 9 13-16,3 4 1 15,2-4 4-15,-1-1-2 16,2-5-2-16,3-3 3 0,-3 0-1 16,2 0-2-1,-3-4-1-15,0-10-18 16,-4 1 12-16,0-1-7 0,-2 7 6 15,-3 2 8-15,-3 4 0 16,1 1 0-16,1 0-17 16,5 0 4-16,3 1 12 15,5 5 2-15,3-3-1 16,4-3 3-16,1 0 4 16,3-1 0-16,-7-11-7 15,-5-2 2-15,-6 0-2 16,-6-2 8-16,-2-2-4 15,0-1 23-15,-4 1-2 16,-10 1-3-16,-4 3 12 16,7 7-16-16,2 5 17 0,3 2-31 15,5 14-4-15,1 19-16 16,0 16 7-16,0 15 4 16,16 11 4-16,7 11-1 15,6 2 2-15,4 1 1 16,2-3 0-16,-1-3 0 15,-7-13 0-15,-10-12 0 16,-13-21 4-16,-4-15 17 16,-8-10 61-16,-22-9 33 15,-8-3-33-15,-9-5-26 16,-5-24-20-16,0-11-20 16,2-13 13-16,9-1-17 15,12-1-5-15,12 6-8 0,12 0-4 16,5 4-21-1,13-6-32-15,25 0-60 0,13 0-137 16,4 0-219-16</inkml:trace>
  <inkml:trace contextRef="#ctx0" brushRef="#br0" timeOffset="7877.56">3212 3312 1505 0,'0'0'97'0,"0"0"-97"16,0 0 0-16,0 0-4 15,0 0-162-15,0 0-247 16,71-61-508-16</inkml:trace>
  <inkml:trace contextRef="#ctx0" brushRef="#br0" timeOffset="9697.29">3734 3098 1082 0,'0'0'238'0,"0"0"-238"0,0 0 0 16,-97-77 87-1,91 56 7-15,5-1-42 16,1-2-26-16,0-2 0 0,1 1 8 15,12 1-22-15,4 4-3 16,3 5-6-16,4 7-3 16,4 8-1-16,7 5-11 15,3 22 3-15,3 8 9 16,-5 5-1-16,-7 5 1 16,-9-3 0-16,-8-3-2 15,-9-9 2-15,-3-9 2 16,0-6 1-16,0-8 6 15,0-1-3-15,-9-5 4 0,-1-1-1 16,-3 0 1 0,-2-17-5-16,2-14-5 0,5-11 0 15,6-6-12-15,2 2-10 16,6 6-6-16,14 12 0 16,4 14 12-16,1 11 5 15,3 3 0-15,2 23 0 16,4 15 7-16,-4 5-3 15,-1 1 7-15,-6 0 3 16,-4-6-3-16,-6-9 1 16,-7-9 2-16,-2-10-3 15,-4-6 0-15,0-4 10 16,0 0 24-16,0-23 4 16,-7-12-31-16,-3-11-2 0,1-4-3 15,5-7-2 1,4 7 0-16,0 6-7 0,0 14 1 15,13 13 5-15,4 14-3 16,1 3-4-16,3 16-1 16,5 13 9-16,-1 9 4 15,0-1-4-15,0 0 4 16,3-8-1-16,4-5-3 16,0-9-26-16,3-14-80 15,-1-1-73-15,-2-9-14 16,-6-16-3-16,-6-10 79 15,-7-5 105-15,-7-5 12 16,-6-1 62-16,0 3 50 0,-10 14 47 16,-6 11-19-1,-2 16 13-15,-2 2-64 0,0 24-61 16,0 12-15-16,0 5 12 16,6 1 6-16,7-9-16 15,7-6-13-15,0-9 1 16,3-7-3-16,10-7 0 15,0-4 0-15,6 0-4 16,-3-13-28-16,1-7 12 16,-2-4-11-16,-4-3-30 15,-4 6 46-15,-2 4 1 16,-1 8 14-16,-4 6 0 16,3 3-1-16,6 2-22 15,5 11 4-15,8 6 19 16,8 1 18-16,7-6-13 15,5-10 0-15,1-4 7 0,3-5-11 16,-11-22-1-16,-9-7-35 16,-10-8-10-16,-13-3 36 15,-3-6 8-15,-5-1 2 16,-19 3 9-16,-2-2-7 16,-5 3 5-16,3 9 7 15,8 10-9-15,6 14 6 16,8 11 29-16,6 4-41 15,0 22-2-15,0 19 2 16,10 11 6-16,6 7 4 16,5-2-7-16,-1-1-3 0,2-10 2 15,-2-9 0-15,-2-13-2 16,-5-14 3-16,-4-7-3 16,-3-3-6-16,0-7-15 15,0-20 19-15,-1-9-9 16,-2-8 10-16,-1 3-3 15,-2 5-7-15,1 10 11 16,3 13 0-16,-1 8 0 16,6 5-16-16,3 11-9 15,5 13 15-15,6 6 9 16,0 1 2-16,6-7 0 16,2-10 2-16,3-11-3 15,1-3-4-15,-2-10-15 0,-4-17-10 16,-6-2-12-1,-8 1 0-15,-8-2 24 0,-7 4 11 16,0 2 11-16,-17 3-5 16,-6 8 18-16,-2 6-1 15,3 7 22-15,2 0 6 16,1 15-34-16,6 4-6 16,5-2-4-16,5 0-2 15,3-3 3-15,0-4-5 16,0-2-1-16,13-6-9 15,1-2-13-15,5 0 8 16,3 0-5-16,3 0 22 16,0-7-28-16,5-3 5 15,2-4 6-15,2-1-22 0,0-1 36 16,0 0 4-16,-4 1 10 16,-5 2 17-16,-2 1-22 15,-4 1-3-15,-4 1 3 16,-7-2-5-16,-3-3 5 15,-5-5 1-15,0-3-5 16,-1-3 3-16,-16-1-4 16,-2 3 19-16,3 10 13 15,4 8 5-15,4 6-11 16,5 0-8-16,3 20-15 16,0 21-3-16,6 20 25 15,17 14 8-15,9 15 13 0,4 12 2 16,0 1-10-16,3-3-16 15,0-6-13-15,-1-14 10 16,-10-12-15-16,-8-20-1 16,-9-17-1-16,-8-16-2 15,-3-14-5-15,0-1-41 16,-14-15-37-16,-13-22-120 16,-8-19-245-16</inkml:trace>
  <inkml:trace contextRef="#ctx0" brushRef="#br0" timeOffset="9821.7">5418 2217 1306 0,'0'0'0'0,"0"0"-123"16,0 0-12-16,0 0 23 16,0 0-154-16</inkml:trace>
  <inkml:trace contextRef="#ctx0" brushRef="#br0" timeOffset="10196.27">5689 2426 1034 0,'0'0'316'0,"0"0"-311"16,0 0-1-16,0 0 46 15,0 0-13-15,0 0-22 16,-62 78-4-16,62-57-5 15,0-8-3-15,0-7-3 0,0-4 0 16,0-2-1-16,5-6 1 16,2-17-2-16,5-5 2 15,-4 1 0-15,0 4 11 16,-3 6 6-16,2 6 1 16,1 5 1-16,6 6-9 15,2 0-9-15,9 11 13 16,4 11 22-16,3-4 1 15,-1-5-13-15,1-6-12 16,-2-3-6-16,-3-4-3 16,-5 0-3-16,-7-2-20 15,-5-11-30-15,-5-5-50 0,-4-5-94 16,-1-4-37-16,-6-3-278 16</inkml:trace>
  <inkml:trace contextRef="#ctx0" brushRef="#br0" timeOffset="10846.64">6691 2010 1111 0,'0'0'324'0,"0"0"-323"0,-109-73-1 15,82 59 76-15,5 8-5 16,7 6-33-16,0 12-38 16,0 23-6-16,0 8 4 15,2 7 2-15,6-3 0 16,7-11 0-16,0-8-2 16,0-9 1-16,17-11 1 15,6-5 1-15,6-3-1 16,5-11 0-16,2-14-29 15,-8-2 6-15,-8 0 20 0,-8 7 3 16,-7 0 3 0,-5 5-2-16,0 6 9 0,0 4-4 15,0 4-3-15,0 1-3 16,0 0-20-16,3 3-9 16,6 9 25-16,1-3-3 15,0-3-44-15,-2-5 7 16,-1-1 36-16,1-5 8 15,-3-15 30-15,-1-12-5 16,-3-6 17-16,-1-5-6 16,0-7-15-16,-15-5 5 15,-13-6-1-15,-12-2-15 0,-11-1 7 16,-5 11 13 0,-1 17-16-16,4 24 0 0,4 18 11 15,1 45-25-15,4 28-6 16,5 27 5-16,11 13 0 15,18 2 1-15,10-8 0 16,8-16 0-16,25-20-1 16,12-23-1-16,14-20-2 15,7-19-7-15,6-15 2 16,1-16-11-16,-4-24-19 16,-13-5-31-16,-12 2 1 15,-17 2-108-15,-19 8-171 16,-8 9-297-16</inkml:trace>
  <inkml:trace contextRef="#ctx0" brushRef="#br0" timeOffset="12146.71">4383 3643 1492 0,'0'0'0'0,"0"0"-107"15,0 0 85-15,0 0 22 16,94 62 60-16,-29-13-16 15,2 0-11-15,-7-7-6 16,-14-8-9-16,-17-14 1 16,-12-9 11-16,-8-9 23 15,-6-2 29-15,0-26 7 16,5-22-36-16,4-20-36 16,-2-10-4-16,-4-2 3 15,-6 2 4-15,0 9-18 16,-4 11-4-16,-4 17-1 15,4 19-16-15,4 18-19 16,0 6-36-16,5 29-108 16,16 18 33-16,7 7 42 0,3 0-50 15,4-8-19-15,1-14 57 16,-4-16 83-16,-6-18 36 16,-4 0 89-16,-7-17 91 15,-5-12-52-15,-7 1 13 16,-3 0-36-16,0 5-39 15,-10 6 1-15,-7 5-27 16,-1 8-5-16,0 4 1 16,1 7-28-16,1 26 4 15,2 16-8-15,9 11 0 16,5 1 1-16,12-10-3 16,25-15-2-16,11-18-3 0,12-15-34 15,10-3-22 1,4-25-34-16,-2-12-73 0,-7-7-7 15,-10 1-25-15,-6 3-66 16,-11 2 21-16,-6 3 241 16,-14 3 2-16,-11 1 76 15,-7 2 51-15,0 5 18 16,-15 8 45-16,-5 4-37 16,-7 6-14-16,-6 6-48 15,-6 2-36-15,-3 25-10 16,0 10 0-16,6 7-23 15,6 2-3-15,11 1-8 16,11-7 0-16,8-6-4 16,0-10-4-16,12-12-2 15,14-12-2-15,9 0 0 0,4-26 0 16,1-13-5-16,-6-7-2 16,-8-8 14-16,-10-5-6 15,-9-9 2-15,-7-1 12 16,-4-8-5-16,-27-1-3 15,-5 3 20-15,-3 8-13 16,3 15-4-16,9 21 21 16,12 15-30-16,6 16-1 15,6 14 1-15,2 31-9 16,1 23 8-16,0 11-6 0,23 1 7 16,12-9-33-1,10-13-12-15,10-15-44 0,16-19-25 16,8-19-38-16,5-5 107 15,-5-16 33-15,-19-12-13 16,-18 0 25-16,-22-1 12 16,-20 0 39-16,0 2-10 15,-29 3 18-15,-6 6 11 16,2 7 25-16,3 11-43 16,5 0-8-16,6 24-19 15,2 13-20-15,11 11 3 16,5-3-2-16,1-5-1 15,3-9-2-15,15-17-3 16,7-11 0-16,0-3-2 16,-1-17-1-16,-2-14 1 0,-11-4-13 15,-6-1 10 1,-5 4 4-16,0 5 2 0,0 10 1 16,0 8 0-16,0 9 0 15,2 0-2-15,8 18-11 16,7 11 4-16,6 7 5 15,6-5-3-15,4-5-78 16,2-8-81-16,-5-13-140 16,-5-5-315-16</inkml:trace>
  <inkml:trace contextRef="#ctx0" brushRef="#br0" timeOffset="12633.48">6014 3233 990 0,'0'0'332'0,"0"0"-306"16,0 0 70-16,0 0-27 15,0 0-57-15,0 0 49 16,23 103-17-16,3-70-22 16,0-12-8-16,-3-9-10 15,-7-11 0-15,-2-1-1 16,-4-6 3-16,-6-18-6 16,-3-5-14-16,-1-9 6 15,0-5-2-15,0 2-10 16,0 6 7-16,0 11-10 15,0 11 23-15,0 12 5 16,0 1-5-16,7 17 3 16,15 15-1-16,6 9 32 15,5-1-11-15,6-10-23 0,6-11 1 16,7-16-1-16,1-3-48 16,-4-22-21-16,-5-15-52 15,-13-5 69-15,-13-4 52 16,-12-6 0-16,-6-3 5 15,-10-3 0-15,-18-3 31 16,-5 2 17-16,-2 4-24 16,2 12 36-16,10 10 9 15,5 17-33-15,12 8 1 16,4 8-8-16,2 13-34 0,0 33-9 16,12 22 9-1,8 15 9-15,7-1-6 0,3-5-3 16,0-12 0-16,0-10-73 15,-5-16-159-15,-13-15-163 16,-12-11-401-16</inkml:trace>
  <inkml:trace contextRef="#ctx0" brushRef="#br0" timeOffset="12992.67">6290 3080 1445 0,'0'0'13'0,"0"0"8"16,16-86 8-16,22 59-1 15,9 1-28-15,8 1-20 16,-1 1-45-16,-9 1-2 16,-12 8 23-16,-11 5 20 0,-8 4 24 15,-8 3 10-15,-4 2 25 16,-1 1 19-16,2 0-3 16,1 7-16-16,8 21-10 15,6 15 30-15,4 4 23 16,7 4-17-16,0-7-46 15,3-7-6-15,-2-15-3 16,-1-15-6-16,-7-7-13 16,-4-14 3-16,-4-18 3 15,-10-7 7-15,-4-5 2 16,0 1 8-16,-16-1 2 16,-3 8 1-16,2 9-11 0,7 11-2 15,6 12-7 1,4 4-29-16,0 0-92 0,0 0-170 15,10 2-195-15</inkml:trace>
  <inkml:trace contextRef="#ctx0" brushRef="#br0" timeOffset="13158.49">7119 2760 1319 0,'0'0'211'0,"0"0"-201"16,0 0 34-16,0 0 30 15,0 0-59-15,0 0-15 16,-32-37-51-16,32 37-53 0,0 0-119 16,0 0-157-16,0 7-70 15</inkml:trace>
  <inkml:trace contextRef="#ctx0" brushRef="#br0" timeOffset="14214.41">7381 2611 816 0,'0'0'0'0,"0"0"-290"0,0 0 160 15,0 0 130-15,0 0 24 16,0 0-23-16,20-8 7 15,-17 4 68-15,-3-3 91 16,0-5-12-16,0-2-39 16,0-6-20-16,0-4 2 15,-1 0-11-15,-13 0-6 16,-1 7-13-16,0 8 21 16,2 9 3-16,0 0-32 15,-3 20-44-15,2 14-2 16,5 10 13-16,9 6-11 15,0-4 6-15,20-5-1 16,10-8-14-16,10-9-7 16,9-10 0-16,6-11-3 0,2-3-28 15,-4-10-25 1,-3-15 5-16,-8 1 34 0,-8-5 17 16,-9 0 0-16,-7 0-3 15,-8 0 3-15,-7 8 4 16,-3 7 0-16,0 9 21 15,0 5 2-15,0 0-4 16,-3 7-23-16,-4 18-4 16,6 10 4-16,1 3 8 15,0-2 11-15,11-6-15 16,11-9-2-16,0-11 5 16,-4-7-4-16,-4-3 3 0,-7-3 2 15,-7-14 1-15,0-4 1 16,-18-8-10-16,-9-3 8 15,-5-1-5-15,-4-7-1 16,7-1-2-16,8 1 3 16,11 2-1-16,10 7-2 15,0 6-3-15,25 6-20 16,7 8 20-16,3 6-15 16,2 5 8-16,-2 23-2 15,-2 21 2-15,-1 7 10 16,-3 3 6-16,-6-5 4 15,-10-8 2-15,-4-11-7 16,-8-10 3-16,-1-11 2 16,0-7-6-16,-1-2 14 15,-18-6 10-15,-4-14-27 0,0-7 4 16,2-8-4-16,8-8-1 16,8-1-13-16,5 0-13 15,4 7 2-15,19 10-14 16,5 9-5-16,4 12 11 15,0 6 21-15,-1 6 6 16,-2 16 5-16,-6 1 0 16,-4-1 2-16,-7-5 11 15,-5-5-4-15,-4-7 2 16,-3-3-3-16,0-2 10 16,0-2 39-16,1-20-33 15,5-11-16-15,3-9-7 0,8-2-1 16,5 4-1-16,3 9 0 15,2 11 0-15,-3 14 1 16,4 6-6-16,-2 6 6 16,0 19 0-16,-7 10 4 15,-4 4-4-15,-3 3 0 16,-5-1 0-16,-1-4-23 16,-4 3-92-16,-2-6-147 15,0-4-178-15</inkml:trace>
  <inkml:trace contextRef="#ctx0" brushRef="#br0" timeOffset="14446.07">8999 2823 1437 0,'0'0'399'0,"-115"2"-395"0,30 12-4 16,-33 10 13-16,-40 14 29 15,-54 19-20-15,-63 24-21 16,-71 30 0-16,-75 34 8 16,-66 31-9-16,-39 24-55 15,-10 9 11-15,24 1-25 16,58-20 1-16,72-36-106 16,72-40-209-16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d82f83c9c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gd82f83c9c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d82f83c9c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d82f83c9c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d82f83c9cb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d82f83c9cb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d82f83c9c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d82f83c9c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d82f83c9cb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8" name="Google Shape;518;gd82f83c9cb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d761307c49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d761307c49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d761307c49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d761307c49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d761307c49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d761307c49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d761307c49_0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d761307c49_0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d813bcb7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d813bcb7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d813bcb7d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d813bcb7d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d813bcb7d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d813bcb7d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d813bcb7d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d813bcb7d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d76e38f2cc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d76e38f2cc_2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d76e38f2cc_2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d76e38f2cc_2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d761307c49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d761307c49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d761307c49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d761307c49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76e38f2cc_2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76e38f2cc_2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76e38f2cc_2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76e38f2cc_2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d76e38f2cc_2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d76e38f2cc_2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d76e38f2cc_2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d76e38f2cc_2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d76e38f2cc_3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d76e38f2cc_3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d76e38f2cc_3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d76e38f2cc_3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76e38f2cc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76e38f2cc_3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d76e38f2cc_3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d76e38f2cc_3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d76e38f2cc_3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d76e38f2cc_3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d76e38f2cc_3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d76e38f2cc_3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d76e38f2cc_3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d76e38f2cc_3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d76e38f2cc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d76e38f2cc_3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d82b878a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d82b878a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d82f83c9cb_0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d82f83c9cb_0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d82f83c9cb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d82f83c9cb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d82f83c9cb_0_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d82f83c9cb_0_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d82f83c9cb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gd82f83c9cb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7.jp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94.jp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6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65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 amt="78000"/>
          </a:blip>
          <a:srcRect t="24021" b="21396"/>
          <a:stretch/>
        </p:blipFill>
        <p:spPr>
          <a:xfrm>
            <a:off x="7972355" y="4759781"/>
            <a:ext cx="1171643" cy="383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46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94">
          <p15:clr>
            <a:srgbClr val="FA7B17"/>
          </p15:clr>
        </p15:guide>
        <p15:guide id="4" pos="288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25"/>
          <p:cNvPicPr preferRelativeResize="0"/>
          <p:nvPr/>
        </p:nvPicPr>
        <p:blipFill rotWithShape="1">
          <a:blip r:embed="rId2">
            <a:alphaModFix/>
          </a:blip>
          <a:srcRect t="23107" b="20696"/>
          <a:stretch/>
        </p:blipFill>
        <p:spPr>
          <a:xfrm>
            <a:off x="7989467" y="-7609"/>
            <a:ext cx="1157702" cy="390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/>
          <p:nvPr/>
        </p:nvSpPr>
        <p:spPr>
          <a:xfrm>
            <a:off x="5842450" y="1445820"/>
            <a:ext cx="3022800" cy="2267100"/>
          </a:xfrm>
          <a:prstGeom prst="donut">
            <a:avLst>
              <a:gd name="adj" fmla="val 18423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468A9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6"/>
          <p:cNvSpPr/>
          <p:nvPr/>
        </p:nvSpPr>
        <p:spPr>
          <a:xfrm>
            <a:off x="6598153" y="2012597"/>
            <a:ext cx="1511400" cy="1133700"/>
          </a:xfrm>
          <a:prstGeom prst="ellipse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6"/>
          <p:cNvSpPr/>
          <p:nvPr/>
        </p:nvSpPr>
        <p:spPr>
          <a:xfrm>
            <a:off x="4142120" y="170572"/>
            <a:ext cx="6423600" cy="4817700"/>
          </a:xfrm>
          <a:prstGeom prst="ellipse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6"/>
          <p:cNvSpPr/>
          <p:nvPr/>
        </p:nvSpPr>
        <p:spPr>
          <a:xfrm>
            <a:off x="5275673" y="1020737"/>
            <a:ext cx="4156500" cy="3117300"/>
          </a:xfrm>
          <a:prstGeom prst="ellipse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6"/>
          <p:cNvSpPr/>
          <p:nvPr/>
        </p:nvSpPr>
        <p:spPr>
          <a:xfrm>
            <a:off x="4708897" y="595655"/>
            <a:ext cx="5289900" cy="3967500"/>
          </a:xfrm>
          <a:prstGeom prst="ellipse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7296496" y="1966568"/>
            <a:ext cx="108900" cy="8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7932546" y="2810035"/>
            <a:ext cx="108900" cy="8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6"/>
          <p:cNvSpPr/>
          <p:nvPr/>
        </p:nvSpPr>
        <p:spPr>
          <a:xfrm>
            <a:off x="6621532" y="2810035"/>
            <a:ext cx="108900" cy="8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7932546" y="2269534"/>
            <a:ext cx="108900" cy="8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6621532" y="2269534"/>
            <a:ext cx="108900" cy="8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7296496" y="3087630"/>
            <a:ext cx="108900" cy="8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6999111" y="3370824"/>
            <a:ext cx="669600" cy="502200"/>
          </a:xfrm>
          <a:prstGeom prst="ellipse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5763383" y="1932568"/>
            <a:ext cx="669600" cy="502200"/>
          </a:xfrm>
          <a:prstGeom prst="ellipse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8238078" y="2730610"/>
            <a:ext cx="669600" cy="502200"/>
          </a:xfrm>
          <a:prstGeom prst="ellipse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6999111" y="1317402"/>
            <a:ext cx="669600" cy="502200"/>
          </a:xfrm>
          <a:prstGeom prst="ellipse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5763383" y="2730610"/>
            <a:ext cx="669600" cy="502200"/>
          </a:xfrm>
          <a:prstGeom prst="ellipse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8238078" y="1932568"/>
            <a:ext cx="669600" cy="502200"/>
          </a:xfrm>
          <a:prstGeom prst="ellipse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5972138" y="2912379"/>
            <a:ext cx="259200" cy="142554"/>
          </a:xfrm>
          <a:custGeom>
            <a:avLst/>
            <a:gdLst/>
            <a:ahLst/>
            <a:cxnLst/>
            <a:rect l="l" t="t" r="r" b="b"/>
            <a:pathLst>
              <a:path w="3240001" h="2375905" extrusionOk="0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7197183" y="3519379"/>
            <a:ext cx="275400" cy="202500"/>
          </a:xfrm>
          <a:custGeom>
            <a:avLst/>
            <a:gdLst/>
            <a:ahLst/>
            <a:cxnLst/>
            <a:rect l="l" t="t" r="r" b="b"/>
            <a:pathLst>
              <a:path w="3240000" h="3240000" extrusionOk="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5967085" y="2108134"/>
            <a:ext cx="262913" cy="152994"/>
          </a:xfrm>
          <a:custGeom>
            <a:avLst/>
            <a:gdLst/>
            <a:ahLst/>
            <a:cxnLst/>
            <a:rect l="l" t="t" r="r" b="b"/>
            <a:pathLst>
              <a:path w="3186824" h="2447912" extrusionOk="0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7200626" y="1482230"/>
            <a:ext cx="267300" cy="174756"/>
          </a:xfrm>
          <a:custGeom>
            <a:avLst/>
            <a:gdLst/>
            <a:ahLst/>
            <a:cxnLst/>
            <a:rect l="l" t="t" r="r" b="b"/>
            <a:pathLst>
              <a:path w="3240006" h="2796091" extrusionOk="0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8437450" y="2103357"/>
            <a:ext cx="273624" cy="159067"/>
          </a:xfrm>
          <a:custGeom>
            <a:avLst/>
            <a:gdLst/>
            <a:ahLst/>
            <a:cxnLst/>
            <a:rect l="l" t="t" r="r" b="b"/>
            <a:pathLst>
              <a:path w="3219104" h="2545072" extrusionOk="0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8419102" y="2860662"/>
            <a:ext cx="306807" cy="245345"/>
          </a:xfrm>
          <a:custGeom>
            <a:avLst/>
            <a:gdLst/>
            <a:ahLst/>
            <a:cxnLst/>
            <a:rect l="l" t="t" r="r" b="b"/>
            <a:pathLst>
              <a:path w="2921968" h="3066808" extrusionOk="0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26"/>
          <p:cNvGrpSpPr/>
          <p:nvPr/>
        </p:nvGrpSpPr>
        <p:grpSpPr>
          <a:xfrm>
            <a:off x="6842189" y="2169226"/>
            <a:ext cx="996947" cy="840860"/>
            <a:chOff x="7322277" y="4321169"/>
            <a:chExt cx="1919052" cy="2158265"/>
          </a:xfrm>
        </p:grpSpPr>
        <p:sp>
          <p:nvSpPr>
            <p:cNvPr id="122" name="Google Shape;122;p26"/>
            <p:cNvSpPr/>
            <p:nvPr/>
          </p:nvSpPr>
          <p:spPr>
            <a:xfrm>
              <a:off x="7992414" y="5103900"/>
              <a:ext cx="575537" cy="575537"/>
            </a:xfrm>
            <a:custGeom>
              <a:avLst/>
              <a:gdLst/>
              <a:ahLst/>
              <a:cxnLst/>
              <a:rect l="l" t="t" r="r" b="b"/>
              <a:pathLst>
                <a:path w="575537" h="575537" extrusionOk="0">
                  <a:moveTo>
                    <a:pt x="298183" y="531276"/>
                  </a:moveTo>
                  <a:cubicBezTo>
                    <a:pt x="427679" y="531276"/>
                    <a:pt x="531276" y="424801"/>
                    <a:pt x="531276" y="298183"/>
                  </a:cubicBezTo>
                  <a:cubicBezTo>
                    <a:pt x="531276" y="168687"/>
                    <a:pt x="424801" y="65091"/>
                    <a:pt x="298183" y="65091"/>
                  </a:cubicBezTo>
                  <a:cubicBezTo>
                    <a:pt x="168687" y="65091"/>
                    <a:pt x="65091" y="171565"/>
                    <a:pt x="65091" y="298183"/>
                  </a:cubicBezTo>
                  <a:cubicBezTo>
                    <a:pt x="65091" y="424801"/>
                    <a:pt x="168687" y="531276"/>
                    <a:pt x="298183" y="5312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6"/>
            <p:cNvSpPr/>
            <p:nvPr/>
          </p:nvSpPr>
          <p:spPr>
            <a:xfrm>
              <a:off x="7322277" y="4745313"/>
              <a:ext cx="1899273" cy="1237405"/>
            </a:xfrm>
            <a:custGeom>
              <a:avLst/>
              <a:gdLst/>
              <a:ahLst/>
              <a:cxnLst/>
              <a:rect l="l" t="t" r="r" b="b"/>
              <a:pathLst>
                <a:path w="1899273" h="1237405" extrusionOk="0">
                  <a:moveTo>
                    <a:pt x="1860403" y="158931"/>
                  </a:moveTo>
                  <a:cubicBezTo>
                    <a:pt x="1756807" y="-19486"/>
                    <a:pt x="1276233" y="63967"/>
                    <a:pt x="784148" y="345981"/>
                  </a:cubicBezTo>
                  <a:cubicBezTo>
                    <a:pt x="294941" y="627994"/>
                    <a:pt x="-18726" y="1002093"/>
                    <a:pt x="84870" y="1183388"/>
                  </a:cubicBezTo>
                  <a:lnTo>
                    <a:pt x="139546" y="1151733"/>
                  </a:lnTo>
                  <a:cubicBezTo>
                    <a:pt x="53216" y="1002093"/>
                    <a:pt x="358251" y="665404"/>
                    <a:pt x="815803" y="400657"/>
                  </a:cubicBezTo>
                  <a:cubicBezTo>
                    <a:pt x="1276233" y="135910"/>
                    <a:pt x="1719397" y="40946"/>
                    <a:pt x="1805727" y="190586"/>
                  </a:cubicBezTo>
                  <a:lnTo>
                    <a:pt x="1860403" y="1589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7342056" y="4839153"/>
              <a:ext cx="1899273" cy="1237405"/>
            </a:xfrm>
            <a:custGeom>
              <a:avLst/>
              <a:gdLst/>
              <a:ahLst/>
              <a:cxnLst/>
              <a:rect l="l" t="t" r="r" b="b"/>
              <a:pathLst>
                <a:path w="1899273" h="1237405" extrusionOk="0">
                  <a:moveTo>
                    <a:pt x="1840624" y="65091"/>
                  </a:moveTo>
                  <a:cubicBezTo>
                    <a:pt x="1944220" y="243507"/>
                    <a:pt x="1630552" y="617607"/>
                    <a:pt x="1138468" y="899620"/>
                  </a:cubicBezTo>
                  <a:cubicBezTo>
                    <a:pt x="649261" y="1184511"/>
                    <a:pt x="168687" y="1267964"/>
                    <a:pt x="65091" y="1089547"/>
                  </a:cubicBezTo>
                  <a:lnTo>
                    <a:pt x="119767" y="1057893"/>
                  </a:lnTo>
                  <a:cubicBezTo>
                    <a:pt x="206097" y="1207532"/>
                    <a:pt x="649261" y="1112569"/>
                    <a:pt x="1109691" y="847822"/>
                  </a:cubicBezTo>
                  <a:cubicBezTo>
                    <a:pt x="1570121" y="583074"/>
                    <a:pt x="1872278" y="246385"/>
                    <a:pt x="1785948" y="96745"/>
                  </a:cubicBezTo>
                  <a:lnTo>
                    <a:pt x="1840624" y="65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7342056" y="4744038"/>
              <a:ext cx="1899273" cy="1237405"/>
            </a:xfrm>
            <a:custGeom>
              <a:avLst/>
              <a:gdLst/>
              <a:ahLst/>
              <a:cxnLst/>
              <a:rect l="l" t="t" r="r" b="b"/>
              <a:pathLst>
                <a:path w="1899273" h="1237405" extrusionOk="0">
                  <a:moveTo>
                    <a:pt x="65091" y="160206"/>
                  </a:moveTo>
                  <a:cubicBezTo>
                    <a:pt x="168687" y="-21089"/>
                    <a:pt x="649261" y="65242"/>
                    <a:pt x="1138468" y="347255"/>
                  </a:cubicBezTo>
                  <a:cubicBezTo>
                    <a:pt x="1627675" y="629269"/>
                    <a:pt x="1944220" y="1003368"/>
                    <a:pt x="1840624" y="1184662"/>
                  </a:cubicBezTo>
                  <a:lnTo>
                    <a:pt x="1785948" y="1153008"/>
                  </a:lnTo>
                  <a:cubicBezTo>
                    <a:pt x="1872278" y="1003368"/>
                    <a:pt x="1570121" y="666679"/>
                    <a:pt x="1109691" y="401931"/>
                  </a:cubicBezTo>
                  <a:cubicBezTo>
                    <a:pt x="649261" y="137184"/>
                    <a:pt x="206097" y="42220"/>
                    <a:pt x="119767" y="188983"/>
                  </a:cubicBezTo>
                  <a:lnTo>
                    <a:pt x="65091" y="160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7322277" y="4839153"/>
              <a:ext cx="1899273" cy="1237405"/>
            </a:xfrm>
            <a:custGeom>
              <a:avLst/>
              <a:gdLst/>
              <a:ahLst/>
              <a:cxnLst/>
              <a:rect l="l" t="t" r="r" b="b"/>
              <a:pathLst>
                <a:path w="1899273" h="1237405" extrusionOk="0">
                  <a:moveTo>
                    <a:pt x="84870" y="65091"/>
                  </a:moveTo>
                  <a:cubicBezTo>
                    <a:pt x="-18726" y="243507"/>
                    <a:pt x="294941" y="617607"/>
                    <a:pt x="784148" y="899620"/>
                  </a:cubicBezTo>
                  <a:cubicBezTo>
                    <a:pt x="1273355" y="1181633"/>
                    <a:pt x="1756807" y="1267964"/>
                    <a:pt x="1860403" y="1086670"/>
                  </a:cubicBezTo>
                  <a:lnTo>
                    <a:pt x="1805727" y="1055015"/>
                  </a:lnTo>
                  <a:cubicBezTo>
                    <a:pt x="1719397" y="1204655"/>
                    <a:pt x="1276233" y="1109691"/>
                    <a:pt x="815803" y="844944"/>
                  </a:cubicBezTo>
                  <a:cubicBezTo>
                    <a:pt x="355373" y="580197"/>
                    <a:pt x="53216" y="243507"/>
                    <a:pt x="139546" y="93867"/>
                  </a:cubicBezTo>
                  <a:lnTo>
                    <a:pt x="84870" y="650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7860040" y="4321169"/>
              <a:ext cx="489206" cy="2158265"/>
            </a:xfrm>
            <a:custGeom>
              <a:avLst/>
              <a:gdLst/>
              <a:ahLst/>
              <a:cxnLst/>
              <a:rect l="l" t="t" r="r" b="b"/>
              <a:pathLst>
                <a:path w="489206" h="2158265" extrusionOk="0">
                  <a:moveTo>
                    <a:pt x="439190" y="2114004"/>
                  </a:moveTo>
                  <a:cubicBezTo>
                    <a:pt x="231996" y="2114004"/>
                    <a:pt x="65091" y="1656452"/>
                    <a:pt x="65091" y="1089547"/>
                  </a:cubicBezTo>
                  <a:cubicBezTo>
                    <a:pt x="65091" y="522643"/>
                    <a:pt x="234874" y="65091"/>
                    <a:pt x="439190" y="65091"/>
                  </a:cubicBezTo>
                  <a:lnTo>
                    <a:pt x="439190" y="128400"/>
                  </a:lnTo>
                  <a:cubicBezTo>
                    <a:pt x="266529" y="128400"/>
                    <a:pt x="128400" y="560053"/>
                    <a:pt x="128400" y="1089547"/>
                  </a:cubicBezTo>
                  <a:cubicBezTo>
                    <a:pt x="128400" y="1619042"/>
                    <a:pt x="269406" y="2050695"/>
                    <a:pt x="439190" y="2050695"/>
                  </a:cubicBezTo>
                  <a:lnTo>
                    <a:pt x="439190" y="211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6"/>
            <p:cNvSpPr/>
            <p:nvPr/>
          </p:nvSpPr>
          <p:spPr>
            <a:xfrm>
              <a:off x="8234139" y="4321169"/>
              <a:ext cx="489206" cy="2158265"/>
            </a:xfrm>
            <a:custGeom>
              <a:avLst/>
              <a:gdLst/>
              <a:ahLst/>
              <a:cxnLst/>
              <a:rect l="l" t="t" r="r" b="b"/>
              <a:pathLst>
                <a:path w="489206" h="2158265" extrusionOk="0">
                  <a:moveTo>
                    <a:pt x="65091" y="2114004"/>
                  </a:moveTo>
                  <a:cubicBezTo>
                    <a:pt x="272284" y="2114004"/>
                    <a:pt x="439190" y="1656452"/>
                    <a:pt x="439190" y="1089547"/>
                  </a:cubicBezTo>
                  <a:cubicBezTo>
                    <a:pt x="439190" y="522643"/>
                    <a:pt x="272284" y="65091"/>
                    <a:pt x="65091" y="65091"/>
                  </a:cubicBezTo>
                  <a:lnTo>
                    <a:pt x="65091" y="128400"/>
                  </a:lnTo>
                  <a:cubicBezTo>
                    <a:pt x="237752" y="128400"/>
                    <a:pt x="375881" y="560053"/>
                    <a:pt x="375881" y="1089547"/>
                  </a:cubicBezTo>
                  <a:cubicBezTo>
                    <a:pt x="375881" y="1619042"/>
                    <a:pt x="237752" y="2050695"/>
                    <a:pt x="65091" y="2050695"/>
                  </a:cubicBezTo>
                  <a:lnTo>
                    <a:pt x="65091" y="211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8939173" y="5501021"/>
              <a:ext cx="287768" cy="287768"/>
            </a:xfrm>
            <a:custGeom>
              <a:avLst/>
              <a:gdLst/>
              <a:ahLst/>
              <a:cxnLst/>
              <a:rect l="l" t="t" r="r" b="b"/>
              <a:pathLst>
                <a:path w="287768" h="287768" extrusionOk="0">
                  <a:moveTo>
                    <a:pt x="154299" y="243507"/>
                  </a:moveTo>
                  <a:cubicBezTo>
                    <a:pt x="203220" y="243507"/>
                    <a:pt x="243507" y="203220"/>
                    <a:pt x="243507" y="154299"/>
                  </a:cubicBezTo>
                  <a:cubicBezTo>
                    <a:pt x="243507" y="105378"/>
                    <a:pt x="203220" y="65091"/>
                    <a:pt x="154299" y="65091"/>
                  </a:cubicBezTo>
                  <a:cubicBezTo>
                    <a:pt x="105378" y="65091"/>
                    <a:pt x="65091" y="105378"/>
                    <a:pt x="65091" y="154299"/>
                  </a:cubicBezTo>
                  <a:cubicBezTo>
                    <a:pt x="65091" y="203220"/>
                    <a:pt x="105378" y="243507"/>
                    <a:pt x="154299" y="243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7906083" y="4542751"/>
              <a:ext cx="287768" cy="287768"/>
            </a:xfrm>
            <a:custGeom>
              <a:avLst/>
              <a:gdLst/>
              <a:ahLst/>
              <a:cxnLst/>
              <a:rect l="l" t="t" r="r" b="b"/>
              <a:pathLst>
                <a:path w="287768" h="287768" extrusionOk="0">
                  <a:moveTo>
                    <a:pt x="154299" y="243507"/>
                  </a:moveTo>
                  <a:cubicBezTo>
                    <a:pt x="203220" y="243507"/>
                    <a:pt x="243507" y="203220"/>
                    <a:pt x="243507" y="154299"/>
                  </a:cubicBezTo>
                  <a:cubicBezTo>
                    <a:pt x="243507" y="105378"/>
                    <a:pt x="203220" y="65091"/>
                    <a:pt x="154299" y="65091"/>
                  </a:cubicBezTo>
                  <a:cubicBezTo>
                    <a:pt x="105378" y="65091"/>
                    <a:pt x="65091" y="105378"/>
                    <a:pt x="65091" y="154299"/>
                  </a:cubicBezTo>
                  <a:cubicBezTo>
                    <a:pt x="65091" y="203220"/>
                    <a:pt x="105378" y="243507"/>
                    <a:pt x="154299" y="243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7603926" y="5826200"/>
              <a:ext cx="287768" cy="287768"/>
            </a:xfrm>
            <a:custGeom>
              <a:avLst/>
              <a:gdLst/>
              <a:ahLst/>
              <a:cxnLst/>
              <a:rect l="l" t="t" r="r" b="b"/>
              <a:pathLst>
                <a:path w="287768" h="287768" extrusionOk="0">
                  <a:moveTo>
                    <a:pt x="154299" y="243507"/>
                  </a:moveTo>
                  <a:cubicBezTo>
                    <a:pt x="203220" y="243507"/>
                    <a:pt x="243507" y="203220"/>
                    <a:pt x="243507" y="154299"/>
                  </a:cubicBezTo>
                  <a:cubicBezTo>
                    <a:pt x="243507" y="105378"/>
                    <a:pt x="203220" y="65091"/>
                    <a:pt x="154299" y="65091"/>
                  </a:cubicBezTo>
                  <a:cubicBezTo>
                    <a:pt x="105378" y="65091"/>
                    <a:pt x="65091" y="105378"/>
                    <a:pt x="65091" y="154299"/>
                  </a:cubicBezTo>
                  <a:cubicBezTo>
                    <a:pt x="65091" y="203220"/>
                    <a:pt x="105378" y="243507"/>
                    <a:pt x="154299" y="243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26"/>
          <p:cNvSpPr/>
          <p:nvPr/>
        </p:nvSpPr>
        <p:spPr>
          <a:xfrm>
            <a:off x="7168731" y="449085"/>
            <a:ext cx="330267" cy="183107"/>
          </a:xfrm>
          <a:custGeom>
            <a:avLst/>
            <a:gdLst/>
            <a:ahLst/>
            <a:cxnLst/>
            <a:rect l="l" t="t" r="r" b="b"/>
            <a:pathLst>
              <a:path w="3501" h="2588" extrusionOk="0">
                <a:moveTo>
                  <a:pt x="1496" y="1304"/>
                </a:moveTo>
                <a:lnTo>
                  <a:pt x="1436" y="1317"/>
                </a:lnTo>
                <a:lnTo>
                  <a:pt x="1376" y="1335"/>
                </a:lnTo>
                <a:lnTo>
                  <a:pt x="1316" y="1353"/>
                </a:lnTo>
                <a:lnTo>
                  <a:pt x="1252" y="1368"/>
                </a:lnTo>
                <a:lnTo>
                  <a:pt x="1251" y="1386"/>
                </a:lnTo>
                <a:lnTo>
                  <a:pt x="1251" y="1398"/>
                </a:lnTo>
                <a:lnTo>
                  <a:pt x="1249" y="1411"/>
                </a:lnTo>
                <a:lnTo>
                  <a:pt x="1249" y="1428"/>
                </a:lnTo>
                <a:lnTo>
                  <a:pt x="1296" y="1422"/>
                </a:lnTo>
                <a:lnTo>
                  <a:pt x="1341" y="1413"/>
                </a:lnTo>
                <a:lnTo>
                  <a:pt x="1383" y="1398"/>
                </a:lnTo>
                <a:lnTo>
                  <a:pt x="1423" y="1384"/>
                </a:lnTo>
                <a:lnTo>
                  <a:pt x="1461" y="1368"/>
                </a:lnTo>
                <a:lnTo>
                  <a:pt x="1500" y="1353"/>
                </a:lnTo>
                <a:lnTo>
                  <a:pt x="1503" y="1333"/>
                </a:lnTo>
                <a:lnTo>
                  <a:pt x="1501" y="1318"/>
                </a:lnTo>
                <a:lnTo>
                  <a:pt x="1496" y="1304"/>
                </a:lnTo>
                <a:close/>
                <a:moveTo>
                  <a:pt x="1600" y="0"/>
                </a:moveTo>
                <a:lnTo>
                  <a:pt x="1636" y="4"/>
                </a:lnTo>
                <a:lnTo>
                  <a:pt x="1669" y="17"/>
                </a:lnTo>
                <a:lnTo>
                  <a:pt x="1681" y="40"/>
                </a:lnTo>
                <a:lnTo>
                  <a:pt x="1691" y="69"/>
                </a:lnTo>
                <a:lnTo>
                  <a:pt x="1696" y="104"/>
                </a:lnTo>
                <a:lnTo>
                  <a:pt x="1698" y="142"/>
                </a:lnTo>
                <a:lnTo>
                  <a:pt x="1700" y="182"/>
                </a:lnTo>
                <a:lnTo>
                  <a:pt x="1700" y="222"/>
                </a:lnTo>
                <a:lnTo>
                  <a:pt x="1698" y="264"/>
                </a:lnTo>
                <a:lnTo>
                  <a:pt x="1696" y="304"/>
                </a:lnTo>
                <a:lnTo>
                  <a:pt x="1696" y="340"/>
                </a:lnTo>
                <a:lnTo>
                  <a:pt x="1700" y="1280"/>
                </a:lnTo>
                <a:lnTo>
                  <a:pt x="1723" y="1311"/>
                </a:lnTo>
                <a:lnTo>
                  <a:pt x="1754" y="1340"/>
                </a:lnTo>
                <a:lnTo>
                  <a:pt x="1794" y="1364"/>
                </a:lnTo>
                <a:lnTo>
                  <a:pt x="1841" y="1386"/>
                </a:lnTo>
                <a:lnTo>
                  <a:pt x="1892" y="1404"/>
                </a:lnTo>
                <a:lnTo>
                  <a:pt x="1949" y="1417"/>
                </a:lnTo>
                <a:lnTo>
                  <a:pt x="2005" y="1429"/>
                </a:lnTo>
                <a:lnTo>
                  <a:pt x="2065" y="1438"/>
                </a:lnTo>
                <a:lnTo>
                  <a:pt x="2125" y="1444"/>
                </a:lnTo>
                <a:lnTo>
                  <a:pt x="2183" y="1448"/>
                </a:lnTo>
                <a:lnTo>
                  <a:pt x="2240" y="1448"/>
                </a:lnTo>
                <a:lnTo>
                  <a:pt x="2240" y="1437"/>
                </a:lnTo>
                <a:lnTo>
                  <a:pt x="2232" y="1397"/>
                </a:lnTo>
                <a:lnTo>
                  <a:pt x="2232" y="1358"/>
                </a:lnTo>
                <a:lnTo>
                  <a:pt x="2236" y="1322"/>
                </a:lnTo>
                <a:lnTo>
                  <a:pt x="2243" y="1288"/>
                </a:lnTo>
                <a:lnTo>
                  <a:pt x="2185" y="1282"/>
                </a:lnTo>
                <a:lnTo>
                  <a:pt x="2129" y="1275"/>
                </a:lnTo>
                <a:lnTo>
                  <a:pt x="2074" y="1268"/>
                </a:lnTo>
                <a:lnTo>
                  <a:pt x="2016" y="1260"/>
                </a:lnTo>
                <a:lnTo>
                  <a:pt x="2012" y="1277"/>
                </a:lnTo>
                <a:lnTo>
                  <a:pt x="2009" y="1289"/>
                </a:lnTo>
                <a:lnTo>
                  <a:pt x="2003" y="1302"/>
                </a:lnTo>
                <a:lnTo>
                  <a:pt x="2000" y="1320"/>
                </a:lnTo>
                <a:lnTo>
                  <a:pt x="1996" y="1320"/>
                </a:lnTo>
                <a:lnTo>
                  <a:pt x="1951" y="1309"/>
                </a:lnTo>
                <a:lnTo>
                  <a:pt x="1911" y="1295"/>
                </a:lnTo>
                <a:lnTo>
                  <a:pt x="1874" y="1280"/>
                </a:lnTo>
                <a:lnTo>
                  <a:pt x="1841" y="1258"/>
                </a:lnTo>
                <a:lnTo>
                  <a:pt x="1812" y="1231"/>
                </a:lnTo>
                <a:lnTo>
                  <a:pt x="1811" y="1004"/>
                </a:lnTo>
                <a:lnTo>
                  <a:pt x="1811" y="773"/>
                </a:lnTo>
                <a:lnTo>
                  <a:pt x="1809" y="540"/>
                </a:lnTo>
                <a:lnTo>
                  <a:pt x="1809" y="311"/>
                </a:lnTo>
                <a:lnTo>
                  <a:pt x="1807" y="284"/>
                </a:lnTo>
                <a:lnTo>
                  <a:pt x="1805" y="249"/>
                </a:lnTo>
                <a:lnTo>
                  <a:pt x="1805" y="215"/>
                </a:lnTo>
                <a:lnTo>
                  <a:pt x="1803" y="178"/>
                </a:lnTo>
                <a:lnTo>
                  <a:pt x="1803" y="142"/>
                </a:lnTo>
                <a:lnTo>
                  <a:pt x="1805" y="108"/>
                </a:lnTo>
                <a:lnTo>
                  <a:pt x="1809" y="77"/>
                </a:lnTo>
                <a:lnTo>
                  <a:pt x="1816" y="49"/>
                </a:lnTo>
                <a:lnTo>
                  <a:pt x="1829" y="29"/>
                </a:lnTo>
                <a:lnTo>
                  <a:pt x="1843" y="17"/>
                </a:lnTo>
                <a:lnTo>
                  <a:pt x="1871" y="9"/>
                </a:lnTo>
                <a:lnTo>
                  <a:pt x="1898" y="4"/>
                </a:lnTo>
                <a:lnTo>
                  <a:pt x="1925" y="6"/>
                </a:lnTo>
                <a:lnTo>
                  <a:pt x="1951" y="9"/>
                </a:lnTo>
                <a:lnTo>
                  <a:pt x="1974" y="22"/>
                </a:lnTo>
                <a:lnTo>
                  <a:pt x="1996" y="40"/>
                </a:lnTo>
                <a:lnTo>
                  <a:pt x="2005" y="68"/>
                </a:lnTo>
                <a:lnTo>
                  <a:pt x="2011" y="100"/>
                </a:lnTo>
                <a:lnTo>
                  <a:pt x="2012" y="140"/>
                </a:lnTo>
                <a:lnTo>
                  <a:pt x="2012" y="180"/>
                </a:lnTo>
                <a:lnTo>
                  <a:pt x="2011" y="224"/>
                </a:lnTo>
                <a:lnTo>
                  <a:pt x="2007" y="264"/>
                </a:lnTo>
                <a:lnTo>
                  <a:pt x="2005" y="302"/>
                </a:lnTo>
                <a:lnTo>
                  <a:pt x="2003" y="337"/>
                </a:lnTo>
                <a:lnTo>
                  <a:pt x="2009" y="1124"/>
                </a:lnTo>
                <a:lnTo>
                  <a:pt x="2049" y="1138"/>
                </a:lnTo>
                <a:lnTo>
                  <a:pt x="2094" y="1149"/>
                </a:lnTo>
                <a:lnTo>
                  <a:pt x="2145" y="1157"/>
                </a:lnTo>
                <a:lnTo>
                  <a:pt x="2200" y="1160"/>
                </a:lnTo>
                <a:lnTo>
                  <a:pt x="2252" y="1160"/>
                </a:lnTo>
                <a:lnTo>
                  <a:pt x="2303" y="1157"/>
                </a:lnTo>
                <a:lnTo>
                  <a:pt x="2311" y="1146"/>
                </a:lnTo>
                <a:lnTo>
                  <a:pt x="2316" y="1140"/>
                </a:lnTo>
                <a:lnTo>
                  <a:pt x="2321" y="1133"/>
                </a:lnTo>
                <a:lnTo>
                  <a:pt x="2329" y="1124"/>
                </a:lnTo>
                <a:lnTo>
                  <a:pt x="2294" y="1097"/>
                </a:lnTo>
                <a:lnTo>
                  <a:pt x="2261" y="1071"/>
                </a:lnTo>
                <a:lnTo>
                  <a:pt x="2231" y="1048"/>
                </a:lnTo>
                <a:lnTo>
                  <a:pt x="2200" y="1024"/>
                </a:lnTo>
                <a:lnTo>
                  <a:pt x="2171" y="1000"/>
                </a:lnTo>
                <a:lnTo>
                  <a:pt x="2143" y="975"/>
                </a:lnTo>
                <a:lnTo>
                  <a:pt x="2118" y="946"/>
                </a:lnTo>
                <a:lnTo>
                  <a:pt x="2096" y="911"/>
                </a:lnTo>
                <a:lnTo>
                  <a:pt x="2076" y="871"/>
                </a:lnTo>
                <a:lnTo>
                  <a:pt x="2060" y="824"/>
                </a:lnTo>
                <a:lnTo>
                  <a:pt x="2045" y="753"/>
                </a:lnTo>
                <a:lnTo>
                  <a:pt x="2041" y="686"/>
                </a:lnTo>
                <a:lnTo>
                  <a:pt x="2047" y="620"/>
                </a:lnTo>
                <a:lnTo>
                  <a:pt x="2061" y="557"/>
                </a:lnTo>
                <a:lnTo>
                  <a:pt x="2085" y="498"/>
                </a:lnTo>
                <a:lnTo>
                  <a:pt x="2116" y="444"/>
                </a:lnTo>
                <a:lnTo>
                  <a:pt x="2156" y="395"/>
                </a:lnTo>
                <a:lnTo>
                  <a:pt x="2201" y="351"/>
                </a:lnTo>
                <a:lnTo>
                  <a:pt x="2252" y="315"/>
                </a:lnTo>
                <a:lnTo>
                  <a:pt x="2309" y="284"/>
                </a:lnTo>
                <a:lnTo>
                  <a:pt x="2369" y="260"/>
                </a:lnTo>
                <a:lnTo>
                  <a:pt x="2432" y="244"/>
                </a:lnTo>
                <a:lnTo>
                  <a:pt x="2500" y="237"/>
                </a:lnTo>
                <a:lnTo>
                  <a:pt x="2569" y="237"/>
                </a:lnTo>
                <a:lnTo>
                  <a:pt x="2640" y="248"/>
                </a:lnTo>
                <a:lnTo>
                  <a:pt x="2731" y="273"/>
                </a:lnTo>
                <a:lnTo>
                  <a:pt x="2816" y="306"/>
                </a:lnTo>
                <a:lnTo>
                  <a:pt x="2894" y="346"/>
                </a:lnTo>
                <a:lnTo>
                  <a:pt x="2969" y="393"/>
                </a:lnTo>
                <a:lnTo>
                  <a:pt x="3036" y="446"/>
                </a:lnTo>
                <a:lnTo>
                  <a:pt x="3100" y="506"/>
                </a:lnTo>
                <a:lnTo>
                  <a:pt x="3158" y="571"/>
                </a:lnTo>
                <a:lnTo>
                  <a:pt x="3212" y="642"/>
                </a:lnTo>
                <a:lnTo>
                  <a:pt x="3261" y="717"/>
                </a:lnTo>
                <a:lnTo>
                  <a:pt x="3305" y="797"/>
                </a:lnTo>
                <a:lnTo>
                  <a:pt x="3345" y="880"/>
                </a:lnTo>
                <a:lnTo>
                  <a:pt x="3381" y="966"/>
                </a:lnTo>
                <a:lnTo>
                  <a:pt x="3412" y="1057"/>
                </a:lnTo>
                <a:lnTo>
                  <a:pt x="3440" y="1148"/>
                </a:lnTo>
                <a:lnTo>
                  <a:pt x="3463" y="1240"/>
                </a:lnTo>
                <a:lnTo>
                  <a:pt x="3483" y="1337"/>
                </a:lnTo>
                <a:lnTo>
                  <a:pt x="3498" y="1438"/>
                </a:lnTo>
                <a:lnTo>
                  <a:pt x="3501" y="1537"/>
                </a:lnTo>
                <a:lnTo>
                  <a:pt x="3494" y="1635"/>
                </a:lnTo>
                <a:lnTo>
                  <a:pt x="3478" y="1729"/>
                </a:lnTo>
                <a:lnTo>
                  <a:pt x="3452" y="1820"/>
                </a:lnTo>
                <a:lnTo>
                  <a:pt x="3418" y="1908"/>
                </a:lnTo>
                <a:lnTo>
                  <a:pt x="3378" y="1989"/>
                </a:lnTo>
                <a:lnTo>
                  <a:pt x="3331" y="2068"/>
                </a:lnTo>
                <a:lnTo>
                  <a:pt x="3278" y="2138"/>
                </a:lnTo>
                <a:lnTo>
                  <a:pt x="3220" y="2202"/>
                </a:lnTo>
                <a:lnTo>
                  <a:pt x="3158" y="2260"/>
                </a:lnTo>
                <a:lnTo>
                  <a:pt x="3092" y="2309"/>
                </a:lnTo>
                <a:lnTo>
                  <a:pt x="3025" y="2349"/>
                </a:lnTo>
                <a:lnTo>
                  <a:pt x="2956" y="2382"/>
                </a:lnTo>
                <a:lnTo>
                  <a:pt x="2883" y="2404"/>
                </a:lnTo>
                <a:lnTo>
                  <a:pt x="2821" y="2415"/>
                </a:lnTo>
                <a:lnTo>
                  <a:pt x="2758" y="2418"/>
                </a:lnTo>
                <a:lnTo>
                  <a:pt x="2698" y="2417"/>
                </a:lnTo>
                <a:lnTo>
                  <a:pt x="2638" y="2406"/>
                </a:lnTo>
                <a:lnTo>
                  <a:pt x="2580" y="2389"/>
                </a:lnTo>
                <a:lnTo>
                  <a:pt x="2527" y="2368"/>
                </a:lnTo>
                <a:lnTo>
                  <a:pt x="2476" y="2340"/>
                </a:lnTo>
                <a:lnTo>
                  <a:pt x="2432" y="2306"/>
                </a:lnTo>
                <a:lnTo>
                  <a:pt x="2392" y="2268"/>
                </a:lnTo>
                <a:lnTo>
                  <a:pt x="2358" y="2226"/>
                </a:lnTo>
                <a:lnTo>
                  <a:pt x="2331" y="2178"/>
                </a:lnTo>
                <a:lnTo>
                  <a:pt x="2311" y="2128"/>
                </a:lnTo>
                <a:lnTo>
                  <a:pt x="2298" y="2073"/>
                </a:lnTo>
                <a:lnTo>
                  <a:pt x="2294" y="2015"/>
                </a:lnTo>
                <a:lnTo>
                  <a:pt x="2300" y="1955"/>
                </a:lnTo>
                <a:lnTo>
                  <a:pt x="2316" y="1893"/>
                </a:lnTo>
                <a:lnTo>
                  <a:pt x="2331" y="1858"/>
                </a:lnTo>
                <a:lnTo>
                  <a:pt x="2349" y="1829"/>
                </a:lnTo>
                <a:lnTo>
                  <a:pt x="2369" y="1804"/>
                </a:lnTo>
                <a:lnTo>
                  <a:pt x="2391" y="1780"/>
                </a:lnTo>
                <a:lnTo>
                  <a:pt x="2414" y="1757"/>
                </a:lnTo>
                <a:lnTo>
                  <a:pt x="2436" y="1731"/>
                </a:lnTo>
                <a:lnTo>
                  <a:pt x="2429" y="1731"/>
                </a:lnTo>
                <a:lnTo>
                  <a:pt x="2320" y="1637"/>
                </a:lnTo>
                <a:lnTo>
                  <a:pt x="2307" y="1617"/>
                </a:lnTo>
                <a:lnTo>
                  <a:pt x="2285" y="1588"/>
                </a:lnTo>
                <a:lnTo>
                  <a:pt x="2272" y="1568"/>
                </a:lnTo>
                <a:lnTo>
                  <a:pt x="2183" y="1562"/>
                </a:lnTo>
                <a:lnTo>
                  <a:pt x="2092" y="1553"/>
                </a:lnTo>
                <a:lnTo>
                  <a:pt x="2003" y="1548"/>
                </a:lnTo>
                <a:lnTo>
                  <a:pt x="2003" y="2537"/>
                </a:lnTo>
                <a:lnTo>
                  <a:pt x="1991" y="2558"/>
                </a:lnTo>
                <a:lnTo>
                  <a:pt x="1971" y="2573"/>
                </a:lnTo>
                <a:lnTo>
                  <a:pt x="1947" y="2584"/>
                </a:lnTo>
                <a:lnTo>
                  <a:pt x="1921" y="2588"/>
                </a:lnTo>
                <a:lnTo>
                  <a:pt x="1894" y="2588"/>
                </a:lnTo>
                <a:lnTo>
                  <a:pt x="1867" y="2582"/>
                </a:lnTo>
                <a:lnTo>
                  <a:pt x="1841" y="2573"/>
                </a:lnTo>
                <a:lnTo>
                  <a:pt x="1820" y="2560"/>
                </a:lnTo>
                <a:lnTo>
                  <a:pt x="1811" y="2517"/>
                </a:lnTo>
                <a:lnTo>
                  <a:pt x="1805" y="2468"/>
                </a:lnTo>
                <a:lnTo>
                  <a:pt x="1803" y="2415"/>
                </a:lnTo>
                <a:lnTo>
                  <a:pt x="1803" y="2360"/>
                </a:lnTo>
                <a:lnTo>
                  <a:pt x="1805" y="2306"/>
                </a:lnTo>
                <a:lnTo>
                  <a:pt x="1807" y="2251"/>
                </a:lnTo>
                <a:lnTo>
                  <a:pt x="1809" y="2200"/>
                </a:lnTo>
                <a:lnTo>
                  <a:pt x="1809" y="1508"/>
                </a:lnTo>
                <a:lnTo>
                  <a:pt x="1789" y="1497"/>
                </a:lnTo>
                <a:lnTo>
                  <a:pt x="1767" y="1484"/>
                </a:lnTo>
                <a:lnTo>
                  <a:pt x="1743" y="1475"/>
                </a:lnTo>
                <a:lnTo>
                  <a:pt x="1720" y="1468"/>
                </a:lnTo>
                <a:lnTo>
                  <a:pt x="1696" y="1468"/>
                </a:lnTo>
                <a:lnTo>
                  <a:pt x="1696" y="1689"/>
                </a:lnTo>
                <a:lnTo>
                  <a:pt x="1694" y="1906"/>
                </a:lnTo>
                <a:lnTo>
                  <a:pt x="1694" y="2118"/>
                </a:lnTo>
                <a:lnTo>
                  <a:pt x="1692" y="2335"/>
                </a:lnTo>
                <a:lnTo>
                  <a:pt x="1692" y="2557"/>
                </a:lnTo>
                <a:lnTo>
                  <a:pt x="1667" y="2571"/>
                </a:lnTo>
                <a:lnTo>
                  <a:pt x="1638" y="2582"/>
                </a:lnTo>
                <a:lnTo>
                  <a:pt x="1607" y="2586"/>
                </a:lnTo>
                <a:lnTo>
                  <a:pt x="1576" y="2586"/>
                </a:lnTo>
                <a:lnTo>
                  <a:pt x="1545" y="2578"/>
                </a:lnTo>
                <a:lnTo>
                  <a:pt x="1516" y="2564"/>
                </a:lnTo>
                <a:lnTo>
                  <a:pt x="1514" y="2448"/>
                </a:lnTo>
                <a:lnTo>
                  <a:pt x="1512" y="2344"/>
                </a:lnTo>
                <a:lnTo>
                  <a:pt x="1512" y="2248"/>
                </a:lnTo>
                <a:lnTo>
                  <a:pt x="1511" y="2162"/>
                </a:lnTo>
                <a:lnTo>
                  <a:pt x="1509" y="2082"/>
                </a:lnTo>
                <a:lnTo>
                  <a:pt x="1509" y="2008"/>
                </a:lnTo>
                <a:lnTo>
                  <a:pt x="1507" y="1937"/>
                </a:lnTo>
                <a:lnTo>
                  <a:pt x="1505" y="1866"/>
                </a:lnTo>
                <a:lnTo>
                  <a:pt x="1503" y="1797"/>
                </a:lnTo>
                <a:lnTo>
                  <a:pt x="1501" y="1726"/>
                </a:lnTo>
                <a:lnTo>
                  <a:pt x="1498" y="1651"/>
                </a:lnTo>
                <a:lnTo>
                  <a:pt x="1496" y="1571"/>
                </a:lnTo>
                <a:lnTo>
                  <a:pt x="1492" y="1484"/>
                </a:lnTo>
                <a:lnTo>
                  <a:pt x="1480" y="1489"/>
                </a:lnTo>
                <a:lnTo>
                  <a:pt x="1458" y="1495"/>
                </a:lnTo>
                <a:lnTo>
                  <a:pt x="1429" y="1504"/>
                </a:lnTo>
                <a:lnTo>
                  <a:pt x="1396" y="1513"/>
                </a:lnTo>
                <a:lnTo>
                  <a:pt x="1360" y="1524"/>
                </a:lnTo>
                <a:lnTo>
                  <a:pt x="1323" y="1533"/>
                </a:lnTo>
                <a:lnTo>
                  <a:pt x="1287" y="1544"/>
                </a:lnTo>
                <a:lnTo>
                  <a:pt x="1252" y="1551"/>
                </a:lnTo>
                <a:lnTo>
                  <a:pt x="1223" y="1558"/>
                </a:lnTo>
                <a:lnTo>
                  <a:pt x="1200" y="1564"/>
                </a:lnTo>
                <a:lnTo>
                  <a:pt x="1185" y="1595"/>
                </a:lnTo>
                <a:lnTo>
                  <a:pt x="1167" y="1620"/>
                </a:lnTo>
                <a:lnTo>
                  <a:pt x="1147" y="1642"/>
                </a:lnTo>
                <a:lnTo>
                  <a:pt x="1123" y="1664"/>
                </a:lnTo>
                <a:lnTo>
                  <a:pt x="1100" y="1682"/>
                </a:lnTo>
                <a:lnTo>
                  <a:pt x="1074" y="1702"/>
                </a:lnTo>
                <a:lnTo>
                  <a:pt x="1052" y="1724"/>
                </a:lnTo>
                <a:lnTo>
                  <a:pt x="1056" y="1731"/>
                </a:lnTo>
                <a:lnTo>
                  <a:pt x="1091" y="1755"/>
                </a:lnTo>
                <a:lnTo>
                  <a:pt x="1123" y="1786"/>
                </a:lnTo>
                <a:lnTo>
                  <a:pt x="1151" y="1826"/>
                </a:lnTo>
                <a:lnTo>
                  <a:pt x="1174" y="1873"/>
                </a:lnTo>
                <a:lnTo>
                  <a:pt x="1191" y="1924"/>
                </a:lnTo>
                <a:lnTo>
                  <a:pt x="1201" y="1978"/>
                </a:lnTo>
                <a:lnTo>
                  <a:pt x="1203" y="2035"/>
                </a:lnTo>
                <a:lnTo>
                  <a:pt x="1198" y="2093"/>
                </a:lnTo>
                <a:lnTo>
                  <a:pt x="1183" y="2148"/>
                </a:lnTo>
                <a:lnTo>
                  <a:pt x="1163" y="2195"/>
                </a:lnTo>
                <a:lnTo>
                  <a:pt x="1132" y="2242"/>
                </a:lnTo>
                <a:lnTo>
                  <a:pt x="1096" y="2284"/>
                </a:lnTo>
                <a:lnTo>
                  <a:pt x="1052" y="2322"/>
                </a:lnTo>
                <a:lnTo>
                  <a:pt x="1001" y="2357"/>
                </a:lnTo>
                <a:lnTo>
                  <a:pt x="945" y="2384"/>
                </a:lnTo>
                <a:lnTo>
                  <a:pt x="883" y="2404"/>
                </a:lnTo>
                <a:lnTo>
                  <a:pt x="816" y="2417"/>
                </a:lnTo>
                <a:lnTo>
                  <a:pt x="745" y="2420"/>
                </a:lnTo>
                <a:lnTo>
                  <a:pt x="672" y="2411"/>
                </a:lnTo>
                <a:lnTo>
                  <a:pt x="594" y="2393"/>
                </a:lnTo>
                <a:lnTo>
                  <a:pt x="516" y="2364"/>
                </a:lnTo>
                <a:lnTo>
                  <a:pt x="443" y="2326"/>
                </a:lnTo>
                <a:lnTo>
                  <a:pt x="371" y="2277"/>
                </a:lnTo>
                <a:lnTo>
                  <a:pt x="303" y="2220"/>
                </a:lnTo>
                <a:lnTo>
                  <a:pt x="241" y="2157"/>
                </a:lnTo>
                <a:lnTo>
                  <a:pt x="183" y="2086"/>
                </a:lnTo>
                <a:lnTo>
                  <a:pt x="132" y="2008"/>
                </a:lnTo>
                <a:lnTo>
                  <a:pt x="89" y="1924"/>
                </a:lnTo>
                <a:lnTo>
                  <a:pt x="52" y="1835"/>
                </a:lnTo>
                <a:lnTo>
                  <a:pt x="25" y="1742"/>
                </a:lnTo>
                <a:lnTo>
                  <a:pt x="7" y="1644"/>
                </a:lnTo>
                <a:lnTo>
                  <a:pt x="0" y="1544"/>
                </a:lnTo>
                <a:lnTo>
                  <a:pt x="1" y="1440"/>
                </a:lnTo>
                <a:lnTo>
                  <a:pt x="16" y="1337"/>
                </a:lnTo>
                <a:lnTo>
                  <a:pt x="41" y="1224"/>
                </a:lnTo>
                <a:lnTo>
                  <a:pt x="71" y="1115"/>
                </a:lnTo>
                <a:lnTo>
                  <a:pt x="105" y="1009"/>
                </a:lnTo>
                <a:lnTo>
                  <a:pt x="143" y="909"/>
                </a:lnTo>
                <a:lnTo>
                  <a:pt x="189" y="815"/>
                </a:lnTo>
                <a:lnTo>
                  <a:pt x="240" y="726"/>
                </a:lnTo>
                <a:lnTo>
                  <a:pt x="294" y="642"/>
                </a:lnTo>
                <a:lnTo>
                  <a:pt x="356" y="564"/>
                </a:lnTo>
                <a:lnTo>
                  <a:pt x="423" y="491"/>
                </a:lnTo>
                <a:lnTo>
                  <a:pt x="496" y="426"/>
                </a:lnTo>
                <a:lnTo>
                  <a:pt x="576" y="368"/>
                </a:lnTo>
                <a:lnTo>
                  <a:pt x="614" y="344"/>
                </a:lnTo>
                <a:lnTo>
                  <a:pt x="660" y="317"/>
                </a:lnTo>
                <a:lnTo>
                  <a:pt x="711" y="291"/>
                </a:lnTo>
                <a:lnTo>
                  <a:pt x="765" y="268"/>
                </a:lnTo>
                <a:lnTo>
                  <a:pt x="823" y="249"/>
                </a:lnTo>
                <a:lnTo>
                  <a:pt x="885" y="238"/>
                </a:lnTo>
                <a:lnTo>
                  <a:pt x="951" y="233"/>
                </a:lnTo>
                <a:lnTo>
                  <a:pt x="1016" y="240"/>
                </a:lnTo>
                <a:lnTo>
                  <a:pt x="1071" y="253"/>
                </a:lnTo>
                <a:lnTo>
                  <a:pt x="1123" y="268"/>
                </a:lnTo>
                <a:lnTo>
                  <a:pt x="1176" y="289"/>
                </a:lnTo>
                <a:lnTo>
                  <a:pt x="1225" y="313"/>
                </a:lnTo>
                <a:lnTo>
                  <a:pt x="1271" y="342"/>
                </a:lnTo>
                <a:lnTo>
                  <a:pt x="1314" y="373"/>
                </a:lnTo>
                <a:lnTo>
                  <a:pt x="1352" y="409"/>
                </a:lnTo>
                <a:lnTo>
                  <a:pt x="1385" y="449"/>
                </a:lnTo>
                <a:lnTo>
                  <a:pt x="1414" y="493"/>
                </a:lnTo>
                <a:lnTo>
                  <a:pt x="1438" y="538"/>
                </a:lnTo>
                <a:lnTo>
                  <a:pt x="1452" y="589"/>
                </a:lnTo>
                <a:lnTo>
                  <a:pt x="1461" y="642"/>
                </a:lnTo>
                <a:lnTo>
                  <a:pt x="1463" y="700"/>
                </a:lnTo>
                <a:lnTo>
                  <a:pt x="1456" y="758"/>
                </a:lnTo>
                <a:lnTo>
                  <a:pt x="1441" y="822"/>
                </a:lnTo>
                <a:lnTo>
                  <a:pt x="1416" y="888"/>
                </a:lnTo>
                <a:lnTo>
                  <a:pt x="1392" y="933"/>
                </a:lnTo>
                <a:lnTo>
                  <a:pt x="1363" y="973"/>
                </a:lnTo>
                <a:lnTo>
                  <a:pt x="1331" y="1009"/>
                </a:lnTo>
                <a:lnTo>
                  <a:pt x="1292" y="1042"/>
                </a:lnTo>
                <a:lnTo>
                  <a:pt x="1252" y="1071"/>
                </a:lnTo>
                <a:lnTo>
                  <a:pt x="1211" y="1098"/>
                </a:lnTo>
                <a:lnTo>
                  <a:pt x="1169" y="1124"/>
                </a:lnTo>
                <a:lnTo>
                  <a:pt x="1169" y="1128"/>
                </a:lnTo>
                <a:lnTo>
                  <a:pt x="1176" y="1144"/>
                </a:lnTo>
                <a:lnTo>
                  <a:pt x="1185" y="1162"/>
                </a:lnTo>
                <a:lnTo>
                  <a:pt x="1191" y="1184"/>
                </a:lnTo>
                <a:lnTo>
                  <a:pt x="1200" y="1206"/>
                </a:lnTo>
                <a:lnTo>
                  <a:pt x="1207" y="1226"/>
                </a:lnTo>
                <a:lnTo>
                  <a:pt x="1218" y="1240"/>
                </a:lnTo>
                <a:lnTo>
                  <a:pt x="1232" y="1248"/>
                </a:lnTo>
                <a:lnTo>
                  <a:pt x="1278" y="1237"/>
                </a:lnTo>
                <a:lnTo>
                  <a:pt x="1327" y="1226"/>
                </a:lnTo>
                <a:lnTo>
                  <a:pt x="1374" y="1215"/>
                </a:lnTo>
                <a:lnTo>
                  <a:pt x="1421" y="1200"/>
                </a:lnTo>
                <a:lnTo>
                  <a:pt x="1463" y="1184"/>
                </a:lnTo>
                <a:lnTo>
                  <a:pt x="1500" y="1164"/>
                </a:lnTo>
                <a:lnTo>
                  <a:pt x="1500" y="993"/>
                </a:lnTo>
                <a:lnTo>
                  <a:pt x="1501" y="826"/>
                </a:lnTo>
                <a:lnTo>
                  <a:pt x="1503" y="662"/>
                </a:lnTo>
                <a:lnTo>
                  <a:pt x="1503" y="495"/>
                </a:lnTo>
                <a:lnTo>
                  <a:pt x="1503" y="324"/>
                </a:lnTo>
                <a:lnTo>
                  <a:pt x="1503" y="275"/>
                </a:lnTo>
                <a:lnTo>
                  <a:pt x="1501" y="228"/>
                </a:lnTo>
                <a:lnTo>
                  <a:pt x="1498" y="184"/>
                </a:lnTo>
                <a:lnTo>
                  <a:pt x="1496" y="140"/>
                </a:lnTo>
                <a:lnTo>
                  <a:pt x="1498" y="98"/>
                </a:lnTo>
                <a:lnTo>
                  <a:pt x="1505" y="60"/>
                </a:lnTo>
                <a:lnTo>
                  <a:pt x="1520" y="24"/>
                </a:lnTo>
                <a:lnTo>
                  <a:pt x="1561" y="8"/>
                </a:lnTo>
                <a:lnTo>
                  <a:pt x="160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/>
          <p:nvPr/>
        </p:nvSpPr>
        <p:spPr>
          <a:xfrm>
            <a:off x="4781136" y="2512108"/>
            <a:ext cx="264905" cy="226511"/>
          </a:xfrm>
          <a:custGeom>
            <a:avLst/>
            <a:gdLst/>
            <a:ahLst/>
            <a:cxnLst/>
            <a:rect l="l" t="t" r="r" b="b"/>
            <a:pathLst>
              <a:path w="2942" h="3247" extrusionOk="0">
                <a:moveTo>
                  <a:pt x="1516" y="0"/>
                </a:moveTo>
                <a:lnTo>
                  <a:pt x="1644" y="1"/>
                </a:lnTo>
                <a:lnTo>
                  <a:pt x="1764" y="10"/>
                </a:lnTo>
                <a:lnTo>
                  <a:pt x="1878" y="25"/>
                </a:lnTo>
                <a:lnTo>
                  <a:pt x="1987" y="47"/>
                </a:lnTo>
                <a:lnTo>
                  <a:pt x="2091" y="74"/>
                </a:lnTo>
                <a:lnTo>
                  <a:pt x="2187" y="109"/>
                </a:lnTo>
                <a:lnTo>
                  <a:pt x="2280" y="147"/>
                </a:lnTo>
                <a:lnTo>
                  <a:pt x="2365" y="192"/>
                </a:lnTo>
                <a:lnTo>
                  <a:pt x="2445" y="243"/>
                </a:lnTo>
                <a:lnTo>
                  <a:pt x="2522" y="300"/>
                </a:lnTo>
                <a:lnTo>
                  <a:pt x="2591" y="361"/>
                </a:lnTo>
                <a:lnTo>
                  <a:pt x="2654" y="429"/>
                </a:lnTo>
                <a:lnTo>
                  <a:pt x="2713" y="500"/>
                </a:lnTo>
                <a:lnTo>
                  <a:pt x="2765" y="576"/>
                </a:lnTo>
                <a:lnTo>
                  <a:pt x="2813" y="656"/>
                </a:lnTo>
                <a:lnTo>
                  <a:pt x="2845" y="723"/>
                </a:lnTo>
                <a:lnTo>
                  <a:pt x="2873" y="798"/>
                </a:lnTo>
                <a:lnTo>
                  <a:pt x="2898" y="880"/>
                </a:lnTo>
                <a:lnTo>
                  <a:pt x="2918" y="969"/>
                </a:lnTo>
                <a:lnTo>
                  <a:pt x="2933" y="1060"/>
                </a:lnTo>
                <a:lnTo>
                  <a:pt x="2940" y="1154"/>
                </a:lnTo>
                <a:lnTo>
                  <a:pt x="2942" y="1250"/>
                </a:lnTo>
                <a:lnTo>
                  <a:pt x="2936" y="1345"/>
                </a:lnTo>
                <a:lnTo>
                  <a:pt x="2924" y="1438"/>
                </a:lnTo>
                <a:lnTo>
                  <a:pt x="2902" y="1529"/>
                </a:lnTo>
                <a:lnTo>
                  <a:pt x="2873" y="1607"/>
                </a:lnTo>
                <a:lnTo>
                  <a:pt x="2838" y="1680"/>
                </a:lnTo>
                <a:lnTo>
                  <a:pt x="2796" y="1747"/>
                </a:lnTo>
                <a:lnTo>
                  <a:pt x="2753" y="1812"/>
                </a:lnTo>
                <a:lnTo>
                  <a:pt x="2705" y="1876"/>
                </a:lnTo>
                <a:lnTo>
                  <a:pt x="2658" y="1936"/>
                </a:lnTo>
                <a:lnTo>
                  <a:pt x="2611" y="1998"/>
                </a:lnTo>
                <a:lnTo>
                  <a:pt x="2565" y="2060"/>
                </a:lnTo>
                <a:lnTo>
                  <a:pt x="2534" y="2110"/>
                </a:lnTo>
                <a:lnTo>
                  <a:pt x="2509" y="2167"/>
                </a:lnTo>
                <a:lnTo>
                  <a:pt x="2489" y="2227"/>
                </a:lnTo>
                <a:lnTo>
                  <a:pt x="2473" y="2292"/>
                </a:lnTo>
                <a:lnTo>
                  <a:pt x="2471" y="2323"/>
                </a:lnTo>
                <a:lnTo>
                  <a:pt x="2473" y="2360"/>
                </a:lnTo>
                <a:lnTo>
                  <a:pt x="2478" y="2405"/>
                </a:lnTo>
                <a:lnTo>
                  <a:pt x="2485" y="2452"/>
                </a:lnTo>
                <a:lnTo>
                  <a:pt x="2496" y="2503"/>
                </a:lnTo>
                <a:lnTo>
                  <a:pt x="2509" y="2554"/>
                </a:lnTo>
                <a:lnTo>
                  <a:pt x="2522" y="2603"/>
                </a:lnTo>
                <a:lnTo>
                  <a:pt x="2536" y="2650"/>
                </a:lnTo>
                <a:lnTo>
                  <a:pt x="2549" y="2692"/>
                </a:lnTo>
                <a:lnTo>
                  <a:pt x="2562" y="2729"/>
                </a:lnTo>
                <a:lnTo>
                  <a:pt x="2573" y="2756"/>
                </a:lnTo>
                <a:lnTo>
                  <a:pt x="2589" y="2796"/>
                </a:lnTo>
                <a:lnTo>
                  <a:pt x="2604" y="2845"/>
                </a:lnTo>
                <a:lnTo>
                  <a:pt x="2620" y="2900"/>
                </a:lnTo>
                <a:lnTo>
                  <a:pt x="2636" y="2956"/>
                </a:lnTo>
                <a:lnTo>
                  <a:pt x="2654" y="3007"/>
                </a:lnTo>
                <a:lnTo>
                  <a:pt x="2673" y="3052"/>
                </a:lnTo>
                <a:lnTo>
                  <a:pt x="2502" y="3107"/>
                </a:lnTo>
                <a:lnTo>
                  <a:pt x="2336" y="3154"/>
                </a:lnTo>
                <a:lnTo>
                  <a:pt x="2178" y="3192"/>
                </a:lnTo>
                <a:lnTo>
                  <a:pt x="2024" y="3220"/>
                </a:lnTo>
                <a:lnTo>
                  <a:pt x="1874" y="3240"/>
                </a:lnTo>
                <a:lnTo>
                  <a:pt x="1729" y="3247"/>
                </a:lnTo>
                <a:lnTo>
                  <a:pt x="1587" y="3245"/>
                </a:lnTo>
                <a:lnTo>
                  <a:pt x="1449" y="3232"/>
                </a:lnTo>
                <a:lnTo>
                  <a:pt x="1313" y="3209"/>
                </a:lnTo>
                <a:lnTo>
                  <a:pt x="1307" y="3176"/>
                </a:lnTo>
                <a:lnTo>
                  <a:pt x="1300" y="3138"/>
                </a:lnTo>
                <a:lnTo>
                  <a:pt x="1291" y="3092"/>
                </a:lnTo>
                <a:lnTo>
                  <a:pt x="1284" y="3043"/>
                </a:lnTo>
                <a:lnTo>
                  <a:pt x="1274" y="2990"/>
                </a:lnTo>
                <a:lnTo>
                  <a:pt x="1264" y="2936"/>
                </a:lnTo>
                <a:lnTo>
                  <a:pt x="1253" y="2883"/>
                </a:lnTo>
                <a:lnTo>
                  <a:pt x="1240" y="2832"/>
                </a:lnTo>
                <a:lnTo>
                  <a:pt x="1227" y="2783"/>
                </a:lnTo>
                <a:lnTo>
                  <a:pt x="1211" y="2740"/>
                </a:lnTo>
                <a:lnTo>
                  <a:pt x="1194" y="2703"/>
                </a:lnTo>
                <a:lnTo>
                  <a:pt x="1176" y="2674"/>
                </a:lnTo>
                <a:lnTo>
                  <a:pt x="1156" y="2656"/>
                </a:lnTo>
                <a:lnTo>
                  <a:pt x="1134" y="2647"/>
                </a:lnTo>
                <a:lnTo>
                  <a:pt x="1109" y="2643"/>
                </a:lnTo>
                <a:lnTo>
                  <a:pt x="1080" y="2645"/>
                </a:lnTo>
                <a:lnTo>
                  <a:pt x="1051" y="2649"/>
                </a:lnTo>
                <a:lnTo>
                  <a:pt x="1024" y="2656"/>
                </a:lnTo>
                <a:lnTo>
                  <a:pt x="998" y="2663"/>
                </a:lnTo>
                <a:lnTo>
                  <a:pt x="974" y="2670"/>
                </a:lnTo>
                <a:lnTo>
                  <a:pt x="956" y="2676"/>
                </a:lnTo>
                <a:lnTo>
                  <a:pt x="913" y="2690"/>
                </a:lnTo>
                <a:lnTo>
                  <a:pt x="864" y="2703"/>
                </a:lnTo>
                <a:lnTo>
                  <a:pt x="809" y="2714"/>
                </a:lnTo>
                <a:lnTo>
                  <a:pt x="751" y="2721"/>
                </a:lnTo>
                <a:lnTo>
                  <a:pt x="693" y="2727"/>
                </a:lnTo>
                <a:lnTo>
                  <a:pt x="634" y="2729"/>
                </a:lnTo>
                <a:lnTo>
                  <a:pt x="578" y="2725"/>
                </a:lnTo>
                <a:lnTo>
                  <a:pt x="525" y="2716"/>
                </a:lnTo>
                <a:lnTo>
                  <a:pt x="496" y="2709"/>
                </a:lnTo>
                <a:lnTo>
                  <a:pt x="467" y="2696"/>
                </a:lnTo>
                <a:lnTo>
                  <a:pt x="438" y="2681"/>
                </a:lnTo>
                <a:lnTo>
                  <a:pt x="413" y="2663"/>
                </a:lnTo>
                <a:lnTo>
                  <a:pt x="387" y="2641"/>
                </a:lnTo>
                <a:lnTo>
                  <a:pt x="367" y="2618"/>
                </a:lnTo>
                <a:lnTo>
                  <a:pt x="353" y="2589"/>
                </a:lnTo>
                <a:lnTo>
                  <a:pt x="342" y="2556"/>
                </a:lnTo>
                <a:lnTo>
                  <a:pt x="338" y="2520"/>
                </a:lnTo>
                <a:lnTo>
                  <a:pt x="342" y="2480"/>
                </a:lnTo>
                <a:lnTo>
                  <a:pt x="347" y="2452"/>
                </a:lnTo>
                <a:lnTo>
                  <a:pt x="354" y="2421"/>
                </a:lnTo>
                <a:lnTo>
                  <a:pt x="362" y="2389"/>
                </a:lnTo>
                <a:lnTo>
                  <a:pt x="365" y="2358"/>
                </a:lnTo>
                <a:lnTo>
                  <a:pt x="365" y="2325"/>
                </a:lnTo>
                <a:lnTo>
                  <a:pt x="356" y="2296"/>
                </a:lnTo>
                <a:lnTo>
                  <a:pt x="347" y="2280"/>
                </a:lnTo>
                <a:lnTo>
                  <a:pt x="331" y="2265"/>
                </a:lnTo>
                <a:lnTo>
                  <a:pt x="314" y="2254"/>
                </a:lnTo>
                <a:lnTo>
                  <a:pt x="296" y="2245"/>
                </a:lnTo>
                <a:lnTo>
                  <a:pt x="278" y="2232"/>
                </a:lnTo>
                <a:lnTo>
                  <a:pt x="264" y="2218"/>
                </a:lnTo>
                <a:lnTo>
                  <a:pt x="253" y="2200"/>
                </a:lnTo>
                <a:lnTo>
                  <a:pt x="249" y="2180"/>
                </a:lnTo>
                <a:lnTo>
                  <a:pt x="251" y="2160"/>
                </a:lnTo>
                <a:lnTo>
                  <a:pt x="258" y="2141"/>
                </a:lnTo>
                <a:lnTo>
                  <a:pt x="267" y="2125"/>
                </a:lnTo>
                <a:lnTo>
                  <a:pt x="273" y="2109"/>
                </a:lnTo>
                <a:lnTo>
                  <a:pt x="244" y="2089"/>
                </a:lnTo>
                <a:lnTo>
                  <a:pt x="224" y="2069"/>
                </a:lnTo>
                <a:lnTo>
                  <a:pt x="213" y="2049"/>
                </a:lnTo>
                <a:lnTo>
                  <a:pt x="211" y="2027"/>
                </a:lnTo>
                <a:lnTo>
                  <a:pt x="214" y="2007"/>
                </a:lnTo>
                <a:lnTo>
                  <a:pt x="222" y="1985"/>
                </a:lnTo>
                <a:lnTo>
                  <a:pt x="233" y="1963"/>
                </a:lnTo>
                <a:lnTo>
                  <a:pt x="245" y="1941"/>
                </a:lnTo>
                <a:lnTo>
                  <a:pt x="256" y="1918"/>
                </a:lnTo>
                <a:lnTo>
                  <a:pt x="267" y="1896"/>
                </a:lnTo>
                <a:lnTo>
                  <a:pt x="273" y="1872"/>
                </a:lnTo>
                <a:lnTo>
                  <a:pt x="253" y="1854"/>
                </a:lnTo>
                <a:lnTo>
                  <a:pt x="225" y="1840"/>
                </a:lnTo>
                <a:lnTo>
                  <a:pt x="194" y="1827"/>
                </a:lnTo>
                <a:lnTo>
                  <a:pt x="162" y="1816"/>
                </a:lnTo>
                <a:lnTo>
                  <a:pt x="129" y="1805"/>
                </a:lnTo>
                <a:lnTo>
                  <a:pt x="96" y="1794"/>
                </a:lnTo>
                <a:lnTo>
                  <a:pt x="65" y="1781"/>
                </a:lnTo>
                <a:lnTo>
                  <a:pt x="40" y="1767"/>
                </a:lnTo>
                <a:lnTo>
                  <a:pt x="18" y="1747"/>
                </a:lnTo>
                <a:lnTo>
                  <a:pt x="5" y="1723"/>
                </a:lnTo>
                <a:lnTo>
                  <a:pt x="0" y="1698"/>
                </a:lnTo>
                <a:lnTo>
                  <a:pt x="4" y="1674"/>
                </a:lnTo>
                <a:lnTo>
                  <a:pt x="13" y="1652"/>
                </a:lnTo>
                <a:lnTo>
                  <a:pt x="27" y="1634"/>
                </a:lnTo>
                <a:lnTo>
                  <a:pt x="44" y="1616"/>
                </a:lnTo>
                <a:lnTo>
                  <a:pt x="60" y="1601"/>
                </a:lnTo>
                <a:lnTo>
                  <a:pt x="73" y="1589"/>
                </a:lnTo>
                <a:lnTo>
                  <a:pt x="111" y="1545"/>
                </a:lnTo>
                <a:lnTo>
                  <a:pt x="151" y="1505"/>
                </a:lnTo>
                <a:lnTo>
                  <a:pt x="191" y="1465"/>
                </a:lnTo>
                <a:lnTo>
                  <a:pt x="229" y="1421"/>
                </a:lnTo>
                <a:lnTo>
                  <a:pt x="265" y="1378"/>
                </a:lnTo>
                <a:lnTo>
                  <a:pt x="298" y="1329"/>
                </a:lnTo>
                <a:lnTo>
                  <a:pt x="325" y="1276"/>
                </a:lnTo>
                <a:lnTo>
                  <a:pt x="340" y="1232"/>
                </a:lnTo>
                <a:lnTo>
                  <a:pt x="345" y="1189"/>
                </a:lnTo>
                <a:lnTo>
                  <a:pt x="345" y="1143"/>
                </a:lnTo>
                <a:lnTo>
                  <a:pt x="344" y="1094"/>
                </a:lnTo>
                <a:lnTo>
                  <a:pt x="342" y="1045"/>
                </a:lnTo>
                <a:lnTo>
                  <a:pt x="344" y="992"/>
                </a:lnTo>
                <a:lnTo>
                  <a:pt x="349" y="936"/>
                </a:lnTo>
                <a:lnTo>
                  <a:pt x="405" y="705"/>
                </a:lnTo>
                <a:lnTo>
                  <a:pt x="440" y="621"/>
                </a:lnTo>
                <a:lnTo>
                  <a:pt x="482" y="543"/>
                </a:lnTo>
                <a:lnTo>
                  <a:pt x="531" y="470"/>
                </a:lnTo>
                <a:lnTo>
                  <a:pt x="587" y="401"/>
                </a:lnTo>
                <a:lnTo>
                  <a:pt x="649" y="338"/>
                </a:lnTo>
                <a:lnTo>
                  <a:pt x="716" y="280"/>
                </a:lnTo>
                <a:lnTo>
                  <a:pt x="789" y="227"/>
                </a:lnTo>
                <a:lnTo>
                  <a:pt x="865" y="180"/>
                </a:lnTo>
                <a:lnTo>
                  <a:pt x="947" y="138"/>
                </a:lnTo>
                <a:lnTo>
                  <a:pt x="1031" y="103"/>
                </a:lnTo>
                <a:lnTo>
                  <a:pt x="1116" y="72"/>
                </a:lnTo>
                <a:lnTo>
                  <a:pt x="1402" y="9"/>
                </a:lnTo>
                <a:lnTo>
                  <a:pt x="1516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6077018" y="975067"/>
            <a:ext cx="203564" cy="214787"/>
          </a:xfrm>
          <a:custGeom>
            <a:avLst/>
            <a:gdLst/>
            <a:ahLst/>
            <a:cxnLst/>
            <a:rect l="l" t="t" r="r" b="b"/>
            <a:pathLst>
              <a:path w="2753" h="3873" extrusionOk="0">
                <a:moveTo>
                  <a:pt x="2122" y="555"/>
                </a:moveTo>
                <a:lnTo>
                  <a:pt x="2180" y="557"/>
                </a:lnTo>
                <a:lnTo>
                  <a:pt x="2231" y="560"/>
                </a:lnTo>
                <a:lnTo>
                  <a:pt x="2275" y="568"/>
                </a:lnTo>
                <a:lnTo>
                  <a:pt x="2311" y="580"/>
                </a:lnTo>
                <a:lnTo>
                  <a:pt x="2346" y="598"/>
                </a:lnTo>
                <a:lnTo>
                  <a:pt x="2375" y="626"/>
                </a:lnTo>
                <a:lnTo>
                  <a:pt x="2399" y="658"/>
                </a:lnTo>
                <a:lnTo>
                  <a:pt x="2419" y="695"/>
                </a:lnTo>
                <a:lnTo>
                  <a:pt x="2433" y="735"/>
                </a:lnTo>
                <a:lnTo>
                  <a:pt x="2442" y="777"/>
                </a:lnTo>
                <a:lnTo>
                  <a:pt x="2444" y="820"/>
                </a:lnTo>
                <a:lnTo>
                  <a:pt x="2440" y="864"/>
                </a:lnTo>
                <a:lnTo>
                  <a:pt x="2431" y="908"/>
                </a:lnTo>
                <a:lnTo>
                  <a:pt x="2415" y="948"/>
                </a:lnTo>
                <a:lnTo>
                  <a:pt x="2391" y="984"/>
                </a:lnTo>
                <a:lnTo>
                  <a:pt x="2364" y="1013"/>
                </a:lnTo>
                <a:lnTo>
                  <a:pt x="2331" y="1037"/>
                </a:lnTo>
                <a:lnTo>
                  <a:pt x="2293" y="1057"/>
                </a:lnTo>
                <a:lnTo>
                  <a:pt x="2253" y="1073"/>
                </a:lnTo>
                <a:lnTo>
                  <a:pt x="2211" y="1086"/>
                </a:lnTo>
                <a:lnTo>
                  <a:pt x="2166" y="1098"/>
                </a:lnTo>
                <a:lnTo>
                  <a:pt x="2122" y="1111"/>
                </a:lnTo>
                <a:lnTo>
                  <a:pt x="2079" y="1124"/>
                </a:lnTo>
                <a:lnTo>
                  <a:pt x="2037" y="1138"/>
                </a:lnTo>
                <a:lnTo>
                  <a:pt x="1999" y="1157"/>
                </a:lnTo>
                <a:lnTo>
                  <a:pt x="1962" y="1178"/>
                </a:lnTo>
                <a:lnTo>
                  <a:pt x="1931" y="1204"/>
                </a:lnTo>
                <a:lnTo>
                  <a:pt x="1935" y="1235"/>
                </a:lnTo>
                <a:lnTo>
                  <a:pt x="1946" y="1260"/>
                </a:lnTo>
                <a:lnTo>
                  <a:pt x="1959" y="1282"/>
                </a:lnTo>
                <a:lnTo>
                  <a:pt x="1977" y="1302"/>
                </a:lnTo>
                <a:lnTo>
                  <a:pt x="1997" y="1318"/>
                </a:lnTo>
                <a:lnTo>
                  <a:pt x="2019" y="1333"/>
                </a:lnTo>
                <a:lnTo>
                  <a:pt x="2039" y="1346"/>
                </a:lnTo>
                <a:lnTo>
                  <a:pt x="2060" y="1360"/>
                </a:lnTo>
                <a:lnTo>
                  <a:pt x="2159" y="1433"/>
                </a:lnTo>
                <a:lnTo>
                  <a:pt x="2248" y="1509"/>
                </a:lnTo>
                <a:lnTo>
                  <a:pt x="2328" y="1588"/>
                </a:lnTo>
                <a:lnTo>
                  <a:pt x="2400" y="1671"/>
                </a:lnTo>
                <a:lnTo>
                  <a:pt x="2464" y="1757"/>
                </a:lnTo>
                <a:lnTo>
                  <a:pt x="2522" y="1844"/>
                </a:lnTo>
                <a:lnTo>
                  <a:pt x="2571" y="1933"/>
                </a:lnTo>
                <a:lnTo>
                  <a:pt x="2613" y="2026"/>
                </a:lnTo>
                <a:lnTo>
                  <a:pt x="2649" y="2118"/>
                </a:lnTo>
                <a:lnTo>
                  <a:pt x="2679" y="2211"/>
                </a:lnTo>
                <a:lnTo>
                  <a:pt x="2704" y="2304"/>
                </a:lnTo>
                <a:lnTo>
                  <a:pt x="2722" y="2398"/>
                </a:lnTo>
                <a:lnTo>
                  <a:pt x="2737" y="2493"/>
                </a:lnTo>
                <a:lnTo>
                  <a:pt x="2746" y="2586"/>
                </a:lnTo>
                <a:lnTo>
                  <a:pt x="2751" y="2677"/>
                </a:lnTo>
                <a:lnTo>
                  <a:pt x="2753" y="2768"/>
                </a:lnTo>
                <a:lnTo>
                  <a:pt x="2751" y="2857"/>
                </a:lnTo>
                <a:lnTo>
                  <a:pt x="2746" y="2942"/>
                </a:lnTo>
                <a:lnTo>
                  <a:pt x="2739" y="3028"/>
                </a:lnTo>
                <a:lnTo>
                  <a:pt x="2728" y="3108"/>
                </a:lnTo>
                <a:lnTo>
                  <a:pt x="2715" y="3186"/>
                </a:lnTo>
                <a:lnTo>
                  <a:pt x="2702" y="3260"/>
                </a:lnTo>
                <a:lnTo>
                  <a:pt x="2688" y="3331"/>
                </a:lnTo>
                <a:lnTo>
                  <a:pt x="2671" y="3397"/>
                </a:lnTo>
                <a:lnTo>
                  <a:pt x="2657" y="3458"/>
                </a:lnTo>
                <a:lnTo>
                  <a:pt x="2640" y="3515"/>
                </a:lnTo>
                <a:lnTo>
                  <a:pt x="2624" y="3564"/>
                </a:lnTo>
                <a:lnTo>
                  <a:pt x="2609" y="3609"/>
                </a:lnTo>
                <a:lnTo>
                  <a:pt x="2597" y="3648"/>
                </a:lnTo>
                <a:lnTo>
                  <a:pt x="2584" y="3680"/>
                </a:lnTo>
                <a:lnTo>
                  <a:pt x="2573" y="3704"/>
                </a:lnTo>
                <a:lnTo>
                  <a:pt x="2566" y="3722"/>
                </a:lnTo>
                <a:lnTo>
                  <a:pt x="2560" y="3733"/>
                </a:lnTo>
                <a:lnTo>
                  <a:pt x="2533" y="3764"/>
                </a:lnTo>
                <a:lnTo>
                  <a:pt x="2499" y="3789"/>
                </a:lnTo>
                <a:lnTo>
                  <a:pt x="2459" y="3811"/>
                </a:lnTo>
                <a:lnTo>
                  <a:pt x="2415" y="3829"/>
                </a:lnTo>
                <a:lnTo>
                  <a:pt x="2368" y="3844"/>
                </a:lnTo>
                <a:lnTo>
                  <a:pt x="2319" y="3855"/>
                </a:lnTo>
                <a:lnTo>
                  <a:pt x="2269" y="3862"/>
                </a:lnTo>
                <a:lnTo>
                  <a:pt x="2220" y="3868"/>
                </a:lnTo>
                <a:lnTo>
                  <a:pt x="2133" y="3873"/>
                </a:lnTo>
                <a:lnTo>
                  <a:pt x="2046" y="3873"/>
                </a:lnTo>
                <a:lnTo>
                  <a:pt x="1959" y="3868"/>
                </a:lnTo>
                <a:lnTo>
                  <a:pt x="1871" y="3855"/>
                </a:lnTo>
                <a:lnTo>
                  <a:pt x="1784" y="3838"/>
                </a:lnTo>
                <a:lnTo>
                  <a:pt x="1699" y="3818"/>
                </a:lnTo>
                <a:lnTo>
                  <a:pt x="1613" y="3795"/>
                </a:lnTo>
                <a:lnTo>
                  <a:pt x="1531" y="3768"/>
                </a:lnTo>
                <a:lnTo>
                  <a:pt x="1449" y="3737"/>
                </a:lnTo>
                <a:lnTo>
                  <a:pt x="1369" y="3704"/>
                </a:lnTo>
                <a:lnTo>
                  <a:pt x="1293" y="3669"/>
                </a:lnTo>
                <a:lnTo>
                  <a:pt x="1219" y="3635"/>
                </a:lnTo>
                <a:lnTo>
                  <a:pt x="1146" y="3597"/>
                </a:lnTo>
                <a:lnTo>
                  <a:pt x="1079" y="3560"/>
                </a:lnTo>
                <a:lnTo>
                  <a:pt x="1015" y="3524"/>
                </a:lnTo>
                <a:lnTo>
                  <a:pt x="953" y="3488"/>
                </a:lnTo>
                <a:lnTo>
                  <a:pt x="899" y="3453"/>
                </a:lnTo>
                <a:lnTo>
                  <a:pt x="846" y="3420"/>
                </a:lnTo>
                <a:lnTo>
                  <a:pt x="800" y="3389"/>
                </a:lnTo>
                <a:lnTo>
                  <a:pt x="759" y="3360"/>
                </a:lnTo>
                <a:lnTo>
                  <a:pt x="722" y="3335"/>
                </a:lnTo>
                <a:lnTo>
                  <a:pt x="693" y="3313"/>
                </a:lnTo>
                <a:lnTo>
                  <a:pt x="669" y="3297"/>
                </a:lnTo>
                <a:lnTo>
                  <a:pt x="653" y="3284"/>
                </a:lnTo>
                <a:lnTo>
                  <a:pt x="642" y="3275"/>
                </a:lnTo>
                <a:lnTo>
                  <a:pt x="640" y="3273"/>
                </a:lnTo>
                <a:lnTo>
                  <a:pt x="644" y="3277"/>
                </a:lnTo>
                <a:lnTo>
                  <a:pt x="562" y="3206"/>
                </a:lnTo>
                <a:lnTo>
                  <a:pt x="482" y="3124"/>
                </a:lnTo>
                <a:lnTo>
                  <a:pt x="402" y="3033"/>
                </a:lnTo>
                <a:lnTo>
                  <a:pt x="326" y="2935"/>
                </a:lnTo>
                <a:lnTo>
                  <a:pt x="255" y="2829"/>
                </a:lnTo>
                <a:lnTo>
                  <a:pt x="189" y="2718"/>
                </a:lnTo>
                <a:lnTo>
                  <a:pt x="131" y="2604"/>
                </a:lnTo>
                <a:lnTo>
                  <a:pt x="82" y="2484"/>
                </a:lnTo>
                <a:lnTo>
                  <a:pt x="40" y="2362"/>
                </a:lnTo>
                <a:lnTo>
                  <a:pt x="11" y="2240"/>
                </a:lnTo>
                <a:lnTo>
                  <a:pt x="0" y="2148"/>
                </a:lnTo>
                <a:lnTo>
                  <a:pt x="0" y="2057"/>
                </a:lnTo>
                <a:lnTo>
                  <a:pt x="9" y="1969"/>
                </a:lnTo>
                <a:lnTo>
                  <a:pt x="26" y="1886"/>
                </a:lnTo>
                <a:lnTo>
                  <a:pt x="51" y="1804"/>
                </a:lnTo>
                <a:lnTo>
                  <a:pt x="79" y="1729"/>
                </a:lnTo>
                <a:lnTo>
                  <a:pt x="111" y="1658"/>
                </a:lnTo>
                <a:lnTo>
                  <a:pt x="146" y="1595"/>
                </a:lnTo>
                <a:lnTo>
                  <a:pt x="180" y="1537"/>
                </a:lnTo>
                <a:lnTo>
                  <a:pt x="197" y="1513"/>
                </a:lnTo>
                <a:lnTo>
                  <a:pt x="217" y="1491"/>
                </a:lnTo>
                <a:lnTo>
                  <a:pt x="237" y="1471"/>
                </a:lnTo>
                <a:lnTo>
                  <a:pt x="259" y="1451"/>
                </a:lnTo>
                <a:lnTo>
                  <a:pt x="279" y="1429"/>
                </a:lnTo>
                <a:lnTo>
                  <a:pt x="300" y="1406"/>
                </a:lnTo>
                <a:lnTo>
                  <a:pt x="319" y="1380"/>
                </a:lnTo>
                <a:lnTo>
                  <a:pt x="335" y="1349"/>
                </a:lnTo>
                <a:lnTo>
                  <a:pt x="349" y="1313"/>
                </a:lnTo>
                <a:lnTo>
                  <a:pt x="359" y="1269"/>
                </a:lnTo>
                <a:lnTo>
                  <a:pt x="364" y="1220"/>
                </a:lnTo>
                <a:lnTo>
                  <a:pt x="368" y="1135"/>
                </a:lnTo>
                <a:lnTo>
                  <a:pt x="366" y="1058"/>
                </a:lnTo>
                <a:lnTo>
                  <a:pt x="364" y="989"/>
                </a:lnTo>
                <a:lnTo>
                  <a:pt x="360" y="929"/>
                </a:lnTo>
                <a:lnTo>
                  <a:pt x="357" y="877"/>
                </a:lnTo>
                <a:lnTo>
                  <a:pt x="353" y="831"/>
                </a:lnTo>
                <a:lnTo>
                  <a:pt x="353" y="789"/>
                </a:lnTo>
                <a:lnTo>
                  <a:pt x="355" y="755"/>
                </a:lnTo>
                <a:lnTo>
                  <a:pt x="359" y="724"/>
                </a:lnTo>
                <a:lnTo>
                  <a:pt x="369" y="698"/>
                </a:lnTo>
                <a:lnTo>
                  <a:pt x="384" y="675"/>
                </a:lnTo>
                <a:lnTo>
                  <a:pt x="406" y="653"/>
                </a:lnTo>
                <a:lnTo>
                  <a:pt x="435" y="635"/>
                </a:lnTo>
                <a:lnTo>
                  <a:pt x="473" y="617"/>
                </a:lnTo>
                <a:lnTo>
                  <a:pt x="520" y="600"/>
                </a:lnTo>
                <a:lnTo>
                  <a:pt x="559" y="591"/>
                </a:lnTo>
                <a:lnTo>
                  <a:pt x="593" y="591"/>
                </a:lnTo>
                <a:lnTo>
                  <a:pt x="624" y="598"/>
                </a:lnTo>
                <a:lnTo>
                  <a:pt x="651" y="615"/>
                </a:lnTo>
                <a:lnTo>
                  <a:pt x="677" y="635"/>
                </a:lnTo>
                <a:lnTo>
                  <a:pt x="699" y="664"/>
                </a:lnTo>
                <a:lnTo>
                  <a:pt x="717" y="697"/>
                </a:lnTo>
                <a:lnTo>
                  <a:pt x="733" y="733"/>
                </a:lnTo>
                <a:lnTo>
                  <a:pt x="748" y="775"/>
                </a:lnTo>
                <a:lnTo>
                  <a:pt x="760" y="818"/>
                </a:lnTo>
                <a:lnTo>
                  <a:pt x="769" y="866"/>
                </a:lnTo>
                <a:lnTo>
                  <a:pt x="777" y="915"/>
                </a:lnTo>
                <a:lnTo>
                  <a:pt x="782" y="964"/>
                </a:lnTo>
                <a:lnTo>
                  <a:pt x="788" y="1015"/>
                </a:lnTo>
                <a:lnTo>
                  <a:pt x="789" y="1066"/>
                </a:lnTo>
                <a:lnTo>
                  <a:pt x="791" y="1115"/>
                </a:lnTo>
                <a:lnTo>
                  <a:pt x="791" y="1164"/>
                </a:lnTo>
                <a:lnTo>
                  <a:pt x="791" y="1420"/>
                </a:lnTo>
                <a:lnTo>
                  <a:pt x="884" y="1224"/>
                </a:lnTo>
                <a:lnTo>
                  <a:pt x="942" y="1137"/>
                </a:lnTo>
                <a:lnTo>
                  <a:pt x="1008" y="1053"/>
                </a:lnTo>
                <a:lnTo>
                  <a:pt x="1080" y="969"/>
                </a:lnTo>
                <a:lnTo>
                  <a:pt x="1160" y="893"/>
                </a:lnTo>
                <a:lnTo>
                  <a:pt x="1248" y="820"/>
                </a:lnTo>
                <a:lnTo>
                  <a:pt x="1339" y="757"/>
                </a:lnTo>
                <a:lnTo>
                  <a:pt x="1433" y="700"/>
                </a:lnTo>
                <a:lnTo>
                  <a:pt x="1531" y="657"/>
                </a:lnTo>
                <a:lnTo>
                  <a:pt x="1573" y="642"/>
                </a:lnTo>
                <a:lnTo>
                  <a:pt x="1622" y="628"/>
                </a:lnTo>
                <a:lnTo>
                  <a:pt x="1679" y="613"/>
                </a:lnTo>
                <a:lnTo>
                  <a:pt x="1737" y="600"/>
                </a:lnTo>
                <a:lnTo>
                  <a:pt x="1800" y="588"/>
                </a:lnTo>
                <a:lnTo>
                  <a:pt x="1866" y="577"/>
                </a:lnTo>
                <a:lnTo>
                  <a:pt x="1931" y="568"/>
                </a:lnTo>
                <a:lnTo>
                  <a:pt x="1999" y="562"/>
                </a:lnTo>
                <a:lnTo>
                  <a:pt x="2062" y="557"/>
                </a:lnTo>
                <a:lnTo>
                  <a:pt x="2122" y="555"/>
                </a:lnTo>
                <a:close/>
                <a:moveTo>
                  <a:pt x="1200" y="0"/>
                </a:moveTo>
                <a:lnTo>
                  <a:pt x="1231" y="2"/>
                </a:lnTo>
                <a:lnTo>
                  <a:pt x="1257" y="8"/>
                </a:lnTo>
                <a:lnTo>
                  <a:pt x="1277" y="18"/>
                </a:lnTo>
                <a:lnTo>
                  <a:pt x="1291" y="31"/>
                </a:lnTo>
                <a:lnTo>
                  <a:pt x="1300" y="48"/>
                </a:lnTo>
                <a:lnTo>
                  <a:pt x="1308" y="68"/>
                </a:lnTo>
                <a:lnTo>
                  <a:pt x="1311" y="89"/>
                </a:lnTo>
                <a:lnTo>
                  <a:pt x="1315" y="111"/>
                </a:lnTo>
                <a:lnTo>
                  <a:pt x="1315" y="137"/>
                </a:lnTo>
                <a:lnTo>
                  <a:pt x="1317" y="160"/>
                </a:lnTo>
                <a:lnTo>
                  <a:pt x="1320" y="186"/>
                </a:lnTo>
                <a:lnTo>
                  <a:pt x="1324" y="208"/>
                </a:lnTo>
                <a:lnTo>
                  <a:pt x="1329" y="229"/>
                </a:lnTo>
                <a:lnTo>
                  <a:pt x="1339" y="249"/>
                </a:lnTo>
                <a:lnTo>
                  <a:pt x="1349" y="266"/>
                </a:lnTo>
                <a:lnTo>
                  <a:pt x="1364" y="278"/>
                </a:lnTo>
                <a:lnTo>
                  <a:pt x="1375" y="278"/>
                </a:lnTo>
                <a:lnTo>
                  <a:pt x="1389" y="278"/>
                </a:lnTo>
                <a:lnTo>
                  <a:pt x="1400" y="280"/>
                </a:lnTo>
                <a:lnTo>
                  <a:pt x="1420" y="246"/>
                </a:lnTo>
                <a:lnTo>
                  <a:pt x="1439" y="209"/>
                </a:lnTo>
                <a:lnTo>
                  <a:pt x="1455" y="173"/>
                </a:lnTo>
                <a:lnTo>
                  <a:pt x="1471" y="138"/>
                </a:lnTo>
                <a:lnTo>
                  <a:pt x="1489" y="104"/>
                </a:lnTo>
                <a:lnTo>
                  <a:pt x="1511" y="71"/>
                </a:lnTo>
                <a:lnTo>
                  <a:pt x="1537" y="42"/>
                </a:lnTo>
                <a:lnTo>
                  <a:pt x="1568" y="18"/>
                </a:lnTo>
                <a:lnTo>
                  <a:pt x="1600" y="22"/>
                </a:lnTo>
                <a:lnTo>
                  <a:pt x="1626" y="29"/>
                </a:lnTo>
                <a:lnTo>
                  <a:pt x="1646" y="44"/>
                </a:lnTo>
                <a:lnTo>
                  <a:pt x="1659" y="62"/>
                </a:lnTo>
                <a:lnTo>
                  <a:pt x="1668" y="82"/>
                </a:lnTo>
                <a:lnTo>
                  <a:pt x="1671" y="108"/>
                </a:lnTo>
                <a:lnTo>
                  <a:pt x="1673" y="133"/>
                </a:lnTo>
                <a:lnTo>
                  <a:pt x="1669" y="162"/>
                </a:lnTo>
                <a:lnTo>
                  <a:pt x="1664" y="191"/>
                </a:lnTo>
                <a:lnTo>
                  <a:pt x="1657" y="220"/>
                </a:lnTo>
                <a:lnTo>
                  <a:pt x="1649" y="249"/>
                </a:lnTo>
                <a:lnTo>
                  <a:pt x="1640" y="278"/>
                </a:lnTo>
                <a:lnTo>
                  <a:pt x="1633" y="304"/>
                </a:lnTo>
                <a:lnTo>
                  <a:pt x="1626" y="329"/>
                </a:lnTo>
                <a:lnTo>
                  <a:pt x="1620" y="349"/>
                </a:lnTo>
                <a:lnTo>
                  <a:pt x="1666" y="408"/>
                </a:lnTo>
                <a:lnTo>
                  <a:pt x="1717" y="458"/>
                </a:lnTo>
                <a:lnTo>
                  <a:pt x="1771" y="502"/>
                </a:lnTo>
                <a:lnTo>
                  <a:pt x="1773" y="504"/>
                </a:lnTo>
                <a:lnTo>
                  <a:pt x="1773" y="508"/>
                </a:lnTo>
                <a:lnTo>
                  <a:pt x="1775" y="511"/>
                </a:lnTo>
                <a:lnTo>
                  <a:pt x="1775" y="515"/>
                </a:lnTo>
                <a:lnTo>
                  <a:pt x="1777" y="517"/>
                </a:lnTo>
                <a:lnTo>
                  <a:pt x="1686" y="535"/>
                </a:lnTo>
                <a:lnTo>
                  <a:pt x="1604" y="557"/>
                </a:lnTo>
                <a:lnTo>
                  <a:pt x="1529" y="580"/>
                </a:lnTo>
                <a:lnTo>
                  <a:pt x="1462" y="606"/>
                </a:lnTo>
                <a:lnTo>
                  <a:pt x="1400" y="635"/>
                </a:lnTo>
                <a:lnTo>
                  <a:pt x="1342" y="666"/>
                </a:lnTo>
                <a:lnTo>
                  <a:pt x="1289" y="700"/>
                </a:lnTo>
                <a:lnTo>
                  <a:pt x="1239" y="735"/>
                </a:lnTo>
                <a:lnTo>
                  <a:pt x="1189" y="773"/>
                </a:lnTo>
                <a:lnTo>
                  <a:pt x="1140" y="813"/>
                </a:lnTo>
                <a:lnTo>
                  <a:pt x="1091" y="857"/>
                </a:lnTo>
                <a:lnTo>
                  <a:pt x="1039" y="908"/>
                </a:lnTo>
                <a:lnTo>
                  <a:pt x="995" y="958"/>
                </a:lnTo>
                <a:lnTo>
                  <a:pt x="955" y="1009"/>
                </a:lnTo>
                <a:lnTo>
                  <a:pt x="919" y="1060"/>
                </a:lnTo>
                <a:lnTo>
                  <a:pt x="880" y="1111"/>
                </a:lnTo>
                <a:lnTo>
                  <a:pt x="877" y="1115"/>
                </a:lnTo>
                <a:lnTo>
                  <a:pt x="871" y="1124"/>
                </a:lnTo>
                <a:lnTo>
                  <a:pt x="866" y="1135"/>
                </a:lnTo>
                <a:lnTo>
                  <a:pt x="860" y="1146"/>
                </a:lnTo>
                <a:lnTo>
                  <a:pt x="855" y="1153"/>
                </a:lnTo>
                <a:lnTo>
                  <a:pt x="851" y="1157"/>
                </a:lnTo>
                <a:lnTo>
                  <a:pt x="855" y="1100"/>
                </a:lnTo>
                <a:lnTo>
                  <a:pt x="855" y="1038"/>
                </a:lnTo>
                <a:lnTo>
                  <a:pt x="851" y="977"/>
                </a:lnTo>
                <a:lnTo>
                  <a:pt x="844" y="913"/>
                </a:lnTo>
                <a:lnTo>
                  <a:pt x="835" y="853"/>
                </a:lnTo>
                <a:lnTo>
                  <a:pt x="826" y="798"/>
                </a:lnTo>
                <a:lnTo>
                  <a:pt x="813" y="751"/>
                </a:lnTo>
                <a:lnTo>
                  <a:pt x="800" y="713"/>
                </a:lnTo>
                <a:lnTo>
                  <a:pt x="809" y="698"/>
                </a:lnTo>
                <a:lnTo>
                  <a:pt x="822" y="678"/>
                </a:lnTo>
                <a:lnTo>
                  <a:pt x="837" y="658"/>
                </a:lnTo>
                <a:lnTo>
                  <a:pt x="853" y="637"/>
                </a:lnTo>
                <a:lnTo>
                  <a:pt x="869" y="615"/>
                </a:lnTo>
                <a:lnTo>
                  <a:pt x="882" y="593"/>
                </a:lnTo>
                <a:lnTo>
                  <a:pt x="891" y="573"/>
                </a:lnTo>
                <a:lnTo>
                  <a:pt x="897" y="555"/>
                </a:lnTo>
                <a:lnTo>
                  <a:pt x="897" y="540"/>
                </a:lnTo>
                <a:lnTo>
                  <a:pt x="840" y="511"/>
                </a:lnTo>
                <a:lnTo>
                  <a:pt x="788" y="484"/>
                </a:lnTo>
                <a:lnTo>
                  <a:pt x="742" y="460"/>
                </a:lnTo>
                <a:lnTo>
                  <a:pt x="704" y="437"/>
                </a:lnTo>
                <a:lnTo>
                  <a:pt x="669" y="415"/>
                </a:lnTo>
                <a:lnTo>
                  <a:pt x="644" y="393"/>
                </a:lnTo>
                <a:lnTo>
                  <a:pt x="624" y="371"/>
                </a:lnTo>
                <a:lnTo>
                  <a:pt x="613" y="348"/>
                </a:lnTo>
                <a:lnTo>
                  <a:pt x="609" y="320"/>
                </a:lnTo>
                <a:lnTo>
                  <a:pt x="615" y="291"/>
                </a:lnTo>
                <a:lnTo>
                  <a:pt x="628" y="258"/>
                </a:lnTo>
                <a:lnTo>
                  <a:pt x="646" y="233"/>
                </a:lnTo>
                <a:lnTo>
                  <a:pt x="666" y="215"/>
                </a:lnTo>
                <a:lnTo>
                  <a:pt x="691" y="206"/>
                </a:lnTo>
                <a:lnTo>
                  <a:pt x="720" y="202"/>
                </a:lnTo>
                <a:lnTo>
                  <a:pt x="755" y="206"/>
                </a:lnTo>
                <a:lnTo>
                  <a:pt x="793" y="215"/>
                </a:lnTo>
                <a:lnTo>
                  <a:pt x="837" y="231"/>
                </a:lnTo>
                <a:lnTo>
                  <a:pt x="886" y="251"/>
                </a:lnTo>
                <a:lnTo>
                  <a:pt x="940" y="277"/>
                </a:lnTo>
                <a:lnTo>
                  <a:pt x="1000" y="308"/>
                </a:lnTo>
                <a:lnTo>
                  <a:pt x="1066" y="340"/>
                </a:lnTo>
                <a:lnTo>
                  <a:pt x="1137" y="378"/>
                </a:lnTo>
                <a:lnTo>
                  <a:pt x="1144" y="375"/>
                </a:lnTo>
                <a:lnTo>
                  <a:pt x="1142" y="338"/>
                </a:lnTo>
                <a:lnTo>
                  <a:pt x="1137" y="302"/>
                </a:lnTo>
                <a:lnTo>
                  <a:pt x="1129" y="264"/>
                </a:lnTo>
                <a:lnTo>
                  <a:pt x="1122" y="228"/>
                </a:lnTo>
                <a:lnTo>
                  <a:pt x="1115" y="189"/>
                </a:lnTo>
                <a:lnTo>
                  <a:pt x="1109" y="155"/>
                </a:lnTo>
                <a:lnTo>
                  <a:pt x="1106" y="120"/>
                </a:lnTo>
                <a:lnTo>
                  <a:pt x="1106" y="89"/>
                </a:lnTo>
                <a:lnTo>
                  <a:pt x="1111" y="62"/>
                </a:lnTo>
                <a:lnTo>
                  <a:pt x="1120" y="38"/>
                </a:lnTo>
                <a:lnTo>
                  <a:pt x="1137" y="18"/>
                </a:lnTo>
                <a:lnTo>
                  <a:pt x="1160" y="4"/>
                </a:lnTo>
                <a:lnTo>
                  <a:pt x="120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5315145" y="2476102"/>
            <a:ext cx="369951" cy="194585"/>
          </a:xfrm>
          <a:custGeom>
            <a:avLst/>
            <a:gdLst/>
            <a:ahLst/>
            <a:cxnLst/>
            <a:rect l="l" t="t" r="r" b="b"/>
            <a:pathLst>
              <a:path w="4436" h="3111" extrusionOk="0">
                <a:moveTo>
                  <a:pt x="951" y="956"/>
                </a:moveTo>
                <a:lnTo>
                  <a:pt x="1005" y="964"/>
                </a:lnTo>
                <a:lnTo>
                  <a:pt x="1056" y="978"/>
                </a:lnTo>
                <a:lnTo>
                  <a:pt x="1104" y="1002"/>
                </a:lnTo>
                <a:lnTo>
                  <a:pt x="1144" y="1029"/>
                </a:lnTo>
                <a:lnTo>
                  <a:pt x="1182" y="1064"/>
                </a:lnTo>
                <a:lnTo>
                  <a:pt x="1213" y="1104"/>
                </a:lnTo>
                <a:lnTo>
                  <a:pt x="1240" y="1147"/>
                </a:lnTo>
                <a:lnTo>
                  <a:pt x="1264" y="1196"/>
                </a:lnTo>
                <a:lnTo>
                  <a:pt x="1282" y="1245"/>
                </a:lnTo>
                <a:lnTo>
                  <a:pt x="1295" y="1298"/>
                </a:lnTo>
                <a:lnTo>
                  <a:pt x="1302" y="1351"/>
                </a:lnTo>
                <a:lnTo>
                  <a:pt x="1304" y="1404"/>
                </a:lnTo>
                <a:lnTo>
                  <a:pt x="1302" y="1458"/>
                </a:lnTo>
                <a:lnTo>
                  <a:pt x="1293" y="1509"/>
                </a:lnTo>
                <a:lnTo>
                  <a:pt x="1280" y="1560"/>
                </a:lnTo>
                <a:lnTo>
                  <a:pt x="1262" y="1605"/>
                </a:lnTo>
                <a:lnTo>
                  <a:pt x="1236" y="1649"/>
                </a:lnTo>
                <a:lnTo>
                  <a:pt x="1207" y="1689"/>
                </a:lnTo>
                <a:lnTo>
                  <a:pt x="1173" y="1724"/>
                </a:lnTo>
                <a:lnTo>
                  <a:pt x="1131" y="1751"/>
                </a:lnTo>
                <a:lnTo>
                  <a:pt x="1084" y="1773"/>
                </a:lnTo>
                <a:lnTo>
                  <a:pt x="1033" y="1787"/>
                </a:lnTo>
                <a:lnTo>
                  <a:pt x="976" y="1793"/>
                </a:lnTo>
                <a:lnTo>
                  <a:pt x="922" y="1785"/>
                </a:lnTo>
                <a:lnTo>
                  <a:pt x="871" y="1771"/>
                </a:lnTo>
                <a:lnTo>
                  <a:pt x="822" y="1747"/>
                </a:lnTo>
                <a:lnTo>
                  <a:pt x="778" y="1715"/>
                </a:lnTo>
                <a:lnTo>
                  <a:pt x="738" y="1676"/>
                </a:lnTo>
                <a:lnTo>
                  <a:pt x="702" y="1633"/>
                </a:lnTo>
                <a:lnTo>
                  <a:pt x="671" y="1584"/>
                </a:lnTo>
                <a:lnTo>
                  <a:pt x="645" y="1531"/>
                </a:lnTo>
                <a:lnTo>
                  <a:pt x="627" y="1475"/>
                </a:lnTo>
                <a:lnTo>
                  <a:pt x="615" y="1418"/>
                </a:lnTo>
                <a:lnTo>
                  <a:pt x="609" y="1360"/>
                </a:lnTo>
                <a:lnTo>
                  <a:pt x="611" y="1300"/>
                </a:lnTo>
                <a:lnTo>
                  <a:pt x="620" y="1244"/>
                </a:lnTo>
                <a:lnTo>
                  <a:pt x="636" y="1185"/>
                </a:lnTo>
                <a:lnTo>
                  <a:pt x="656" y="1135"/>
                </a:lnTo>
                <a:lnTo>
                  <a:pt x="680" y="1093"/>
                </a:lnTo>
                <a:lnTo>
                  <a:pt x="709" y="1056"/>
                </a:lnTo>
                <a:lnTo>
                  <a:pt x="744" y="1027"/>
                </a:lnTo>
                <a:lnTo>
                  <a:pt x="785" y="1002"/>
                </a:lnTo>
                <a:lnTo>
                  <a:pt x="835" y="978"/>
                </a:lnTo>
                <a:lnTo>
                  <a:pt x="893" y="960"/>
                </a:lnTo>
                <a:lnTo>
                  <a:pt x="951" y="956"/>
                </a:lnTo>
                <a:close/>
                <a:moveTo>
                  <a:pt x="3504" y="955"/>
                </a:moveTo>
                <a:lnTo>
                  <a:pt x="3564" y="958"/>
                </a:lnTo>
                <a:lnTo>
                  <a:pt x="3616" y="969"/>
                </a:lnTo>
                <a:lnTo>
                  <a:pt x="3664" y="987"/>
                </a:lnTo>
                <a:lnTo>
                  <a:pt x="3705" y="1011"/>
                </a:lnTo>
                <a:lnTo>
                  <a:pt x="3742" y="1040"/>
                </a:lnTo>
                <a:lnTo>
                  <a:pt x="3773" y="1075"/>
                </a:lnTo>
                <a:lnTo>
                  <a:pt x="3798" y="1113"/>
                </a:lnTo>
                <a:lnTo>
                  <a:pt x="3818" y="1155"/>
                </a:lnTo>
                <a:lnTo>
                  <a:pt x="3835" y="1200"/>
                </a:lnTo>
                <a:lnTo>
                  <a:pt x="3845" y="1247"/>
                </a:lnTo>
                <a:lnTo>
                  <a:pt x="3853" y="1296"/>
                </a:lnTo>
                <a:lnTo>
                  <a:pt x="3853" y="1347"/>
                </a:lnTo>
                <a:lnTo>
                  <a:pt x="3851" y="1396"/>
                </a:lnTo>
                <a:lnTo>
                  <a:pt x="3844" y="1447"/>
                </a:lnTo>
                <a:lnTo>
                  <a:pt x="3833" y="1496"/>
                </a:lnTo>
                <a:lnTo>
                  <a:pt x="3818" y="1544"/>
                </a:lnTo>
                <a:lnTo>
                  <a:pt x="3798" y="1589"/>
                </a:lnTo>
                <a:lnTo>
                  <a:pt x="3775" y="1633"/>
                </a:lnTo>
                <a:lnTo>
                  <a:pt x="3749" y="1671"/>
                </a:lnTo>
                <a:lnTo>
                  <a:pt x="3718" y="1705"/>
                </a:lnTo>
                <a:lnTo>
                  <a:pt x="3685" y="1736"/>
                </a:lnTo>
                <a:lnTo>
                  <a:pt x="3649" y="1760"/>
                </a:lnTo>
                <a:lnTo>
                  <a:pt x="3609" y="1778"/>
                </a:lnTo>
                <a:lnTo>
                  <a:pt x="3565" y="1791"/>
                </a:lnTo>
                <a:lnTo>
                  <a:pt x="3520" y="1795"/>
                </a:lnTo>
                <a:lnTo>
                  <a:pt x="3473" y="1791"/>
                </a:lnTo>
                <a:lnTo>
                  <a:pt x="3413" y="1776"/>
                </a:lnTo>
                <a:lnTo>
                  <a:pt x="3360" y="1755"/>
                </a:lnTo>
                <a:lnTo>
                  <a:pt x="3313" y="1724"/>
                </a:lnTo>
                <a:lnTo>
                  <a:pt x="3271" y="1687"/>
                </a:lnTo>
                <a:lnTo>
                  <a:pt x="3235" y="1644"/>
                </a:lnTo>
                <a:lnTo>
                  <a:pt x="3205" y="1596"/>
                </a:lnTo>
                <a:lnTo>
                  <a:pt x="3184" y="1544"/>
                </a:lnTo>
                <a:lnTo>
                  <a:pt x="3169" y="1487"/>
                </a:lnTo>
                <a:lnTo>
                  <a:pt x="3160" y="1427"/>
                </a:lnTo>
                <a:lnTo>
                  <a:pt x="3160" y="1365"/>
                </a:lnTo>
                <a:lnTo>
                  <a:pt x="3167" y="1302"/>
                </a:lnTo>
                <a:lnTo>
                  <a:pt x="3184" y="1238"/>
                </a:lnTo>
                <a:lnTo>
                  <a:pt x="3207" y="1175"/>
                </a:lnTo>
                <a:lnTo>
                  <a:pt x="3233" y="1127"/>
                </a:lnTo>
                <a:lnTo>
                  <a:pt x="3260" y="1087"/>
                </a:lnTo>
                <a:lnTo>
                  <a:pt x="3291" y="1053"/>
                </a:lnTo>
                <a:lnTo>
                  <a:pt x="3325" y="1027"/>
                </a:lnTo>
                <a:lnTo>
                  <a:pt x="3362" y="1004"/>
                </a:lnTo>
                <a:lnTo>
                  <a:pt x="3405" y="985"/>
                </a:lnTo>
                <a:lnTo>
                  <a:pt x="3451" y="969"/>
                </a:lnTo>
                <a:lnTo>
                  <a:pt x="3504" y="955"/>
                </a:lnTo>
                <a:close/>
                <a:moveTo>
                  <a:pt x="2253" y="0"/>
                </a:moveTo>
                <a:lnTo>
                  <a:pt x="2318" y="2"/>
                </a:lnTo>
                <a:lnTo>
                  <a:pt x="2378" y="9"/>
                </a:lnTo>
                <a:lnTo>
                  <a:pt x="2433" y="22"/>
                </a:lnTo>
                <a:lnTo>
                  <a:pt x="2482" y="38"/>
                </a:lnTo>
                <a:lnTo>
                  <a:pt x="2529" y="58"/>
                </a:lnTo>
                <a:lnTo>
                  <a:pt x="2571" y="80"/>
                </a:lnTo>
                <a:lnTo>
                  <a:pt x="2613" y="102"/>
                </a:lnTo>
                <a:lnTo>
                  <a:pt x="2653" y="127"/>
                </a:lnTo>
                <a:lnTo>
                  <a:pt x="2693" y="151"/>
                </a:lnTo>
                <a:lnTo>
                  <a:pt x="2735" y="175"/>
                </a:lnTo>
                <a:lnTo>
                  <a:pt x="2776" y="196"/>
                </a:lnTo>
                <a:lnTo>
                  <a:pt x="2822" y="216"/>
                </a:lnTo>
                <a:lnTo>
                  <a:pt x="2871" y="233"/>
                </a:lnTo>
                <a:lnTo>
                  <a:pt x="2924" y="247"/>
                </a:lnTo>
                <a:lnTo>
                  <a:pt x="2982" y="255"/>
                </a:lnTo>
                <a:lnTo>
                  <a:pt x="3042" y="253"/>
                </a:lnTo>
                <a:lnTo>
                  <a:pt x="3100" y="245"/>
                </a:lnTo>
                <a:lnTo>
                  <a:pt x="3158" y="233"/>
                </a:lnTo>
                <a:lnTo>
                  <a:pt x="3215" y="218"/>
                </a:lnTo>
                <a:lnTo>
                  <a:pt x="3267" y="204"/>
                </a:lnTo>
                <a:lnTo>
                  <a:pt x="3316" y="191"/>
                </a:lnTo>
                <a:lnTo>
                  <a:pt x="3393" y="175"/>
                </a:lnTo>
                <a:lnTo>
                  <a:pt x="3473" y="162"/>
                </a:lnTo>
                <a:lnTo>
                  <a:pt x="3556" y="155"/>
                </a:lnTo>
                <a:lnTo>
                  <a:pt x="3642" y="153"/>
                </a:lnTo>
                <a:lnTo>
                  <a:pt x="3727" y="156"/>
                </a:lnTo>
                <a:lnTo>
                  <a:pt x="3809" y="164"/>
                </a:lnTo>
                <a:lnTo>
                  <a:pt x="3887" y="176"/>
                </a:lnTo>
                <a:lnTo>
                  <a:pt x="3960" y="195"/>
                </a:lnTo>
                <a:lnTo>
                  <a:pt x="4022" y="216"/>
                </a:lnTo>
                <a:lnTo>
                  <a:pt x="4082" y="240"/>
                </a:lnTo>
                <a:lnTo>
                  <a:pt x="4138" y="269"/>
                </a:lnTo>
                <a:lnTo>
                  <a:pt x="4193" y="300"/>
                </a:lnTo>
                <a:lnTo>
                  <a:pt x="4244" y="335"/>
                </a:lnTo>
                <a:lnTo>
                  <a:pt x="4289" y="375"/>
                </a:lnTo>
                <a:lnTo>
                  <a:pt x="4329" y="418"/>
                </a:lnTo>
                <a:lnTo>
                  <a:pt x="4364" y="467"/>
                </a:lnTo>
                <a:lnTo>
                  <a:pt x="4398" y="533"/>
                </a:lnTo>
                <a:lnTo>
                  <a:pt x="4420" y="602"/>
                </a:lnTo>
                <a:lnTo>
                  <a:pt x="4433" y="671"/>
                </a:lnTo>
                <a:lnTo>
                  <a:pt x="4436" y="742"/>
                </a:lnTo>
                <a:lnTo>
                  <a:pt x="4431" y="813"/>
                </a:lnTo>
                <a:lnTo>
                  <a:pt x="4418" y="884"/>
                </a:lnTo>
                <a:lnTo>
                  <a:pt x="4398" y="955"/>
                </a:lnTo>
                <a:lnTo>
                  <a:pt x="4371" y="1024"/>
                </a:lnTo>
                <a:lnTo>
                  <a:pt x="4340" y="1091"/>
                </a:lnTo>
                <a:lnTo>
                  <a:pt x="4304" y="1158"/>
                </a:lnTo>
                <a:lnTo>
                  <a:pt x="4265" y="1222"/>
                </a:lnTo>
                <a:lnTo>
                  <a:pt x="4222" y="1284"/>
                </a:lnTo>
                <a:lnTo>
                  <a:pt x="4178" y="1342"/>
                </a:lnTo>
                <a:lnTo>
                  <a:pt x="4133" y="1396"/>
                </a:lnTo>
                <a:lnTo>
                  <a:pt x="4087" y="1445"/>
                </a:lnTo>
                <a:lnTo>
                  <a:pt x="4042" y="1491"/>
                </a:lnTo>
                <a:lnTo>
                  <a:pt x="3996" y="1531"/>
                </a:lnTo>
                <a:lnTo>
                  <a:pt x="3955" y="1565"/>
                </a:lnTo>
                <a:lnTo>
                  <a:pt x="3916" y="1595"/>
                </a:lnTo>
                <a:lnTo>
                  <a:pt x="3904" y="1595"/>
                </a:lnTo>
                <a:lnTo>
                  <a:pt x="3904" y="1591"/>
                </a:lnTo>
                <a:lnTo>
                  <a:pt x="3924" y="1531"/>
                </a:lnTo>
                <a:lnTo>
                  <a:pt x="3936" y="1467"/>
                </a:lnTo>
                <a:lnTo>
                  <a:pt x="3944" y="1400"/>
                </a:lnTo>
                <a:lnTo>
                  <a:pt x="3944" y="1333"/>
                </a:lnTo>
                <a:lnTo>
                  <a:pt x="3940" y="1265"/>
                </a:lnTo>
                <a:lnTo>
                  <a:pt x="3933" y="1200"/>
                </a:lnTo>
                <a:lnTo>
                  <a:pt x="3918" y="1138"/>
                </a:lnTo>
                <a:lnTo>
                  <a:pt x="3902" y="1080"/>
                </a:lnTo>
                <a:lnTo>
                  <a:pt x="3880" y="1027"/>
                </a:lnTo>
                <a:lnTo>
                  <a:pt x="3880" y="1024"/>
                </a:lnTo>
                <a:lnTo>
                  <a:pt x="3916" y="1025"/>
                </a:lnTo>
                <a:lnTo>
                  <a:pt x="3955" y="1027"/>
                </a:lnTo>
                <a:lnTo>
                  <a:pt x="3993" y="1027"/>
                </a:lnTo>
                <a:lnTo>
                  <a:pt x="4033" y="1025"/>
                </a:lnTo>
                <a:lnTo>
                  <a:pt x="4071" y="1022"/>
                </a:lnTo>
                <a:lnTo>
                  <a:pt x="4107" y="1016"/>
                </a:lnTo>
                <a:lnTo>
                  <a:pt x="4140" y="1005"/>
                </a:lnTo>
                <a:lnTo>
                  <a:pt x="4171" y="993"/>
                </a:lnTo>
                <a:lnTo>
                  <a:pt x="4195" y="976"/>
                </a:lnTo>
                <a:lnTo>
                  <a:pt x="4213" y="955"/>
                </a:lnTo>
                <a:lnTo>
                  <a:pt x="4236" y="831"/>
                </a:lnTo>
                <a:lnTo>
                  <a:pt x="4242" y="775"/>
                </a:lnTo>
                <a:lnTo>
                  <a:pt x="4240" y="724"/>
                </a:lnTo>
                <a:lnTo>
                  <a:pt x="4231" y="676"/>
                </a:lnTo>
                <a:lnTo>
                  <a:pt x="4215" y="635"/>
                </a:lnTo>
                <a:lnTo>
                  <a:pt x="4193" y="596"/>
                </a:lnTo>
                <a:lnTo>
                  <a:pt x="4167" y="562"/>
                </a:lnTo>
                <a:lnTo>
                  <a:pt x="4136" y="533"/>
                </a:lnTo>
                <a:lnTo>
                  <a:pt x="4102" y="505"/>
                </a:lnTo>
                <a:lnTo>
                  <a:pt x="4065" y="484"/>
                </a:lnTo>
                <a:lnTo>
                  <a:pt x="4027" y="465"/>
                </a:lnTo>
                <a:lnTo>
                  <a:pt x="3987" y="451"/>
                </a:lnTo>
                <a:lnTo>
                  <a:pt x="3938" y="438"/>
                </a:lnTo>
                <a:lnTo>
                  <a:pt x="3884" y="427"/>
                </a:lnTo>
                <a:lnTo>
                  <a:pt x="3824" y="422"/>
                </a:lnTo>
                <a:lnTo>
                  <a:pt x="3762" y="418"/>
                </a:lnTo>
                <a:lnTo>
                  <a:pt x="3700" y="418"/>
                </a:lnTo>
                <a:lnTo>
                  <a:pt x="3640" y="424"/>
                </a:lnTo>
                <a:lnTo>
                  <a:pt x="3584" y="431"/>
                </a:lnTo>
                <a:lnTo>
                  <a:pt x="3500" y="449"/>
                </a:lnTo>
                <a:lnTo>
                  <a:pt x="3424" y="467"/>
                </a:lnTo>
                <a:lnTo>
                  <a:pt x="3351" y="491"/>
                </a:lnTo>
                <a:lnTo>
                  <a:pt x="3284" y="516"/>
                </a:lnTo>
                <a:lnTo>
                  <a:pt x="3222" y="547"/>
                </a:lnTo>
                <a:lnTo>
                  <a:pt x="3165" y="582"/>
                </a:lnTo>
                <a:lnTo>
                  <a:pt x="3113" y="622"/>
                </a:lnTo>
                <a:lnTo>
                  <a:pt x="3067" y="669"/>
                </a:lnTo>
                <a:lnTo>
                  <a:pt x="3025" y="720"/>
                </a:lnTo>
                <a:lnTo>
                  <a:pt x="2989" y="780"/>
                </a:lnTo>
                <a:lnTo>
                  <a:pt x="2958" y="845"/>
                </a:lnTo>
                <a:lnTo>
                  <a:pt x="2933" y="918"/>
                </a:lnTo>
                <a:lnTo>
                  <a:pt x="2913" y="993"/>
                </a:lnTo>
                <a:lnTo>
                  <a:pt x="2900" y="1069"/>
                </a:lnTo>
                <a:lnTo>
                  <a:pt x="2889" y="1151"/>
                </a:lnTo>
                <a:lnTo>
                  <a:pt x="2882" y="1231"/>
                </a:lnTo>
                <a:lnTo>
                  <a:pt x="2875" y="1315"/>
                </a:lnTo>
                <a:lnTo>
                  <a:pt x="2865" y="1396"/>
                </a:lnTo>
                <a:lnTo>
                  <a:pt x="2856" y="1476"/>
                </a:lnTo>
                <a:lnTo>
                  <a:pt x="2844" y="1555"/>
                </a:lnTo>
                <a:lnTo>
                  <a:pt x="2827" y="1629"/>
                </a:lnTo>
                <a:lnTo>
                  <a:pt x="2804" y="1698"/>
                </a:lnTo>
                <a:lnTo>
                  <a:pt x="2773" y="1775"/>
                </a:lnTo>
                <a:lnTo>
                  <a:pt x="2738" y="1847"/>
                </a:lnTo>
                <a:lnTo>
                  <a:pt x="2702" y="1918"/>
                </a:lnTo>
                <a:lnTo>
                  <a:pt x="2664" y="1987"/>
                </a:lnTo>
                <a:lnTo>
                  <a:pt x="2625" y="2056"/>
                </a:lnTo>
                <a:lnTo>
                  <a:pt x="2587" y="2124"/>
                </a:lnTo>
                <a:lnTo>
                  <a:pt x="2549" y="2193"/>
                </a:lnTo>
                <a:lnTo>
                  <a:pt x="2513" y="2264"/>
                </a:lnTo>
                <a:lnTo>
                  <a:pt x="2476" y="2335"/>
                </a:lnTo>
                <a:lnTo>
                  <a:pt x="2444" y="2409"/>
                </a:lnTo>
                <a:lnTo>
                  <a:pt x="2415" y="2485"/>
                </a:lnTo>
                <a:lnTo>
                  <a:pt x="2387" y="2565"/>
                </a:lnTo>
                <a:lnTo>
                  <a:pt x="2365" y="2649"/>
                </a:lnTo>
                <a:lnTo>
                  <a:pt x="2347" y="2738"/>
                </a:lnTo>
                <a:lnTo>
                  <a:pt x="2336" y="2833"/>
                </a:lnTo>
                <a:lnTo>
                  <a:pt x="2331" y="2933"/>
                </a:lnTo>
                <a:lnTo>
                  <a:pt x="2333" y="3038"/>
                </a:lnTo>
                <a:lnTo>
                  <a:pt x="2324" y="3056"/>
                </a:lnTo>
                <a:lnTo>
                  <a:pt x="2316" y="3071"/>
                </a:lnTo>
                <a:lnTo>
                  <a:pt x="2309" y="3084"/>
                </a:lnTo>
                <a:lnTo>
                  <a:pt x="2300" y="3095"/>
                </a:lnTo>
                <a:lnTo>
                  <a:pt x="2287" y="3104"/>
                </a:lnTo>
                <a:lnTo>
                  <a:pt x="2269" y="3109"/>
                </a:lnTo>
                <a:lnTo>
                  <a:pt x="2244" y="3111"/>
                </a:lnTo>
                <a:lnTo>
                  <a:pt x="2218" y="3109"/>
                </a:lnTo>
                <a:lnTo>
                  <a:pt x="2198" y="3104"/>
                </a:lnTo>
                <a:lnTo>
                  <a:pt x="2184" y="3096"/>
                </a:lnTo>
                <a:lnTo>
                  <a:pt x="2173" y="3085"/>
                </a:lnTo>
                <a:lnTo>
                  <a:pt x="2165" y="3073"/>
                </a:lnTo>
                <a:lnTo>
                  <a:pt x="2160" y="3060"/>
                </a:lnTo>
                <a:lnTo>
                  <a:pt x="2156" y="3047"/>
                </a:lnTo>
                <a:lnTo>
                  <a:pt x="2155" y="2942"/>
                </a:lnTo>
                <a:lnTo>
                  <a:pt x="2147" y="2844"/>
                </a:lnTo>
                <a:lnTo>
                  <a:pt x="2133" y="2749"/>
                </a:lnTo>
                <a:lnTo>
                  <a:pt x="2115" y="2662"/>
                </a:lnTo>
                <a:lnTo>
                  <a:pt x="2089" y="2578"/>
                </a:lnTo>
                <a:lnTo>
                  <a:pt x="2062" y="2498"/>
                </a:lnTo>
                <a:lnTo>
                  <a:pt x="2029" y="2424"/>
                </a:lnTo>
                <a:lnTo>
                  <a:pt x="1995" y="2349"/>
                </a:lnTo>
                <a:lnTo>
                  <a:pt x="1956" y="2278"/>
                </a:lnTo>
                <a:lnTo>
                  <a:pt x="1918" y="2209"/>
                </a:lnTo>
                <a:lnTo>
                  <a:pt x="1878" y="2142"/>
                </a:lnTo>
                <a:lnTo>
                  <a:pt x="1838" y="2073"/>
                </a:lnTo>
                <a:lnTo>
                  <a:pt x="1798" y="2005"/>
                </a:lnTo>
                <a:lnTo>
                  <a:pt x="1760" y="1936"/>
                </a:lnTo>
                <a:lnTo>
                  <a:pt x="1724" y="1865"/>
                </a:lnTo>
                <a:lnTo>
                  <a:pt x="1687" y="1795"/>
                </a:lnTo>
                <a:lnTo>
                  <a:pt x="1656" y="1720"/>
                </a:lnTo>
                <a:lnTo>
                  <a:pt x="1633" y="1653"/>
                </a:lnTo>
                <a:lnTo>
                  <a:pt x="1615" y="1584"/>
                </a:lnTo>
                <a:lnTo>
                  <a:pt x="1600" y="1507"/>
                </a:lnTo>
                <a:lnTo>
                  <a:pt x="1587" y="1429"/>
                </a:lnTo>
                <a:lnTo>
                  <a:pt x="1575" y="1349"/>
                </a:lnTo>
                <a:lnTo>
                  <a:pt x="1565" y="1267"/>
                </a:lnTo>
                <a:lnTo>
                  <a:pt x="1555" y="1185"/>
                </a:lnTo>
                <a:lnTo>
                  <a:pt x="1542" y="1105"/>
                </a:lnTo>
                <a:lnTo>
                  <a:pt x="1529" y="1025"/>
                </a:lnTo>
                <a:lnTo>
                  <a:pt x="1515" y="949"/>
                </a:lnTo>
                <a:lnTo>
                  <a:pt x="1495" y="876"/>
                </a:lnTo>
                <a:lnTo>
                  <a:pt x="1471" y="809"/>
                </a:lnTo>
                <a:lnTo>
                  <a:pt x="1442" y="745"/>
                </a:lnTo>
                <a:lnTo>
                  <a:pt x="1407" y="691"/>
                </a:lnTo>
                <a:lnTo>
                  <a:pt x="1369" y="644"/>
                </a:lnTo>
                <a:lnTo>
                  <a:pt x="1324" y="602"/>
                </a:lnTo>
                <a:lnTo>
                  <a:pt x="1273" y="562"/>
                </a:lnTo>
                <a:lnTo>
                  <a:pt x="1216" y="529"/>
                </a:lnTo>
                <a:lnTo>
                  <a:pt x="1156" y="500"/>
                </a:lnTo>
                <a:lnTo>
                  <a:pt x="1093" y="475"/>
                </a:lnTo>
                <a:lnTo>
                  <a:pt x="1025" y="453"/>
                </a:lnTo>
                <a:lnTo>
                  <a:pt x="956" y="435"/>
                </a:lnTo>
                <a:lnTo>
                  <a:pt x="800" y="424"/>
                </a:lnTo>
                <a:lnTo>
                  <a:pt x="749" y="418"/>
                </a:lnTo>
                <a:lnTo>
                  <a:pt x="695" y="418"/>
                </a:lnTo>
                <a:lnTo>
                  <a:pt x="640" y="424"/>
                </a:lnTo>
                <a:lnTo>
                  <a:pt x="585" y="433"/>
                </a:lnTo>
                <a:lnTo>
                  <a:pt x="536" y="444"/>
                </a:lnTo>
                <a:lnTo>
                  <a:pt x="493" y="455"/>
                </a:lnTo>
                <a:lnTo>
                  <a:pt x="447" y="471"/>
                </a:lnTo>
                <a:lnTo>
                  <a:pt x="402" y="489"/>
                </a:lnTo>
                <a:lnTo>
                  <a:pt x="360" y="509"/>
                </a:lnTo>
                <a:lnTo>
                  <a:pt x="320" y="535"/>
                </a:lnTo>
                <a:lnTo>
                  <a:pt x="284" y="562"/>
                </a:lnTo>
                <a:lnTo>
                  <a:pt x="251" y="595"/>
                </a:lnTo>
                <a:lnTo>
                  <a:pt x="224" y="631"/>
                </a:lnTo>
                <a:lnTo>
                  <a:pt x="204" y="671"/>
                </a:lnTo>
                <a:lnTo>
                  <a:pt x="191" y="715"/>
                </a:lnTo>
                <a:lnTo>
                  <a:pt x="187" y="760"/>
                </a:lnTo>
                <a:lnTo>
                  <a:pt x="191" y="805"/>
                </a:lnTo>
                <a:lnTo>
                  <a:pt x="202" y="849"/>
                </a:lnTo>
                <a:lnTo>
                  <a:pt x="216" y="893"/>
                </a:lnTo>
                <a:lnTo>
                  <a:pt x="236" y="931"/>
                </a:lnTo>
                <a:lnTo>
                  <a:pt x="260" y="965"/>
                </a:lnTo>
                <a:lnTo>
                  <a:pt x="285" y="996"/>
                </a:lnTo>
                <a:lnTo>
                  <a:pt x="313" y="1020"/>
                </a:lnTo>
                <a:lnTo>
                  <a:pt x="340" y="1035"/>
                </a:lnTo>
                <a:lnTo>
                  <a:pt x="378" y="1045"/>
                </a:lnTo>
                <a:lnTo>
                  <a:pt x="415" y="1047"/>
                </a:lnTo>
                <a:lnTo>
                  <a:pt x="451" y="1044"/>
                </a:lnTo>
                <a:lnTo>
                  <a:pt x="487" y="1036"/>
                </a:lnTo>
                <a:lnTo>
                  <a:pt x="522" y="1027"/>
                </a:lnTo>
                <a:lnTo>
                  <a:pt x="555" y="1018"/>
                </a:lnTo>
                <a:lnTo>
                  <a:pt x="587" y="1011"/>
                </a:lnTo>
                <a:lnTo>
                  <a:pt x="527" y="1147"/>
                </a:lnTo>
                <a:lnTo>
                  <a:pt x="513" y="1213"/>
                </a:lnTo>
                <a:lnTo>
                  <a:pt x="505" y="1280"/>
                </a:lnTo>
                <a:lnTo>
                  <a:pt x="505" y="1349"/>
                </a:lnTo>
                <a:lnTo>
                  <a:pt x="511" y="1416"/>
                </a:lnTo>
                <a:lnTo>
                  <a:pt x="520" y="1484"/>
                </a:lnTo>
                <a:lnTo>
                  <a:pt x="533" y="1547"/>
                </a:lnTo>
                <a:lnTo>
                  <a:pt x="547" y="1607"/>
                </a:lnTo>
                <a:lnTo>
                  <a:pt x="482" y="1560"/>
                </a:lnTo>
                <a:lnTo>
                  <a:pt x="420" y="1507"/>
                </a:lnTo>
                <a:lnTo>
                  <a:pt x="360" y="1451"/>
                </a:lnTo>
                <a:lnTo>
                  <a:pt x="305" y="1391"/>
                </a:lnTo>
                <a:lnTo>
                  <a:pt x="253" y="1327"/>
                </a:lnTo>
                <a:lnTo>
                  <a:pt x="204" y="1264"/>
                </a:lnTo>
                <a:lnTo>
                  <a:pt x="165" y="1209"/>
                </a:lnTo>
                <a:lnTo>
                  <a:pt x="129" y="1155"/>
                </a:lnTo>
                <a:lnTo>
                  <a:pt x="96" y="1095"/>
                </a:lnTo>
                <a:lnTo>
                  <a:pt x="65" y="1033"/>
                </a:lnTo>
                <a:lnTo>
                  <a:pt x="40" y="967"/>
                </a:lnTo>
                <a:lnTo>
                  <a:pt x="16" y="889"/>
                </a:lnTo>
                <a:lnTo>
                  <a:pt x="4" y="813"/>
                </a:lnTo>
                <a:lnTo>
                  <a:pt x="0" y="742"/>
                </a:lnTo>
                <a:lnTo>
                  <a:pt x="5" y="675"/>
                </a:lnTo>
                <a:lnTo>
                  <a:pt x="18" y="609"/>
                </a:lnTo>
                <a:lnTo>
                  <a:pt x="40" y="549"/>
                </a:lnTo>
                <a:lnTo>
                  <a:pt x="69" y="493"/>
                </a:lnTo>
                <a:lnTo>
                  <a:pt x="105" y="440"/>
                </a:lnTo>
                <a:lnTo>
                  <a:pt x="147" y="393"/>
                </a:lnTo>
                <a:lnTo>
                  <a:pt x="195" y="347"/>
                </a:lnTo>
                <a:lnTo>
                  <a:pt x="249" y="307"/>
                </a:lnTo>
                <a:lnTo>
                  <a:pt x="307" y="273"/>
                </a:lnTo>
                <a:lnTo>
                  <a:pt x="371" y="240"/>
                </a:lnTo>
                <a:lnTo>
                  <a:pt x="436" y="213"/>
                </a:lnTo>
                <a:lnTo>
                  <a:pt x="507" y="191"/>
                </a:lnTo>
                <a:lnTo>
                  <a:pt x="580" y="173"/>
                </a:lnTo>
                <a:lnTo>
                  <a:pt x="656" y="158"/>
                </a:lnTo>
                <a:lnTo>
                  <a:pt x="735" y="151"/>
                </a:lnTo>
                <a:lnTo>
                  <a:pt x="815" y="145"/>
                </a:lnTo>
                <a:lnTo>
                  <a:pt x="895" y="147"/>
                </a:lnTo>
                <a:lnTo>
                  <a:pt x="975" y="153"/>
                </a:lnTo>
                <a:lnTo>
                  <a:pt x="1056" y="164"/>
                </a:lnTo>
                <a:lnTo>
                  <a:pt x="1236" y="187"/>
                </a:lnTo>
                <a:lnTo>
                  <a:pt x="1282" y="200"/>
                </a:lnTo>
                <a:lnTo>
                  <a:pt x="1333" y="215"/>
                </a:lnTo>
                <a:lnTo>
                  <a:pt x="1385" y="231"/>
                </a:lnTo>
                <a:lnTo>
                  <a:pt x="1444" y="244"/>
                </a:lnTo>
                <a:lnTo>
                  <a:pt x="1502" y="253"/>
                </a:lnTo>
                <a:lnTo>
                  <a:pt x="1562" y="255"/>
                </a:lnTo>
                <a:lnTo>
                  <a:pt x="1624" y="247"/>
                </a:lnTo>
                <a:lnTo>
                  <a:pt x="1669" y="235"/>
                </a:lnTo>
                <a:lnTo>
                  <a:pt x="1709" y="220"/>
                </a:lnTo>
                <a:lnTo>
                  <a:pt x="1745" y="202"/>
                </a:lnTo>
                <a:lnTo>
                  <a:pt x="1780" y="182"/>
                </a:lnTo>
                <a:lnTo>
                  <a:pt x="1813" y="160"/>
                </a:lnTo>
                <a:lnTo>
                  <a:pt x="1844" y="136"/>
                </a:lnTo>
                <a:lnTo>
                  <a:pt x="1876" y="115"/>
                </a:lnTo>
                <a:lnTo>
                  <a:pt x="1909" y="93"/>
                </a:lnTo>
                <a:lnTo>
                  <a:pt x="1944" y="71"/>
                </a:lnTo>
                <a:lnTo>
                  <a:pt x="1982" y="51"/>
                </a:lnTo>
                <a:lnTo>
                  <a:pt x="2025" y="35"/>
                </a:lnTo>
                <a:lnTo>
                  <a:pt x="2073" y="20"/>
                </a:lnTo>
                <a:lnTo>
                  <a:pt x="2125" y="9"/>
                </a:lnTo>
                <a:lnTo>
                  <a:pt x="2185" y="2"/>
                </a:lnTo>
                <a:lnTo>
                  <a:pt x="2253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7698441" y="781534"/>
            <a:ext cx="261116" cy="238125"/>
          </a:xfrm>
          <a:custGeom>
            <a:avLst/>
            <a:gdLst/>
            <a:ahLst/>
            <a:cxnLst/>
            <a:rect l="l" t="t" r="r" b="b"/>
            <a:pathLst>
              <a:path w="2487" h="3024" extrusionOk="0">
                <a:moveTo>
                  <a:pt x="1073" y="2245"/>
                </a:moveTo>
                <a:lnTo>
                  <a:pt x="1058" y="2260"/>
                </a:lnTo>
                <a:lnTo>
                  <a:pt x="1047" y="2285"/>
                </a:lnTo>
                <a:lnTo>
                  <a:pt x="1038" y="2316"/>
                </a:lnTo>
                <a:lnTo>
                  <a:pt x="1031" y="2353"/>
                </a:lnTo>
                <a:lnTo>
                  <a:pt x="1027" y="2394"/>
                </a:lnTo>
                <a:lnTo>
                  <a:pt x="1025" y="2438"/>
                </a:lnTo>
                <a:lnTo>
                  <a:pt x="1025" y="2484"/>
                </a:lnTo>
                <a:lnTo>
                  <a:pt x="1025" y="2527"/>
                </a:lnTo>
                <a:lnTo>
                  <a:pt x="1027" y="2571"/>
                </a:lnTo>
                <a:lnTo>
                  <a:pt x="1031" y="2611"/>
                </a:lnTo>
                <a:lnTo>
                  <a:pt x="1033" y="2647"/>
                </a:lnTo>
                <a:lnTo>
                  <a:pt x="1035" y="2676"/>
                </a:lnTo>
                <a:lnTo>
                  <a:pt x="1036" y="2698"/>
                </a:lnTo>
                <a:lnTo>
                  <a:pt x="1149" y="2702"/>
                </a:lnTo>
                <a:lnTo>
                  <a:pt x="1153" y="2671"/>
                </a:lnTo>
                <a:lnTo>
                  <a:pt x="1160" y="2634"/>
                </a:lnTo>
                <a:lnTo>
                  <a:pt x="1165" y="2593"/>
                </a:lnTo>
                <a:lnTo>
                  <a:pt x="1171" y="2547"/>
                </a:lnTo>
                <a:lnTo>
                  <a:pt x="1175" y="2500"/>
                </a:lnTo>
                <a:lnTo>
                  <a:pt x="1176" y="2451"/>
                </a:lnTo>
                <a:lnTo>
                  <a:pt x="1178" y="2404"/>
                </a:lnTo>
                <a:lnTo>
                  <a:pt x="1175" y="2360"/>
                </a:lnTo>
                <a:lnTo>
                  <a:pt x="1169" y="2318"/>
                </a:lnTo>
                <a:lnTo>
                  <a:pt x="1160" y="2284"/>
                </a:lnTo>
                <a:lnTo>
                  <a:pt x="1147" y="2256"/>
                </a:lnTo>
                <a:lnTo>
                  <a:pt x="1131" y="2253"/>
                </a:lnTo>
                <a:lnTo>
                  <a:pt x="1115" y="2249"/>
                </a:lnTo>
                <a:lnTo>
                  <a:pt x="1096" y="2245"/>
                </a:lnTo>
                <a:lnTo>
                  <a:pt x="1073" y="2245"/>
                </a:lnTo>
                <a:close/>
                <a:moveTo>
                  <a:pt x="1398" y="2191"/>
                </a:moveTo>
                <a:lnTo>
                  <a:pt x="1371" y="2202"/>
                </a:lnTo>
                <a:lnTo>
                  <a:pt x="1342" y="2211"/>
                </a:lnTo>
                <a:lnTo>
                  <a:pt x="1313" y="2220"/>
                </a:lnTo>
                <a:lnTo>
                  <a:pt x="1285" y="2229"/>
                </a:lnTo>
                <a:lnTo>
                  <a:pt x="1260" y="2242"/>
                </a:lnTo>
                <a:lnTo>
                  <a:pt x="1240" y="2260"/>
                </a:lnTo>
                <a:lnTo>
                  <a:pt x="1235" y="2298"/>
                </a:lnTo>
                <a:lnTo>
                  <a:pt x="1236" y="2338"/>
                </a:lnTo>
                <a:lnTo>
                  <a:pt x="1242" y="2382"/>
                </a:lnTo>
                <a:lnTo>
                  <a:pt x="1253" y="2427"/>
                </a:lnTo>
                <a:lnTo>
                  <a:pt x="1267" y="2473"/>
                </a:lnTo>
                <a:lnTo>
                  <a:pt x="1285" y="2518"/>
                </a:lnTo>
                <a:lnTo>
                  <a:pt x="1302" y="2562"/>
                </a:lnTo>
                <a:lnTo>
                  <a:pt x="1322" y="2604"/>
                </a:lnTo>
                <a:lnTo>
                  <a:pt x="1338" y="2640"/>
                </a:lnTo>
                <a:lnTo>
                  <a:pt x="1355" y="2673"/>
                </a:lnTo>
                <a:lnTo>
                  <a:pt x="1367" y="2700"/>
                </a:lnTo>
                <a:lnTo>
                  <a:pt x="1467" y="2689"/>
                </a:lnTo>
                <a:lnTo>
                  <a:pt x="1469" y="2678"/>
                </a:lnTo>
                <a:lnTo>
                  <a:pt x="1471" y="2656"/>
                </a:lnTo>
                <a:lnTo>
                  <a:pt x="1471" y="2625"/>
                </a:lnTo>
                <a:lnTo>
                  <a:pt x="1473" y="2587"/>
                </a:lnTo>
                <a:lnTo>
                  <a:pt x="1473" y="2544"/>
                </a:lnTo>
                <a:lnTo>
                  <a:pt x="1473" y="2496"/>
                </a:lnTo>
                <a:lnTo>
                  <a:pt x="1471" y="2447"/>
                </a:lnTo>
                <a:lnTo>
                  <a:pt x="1471" y="2396"/>
                </a:lnTo>
                <a:lnTo>
                  <a:pt x="1469" y="2349"/>
                </a:lnTo>
                <a:lnTo>
                  <a:pt x="1465" y="2305"/>
                </a:lnTo>
                <a:lnTo>
                  <a:pt x="1462" y="2265"/>
                </a:lnTo>
                <a:lnTo>
                  <a:pt x="1458" y="2234"/>
                </a:lnTo>
                <a:lnTo>
                  <a:pt x="1453" y="2213"/>
                </a:lnTo>
                <a:lnTo>
                  <a:pt x="1447" y="2202"/>
                </a:lnTo>
                <a:lnTo>
                  <a:pt x="1435" y="2194"/>
                </a:lnTo>
                <a:lnTo>
                  <a:pt x="1418" y="2191"/>
                </a:lnTo>
                <a:lnTo>
                  <a:pt x="1398" y="2191"/>
                </a:lnTo>
                <a:close/>
                <a:moveTo>
                  <a:pt x="1282" y="1953"/>
                </a:moveTo>
                <a:lnTo>
                  <a:pt x="1231" y="1954"/>
                </a:lnTo>
                <a:lnTo>
                  <a:pt x="1205" y="1960"/>
                </a:lnTo>
                <a:lnTo>
                  <a:pt x="1176" y="1965"/>
                </a:lnTo>
                <a:lnTo>
                  <a:pt x="1147" y="1973"/>
                </a:lnTo>
                <a:lnTo>
                  <a:pt x="1118" y="1982"/>
                </a:lnTo>
                <a:lnTo>
                  <a:pt x="1089" y="1993"/>
                </a:lnTo>
                <a:lnTo>
                  <a:pt x="1064" y="2005"/>
                </a:lnTo>
                <a:lnTo>
                  <a:pt x="1040" y="2020"/>
                </a:lnTo>
                <a:lnTo>
                  <a:pt x="1020" y="2040"/>
                </a:lnTo>
                <a:lnTo>
                  <a:pt x="1005" y="2062"/>
                </a:lnTo>
                <a:lnTo>
                  <a:pt x="995" y="2089"/>
                </a:lnTo>
                <a:lnTo>
                  <a:pt x="993" y="2120"/>
                </a:lnTo>
                <a:lnTo>
                  <a:pt x="1011" y="2144"/>
                </a:lnTo>
                <a:lnTo>
                  <a:pt x="1036" y="2162"/>
                </a:lnTo>
                <a:lnTo>
                  <a:pt x="1067" y="2174"/>
                </a:lnTo>
                <a:lnTo>
                  <a:pt x="1102" y="2184"/>
                </a:lnTo>
                <a:lnTo>
                  <a:pt x="1140" y="2189"/>
                </a:lnTo>
                <a:lnTo>
                  <a:pt x="1180" y="2189"/>
                </a:lnTo>
                <a:lnTo>
                  <a:pt x="1220" y="2187"/>
                </a:lnTo>
                <a:lnTo>
                  <a:pt x="1262" y="2182"/>
                </a:lnTo>
                <a:lnTo>
                  <a:pt x="1302" y="2174"/>
                </a:lnTo>
                <a:lnTo>
                  <a:pt x="1338" y="2165"/>
                </a:lnTo>
                <a:lnTo>
                  <a:pt x="1371" y="2153"/>
                </a:lnTo>
                <a:lnTo>
                  <a:pt x="1400" y="2140"/>
                </a:lnTo>
                <a:lnTo>
                  <a:pt x="1415" y="2133"/>
                </a:lnTo>
                <a:lnTo>
                  <a:pt x="1431" y="2122"/>
                </a:lnTo>
                <a:lnTo>
                  <a:pt x="1447" y="2111"/>
                </a:lnTo>
                <a:lnTo>
                  <a:pt x="1462" y="2096"/>
                </a:lnTo>
                <a:lnTo>
                  <a:pt x="1475" y="2080"/>
                </a:lnTo>
                <a:lnTo>
                  <a:pt x="1480" y="2064"/>
                </a:lnTo>
                <a:lnTo>
                  <a:pt x="1480" y="2045"/>
                </a:lnTo>
                <a:lnTo>
                  <a:pt x="1473" y="2024"/>
                </a:lnTo>
                <a:lnTo>
                  <a:pt x="1456" y="2002"/>
                </a:lnTo>
                <a:lnTo>
                  <a:pt x="1433" y="1982"/>
                </a:lnTo>
                <a:lnTo>
                  <a:pt x="1404" y="1969"/>
                </a:lnTo>
                <a:lnTo>
                  <a:pt x="1369" y="1958"/>
                </a:lnTo>
                <a:lnTo>
                  <a:pt x="1327" y="1953"/>
                </a:lnTo>
                <a:lnTo>
                  <a:pt x="1282" y="1953"/>
                </a:lnTo>
                <a:close/>
                <a:moveTo>
                  <a:pt x="1727" y="1634"/>
                </a:moveTo>
                <a:lnTo>
                  <a:pt x="1711" y="1642"/>
                </a:lnTo>
                <a:lnTo>
                  <a:pt x="1698" y="1654"/>
                </a:lnTo>
                <a:lnTo>
                  <a:pt x="1693" y="1669"/>
                </a:lnTo>
                <a:lnTo>
                  <a:pt x="1695" y="1685"/>
                </a:lnTo>
                <a:lnTo>
                  <a:pt x="1696" y="1702"/>
                </a:lnTo>
                <a:lnTo>
                  <a:pt x="1693" y="1722"/>
                </a:lnTo>
                <a:lnTo>
                  <a:pt x="1680" y="1747"/>
                </a:lnTo>
                <a:lnTo>
                  <a:pt x="1662" y="1774"/>
                </a:lnTo>
                <a:lnTo>
                  <a:pt x="1636" y="1802"/>
                </a:lnTo>
                <a:lnTo>
                  <a:pt x="1605" y="1829"/>
                </a:lnTo>
                <a:lnTo>
                  <a:pt x="1575" y="1853"/>
                </a:lnTo>
                <a:lnTo>
                  <a:pt x="1544" y="1869"/>
                </a:lnTo>
                <a:lnTo>
                  <a:pt x="1515" y="1880"/>
                </a:lnTo>
                <a:lnTo>
                  <a:pt x="1509" y="1891"/>
                </a:lnTo>
                <a:lnTo>
                  <a:pt x="1505" y="1900"/>
                </a:lnTo>
                <a:lnTo>
                  <a:pt x="1504" y="1909"/>
                </a:lnTo>
                <a:lnTo>
                  <a:pt x="1507" y="1922"/>
                </a:lnTo>
                <a:lnTo>
                  <a:pt x="1524" y="1949"/>
                </a:lnTo>
                <a:lnTo>
                  <a:pt x="1549" y="1971"/>
                </a:lnTo>
                <a:lnTo>
                  <a:pt x="1580" y="1985"/>
                </a:lnTo>
                <a:lnTo>
                  <a:pt x="1616" y="1989"/>
                </a:lnTo>
                <a:lnTo>
                  <a:pt x="1629" y="1971"/>
                </a:lnTo>
                <a:lnTo>
                  <a:pt x="1635" y="1953"/>
                </a:lnTo>
                <a:lnTo>
                  <a:pt x="1638" y="1933"/>
                </a:lnTo>
                <a:lnTo>
                  <a:pt x="1647" y="1911"/>
                </a:lnTo>
                <a:lnTo>
                  <a:pt x="1675" y="1876"/>
                </a:lnTo>
                <a:lnTo>
                  <a:pt x="1698" y="1844"/>
                </a:lnTo>
                <a:lnTo>
                  <a:pt x="1722" y="1811"/>
                </a:lnTo>
                <a:lnTo>
                  <a:pt x="1749" y="1776"/>
                </a:lnTo>
                <a:lnTo>
                  <a:pt x="1765" y="1764"/>
                </a:lnTo>
                <a:lnTo>
                  <a:pt x="1784" y="1754"/>
                </a:lnTo>
                <a:lnTo>
                  <a:pt x="1804" y="1747"/>
                </a:lnTo>
                <a:lnTo>
                  <a:pt x="1822" y="1738"/>
                </a:lnTo>
                <a:lnTo>
                  <a:pt x="1838" y="1725"/>
                </a:lnTo>
                <a:lnTo>
                  <a:pt x="1842" y="1707"/>
                </a:lnTo>
                <a:lnTo>
                  <a:pt x="1829" y="1684"/>
                </a:lnTo>
                <a:lnTo>
                  <a:pt x="1811" y="1665"/>
                </a:lnTo>
                <a:lnTo>
                  <a:pt x="1787" y="1649"/>
                </a:lnTo>
                <a:lnTo>
                  <a:pt x="1760" y="1638"/>
                </a:lnTo>
                <a:lnTo>
                  <a:pt x="1727" y="1634"/>
                </a:lnTo>
                <a:close/>
                <a:moveTo>
                  <a:pt x="1887" y="1344"/>
                </a:moveTo>
                <a:lnTo>
                  <a:pt x="1869" y="1358"/>
                </a:lnTo>
                <a:lnTo>
                  <a:pt x="1860" y="1373"/>
                </a:lnTo>
                <a:lnTo>
                  <a:pt x="1860" y="1387"/>
                </a:lnTo>
                <a:lnTo>
                  <a:pt x="1867" y="1405"/>
                </a:lnTo>
                <a:lnTo>
                  <a:pt x="1880" y="1424"/>
                </a:lnTo>
                <a:lnTo>
                  <a:pt x="1825" y="1549"/>
                </a:lnTo>
                <a:lnTo>
                  <a:pt x="1815" y="1558"/>
                </a:lnTo>
                <a:lnTo>
                  <a:pt x="1798" y="1565"/>
                </a:lnTo>
                <a:lnTo>
                  <a:pt x="1784" y="1573"/>
                </a:lnTo>
                <a:lnTo>
                  <a:pt x="1771" y="1584"/>
                </a:lnTo>
                <a:lnTo>
                  <a:pt x="1765" y="1594"/>
                </a:lnTo>
                <a:lnTo>
                  <a:pt x="1780" y="1609"/>
                </a:lnTo>
                <a:lnTo>
                  <a:pt x="1798" y="1622"/>
                </a:lnTo>
                <a:lnTo>
                  <a:pt x="1820" y="1633"/>
                </a:lnTo>
                <a:lnTo>
                  <a:pt x="1842" y="1642"/>
                </a:lnTo>
                <a:lnTo>
                  <a:pt x="1867" y="1644"/>
                </a:lnTo>
                <a:lnTo>
                  <a:pt x="1891" y="1638"/>
                </a:lnTo>
                <a:lnTo>
                  <a:pt x="1893" y="1636"/>
                </a:lnTo>
                <a:lnTo>
                  <a:pt x="1895" y="1634"/>
                </a:lnTo>
                <a:lnTo>
                  <a:pt x="1895" y="1634"/>
                </a:lnTo>
                <a:lnTo>
                  <a:pt x="1896" y="1634"/>
                </a:lnTo>
                <a:lnTo>
                  <a:pt x="1896" y="1634"/>
                </a:lnTo>
                <a:lnTo>
                  <a:pt x="1896" y="1633"/>
                </a:lnTo>
                <a:lnTo>
                  <a:pt x="1898" y="1629"/>
                </a:lnTo>
                <a:lnTo>
                  <a:pt x="1902" y="1613"/>
                </a:lnTo>
                <a:lnTo>
                  <a:pt x="1900" y="1598"/>
                </a:lnTo>
                <a:lnTo>
                  <a:pt x="1896" y="1585"/>
                </a:lnTo>
                <a:lnTo>
                  <a:pt x="1893" y="1571"/>
                </a:lnTo>
                <a:lnTo>
                  <a:pt x="1893" y="1556"/>
                </a:lnTo>
                <a:lnTo>
                  <a:pt x="1933" y="1462"/>
                </a:lnTo>
                <a:lnTo>
                  <a:pt x="1944" y="1449"/>
                </a:lnTo>
                <a:lnTo>
                  <a:pt x="1956" y="1440"/>
                </a:lnTo>
                <a:lnTo>
                  <a:pt x="1971" y="1433"/>
                </a:lnTo>
                <a:lnTo>
                  <a:pt x="1985" y="1425"/>
                </a:lnTo>
                <a:lnTo>
                  <a:pt x="1998" y="1414"/>
                </a:lnTo>
                <a:lnTo>
                  <a:pt x="2007" y="1400"/>
                </a:lnTo>
                <a:lnTo>
                  <a:pt x="2013" y="1387"/>
                </a:lnTo>
                <a:lnTo>
                  <a:pt x="1991" y="1371"/>
                </a:lnTo>
                <a:lnTo>
                  <a:pt x="1971" y="1360"/>
                </a:lnTo>
                <a:lnTo>
                  <a:pt x="1947" y="1351"/>
                </a:lnTo>
                <a:lnTo>
                  <a:pt x="1918" y="1345"/>
                </a:lnTo>
                <a:lnTo>
                  <a:pt x="1887" y="1344"/>
                </a:lnTo>
                <a:close/>
                <a:moveTo>
                  <a:pt x="1435" y="1336"/>
                </a:moveTo>
                <a:lnTo>
                  <a:pt x="1396" y="1353"/>
                </a:lnTo>
                <a:lnTo>
                  <a:pt x="1380" y="1365"/>
                </a:lnTo>
                <a:lnTo>
                  <a:pt x="1369" y="1384"/>
                </a:lnTo>
                <a:lnTo>
                  <a:pt x="1365" y="1407"/>
                </a:lnTo>
                <a:lnTo>
                  <a:pt x="1369" y="1434"/>
                </a:lnTo>
                <a:lnTo>
                  <a:pt x="1380" y="1484"/>
                </a:lnTo>
                <a:lnTo>
                  <a:pt x="1385" y="1527"/>
                </a:lnTo>
                <a:lnTo>
                  <a:pt x="1385" y="1567"/>
                </a:lnTo>
                <a:lnTo>
                  <a:pt x="1382" y="1605"/>
                </a:lnTo>
                <a:lnTo>
                  <a:pt x="1375" y="1644"/>
                </a:lnTo>
                <a:lnTo>
                  <a:pt x="1365" y="1680"/>
                </a:lnTo>
                <a:lnTo>
                  <a:pt x="1356" y="1720"/>
                </a:lnTo>
                <a:lnTo>
                  <a:pt x="1345" y="1762"/>
                </a:lnTo>
                <a:lnTo>
                  <a:pt x="1335" y="1805"/>
                </a:lnTo>
                <a:lnTo>
                  <a:pt x="1315" y="1818"/>
                </a:lnTo>
                <a:lnTo>
                  <a:pt x="1289" y="1784"/>
                </a:lnTo>
                <a:lnTo>
                  <a:pt x="1275" y="1747"/>
                </a:lnTo>
                <a:lnTo>
                  <a:pt x="1265" y="1709"/>
                </a:lnTo>
                <a:lnTo>
                  <a:pt x="1264" y="1669"/>
                </a:lnTo>
                <a:lnTo>
                  <a:pt x="1265" y="1627"/>
                </a:lnTo>
                <a:lnTo>
                  <a:pt x="1271" y="1585"/>
                </a:lnTo>
                <a:lnTo>
                  <a:pt x="1276" y="1544"/>
                </a:lnTo>
                <a:lnTo>
                  <a:pt x="1284" y="1504"/>
                </a:lnTo>
                <a:lnTo>
                  <a:pt x="1289" y="1465"/>
                </a:lnTo>
                <a:lnTo>
                  <a:pt x="1291" y="1427"/>
                </a:lnTo>
                <a:lnTo>
                  <a:pt x="1289" y="1393"/>
                </a:lnTo>
                <a:lnTo>
                  <a:pt x="1282" y="1360"/>
                </a:lnTo>
                <a:lnTo>
                  <a:pt x="1264" y="1351"/>
                </a:lnTo>
                <a:lnTo>
                  <a:pt x="1240" y="1345"/>
                </a:lnTo>
                <a:lnTo>
                  <a:pt x="1216" y="1344"/>
                </a:lnTo>
                <a:lnTo>
                  <a:pt x="1191" y="1347"/>
                </a:lnTo>
                <a:lnTo>
                  <a:pt x="1169" y="1356"/>
                </a:lnTo>
                <a:lnTo>
                  <a:pt x="1149" y="1371"/>
                </a:lnTo>
                <a:lnTo>
                  <a:pt x="1135" y="1391"/>
                </a:lnTo>
                <a:lnTo>
                  <a:pt x="1138" y="1418"/>
                </a:lnTo>
                <a:lnTo>
                  <a:pt x="1147" y="1440"/>
                </a:lnTo>
                <a:lnTo>
                  <a:pt x="1158" y="1454"/>
                </a:lnTo>
                <a:lnTo>
                  <a:pt x="1171" y="1469"/>
                </a:lnTo>
                <a:lnTo>
                  <a:pt x="1184" y="1484"/>
                </a:lnTo>
                <a:lnTo>
                  <a:pt x="1193" y="1502"/>
                </a:lnTo>
                <a:lnTo>
                  <a:pt x="1204" y="1534"/>
                </a:lnTo>
                <a:lnTo>
                  <a:pt x="1211" y="1574"/>
                </a:lnTo>
                <a:lnTo>
                  <a:pt x="1213" y="1616"/>
                </a:lnTo>
                <a:lnTo>
                  <a:pt x="1211" y="1660"/>
                </a:lnTo>
                <a:lnTo>
                  <a:pt x="1207" y="1704"/>
                </a:lnTo>
                <a:lnTo>
                  <a:pt x="1202" y="1744"/>
                </a:lnTo>
                <a:lnTo>
                  <a:pt x="1195" y="1780"/>
                </a:lnTo>
                <a:lnTo>
                  <a:pt x="1185" y="1809"/>
                </a:lnTo>
                <a:lnTo>
                  <a:pt x="1178" y="1813"/>
                </a:lnTo>
                <a:lnTo>
                  <a:pt x="1149" y="1791"/>
                </a:lnTo>
                <a:lnTo>
                  <a:pt x="1127" y="1764"/>
                </a:lnTo>
                <a:lnTo>
                  <a:pt x="1111" y="1734"/>
                </a:lnTo>
                <a:lnTo>
                  <a:pt x="1102" y="1700"/>
                </a:lnTo>
                <a:lnTo>
                  <a:pt x="1095" y="1665"/>
                </a:lnTo>
                <a:lnTo>
                  <a:pt x="1091" y="1627"/>
                </a:lnTo>
                <a:lnTo>
                  <a:pt x="1089" y="1587"/>
                </a:lnTo>
                <a:lnTo>
                  <a:pt x="1087" y="1547"/>
                </a:lnTo>
                <a:lnTo>
                  <a:pt x="1085" y="1507"/>
                </a:lnTo>
                <a:lnTo>
                  <a:pt x="1082" y="1467"/>
                </a:lnTo>
                <a:lnTo>
                  <a:pt x="1075" y="1427"/>
                </a:lnTo>
                <a:lnTo>
                  <a:pt x="1058" y="1420"/>
                </a:lnTo>
                <a:lnTo>
                  <a:pt x="1038" y="1416"/>
                </a:lnTo>
                <a:lnTo>
                  <a:pt x="1015" y="1420"/>
                </a:lnTo>
                <a:lnTo>
                  <a:pt x="991" y="1425"/>
                </a:lnTo>
                <a:lnTo>
                  <a:pt x="969" y="1434"/>
                </a:lnTo>
                <a:lnTo>
                  <a:pt x="953" y="1444"/>
                </a:lnTo>
                <a:lnTo>
                  <a:pt x="947" y="1453"/>
                </a:lnTo>
                <a:lnTo>
                  <a:pt x="947" y="1469"/>
                </a:lnTo>
                <a:lnTo>
                  <a:pt x="955" y="1491"/>
                </a:lnTo>
                <a:lnTo>
                  <a:pt x="965" y="1514"/>
                </a:lnTo>
                <a:lnTo>
                  <a:pt x="980" y="1544"/>
                </a:lnTo>
                <a:lnTo>
                  <a:pt x="998" y="1573"/>
                </a:lnTo>
                <a:lnTo>
                  <a:pt x="1016" y="1605"/>
                </a:lnTo>
                <a:lnTo>
                  <a:pt x="1033" y="1638"/>
                </a:lnTo>
                <a:lnTo>
                  <a:pt x="1049" y="1673"/>
                </a:lnTo>
                <a:lnTo>
                  <a:pt x="1062" y="1705"/>
                </a:lnTo>
                <a:lnTo>
                  <a:pt x="1071" y="1738"/>
                </a:lnTo>
                <a:lnTo>
                  <a:pt x="1075" y="1769"/>
                </a:lnTo>
                <a:lnTo>
                  <a:pt x="1073" y="1796"/>
                </a:lnTo>
                <a:lnTo>
                  <a:pt x="1062" y="1822"/>
                </a:lnTo>
                <a:lnTo>
                  <a:pt x="1058" y="1825"/>
                </a:lnTo>
                <a:lnTo>
                  <a:pt x="1056" y="1827"/>
                </a:lnTo>
                <a:lnTo>
                  <a:pt x="1055" y="1829"/>
                </a:lnTo>
                <a:lnTo>
                  <a:pt x="1053" y="1829"/>
                </a:lnTo>
                <a:lnTo>
                  <a:pt x="1051" y="1831"/>
                </a:lnTo>
                <a:lnTo>
                  <a:pt x="1047" y="1831"/>
                </a:lnTo>
                <a:lnTo>
                  <a:pt x="1042" y="1833"/>
                </a:lnTo>
                <a:lnTo>
                  <a:pt x="1015" y="1814"/>
                </a:lnTo>
                <a:lnTo>
                  <a:pt x="995" y="1791"/>
                </a:lnTo>
                <a:lnTo>
                  <a:pt x="980" y="1764"/>
                </a:lnTo>
                <a:lnTo>
                  <a:pt x="969" y="1733"/>
                </a:lnTo>
                <a:lnTo>
                  <a:pt x="960" y="1700"/>
                </a:lnTo>
                <a:lnTo>
                  <a:pt x="953" y="1665"/>
                </a:lnTo>
                <a:lnTo>
                  <a:pt x="947" y="1631"/>
                </a:lnTo>
                <a:lnTo>
                  <a:pt x="940" y="1596"/>
                </a:lnTo>
                <a:lnTo>
                  <a:pt x="931" y="1564"/>
                </a:lnTo>
                <a:lnTo>
                  <a:pt x="920" y="1533"/>
                </a:lnTo>
                <a:lnTo>
                  <a:pt x="904" y="1505"/>
                </a:lnTo>
                <a:lnTo>
                  <a:pt x="871" y="1500"/>
                </a:lnTo>
                <a:lnTo>
                  <a:pt x="840" y="1502"/>
                </a:lnTo>
                <a:lnTo>
                  <a:pt x="807" y="1505"/>
                </a:lnTo>
                <a:lnTo>
                  <a:pt x="798" y="1527"/>
                </a:lnTo>
                <a:lnTo>
                  <a:pt x="800" y="1549"/>
                </a:lnTo>
                <a:lnTo>
                  <a:pt x="807" y="1569"/>
                </a:lnTo>
                <a:lnTo>
                  <a:pt x="822" y="1587"/>
                </a:lnTo>
                <a:lnTo>
                  <a:pt x="849" y="1618"/>
                </a:lnTo>
                <a:lnTo>
                  <a:pt x="876" y="1649"/>
                </a:lnTo>
                <a:lnTo>
                  <a:pt x="902" y="1680"/>
                </a:lnTo>
                <a:lnTo>
                  <a:pt x="925" y="1716"/>
                </a:lnTo>
                <a:lnTo>
                  <a:pt x="945" y="1756"/>
                </a:lnTo>
                <a:lnTo>
                  <a:pt x="985" y="1920"/>
                </a:lnTo>
                <a:lnTo>
                  <a:pt x="989" y="1925"/>
                </a:lnTo>
                <a:lnTo>
                  <a:pt x="995" y="1929"/>
                </a:lnTo>
                <a:lnTo>
                  <a:pt x="1000" y="1933"/>
                </a:lnTo>
                <a:lnTo>
                  <a:pt x="1005" y="1934"/>
                </a:lnTo>
                <a:lnTo>
                  <a:pt x="1013" y="1938"/>
                </a:lnTo>
                <a:lnTo>
                  <a:pt x="1064" y="1925"/>
                </a:lnTo>
                <a:lnTo>
                  <a:pt x="1115" y="1913"/>
                </a:lnTo>
                <a:lnTo>
                  <a:pt x="1169" y="1900"/>
                </a:lnTo>
                <a:lnTo>
                  <a:pt x="1216" y="1894"/>
                </a:lnTo>
                <a:lnTo>
                  <a:pt x="1267" y="1893"/>
                </a:lnTo>
                <a:lnTo>
                  <a:pt x="1316" y="1891"/>
                </a:lnTo>
                <a:lnTo>
                  <a:pt x="1365" y="1889"/>
                </a:lnTo>
                <a:lnTo>
                  <a:pt x="1409" y="1884"/>
                </a:lnTo>
                <a:lnTo>
                  <a:pt x="1451" y="1874"/>
                </a:lnTo>
                <a:lnTo>
                  <a:pt x="1453" y="1836"/>
                </a:lnTo>
                <a:lnTo>
                  <a:pt x="1451" y="1796"/>
                </a:lnTo>
                <a:lnTo>
                  <a:pt x="1444" y="1754"/>
                </a:lnTo>
                <a:lnTo>
                  <a:pt x="1438" y="1709"/>
                </a:lnTo>
                <a:lnTo>
                  <a:pt x="1438" y="1662"/>
                </a:lnTo>
                <a:lnTo>
                  <a:pt x="1444" y="1611"/>
                </a:lnTo>
                <a:lnTo>
                  <a:pt x="1453" y="1582"/>
                </a:lnTo>
                <a:lnTo>
                  <a:pt x="1465" y="1551"/>
                </a:lnTo>
                <a:lnTo>
                  <a:pt x="1480" y="1520"/>
                </a:lnTo>
                <a:lnTo>
                  <a:pt x="1495" y="1487"/>
                </a:lnTo>
                <a:lnTo>
                  <a:pt x="1507" y="1456"/>
                </a:lnTo>
                <a:lnTo>
                  <a:pt x="1516" y="1424"/>
                </a:lnTo>
                <a:lnTo>
                  <a:pt x="1522" y="1393"/>
                </a:lnTo>
                <a:lnTo>
                  <a:pt x="1518" y="1364"/>
                </a:lnTo>
                <a:lnTo>
                  <a:pt x="1505" y="1344"/>
                </a:lnTo>
                <a:lnTo>
                  <a:pt x="1435" y="1336"/>
                </a:lnTo>
                <a:close/>
                <a:moveTo>
                  <a:pt x="695" y="1220"/>
                </a:moveTo>
                <a:lnTo>
                  <a:pt x="675" y="1233"/>
                </a:lnTo>
                <a:lnTo>
                  <a:pt x="655" y="1244"/>
                </a:lnTo>
                <a:lnTo>
                  <a:pt x="638" y="1256"/>
                </a:lnTo>
                <a:lnTo>
                  <a:pt x="622" y="1271"/>
                </a:lnTo>
                <a:lnTo>
                  <a:pt x="611" y="1293"/>
                </a:lnTo>
                <a:lnTo>
                  <a:pt x="689" y="1353"/>
                </a:lnTo>
                <a:lnTo>
                  <a:pt x="745" y="1420"/>
                </a:lnTo>
                <a:lnTo>
                  <a:pt x="740" y="1478"/>
                </a:lnTo>
                <a:lnTo>
                  <a:pt x="762" y="1485"/>
                </a:lnTo>
                <a:lnTo>
                  <a:pt x="785" y="1484"/>
                </a:lnTo>
                <a:lnTo>
                  <a:pt x="807" y="1474"/>
                </a:lnTo>
                <a:lnTo>
                  <a:pt x="827" y="1462"/>
                </a:lnTo>
                <a:lnTo>
                  <a:pt x="844" y="1444"/>
                </a:lnTo>
                <a:lnTo>
                  <a:pt x="856" y="1427"/>
                </a:lnTo>
                <a:lnTo>
                  <a:pt x="844" y="1413"/>
                </a:lnTo>
                <a:lnTo>
                  <a:pt x="831" y="1405"/>
                </a:lnTo>
                <a:lnTo>
                  <a:pt x="816" y="1398"/>
                </a:lnTo>
                <a:lnTo>
                  <a:pt x="800" y="1393"/>
                </a:lnTo>
                <a:lnTo>
                  <a:pt x="784" y="1384"/>
                </a:lnTo>
                <a:lnTo>
                  <a:pt x="765" y="1365"/>
                </a:lnTo>
                <a:lnTo>
                  <a:pt x="751" y="1342"/>
                </a:lnTo>
                <a:lnTo>
                  <a:pt x="742" y="1316"/>
                </a:lnTo>
                <a:lnTo>
                  <a:pt x="736" y="1287"/>
                </a:lnTo>
                <a:lnTo>
                  <a:pt x="731" y="1258"/>
                </a:lnTo>
                <a:lnTo>
                  <a:pt x="725" y="1233"/>
                </a:lnTo>
                <a:lnTo>
                  <a:pt x="695" y="1220"/>
                </a:lnTo>
                <a:close/>
                <a:moveTo>
                  <a:pt x="1940" y="1136"/>
                </a:moveTo>
                <a:lnTo>
                  <a:pt x="1925" y="1156"/>
                </a:lnTo>
                <a:lnTo>
                  <a:pt x="1915" y="1184"/>
                </a:lnTo>
                <a:lnTo>
                  <a:pt x="1909" y="1214"/>
                </a:lnTo>
                <a:lnTo>
                  <a:pt x="1905" y="1244"/>
                </a:lnTo>
                <a:lnTo>
                  <a:pt x="1904" y="1274"/>
                </a:lnTo>
                <a:lnTo>
                  <a:pt x="1905" y="1300"/>
                </a:lnTo>
                <a:lnTo>
                  <a:pt x="1925" y="1316"/>
                </a:lnTo>
                <a:lnTo>
                  <a:pt x="1964" y="1316"/>
                </a:lnTo>
                <a:lnTo>
                  <a:pt x="1978" y="1304"/>
                </a:lnTo>
                <a:lnTo>
                  <a:pt x="1987" y="1285"/>
                </a:lnTo>
                <a:lnTo>
                  <a:pt x="1991" y="1265"/>
                </a:lnTo>
                <a:lnTo>
                  <a:pt x="1991" y="1242"/>
                </a:lnTo>
                <a:lnTo>
                  <a:pt x="1987" y="1218"/>
                </a:lnTo>
                <a:lnTo>
                  <a:pt x="1984" y="1194"/>
                </a:lnTo>
                <a:lnTo>
                  <a:pt x="1978" y="1173"/>
                </a:lnTo>
                <a:lnTo>
                  <a:pt x="1973" y="1153"/>
                </a:lnTo>
                <a:lnTo>
                  <a:pt x="1940" y="1136"/>
                </a:lnTo>
                <a:close/>
                <a:moveTo>
                  <a:pt x="887" y="1062"/>
                </a:moveTo>
                <a:lnTo>
                  <a:pt x="865" y="1078"/>
                </a:lnTo>
                <a:lnTo>
                  <a:pt x="853" y="1094"/>
                </a:lnTo>
                <a:lnTo>
                  <a:pt x="847" y="1109"/>
                </a:lnTo>
                <a:lnTo>
                  <a:pt x="849" y="1122"/>
                </a:lnTo>
                <a:lnTo>
                  <a:pt x="856" y="1136"/>
                </a:lnTo>
                <a:lnTo>
                  <a:pt x="865" y="1151"/>
                </a:lnTo>
                <a:lnTo>
                  <a:pt x="878" y="1165"/>
                </a:lnTo>
                <a:lnTo>
                  <a:pt x="893" y="1182"/>
                </a:lnTo>
                <a:lnTo>
                  <a:pt x="905" y="1200"/>
                </a:lnTo>
                <a:lnTo>
                  <a:pt x="916" y="1220"/>
                </a:lnTo>
                <a:lnTo>
                  <a:pt x="925" y="1240"/>
                </a:lnTo>
                <a:lnTo>
                  <a:pt x="927" y="1267"/>
                </a:lnTo>
                <a:lnTo>
                  <a:pt x="925" y="1293"/>
                </a:lnTo>
                <a:lnTo>
                  <a:pt x="920" y="1316"/>
                </a:lnTo>
                <a:lnTo>
                  <a:pt x="916" y="1338"/>
                </a:lnTo>
                <a:lnTo>
                  <a:pt x="916" y="1358"/>
                </a:lnTo>
                <a:lnTo>
                  <a:pt x="922" y="1376"/>
                </a:lnTo>
                <a:lnTo>
                  <a:pt x="925" y="1380"/>
                </a:lnTo>
                <a:lnTo>
                  <a:pt x="929" y="1384"/>
                </a:lnTo>
                <a:lnTo>
                  <a:pt x="933" y="1387"/>
                </a:lnTo>
                <a:lnTo>
                  <a:pt x="936" y="1389"/>
                </a:lnTo>
                <a:lnTo>
                  <a:pt x="940" y="1389"/>
                </a:lnTo>
                <a:lnTo>
                  <a:pt x="947" y="1391"/>
                </a:lnTo>
                <a:lnTo>
                  <a:pt x="971" y="1393"/>
                </a:lnTo>
                <a:lnTo>
                  <a:pt x="993" y="1387"/>
                </a:lnTo>
                <a:lnTo>
                  <a:pt x="1011" y="1374"/>
                </a:lnTo>
                <a:lnTo>
                  <a:pt x="1025" y="1358"/>
                </a:lnTo>
                <a:lnTo>
                  <a:pt x="1036" y="1340"/>
                </a:lnTo>
                <a:lnTo>
                  <a:pt x="1020" y="1318"/>
                </a:lnTo>
                <a:lnTo>
                  <a:pt x="1005" y="1300"/>
                </a:lnTo>
                <a:lnTo>
                  <a:pt x="989" y="1282"/>
                </a:lnTo>
                <a:lnTo>
                  <a:pt x="976" y="1260"/>
                </a:lnTo>
                <a:lnTo>
                  <a:pt x="964" y="1236"/>
                </a:lnTo>
                <a:lnTo>
                  <a:pt x="955" y="1204"/>
                </a:lnTo>
                <a:lnTo>
                  <a:pt x="951" y="1180"/>
                </a:lnTo>
                <a:lnTo>
                  <a:pt x="955" y="1158"/>
                </a:lnTo>
                <a:lnTo>
                  <a:pt x="958" y="1140"/>
                </a:lnTo>
                <a:lnTo>
                  <a:pt x="964" y="1122"/>
                </a:lnTo>
                <a:lnTo>
                  <a:pt x="965" y="1105"/>
                </a:lnTo>
                <a:lnTo>
                  <a:pt x="960" y="1087"/>
                </a:lnTo>
                <a:lnTo>
                  <a:pt x="949" y="1074"/>
                </a:lnTo>
                <a:lnTo>
                  <a:pt x="933" y="1065"/>
                </a:lnTo>
                <a:lnTo>
                  <a:pt x="913" y="1064"/>
                </a:lnTo>
                <a:lnTo>
                  <a:pt x="887" y="1062"/>
                </a:lnTo>
                <a:close/>
                <a:moveTo>
                  <a:pt x="560" y="1009"/>
                </a:moveTo>
                <a:lnTo>
                  <a:pt x="544" y="1018"/>
                </a:lnTo>
                <a:lnTo>
                  <a:pt x="529" y="1027"/>
                </a:lnTo>
                <a:lnTo>
                  <a:pt x="516" y="1036"/>
                </a:lnTo>
                <a:lnTo>
                  <a:pt x="505" y="1051"/>
                </a:lnTo>
                <a:lnTo>
                  <a:pt x="591" y="1156"/>
                </a:lnTo>
                <a:lnTo>
                  <a:pt x="593" y="1171"/>
                </a:lnTo>
                <a:lnTo>
                  <a:pt x="593" y="1184"/>
                </a:lnTo>
                <a:lnTo>
                  <a:pt x="591" y="1196"/>
                </a:lnTo>
                <a:lnTo>
                  <a:pt x="589" y="1207"/>
                </a:lnTo>
                <a:lnTo>
                  <a:pt x="593" y="1220"/>
                </a:lnTo>
                <a:lnTo>
                  <a:pt x="656" y="1204"/>
                </a:lnTo>
                <a:lnTo>
                  <a:pt x="673" y="1173"/>
                </a:lnTo>
                <a:lnTo>
                  <a:pt x="647" y="1154"/>
                </a:lnTo>
                <a:lnTo>
                  <a:pt x="627" y="1136"/>
                </a:lnTo>
                <a:lnTo>
                  <a:pt x="615" y="1114"/>
                </a:lnTo>
                <a:lnTo>
                  <a:pt x="605" y="1091"/>
                </a:lnTo>
                <a:lnTo>
                  <a:pt x="600" y="1060"/>
                </a:lnTo>
                <a:lnTo>
                  <a:pt x="598" y="1022"/>
                </a:lnTo>
                <a:lnTo>
                  <a:pt x="585" y="1014"/>
                </a:lnTo>
                <a:lnTo>
                  <a:pt x="560" y="1009"/>
                </a:lnTo>
                <a:close/>
                <a:moveTo>
                  <a:pt x="1445" y="969"/>
                </a:moveTo>
                <a:lnTo>
                  <a:pt x="1429" y="976"/>
                </a:lnTo>
                <a:lnTo>
                  <a:pt x="1416" y="980"/>
                </a:lnTo>
                <a:lnTo>
                  <a:pt x="1416" y="1016"/>
                </a:lnTo>
                <a:lnTo>
                  <a:pt x="1420" y="1045"/>
                </a:lnTo>
                <a:lnTo>
                  <a:pt x="1424" y="1073"/>
                </a:lnTo>
                <a:lnTo>
                  <a:pt x="1427" y="1096"/>
                </a:lnTo>
                <a:lnTo>
                  <a:pt x="1429" y="1118"/>
                </a:lnTo>
                <a:lnTo>
                  <a:pt x="1429" y="1142"/>
                </a:lnTo>
                <a:lnTo>
                  <a:pt x="1425" y="1165"/>
                </a:lnTo>
                <a:lnTo>
                  <a:pt x="1418" y="1191"/>
                </a:lnTo>
                <a:lnTo>
                  <a:pt x="1405" y="1220"/>
                </a:lnTo>
                <a:lnTo>
                  <a:pt x="1387" y="1253"/>
                </a:lnTo>
                <a:lnTo>
                  <a:pt x="1387" y="1276"/>
                </a:lnTo>
                <a:lnTo>
                  <a:pt x="1398" y="1285"/>
                </a:lnTo>
                <a:lnTo>
                  <a:pt x="1415" y="1294"/>
                </a:lnTo>
                <a:lnTo>
                  <a:pt x="1435" y="1302"/>
                </a:lnTo>
                <a:lnTo>
                  <a:pt x="1458" y="1305"/>
                </a:lnTo>
                <a:lnTo>
                  <a:pt x="1482" y="1309"/>
                </a:lnTo>
                <a:lnTo>
                  <a:pt x="1504" y="1309"/>
                </a:lnTo>
                <a:lnTo>
                  <a:pt x="1520" y="1305"/>
                </a:lnTo>
                <a:lnTo>
                  <a:pt x="1533" y="1296"/>
                </a:lnTo>
                <a:lnTo>
                  <a:pt x="1536" y="1282"/>
                </a:lnTo>
                <a:lnTo>
                  <a:pt x="1535" y="1265"/>
                </a:lnTo>
                <a:lnTo>
                  <a:pt x="1527" y="1249"/>
                </a:lnTo>
                <a:lnTo>
                  <a:pt x="1518" y="1231"/>
                </a:lnTo>
                <a:lnTo>
                  <a:pt x="1509" y="1213"/>
                </a:lnTo>
                <a:lnTo>
                  <a:pt x="1502" y="1196"/>
                </a:lnTo>
                <a:lnTo>
                  <a:pt x="1498" y="1180"/>
                </a:lnTo>
                <a:lnTo>
                  <a:pt x="1502" y="1160"/>
                </a:lnTo>
                <a:lnTo>
                  <a:pt x="1509" y="1136"/>
                </a:lnTo>
                <a:lnTo>
                  <a:pt x="1518" y="1111"/>
                </a:lnTo>
                <a:lnTo>
                  <a:pt x="1527" y="1087"/>
                </a:lnTo>
                <a:lnTo>
                  <a:pt x="1536" y="1062"/>
                </a:lnTo>
                <a:lnTo>
                  <a:pt x="1545" y="1040"/>
                </a:lnTo>
                <a:lnTo>
                  <a:pt x="1553" y="1022"/>
                </a:lnTo>
                <a:lnTo>
                  <a:pt x="1556" y="1009"/>
                </a:lnTo>
                <a:lnTo>
                  <a:pt x="1556" y="1002"/>
                </a:lnTo>
                <a:lnTo>
                  <a:pt x="1544" y="987"/>
                </a:lnTo>
                <a:lnTo>
                  <a:pt x="1524" y="978"/>
                </a:lnTo>
                <a:lnTo>
                  <a:pt x="1498" y="973"/>
                </a:lnTo>
                <a:lnTo>
                  <a:pt x="1471" y="971"/>
                </a:lnTo>
                <a:lnTo>
                  <a:pt x="1445" y="969"/>
                </a:lnTo>
                <a:close/>
                <a:moveTo>
                  <a:pt x="1178" y="964"/>
                </a:moveTo>
                <a:lnTo>
                  <a:pt x="1127" y="976"/>
                </a:lnTo>
                <a:lnTo>
                  <a:pt x="1122" y="993"/>
                </a:lnTo>
                <a:lnTo>
                  <a:pt x="1122" y="1014"/>
                </a:lnTo>
                <a:lnTo>
                  <a:pt x="1125" y="1040"/>
                </a:lnTo>
                <a:lnTo>
                  <a:pt x="1133" y="1067"/>
                </a:lnTo>
                <a:lnTo>
                  <a:pt x="1142" y="1094"/>
                </a:lnTo>
                <a:lnTo>
                  <a:pt x="1149" y="1124"/>
                </a:lnTo>
                <a:lnTo>
                  <a:pt x="1156" y="1151"/>
                </a:lnTo>
                <a:lnTo>
                  <a:pt x="1162" y="1178"/>
                </a:lnTo>
                <a:lnTo>
                  <a:pt x="1162" y="1200"/>
                </a:lnTo>
                <a:lnTo>
                  <a:pt x="1160" y="1216"/>
                </a:lnTo>
                <a:lnTo>
                  <a:pt x="1153" y="1229"/>
                </a:lnTo>
                <a:lnTo>
                  <a:pt x="1144" y="1240"/>
                </a:lnTo>
                <a:lnTo>
                  <a:pt x="1135" y="1251"/>
                </a:lnTo>
                <a:lnTo>
                  <a:pt x="1127" y="1264"/>
                </a:lnTo>
                <a:lnTo>
                  <a:pt x="1125" y="1284"/>
                </a:lnTo>
                <a:lnTo>
                  <a:pt x="1144" y="1293"/>
                </a:lnTo>
                <a:lnTo>
                  <a:pt x="1165" y="1298"/>
                </a:lnTo>
                <a:lnTo>
                  <a:pt x="1191" y="1302"/>
                </a:lnTo>
                <a:lnTo>
                  <a:pt x="1216" y="1304"/>
                </a:lnTo>
                <a:lnTo>
                  <a:pt x="1240" y="1300"/>
                </a:lnTo>
                <a:lnTo>
                  <a:pt x="1260" y="1293"/>
                </a:lnTo>
                <a:lnTo>
                  <a:pt x="1273" y="1284"/>
                </a:lnTo>
                <a:lnTo>
                  <a:pt x="1269" y="1260"/>
                </a:lnTo>
                <a:lnTo>
                  <a:pt x="1262" y="1242"/>
                </a:lnTo>
                <a:lnTo>
                  <a:pt x="1253" y="1224"/>
                </a:lnTo>
                <a:lnTo>
                  <a:pt x="1242" y="1207"/>
                </a:lnTo>
                <a:lnTo>
                  <a:pt x="1233" y="1189"/>
                </a:lnTo>
                <a:lnTo>
                  <a:pt x="1227" y="1167"/>
                </a:lnTo>
                <a:lnTo>
                  <a:pt x="1222" y="1136"/>
                </a:lnTo>
                <a:lnTo>
                  <a:pt x="1224" y="1107"/>
                </a:lnTo>
                <a:lnTo>
                  <a:pt x="1229" y="1082"/>
                </a:lnTo>
                <a:lnTo>
                  <a:pt x="1238" y="1058"/>
                </a:lnTo>
                <a:lnTo>
                  <a:pt x="1247" y="1036"/>
                </a:lnTo>
                <a:lnTo>
                  <a:pt x="1258" y="1014"/>
                </a:lnTo>
                <a:lnTo>
                  <a:pt x="1265" y="993"/>
                </a:lnTo>
                <a:lnTo>
                  <a:pt x="1260" y="985"/>
                </a:lnTo>
                <a:lnTo>
                  <a:pt x="1178" y="964"/>
                </a:lnTo>
                <a:close/>
                <a:moveTo>
                  <a:pt x="493" y="804"/>
                </a:moveTo>
                <a:lnTo>
                  <a:pt x="480" y="820"/>
                </a:lnTo>
                <a:lnTo>
                  <a:pt x="491" y="902"/>
                </a:lnTo>
                <a:lnTo>
                  <a:pt x="489" y="916"/>
                </a:lnTo>
                <a:lnTo>
                  <a:pt x="484" y="927"/>
                </a:lnTo>
                <a:lnTo>
                  <a:pt x="480" y="940"/>
                </a:lnTo>
                <a:lnTo>
                  <a:pt x="480" y="956"/>
                </a:lnTo>
                <a:lnTo>
                  <a:pt x="507" y="967"/>
                </a:lnTo>
                <a:lnTo>
                  <a:pt x="533" y="969"/>
                </a:lnTo>
                <a:lnTo>
                  <a:pt x="564" y="964"/>
                </a:lnTo>
                <a:lnTo>
                  <a:pt x="575" y="947"/>
                </a:lnTo>
                <a:lnTo>
                  <a:pt x="569" y="934"/>
                </a:lnTo>
                <a:lnTo>
                  <a:pt x="562" y="925"/>
                </a:lnTo>
                <a:lnTo>
                  <a:pt x="555" y="918"/>
                </a:lnTo>
                <a:lnTo>
                  <a:pt x="545" y="911"/>
                </a:lnTo>
                <a:lnTo>
                  <a:pt x="540" y="902"/>
                </a:lnTo>
                <a:lnTo>
                  <a:pt x="527" y="811"/>
                </a:lnTo>
                <a:lnTo>
                  <a:pt x="518" y="807"/>
                </a:lnTo>
                <a:lnTo>
                  <a:pt x="507" y="804"/>
                </a:lnTo>
                <a:lnTo>
                  <a:pt x="493" y="804"/>
                </a:lnTo>
                <a:close/>
                <a:moveTo>
                  <a:pt x="822" y="798"/>
                </a:moveTo>
                <a:lnTo>
                  <a:pt x="765" y="814"/>
                </a:lnTo>
                <a:lnTo>
                  <a:pt x="758" y="820"/>
                </a:lnTo>
                <a:lnTo>
                  <a:pt x="764" y="847"/>
                </a:lnTo>
                <a:lnTo>
                  <a:pt x="773" y="871"/>
                </a:lnTo>
                <a:lnTo>
                  <a:pt x="782" y="894"/>
                </a:lnTo>
                <a:lnTo>
                  <a:pt x="791" y="916"/>
                </a:lnTo>
                <a:lnTo>
                  <a:pt x="798" y="938"/>
                </a:lnTo>
                <a:lnTo>
                  <a:pt x="804" y="962"/>
                </a:lnTo>
                <a:lnTo>
                  <a:pt x="804" y="987"/>
                </a:lnTo>
                <a:lnTo>
                  <a:pt x="796" y="1018"/>
                </a:lnTo>
                <a:lnTo>
                  <a:pt x="796" y="1022"/>
                </a:lnTo>
                <a:lnTo>
                  <a:pt x="824" y="1029"/>
                </a:lnTo>
                <a:lnTo>
                  <a:pt x="849" y="1025"/>
                </a:lnTo>
                <a:lnTo>
                  <a:pt x="875" y="1016"/>
                </a:lnTo>
                <a:lnTo>
                  <a:pt x="895" y="1005"/>
                </a:lnTo>
                <a:lnTo>
                  <a:pt x="895" y="998"/>
                </a:lnTo>
                <a:lnTo>
                  <a:pt x="876" y="971"/>
                </a:lnTo>
                <a:lnTo>
                  <a:pt x="864" y="949"/>
                </a:lnTo>
                <a:lnTo>
                  <a:pt x="855" y="927"/>
                </a:lnTo>
                <a:lnTo>
                  <a:pt x="851" y="905"/>
                </a:lnTo>
                <a:lnTo>
                  <a:pt x="851" y="880"/>
                </a:lnTo>
                <a:lnTo>
                  <a:pt x="851" y="849"/>
                </a:lnTo>
                <a:lnTo>
                  <a:pt x="853" y="811"/>
                </a:lnTo>
                <a:lnTo>
                  <a:pt x="822" y="798"/>
                </a:lnTo>
                <a:close/>
                <a:moveTo>
                  <a:pt x="1515" y="644"/>
                </a:moveTo>
                <a:lnTo>
                  <a:pt x="1480" y="651"/>
                </a:lnTo>
                <a:lnTo>
                  <a:pt x="1475" y="669"/>
                </a:lnTo>
                <a:lnTo>
                  <a:pt x="1475" y="682"/>
                </a:lnTo>
                <a:lnTo>
                  <a:pt x="1478" y="696"/>
                </a:lnTo>
                <a:lnTo>
                  <a:pt x="1484" y="711"/>
                </a:lnTo>
                <a:lnTo>
                  <a:pt x="1491" y="751"/>
                </a:lnTo>
                <a:lnTo>
                  <a:pt x="1491" y="787"/>
                </a:lnTo>
                <a:lnTo>
                  <a:pt x="1485" y="822"/>
                </a:lnTo>
                <a:lnTo>
                  <a:pt x="1476" y="853"/>
                </a:lnTo>
                <a:lnTo>
                  <a:pt x="1462" y="880"/>
                </a:lnTo>
                <a:lnTo>
                  <a:pt x="1445" y="907"/>
                </a:lnTo>
                <a:lnTo>
                  <a:pt x="1445" y="927"/>
                </a:lnTo>
                <a:lnTo>
                  <a:pt x="1465" y="936"/>
                </a:lnTo>
                <a:lnTo>
                  <a:pt x="1489" y="942"/>
                </a:lnTo>
                <a:lnTo>
                  <a:pt x="1515" y="944"/>
                </a:lnTo>
                <a:lnTo>
                  <a:pt x="1540" y="940"/>
                </a:lnTo>
                <a:lnTo>
                  <a:pt x="1562" y="927"/>
                </a:lnTo>
                <a:lnTo>
                  <a:pt x="1533" y="840"/>
                </a:lnTo>
                <a:lnTo>
                  <a:pt x="1533" y="809"/>
                </a:lnTo>
                <a:lnTo>
                  <a:pt x="1538" y="778"/>
                </a:lnTo>
                <a:lnTo>
                  <a:pt x="1551" y="751"/>
                </a:lnTo>
                <a:lnTo>
                  <a:pt x="1564" y="724"/>
                </a:lnTo>
                <a:lnTo>
                  <a:pt x="1576" y="696"/>
                </a:lnTo>
                <a:lnTo>
                  <a:pt x="1587" y="673"/>
                </a:lnTo>
                <a:lnTo>
                  <a:pt x="1580" y="656"/>
                </a:lnTo>
                <a:lnTo>
                  <a:pt x="1515" y="644"/>
                </a:lnTo>
                <a:close/>
                <a:moveTo>
                  <a:pt x="1107" y="622"/>
                </a:moveTo>
                <a:lnTo>
                  <a:pt x="1091" y="625"/>
                </a:lnTo>
                <a:lnTo>
                  <a:pt x="1064" y="656"/>
                </a:lnTo>
                <a:lnTo>
                  <a:pt x="1125" y="814"/>
                </a:lnTo>
                <a:lnTo>
                  <a:pt x="1129" y="840"/>
                </a:lnTo>
                <a:lnTo>
                  <a:pt x="1127" y="860"/>
                </a:lnTo>
                <a:lnTo>
                  <a:pt x="1122" y="874"/>
                </a:lnTo>
                <a:lnTo>
                  <a:pt x="1118" y="891"/>
                </a:lnTo>
                <a:lnTo>
                  <a:pt x="1116" y="907"/>
                </a:lnTo>
                <a:lnTo>
                  <a:pt x="1118" y="927"/>
                </a:lnTo>
                <a:lnTo>
                  <a:pt x="1142" y="927"/>
                </a:lnTo>
                <a:lnTo>
                  <a:pt x="1162" y="924"/>
                </a:lnTo>
                <a:lnTo>
                  <a:pt x="1180" y="920"/>
                </a:lnTo>
                <a:lnTo>
                  <a:pt x="1196" y="913"/>
                </a:lnTo>
                <a:lnTo>
                  <a:pt x="1218" y="907"/>
                </a:lnTo>
                <a:lnTo>
                  <a:pt x="1222" y="898"/>
                </a:lnTo>
                <a:lnTo>
                  <a:pt x="1225" y="887"/>
                </a:lnTo>
                <a:lnTo>
                  <a:pt x="1225" y="873"/>
                </a:lnTo>
                <a:lnTo>
                  <a:pt x="1202" y="842"/>
                </a:lnTo>
                <a:lnTo>
                  <a:pt x="1185" y="813"/>
                </a:lnTo>
                <a:lnTo>
                  <a:pt x="1175" y="784"/>
                </a:lnTo>
                <a:lnTo>
                  <a:pt x="1169" y="754"/>
                </a:lnTo>
                <a:lnTo>
                  <a:pt x="1169" y="722"/>
                </a:lnTo>
                <a:lnTo>
                  <a:pt x="1173" y="685"/>
                </a:lnTo>
                <a:lnTo>
                  <a:pt x="1182" y="644"/>
                </a:lnTo>
                <a:lnTo>
                  <a:pt x="1160" y="625"/>
                </a:lnTo>
                <a:lnTo>
                  <a:pt x="1107" y="622"/>
                </a:lnTo>
                <a:close/>
                <a:moveTo>
                  <a:pt x="762" y="596"/>
                </a:moveTo>
                <a:lnTo>
                  <a:pt x="751" y="611"/>
                </a:lnTo>
                <a:lnTo>
                  <a:pt x="744" y="633"/>
                </a:lnTo>
                <a:lnTo>
                  <a:pt x="738" y="658"/>
                </a:lnTo>
                <a:lnTo>
                  <a:pt x="735" y="689"/>
                </a:lnTo>
                <a:lnTo>
                  <a:pt x="733" y="718"/>
                </a:lnTo>
                <a:lnTo>
                  <a:pt x="735" y="744"/>
                </a:lnTo>
                <a:lnTo>
                  <a:pt x="738" y="765"/>
                </a:lnTo>
                <a:lnTo>
                  <a:pt x="767" y="769"/>
                </a:lnTo>
                <a:lnTo>
                  <a:pt x="793" y="769"/>
                </a:lnTo>
                <a:lnTo>
                  <a:pt x="822" y="765"/>
                </a:lnTo>
                <a:lnTo>
                  <a:pt x="831" y="753"/>
                </a:lnTo>
                <a:lnTo>
                  <a:pt x="825" y="734"/>
                </a:lnTo>
                <a:lnTo>
                  <a:pt x="818" y="724"/>
                </a:lnTo>
                <a:lnTo>
                  <a:pt x="809" y="716"/>
                </a:lnTo>
                <a:lnTo>
                  <a:pt x="802" y="709"/>
                </a:lnTo>
                <a:lnTo>
                  <a:pt x="795" y="698"/>
                </a:lnTo>
                <a:lnTo>
                  <a:pt x="789" y="680"/>
                </a:lnTo>
                <a:lnTo>
                  <a:pt x="791" y="664"/>
                </a:lnTo>
                <a:lnTo>
                  <a:pt x="791" y="647"/>
                </a:lnTo>
                <a:lnTo>
                  <a:pt x="791" y="631"/>
                </a:lnTo>
                <a:lnTo>
                  <a:pt x="784" y="613"/>
                </a:lnTo>
                <a:lnTo>
                  <a:pt x="780" y="609"/>
                </a:lnTo>
                <a:lnTo>
                  <a:pt x="778" y="605"/>
                </a:lnTo>
                <a:lnTo>
                  <a:pt x="775" y="604"/>
                </a:lnTo>
                <a:lnTo>
                  <a:pt x="771" y="600"/>
                </a:lnTo>
                <a:lnTo>
                  <a:pt x="767" y="598"/>
                </a:lnTo>
                <a:lnTo>
                  <a:pt x="762" y="596"/>
                </a:lnTo>
                <a:close/>
                <a:moveTo>
                  <a:pt x="1535" y="433"/>
                </a:moveTo>
                <a:lnTo>
                  <a:pt x="1524" y="447"/>
                </a:lnTo>
                <a:lnTo>
                  <a:pt x="1520" y="462"/>
                </a:lnTo>
                <a:lnTo>
                  <a:pt x="1518" y="476"/>
                </a:lnTo>
                <a:lnTo>
                  <a:pt x="1518" y="493"/>
                </a:lnTo>
                <a:lnTo>
                  <a:pt x="1516" y="511"/>
                </a:lnTo>
                <a:lnTo>
                  <a:pt x="1511" y="533"/>
                </a:lnTo>
                <a:lnTo>
                  <a:pt x="1476" y="574"/>
                </a:lnTo>
                <a:lnTo>
                  <a:pt x="1475" y="596"/>
                </a:lnTo>
                <a:lnTo>
                  <a:pt x="1500" y="607"/>
                </a:lnTo>
                <a:lnTo>
                  <a:pt x="1531" y="613"/>
                </a:lnTo>
                <a:lnTo>
                  <a:pt x="1564" y="609"/>
                </a:lnTo>
                <a:lnTo>
                  <a:pt x="1571" y="609"/>
                </a:lnTo>
                <a:lnTo>
                  <a:pt x="1578" y="593"/>
                </a:lnTo>
                <a:lnTo>
                  <a:pt x="1580" y="582"/>
                </a:lnTo>
                <a:lnTo>
                  <a:pt x="1576" y="573"/>
                </a:lnTo>
                <a:lnTo>
                  <a:pt x="1571" y="564"/>
                </a:lnTo>
                <a:lnTo>
                  <a:pt x="1564" y="554"/>
                </a:lnTo>
                <a:lnTo>
                  <a:pt x="1560" y="540"/>
                </a:lnTo>
                <a:lnTo>
                  <a:pt x="1569" y="447"/>
                </a:lnTo>
                <a:lnTo>
                  <a:pt x="1535" y="433"/>
                </a:lnTo>
                <a:close/>
                <a:moveTo>
                  <a:pt x="1089" y="416"/>
                </a:moveTo>
                <a:lnTo>
                  <a:pt x="1080" y="420"/>
                </a:lnTo>
                <a:lnTo>
                  <a:pt x="1071" y="442"/>
                </a:lnTo>
                <a:lnTo>
                  <a:pt x="1067" y="465"/>
                </a:lnTo>
                <a:lnTo>
                  <a:pt x="1067" y="493"/>
                </a:lnTo>
                <a:lnTo>
                  <a:pt x="1065" y="518"/>
                </a:lnTo>
                <a:lnTo>
                  <a:pt x="1064" y="544"/>
                </a:lnTo>
                <a:lnTo>
                  <a:pt x="1058" y="567"/>
                </a:lnTo>
                <a:lnTo>
                  <a:pt x="1069" y="584"/>
                </a:lnTo>
                <a:lnTo>
                  <a:pt x="1082" y="596"/>
                </a:lnTo>
                <a:lnTo>
                  <a:pt x="1100" y="604"/>
                </a:lnTo>
                <a:lnTo>
                  <a:pt x="1120" y="604"/>
                </a:lnTo>
                <a:lnTo>
                  <a:pt x="1142" y="596"/>
                </a:lnTo>
                <a:lnTo>
                  <a:pt x="1149" y="593"/>
                </a:lnTo>
                <a:lnTo>
                  <a:pt x="1153" y="589"/>
                </a:lnTo>
                <a:lnTo>
                  <a:pt x="1156" y="585"/>
                </a:lnTo>
                <a:lnTo>
                  <a:pt x="1160" y="580"/>
                </a:lnTo>
                <a:lnTo>
                  <a:pt x="1164" y="574"/>
                </a:lnTo>
                <a:lnTo>
                  <a:pt x="1115" y="420"/>
                </a:lnTo>
                <a:lnTo>
                  <a:pt x="1089" y="416"/>
                </a:lnTo>
                <a:close/>
                <a:moveTo>
                  <a:pt x="207" y="160"/>
                </a:moveTo>
                <a:lnTo>
                  <a:pt x="2276" y="160"/>
                </a:lnTo>
                <a:lnTo>
                  <a:pt x="2291" y="164"/>
                </a:lnTo>
                <a:lnTo>
                  <a:pt x="2304" y="173"/>
                </a:lnTo>
                <a:lnTo>
                  <a:pt x="2313" y="185"/>
                </a:lnTo>
                <a:lnTo>
                  <a:pt x="2316" y="200"/>
                </a:lnTo>
                <a:lnTo>
                  <a:pt x="2316" y="2829"/>
                </a:lnTo>
                <a:lnTo>
                  <a:pt x="2313" y="2844"/>
                </a:lnTo>
                <a:lnTo>
                  <a:pt x="2304" y="2856"/>
                </a:lnTo>
                <a:lnTo>
                  <a:pt x="2291" y="2865"/>
                </a:lnTo>
                <a:lnTo>
                  <a:pt x="2276" y="2869"/>
                </a:lnTo>
                <a:lnTo>
                  <a:pt x="207" y="2869"/>
                </a:lnTo>
                <a:lnTo>
                  <a:pt x="193" y="2865"/>
                </a:lnTo>
                <a:lnTo>
                  <a:pt x="180" y="2856"/>
                </a:lnTo>
                <a:lnTo>
                  <a:pt x="171" y="2844"/>
                </a:lnTo>
                <a:lnTo>
                  <a:pt x="167" y="2829"/>
                </a:lnTo>
                <a:lnTo>
                  <a:pt x="167" y="200"/>
                </a:lnTo>
                <a:lnTo>
                  <a:pt x="171" y="185"/>
                </a:lnTo>
                <a:lnTo>
                  <a:pt x="180" y="173"/>
                </a:lnTo>
                <a:lnTo>
                  <a:pt x="193" y="164"/>
                </a:lnTo>
                <a:lnTo>
                  <a:pt x="207" y="160"/>
                </a:lnTo>
                <a:close/>
                <a:moveTo>
                  <a:pt x="131" y="89"/>
                </a:moveTo>
                <a:lnTo>
                  <a:pt x="116" y="93"/>
                </a:lnTo>
                <a:lnTo>
                  <a:pt x="104" y="102"/>
                </a:lnTo>
                <a:lnTo>
                  <a:pt x="95" y="114"/>
                </a:lnTo>
                <a:lnTo>
                  <a:pt x="91" y="129"/>
                </a:lnTo>
                <a:lnTo>
                  <a:pt x="91" y="2900"/>
                </a:lnTo>
                <a:lnTo>
                  <a:pt x="95" y="2914"/>
                </a:lnTo>
                <a:lnTo>
                  <a:pt x="104" y="2927"/>
                </a:lnTo>
                <a:lnTo>
                  <a:pt x="116" y="2936"/>
                </a:lnTo>
                <a:lnTo>
                  <a:pt x="131" y="2940"/>
                </a:lnTo>
                <a:lnTo>
                  <a:pt x="2353" y="2940"/>
                </a:lnTo>
                <a:lnTo>
                  <a:pt x="2367" y="2936"/>
                </a:lnTo>
                <a:lnTo>
                  <a:pt x="2380" y="2927"/>
                </a:lnTo>
                <a:lnTo>
                  <a:pt x="2389" y="2914"/>
                </a:lnTo>
                <a:lnTo>
                  <a:pt x="2393" y="2900"/>
                </a:lnTo>
                <a:lnTo>
                  <a:pt x="2393" y="129"/>
                </a:lnTo>
                <a:lnTo>
                  <a:pt x="2389" y="114"/>
                </a:lnTo>
                <a:lnTo>
                  <a:pt x="2380" y="102"/>
                </a:lnTo>
                <a:lnTo>
                  <a:pt x="2367" y="93"/>
                </a:lnTo>
                <a:lnTo>
                  <a:pt x="2353" y="89"/>
                </a:lnTo>
                <a:lnTo>
                  <a:pt x="131" y="89"/>
                </a:lnTo>
                <a:close/>
                <a:moveTo>
                  <a:pt x="40" y="0"/>
                </a:moveTo>
                <a:lnTo>
                  <a:pt x="2447" y="0"/>
                </a:lnTo>
                <a:lnTo>
                  <a:pt x="2464" y="4"/>
                </a:lnTo>
                <a:lnTo>
                  <a:pt x="2476" y="13"/>
                </a:lnTo>
                <a:lnTo>
                  <a:pt x="2485" y="25"/>
                </a:lnTo>
                <a:lnTo>
                  <a:pt x="2487" y="40"/>
                </a:lnTo>
                <a:lnTo>
                  <a:pt x="2487" y="2984"/>
                </a:lnTo>
                <a:lnTo>
                  <a:pt x="2485" y="3000"/>
                </a:lnTo>
                <a:lnTo>
                  <a:pt x="2476" y="3013"/>
                </a:lnTo>
                <a:lnTo>
                  <a:pt x="2464" y="3022"/>
                </a:lnTo>
                <a:lnTo>
                  <a:pt x="2447" y="3024"/>
                </a:lnTo>
                <a:lnTo>
                  <a:pt x="40" y="3024"/>
                </a:lnTo>
                <a:lnTo>
                  <a:pt x="24" y="3022"/>
                </a:lnTo>
                <a:lnTo>
                  <a:pt x="11" y="3013"/>
                </a:lnTo>
                <a:lnTo>
                  <a:pt x="4" y="3000"/>
                </a:lnTo>
                <a:lnTo>
                  <a:pt x="0" y="2984"/>
                </a:lnTo>
                <a:lnTo>
                  <a:pt x="0" y="40"/>
                </a:lnTo>
                <a:lnTo>
                  <a:pt x="4" y="25"/>
                </a:lnTo>
                <a:lnTo>
                  <a:pt x="11" y="13"/>
                </a:lnTo>
                <a:lnTo>
                  <a:pt x="24" y="4"/>
                </a:lnTo>
                <a:lnTo>
                  <a:pt x="4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9152823" y="2738935"/>
            <a:ext cx="267190" cy="223903"/>
          </a:xfrm>
          <a:custGeom>
            <a:avLst/>
            <a:gdLst/>
            <a:ahLst/>
            <a:cxnLst/>
            <a:rect l="l" t="t" r="r" b="b"/>
            <a:pathLst>
              <a:path w="3657" h="4086" extrusionOk="0">
                <a:moveTo>
                  <a:pt x="1329" y="2660"/>
                </a:moveTo>
                <a:lnTo>
                  <a:pt x="1326" y="2668"/>
                </a:lnTo>
                <a:lnTo>
                  <a:pt x="1333" y="2660"/>
                </a:lnTo>
                <a:lnTo>
                  <a:pt x="1329" y="2660"/>
                </a:lnTo>
                <a:close/>
                <a:moveTo>
                  <a:pt x="1993" y="2577"/>
                </a:moveTo>
                <a:lnTo>
                  <a:pt x="2133" y="2617"/>
                </a:lnTo>
                <a:lnTo>
                  <a:pt x="2069" y="2744"/>
                </a:lnTo>
                <a:lnTo>
                  <a:pt x="1993" y="3008"/>
                </a:lnTo>
                <a:lnTo>
                  <a:pt x="1984" y="3058"/>
                </a:lnTo>
                <a:lnTo>
                  <a:pt x="1980" y="3109"/>
                </a:lnTo>
                <a:lnTo>
                  <a:pt x="1980" y="3160"/>
                </a:lnTo>
                <a:lnTo>
                  <a:pt x="1982" y="3209"/>
                </a:lnTo>
                <a:lnTo>
                  <a:pt x="1984" y="3258"/>
                </a:lnTo>
                <a:lnTo>
                  <a:pt x="1988" y="3306"/>
                </a:lnTo>
                <a:lnTo>
                  <a:pt x="1989" y="3353"/>
                </a:lnTo>
                <a:lnTo>
                  <a:pt x="1989" y="3397"/>
                </a:lnTo>
                <a:lnTo>
                  <a:pt x="1988" y="3440"/>
                </a:lnTo>
                <a:lnTo>
                  <a:pt x="1980" y="3480"/>
                </a:lnTo>
                <a:lnTo>
                  <a:pt x="1969" y="3518"/>
                </a:lnTo>
                <a:lnTo>
                  <a:pt x="1951" y="3553"/>
                </a:lnTo>
                <a:lnTo>
                  <a:pt x="1926" y="3584"/>
                </a:lnTo>
                <a:lnTo>
                  <a:pt x="1893" y="3613"/>
                </a:lnTo>
                <a:lnTo>
                  <a:pt x="1851" y="3635"/>
                </a:lnTo>
                <a:lnTo>
                  <a:pt x="1806" y="3653"/>
                </a:lnTo>
                <a:lnTo>
                  <a:pt x="1757" y="3664"/>
                </a:lnTo>
                <a:lnTo>
                  <a:pt x="1702" y="3671"/>
                </a:lnTo>
                <a:lnTo>
                  <a:pt x="1648" y="3675"/>
                </a:lnTo>
                <a:lnTo>
                  <a:pt x="1591" y="3678"/>
                </a:lnTo>
                <a:lnTo>
                  <a:pt x="1535" y="3682"/>
                </a:lnTo>
                <a:lnTo>
                  <a:pt x="1477" y="3686"/>
                </a:lnTo>
                <a:lnTo>
                  <a:pt x="1422" y="3691"/>
                </a:lnTo>
                <a:lnTo>
                  <a:pt x="1368" y="3702"/>
                </a:lnTo>
                <a:lnTo>
                  <a:pt x="1317" y="3717"/>
                </a:lnTo>
                <a:lnTo>
                  <a:pt x="1253" y="3742"/>
                </a:lnTo>
                <a:lnTo>
                  <a:pt x="1193" y="3775"/>
                </a:lnTo>
                <a:lnTo>
                  <a:pt x="1133" y="3811"/>
                </a:lnTo>
                <a:lnTo>
                  <a:pt x="1077" y="3849"/>
                </a:lnTo>
                <a:lnTo>
                  <a:pt x="1018" y="3888"/>
                </a:lnTo>
                <a:lnTo>
                  <a:pt x="962" y="3924"/>
                </a:lnTo>
                <a:lnTo>
                  <a:pt x="902" y="3957"/>
                </a:lnTo>
                <a:lnTo>
                  <a:pt x="840" y="3984"/>
                </a:lnTo>
                <a:lnTo>
                  <a:pt x="520" y="4064"/>
                </a:lnTo>
                <a:lnTo>
                  <a:pt x="482" y="4073"/>
                </a:lnTo>
                <a:lnTo>
                  <a:pt x="438" y="4080"/>
                </a:lnTo>
                <a:lnTo>
                  <a:pt x="395" y="4084"/>
                </a:lnTo>
                <a:lnTo>
                  <a:pt x="351" y="4086"/>
                </a:lnTo>
                <a:lnTo>
                  <a:pt x="308" y="4084"/>
                </a:lnTo>
                <a:lnTo>
                  <a:pt x="264" y="4078"/>
                </a:lnTo>
                <a:lnTo>
                  <a:pt x="226" y="4068"/>
                </a:lnTo>
                <a:lnTo>
                  <a:pt x="191" y="4053"/>
                </a:lnTo>
                <a:lnTo>
                  <a:pt x="160" y="4031"/>
                </a:lnTo>
                <a:lnTo>
                  <a:pt x="137" y="4004"/>
                </a:lnTo>
                <a:lnTo>
                  <a:pt x="122" y="3973"/>
                </a:lnTo>
                <a:lnTo>
                  <a:pt x="115" y="3938"/>
                </a:lnTo>
                <a:lnTo>
                  <a:pt x="113" y="3900"/>
                </a:lnTo>
                <a:lnTo>
                  <a:pt x="117" y="3860"/>
                </a:lnTo>
                <a:lnTo>
                  <a:pt x="124" y="3817"/>
                </a:lnTo>
                <a:lnTo>
                  <a:pt x="133" y="3775"/>
                </a:lnTo>
                <a:lnTo>
                  <a:pt x="142" y="3731"/>
                </a:lnTo>
                <a:lnTo>
                  <a:pt x="151" y="3691"/>
                </a:lnTo>
                <a:lnTo>
                  <a:pt x="158" y="3651"/>
                </a:lnTo>
                <a:lnTo>
                  <a:pt x="162" y="3617"/>
                </a:lnTo>
                <a:lnTo>
                  <a:pt x="160" y="3584"/>
                </a:lnTo>
                <a:lnTo>
                  <a:pt x="153" y="3551"/>
                </a:lnTo>
                <a:lnTo>
                  <a:pt x="140" y="3520"/>
                </a:lnTo>
                <a:lnTo>
                  <a:pt x="124" y="3489"/>
                </a:lnTo>
                <a:lnTo>
                  <a:pt x="108" y="3460"/>
                </a:lnTo>
                <a:lnTo>
                  <a:pt x="93" y="3429"/>
                </a:lnTo>
                <a:lnTo>
                  <a:pt x="88" y="3398"/>
                </a:lnTo>
                <a:lnTo>
                  <a:pt x="89" y="3368"/>
                </a:lnTo>
                <a:lnTo>
                  <a:pt x="142" y="3378"/>
                </a:lnTo>
                <a:lnTo>
                  <a:pt x="153" y="3340"/>
                </a:lnTo>
                <a:lnTo>
                  <a:pt x="277" y="3360"/>
                </a:lnTo>
                <a:lnTo>
                  <a:pt x="297" y="3406"/>
                </a:lnTo>
                <a:lnTo>
                  <a:pt x="337" y="3408"/>
                </a:lnTo>
                <a:lnTo>
                  <a:pt x="366" y="3348"/>
                </a:lnTo>
                <a:lnTo>
                  <a:pt x="477" y="3340"/>
                </a:lnTo>
                <a:lnTo>
                  <a:pt x="509" y="3404"/>
                </a:lnTo>
                <a:lnTo>
                  <a:pt x="535" y="3402"/>
                </a:lnTo>
                <a:lnTo>
                  <a:pt x="553" y="3340"/>
                </a:lnTo>
                <a:lnTo>
                  <a:pt x="686" y="3324"/>
                </a:lnTo>
                <a:lnTo>
                  <a:pt x="708" y="3378"/>
                </a:lnTo>
                <a:lnTo>
                  <a:pt x="720" y="3377"/>
                </a:lnTo>
                <a:lnTo>
                  <a:pt x="746" y="3320"/>
                </a:lnTo>
                <a:lnTo>
                  <a:pt x="849" y="3308"/>
                </a:lnTo>
                <a:lnTo>
                  <a:pt x="866" y="3346"/>
                </a:lnTo>
                <a:lnTo>
                  <a:pt x="924" y="3333"/>
                </a:lnTo>
                <a:lnTo>
                  <a:pt x="933" y="3288"/>
                </a:lnTo>
                <a:lnTo>
                  <a:pt x="1060" y="3268"/>
                </a:lnTo>
                <a:lnTo>
                  <a:pt x="1062" y="3298"/>
                </a:lnTo>
                <a:lnTo>
                  <a:pt x="1097" y="3288"/>
                </a:lnTo>
                <a:lnTo>
                  <a:pt x="1128" y="3273"/>
                </a:lnTo>
                <a:lnTo>
                  <a:pt x="1155" y="3258"/>
                </a:lnTo>
                <a:lnTo>
                  <a:pt x="1175" y="3238"/>
                </a:lnTo>
                <a:lnTo>
                  <a:pt x="1189" y="3217"/>
                </a:lnTo>
                <a:lnTo>
                  <a:pt x="1198" y="3177"/>
                </a:lnTo>
                <a:lnTo>
                  <a:pt x="1202" y="3133"/>
                </a:lnTo>
                <a:lnTo>
                  <a:pt x="1202" y="3084"/>
                </a:lnTo>
                <a:lnTo>
                  <a:pt x="1197" y="3031"/>
                </a:lnTo>
                <a:lnTo>
                  <a:pt x="1189" y="2978"/>
                </a:lnTo>
                <a:lnTo>
                  <a:pt x="1182" y="2922"/>
                </a:lnTo>
                <a:lnTo>
                  <a:pt x="1173" y="2868"/>
                </a:lnTo>
                <a:lnTo>
                  <a:pt x="1168" y="2813"/>
                </a:lnTo>
                <a:lnTo>
                  <a:pt x="1164" y="2762"/>
                </a:lnTo>
                <a:lnTo>
                  <a:pt x="1166" y="2715"/>
                </a:lnTo>
                <a:lnTo>
                  <a:pt x="1173" y="2671"/>
                </a:lnTo>
                <a:lnTo>
                  <a:pt x="1206" y="2664"/>
                </a:lnTo>
                <a:lnTo>
                  <a:pt x="1240" y="2651"/>
                </a:lnTo>
                <a:lnTo>
                  <a:pt x="1277" y="2637"/>
                </a:lnTo>
                <a:lnTo>
                  <a:pt x="1313" y="2620"/>
                </a:lnTo>
                <a:lnTo>
                  <a:pt x="1349" y="2608"/>
                </a:lnTo>
                <a:lnTo>
                  <a:pt x="1386" y="2597"/>
                </a:lnTo>
                <a:lnTo>
                  <a:pt x="1420" y="2591"/>
                </a:lnTo>
                <a:lnTo>
                  <a:pt x="1453" y="2591"/>
                </a:lnTo>
                <a:lnTo>
                  <a:pt x="1473" y="2649"/>
                </a:lnTo>
                <a:lnTo>
                  <a:pt x="1495" y="2697"/>
                </a:lnTo>
                <a:lnTo>
                  <a:pt x="1520" y="2737"/>
                </a:lnTo>
                <a:lnTo>
                  <a:pt x="1549" y="2768"/>
                </a:lnTo>
                <a:lnTo>
                  <a:pt x="1580" y="2793"/>
                </a:lnTo>
                <a:lnTo>
                  <a:pt x="1613" y="2809"/>
                </a:lnTo>
                <a:lnTo>
                  <a:pt x="1646" y="2818"/>
                </a:lnTo>
                <a:lnTo>
                  <a:pt x="1682" y="2822"/>
                </a:lnTo>
                <a:lnTo>
                  <a:pt x="1717" y="2818"/>
                </a:lnTo>
                <a:lnTo>
                  <a:pt x="1753" y="2809"/>
                </a:lnTo>
                <a:lnTo>
                  <a:pt x="1788" y="2795"/>
                </a:lnTo>
                <a:lnTo>
                  <a:pt x="1822" y="2777"/>
                </a:lnTo>
                <a:lnTo>
                  <a:pt x="1857" y="2751"/>
                </a:lnTo>
                <a:lnTo>
                  <a:pt x="1888" y="2724"/>
                </a:lnTo>
                <a:lnTo>
                  <a:pt x="1918" y="2691"/>
                </a:lnTo>
                <a:lnTo>
                  <a:pt x="1946" y="2657"/>
                </a:lnTo>
                <a:lnTo>
                  <a:pt x="1971" y="2617"/>
                </a:lnTo>
                <a:lnTo>
                  <a:pt x="1993" y="2577"/>
                </a:lnTo>
                <a:close/>
                <a:moveTo>
                  <a:pt x="413" y="1677"/>
                </a:moveTo>
                <a:lnTo>
                  <a:pt x="389" y="1686"/>
                </a:lnTo>
                <a:lnTo>
                  <a:pt x="364" y="1693"/>
                </a:lnTo>
                <a:lnTo>
                  <a:pt x="338" y="1700"/>
                </a:lnTo>
                <a:lnTo>
                  <a:pt x="315" y="1709"/>
                </a:lnTo>
                <a:lnTo>
                  <a:pt x="293" y="1720"/>
                </a:lnTo>
                <a:lnTo>
                  <a:pt x="277" y="1737"/>
                </a:lnTo>
                <a:lnTo>
                  <a:pt x="264" y="1762"/>
                </a:lnTo>
                <a:lnTo>
                  <a:pt x="260" y="1789"/>
                </a:lnTo>
                <a:lnTo>
                  <a:pt x="264" y="1818"/>
                </a:lnTo>
                <a:lnTo>
                  <a:pt x="273" y="1849"/>
                </a:lnTo>
                <a:lnTo>
                  <a:pt x="286" y="1882"/>
                </a:lnTo>
                <a:lnTo>
                  <a:pt x="302" y="1913"/>
                </a:lnTo>
                <a:lnTo>
                  <a:pt x="318" y="1944"/>
                </a:lnTo>
                <a:lnTo>
                  <a:pt x="337" y="1973"/>
                </a:lnTo>
                <a:lnTo>
                  <a:pt x="351" y="2000"/>
                </a:lnTo>
                <a:lnTo>
                  <a:pt x="364" y="2024"/>
                </a:lnTo>
                <a:lnTo>
                  <a:pt x="373" y="2044"/>
                </a:lnTo>
                <a:lnTo>
                  <a:pt x="377" y="2064"/>
                </a:lnTo>
                <a:lnTo>
                  <a:pt x="380" y="2088"/>
                </a:lnTo>
                <a:lnTo>
                  <a:pt x="382" y="2111"/>
                </a:lnTo>
                <a:lnTo>
                  <a:pt x="382" y="2137"/>
                </a:lnTo>
                <a:lnTo>
                  <a:pt x="382" y="2162"/>
                </a:lnTo>
                <a:lnTo>
                  <a:pt x="384" y="2188"/>
                </a:lnTo>
                <a:lnTo>
                  <a:pt x="388" y="2211"/>
                </a:lnTo>
                <a:lnTo>
                  <a:pt x="391" y="2233"/>
                </a:lnTo>
                <a:lnTo>
                  <a:pt x="398" y="2253"/>
                </a:lnTo>
                <a:lnTo>
                  <a:pt x="409" y="2269"/>
                </a:lnTo>
                <a:lnTo>
                  <a:pt x="422" y="2282"/>
                </a:lnTo>
                <a:lnTo>
                  <a:pt x="440" y="2289"/>
                </a:lnTo>
                <a:lnTo>
                  <a:pt x="464" y="2291"/>
                </a:lnTo>
                <a:lnTo>
                  <a:pt x="493" y="2288"/>
                </a:lnTo>
                <a:lnTo>
                  <a:pt x="551" y="2271"/>
                </a:lnTo>
                <a:lnTo>
                  <a:pt x="602" y="2249"/>
                </a:lnTo>
                <a:lnTo>
                  <a:pt x="646" y="2222"/>
                </a:lnTo>
                <a:lnTo>
                  <a:pt x="684" y="2191"/>
                </a:lnTo>
                <a:lnTo>
                  <a:pt x="715" y="2155"/>
                </a:lnTo>
                <a:lnTo>
                  <a:pt x="740" y="2117"/>
                </a:lnTo>
                <a:lnTo>
                  <a:pt x="758" y="2075"/>
                </a:lnTo>
                <a:lnTo>
                  <a:pt x="769" y="2033"/>
                </a:lnTo>
                <a:lnTo>
                  <a:pt x="775" y="1991"/>
                </a:lnTo>
                <a:lnTo>
                  <a:pt x="773" y="1948"/>
                </a:lnTo>
                <a:lnTo>
                  <a:pt x="766" y="1906"/>
                </a:lnTo>
                <a:lnTo>
                  <a:pt x="751" y="1864"/>
                </a:lnTo>
                <a:lnTo>
                  <a:pt x="731" y="1826"/>
                </a:lnTo>
                <a:lnTo>
                  <a:pt x="704" y="1789"/>
                </a:lnTo>
                <a:lnTo>
                  <a:pt x="671" y="1757"/>
                </a:lnTo>
                <a:lnTo>
                  <a:pt x="633" y="1729"/>
                </a:lnTo>
                <a:lnTo>
                  <a:pt x="586" y="1706"/>
                </a:lnTo>
                <a:lnTo>
                  <a:pt x="535" y="1689"/>
                </a:lnTo>
                <a:lnTo>
                  <a:pt x="477" y="1678"/>
                </a:lnTo>
                <a:lnTo>
                  <a:pt x="413" y="1677"/>
                </a:lnTo>
                <a:close/>
                <a:moveTo>
                  <a:pt x="1700" y="0"/>
                </a:moveTo>
                <a:lnTo>
                  <a:pt x="1855" y="0"/>
                </a:lnTo>
                <a:lnTo>
                  <a:pt x="1998" y="4"/>
                </a:lnTo>
                <a:lnTo>
                  <a:pt x="2135" y="13"/>
                </a:lnTo>
                <a:lnTo>
                  <a:pt x="2260" y="28"/>
                </a:lnTo>
                <a:lnTo>
                  <a:pt x="2380" y="46"/>
                </a:lnTo>
                <a:lnTo>
                  <a:pt x="2491" y="68"/>
                </a:lnTo>
                <a:lnTo>
                  <a:pt x="2595" y="97"/>
                </a:lnTo>
                <a:lnTo>
                  <a:pt x="2693" y="129"/>
                </a:lnTo>
                <a:lnTo>
                  <a:pt x="2784" y="168"/>
                </a:lnTo>
                <a:lnTo>
                  <a:pt x="2869" y="211"/>
                </a:lnTo>
                <a:lnTo>
                  <a:pt x="2949" y="258"/>
                </a:lnTo>
                <a:lnTo>
                  <a:pt x="3026" y="313"/>
                </a:lnTo>
                <a:lnTo>
                  <a:pt x="3097" y="375"/>
                </a:lnTo>
                <a:lnTo>
                  <a:pt x="3164" y="440"/>
                </a:lnTo>
                <a:lnTo>
                  <a:pt x="3228" y="513"/>
                </a:lnTo>
                <a:lnTo>
                  <a:pt x="3288" y="591"/>
                </a:lnTo>
                <a:lnTo>
                  <a:pt x="3344" y="675"/>
                </a:lnTo>
                <a:lnTo>
                  <a:pt x="3400" y="766"/>
                </a:lnTo>
                <a:lnTo>
                  <a:pt x="3453" y="864"/>
                </a:lnTo>
                <a:lnTo>
                  <a:pt x="3506" y="968"/>
                </a:lnTo>
                <a:lnTo>
                  <a:pt x="3546" y="1062"/>
                </a:lnTo>
                <a:lnTo>
                  <a:pt x="3580" y="1158"/>
                </a:lnTo>
                <a:lnTo>
                  <a:pt x="3608" y="1258"/>
                </a:lnTo>
                <a:lnTo>
                  <a:pt x="3631" y="1362"/>
                </a:lnTo>
                <a:lnTo>
                  <a:pt x="3646" y="1468"/>
                </a:lnTo>
                <a:lnTo>
                  <a:pt x="3655" y="1573"/>
                </a:lnTo>
                <a:lnTo>
                  <a:pt x="3657" y="1678"/>
                </a:lnTo>
                <a:lnTo>
                  <a:pt x="3651" y="1782"/>
                </a:lnTo>
                <a:lnTo>
                  <a:pt x="3638" y="1886"/>
                </a:lnTo>
                <a:lnTo>
                  <a:pt x="3618" y="1988"/>
                </a:lnTo>
                <a:lnTo>
                  <a:pt x="3591" y="2086"/>
                </a:lnTo>
                <a:lnTo>
                  <a:pt x="3557" y="2180"/>
                </a:lnTo>
                <a:lnTo>
                  <a:pt x="3515" y="2271"/>
                </a:lnTo>
                <a:lnTo>
                  <a:pt x="3466" y="2357"/>
                </a:lnTo>
                <a:lnTo>
                  <a:pt x="3408" y="2437"/>
                </a:lnTo>
                <a:lnTo>
                  <a:pt x="3342" y="2513"/>
                </a:lnTo>
                <a:lnTo>
                  <a:pt x="3271" y="2586"/>
                </a:lnTo>
                <a:lnTo>
                  <a:pt x="3195" y="2651"/>
                </a:lnTo>
                <a:lnTo>
                  <a:pt x="3113" y="2711"/>
                </a:lnTo>
                <a:lnTo>
                  <a:pt x="3024" y="2766"/>
                </a:lnTo>
                <a:lnTo>
                  <a:pt x="2931" y="2815"/>
                </a:lnTo>
                <a:lnTo>
                  <a:pt x="2833" y="2857"/>
                </a:lnTo>
                <a:lnTo>
                  <a:pt x="2806" y="2866"/>
                </a:lnTo>
                <a:lnTo>
                  <a:pt x="2771" y="2877"/>
                </a:lnTo>
                <a:lnTo>
                  <a:pt x="2735" y="2888"/>
                </a:lnTo>
                <a:lnTo>
                  <a:pt x="2695" y="2897"/>
                </a:lnTo>
                <a:lnTo>
                  <a:pt x="2653" y="2904"/>
                </a:lnTo>
                <a:lnTo>
                  <a:pt x="2613" y="2908"/>
                </a:lnTo>
                <a:lnTo>
                  <a:pt x="2573" y="2906"/>
                </a:lnTo>
                <a:lnTo>
                  <a:pt x="2535" y="2900"/>
                </a:lnTo>
                <a:lnTo>
                  <a:pt x="2500" y="2888"/>
                </a:lnTo>
                <a:lnTo>
                  <a:pt x="2469" y="2868"/>
                </a:lnTo>
                <a:lnTo>
                  <a:pt x="2440" y="2840"/>
                </a:lnTo>
                <a:lnTo>
                  <a:pt x="2415" y="2808"/>
                </a:lnTo>
                <a:lnTo>
                  <a:pt x="2389" y="2771"/>
                </a:lnTo>
                <a:lnTo>
                  <a:pt x="2368" y="2735"/>
                </a:lnTo>
                <a:lnTo>
                  <a:pt x="2346" y="2698"/>
                </a:lnTo>
                <a:lnTo>
                  <a:pt x="2324" y="2664"/>
                </a:lnTo>
                <a:lnTo>
                  <a:pt x="2300" y="2633"/>
                </a:lnTo>
                <a:lnTo>
                  <a:pt x="2269" y="2600"/>
                </a:lnTo>
                <a:lnTo>
                  <a:pt x="2229" y="2571"/>
                </a:lnTo>
                <a:lnTo>
                  <a:pt x="2184" y="2548"/>
                </a:lnTo>
                <a:lnTo>
                  <a:pt x="2133" y="2528"/>
                </a:lnTo>
                <a:lnTo>
                  <a:pt x="2080" y="2511"/>
                </a:lnTo>
                <a:lnTo>
                  <a:pt x="2024" y="2497"/>
                </a:lnTo>
                <a:lnTo>
                  <a:pt x="1968" y="2484"/>
                </a:lnTo>
                <a:lnTo>
                  <a:pt x="1911" y="2473"/>
                </a:lnTo>
                <a:lnTo>
                  <a:pt x="1857" y="2464"/>
                </a:lnTo>
                <a:lnTo>
                  <a:pt x="1780" y="2455"/>
                </a:lnTo>
                <a:lnTo>
                  <a:pt x="1702" y="2455"/>
                </a:lnTo>
                <a:lnTo>
                  <a:pt x="1622" y="2462"/>
                </a:lnTo>
                <a:lnTo>
                  <a:pt x="1542" y="2475"/>
                </a:lnTo>
                <a:lnTo>
                  <a:pt x="1460" y="2493"/>
                </a:lnTo>
                <a:lnTo>
                  <a:pt x="1382" y="2513"/>
                </a:lnTo>
                <a:lnTo>
                  <a:pt x="1306" y="2538"/>
                </a:lnTo>
                <a:lnTo>
                  <a:pt x="1233" y="2564"/>
                </a:lnTo>
                <a:lnTo>
                  <a:pt x="1166" y="2589"/>
                </a:lnTo>
                <a:lnTo>
                  <a:pt x="1102" y="2613"/>
                </a:lnTo>
                <a:lnTo>
                  <a:pt x="1046" y="2637"/>
                </a:lnTo>
                <a:lnTo>
                  <a:pt x="1017" y="2648"/>
                </a:lnTo>
                <a:lnTo>
                  <a:pt x="982" y="2664"/>
                </a:lnTo>
                <a:lnTo>
                  <a:pt x="944" y="2680"/>
                </a:lnTo>
                <a:lnTo>
                  <a:pt x="902" y="2697"/>
                </a:lnTo>
                <a:lnTo>
                  <a:pt x="858" y="2711"/>
                </a:lnTo>
                <a:lnTo>
                  <a:pt x="815" y="2724"/>
                </a:lnTo>
                <a:lnTo>
                  <a:pt x="769" y="2733"/>
                </a:lnTo>
                <a:lnTo>
                  <a:pt x="728" y="2737"/>
                </a:lnTo>
                <a:lnTo>
                  <a:pt x="689" y="2731"/>
                </a:lnTo>
                <a:lnTo>
                  <a:pt x="649" y="2720"/>
                </a:lnTo>
                <a:lnTo>
                  <a:pt x="617" y="2704"/>
                </a:lnTo>
                <a:lnTo>
                  <a:pt x="591" y="2686"/>
                </a:lnTo>
                <a:lnTo>
                  <a:pt x="569" y="2662"/>
                </a:lnTo>
                <a:lnTo>
                  <a:pt x="551" y="2638"/>
                </a:lnTo>
                <a:lnTo>
                  <a:pt x="537" y="2611"/>
                </a:lnTo>
                <a:lnTo>
                  <a:pt x="526" y="2584"/>
                </a:lnTo>
                <a:lnTo>
                  <a:pt x="515" y="2557"/>
                </a:lnTo>
                <a:lnTo>
                  <a:pt x="506" y="2531"/>
                </a:lnTo>
                <a:lnTo>
                  <a:pt x="495" y="2506"/>
                </a:lnTo>
                <a:lnTo>
                  <a:pt x="484" y="2482"/>
                </a:lnTo>
                <a:lnTo>
                  <a:pt x="471" y="2462"/>
                </a:lnTo>
                <a:lnTo>
                  <a:pt x="457" y="2446"/>
                </a:lnTo>
                <a:lnTo>
                  <a:pt x="437" y="2433"/>
                </a:lnTo>
                <a:lnTo>
                  <a:pt x="437" y="2451"/>
                </a:lnTo>
                <a:lnTo>
                  <a:pt x="448" y="2491"/>
                </a:lnTo>
                <a:lnTo>
                  <a:pt x="455" y="2533"/>
                </a:lnTo>
                <a:lnTo>
                  <a:pt x="464" y="2575"/>
                </a:lnTo>
                <a:lnTo>
                  <a:pt x="473" y="2617"/>
                </a:lnTo>
                <a:lnTo>
                  <a:pt x="484" y="2657"/>
                </a:lnTo>
                <a:lnTo>
                  <a:pt x="498" y="2693"/>
                </a:lnTo>
                <a:lnTo>
                  <a:pt x="517" y="2724"/>
                </a:lnTo>
                <a:lnTo>
                  <a:pt x="546" y="2755"/>
                </a:lnTo>
                <a:lnTo>
                  <a:pt x="578" y="2778"/>
                </a:lnTo>
                <a:lnTo>
                  <a:pt x="613" y="2795"/>
                </a:lnTo>
                <a:lnTo>
                  <a:pt x="649" y="2804"/>
                </a:lnTo>
                <a:lnTo>
                  <a:pt x="689" y="2808"/>
                </a:lnTo>
                <a:lnTo>
                  <a:pt x="729" y="2806"/>
                </a:lnTo>
                <a:lnTo>
                  <a:pt x="771" y="2800"/>
                </a:lnTo>
                <a:lnTo>
                  <a:pt x="813" y="2791"/>
                </a:lnTo>
                <a:lnTo>
                  <a:pt x="855" y="2780"/>
                </a:lnTo>
                <a:lnTo>
                  <a:pt x="898" y="2768"/>
                </a:lnTo>
                <a:lnTo>
                  <a:pt x="938" y="2753"/>
                </a:lnTo>
                <a:lnTo>
                  <a:pt x="978" y="2740"/>
                </a:lnTo>
                <a:lnTo>
                  <a:pt x="1017" y="2728"/>
                </a:lnTo>
                <a:lnTo>
                  <a:pt x="1051" y="2717"/>
                </a:lnTo>
                <a:lnTo>
                  <a:pt x="1086" y="2708"/>
                </a:lnTo>
                <a:lnTo>
                  <a:pt x="1089" y="2713"/>
                </a:lnTo>
                <a:lnTo>
                  <a:pt x="1097" y="2968"/>
                </a:lnTo>
                <a:lnTo>
                  <a:pt x="1089" y="2969"/>
                </a:lnTo>
                <a:lnTo>
                  <a:pt x="1060" y="3020"/>
                </a:lnTo>
                <a:lnTo>
                  <a:pt x="957" y="3040"/>
                </a:lnTo>
                <a:lnTo>
                  <a:pt x="928" y="2995"/>
                </a:lnTo>
                <a:lnTo>
                  <a:pt x="873" y="3002"/>
                </a:lnTo>
                <a:lnTo>
                  <a:pt x="857" y="3040"/>
                </a:lnTo>
                <a:lnTo>
                  <a:pt x="740" y="3064"/>
                </a:lnTo>
                <a:lnTo>
                  <a:pt x="726" y="3022"/>
                </a:lnTo>
                <a:lnTo>
                  <a:pt x="678" y="3026"/>
                </a:lnTo>
                <a:lnTo>
                  <a:pt x="657" y="3080"/>
                </a:lnTo>
                <a:lnTo>
                  <a:pt x="526" y="3077"/>
                </a:lnTo>
                <a:lnTo>
                  <a:pt x="518" y="3033"/>
                </a:lnTo>
                <a:lnTo>
                  <a:pt x="493" y="3033"/>
                </a:lnTo>
                <a:lnTo>
                  <a:pt x="473" y="3080"/>
                </a:lnTo>
                <a:lnTo>
                  <a:pt x="329" y="3071"/>
                </a:lnTo>
                <a:lnTo>
                  <a:pt x="340" y="3018"/>
                </a:lnTo>
                <a:lnTo>
                  <a:pt x="293" y="3015"/>
                </a:lnTo>
                <a:lnTo>
                  <a:pt x="277" y="3064"/>
                </a:lnTo>
                <a:lnTo>
                  <a:pt x="166" y="3037"/>
                </a:lnTo>
                <a:lnTo>
                  <a:pt x="164" y="3004"/>
                </a:lnTo>
                <a:lnTo>
                  <a:pt x="133" y="2998"/>
                </a:lnTo>
                <a:lnTo>
                  <a:pt x="104" y="2991"/>
                </a:lnTo>
                <a:lnTo>
                  <a:pt x="80" y="2980"/>
                </a:lnTo>
                <a:lnTo>
                  <a:pt x="60" y="2966"/>
                </a:lnTo>
                <a:lnTo>
                  <a:pt x="46" y="2948"/>
                </a:lnTo>
                <a:lnTo>
                  <a:pt x="40" y="2924"/>
                </a:lnTo>
                <a:lnTo>
                  <a:pt x="46" y="2897"/>
                </a:lnTo>
                <a:lnTo>
                  <a:pt x="57" y="2868"/>
                </a:lnTo>
                <a:lnTo>
                  <a:pt x="71" y="2838"/>
                </a:lnTo>
                <a:lnTo>
                  <a:pt x="89" y="2809"/>
                </a:lnTo>
                <a:lnTo>
                  <a:pt x="109" y="2780"/>
                </a:lnTo>
                <a:lnTo>
                  <a:pt x="128" y="2755"/>
                </a:lnTo>
                <a:lnTo>
                  <a:pt x="142" y="2731"/>
                </a:lnTo>
                <a:lnTo>
                  <a:pt x="153" y="2713"/>
                </a:lnTo>
                <a:lnTo>
                  <a:pt x="100" y="2657"/>
                </a:lnTo>
                <a:lnTo>
                  <a:pt x="106" y="2644"/>
                </a:lnTo>
                <a:lnTo>
                  <a:pt x="209" y="2600"/>
                </a:lnTo>
                <a:lnTo>
                  <a:pt x="244" y="2578"/>
                </a:lnTo>
                <a:lnTo>
                  <a:pt x="269" y="2555"/>
                </a:lnTo>
                <a:lnTo>
                  <a:pt x="284" y="2529"/>
                </a:lnTo>
                <a:lnTo>
                  <a:pt x="289" y="2506"/>
                </a:lnTo>
                <a:lnTo>
                  <a:pt x="288" y="2478"/>
                </a:lnTo>
                <a:lnTo>
                  <a:pt x="280" y="2451"/>
                </a:lnTo>
                <a:lnTo>
                  <a:pt x="266" y="2424"/>
                </a:lnTo>
                <a:lnTo>
                  <a:pt x="246" y="2397"/>
                </a:lnTo>
                <a:lnTo>
                  <a:pt x="222" y="2368"/>
                </a:lnTo>
                <a:lnTo>
                  <a:pt x="197" y="2340"/>
                </a:lnTo>
                <a:lnTo>
                  <a:pt x="169" y="2313"/>
                </a:lnTo>
                <a:lnTo>
                  <a:pt x="140" y="2284"/>
                </a:lnTo>
                <a:lnTo>
                  <a:pt x="111" y="2257"/>
                </a:lnTo>
                <a:lnTo>
                  <a:pt x="84" y="2229"/>
                </a:lnTo>
                <a:lnTo>
                  <a:pt x="58" y="2204"/>
                </a:lnTo>
                <a:lnTo>
                  <a:pt x="37" y="2178"/>
                </a:lnTo>
                <a:lnTo>
                  <a:pt x="18" y="2155"/>
                </a:lnTo>
                <a:lnTo>
                  <a:pt x="6" y="2131"/>
                </a:lnTo>
                <a:lnTo>
                  <a:pt x="0" y="2109"/>
                </a:lnTo>
                <a:lnTo>
                  <a:pt x="0" y="2088"/>
                </a:lnTo>
                <a:lnTo>
                  <a:pt x="11" y="2064"/>
                </a:lnTo>
                <a:lnTo>
                  <a:pt x="28" y="2044"/>
                </a:lnTo>
                <a:lnTo>
                  <a:pt x="48" y="2024"/>
                </a:lnTo>
                <a:lnTo>
                  <a:pt x="73" y="2006"/>
                </a:lnTo>
                <a:lnTo>
                  <a:pt x="100" y="1988"/>
                </a:lnTo>
                <a:lnTo>
                  <a:pt x="128" y="1969"/>
                </a:lnTo>
                <a:lnTo>
                  <a:pt x="155" y="1949"/>
                </a:lnTo>
                <a:lnTo>
                  <a:pt x="180" y="1928"/>
                </a:lnTo>
                <a:lnTo>
                  <a:pt x="200" y="1904"/>
                </a:lnTo>
                <a:lnTo>
                  <a:pt x="217" y="1877"/>
                </a:lnTo>
                <a:lnTo>
                  <a:pt x="226" y="1844"/>
                </a:lnTo>
                <a:lnTo>
                  <a:pt x="226" y="1811"/>
                </a:lnTo>
                <a:lnTo>
                  <a:pt x="218" y="1780"/>
                </a:lnTo>
                <a:lnTo>
                  <a:pt x="206" y="1753"/>
                </a:lnTo>
                <a:lnTo>
                  <a:pt x="189" y="1726"/>
                </a:lnTo>
                <a:lnTo>
                  <a:pt x="171" y="1700"/>
                </a:lnTo>
                <a:lnTo>
                  <a:pt x="151" y="1675"/>
                </a:lnTo>
                <a:lnTo>
                  <a:pt x="133" y="1648"/>
                </a:lnTo>
                <a:lnTo>
                  <a:pt x="117" y="1620"/>
                </a:lnTo>
                <a:lnTo>
                  <a:pt x="106" y="1591"/>
                </a:lnTo>
                <a:lnTo>
                  <a:pt x="102" y="1557"/>
                </a:lnTo>
                <a:lnTo>
                  <a:pt x="106" y="1520"/>
                </a:lnTo>
                <a:lnTo>
                  <a:pt x="173" y="1388"/>
                </a:lnTo>
                <a:lnTo>
                  <a:pt x="273" y="1144"/>
                </a:lnTo>
                <a:lnTo>
                  <a:pt x="286" y="1095"/>
                </a:lnTo>
                <a:lnTo>
                  <a:pt x="297" y="1040"/>
                </a:lnTo>
                <a:lnTo>
                  <a:pt x="302" y="984"/>
                </a:lnTo>
                <a:lnTo>
                  <a:pt x="309" y="928"/>
                </a:lnTo>
                <a:lnTo>
                  <a:pt x="318" y="873"/>
                </a:lnTo>
                <a:lnTo>
                  <a:pt x="329" y="820"/>
                </a:lnTo>
                <a:lnTo>
                  <a:pt x="346" y="771"/>
                </a:lnTo>
                <a:lnTo>
                  <a:pt x="384" y="697"/>
                </a:lnTo>
                <a:lnTo>
                  <a:pt x="433" y="622"/>
                </a:lnTo>
                <a:lnTo>
                  <a:pt x="493" y="551"/>
                </a:lnTo>
                <a:lnTo>
                  <a:pt x="560" y="484"/>
                </a:lnTo>
                <a:lnTo>
                  <a:pt x="635" y="420"/>
                </a:lnTo>
                <a:lnTo>
                  <a:pt x="717" y="360"/>
                </a:lnTo>
                <a:lnTo>
                  <a:pt x="802" y="304"/>
                </a:lnTo>
                <a:lnTo>
                  <a:pt x="889" y="251"/>
                </a:lnTo>
                <a:lnTo>
                  <a:pt x="978" y="206"/>
                </a:lnTo>
                <a:lnTo>
                  <a:pt x="1069" y="164"/>
                </a:lnTo>
                <a:lnTo>
                  <a:pt x="1158" y="129"/>
                </a:lnTo>
                <a:lnTo>
                  <a:pt x="1246" y="100"/>
                </a:lnTo>
                <a:lnTo>
                  <a:pt x="1566" y="17"/>
                </a:lnTo>
                <a:lnTo>
                  <a:pt x="170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8582054" y="3699111"/>
            <a:ext cx="268504" cy="213411"/>
          </a:xfrm>
          <a:custGeom>
            <a:avLst/>
            <a:gdLst/>
            <a:ahLst/>
            <a:cxnLst/>
            <a:rect l="l" t="t" r="r" b="b"/>
            <a:pathLst>
              <a:path w="4669637" h="5021437" extrusionOk="0">
                <a:moveTo>
                  <a:pt x="3221000" y="0"/>
                </a:moveTo>
                <a:cubicBezTo>
                  <a:pt x="3362423" y="0"/>
                  <a:pt x="3491529" y="52734"/>
                  <a:pt x="3588254" y="141276"/>
                </a:cubicBezTo>
                <a:cubicBezTo>
                  <a:pt x="3684978" y="52735"/>
                  <a:pt x="3814082" y="3"/>
                  <a:pt x="3955503" y="3"/>
                </a:cubicBezTo>
                <a:cubicBezTo>
                  <a:pt x="4262962" y="3"/>
                  <a:pt x="4512207" y="249248"/>
                  <a:pt x="4512207" y="556707"/>
                </a:cubicBezTo>
                <a:cubicBezTo>
                  <a:pt x="4512207" y="669790"/>
                  <a:pt x="4478490" y="774998"/>
                  <a:pt x="4420089" y="862515"/>
                </a:cubicBezTo>
                <a:cubicBezTo>
                  <a:pt x="4570580" y="961849"/>
                  <a:pt x="4669637" y="1132542"/>
                  <a:pt x="4669637" y="1326370"/>
                </a:cubicBezTo>
                <a:cubicBezTo>
                  <a:pt x="4669637" y="1487821"/>
                  <a:pt x="4600910" y="1633219"/>
                  <a:pt x="4490000" y="1733701"/>
                </a:cubicBezTo>
                <a:cubicBezTo>
                  <a:pt x="4600910" y="1834183"/>
                  <a:pt x="4669637" y="1979581"/>
                  <a:pt x="4669637" y="2141032"/>
                </a:cubicBezTo>
                <a:cubicBezTo>
                  <a:pt x="4669637" y="2302483"/>
                  <a:pt x="4600910" y="2447881"/>
                  <a:pt x="4490000" y="2548363"/>
                </a:cubicBezTo>
                <a:cubicBezTo>
                  <a:pt x="4600910" y="2648845"/>
                  <a:pt x="4669637" y="2794244"/>
                  <a:pt x="4669637" y="2955694"/>
                </a:cubicBezTo>
                <a:cubicBezTo>
                  <a:pt x="4669637" y="3224895"/>
                  <a:pt x="4478563" y="3449467"/>
                  <a:pt x="4224627" y="3501139"/>
                </a:cubicBezTo>
                <a:cubicBezTo>
                  <a:pt x="4173492" y="3755645"/>
                  <a:pt x="3948659" y="3947273"/>
                  <a:pt x="3679069" y="3947273"/>
                </a:cubicBezTo>
                <a:cubicBezTo>
                  <a:pt x="3559167" y="3947273"/>
                  <a:pt x="3448117" y="3909367"/>
                  <a:pt x="3357878" y="3844002"/>
                </a:cubicBezTo>
                <a:cubicBezTo>
                  <a:pt x="3259607" y="3937451"/>
                  <a:pt x="3126492" y="3993881"/>
                  <a:pt x="2980197" y="3993881"/>
                </a:cubicBezTo>
                <a:cubicBezTo>
                  <a:pt x="2931818" y="3993881"/>
                  <a:pt x="2884880" y="3987710"/>
                  <a:pt x="2841084" y="3972961"/>
                </a:cubicBezTo>
                <a:cubicBezTo>
                  <a:pt x="2832044" y="4069054"/>
                  <a:pt x="2794874" y="4156856"/>
                  <a:pt x="2737231" y="4227693"/>
                </a:cubicBezTo>
                <a:cubicBezTo>
                  <a:pt x="2806079" y="4310086"/>
                  <a:pt x="2846234" y="4416407"/>
                  <a:pt x="2846234" y="4532107"/>
                </a:cubicBezTo>
                <a:cubicBezTo>
                  <a:pt x="2846234" y="4802356"/>
                  <a:pt x="2627153" y="5021437"/>
                  <a:pt x="2356904" y="5021437"/>
                </a:cubicBezTo>
                <a:cubicBezTo>
                  <a:pt x="2086655" y="5021437"/>
                  <a:pt x="1867574" y="4802356"/>
                  <a:pt x="1867574" y="4532107"/>
                </a:cubicBezTo>
                <a:cubicBezTo>
                  <a:pt x="1867574" y="4416078"/>
                  <a:pt x="1907958" y="4309481"/>
                  <a:pt x="1977158" y="4226990"/>
                </a:cubicBezTo>
                <a:cubicBezTo>
                  <a:pt x="1907958" y="4144498"/>
                  <a:pt x="1867574" y="4037901"/>
                  <a:pt x="1867574" y="3921872"/>
                </a:cubicBezTo>
                <a:lnTo>
                  <a:pt x="1870634" y="3891520"/>
                </a:lnTo>
                <a:cubicBezTo>
                  <a:pt x="1824903" y="3813479"/>
                  <a:pt x="1800200" y="3722456"/>
                  <a:pt x="1800200" y="3625662"/>
                </a:cubicBezTo>
                <a:cubicBezTo>
                  <a:pt x="1800200" y="3318203"/>
                  <a:pt x="2049445" y="3068958"/>
                  <a:pt x="2356904" y="3068958"/>
                </a:cubicBezTo>
                <a:cubicBezTo>
                  <a:pt x="2420773" y="3068958"/>
                  <a:pt x="2482129" y="3079714"/>
                  <a:pt x="2538468" y="3101802"/>
                </a:cubicBezTo>
                <a:cubicBezTo>
                  <a:pt x="2638465" y="2966803"/>
                  <a:pt x="2799249" y="2880473"/>
                  <a:pt x="2980197" y="2880473"/>
                </a:cubicBezTo>
                <a:cubicBezTo>
                  <a:pt x="3100008" y="2880473"/>
                  <a:pt x="3210978" y="2918321"/>
                  <a:pt x="3301190" y="2983581"/>
                </a:cubicBezTo>
                <a:cubicBezTo>
                  <a:pt x="3373807" y="2914346"/>
                  <a:pt x="3465808" y="2865716"/>
                  <a:pt x="3567959" y="2845066"/>
                </a:cubicBezTo>
                <a:cubicBezTo>
                  <a:pt x="3590854" y="2728399"/>
                  <a:pt x="3651016" y="2625236"/>
                  <a:pt x="3735867" y="2548363"/>
                </a:cubicBezTo>
                <a:cubicBezTo>
                  <a:pt x="3624957" y="2447881"/>
                  <a:pt x="3556229" y="2302483"/>
                  <a:pt x="3556229" y="2141032"/>
                </a:cubicBezTo>
                <a:cubicBezTo>
                  <a:pt x="3556229" y="1979581"/>
                  <a:pt x="3624957" y="1834183"/>
                  <a:pt x="3735867" y="1733701"/>
                </a:cubicBezTo>
                <a:cubicBezTo>
                  <a:pt x="3624957" y="1633219"/>
                  <a:pt x="3556229" y="1487821"/>
                  <a:pt x="3556229" y="1326370"/>
                </a:cubicBezTo>
                <a:cubicBezTo>
                  <a:pt x="3556229" y="1213287"/>
                  <a:pt x="3589946" y="1108079"/>
                  <a:pt x="3648347" y="1020561"/>
                </a:cubicBezTo>
                <a:cubicBezTo>
                  <a:pt x="3626565" y="1006627"/>
                  <a:pt x="3606074" y="990873"/>
                  <a:pt x="3588250" y="972135"/>
                </a:cubicBezTo>
                <a:cubicBezTo>
                  <a:pt x="3491526" y="1060675"/>
                  <a:pt x="3362421" y="1113408"/>
                  <a:pt x="3221000" y="1113408"/>
                </a:cubicBezTo>
                <a:cubicBezTo>
                  <a:pt x="3065923" y="1113408"/>
                  <a:pt x="2925655" y="1049999"/>
                  <a:pt x="2824957" y="947451"/>
                </a:cubicBezTo>
                <a:cubicBezTo>
                  <a:pt x="2724258" y="1050000"/>
                  <a:pt x="2583990" y="1113409"/>
                  <a:pt x="2428912" y="1113409"/>
                </a:cubicBezTo>
                <a:cubicBezTo>
                  <a:pt x="2253449" y="1113409"/>
                  <a:pt x="2096946" y="1032234"/>
                  <a:pt x="1996865" y="903815"/>
                </a:cubicBezTo>
                <a:cubicBezTo>
                  <a:pt x="1896784" y="1032234"/>
                  <a:pt x="1740280" y="1113410"/>
                  <a:pt x="1564816" y="1113410"/>
                </a:cubicBezTo>
                <a:cubicBezTo>
                  <a:pt x="1377378" y="1113410"/>
                  <a:pt x="1211575" y="1020776"/>
                  <a:pt x="1111593" y="878151"/>
                </a:cubicBezTo>
                <a:cubicBezTo>
                  <a:pt x="1080053" y="927774"/>
                  <a:pt x="1038222" y="969598"/>
                  <a:pt x="990563" y="1003955"/>
                </a:cubicBezTo>
                <a:cubicBezTo>
                  <a:pt x="1068182" y="1097494"/>
                  <a:pt x="1113408" y="1217901"/>
                  <a:pt x="1113408" y="1348870"/>
                </a:cubicBezTo>
                <a:cubicBezTo>
                  <a:pt x="1113408" y="1503969"/>
                  <a:pt x="1049982" y="1644253"/>
                  <a:pt x="947405" y="1744951"/>
                </a:cubicBezTo>
                <a:cubicBezTo>
                  <a:pt x="1049982" y="1845649"/>
                  <a:pt x="1113408" y="1985934"/>
                  <a:pt x="1113408" y="2141033"/>
                </a:cubicBezTo>
                <a:cubicBezTo>
                  <a:pt x="1113408" y="2296132"/>
                  <a:pt x="1049982" y="2436417"/>
                  <a:pt x="947405" y="2537115"/>
                </a:cubicBezTo>
                <a:cubicBezTo>
                  <a:pt x="1049982" y="2637813"/>
                  <a:pt x="1113408" y="2778098"/>
                  <a:pt x="1113408" y="2933196"/>
                </a:cubicBezTo>
                <a:cubicBezTo>
                  <a:pt x="1113408" y="3160411"/>
                  <a:pt x="977287" y="3355833"/>
                  <a:pt x="781802" y="3441590"/>
                </a:cubicBezTo>
                <a:cubicBezTo>
                  <a:pt x="781802" y="3467025"/>
                  <a:pt x="781802" y="3492460"/>
                  <a:pt x="781802" y="3517895"/>
                </a:cubicBezTo>
                <a:cubicBezTo>
                  <a:pt x="781802" y="3642214"/>
                  <a:pt x="681021" y="3742995"/>
                  <a:pt x="556702" y="3742995"/>
                </a:cubicBezTo>
                <a:lnTo>
                  <a:pt x="556703" y="3742994"/>
                </a:lnTo>
                <a:cubicBezTo>
                  <a:pt x="432384" y="3742994"/>
                  <a:pt x="331603" y="3642213"/>
                  <a:pt x="331603" y="3517894"/>
                </a:cubicBezTo>
                <a:lnTo>
                  <a:pt x="331603" y="3441589"/>
                </a:lnTo>
                <a:cubicBezTo>
                  <a:pt x="136120" y="3355831"/>
                  <a:pt x="0" y="3160410"/>
                  <a:pt x="0" y="2933196"/>
                </a:cubicBezTo>
                <a:cubicBezTo>
                  <a:pt x="0" y="2778098"/>
                  <a:pt x="63426" y="2637813"/>
                  <a:pt x="166003" y="2537115"/>
                </a:cubicBezTo>
                <a:cubicBezTo>
                  <a:pt x="63426" y="2436417"/>
                  <a:pt x="0" y="2296132"/>
                  <a:pt x="0" y="2141033"/>
                </a:cubicBezTo>
                <a:cubicBezTo>
                  <a:pt x="0" y="1985934"/>
                  <a:pt x="63426" y="1845649"/>
                  <a:pt x="166003" y="1744951"/>
                </a:cubicBezTo>
                <a:cubicBezTo>
                  <a:pt x="63426" y="1644253"/>
                  <a:pt x="0" y="1503969"/>
                  <a:pt x="0" y="1348870"/>
                </a:cubicBezTo>
                <a:cubicBezTo>
                  <a:pt x="0" y="1164802"/>
                  <a:pt x="89333" y="1001598"/>
                  <a:pt x="228018" y="901622"/>
                </a:cubicBezTo>
                <a:cubicBezTo>
                  <a:pt x="150398" y="808082"/>
                  <a:pt x="105172" y="687676"/>
                  <a:pt x="105172" y="556707"/>
                </a:cubicBezTo>
                <a:cubicBezTo>
                  <a:pt x="105172" y="249248"/>
                  <a:pt x="354417" y="3"/>
                  <a:pt x="661876" y="3"/>
                </a:cubicBezTo>
                <a:cubicBezTo>
                  <a:pt x="848326" y="3"/>
                  <a:pt x="1013368" y="91662"/>
                  <a:pt x="1113346" y="233137"/>
                </a:cubicBezTo>
                <a:cubicBezTo>
                  <a:pt x="1213323" y="91662"/>
                  <a:pt x="1378365" y="2"/>
                  <a:pt x="1564816" y="2"/>
                </a:cubicBezTo>
                <a:cubicBezTo>
                  <a:pt x="1740279" y="2"/>
                  <a:pt x="1896783" y="81177"/>
                  <a:pt x="1996864" y="209596"/>
                </a:cubicBezTo>
                <a:cubicBezTo>
                  <a:pt x="2096945" y="81176"/>
                  <a:pt x="2253449" y="1"/>
                  <a:pt x="2428912" y="1"/>
                </a:cubicBezTo>
                <a:cubicBezTo>
                  <a:pt x="2583990" y="1"/>
                  <a:pt x="2724257" y="63410"/>
                  <a:pt x="2824956" y="165958"/>
                </a:cubicBezTo>
                <a:cubicBezTo>
                  <a:pt x="2925654" y="63409"/>
                  <a:pt x="3065922" y="0"/>
                  <a:pt x="3221000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4586336" y="3680682"/>
            <a:ext cx="251775" cy="207923"/>
          </a:xfrm>
          <a:custGeom>
            <a:avLst/>
            <a:gdLst/>
            <a:ahLst/>
            <a:cxnLst/>
            <a:rect l="l" t="t" r="r" b="b"/>
            <a:pathLst>
              <a:path w="3596792" h="3960440" extrusionOk="0">
                <a:moveTo>
                  <a:pt x="1094942" y="2061441"/>
                </a:moveTo>
                <a:lnTo>
                  <a:pt x="1094942" y="2457943"/>
                </a:lnTo>
                <a:lnTo>
                  <a:pt x="698440" y="2457943"/>
                </a:lnTo>
                <a:lnTo>
                  <a:pt x="698440" y="2867371"/>
                </a:lnTo>
                <a:lnTo>
                  <a:pt x="1094942" y="2867371"/>
                </a:lnTo>
                <a:lnTo>
                  <a:pt x="1094942" y="3263873"/>
                </a:lnTo>
                <a:lnTo>
                  <a:pt x="1504370" y="3263873"/>
                </a:lnTo>
                <a:lnTo>
                  <a:pt x="1504370" y="2867371"/>
                </a:lnTo>
                <a:lnTo>
                  <a:pt x="1900872" y="2867371"/>
                </a:lnTo>
                <a:lnTo>
                  <a:pt x="1900872" y="2457943"/>
                </a:lnTo>
                <a:lnTo>
                  <a:pt x="1504370" y="2457943"/>
                </a:lnTo>
                <a:lnTo>
                  <a:pt x="1504370" y="2061441"/>
                </a:lnTo>
                <a:close/>
                <a:moveTo>
                  <a:pt x="2799823" y="26785"/>
                </a:moveTo>
                <a:lnTo>
                  <a:pt x="3448872" y="1190236"/>
                </a:lnTo>
                <a:cubicBezTo>
                  <a:pt x="3542508" y="1318796"/>
                  <a:pt x="3596792" y="1477271"/>
                  <a:pt x="3596792" y="1648425"/>
                </a:cubicBezTo>
                <a:cubicBezTo>
                  <a:pt x="3596792" y="2085883"/>
                  <a:pt x="3242162" y="2440513"/>
                  <a:pt x="2804704" y="2440513"/>
                </a:cubicBezTo>
                <a:lnTo>
                  <a:pt x="2774283" y="2438977"/>
                </a:lnTo>
                <a:cubicBezTo>
                  <a:pt x="2737083" y="2264385"/>
                  <a:pt x="2663682" y="2103273"/>
                  <a:pt x="2561997" y="1963663"/>
                </a:cubicBezTo>
                <a:lnTo>
                  <a:pt x="2140652" y="1208381"/>
                </a:lnTo>
                <a:close/>
                <a:moveTo>
                  <a:pt x="1291647" y="0"/>
                </a:moveTo>
                <a:lnTo>
                  <a:pt x="2356605" y="1908989"/>
                </a:lnTo>
                <a:cubicBezTo>
                  <a:pt x="2510243" y="2119929"/>
                  <a:pt x="2599312" y="2379955"/>
                  <a:pt x="2599312" y="2660784"/>
                </a:cubicBezTo>
                <a:cubicBezTo>
                  <a:pt x="2599312" y="3378564"/>
                  <a:pt x="2017436" y="3960440"/>
                  <a:pt x="1299656" y="3960440"/>
                </a:cubicBezTo>
                <a:cubicBezTo>
                  <a:pt x="581876" y="3960440"/>
                  <a:pt x="0" y="3378564"/>
                  <a:pt x="0" y="2660784"/>
                </a:cubicBezTo>
                <a:cubicBezTo>
                  <a:pt x="0" y="2462086"/>
                  <a:pt x="44590" y="2273803"/>
                  <a:pt x="125671" y="2106038"/>
                </a:cubicBezTo>
                <a:lnTo>
                  <a:pt x="116762" y="2106038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4418289" y="1842099"/>
            <a:ext cx="207114" cy="201615"/>
          </a:xfrm>
          <a:custGeom>
            <a:avLst/>
            <a:gdLst/>
            <a:ahLst/>
            <a:cxnLst/>
            <a:rect l="l" t="t" r="r" b="b"/>
            <a:pathLst>
              <a:path w="1882" h="2443" extrusionOk="0">
                <a:moveTo>
                  <a:pt x="405" y="0"/>
                </a:moveTo>
                <a:lnTo>
                  <a:pt x="440" y="0"/>
                </a:lnTo>
                <a:lnTo>
                  <a:pt x="473" y="2"/>
                </a:lnTo>
                <a:lnTo>
                  <a:pt x="506" y="6"/>
                </a:lnTo>
                <a:lnTo>
                  <a:pt x="536" y="10"/>
                </a:lnTo>
                <a:lnTo>
                  <a:pt x="564" y="14"/>
                </a:lnTo>
                <a:lnTo>
                  <a:pt x="589" y="20"/>
                </a:lnTo>
                <a:lnTo>
                  <a:pt x="611" y="24"/>
                </a:lnTo>
                <a:lnTo>
                  <a:pt x="628" y="29"/>
                </a:lnTo>
                <a:lnTo>
                  <a:pt x="642" y="32"/>
                </a:lnTo>
                <a:lnTo>
                  <a:pt x="650" y="35"/>
                </a:lnTo>
                <a:lnTo>
                  <a:pt x="654" y="35"/>
                </a:lnTo>
                <a:lnTo>
                  <a:pt x="711" y="55"/>
                </a:lnTo>
                <a:lnTo>
                  <a:pt x="766" y="69"/>
                </a:lnTo>
                <a:lnTo>
                  <a:pt x="821" y="80"/>
                </a:lnTo>
                <a:lnTo>
                  <a:pt x="873" y="87"/>
                </a:lnTo>
                <a:lnTo>
                  <a:pt x="922" y="90"/>
                </a:lnTo>
                <a:lnTo>
                  <a:pt x="969" y="91"/>
                </a:lnTo>
                <a:lnTo>
                  <a:pt x="1013" y="90"/>
                </a:lnTo>
                <a:lnTo>
                  <a:pt x="1054" y="87"/>
                </a:lnTo>
                <a:lnTo>
                  <a:pt x="1091" y="82"/>
                </a:lnTo>
                <a:lnTo>
                  <a:pt x="1124" y="77"/>
                </a:lnTo>
                <a:lnTo>
                  <a:pt x="1152" y="70"/>
                </a:lnTo>
                <a:lnTo>
                  <a:pt x="1176" y="65"/>
                </a:lnTo>
                <a:lnTo>
                  <a:pt x="1196" y="59"/>
                </a:lnTo>
                <a:lnTo>
                  <a:pt x="1210" y="55"/>
                </a:lnTo>
                <a:lnTo>
                  <a:pt x="1219" y="52"/>
                </a:lnTo>
                <a:lnTo>
                  <a:pt x="1221" y="50"/>
                </a:lnTo>
                <a:lnTo>
                  <a:pt x="1274" y="36"/>
                </a:lnTo>
                <a:lnTo>
                  <a:pt x="1321" y="24"/>
                </a:lnTo>
                <a:lnTo>
                  <a:pt x="1365" y="17"/>
                </a:lnTo>
                <a:lnTo>
                  <a:pt x="1404" y="11"/>
                </a:lnTo>
                <a:lnTo>
                  <a:pt x="1438" y="9"/>
                </a:lnTo>
                <a:lnTo>
                  <a:pt x="1469" y="8"/>
                </a:lnTo>
                <a:lnTo>
                  <a:pt x="1495" y="8"/>
                </a:lnTo>
                <a:lnTo>
                  <a:pt x="1517" y="10"/>
                </a:lnTo>
                <a:lnTo>
                  <a:pt x="1536" y="12"/>
                </a:lnTo>
                <a:lnTo>
                  <a:pt x="1550" y="15"/>
                </a:lnTo>
                <a:lnTo>
                  <a:pt x="1560" y="18"/>
                </a:lnTo>
                <a:lnTo>
                  <a:pt x="1566" y="20"/>
                </a:lnTo>
                <a:lnTo>
                  <a:pt x="1568" y="20"/>
                </a:lnTo>
                <a:lnTo>
                  <a:pt x="1607" y="26"/>
                </a:lnTo>
                <a:lnTo>
                  <a:pt x="1642" y="36"/>
                </a:lnTo>
                <a:lnTo>
                  <a:pt x="1675" y="52"/>
                </a:lnTo>
                <a:lnTo>
                  <a:pt x="1705" y="69"/>
                </a:lnTo>
                <a:lnTo>
                  <a:pt x="1731" y="91"/>
                </a:lnTo>
                <a:lnTo>
                  <a:pt x="1755" y="115"/>
                </a:lnTo>
                <a:lnTo>
                  <a:pt x="1776" y="141"/>
                </a:lnTo>
                <a:lnTo>
                  <a:pt x="1795" y="170"/>
                </a:lnTo>
                <a:lnTo>
                  <a:pt x="1811" y="201"/>
                </a:lnTo>
                <a:lnTo>
                  <a:pt x="1825" y="231"/>
                </a:lnTo>
                <a:lnTo>
                  <a:pt x="1837" y="263"/>
                </a:lnTo>
                <a:lnTo>
                  <a:pt x="1848" y="296"/>
                </a:lnTo>
                <a:lnTo>
                  <a:pt x="1856" y="328"/>
                </a:lnTo>
                <a:lnTo>
                  <a:pt x="1864" y="359"/>
                </a:lnTo>
                <a:lnTo>
                  <a:pt x="1869" y="390"/>
                </a:lnTo>
                <a:lnTo>
                  <a:pt x="1874" y="419"/>
                </a:lnTo>
                <a:lnTo>
                  <a:pt x="1877" y="446"/>
                </a:lnTo>
                <a:lnTo>
                  <a:pt x="1879" y="471"/>
                </a:lnTo>
                <a:lnTo>
                  <a:pt x="1881" y="493"/>
                </a:lnTo>
                <a:lnTo>
                  <a:pt x="1882" y="513"/>
                </a:lnTo>
                <a:lnTo>
                  <a:pt x="1882" y="528"/>
                </a:lnTo>
                <a:lnTo>
                  <a:pt x="1882" y="540"/>
                </a:lnTo>
                <a:lnTo>
                  <a:pt x="1882" y="548"/>
                </a:lnTo>
                <a:lnTo>
                  <a:pt x="1882" y="550"/>
                </a:lnTo>
                <a:lnTo>
                  <a:pt x="1877" y="610"/>
                </a:lnTo>
                <a:lnTo>
                  <a:pt x="1869" y="665"/>
                </a:lnTo>
                <a:lnTo>
                  <a:pt x="1860" y="716"/>
                </a:lnTo>
                <a:lnTo>
                  <a:pt x="1852" y="762"/>
                </a:lnTo>
                <a:lnTo>
                  <a:pt x="1842" y="801"/>
                </a:lnTo>
                <a:lnTo>
                  <a:pt x="1833" y="836"/>
                </a:lnTo>
                <a:lnTo>
                  <a:pt x="1823" y="866"/>
                </a:lnTo>
                <a:lnTo>
                  <a:pt x="1815" y="890"/>
                </a:lnTo>
                <a:lnTo>
                  <a:pt x="1808" y="910"/>
                </a:lnTo>
                <a:lnTo>
                  <a:pt x="1802" y="923"/>
                </a:lnTo>
                <a:lnTo>
                  <a:pt x="1799" y="931"/>
                </a:lnTo>
                <a:lnTo>
                  <a:pt x="1798" y="934"/>
                </a:lnTo>
                <a:lnTo>
                  <a:pt x="1772" y="985"/>
                </a:lnTo>
                <a:lnTo>
                  <a:pt x="1747" y="1033"/>
                </a:lnTo>
                <a:lnTo>
                  <a:pt x="1727" y="1080"/>
                </a:lnTo>
                <a:lnTo>
                  <a:pt x="1709" y="1124"/>
                </a:lnTo>
                <a:lnTo>
                  <a:pt x="1694" y="1166"/>
                </a:lnTo>
                <a:lnTo>
                  <a:pt x="1681" y="1203"/>
                </a:lnTo>
                <a:lnTo>
                  <a:pt x="1670" y="1237"/>
                </a:lnTo>
                <a:lnTo>
                  <a:pt x="1661" y="1268"/>
                </a:lnTo>
                <a:lnTo>
                  <a:pt x="1654" y="1293"/>
                </a:lnTo>
                <a:lnTo>
                  <a:pt x="1650" y="1314"/>
                </a:lnTo>
                <a:lnTo>
                  <a:pt x="1647" y="1328"/>
                </a:lnTo>
                <a:lnTo>
                  <a:pt x="1644" y="1338"/>
                </a:lnTo>
                <a:lnTo>
                  <a:pt x="1644" y="1341"/>
                </a:lnTo>
                <a:lnTo>
                  <a:pt x="1640" y="1373"/>
                </a:lnTo>
                <a:lnTo>
                  <a:pt x="1637" y="1403"/>
                </a:lnTo>
                <a:lnTo>
                  <a:pt x="1636" y="1428"/>
                </a:lnTo>
                <a:lnTo>
                  <a:pt x="1636" y="1449"/>
                </a:lnTo>
                <a:lnTo>
                  <a:pt x="1636" y="1465"/>
                </a:lnTo>
                <a:lnTo>
                  <a:pt x="1637" y="1476"/>
                </a:lnTo>
                <a:lnTo>
                  <a:pt x="1637" y="1479"/>
                </a:lnTo>
                <a:lnTo>
                  <a:pt x="1630" y="1540"/>
                </a:lnTo>
                <a:lnTo>
                  <a:pt x="1623" y="1600"/>
                </a:lnTo>
                <a:lnTo>
                  <a:pt x="1614" y="1657"/>
                </a:lnTo>
                <a:lnTo>
                  <a:pt x="1605" y="1714"/>
                </a:lnTo>
                <a:lnTo>
                  <a:pt x="1595" y="1768"/>
                </a:lnTo>
                <a:lnTo>
                  <a:pt x="1585" y="1819"/>
                </a:lnTo>
                <a:lnTo>
                  <a:pt x="1575" y="1868"/>
                </a:lnTo>
                <a:lnTo>
                  <a:pt x="1567" y="1913"/>
                </a:lnTo>
                <a:lnTo>
                  <a:pt x="1557" y="1956"/>
                </a:lnTo>
                <a:lnTo>
                  <a:pt x="1548" y="1994"/>
                </a:lnTo>
                <a:lnTo>
                  <a:pt x="1540" y="2029"/>
                </a:lnTo>
                <a:lnTo>
                  <a:pt x="1533" y="2059"/>
                </a:lnTo>
                <a:lnTo>
                  <a:pt x="1526" y="2084"/>
                </a:lnTo>
                <a:lnTo>
                  <a:pt x="1521" y="2105"/>
                </a:lnTo>
                <a:lnTo>
                  <a:pt x="1517" y="2120"/>
                </a:lnTo>
                <a:lnTo>
                  <a:pt x="1514" y="2129"/>
                </a:lnTo>
                <a:lnTo>
                  <a:pt x="1514" y="2132"/>
                </a:lnTo>
                <a:lnTo>
                  <a:pt x="1493" y="2189"/>
                </a:lnTo>
                <a:lnTo>
                  <a:pt x="1473" y="2240"/>
                </a:lnTo>
                <a:lnTo>
                  <a:pt x="1455" y="2283"/>
                </a:lnTo>
                <a:lnTo>
                  <a:pt x="1435" y="2319"/>
                </a:lnTo>
                <a:lnTo>
                  <a:pt x="1418" y="2349"/>
                </a:lnTo>
                <a:lnTo>
                  <a:pt x="1400" y="2375"/>
                </a:lnTo>
                <a:lnTo>
                  <a:pt x="1384" y="2395"/>
                </a:lnTo>
                <a:lnTo>
                  <a:pt x="1367" y="2412"/>
                </a:lnTo>
                <a:lnTo>
                  <a:pt x="1353" y="2424"/>
                </a:lnTo>
                <a:lnTo>
                  <a:pt x="1340" y="2433"/>
                </a:lnTo>
                <a:lnTo>
                  <a:pt x="1327" y="2438"/>
                </a:lnTo>
                <a:lnTo>
                  <a:pt x="1316" y="2441"/>
                </a:lnTo>
                <a:lnTo>
                  <a:pt x="1307" y="2443"/>
                </a:lnTo>
                <a:lnTo>
                  <a:pt x="1298" y="2443"/>
                </a:lnTo>
                <a:lnTo>
                  <a:pt x="1291" y="2443"/>
                </a:lnTo>
                <a:lnTo>
                  <a:pt x="1287" y="2441"/>
                </a:lnTo>
                <a:lnTo>
                  <a:pt x="1284" y="2440"/>
                </a:lnTo>
                <a:lnTo>
                  <a:pt x="1283" y="2439"/>
                </a:lnTo>
                <a:lnTo>
                  <a:pt x="1268" y="2434"/>
                </a:lnTo>
                <a:lnTo>
                  <a:pt x="1255" y="2423"/>
                </a:lnTo>
                <a:lnTo>
                  <a:pt x="1243" y="2407"/>
                </a:lnTo>
                <a:lnTo>
                  <a:pt x="1232" y="2388"/>
                </a:lnTo>
                <a:lnTo>
                  <a:pt x="1224" y="2364"/>
                </a:lnTo>
                <a:lnTo>
                  <a:pt x="1215" y="2337"/>
                </a:lnTo>
                <a:lnTo>
                  <a:pt x="1207" y="2310"/>
                </a:lnTo>
                <a:lnTo>
                  <a:pt x="1201" y="2280"/>
                </a:lnTo>
                <a:lnTo>
                  <a:pt x="1194" y="2252"/>
                </a:lnTo>
                <a:lnTo>
                  <a:pt x="1190" y="2222"/>
                </a:lnTo>
                <a:lnTo>
                  <a:pt x="1185" y="2195"/>
                </a:lnTo>
                <a:lnTo>
                  <a:pt x="1182" y="2170"/>
                </a:lnTo>
                <a:lnTo>
                  <a:pt x="1180" y="2148"/>
                </a:lnTo>
                <a:lnTo>
                  <a:pt x="1177" y="2128"/>
                </a:lnTo>
                <a:lnTo>
                  <a:pt x="1176" y="2114"/>
                </a:lnTo>
                <a:lnTo>
                  <a:pt x="1175" y="2105"/>
                </a:lnTo>
                <a:lnTo>
                  <a:pt x="1175" y="2102"/>
                </a:lnTo>
                <a:lnTo>
                  <a:pt x="1174" y="2039"/>
                </a:lnTo>
                <a:lnTo>
                  <a:pt x="1172" y="1980"/>
                </a:lnTo>
                <a:lnTo>
                  <a:pt x="1169" y="1925"/>
                </a:lnTo>
                <a:lnTo>
                  <a:pt x="1163" y="1874"/>
                </a:lnTo>
                <a:lnTo>
                  <a:pt x="1158" y="1828"/>
                </a:lnTo>
                <a:lnTo>
                  <a:pt x="1152" y="1785"/>
                </a:lnTo>
                <a:lnTo>
                  <a:pt x="1146" y="1749"/>
                </a:lnTo>
                <a:lnTo>
                  <a:pt x="1139" y="1716"/>
                </a:lnTo>
                <a:lnTo>
                  <a:pt x="1134" y="1690"/>
                </a:lnTo>
                <a:lnTo>
                  <a:pt x="1129" y="1669"/>
                </a:lnTo>
                <a:lnTo>
                  <a:pt x="1125" y="1654"/>
                </a:lnTo>
                <a:lnTo>
                  <a:pt x="1123" y="1644"/>
                </a:lnTo>
                <a:lnTo>
                  <a:pt x="1122" y="1640"/>
                </a:lnTo>
                <a:lnTo>
                  <a:pt x="1113" y="1606"/>
                </a:lnTo>
                <a:lnTo>
                  <a:pt x="1102" y="1578"/>
                </a:lnTo>
                <a:lnTo>
                  <a:pt x="1089" y="1553"/>
                </a:lnTo>
                <a:lnTo>
                  <a:pt x="1074" y="1532"/>
                </a:lnTo>
                <a:lnTo>
                  <a:pt x="1058" y="1514"/>
                </a:lnTo>
                <a:lnTo>
                  <a:pt x="1042" y="1500"/>
                </a:lnTo>
                <a:lnTo>
                  <a:pt x="1024" y="1489"/>
                </a:lnTo>
                <a:lnTo>
                  <a:pt x="1008" y="1480"/>
                </a:lnTo>
                <a:lnTo>
                  <a:pt x="992" y="1474"/>
                </a:lnTo>
                <a:lnTo>
                  <a:pt x="977" y="1469"/>
                </a:lnTo>
                <a:lnTo>
                  <a:pt x="964" y="1466"/>
                </a:lnTo>
                <a:lnTo>
                  <a:pt x="953" y="1465"/>
                </a:lnTo>
                <a:lnTo>
                  <a:pt x="945" y="1464"/>
                </a:lnTo>
                <a:lnTo>
                  <a:pt x="940" y="1464"/>
                </a:lnTo>
                <a:lnTo>
                  <a:pt x="937" y="1464"/>
                </a:lnTo>
                <a:lnTo>
                  <a:pt x="908" y="1464"/>
                </a:lnTo>
                <a:lnTo>
                  <a:pt x="883" y="1468"/>
                </a:lnTo>
                <a:lnTo>
                  <a:pt x="860" y="1476"/>
                </a:lnTo>
                <a:lnTo>
                  <a:pt x="840" y="1487"/>
                </a:lnTo>
                <a:lnTo>
                  <a:pt x="822" y="1500"/>
                </a:lnTo>
                <a:lnTo>
                  <a:pt x="808" y="1514"/>
                </a:lnTo>
                <a:lnTo>
                  <a:pt x="795" y="1530"/>
                </a:lnTo>
                <a:lnTo>
                  <a:pt x="785" y="1545"/>
                </a:lnTo>
                <a:lnTo>
                  <a:pt x="777" y="1559"/>
                </a:lnTo>
                <a:lnTo>
                  <a:pt x="771" y="1574"/>
                </a:lnTo>
                <a:lnTo>
                  <a:pt x="766" y="1585"/>
                </a:lnTo>
                <a:lnTo>
                  <a:pt x="763" y="1594"/>
                </a:lnTo>
                <a:lnTo>
                  <a:pt x="761" y="1600"/>
                </a:lnTo>
                <a:lnTo>
                  <a:pt x="761" y="1602"/>
                </a:lnTo>
                <a:lnTo>
                  <a:pt x="754" y="1616"/>
                </a:lnTo>
                <a:lnTo>
                  <a:pt x="748" y="1637"/>
                </a:lnTo>
                <a:lnTo>
                  <a:pt x="741" y="1662"/>
                </a:lnTo>
                <a:lnTo>
                  <a:pt x="736" y="1692"/>
                </a:lnTo>
                <a:lnTo>
                  <a:pt x="730" y="1726"/>
                </a:lnTo>
                <a:lnTo>
                  <a:pt x="725" y="1761"/>
                </a:lnTo>
                <a:lnTo>
                  <a:pt x="719" y="1799"/>
                </a:lnTo>
                <a:lnTo>
                  <a:pt x="715" y="1838"/>
                </a:lnTo>
                <a:lnTo>
                  <a:pt x="711" y="1877"/>
                </a:lnTo>
                <a:lnTo>
                  <a:pt x="707" y="1915"/>
                </a:lnTo>
                <a:lnTo>
                  <a:pt x="704" y="1953"/>
                </a:lnTo>
                <a:lnTo>
                  <a:pt x="701" y="1987"/>
                </a:lnTo>
                <a:lnTo>
                  <a:pt x="697" y="2018"/>
                </a:lnTo>
                <a:lnTo>
                  <a:pt x="695" y="2046"/>
                </a:lnTo>
                <a:lnTo>
                  <a:pt x="694" y="2069"/>
                </a:lnTo>
                <a:lnTo>
                  <a:pt x="693" y="2086"/>
                </a:lnTo>
                <a:lnTo>
                  <a:pt x="692" y="2097"/>
                </a:lnTo>
                <a:lnTo>
                  <a:pt x="692" y="2102"/>
                </a:lnTo>
                <a:lnTo>
                  <a:pt x="690" y="2157"/>
                </a:lnTo>
                <a:lnTo>
                  <a:pt x="685" y="2205"/>
                </a:lnTo>
                <a:lnTo>
                  <a:pt x="680" y="2247"/>
                </a:lnTo>
                <a:lnTo>
                  <a:pt x="673" y="2285"/>
                </a:lnTo>
                <a:lnTo>
                  <a:pt x="665" y="2318"/>
                </a:lnTo>
                <a:lnTo>
                  <a:pt x="657" y="2345"/>
                </a:lnTo>
                <a:lnTo>
                  <a:pt x="648" y="2368"/>
                </a:lnTo>
                <a:lnTo>
                  <a:pt x="639" y="2387"/>
                </a:lnTo>
                <a:lnTo>
                  <a:pt x="629" y="2402"/>
                </a:lnTo>
                <a:lnTo>
                  <a:pt x="622" y="2414"/>
                </a:lnTo>
                <a:lnTo>
                  <a:pt x="613" y="2424"/>
                </a:lnTo>
                <a:lnTo>
                  <a:pt x="606" y="2430"/>
                </a:lnTo>
                <a:lnTo>
                  <a:pt x="600" y="2435"/>
                </a:lnTo>
                <a:lnTo>
                  <a:pt x="595" y="2438"/>
                </a:lnTo>
                <a:lnTo>
                  <a:pt x="593" y="2439"/>
                </a:lnTo>
                <a:lnTo>
                  <a:pt x="592" y="2439"/>
                </a:lnTo>
                <a:lnTo>
                  <a:pt x="566" y="2439"/>
                </a:lnTo>
                <a:lnTo>
                  <a:pt x="543" y="2434"/>
                </a:lnTo>
                <a:lnTo>
                  <a:pt x="520" y="2423"/>
                </a:lnTo>
                <a:lnTo>
                  <a:pt x="500" y="2407"/>
                </a:lnTo>
                <a:lnTo>
                  <a:pt x="481" y="2389"/>
                </a:lnTo>
                <a:lnTo>
                  <a:pt x="464" y="2368"/>
                </a:lnTo>
                <a:lnTo>
                  <a:pt x="450" y="2346"/>
                </a:lnTo>
                <a:lnTo>
                  <a:pt x="435" y="2323"/>
                </a:lnTo>
                <a:lnTo>
                  <a:pt x="424" y="2300"/>
                </a:lnTo>
                <a:lnTo>
                  <a:pt x="415" y="2278"/>
                </a:lnTo>
                <a:lnTo>
                  <a:pt x="407" y="2258"/>
                </a:lnTo>
                <a:lnTo>
                  <a:pt x="400" y="2242"/>
                </a:lnTo>
                <a:lnTo>
                  <a:pt x="396" y="2228"/>
                </a:lnTo>
                <a:lnTo>
                  <a:pt x="393" y="2220"/>
                </a:lnTo>
                <a:lnTo>
                  <a:pt x="392" y="2217"/>
                </a:lnTo>
                <a:lnTo>
                  <a:pt x="380" y="2185"/>
                </a:lnTo>
                <a:lnTo>
                  <a:pt x="367" y="2149"/>
                </a:lnTo>
                <a:lnTo>
                  <a:pt x="355" y="2110"/>
                </a:lnTo>
                <a:lnTo>
                  <a:pt x="343" y="2071"/>
                </a:lnTo>
                <a:lnTo>
                  <a:pt x="332" y="2029"/>
                </a:lnTo>
                <a:lnTo>
                  <a:pt x="323" y="1987"/>
                </a:lnTo>
                <a:lnTo>
                  <a:pt x="312" y="1944"/>
                </a:lnTo>
                <a:lnTo>
                  <a:pt x="303" y="1901"/>
                </a:lnTo>
                <a:lnTo>
                  <a:pt x="294" y="1861"/>
                </a:lnTo>
                <a:lnTo>
                  <a:pt x="286" y="1821"/>
                </a:lnTo>
                <a:lnTo>
                  <a:pt x="279" y="1784"/>
                </a:lnTo>
                <a:lnTo>
                  <a:pt x="272" y="1750"/>
                </a:lnTo>
                <a:lnTo>
                  <a:pt x="267" y="1719"/>
                </a:lnTo>
                <a:lnTo>
                  <a:pt x="262" y="1692"/>
                </a:lnTo>
                <a:lnTo>
                  <a:pt x="259" y="1671"/>
                </a:lnTo>
                <a:lnTo>
                  <a:pt x="256" y="1655"/>
                </a:lnTo>
                <a:lnTo>
                  <a:pt x="255" y="1644"/>
                </a:lnTo>
                <a:lnTo>
                  <a:pt x="253" y="1640"/>
                </a:lnTo>
                <a:lnTo>
                  <a:pt x="246" y="1598"/>
                </a:lnTo>
                <a:lnTo>
                  <a:pt x="240" y="1555"/>
                </a:lnTo>
                <a:lnTo>
                  <a:pt x="236" y="1514"/>
                </a:lnTo>
                <a:lnTo>
                  <a:pt x="234" y="1477"/>
                </a:lnTo>
                <a:lnTo>
                  <a:pt x="232" y="1442"/>
                </a:lnTo>
                <a:lnTo>
                  <a:pt x="230" y="1411"/>
                </a:lnTo>
                <a:lnTo>
                  <a:pt x="229" y="1385"/>
                </a:lnTo>
                <a:lnTo>
                  <a:pt x="229" y="1363"/>
                </a:lnTo>
                <a:lnTo>
                  <a:pt x="230" y="1347"/>
                </a:lnTo>
                <a:lnTo>
                  <a:pt x="230" y="1337"/>
                </a:lnTo>
                <a:lnTo>
                  <a:pt x="230" y="1334"/>
                </a:lnTo>
                <a:lnTo>
                  <a:pt x="218" y="1279"/>
                </a:lnTo>
                <a:lnTo>
                  <a:pt x="205" y="1228"/>
                </a:lnTo>
                <a:lnTo>
                  <a:pt x="192" y="1182"/>
                </a:lnTo>
                <a:lnTo>
                  <a:pt x="180" y="1142"/>
                </a:lnTo>
                <a:lnTo>
                  <a:pt x="169" y="1106"/>
                </a:lnTo>
                <a:lnTo>
                  <a:pt x="158" y="1075"/>
                </a:lnTo>
                <a:lnTo>
                  <a:pt x="149" y="1050"/>
                </a:lnTo>
                <a:lnTo>
                  <a:pt x="142" y="1029"/>
                </a:lnTo>
                <a:lnTo>
                  <a:pt x="136" y="1015"/>
                </a:lnTo>
                <a:lnTo>
                  <a:pt x="132" y="1006"/>
                </a:lnTo>
                <a:lnTo>
                  <a:pt x="131" y="1004"/>
                </a:lnTo>
                <a:lnTo>
                  <a:pt x="102" y="939"/>
                </a:lnTo>
                <a:lnTo>
                  <a:pt x="77" y="879"/>
                </a:lnTo>
                <a:lnTo>
                  <a:pt x="57" y="822"/>
                </a:lnTo>
                <a:lnTo>
                  <a:pt x="41" y="769"/>
                </a:lnTo>
                <a:lnTo>
                  <a:pt x="29" y="722"/>
                </a:lnTo>
                <a:lnTo>
                  <a:pt x="19" y="678"/>
                </a:lnTo>
                <a:lnTo>
                  <a:pt x="11" y="641"/>
                </a:lnTo>
                <a:lnTo>
                  <a:pt x="6" y="609"/>
                </a:lnTo>
                <a:lnTo>
                  <a:pt x="2" y="584"/>
                </a:lnTo>
                <a:lnTo>
                  <a:pt x="1" y="565"/>
                </a:lnTo>
                <a:lnTo>
                  <a:pt x="0" y="555"/>
                </a:lnTo>
                <a:lnTo>
                  <a:pt x="0" y="550"/>
                </a:lnTo>
                <a:lnTo>
                  <a:pt x="0" y="493"/>
                </a:lnTo>
                <a:lnTo>
                  <a:pt x="4" y="442"/>
                </a:lnTo>
                <a:lnTo>
                  <a:pt x="10" y="393"/>
                </a:lnTo>
                <a:lnTo>
                  <a:pt x="19" y="350"/>
                </a:lnTo>
                <a:lnTo>
                  <a:pt x="30" y="309"/>
                </a:lnTo>
                <a:lnTo>
                  <a:pt x="42" y="273"/>
                </a:lnTo>
                <a:lnTo>
                  <a:pt x="55" y="241"/>
                </a:lnTo>
                <a:lnTo>
                  <a:pt x="69" y="212"/>
                </a:lnTo>
                <a:lnTo>
                  <a:pt x="85" y="186"/>
                </a:lnTo>
                <a:lnTo>
                  <a:pt x="99" y="164"/>
                </a:lnTo>
                <a:lnTo>
                  <a:pt x="113" y="146"/>
                </a:lnTo>
                <a:lnTo>
                  <a:pt x="126" y="130"/>
                </a:lnTo>
                <a:lnTo>
                  <a:pt x="137" y="118"/>
                </a:lnTo>
                <a:lnTo>
                  <a:pt x="147" y="109"/>
                </a:lnTo>
                <a:lnTo>
                  <a:pt x="155" y="102"/>
                </a:lnTo>
                <a:lnTo>
                  <a:pt x="160" y="99"/>
                </a:lnTo>
                <a:lnTo>
                  <a:pt x="161" y="96"/>
                </a:lnTo>
                <a:lnTo>
                  <a:pt x="184" y="71"/>
                </a:lnTo>
                <a:lnTo>
                  <a:pt x="210" y="52"/>
                </a:lnTo>
                <a:lnTo>
                  <a:pt x="238" y="34"/>
                </a:lnTo>
                <a:lnTo>
                  <a:pt x="269" y="22"/>
                </a:lnTo>
                <a:lnTo>
                  <a:pt x="302" y="12"/>
                </a:lnTo>
                <a:lnTo>
                  <a:pt x="336" y="6"/>
                </a:lnTo>
                <a:lnTo>
                  <a:pt x="370" y="1"/>
                </a:lnTo>
                <a:lnTo>
                  <a:pt x="405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6852574" y="4150045"/>
            <a:ext cx="294587" cy="226252"/>
          </a:xfrm>
          <a:custGeom>
            <a:avLst/>
            <a:gdLst/>
            <a:ahLst/>
            <a:cxnLst/>
            <a:rect l="l" t="t" r="r" b="b"/>
            <a:pathLst>
              <a:path w="3785" h="3876" extrusionOk="0">
                <a:moveTo>
                  <a:pt x="1245" y="0"/>
                </a:moveTo>
                <a:lnTo>
                  <a:pt x="1753" y="4"/>
                </a:lnTo>
                <a:lnTo>
                  <a:pt x="1753" y="56"/>
                </a:lnTo>
                <a:lnTo>
                  <a:pt x="1754" y="114"/>
                </a:lnTo>
                <a:lnTo>
                  <a:pt x="1756" y="174"/>
                </a:lnTo>
                <a:lnTo>
                  <a:pt x="1760" y="238"/>
                </a:lnTo>
                <a:lnTo>
                  <a:pt x="1765" y="302"/>
                </a:lnTo>
                <a:lnTo>
                  <a:pt x="1771" y="367"/>
                </a:lnTo>
                <a:lnTo>
                  <a:pt x="1780" y="433"/>
                </a:lnTo>
                <a:lnTo>
                  <a:pt x="1791" y="494"/>
                </a:lnTo>
                <a:lnTo>
                  <a:pt x="1804" y="556"/>
                </a:lnTo>
                <a:lnTo>
                  <a:pt x="1818" y="614"/>
                </a:lnTo>
                <a:lnTo>
                  <a:pt x="1836" y="669"/>
                </a:lnTo>
                <a:lnTo>
                  <a:pt x="1854" y="718"/>
                </a:lnTo>
                <a:lnTo>
                  <a:pt x="1878" y="760"/>
                </a:lnTo>
                <a:lnTo>
                  <a:pt x="1902" y="796"/>
                </a:lnTo>
                <a:lnTo>
                  <a:pt x="1931" y="825"/>
                </a:lnTo>
                <a:lnTo>
                  <a:pt x="1962" y="844"/>
                </a:lnTo>
                <a:lnTo>
                  <a:pt x="2000" y="856"/>
                </a:lnTo>
                <a:lnTo>
                  <a:pt x="2038" y="858"/>
                </a:lnTo>
                <a:lnTo>
                  <a:pt x="2076" y="851"/>
                </a:lnTo>
                <a:lnTo>
                  <a:pt x="2113" y="838"/>
                </a:lnTo>
                <a:lnTo>
                  <a:pt x="2147" y="822"/>
                </a:lnTo>
                <a:lnTo>
                  <a:pt x="2180" y="802"/>
                </a:lnTo>
                <a:lnTo>
                  <a:pt x="2211" y="782"/>
                </a:lnTo>
                <a:lnTo>
                  <a:pt x="2240" y="764"/>
                </a:lnTo>
                <a:lnTo>
                  <a:pt x="2265" y="747"/>
                </a:lnTo>
                <a:lnTo>
                  <a:pt x="2320" y="722"/>
                </a:lnTo>
                <a:lnTo>
                  <a:pt x="2384" y="696"/>
                </a:lnTo>
                <a:lnTo>
                  <a:pt x="2454" y="673"/>
                </a:lnTo>
                <a:lnTo>
                  <a:pt x="2531" y="653"/>
                </a:lnTo>
                <a:lnTo>
                  <a:pt x="2609" y="640"/>
                </a:lnTo>
                <a:lnTo>
                  <a:pt x="2693" y="633"/>
                </a:lnTo>
                <a:lnTo>
                  <a:pt x="2774" y="636"/>
                </a:lnTo>
                <a:lnTo>
                  <a:pt x="2856" y="649"/>
                </a:lnTo>
                <a:lnTo>
                  <a:pt x="2954" y="674"/>
                </a:lnTo>
                <a:lnTo>
                  <a:pt x="3047" y="709"/>
                </a:lnTo>
                <a:lnTo>
                  <a:pt x="3136" y="751"/>
                </a:lnTo>
                <a:lnTo>
                  <a:pt x="3220" y="800"/>
                </a:lnTo>
                <a:lnTo>
                  <a:pt x="3298" y="856"/>
                </a:lnTo>
                <a:lnTo>
                  <a:pt x="3373" y="918"/>
                </a:lnTo>
                <a:lnTo>
                  <a:pt x="3440" y="985"/>
                </a:lnTo>
                <a:lnTo>
                  <a:pt x="3502" y="1056"/>
                </a:lnTo>
                <a:lnTo>
                  <a:pt x="3556" y="1133"/>
                </a:lnTo>
                <a:lnTo>
                  <a:pt x="3604" y="1213"/>
                </a:lnTo>
                <a:lnTo>
                  <a:pt x="3645" y="1296"/>
                </a:lnTo>
                <a:lnTo>
                  <a:pt x="3678" y="1384"/>
                </a:lnTo>
                <a:lnTo>
                  <a:pt x="3704" y="1473"/>
                </a:lnTo>
                <a:lnTo>
                  <a:pt x="3724" y="1567"/>
                </a:lnTo>
                <a:lnTo>
                  <a:pt x="3744" y="1665"/>
                </a:lnTo>
                <a:lnTo>
                  <a:pt x="3762" y="1769"/>
                </a:lnTo>
                <a:lnTo>
                  <a:pt x="3776" y="1871"/>
                </a:lnTo>
                <a:lnTo>
                  <a:pt x="3784" y="1974"/>
                </a:lnTo>
                <a:lnTo>
                  <a:pt x="3785" y="2078"/>
                </a:lnTo>
                <a:lnTo>
                  <a:pt x="3780" y="2182"/>
                </a:lnTo>
                <a:lnTo>
                  <a:pt x="3771" y="2284"/>
                </a:lnTo>
                <a:lnTo>
                  <a:pt x="3756" y="2380"/>
                </a:lnTo>
                <a:lnTo>
                  <a:pt x="3736" y="2473"/>
                </a:lnTo>
                <a:lnTo>
                  <a:pt x="3713" y="2560"/>
                </a:lnTo>
                <a:lnTo>
                  <a:pt x="3674" y="2671"/>
                </a:lnTo>
                <a:lnTo>
                  <a:pt x="3631" y="2774"/>
                </a:lnTo>
                <a:lnTo>
                  <a:pt x="3582" y="2873"/>
                </a:lnTo>
                <a:lnTo>
                  <a:pt x="3527" y="2964"/>
                </a:lnTo>
                <a:lnTo>
                  <a:pt x="3467" y="3049"/>
                </a:lnTo>
                <a:lnTo>
                  <a:pt x="3404" y="3129"/>
                </a:lnTo>
                <a:lnTo>
                  <a:pt x="3338" y="3204"/>
                </a:lnTo>
                <a:lnTo>
                  <a:pt x="3269" y="3271"/>
                </a:lnTo>
                <a:lnTo>
                  <a:pt x="3198" y="3334"/>
                </a:lnTo>
                <a:lnTo>
                  <a:pt x="3124" y="3393"/>
                </a:lnTo>
                <a:lnTo>
                  <a:pt x="3049" y="3445"/>
                </a:lnTo>
                <a:lnTo>
                  <a:pt x="2974" y="3493"/>
                </a:lnTo>
                <a:lnTo>
                  <a:pt x="2900" y="3536"/>
                </a:lnTo>
                <a:lnTo>
                  <a:pt x="2825" y="3576"/>
                </a:lnTo>
                <a:lnTo>
                  <a:pt x="2751" y="3611"/>
                </a:lnTo>
                <a:lnTo>
                  <a:pt x="2680" y="3640"/>
                </a:lnTo>
                <a:lnTo>
                  <a:pt x="2609" y="3667"/>
                </a:lnTo>
                <a:lnTo>
                  <a:pt x="2542" y="3689"/>
                </a:lnTo>
                <a:lnTo>
                  <a:pt x="2476" y="3709"/>
                </a:lnTo>
                <a:lnTo>
                  <a:pt x="2391" y="3727"/>
                </a:lnTo>
                <a:lnTo>
                  <a:pt x="2300" y="3738"/>
                </a:lnTo>
                <a:lnTo>
                  <a:pt x="2209" y="3742"/>
                </a:lnTo>
                <a:lnTo>
                  <a:pt x="2116" y="3740"/>
                </a:lnTo>
                <a:lnTo>
                  <a:pt x="2025" y="3733"/>
                </a:lnTo>
                <a:lnTo>
                  <a:pt x="1933" y="3720"/>
                </a:lnTo>
                <a:lnTo>
                  <a:pt x="1845" y="3704"/>
                </a:lnTo>
                <a:lnTo>
                  <a:pt x="1760" y="3682"/>
                </a:lnTo>
                <a:lnTo>
                  <a:pt x="1678" y="3660"/>
                </a:lnTo>
                <a:lnTo>
                  <a:pt x="1602" y="3634"/>
                </a:lnTo>
                <a:lnTo>
                  <a:pt x="1533" y="3607"/>
                </a:lnTo>
                <a:lnTo>
                  <a:pt x="1438" y="3565"/>
                </a:lnTo>
                <a:lnTo>
                  <a:pt x="1347" y="3518"/>
                </a:lnTo>
                <a:lnTo>
                  <a:pt x="1262" y="3469"/>
                </a:lnTo>
                <a:lnTo>
                  <a:pt x="1176" y="3416"/>
                </a:lnTo>
                <a:lnTo>
                  <a:pt x="1093" y="3364"/>
                </a:lnTo>
                <a:lnTo>
                  <a:pt x="1005" y="3309"/>
                </a:lnTo>
                <a:lnTo>
                  <a:pt x="913" y="3256"/>
                </a:lnTo>
                <a:lnTo>
                  <a:pt x="898" y="3247"/>
                </a:lnTo>
                <a:lnTo>
                  <a:pt x="880" y="3236"/>
                </a:lnTo>
                <a:lnTo>
                  <a:pt x="862" y="3225"/>
                </a:lnTo>
                <a:lnTo>
                  <a:pt x="842" y="3214"/>
                </a:lnTo>
                <a:lnTo>
                  <a:pt x="820" y="3204"/>
                </a:lnTo>
                <a:lnTo>
                  <a:pt x="798" y="3193"/>
                </a:lnTo>
                <a:lnTo>
                  <a:pt x="776" y="3184"/>
                </a:lnTo>
                <a:lnTo>
                  <a:pt x="753" y="3174"/>
                </a:lnTo>
                <a:lnTo>
                  <a:pt x="729" y="3167"/>
                </a:lnTo>
                <a:lnTo>
                  <a:pt x="705" y="3164"/>
                </a:lnTo>
                <a:lnTo>
                  <a:pt x="682" y="3162"/>
                </a:lnTo>
                <a:lnTo>
                  <a:pt x="658" y="3164"/>
                </a:lnTo>
                <a:lnTo>
                  <a:pt x="636" y="3169"/>
                </a:lnTo>
                <a:lnTo>
                  <a:pt x="613" y="3178"/>
                </a:lnTo>
                <a:lnTo>
                  <a:pt x="591" y="3193"/>
                </a:lnTo>
                <a:lnTo>
                  <a:pt x="571" y="3213"/>
                </a:lnTo>
                <a:lnTo>
                  <a:pt x="553" y="3236"/>
                </a:lnTo>
                <a:lnTo>
                  <a:pt x="534" y="3267"/>
                </a:lnTo>
                <a:lnTo>
                  <a:pt x="518" y="3304"/>
                </a:lnTo>
                <a:lnTo>
                  <a:pt x="504" y="3347"/>
                </a:lnTo>
                <a:lnTo>
                  <a:pt x="491" y="3396"/>
                </a:lnTo>
                <a:lnTo>
                  <a:pt x="482" y="3454"/>
                </a:lnTo>
                <a:lnTo>
                  <a:pt x="473" y="3522"/>
                </a:lnTo>
                <a:lnTo>
                  <a:pt x="467" y="3596"/>
                </a:lnTo>
                <a:lnTo>
                  <a:pt x="465" y="3680"/>
                </a:lnTo>
                <a:lnTo>
                  <a:pt x="465" y="3773"/>
                </a:lnTo>
                <a:lnTo>
                  <a:pt x="469" y="3876"/>
                </a:lnTo>
                <a:lnTo>
                  <a:pt x="382" y="3873"/>
                </a:lnTo>
                <a:lnTo>
                  <a:pt x="291" y="3865"/>
                </a:lnTo>
                <a:lnTo>
                  <a:pt x="200" y="3862"/>
                </a:lnTo>
                <a:lnTo>
                  <a:pt x="107" y="3862"/>
                </a:lnTo>
                <a:lnTo>
                  <a:pt x="16" y="3869"/>
                </a:lnTo>
                <a:lnTo>
                  <a:pt x="16" y="3840"/>
                </a:lnTo>
                <a:lnTo>
                  <a:pt x="11" y="3793"/>
                </a:lnTo>
                <a:lnTo>
                  <a:pt x="5" y="3740"/>
                </a:lnTo>
                <a:lnTo>
                  <a:pt x="2" y="3682"/>
                </a:lnTo>
                <a:lnTo>
                  <a:pt x="0" y="3618"/>
                </a:lnTo>
                <a:lnTo>
                  <a:pt x="0" y="3553"/>
                </a:lnTo>
                <a:lnTo>
                  <a:pt x="4" y="3484"/>
                </a:lnTo>
                <a:lnTo>
                  <a:pt x="9" y="3413"/>
                </a:lnTo>
                <a:lnTo>
                  <a:pt x="16" y="3342"/>
                </a:lnTo>
                <a:lnTo>
                  <a:pt x="29" y="3269"/>
                </a:lnTo>
                <a:lnTo>
                  <a:pt x="44" y="3196"/>
                </a:lnTo>
                <a:lnTo>
                  <a:pt x="64" y="3125"/>
                </a:lnTo>
                <a:lnTo>
                  <a:pt x="85" y="3056"/>
                </a:lnTo>
                <a:lnTo>
                  <a:pt x="113" y="2989"/>
                </a:lnTo>
                <a:lnTo>
                  <a:pt x="145" y="2925"/>
                </a:lnTo>
                <a:lnTo>
                  <a:pt x="182" y="2867"/>
                </a:lnTo>
                <a:lnTo>
                  <a:pt x="224" y="2813"/>
                </a:lnTo>
                <a:lnTo>
                  <a:pt x="271" y="2765"/>
                </a:lnTo>
                <a:lnTo>
                  <a:pt x="324" y="2724"/>
                </a:lnTo>
                <a:lnTo>
                  <a:pt x="382" y="2689"/>
                </a:lnTo>
                <a:lnTo>
                  <a:pt x="429" y="2667"/>
                </a:lnTo>
                <a:lnTo>
                  <a:pt x="474" y="2654"/>
                </a:lnTo>
                <a:lnTo>
                  <a:pt x="516" y="2649"/>
                </a:lnTo>
                <a:lnTo>
                  <a:pt x="556" y="2647"/>
                </a:lnTo>
                <a:lnTo>
                  <a:pt x="594" y="2653"/>
                </a:lnTo>
                <a:lnTo>
                  <a:pt x="633" y="2662"/>
                </a:lnTo>
                <a:lnTo>
                  <a:pt x="673" y="2673"/>
                </a:lnTo>
                <a:lnTo>
                  <a:pt x="714" y="2684"/>
                </a:lnTo>
                <a:lnTo>
                  <a:pt x="758" y="2698"/>
                </a:lnTo>
                <a:lnTo>
                  <a:pt x="805" y="2709"/>
                </a:lnTo>
                <a:lnTo>
                  <a:pt x="856" y="2720"/>
                </a:lnTo>
                <a:lnTo>
                  <a:pt x="971" y="2734"/>
                </a:lnTo>
                <a:lnTo>
                  <a:pt x="1082" y="2738"/>
                </a:lnTo>
                <a:lnTo>
                  <a:pt x="1189" y="2733"/>
                </a:lnTo>
                <a:lnTo>
                  <a:pt x="1291" y="2718"/>
                </a:lnTo>
                <a:lnTo>
                  <a:pt x="1387" y="2694"/>
                </a:lnTo>
                <a:lnTo>
                  <a:pt x="1478" y="2664"/>
                </a:lnTo>
                <a:lnTo>
                  <a:pt x="1562" y="2625"/>
                </a:lnTo>
                <a:lnTo>
                  <a:pt x="1640" y="2580"/>
                </a:lnTo>
                <a:lnTo>
                  <a:pt x="1711" y="2527"/>
                </a:lnTo>
                <a:lnTo>
                  <a:pt x="1773" y="2471"/>
                </a:lnTo>
                <a:lnTo>
                  <a:pt x="1827" y="2409"/>
                </a:lnTo>
                <a:lnTo>
                  <a:pt x="1873" y="2342"/>
                </a:lnTo>
                <a:lnTo>
                  <a:pt x="1909" y="2273"/>
                </a:lnTo>
                <a:lnTo>
                  <a:pt x="1931" y="2213"/>
                </a:lnTo>
                <a:lnTo>
                  <a:pt x="1947" y="2149"/>
                </a:lnTo>
                <a:lnTo>
                  <a:pt x="1962" y="2084"/>
                </a:lnTo>
                <a:lnTo>
                  <a:pt x="1973" y="1993"/>
                </a:lnTo>
                <a:lnTo>
                  <a:pt x="1971" y="1904"/>
                </a:lnTo>
                <a:lnTo>
                  <a:pt x="1962" y="1818"/>
                </a:lnTo>
                <a:lnTo>
                  <a:pt x="1942" y="1736"/>
                </a:lnTo>
                <a:lnTo>
                  <a:pt x="1916" y="1658"/>
                </a:lnTo>
                <a:lnTo>
                  <a:pt x="1884" y="1585"/>
                </a:lnTo>
                <a:lnTo>
                  <a:pt x="1845" y="1518"/>
                </a:lnTo>
                <a:lnTo>
                  <a:pt x="1804" y="1458"/>
                </a:lnTo>
                <a:lnTo>
                  <a:pt x="1760" y="1404"/>
                </a:lnTo>
                <a:lnTo>
                  <a:pt x="1714" y="1356"/>
                </a:lnTo>
                <a:lnTo>
                  <a:pt x="1669" y="1316"/>
                </a:lnTo>
                <a:lnTo>
                  <a:pt x="1618" y="1278"/>
                </a:lnTo>
                <a:lnTo>
                  <a:pt x="1564" y="1238"/>
                </a:lnTo>
                <a:lnTo>
                  <a:pt x="1513" y="1198"/>
                </a:lnTo>
                <a:lnTo>
                  <a:pt x="1464" y="1156"/>
                </a:lnTo>
                <a:lnTo>
                  <a:pt x="1422" y="1107"/>
                </a:lnTo>
                <a:lnTo>
                  <a:pt x="1387" y="1056"/>
                </a:lnTo>
                <a:lnTo>
                  <a:pt x="1358" y="1000"/>
                </a:lnTo>
                <a:lnTo>
                  <a:pt x="1334" y="938"/>
                </a:lnTo>
                <a:lnTo>
                  <a:pt x="1316" y="874"/>
                </a:lnTo>
                <a:lnTo>
                  <a:pt x="1300" y="807"/>
                </a:lnTo>
                <a:lnTo>
                  <a:pt x="1285" y="736"/>
                </a:lnTo>
                <a:lnTo>
                  <a:pt x="1273" y="664"/>
                </a:lnTo>
                <a:lnTo>
                  <a:pt x="1262" y="589"/>
                </a:lnTo>
                <a:lnTo>
                  <a:pt x="1260" y="585"/>
                </a:lnTo>
                <a:lnTo>
                  <a:pt x="1258" y="574"/>
                </a:lnTo>
                <a:lnTo>
                  <a:pt x="1256" y="553"/>
                </a:lnTo>
                <a:lnTo>
                  <a:pt x="1253" y="522"/>
                </a:lnTo>
                <a:lnTo>
                  <a:pt x="1251" y="485"/>
                </a:lnTo>
                <a:lnTo>
                  <a:pt x="1247" y="442"/>
                </a:lnTo>
                <a:lnTo>
                  <a:pt x="1244" y="394"/>
                </a:lnTo>
                <a:lnTo>
                  <a:pt x="1240" y="345"/>
                </a:lnTo>
                <a:lnTo>
                  <a:pt x="1236" y="293"/>
                </a:lnTo>
                <a:lnTo>
                  <a:pt x="1234" y="238"/>
                </a:lnTo>
                <a:lnTo>
                  <a:pt x="1234" y="185"/>
                </a:lnTo>
                <a:lnTo>
                  <a:pt x="1234" y="134"/>
                </a:lnTo>
                <a:lnTo>
                  <a:pt x="1236" y="85"/>
                </a:lnTo>
                <a:lnTo>
                  <a:pt x="1240" y="40"/>
                </a:lnTo>
                <a:lnTo>
                  <a:pt x="1245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9552109" y="2335618"/>
            <a:ext cx="259008" cy="198022"/>
          </a:xfrm>
          <a:custGeom>
            <a:avLst/>
            <a:gdLst/>
            <a:ahLst/>
            <a:cxnLst/>
            <a:rect l="l" t="t" r="r" b="b"/>
            <a:pathLst>
              <a:path w="3984740" h="3960440" extrusionOk="0">
                <a:moveTo>
                  <a:pt x="3524979" y="3362640"/>
                </a:moveTo>
                <a:cubicBezTo>
                  <a:pt x="3498469" y="3362640"/>
                  <a:pt x="3476978" y="3384131"/>
                  <a:pt x="3476978" y="3410641"/>
                </a:cubicBezTo>
                <a:lnTo>
                  <a:pt x="3476978" y="3602639"/>
                </a:lnTo>
                <a:cubicBezTo>
                  <a:pt x="3476978" y="3629149"/>
                  <a:pt x="3498469" y="3650640"/>
                  <a:pt x="3524979" y="3650640"/>
                </a:cubicBezTo>
                <a:lnTo>
                  <a:pt x="3716977" y="3650640"/>
                </a:lnTo>
                <a:cubicBezTo>
                  <a:pt x="3743487" y="3650640"/>
                  <a:pt x="3764978" y="3629149"/>
                  <a:pt x="3764978" y="3602639"/>
                </a:cubicBezTo>
                <a:lnTo>
                  <a:pt x="3764978" y="3410641"/>
                </a:lnTo>
                <a:cubicBezTo>
                  <a:pt x="3764978" y="3384131"/>
                  <a:pt x="3743487" y="3362640"/>
                  <a:pt x="3716977" y="3362640"/>
                </a:cubicBezTo>
                <a:close/>
                <a:moveTo>
                  <a:pt x="650690" y="3362640"/>
                </a:moveTo>
                <a:cubicBezTo>
                  <a:pt x="624180" y="3362640"/>
                  <a:pt x="602689" y="3384131"/>
                  <a:pt x="602689" y="3410641"/>
                </a:cubicBezTo>
                <a:lnTo>
                  <a:pt x="602689" y="3602639"/>
                </a:lnTo>
                <a:cubicBezTo>
                  <a:pt x="602689" y="3629149"/>
                  <a:pt x="624180" y="3650640"/>
                  <a:pt x="650690" y="3650640"/>
                </a:cubicBezTo>
                <a:lnTo>
                  <a:pt x="842688" y="3650640"/>
                </a:lnTo>
                <a:cubicBezTo>
                  <a:pt x="869198" y="3650640"/>
                  <a:pt x="890689" y="3629149"/>
                  <a:pt x="890689" y="3602639"/>
                </a:cubicBezTo>
                <a:lnTo>
                  <a:pt x="890689" y="3410641"/>
                </a:lnTo>
                <a:cubicBezTo>
                  <a:pt x="890689" y="3384131"/>
                  <a:pt x="869198" y="3362640"/>
                  <a:pt x="842688" y="3362640"/>
                </a:cubicBezTo>
                <a:close/>
                <a:moveTo>
                  <a:pt x="3086046" y="3362639"/>
                </a:moveTo>
                <a:cubicBezTo>
                  <a:pt x="3059536" y="3362639"/>
                  <a:pt x="3038045" y="3384130"/>
                  <a:pt x="3038045" y="3410640"/>
                </a:cubicBezTo>
                <a:lnTo>
                  <a:pt x="3038045" y="3602638"/>
                </a:lnTo>
                <a:cubicBezTo>
                  <a:pt x="3038045" y="3629148"/>
                  <a:pt x="3059536" y="3650639"/>
                  <a:pt x="3086046" y="3650639"/>
                </a:cubicBezTo>
                <a:lnTo>
                  <a:pt x="3278044" y="3650639"/>
                </a:lnTo>
                <a:cubicBezTo>
                  <a:pt x="3304554" y="3650639"/>
                  <a:pt x="3326045" y="3629148"/>
                  <a:pt x="3326045" y="3602638"/>
                </a:cubicBezTo>
                <a:lnTo>
                  <a:pt x="3326045" y="3410640"/>
                </a:lnTo>
                <a:cubicBezTo>
                  <a:pt x="3326045" y="3384130"/>
                  <a:pt x="3304554" y="3362639"/>
                  <a:pt x="3278044" y="3362639"/>
                </a:cubicBezTo>
                <a:close/>
                <a:moveTo>
                  <a:pt x="211757" y="3362639"/>
                </a:moveTo>
                <a:cubicBezTo>
                  <a:pt x="185247" y="3362639"/>
                  <a:pt x="163756" y="3384130"/>
                  <a:pt x="163756" y="3410640"/>
                </a:cubicBezTo>
                <a:lnTo>
                  <a:pt x="163756" y="3602638"/>
                </a:lnTo>
                <a:cubicBezTo>
                  <a:pt x="163756" y="3629148"/>
                  <a:pt x="185247" y="3650639"/>
                  <a:pt x="211757" y="3650639"/>
                </a:cubicBezTo>
                <a:lnTo>
                  <a:pt x="403755" y="3650639"/>
                </a:lnTo>
                <a:cubicBezTo>
                  <a:pt x="430265" y="3650639"/>
                  <a:pt x="451756" y="3629148"/>
                  <a:pt x="451756" y="3602638"/>
                </a:cubicBezTo>
                <a:lnTo>
                  <a:pt x="451756" y="3410640"/>
                </a:lnTo>
                <a:cubicBezTo>
                  <a:pt x="451756" y="3384130"/>
                  <a:pt x="430265" y="3362639"/>
                  <a:pt x="403755" y="3362639"/>
                </a:cubicBezTo>
                <a:close/>
                <a:moveTo>
                  <a:pt x="1716487" y="2922775"/>
                </a:moveTo>
                <a:lnTo>
                  <a:pt x="1716487" y="3786871"/>
                </a:lnTo>
                <a:lnTo>
                  <a:pt x="2220543" y="3786871"/>
                </a:lnTo>
                <a:lnTo>
                  <a:pt x="2220543" y="2922775"/>
                </a:lnTo>
                <a:close/>
                <a:moveTo>
                  <a:pt x="3524979" y="2889857"/>
                </a:moveTo>
                <a:cubicBezTo>
                  <a:pt x="3498469" y="2889857"/>
                  <a:pt x="3476978" y="2911348"/>
                  <a:pt x="3476978" y="2937858"/>
                </a:cubicBezTo>
                <a:lnTo>
                  <a:pt x="3476978" y="3129856"/>
                </a:lnTo>
                <a:cubicBezTo>
                  <a:pt x="3476978" y="3156366"/>
                  <a:pt x="3498469" y="3177857"/>
                  <a:pt x="3524979" y="3177857"/>
                </a:cubicBezTo>
                <a:lnTo>
                  <a:pt x="3716977" y="3177857"/>
                </a:lnTo>
                <a:cubicBezTo>
                  <a:pt x="3743487" y="3177857"/>
                  <a:pt x="3764978" y="3156366"/>
                  <a:pt x="3764978" y="3129856"/>
                </a:cubicBezTo>
                <a:lnTo>
                  <a:pt x="3764978" y="2937858"/>
                </a:lnTo>
                <a:cubicBezTo>
                  <a:pt x="3764978" y="2911348"/>
                  <a:pt x="3743487" y="2889857"/>
                  <a:pt x="3716977" y="2889857"/>
                </a:cubicBezTo>
                <a:close/>
                <a:moveTo>
                  <a:pt x="650690" y="2889857"/>
                </a:moveTo>
                <a:cubicBezTo>
                  <a:pt x="624180" y="2889857"/>
                  <a:pt x="602689" y="2911348"/>
                  <a:pt x="602689" y="2937858"/>
                </a:cubicBezTo>
                <a:lnTo>
                  <a:pt x="602689" y="3129856"/>
                </a:lnTo>
                <a:cubicBezTo>
                  <a:pt x="602689" y="3156366"/>
                  <a:pt x="624180" y="3177857"/>
                  <a:pt x="650690" y="3177857"/>
                </a:cubicBezTo>
                <a:lnTo>
                  <a:pt x="842688" y="3177857"/>
                </a:lnTo>
                <a:cubicBezTo>
                  <a:pt x="869198" y="3177857"/>
                  <a:pt x="890689" y="3156366"/>
                  <a:pt x="890689" y="3129856"/>
                </a:cubicBezTo>
                <a:lnTo>
                  <a:pt x="890689" y="2937858"/>
                </a:lnTo>
                <a:cubicBezTo>
                  <a:pt x="890689" y="2911348"/>
                  <a:pt x="869198" y="2889857"/>
                  <a:pt x="842688" y="2889857"/>
                </a:cubicBezTo>
                <a:close/>
                <a:moveTo>
                  <a:pt x="3086046" y="2889856"/>
                </a:moveTo>
                <a:cubicBezTo>
                  <a:pt x="3059536" y="2889856"/>
                  <a:pt x="3038045" y="2911347"/>
                  <a:pt x="3038045" y="2937857"/>
                </a:cubicBezTo>
                <a:lnTo>
                  <a:pt x="3038045" y="3129855"/>
                </a:lnTo>
                <a:cubicBezTo>
                  <a:pt x="3038045" y="3156365"/>
                  <a:pt x="3059536" y="3177856"/>
                  <a:pt x="3086046" y="3177856"/>
                </a:cubicBezTo>
                <a:lnTo>
                  <a:pt x="3278044" y="3177856"/>
                </a:lnTo>
                <a:cubicBezTo>
                  <a:pt x="3304554" y="3177856"/>
                  <a:pt x="3326045" y="3156365"/>
                  <a:pt x="3326045" y="3129855"/>
                </a:cubicBezTo>
                <a:lnTo>
                  <a:pt x="3326045" y="2937857"/>
                </a:lnTo>
                <a:cubicBezTo>
                  <a:pt x="3326045" y="2911347"/>
                  <a:pt x="3304554" y="2889856"/>
                  <a:pt x="3278044" y="2889856"/>
                </a:cubicBezTo>
                <a:close/>
                <a:moveTo>
                  <a:pt x="211757" y="2889856"/>
                </a:moveTo>
                <a:cubicBezTo>
                  <a:pt x="185247" y="2889856"/>
                  <a:pt x="163756" y="2911347"/>
                  <a:pt x="163756" y="2937857"/>
                </a:cubicBezTo>
                <a:lnTo>
                  <a:pt x="163756" y="3129855"/>
                </a:lnTo>
                <a:cubicBezTo>
                  <a:pt x="163756" y="3156365"/>
                  <a:pt x="185247" y="3177856"/>
                  <a:pt x="211757" y="3177856"/>
                </a:cubicBezTo>
                <a:lnTo>
                  <a:pt x="403755" y="3177856"/>
                </a:lnTo>
                <a:cubicBezTo>
                  <a:pt x="430265" y="3177856"/>
                  <a:pt x="451756" y="3156365"/>
                  <a:pt x="451756" y="3129855"/>
                </a:cubicBezTo>
                <a:lnTo>
                  <a:pt x="451756" y="2937857"/>
                </a:lnTo>
                <a:cubicBezTo>
                  <a:pt x="451756" y="2911347"/>
                  <a:pt x="430265" y="2889856"/>
                  <a:pt x="403755" y="2889856"/>
                </a:cubicBezTo>
                <a:close/>
                <a:moveTo>
                  <a:pt x="3524979" y="2417074"/>
                </a:moveTo>
                <a:cubicBezTo>
                  <a:pt x="3498469" y="2417074"/>
                  <a:pt x="3476978" y="2438565"/>
                  <a:pt x="3476978" y="2465075"/>
                </a:cubicBezTo>
                <a:lnTo>
                  <a:pt x="3476978" y="2657073"/>
                </a:lnTo>
                <a:cubicBezTo>
                  <a:pt x="3476978" y="2683583"/>
                  <a:pt x="3498469" y="2705074"/>
                  <a:pt x="3524979" y="2705074"/>
                </a:cubicBezTo>
                <a:lnTo>
                  <a:pt x="3716977" y="2705074"/>
                </a:lnTo>
                <a:cubicBezTo>
                  <a:pt x="3743487" y="2705074"/>
                  <a:pt x="3764978" y="2683583"/>
                  <a:pt x="3764978" y="2657073"/>
                </a:cubicBezTo>
                <a:lnTo>
                  <a:pt x="3764978" y="2465075"/>
                </a:lnTo>
                <a:cubicBezTo>
                  <a:pt x="3764978" y="2438565"/>
                  <a:pt x="3743487" y="2417074"/>
                  <a:pt x="3716977" y="2417074"/>
                </a:cubicBezTo>
                <a:close/>
                <a:moveTo>
                  <a:pt x="650690" y="2417074"/>
                </a:moveTo>
                <a:cubicBezTo>
                  <a:pt x="624180" y="2417074"/>
                  <a:pt x="602689" y="2438565"/>
                  <a:pt x="602689" y="2465075"/>
                </a:cubicBezTo>
                <a:lnTo>
                  <a:pt x="602689" y="2657073"/>
                </a:lnTo>
                <a:cubicBezTo>
                  <a:pt x="602689" y="2683583"/>
                  <a:pt x="624180" y="2705074"/>
                  <a:pt x="650690" y="2705074"/>
                </a:cubicBezTo>
                <a:lnTo>
                  <a:pt x="842688" y="2705074"/>
                </a:lnTo>
                <a:cubicBezTo>
                  <a:pt x="869198" y="2705074"/>
                  <a:pt x="890689" y="2683583"/>
                  <a:pt x="890689" y="2657073"/>
                </a:cubicBezTo>
                <a:lnTo>
                  <a:pt x="890689" y="2465075"/>
                </a:lnTo>
                <a:cubicBezTo>
                  <a:pt x="890689" y="2438565"/>
                  <a:pt x="869198" y="2417074"/>
                  <a:pt x="842688" y="2417074"/>
                </a:cubicBezTo>
                <a:close/>
                <a:moveTo>
                  <a:pt x="3086046" y="2417073"/>
                </a:moveTo>
                <a:cubicBezTo>
                  <a:pt x="3059536" y="2417073"/>
                  <a:pt x="3038045" y="2438564"/>
                  <a:pt x="3038045" y="2465074"/>
                </a:cubicBezTo>
                <a:lnTo>
                  <a:pt x="3038045" y="2657072"/>
                </a:lnTo>
                <a:cubicBezTo>
                  <a:pt x="3038045" y="2683582"/>
                  <a:pt x="3059536" y="2705073"/>
                  <a:pt x="3086046" y="2705073"/>
                </a:cubicBezTo>
                <a:lnTo>
                  <a:pt x="3278044" y="2705073"/>
                </a:lnTo>
                <a:cubicBezTo>
                  <a:pt x="3304554" y="2705073"/>
                  <a:pt x="3326045" y="2683582"/>
                  <a:pt x="3326045" y="2657072"/>
                </a:cubicBezTo>
                <a:lnTo>
                  <a:pt x="3326045" y="2465074"/>
                </a:lnTo>
                <a:cubicBezTo>
                  <a:pt x="3326045" y="2438564"/>
                  <a:pt x="3304554" y="2417073"/>
                  <a:pt x="3278044" y="2417073"/>
                </a:cubicBezTo>
                <a:close/>
                <a:moveTo>
                  <a:pt x="211757" y="2417073"/>
                </a:moveTo>
                <a:cubicBezTo>
                  <a:pt x="185247" y="2417073"/>
                  <a:pt x="163756" y="2438564"/>
                  <a:pt x="163756" y="2465074"/>
                </a:cubicBezTo>
                <a:lnTo>
                  <a:pt x="163756" y="2657072"/>
                </a:lnTo>
                <a:cubicBezTo>
                  <a:pt x="163756" y="2683582"/>
                  <a:pt x="185247" y="2705073"/>
                  <a:pt x="211757" y="2705073"/>
                </a:cubicBezTo>
                <a:lnTo>
                  <a:pt x="403755" y="2705073"/>
                </a:lnTo>
                <a:cubicBezTo>
                  <a:pt x="430265" y="2705073"/>
                  <a:pt x="451756" y="2683582"/>
                  <a:pt x="451756" y="2657072"/>
                </a:cubicBezTo>
                <a:lnTo>
                  <a:pt x="451756" y="2465074"/>
                </a:lnTo>
                <a:cubicBezTo>
                  <a:pt x="451756" y="2438564"/>
                  <a:pt x="430265" y="2417073"/>
                  <a:pt x="403755" y="2417073"/>
                </a:cubicBezTo>
                <a:close/>
                <a:moveTo>
                  <a:pt x="1872516" y="2415464"/>
                </a:moveTo>
                <a:cubicBezTo>
                  <a:pt x="1846006" y="2415464"/>
                  <a:pt x="1824515" y="2436955"/>
                  <a:pt x="1824515" y="2463465"/>
                </a:cubicBezTo>
                <a:lnTo>
                  <a:pt x="1824515" y="2655463"/>
                </a:lnTo>
                <a:cubicBezTo>
                  <a:pt x="1824515" y="2681973"/>
                  <a:pt x="1846006" y="2703464"/>
                  <a:pt x="1872516" y="2703464"/>
                </a:cubicBezTo>
                <a:lnTo>
                  <a:pt x="2064514" y="2703464"/>
                </a:lnTo>
                <a:cubicBezTo>
                  <a:pt x="2091024" y="2703464"/>
                  <a:pt x="2112515" y="2681973"/>
                  <a:pt x="2112515" y="2655463"/>
                </a:cubicBezTo>
                <a:lnTo>
                  <a:pt x="2112515" y="2463465"/>
                </a:lnTo>
                <a:cubicBezTo>
                  <a:pt x="2112515" y="2436955"/>
                  <a:pt x="2091024" y="2415464"/>
                  <a:pt x="2064514" y="2415464"/>
                </a:cubicBezTo>
                <a:close/>
                <a:moveTo>
                  <a:pt x="2324630" y="2415463"/>
                </a:moveTo>
                <a:cubicBezTo>
                  <a:pt x="2298120" y="2415463"/>
                  <a:pt x="2276629" y="2436954"/>
                  <a:pt x="2276629" y="2463464"/>
                </a:cubicBezTo>
                <a:lnTo>
                  <a:pt x="2276629" y="2655462"/>
                </a:lnTo>
                <a:cubicBezTo>
                  <a:pt x="2276629" y="2681972"/>
                  <a:pt x="2298120" y="2703463"/>
                  <a:pt x="2324630" y="2703463"/>
                </a:cubicBezTo>
                <a:lnTo>
                  <a:pt x="2516628" y="2703463"/>
                </a:lnTo>
                <a:cubicBezTo>
                  <a:pt x="2543138" y="2703463"/>
                  <a:pt x="2564629" y="2681972"/>
                  <a:pt x="2564629" y="2655462"/>
                </a:cubicBezTo>
                <a:lnTo>
                  <a:pt x="2564629" y="2463464"/>
                </a:lnTo>
                <a:cubicBezTo>
                  <a:pt x="2564629" y="2436954"/>
                  <a:pt x="2543138" y="2415463"/>
                  <a:pt x="2516628" y="2415463"/>
                </a:cubicBezTo>
                <a:close/>
                <a:moveTo>
                  <a:pt x="1433583" y="2415463"/>
                </a:moveTo>
                <a:cubicBezTo>
                  <a:pt x="1407073" y="2415463"/>
                  <a:pt x="1385582" y="2436954"/>
                  <a:pt x="1385582" y="2463464"/>
                </a:cubicBezTo>
                <a:lnTo>
                  <a:pt x="1385582" y="2655462"/>
                </a:lnTo>
                <a:cubicBezTo>
                  <a:pt x="1385582" y="2681972"/>
                  <a:pt x="1407073" y="2703463"/>
                  <a:pt x="1433583" y="2703463"/>
                </a:cubicBezTo>
                <a:lnTo>
                  <a:pt x="1625581" y="2703463"/>
                </a:lnTo>
                <a:cubicBezTo>
                  <a:pt x="1652091" y="2703463"/>
                  <a:pt x="1673582" y="2681972"/>
                  <a:pt x="1673582" y="2655462"/>
                </a:cubicBezTo>
                <a:lnTo>
                  <a:pt x="1673582" y="2463464"/>
                </a:lnTo>
                <a:cubicBezTo>
                  <a:pt x="1673582" y="2436954"/>
                  <a:pt x="1652091" y="2415463"/>
                  <a:pt x="1625581" y="2415463"/>
                </a:cubicBezTo>
                <a:close/>
                <a:moveTo>
                  <a:pt x="3524979" y="1944291"/>
                </a:moveTo>
                <a:cubicBezTo>
                  <a:pt x="3498469" y="1944291"/>
                  <a:pt x="3476978" y="1965782"/>
                  <a:pt x="3476978" y="1992292"/>
                </a:cubicBezTo>
                <a:lnTo>
                  <a:pt x="3476978" y="2184290"/>
                </a:lnTo>
                <a:cubicBezTo>
                  <a:pt x="3476978" y="2210800"/>
                  <a:pt x="3498469" y="2232291"/>
                  <a:pt x="3524979" y="2232291"/>
                </a:cubicBezTo>
                <a:lnTo>
                  <a:pt x="3716977" y="2232291"/>
                </a:lnTo>
                <a:cubicBezTo>
                  <a:pt x="3743487" y="2232291"/>
                  <a:pt x="3764978" y="2210800"/>
                  <a:pt x="3764978" y="2184290"/>
                </a:cubicBezTo>
                <a:lnTo>
                  <a:pt x="3764978" y="1992292"/>
                </a:lnTo>
                <a:cubicBezTo>
                  <a:pt x="3764978" y="1965782"/>
                  <a:pt x="3743487" y="1944291"/>
                  <a:pt x="3716977" y="1944291"/>
                </a:cubicBezTo>
                <a:close/>
                <a:moveTo>
                  <a:pt x="650690" y="1944291"/>
                </a:moveTo>
                <a:cubicBezTo>
                  <a:pt x="624180" y="1944291"/>
                  <a:pt x="602689" y="1965782"/>
                  <a:pt x="602689" y="1992292"/>
                </a:cubicBezTo>
                <a:lnTo>
                  <a:pt x="602689" y="2184290"/>
                </a:lnTo>
                <a:cubicBezTo>
                  <a:pt x="602689" y="2210800"/>
                  <a:pt x="624180" y="2232291"/>
                  <a:pt x="650690" y="2232291"/>
                </a:cubicBezTo>
                <a:lnTo>
                  <a:pt x="842688" y="2232291"/>
                </a:lnTo>
                <a:cubicBezTo>
                  <a:pt x="869198" y="2232291"/>
                  <a:pt x="890689" y="2210800"/>
                  <a:pt x="890689" y="2184290"/>
                </a:cubicBezTo>
                <a:lnTo>
                  <a:pt x="890689" y="1992292"/>
                </a:lnTo>
                <a:cubicBezTo>
                  <a:pt x="890689" y="1965782"/>
                  <a:pt x="869198" y="1944291"/>
                  <a:pt x="842688" y="1944291"/>
                </a:cubicBezTo>
                <a:close/>
                <a:moveTo>
                  <a:pt x="3086046" y="1944290"/>
                </a:moveTo>
                <a:cubicBezTo>
                  <a:pt x="3059536" y="1944290"/>
                  <a:pt x="3038045" y="1965781"/>
                  <a:pt x="3038045" y="1992291"/>
                </a:cubicBezTo>
                <a:lnTo>
                  <a:pt x="3038045" y="2184289"/>
                </a:lnTo>
                <a:cubicBezTo>
                  <a:pt x="3038045" y="2210799"/>
                  <a:pt x="3059536" y="2232290"/>
                  <a:pt x="3086046" y="2232290"/>
                </a:cubicBezTo>
                <a:lnTo>
                  <a:pt x="3278044" y="2232290"/>
                </a:lnTo>
                <a:cubicBezTo>
                  <a:pt x="3304554" y="2232290"/>
                  <a:pt x="3326045" y="2210799"/>
                  <a:pt x="3326045" y="2184289"/>
                </a:cubicBezTo>
                <a:lnTo>
                  <a:pt x="3326045" y="1992291"/>
                </a:lnTo>
                <a:cubicBezTo>
                  <a:pt x="3326045" y="1965781"/>
                  <a:pt x="3304554" y="1944290"/>
                  <a:pt x="3278044" y="1944290"/>
                </a:cubicBezTo>
                <a:close/>
                <a:moveTo>
                  <a:pt x="211757" y="1944290"/>
                </a:moveTo>
                <a:cubicBezTo>
                  <a:pt x="185247" y="1944290"/>
                  <a:pt x="163756" y="1965781"/>
                  <a:pt x="163756" y="1992291"/>
                </a:cubicBezTo>
                <a:lnTo>
                  <a:pt x="163756" y="2184289"/>
                </a:lnTo>
                <a:cubicBezTo>
                  <a:pt x="163756" y="2210799"/>
                  <a:pt x="185247" y="2232290"/>
                  <a:pt x="211757" y="2232290"/>
                </a:cubicBezTo>
                <a:lnTo>
                  <a:pt x="403755" y="2232290"/>
                </a:lnTo>
                <a:cubicBezTo>
                  <a:pt x="430265" y="2232290"/>
                  <a:pt x="451756" y="2210799"/>
                  <a:pt x="451756" y="2184289"/>
                </a:cubicBezTo>
                <a:lnTo>
                  <a:pt x="451756" y="1992291"/>
                </a:lnTo>
                <a:cubicBezTo>
                  <a:pt x="451756" y="1965781"/>
                  <a:pt x="430265" y="1944290"/>
                  <a:pt x="403755" y="1944290"/>
                </a:cubicBezTo>
                <a:close/>
                <a:moveTo>
                  <a:pt x="1872516" y="1944289"/>
                </a:moveTo>
                <a:cubicBezTo>
                  <a:pt x="1846006" y="1944289"/>
                  <a:pt x="1824515" y="1965780"/>
                  <a:pt x="1824515" y="1992290"/>
                </a:cubicBezTo>
                <a:lnTo>
                  <a:pt x="1824515" y="2184288"/>
                </a:lnTo>
                <a:cubicBezTo>
                  <a:pt x="1824515" y="2210798"/>
                  <a:pt x="1846006" y="2232289"/>
                  <a:pt x="1872516" y="2232289"/>
                </a:cubicBezTo>
                <a:lnTo>
                  <a:pt x="2064514" y="2232289"/>
                </a:lnTo>
                <a:cubicBezTo>
                  <a:pt x="2091024" y="2232289"/>
                  <a:pt x="2112515" y="2210798"/>
                  <a:pt x="2112515" y="2184288"/>
                </a:cubicBezTo>
                <a:lnTo>
                  <a:pt x="2112515" y="1992290"/>
                </a:lnTo>
                <a:cubicBezTo>
                  <a:pt x="2112515" y="1965780"/>
                  <a:pt x="2091024" y="1944289"/>
                  <a:pt x="2064514" y="1944289"/>
                </a:cubicBezTo>
                <a:close/>
                <a:moveTo>
                  <a:pt x="2324630" y="1944288"/>
                </a:moveTo>
                <a:cubicBezTo>
                  <a:pt x="2298120" y="1944288"/>
                  <a:pt x="2276629" y="1965779"/>
                  <a:pt x="2276629" y="1992289"/>
                </a:cubicBezTo>
                <a:lnTo>
                  <a:pt x="2276629" y="2184287"/>
                </a:lnTo>
                <a:cubicBezTo>
                  <a:pt x="2276629" y="2210797"/>
                  <a:pt x="2298120" y="2232288"/>
                  <a:pt x="2324630" y="2232288"/>
                </a:cubicBezTo>
                <a:lnTo>
                  <a:pt x="2516628" y="2232288"/>
                </a:lnTo>
                <a:cubicBezTo>
                  <a:pt x="2543138" y="2232288"/>
                  <a:pt x="2564629" y="2210797"/>
                  <a:pt x="2564629" y="2184287"/>
                </a:cubicBezTo>
                <a:lnTo>
                  <a:pt x="2564629" y="1992289"/>
                </a:lnTo>
                <a:cubicBezTo>
                  <a:pt x="2564629" y="1965779"/>
                  <a:pt x="2543138" y="1944288"/>
                  <a:pt x="2516628" y="1944288"/>
                </a:cubicBezTo>
                <a:close/>
                <a:moveTo>
                  <a:pt x="1433583" y="1944288"/>
                </a:moveTo>
                <a:cubicBezTo>
                  <a:pt x="1407073" y="1944288"/>
                  <a:pt x="1385582" y="1965779"/>
                  <a:pt x="1385582" y="1992289"/>
                </a:cubicBezTo>
                <a:lnTo>
                  <a:pt x="1385582" y="2184287"/>
                </a:lnTo>
                <a:cubicBezTo>
                  <a:pt x="1385582" y="2210797"/>
                  <a:pt x="1407073" y="2232288"/>
                  <a:pt x="1433583" y="2232288"/>
                </a:cubicBezTo>
                <a:lnTo>
                  <a:pt x="1625581" y="2232288"/>
                </a:lnTo>
                <a:cubicBezTo>
                  <a:pt x="1652091" y="2232288"/>
                  <a:pt x="1673582" y="2210797"/>
                  <a:pt x="1673582" y="2184287"/>
                </a:cubicBezTo>
                <a:lnTo>
                  <a:pt x="1673582" y="1992289"/>
                </a:lnTo>
                <a:cubicBezTo>
                  <a:pt x="1673582" y="1965779"/>
                  <a:pt x="1652091" y="1944288"/>
                  <a:pt x="1625581" y="1944288"/>
                </a:cubicBezTo>
                <a:close/>
                <a:moveTo>
                  <a:pt x="3524979" y="1471508"/>
                </a:moveTo>
                <a:cubicBezTo>
                  <a:pt x="3498469" y="1471508"/>
                  <a:pt x="3476978" y="1492999"/>
                  <a:pt x="3476978" y="1519509"/>
                </a:cubicBezTo>
                <a:lnTo>
                  <a:pt x="3476978" y="1711507"/>
                </a:lnTo>
                <a:cubicBezTo>
                  <a:pt x="3476978" y="1738017"/>
                  <a:pt x="3498469" y="1759508"/>
                  <a:pt x="3524979" y="1759508"/>
                </a:cubicBezTo>
                <a:lnTo>
                  <a:pt x="3716977" y="1759508"/>
                </a:lnTo>
                <a:cubicBezTo>
                  <a:pt x="3743487" y="1759508"/>
                  <a:pt x="3764978" y="1738017"/>
                  <a:pt x="3764978" y="1711507"/>
                </a:cubicBezTo>
                <a:lnTo>
                  <a:pt x="3764978" y="1519509"/>
                </a:lnTo>
                <a:cubicBezTo>
                  <a:pt x="3764978" y="1492999"/>
                  <a:pt x="3743487" y="1471508"/>
                  <a:pt x="3716977" y="1471508"/>
                </a:cubicBezTo>
                <a:close/>
                <a:moveTo>
                  <a:pt x="650690" y="1471508"/>
                </a:moveTo>
                <a:cubicBezTo>
                  <a:pt x="624180" y="1471508"/>
                  <a:pt x="602689" y="1492999"/>
                  <a:pt x="602689" y="1519509"/>
                </a:cubicBezTo>
                <a:lnTo>
                  <a:pt x="602689" y="1711507"/>
                </a:lnTo>
                <a:cubicBezTo>
                  <a:pt x="602689" y="1738017"/>
                  <a:pt x="624180" y="1759508"/>
                  <a:pt x="650690" y="1759508"/>
                </a:cubicBezTo>
                <a:lnTo>
                  <a:pt x="842688" y="1759508"/>
                </a:lnTo>
                <a:cubicBezTo>
                  <a:pt x="869198" y="1759508"/>
                  <a:pt x="890689" y="1738017"/>
                  <a:pt x="890689" y="1711507"/>
                </a:cubicBezTo>
                <a:lnTo>
                  <a:pt x="890689" y="1519509"/>
                </a:lnTo>
                <a:cubicBezTo>
                  <a:pt x="890689" y="1492999"/>
                  <a:pt x="869198" y="1471508"/>
                  <a:pt x="842688" y="1471508"/>
                </a:cubicBezTo>
                <a:close/>
                <a:moveTo>
                  <a:pt x="3086046" y="1471507"/>
                </a:moveTo>
                <a:cubicBezTo>
                  <a:pt x="3059536" y="1471507"/>
                  <a:pt x="3038045" y="1492998"/>
                  <a:pt x="3038045" y="1519508"/>
                </a:cubicBezTo>
                <a:lnTo>
                  <a:pt x="3038045" y="1711506"/>
                </a:lnTo>
                <a:cubicBezTo>
                  <a:pt x="3038045" y="1738016"/>
                  <a:pt x="3059536" y="1759507"/>
                  <a:pt x="3086046" y="1759507"/>
                </a:cubicBezTo>
                <a:lnTo>
                  <a:pt x="3278044" y="1759507"/>
                </a:lnTo>
                <a:cubicBezTo>
                  <a:pt x="3304554" y="1759507"/>
                  <a:pt x="3326045" y="1738016"/>
                  <a:pt x="3326045" y="1711506"/>
                </a:cubicBezTo>
                <a:lnTo>
                  <a:pt x="3326045" y="1519508"/>
                </a:lnTo>
                <a:cubicBezTo>
                  <a:pt x="3326045" y="1492998"/>
                  <a:pt x="3304554" y="1471507"/>
                  <a:pt x="3278044" y="1471507"/>
                </a:cubicBezTo>
                <a:close/>
                <a:moveTo>
                  <a:pt x="211757" y="1471507"/>
                </a:moveTo>
                <a:cubicBezTo>
                  <a:pt x="185247" y="1471507"/>
                  <a:pt x="163756" y="1492998"/>
                  <a:pt x="163756" y="1519508"/>
                </a:cubicBezTo>
                <a:lnTo>
                  <a:pt x="163756" y="1711506"/>
                </a:lnTo>
                <a:cubicBezTo>
                  <a:pt x="163756" y="1738016"/>
                  <a:pt x="185247" y="1759507"/>
                  <a:pt x="211757" y="1759507"/>
                </a:cubicBezTo>
                <a:lnTo>
                  <a:pt x="403755" y="1759507"/>
                </a:lnTo>
                <a:cubicBezTo>
                  <a:pt x="430265" y="1759507"/>
                  <a:pt x="451756" y="1738016"/>
                  <a:pt x="451756" y="1711506"/>
                </a:cubicBezTo>
                <a:lnTo>
                  <a:pt x="451756" y="1519508"/>
                </a:lnTo>
                <a:cubicBezTo>
                  <a:pt x="451756" y="1492998"/>
                  <a:pt x="430265" y="1471507"/>
                  <a:pt x="403755" y="1471507"/>
                </a:cubicBezTo>
                <a:close/>
                <a:moveTo>
                  <a:pt x="1872516" y="1471506"/>
                </a:moveTo>
                <a:cubicBezTo>
                  <a:pt x="1846006" y="1471506"/>
                  <a:pt x="1824515" y="1492997"/>
                  <a:pt x="1824515" y="1519507"/>
                </a:cubicBezTo>
                <a:lnTo>
                  <a:pt x="1824515" y="1711505"/>
                </a:lnTo>
                <a:cubicBezTo>
                  <a:pt x="1824515" y="1738015"/>
                  <a:pt x="1846006" y="1759506"/>
                  <a:pt x="1872516" y="1759506"/>
                </a:cubicBezTo>
                <a:lnTo>
                  <a:pt x="2064514" y="1759506"/>
                </a:lnTo>
                <a:cubicBezTo>
                  <a:pt x="2091024" y="1759506"/>
                  <a:pt x="2112515" y="1738015"/>
                  <a:pt x="2112515" y="1711505"/>
                </a:cubicBezTo>
                <a:lnTo>
                  <a:pt x="2112515" y="1519507"/>
                </a:lnTo>
                <a:cubicBezTo>
                  <a:pt x="2112515" y="1492997"/>
                  <a:pt x="2091024" y="1471506"/>
                  <a:pt x="2064514" y="1471506"/>
                </a:cubicBezTo>
                <a:close/>
                <a:moveTo>
                  <a:pt x="2324630" y="1471505"/>
                </a:moveTo>
                <a:cubicBezTo>
                  <a:pt x="2298120" y="1471505"/>
                  <a:pt x="2276629" y="1492996"/>
                  <a:pt x="2276629" y="1519506"/>
                </a:cubicBezTo>
                <a:lnTo>
                  <a:pt x="2276629" y="1711504"/>
                </a:lnTo>
                <a:cubicBezTo>
                  <a:pt x="2276629" y="1738014"/>
                  <a:pt x="2298120" y="1759505"/>
                  <a:pt x="2324630" y="1759505"/>
                </a:cubicBezTo>
                <a:lnTo>
                  <a:pt x="2516628" y="1759505"/>
                </a:lnTo>
                <a:cubicBezTo>
                  <a:pt x="2543138" y="1759505"/>
                  <a:pt x="2564629" y="1738014"/>
                  <a:pt x="2564629" y="1711504"/>
                </a:cubicBezTo>
                <a:lnTo>
                  <a:pt x="2564629" y="1519506"/>
                </a:lnTo>
                <a:cubicBezTo>
                  <a:pt x="2564629" y="1492996"/>
                  <a:pt x="2543138" y="1471505"/>
                  <a:pt x="2516628" y="1471505"/>
                </a:cubicBezTo>
                <a:close/>
                <a:moveTo>
                  <a:pt x="1433583" y="1471505"/>
                </a:moveTo>
                <a:cubicBezTo>
                  <a:pt x="1407073" y="1471505"/>
                  <a:pt x="1385582" y="1492996"/>
                  <a:pt x="1385582" y="1519506"/>
                </a:cubicBezTo>
                <a:lnTo>
                  <a:pt x="1385582" y="1711504"/>
                </a:lnTo>
                <a:cubicBezTo>
                  <a:pt x="1385582" y="1738014"/>
                  <a:pt x="1407073" y="1759505"/>
                  <a:pt x="1433583" y="1759505"/>
                </a:cubicBezTo>
                <a:lnTo>
                  <a:pt x="1625581" y="1759505"/>
                </a:lnTo>
                <a:cubicBezTo>
                  <a:pt x="1652091" y="1759505"/>
                  <a:pt x="1673582" y="1738014"/>
                  <a:pt x="1673582" y="1711504"/>
                </a:cubicBezTo>
                <a:lnTo>
                  <a:pt x="1673582" y="1519506"/>
                </a:lnTo>
                <a:cubicBezTo>
                  <a:pt x="1673582" y="1492996"/>
                  <a:pt x="1652091" y="1471505"/>
                  <a:pt x="1625581" y="1471505"/>
                </a:cubicBezTo>
                <a:close/>
                <a:moveTo>
                  <a:pt x="2832612" y="1192259"/>
                </a:moveTo>
                <a:lnTo>
                  <a:pt x="3984740" y="1192259"/>
                </a:lnTo>
                <a:lnTo>
                  <a:pt x="3984740" y="3960440"/>
                </a:lnTo>
                <a:lnTo>
                  <a:pt x="2832612" y="3960440"/>
                </a:lnTo>
                <a:close/>
                <a:moveTo>
                  <a:pt x="0" y="1192259"/>
                </a:moveTo>
                <a:lnTo>
                  <a:pt x="1104420" y="1192259"/>
                </a:lnTo>
                <a:lnTo>
                  <a:pt x="1104420" y="3960440"/>
                </a:lnTo>
                <a:lnTo>
                  <a:pt x="0" y="3960440"/>
                </a:lnTo>
                <a:close/>
                <a:moveTo>
                  <a:pt x="1819228" y="288032"/>
                </a:moveTo>
                <a:lnTo>
                  <a:pt x="1819228" y="590858"/>
                </a:lnTo>
                <a:lnTo>
                  <a:pt x="1516402" y="590858"/>
                </a:lnTo>
                <a:lnTo>
                  <a:pt x="1516402" y="889433"/>
                </a:lnTo>
                <a:lnTo>
                  <a:pt x="1819228" y="889433"/>
                </a:lnTo>
                <a:lnTo>
                  <a:pt x="1819228" y="1192259"/>
                </a:lnTo>
                <a:lnTo>
                  <a:pt x="2117803" y="1192259"/>
                </a:lnTo>
                <a:lnTo>
                  <a:pt x="2117803" y="889433"/>
                </a:lnTo>
                <a:lnTo>
                  <a:pt x="2420629" y="889433"/>
                </a:lnTo>
                <a:lnTo>
                  <a:pt x="2420629" y="590858"/>
                </a:lnTo>
                <a:lnTo>
                  <a:pt x="2117803" y="590858"/>
                </a:lnTo>
                <a:lnTo>
                  <a:pt x="2117803" y="288032"/>
                </a:lnTo>
                <a:close/>
                <a:moveTo>
                  <a:pt x="1201775" y="0"/>
                </a:moveTo>
                <a:lnTo>
                  <a:pt x="2735258" y="0"/>
                </a:lnTo>
                <a:lnTo>
                  <a:pt x="2735258" y="3960440"/>
                </a:lnTo>
                <a:lnTo>
                  <a:pt x="1201775" y="396044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 rot="-2244321">
            <a:off x="8346422" y="966852"/>
            <a:ext cx="268255" cy="266880"/>
          </a:xfrm>
          <a:custGeom>
            <a:avLst/>
            <a:gdLst/>
            <a:ahLst/>
            <a:cxnLst/>
            <a:rect l="l" t="t" r="r" b="b"/>
            <a:pathLst>
              <a:path w="5013893" h="4988198" extrusionOk="0">
                <a:moveTo>
                  <a:pt x="2478390" y="2611081"/>
                </a:moveTo>
                <a:cubicBezTo>
                  <a:pt x="2457771" y="2592409"/>
                  <a:pt x="2429286" y="2580859"/>
                  <a:pt x="2397823" y="2580860"/>
                </a:cubicBezTo>
                <a:cubicBezTo>
                  <a:pt x="2334895" y="2580860"/>
                  <a:pt x="2283883" y="2627055"/>
                  <a:pt x="2283883" y="2684041"/>
                </a:cubicBezTo>
                <a:cubicBezTo>
                  <a:pt x="2283883" y="2741026"/>
                  <a:pt x="2334895" y="2787222"/>
                  <a:pt x="2397823" y="2787222"/>
                </a:cubicBezTo>
                <a:cubicBezTo>
                  <a:pt x="2460750" y="2787222"/>
                  <a:pt x="2511762" y="2741027"/>
                  <a:pt x="2511762" y="2684041"/>
                </a:cubicBezTo>
                <a:cubicBezTo>
                  <a:pt x="2511762" y="2655548"/>
                  <a:pt x="2499009" y="2629752"/>
                  <a:pt x="2478390" y="2611081"/>
                </a:cubicBezTo>
                <a:close/>
                <a:moveTo>
                  <a:pt x="3181089" y="3310648"/>
                </a:moveTo>
                <a:lnTo>
                  <a:pt x="3181089" y="4278147"/>
                </a:lnTo>
                <a:cubicBezTo>
                  <a:pt x="3181089" y="4670297"/>
                  <a:pt x="2863188" y="4988198"/>
                  <a:pt x="2471038" y="4988198"/>
                </a:cubicBezTo>
                <a:lnTo>
                  <a:pt x="2466851" y="4988198"/>
                </a:lnTo>
                <a:cubicBezTo>
                  <a:pt x="2074701" y="4988198"/>
                  <a:pt x="1756800" y="4670297"/>
                  <a:pt x="1756800" y="4278147"/>
                </a:cubicBezTo>
                <a:lnTo>
                  <a:pt x="1756800" y="3310649"/>
                </a:lnTo>
                <a:close/>
                <a:moveTo>
                  <a:pt x="2478390" y="2244919"/>
                </a:moveTo>
                <a:cubicBezTo>
                  <a:pt x="2457771" y="2226247"/>
                  <a:pt x="2429286" y="2214698"/>
                  <a:pt x="2397822" y="2214698"/>
                </a:cubicBezTo>
                <a:cubicBezTo>
                  <a:pt x="2334895" y="2214698"/>
                  <a:pt x="2283883" y="2260894"/>
                  <a:pt x="2283883" y="2317879"/>
                </a:cubicBezTo>
                <a:cubicBezTo>
                  <a:pt x="2283883" y="2374865"/>
                  <a:pt x="2334895" y="2421060"/>
                  <a:pt x="2397823" y="2421060"/>
                </a:cubicBezTo>
                <a:cubicBezTo>
                  <a:pt x="2460750" y="2421060"/>
                  <a:pt x="2511762" y="2374865"/>
                  <a:pt x="2511762" y="2317879"/>
                </a:cubicBezTo>
                <a:cubicBezTo>
                  <a:pt x="2511762" y="2289386"/>
                  <a:pt x="2499009" y="2263591"/>
                  <a:pt x="2478390" y="2244919"/>
                </a:cubicBezTo>
                <a:close/>
                <a:moveTo>
                  <a:pt x="2883802" y="2611081"/>
                </a:moveTo>
                <a:cubicBezTo>
                  <a:pt x="2863183" y="2592409"/>
                  <a:pt x="2834698" y="2580860"/>
                  <a:pt x="2803234" y="2580860"/>
                </a:cubicBezTo>
                <a:cubicBezTo>
                  <a:pt x="2740307" y="2580860"/>
                  <a:pt x="2689295" y="2627055"/>
                  <a:pt x="2689295" y="2684041"/>
                </a:cubicBezTo>
                <a:cubicBezTo>
                  <a:pt x="2689295" y="2741027"/>
                  <a:pt x="2740307" y="2787222"/>
                  <a:pt x="2803234" y="2787222"/>
                </a:cubicBezTo>
                <a:cubicBezTo>
                  <a:pt x="2866162" y="2787222"/>
                  <a:pt x="2917174" y="2741027"/>
                  <a:pt x="2917174" y="2684041"/>
                </a:cubicBezTo>
                <a:cubicBezTo>
                  <a:pt x="2917174" y="2655548"/>
                  <a:pt x="2904421" y="2629753"/>
                  <a:pt x="2883802" y="2611081"/>
                </a:cubicBezTo>
                <a:close/>
                <a:moveTo>
                  <a:pt x="2883802" y="2244919"/>
                </a:moveTo>
                <a:cubicBezTo>
                  <a:pt x="2863183" y="2226247"/>
                  <a:pt x="2834698" y="2214698"/>
                  <a:pt x="2803234" y="2214698"/>
                </a:cubicBezTo>
                <a:cubicBezTo>
                  <a:pt x="2740307" y="2214698"/>
                  <a:pt x="2689295" y="2260893"/>
                  <a:pt x="2689295" y="2317879"/>
                </a:cubicBezTo>
                <a:cubicBezTo>
                  <a:pt x="2689295" y="2374865"/>
                  <a:pt x="2740307" y="2421060"/>
                  <a:pt x="2803234" y="2421060"/>
                </a:cubicBezTo>
                <a:cubicBezTo>
                  <a:pt x="2866162" y="2421060"/>
                  <a:pt x="2917174" y="2374865"/>
                  <a:pt x="2917174" y="2317879"/>
                </a:cubicBezTo>
                <a:cubicBezTo>
                  <a:pt x="2917174" y="2289386"/>
                  <a:pt x="2904421" y="2263591"/>
                  <a:pt x="2883802" y="2244919"/>
                </a:cubicBezTo>
                <a:close/>
                <a:moveTo>
                  <a:pt x="3090277" y="2137135"/>
                </a:moveTo>
                <a:cubicBezTo>
                  <a:pt x="3115489" y="2159966"/>
                  <a:pt x="3131082" y="2191507"/>
                  <a:pt x="3131082" y="2226346"/>
                </a:cubicBezTo>
                <a:lnTo>
                  <a:pt x="3131083" y="2730981"/>
                </a:lnTo>
                <a:cubicBezTo>
                  <a:pt x="3131083" y="2800659"/>
                  <a:pt x="3068708" y="2857144"/>
                  <a:pt x="2991765" y="2857144"/>
                </a:cubicBezTo>
                <a:lnTo>
                  <a:pt x="2178629" y="2857144"/>
                </a:lnTo>
                <a:cubicBezTo>
                  <a:pt x="2101685" y="2857144"/>
                  <a:pt x="2039311" y="2800659"/>
                  <a:pt x="2039311" y="2730981"/>
                </a:cubicBezTo>
                <a:lnTo>
                  <a:pt x="2039311" y="2226346"/>
                </a:lnTo>
                <a:cubicBezTo>
                  <a:pt x="2039311" y="2156668"/>
                  <a:pt x="2101685" y="2100183"/>
                  <a:pt x="2178628" y="2100183"/>
                </a:cubicBezTo>
                <a:lnTo>
                  <a:pt x="2991765" y="2100183"/>
                </a:lnTo>
                <a:cubicBezTo>
                  <a:pt x="3030237" y="2100183"/>
                  <a:pt x="3065066" y="2114305"/>
                  <a:pt x="3090277" y="2137135"/>
                </a:cubicBezTo>
                <a:close/>
                <a:moveTo>
                  <a:pt x="3259975" y="2022388"/>
                </a:moveTo>
                <a:cubicBezTo>
                  <a:pt x="3226293" y="1991887"/>
                  <a:pt x="3179761" y="1973021"/>
                  <a:pt x="3128364" y="1973021"/>
                </a:cubicBezTo>
                <a:lnTo>
                  <a:pt x="2042028" y="1973021"/>
                </a:lnTo>
                <a:cubicBezTo>
                  <a:pt x="1939234" y="1973021"/>
                  <a:pt x="1855902" y="2048484"/>
                  <a:pt x="1855903" y="2141571"/>
                </a:cubicBezTo>
                <a:lnTo>
                  <a:pt x="1855903" y="2815756"/>
                </a:lnTo>
                <a:cubicBezTo>
                  <a:pt x="1855902" y="2908843"/>
                  <a:pt x="1939234" y="2984307"/>
                  <a:pt x="2042028" y="2984307"/>
                </a:cubicBezTo>
                <a:lnTo>
                  <a:pt x="3128364" y="2984307"/>
                </a:lnTo>
                <a:cubicBezTo>
                  <a:pt x="3231158" y="2984307"/>
                  <a:pt x="3314490" y="2908843"/>
                  <a:pt x="3314489" y="2815756"/>
                </a:cubicBezTo>
                <a:lnTo>
                  <a:pt x="3314490" y="2141572"/>
                </a:lnTo>
                <a:cubicBezTo>
                  <a:pt x="3314490" y="2095028"/>
                  <a:pt x="3293657" y="2052890"/>
                  <a:pt x="3259975" y="2022388"/>
                </a:cubicBezTo>
                <a:close/>
                <a:moveTo>
                  <a:pt x="2951580" y="207969"/>
                </a:moveTo>
                <a:cubicBezTo>
                  <a:pt x="3080074" y="336463"/>
                  <a:pt x="3159549" y="513976"/>
                  <a:pt x="3159549" y="710051"/>
                </a:cubicBezTo>
                <a:lnTo>
                  <a:pt x="3159549" y="1677549"/>
                </a:lnTo>
                <a:lnTo>
                  <a:pt x="1735260" y="1677549"/>
                </a:lnTo>
                <a:lnTo>
                  <a:pt x="1735260" y="710051"/>
                </a:lnTo>
                <a:cubicBezTo>
                  <a:pt x="1735260" y="317901"/>
                  <a:pt x="2053161" y="0"/>
                  <a:pt x="2445311" y="0"/>
                </a:cubicBezTo>
                <a:lnTo>
                  <a:pt x="2449498" y="0"/>
                </a:lnTo>
                <a:cubicBezTo>
                  <a:pt x="2645573" y="0"/>
                  <a:pt x="2823086" y="79475"/>
                  <a:pt x="2951580" y="207969"/>
                </a:cubicBezTo>
                <a:close/>
                <a:moveTo>
                  <a:pt x="4788706" y="1962817"/>
                </a:moveTo>
                <a:cubicBezTo>
                  <a:pt x="4927838" y="2088812"/>
                  <a:pt x="5013893" y="2262872"/>
                  <a:pt x="5013893" y="2455134"/>
                </a:cubicBezTo>
                <a:lnTo>
                  <a:pt x="5013893" y="2507346"/>
                </a:lnTo>
                <a:cubicBezTo>
                  <a:pt x="5013893" y="2891869"/>
                  <a:pt x="4669673" y="3203587"/>
                  <a:pt x="4245056" y="3203587"/>
                </a:cubicBezTo>
                <a:lnTo>
                  <a:pt x="768837" y="3203587"/>
                </a:lnTo>
                <a:cubicBezTo>
                  <a:pt x="344220" y="3203587"/>
                  <a:pt x="0" y="2891869"/>
                  <a:pt x="0" y="2507346"/>
                </a:cubicBezTo>
                <a:lnTo>
                  <a:pt x="0" y="2455134"/>
                </a:lnTo>
                <a:cubicBezTo>
                  <a:pt x="0" y="2070610"/>
                  <a:pt x="344220" y="1758893"/>
                  <a:pt x="768837" y="1758893"/>
                </a:cubicBezTo>
                <a:lnTo>
                  <a:pt x="4245056" y="1758893"/>
                </a:lnTo>
                <a:cubicBezTo>
                  <a:pt x="4457364" y="1758892"/>
                  <a:pt x="4649573" y="1836822"/>
                  <a:pt x="4788706" y="1962817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5150407" y="3182690"/>
            <a:ext cx="250509" cy="183147"/>
          </a:xfrm>
          <a:custGeom>
            <a:avLst/>
            <a:gdLst/>
            <a:ahLst/>
            <a:cxnLst/>
            <a:rect l="l" t="t" r="r" b="b"/>
            <a:pathLst>
              <a:path w="3578696" h="3488520" extrusionOk="0">
                <a:moveTo>
                  <a:pt x="936104" y="2084364"/>
                </a:moveTo>
                <a:cubicBezTo>
                  <a:pt x="677606" y="2084364"/>
                  <a:pt x="468052" y="2293918"/>
                  <a:pt x="468052" y="2552416"/>
                </a:cubicBezTo>
                <a:cubicBezTo>
                  <a:pt x="468052" y="2810914"/>
                  <a:pt x="677606" y="3020468"/>
                  <a:pt x="936104" y="3020468"/>
                </a:cubicBezTo>
                <a:cubicBezTo>
                  <a:pt x="1194602" y="3020468"/>
                  <a:pt x="1404156" y="2810914"/>
                  <a:pt x="1404156" y="2552416"/>
                </a:cubicBezTo>
                <a:cubicBezTo>
                  <a:pt x="1404156" y="2293918"/>
                  <a:pt x="1194602" y="2084364"/>
                  <a:pt x="936104" y="2084364"/>
                </a:cubicBezTo>
                <a:close/>
                <a:moveTo>
                  <a:pt x="936104" y="1616312"/>
                </a:moveTo>
                <a:cubicBezTo>
                  <a:pt x="1453100" y="1616312"/>
                  <a:pt x="1872208" y="2035420"/>
                  <a:pt x="1872208" y="2552416"/>
                </a:cubicBezTo>
                <a:cubicBezTo>
                  <a:pt x="1872208" y="3069412"/>
                  <a:pt x="1453100" y="3488520"/>
                  <a:pt x="936104" y="3488520"/>
                </a:cubicBezTo>
                <a:cubicBezTo>
                  <a:pt x="419108" y="3488520"/>
                  <a:pt x="0" y="3069412"/>
                  <a:pt x="0" y="2552416"/>
                </a:cubicBezTo>
                <a:cubicBezTo>
                  <a:pt x="0" y="2035420"/>
                  <a:pt x="419108" y="1616312"/>
                  <a:pt x="936104" y="1616312"/>
                </a:cubicBezTo>
                <a:close/>
                <a:moveTo>
                  <a:pt x="2034392" y="0"/>
                </a:moveTo>
                <a:lnTo>
                  <a:pt x="3578696" y="0"/>
                </a:lnTo>
                <a:lnTo>
                  <a:pt x="3578696" y="1544304"/>
                </a:lnTo>
                <a:lnTo>
                  <a:pt x="3002547" y="1544304"/>
                </a:lnTo>
                <a:lnTo>
                  <a:pt x="3002547" y="990027"/>
                </a:lnTo>
                <a:lnTo>
                  <a:pt x="1951220" y="2041355"/>
                </a:lnTo>
                <a:lnTo>
                  <a:pt x="1512167" y="1602301"/>
                </a:lnTo>
                <a:lnTo>
                  <a:pt x="2542690" y="571779"/>
                </a:lnTo>
                <a:lnTo>
                  <a:pt x="2034392" y="57177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5638929" y="1165825"/>
            <a:ext cx="163713" cy="198302"/>
          </a:xfrm>
          <a:custGeom>
            <a:avLst/>
            <a:gdLst/>
            <a:ahLst/>
            <a:cxnLst/>
            <a:rect l="l" t="t" r="r" b="b"/>
            <a:pathLst>
              <a:path w="2518668" h="3966044" extrusionOk="0">
                <a:moveTo>
                  <a:pt x="1247104" y="1675381"/>
                </a:moveTo>
                <a:cubicBezTo>
                  <a:pt x="1157133" y="1675381"/>
                  <a:pt x="1084196" y="1748460"/>
                  <a:pt x="1084196" y="1838607"/>
                </a:cubicBezTo>
                <a:lnTo>
                  <a:pt x="1084196" y="2052497"/>
                </a:lnTo>
                <a:lnTo>
                  <a:pt x="868740" y="2052497"/>
                </a:lnTo>
                <a:cubicBezTo>
                  <a:pt x="778769" y="2052497"/>
                  <a:pt x="705832" y="2125576"/>
                  <a:pt x="705832" y="2215723"/>
                </a:cubicBezTo>
                <a:lnTo>
                  <a:pt x="705832" y="2244204"/>
                </a:lnTo>
                <a:cubicBezTo>
                  <a:pt x="705832" y="2334351"/>
                  <a:pt x="778769" y="2407430"/>
                  <a:pt x="868740" y="2407430"/>
                </a:cubicBezTo>
                <a:lnTo>
                  <a:pt x="1084196" y="2407430"/>
                </a:lnTo>
                <a:lnTo>
                  <a:pt x="1084196" y="2621319"/>
                </a:lnTo>
                <a:cubicBezTo>
                  <a:pt x="1084196" y="2711466"/>
                  <a:pt x="1157133" y="2784545"/>
                  <a:pt x="1247104" y="2784545"/>
                </a:cubicBezTo>
                <a:lnTo>
                  <a:pt x="1275530" y="2784545"/>
                </a:lnTo>
                <a:cubicBezTo>
                  <a:pt x="1365501" y="2784545"/>
                  <a:pt x="1438438" y="2711466"/>
                  <a:pt x="1438438" y="2621319"/>
                </a:cubicBezTo>
                <a:lnTo>
                  <a:pt x="1438438" y="2407430"/>
                </a:lnTo>
                <a:lnTo>
                  <a:pt x="1649929" y="2407430"/>
                </a:lnTo>
                <a:cubicBezTo>
                  <a:pt x="1739900" y="2407430"/>
                  <a:pt x="1812837" y="2334351"/>
                  <a:pt x="1812837" y="2244204"/>
                </a:cubicBezTo>
                <a:lnTo>
                  <a:pt x="1812837" y="2215723"/>
                </a:lnTo>
                <a:cubicBezTo>
                  <a:pt x="1812837" y="2125576"/>
                  <a:pt x="1739900" y="2052497"/>
                  <a:pt x="1649929" y="2052497"/>
                </a:cubicBezTo>
                <a:lnTo>
                  <a:pt x="1438438" y="2052497"/>
                </a:lnTo>
                <a:lnTo>
                  <a:pt x="1438438" y="1838607"/>
                </a:lnTo>
                <a:cubicBezTo>
                  <a:pt x="1438438" y="1748460"/>
                  <a:pt x="1365501" y="1675381"/>
                  <a:pt x="1275530" y="1675381"/>
                </a:cubicBezTo>
                <a:close/>
                <a:moveTo>
                  <a:pt x="598231" y="1304672"/>
                </a:moveTo>
                <a:lnTo>
                  <a:pt x="1916472" y="1304672"/>
                </a:lnTo>
                <a:lnTo>
                  <a:pt x="1916472" y="3157943"/>
                </a:lnTo>
                <a:lnTo>
                  <a:pt x="598231" y="3157943"/>
                </a:lnTo>
                <a:close/>
                <a:moveTo>
                  <a:pt x="506487" y="1209418"/>
                </a:moveTo>
                <a:lnTo>
                  <a:pt x="506487" y="3250508"/>
                </a:lnTo>
                <a:lnTo>
                  <a:pt x="2012181" y="3250508"/>
                </a:lnTo>
                <a:lnTo>
                  <a:pt x="2012181" y="1209418"/>
                </a:lnTo>
                <a:close/>
                <a:moveTo>
                  <a:pt x="419786" y="541629"/>
                </a:moveTo>
                <a:lnTo>
                  <a:pt x="2098882" y="541629"/>
                </a:lnTo>
                <a:cubicBezTo>
                  <a:pt x="2330723" y="541629"/>
                  <a:pt x="2518668" y="725826"/>
                  <a:pt x="2518668" y="953044"/>
                </a:cubicBezTo>
                <a:lnTo>
                  <a:pt x="2518668" y="3554629"/>
                </a:lnTo>
                <a:cubicBezTo>
                  <a:pt x="2518668" y="3781847"/>
                  <a:pt x="2330723" y="3966044"/>
                  <a:pt x="2098882" y="3966044"/>
                </a:cubicBezTo>
                <a:lnTo>
                  <a:pt x="419786" y="3966044"/>
                </a:lnTo>
                <a:cubicBezTo>
                  <a:pt x="187945" y="3966044"/>
                  <a:pt x="0" y="3781847"/>
                  <a:pt x="0" y="3554629"/>
                </a:cubicBezTo>
                <a:lnTo>
                  <a:pt x="0" y="953044"/>
                </a:lnTo>
                <a:cubicBezTo>
                  <a:pt x="0" y="725826"/>
                  <a:pt x="187945" y="541629"/>
                  <a:pt x="419786" y="541629"/>
                </a:cubicBezTo>
                <a:close/>
                <a:moveTo>
                  <a:pt x="696920" y="0"/>
                </a:moveTo>
                <a:lnTo>
                  <a:pt x="1821748" y="0"/>
                </a:lnTo>
                <a:cubicBezTo>
                  <a:pt x="1869056" y="0"/>
                  <a:pt x="1907406" y="38350"/>
                  <a:pt x="1907406" y="85658"/>
                </a:cubicBezTo>
                <a:lnTo>
                  <a:pt x="1907406" y="346390"/>
                </a:lnTo>
                <a:cubicBezTo>
                  <a:pt x="1907406" y="393698"/>
                  <a:pt x="1869056" y="432048"/>
                  <a:pt x="1821748" y="432048"/>
                </a:cubicBezTo>
                <a:lnTo>
                  <a:pt x="696920" y="432048"/>
                </a:lnTo>
                <a:cubicBezTo>
                  <a:pt x="649612" y="432048"/>
                  <a:pt x="611262" y="393698"/>
                  <a:pt x="611262" y="346390"/>
                </a:cubicBezTo>
                <a:lnTo>
                  <a:pt x="611262" y="85658"/>
                </a:lnTo>
                <a:cubicBezTo>
                  <a:pt x="611262" y="38350"/>
                  <a:pt x="649612" y="0"/>
                  <a:pt x="696920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8705065" y="1533454"/>
            <a:ext cx="291632" cy="223585"/>
          </a:xfrm>
          <a:custGeom>
            <a:avLst/>
            <a:gdLst/>
            <a:ahLst/>
            <a:cxnLst/>
            <a:rect l="l" t="t" r="r" b="b"/>
            <a:pathLst>
              <a:path w="3888432" h="3888432" extrusionOk="0">
                <a:moveTo>
                  <a:pt x="2250798" y="578107"/>
                </a:moveTo>
                <a:lnTo>
                  <a:pt x="1637760" y="578107"/>
                </a:lnTo>
                <a:lnTo>
                  <a:pt x="1637760" y="1311063"/>
                </a:lnTo>
                <a:lnTo>
                  <a:pt x="1042560" y="895535"/>
                </a:lnTo>
                <a:lnTo>
                  <a:pt x="691636" y="1398197"/>
                </a:lnTo>
                <a:lnTo>
                  <a:pt x="1405184" y="1896345"/>
                </a:lnTo>
                <a:lnTo>
                  <a:pt x="665257" y="2393266"/>
                </a:lnTo>
                <a:lnTo>
                  <a:pt x="1007039" y="2902187"/>
                </a:lnTo>
                <a:lnTo>
                  <a:pt x="1637760" y="2478608"/>
                </a:lnTo>
                <a:lnTo>
                  <a:pt x="1637760" y="3234607"/>
                </a:lnTo>
                <a:lnTo>
                  <a:pt x="2250799" y="3234607"/>
                </a:lnTo>
                <a:lnTo>
                  <a:pt x="2250798" y="2486693"/>
                </a:lnTo>
                <a:lnTo>
                  <a:pt x="2869840" y="2918864"/>
                </a:lnTo>
                <a:lnTo>
                  <a:pt x="3220762" y="2416201"/>
                </a:lnTo>
                <a:lnTo>
                  <a:pt x="2490164" y="1906150"/>
                </a:lnTo>
                <a:lnTo>
                  <a:pt x="3212367" y="1421133"/>
                </a:lnTo>
                <a:lnTo>
                  <a:pt x="2870585" y="912211"/>
                </a:lnTo>
                <a:lnTo>
                  <a:pt x="2250798" y="1328447"/>
                </a:lnTo>
                <a:close/>
                <a:moveTo>
                  <a:pt x="1944216" y="0"/>
                </a:moveTo>
                <a:cubicBezTo>
                  <a:pt x="3017977" y="0"/>
                  <a:pt x="3888432" y="870455"/>
                  <a:pt x="3888432" y="1944216"/>
                </a:cubicBezTo>
                <a:cubicBezTo>
                  <a:pt x="3888432" y="3017977"/>
                  <a:pt x="3017977" y="3888432"/>
                  <a:pt x="1944216" y="3888432"/>
                </a:cubicBezTo>
                <a:cubicBezTo>
                  <a:pt x="870455" y="3888432"/>
                  <a:pt x="0" y="3017977"/>
                  <a:pt x="0" y="1944216"/>
                </a:cubicBezTo>
                <a:cubicBezTo>
                  <a:pt x="0" y="870455"/>
                  <a:pt x="870455" y="0"/>
                  <a:pt x="1944216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26"/>
          <p:cNvGrpSpPr/>
          <p:nvPr/>
        </p:nvGrpSpPr>
        <p:grpSpPr>
          <a:xfrm>
            <a:off x="4568948" y="3191049"/>
            <a:ext cx="327400" cy="144116"/>
            <a:chOff x="2627784" y="3959226"/>
            <a:chExt cx="3888360" cy="2280321"/>
          </a:xfrm>
        </p:grpSpPr>
        <p:sp>
          <p:nvSpPr>
            <p:cNvPr id="148" name="Google Shape;148;p26"/>
            <p:cNvSpPr/>
            <p:nvPr/>
          </p:nvSpPr>
          <p:spPr>
            <a:xfrm>
              <a:off x="2627784" y="5591547"/>
              <a:ext cx="648000" cy="648000"/>
            </a:xfrm>
            <a:prstGeom prst="donut">
              <a:avLst>
                <a:gd name="adj" fmla="val 25000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5868144" y="5591547"/>
              <a:ext cx="648000" cy="648000"/>
            </a:xfrm>
            <a:prstGeom prst="donut">
              <a:avLst>
                <a:gd name="adj" fmla="val 25000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2883221" y="5472334"/>
              <a:ext cx="162000" cy="420300"/>
            </a:xfrm>
            <a:prstGeom prst="roundRect">
              <a:avLst>
                <a:gd name="adj" fmla="val 44102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6112101" y="5473128"/>
              <a:ext cx="162000" cy="398400"/>
            </a:xfrm>
            <a:prstGeom prst="roundRect">
              <a:avLst>
                <a:gd name="adj" fmla="val 44102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 rot="-3401448">
              <a:off x="3368190" y="3899988"/>
              <a:ext cx="287896" cy="1875395"/>
            </a:xfrm>
            <a:prstGeom prst="roundRect">
              <a:avLst>
                <a:gd name="adj" fmla="val 36068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6156176" y="4765811"/>
              <a:ext cx="288000" cy="755700"/>
            </a:xfrm>
            <a:prstGeom prst="roundRect">
              <a:avLst>
                <a:gd name="adj" fmla="val 36068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2699792" y="5161371"/>
              <a:ext cx="3744300" cy="3600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4294882" y="4509120"/>
              <a:ext cx="1800943" cy="553118"/>
            </a:xfrm>
            <a:custGeom>
              <a:avLst/>
              <a:gdLst/>
              <a:ahLst/>
              <a:cxnLst/>
              <a:rect l="l" t="t" r="r" b="b"/>
              <a:pathLst>
                <a:path w="1467163" h="377555" extrusionOk="0">
                  <a:moveTo>
                    <a:pt x="115742" y="0"/>
                  </a:moveTo>
                  <a:lnTo>
                    <a:pt x="1351421" y="0"/>
                  </a:lnTo>
                  <a:cubicBezTo>
                    <a:pt x="1415344" y="0"/>
                    <a:pt x="1467163" y="51819"/>
                    <a:pt x="1467163" y="115742"/>
                  </a:cubicBezTo>
                  <a:lnTo>
                    <a:pt x="1467163" y="377555"/>
                  </a:lnTo>
                  <a:lnTo>
                    <a:pt x="0" y="377555"/>
                  </a:lnTo>
                  <a:lnTo>
                    <a:pt x="0" y="115742"/>
                  </a:lnTo>
                  <a:cubicBezTo>
                    <a:pt x="0" y="51819"/>
                    <a:pt x="51819" y="0"/>
                    <a:pt x="115742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3110319" y="3959226"/>
              <a:ext cx="457200" cy="4572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rot="1959469">
              <a:off x="3453408" y="4426004"/>
              <a:ext cx="947636" cy="401598"/>
            </a:xfrm>
            <a:custGeom>
              <a:avLst/>
              <a:gdLst/>
              <a:ahLst/>
              <a:cxnLst/>
              <a:rect l="l" t="t" r="r" b="b"/>
              <a:pathLst>
                <a:path w="946970" h="401316" extrusionOk="0">
                  <a:moveTo>
                    <a:pt x="66114" y="94549"/>
                  </a:moveTo>
                  <a:cubicBezTo>
                    <a:pt x="80082" y="84288"/>
                    <a:pt x="96014" y="74649"/>
                    <a:pt x="113671" y="65740"/>
                  </a:cubicBezTo>
                  <a:cubicBezTo>
                    <a:pt x="137213" y="53862"/>
                    <a:pt x="163820" y="43284"/>
                    <a:pt x="192918" y="34269"/>
                  </a:cubicBezTo>
                  <a:cubicBezTo>
                    <a:pt x="262753" y="12633"/>
                    <a:pt x="346940" y="0"/>
                    <a:pt x="437561" y="0"/>
                  </a:cubicBezTo>
                  <a:lnTo>
                    <a:pt x="689345" y="0"/>
                  </a:lnTo>
                  <a:lnTo>
                    <a:pt x="946970" y="401316"/>
                  </a:lnTo>
                  <a:lnTo>
                    <a:pt x="437561" y="401315"/>
                  </a:lnTo>
                  <a:cubicBezTo>
                    <a:pt x="195904" y="401315"/>
                    <a:pt x="1" y="311478"/>
                    <a:pt x="0" y="200658"/>
                  </a:cubicBezTo>
                  <a:cubicBezTo>
                    <a:pt x="-1" y="161698"/>
                    <a:pt x="24212" y="125330"/>
                    <a:pt x="66114" y="94549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26"/>
          <p:cNvSpPr/>
          <p:nvPr/>
        </p:nvSpPr>
        <p:spPr>
          <a:xfrm>
            <a:off x="7908614" y="1298870"/>
            <a:ext cx="213272" cy="218697"/>
          </a:xfrm>
          <a:custGeom>
            <a:avLst/>
            <a:gdLst/>
            <a:ahLst/>
            <a:cxnLst/>
            <a:rect l="l" t="t" r="r" b="b"/>
            <a:pathLst>
              <a:path w="2568" h="3758" extrusionOk="0">
                <a:moveTo>
                  <a:pt x="313" y="3691"/>
                </a:moveTo>
                <a:lnTo>
                  <a:pt x="315" y="3695"/>
                </a:lnTo>
                <a:lnTo>
                  <a:pt x="311" y="3693"/>
                </a:lnTo>
                <a:lnTo>
                  <a:pt x="313" y="3691"/>
                </a:lnTo>
                <a:close/>
                <a:moveTo>
                  <a:pt x="711" y="2122"/>
                </a:moveTo>
                <a:lnTo>
                  <a:pt x="739" y="2142"/>
                </a:lnTo>
                <a:lnTo>
                  <a:pt x="764" y="2169"/>
                </a:lnTo>
                <a:lnTo>
                  <a:pt x="788" y="2204"/>
                </a:lnTo>
                <a:lnTo>
                  <a:pt x="809" y="2238"/>
                </a:lnTo>
                <a:lnTo>
                  <a:pt x="829" y="2271"/>
                </a:lnTo>
                <a:lnTo>
                  <a:pt x="848" y="2300"/>
                </a:lnTo>
                <a:lnTo>
                  <a:pt x="1180" y="2733"/>
                </a:lnTo>
                <a:lnTo>
                  <a:pt x="1080" y="2862"/>
                </a:lnTo>
                <a:lnTo>
                  <a:pt x="977" y="2987"/>
                </a:lnTo>
                <a:lnTo>
                  <a:pt x="868" y="3109"/>
                </a:lnTo>
                <a:lnTo>
                  <a:pt x="760" y="3231"/>
                </a:lnTo>
                <a:lnTo>
                  <a:pt x="651" y="3353"/>
                </a:lnTo>
                <a:lnTo>
                  <a:pt x="548" y="3477"/>
                </a:lnTo>
                <a:lnTo>
                  <a:pt x="520" y="3509"/>
                </a:lnTo>
                <a:lnTo>
                  <a:pt x="486" y="3544"/>
                </a:lnTo>
                <a:lnTo>
                  <a:pt x="451" y="3578"/>
                </a:lnTo>
                <a:lnTo>
                  <a:pt x="413" y="3611"/>
                </a:lnTo>
                <a:lnTo>
                  <a:pt x="377" y="3642"/>
                </a:lnTo>
                <a:lnTo>
                  <a:pt x="342" y="3669"/>
                </a:lnTo>
                <a:lnTo>
                  <a:pt x="313" y="3691"/>
                </a:lnTo>
                <a:lnTo>
                  <a:pt x="311" y="3689"/>
                </a:lnTo>
                <a:lnTo>
                  <a:pt x="306" y="3677"/>
                </a:lnTo>
                <a:lnTo>
                  <a:pt x="295" y="3657"/>
                </a:lnTo>
                <a:lnTo>
                  <a:pt x="280" y="3631"/>
                </a:lnTo>
                <a:lnTo>
                  <a:pt x="262" y="3602"/>
                </a:lnTo>
                <a:lnTo>
                  <a:pt x="242" y="3567"/>
                </a:lnTo>
                <a:lnTo>
                  <a:pt x="220" y="3529"/>
                </a:lnTo>
                <a:lnTo>
                  <a:pt x="197" y="3487"/>
                </a:lnTo>
                <a:lnTo>
                  <a:pt x="173" y="3444"/>
                </a:lnTo>
                <a:lnTo>
                  <a:pt x="149" y="3397"/>
                </a:lnTo>
                <a:lnTo>
                  <a:pt x="126" y="3349"/>
                </a:lnTo>
                <a:lnTo>
                  <a:pt x="102" y="3300"/>
                </a:lnTo>
                <a:lnTo>
                  <a:pt x="79" y="3251"/>
                </a:lnTo>
                <a:lnTo>
                  <a:pt x="59" y="3202"/>
                </a:lnTo>
                <a:lnTo>
                  <a:pt x="40" y="3153"/>
                </a:lnTo>
                <a:lnTo>
                  <a:pt x="24" y="3107"/>
                </a:lnTo>
                <a:lnTo>
                  <a:pt x="13" y="3062"/>
                </a:lnTo>
                <a:lnTo>
                  <a:pt x="4" y="3020"/>
                </a:lnTo>
                <a:lnTo>
                  <a:pt x="0" y="2980"/>
                </a:lnTo>
                <a:lnTo>
                  <a:pt x="4" y="2971"/>
                </a:lnTo>
                <a:lnTo>
                  <a:pt x="13" y="2955"/>
                </a:lnTo>
                <a:lnTo>
                  <a:pt x="29" y="2935"/>
                </a:lnTo>
                <a:lnTo>
                  <a:pt x="49" y="2911"/>
                </a:lnTo>
                <a:lnTo>
                  <a:pt x="71" y="2886"/>
                </a:lnTo>
                <a:lnTo>
                  <a:pt x="97" y="2858"/>
                </a:lnTo>
                <a:lnTo>
                  <a:pt x="120" y="2833"/>
                </a:lnTo>
                <a:lnTo>
                  <a:pt x="144" y="2806"/>
                </a:lnTo>
                <a:lnTo>
                  <a:pt x="166" y="2782"/>
                </a:lnTo>
                <a:lnTo>
                  <a:pt x="184" y="2762"/>
                </a:lnTo>
                <a:lnTo>
                  <a:pt x="711" y="2122"/>
                </a:lnTo>
                <a:close/>
                <a:moveTo>
                  <a:pt x="1244" y="0"/>
                </a:moveTo>
                <a:lnTo>
                  <a:pt x="1333" y="4"/>
                </a:lnTo>
                <a:lnTo>
                  <a:pt x="1415" y="13"/>
                </a:lnTo>
                <a:lnTo>
                  <a:pt x="1491" y="29"/>
                </a:lnTo>
                <a:lnTo>
                  <a:pt x="1560" y="51"/>
                </a:lnTo>
                <a:lnTo>
                  <a:pt x="1626" y="78"/>
                </a:lnTo>
                <a:lnTo>
                  <a:pt x="1686" y="111"/>
                </a:lnTo>
                <a:lnTo>
                  <a:pt x="1740" y="149"/>
                </a:lnTo>
                <a:lnTo>
                  <a:pt x="1791" y="193"/>
                </a:lnTo>
                <a:lnTo>
                  <a:pt x="1839" y="238"/>
                </a:lnTo>
                <a:lnTo>
                  <a:pt x="1880" y="289"/>
                </a:lnTo>
                <a:lnTo>
                  <a:pt x="1920" y="342"/>
                </a:lnTo>
                <a:lnTo>
                  <a:pt x="1957" y="398"/>
                </a:lnTo>
                <a:lnTo>
                  <a:pt x="1989" y="457"/>
                </a:lnTo>
                <a:lnTo>
                  <a:pt x="2020" y="517"/>
                </a:lnTo>
                <a:lnTo>
                  <a:pt x="2049" y="578"/>
                </a:lnTo>
                <a:lnTo>
                  <a:pt x="2077" y="642"/>
                </a:lnTo>
                <a:lnTo>
                  <a:pt x="2097" y="693"/>
                </a:lnTo>
                <a:lnTo>
                  <a:pt x="2117" y="746"/>
                </a:lnTo>
                <a:lnTo>
                  <a:pt x="2135" y="802"/>
                </a:lnTo>
                <a:lnTo>
                  <a:pt x="2153" y="858"/>
                </a:lnTo>
                <a:lnTo>
                  <a:pt x="2166" y="917"/>
                </a:lnTo>
                <a:lnTo>
                  <a:pt x="2177" y="973"/>
                </a:lnTo>
                <a:lnTo>
                  <a:pt x="2180" y="1029"/>
                </a:lnTo>
                <a:lnTo>
                  <a:pt x="2180" y="1082"/>
                </a:lnTo>
                <a:lnTo>
                  <a:pt x="2171" y="1133"/>
                </a:lnTo>
                <a:lnTo>
                  <a:pt x="2144" y="1238"/>
                </a:lnTo>
                <a:lnTo>
                  <a:pt x="2111" y="1335"/>
                </a:lnTo>
                <a:lnTo>
                  <a:pt x="2073" y="1427"/>
                </a:lnTo>
                <a:lnTo>
                  <a:pt x="2029" y="1515"/>
                </a:lnTo>
                <a:lnTo>
                  <a:pt x="1984" y="1597"/>
                </a:lnTo>
                <a:lnTo>
                  <a:pt x="1960" y="1640"/>
                </a:lnTo>
                <a:lnTo>
                  <a:pt x="1937" y="1682"/>
                </a:lnTo>
                <a:lnTo>
                  <a:pt x="1911" y="1724"/>
                </a:lnTo>
                <a:lnTo>
                  <a:pt x="1884" y="1769"/>
                </a:lnTo>
                <a:lnTo>
                  <a:pt x="1851" y="1817"/>
                </a:lnTo>
                <a:lnTo>
                  <a:pt x="1844" y="1817"/>
                </a:lnTo>
                <a:lnTo>
                  <a:pt x="1404" y="1240"/>
                </a:lnTo>
                <a:lnTo>
                  <a:pt x="1449" y="1182"/>
                </a:lnTo>
                <a:lnTo>
                  <a:pt x="1495" y="1120"/>
                </a:lnTo>
                <a:lnTo>
                  <a:pt x="1539" y="1055"/>
                </a:lnTo>
                <a:lnTo>
                  <a:pt x="1579" y="987"/>
                </a:lnTo>
                <a:lnTo>
                  <a:pt x="1611" y="917"/>
                </a:lnTo>
                <a:lnTo>
                  <a:pt x="1626" y="862"/>
                </a:lnTo>
                <a:lnTo>
                  <a:pt x="1639" y="811"/>
                </a:lnTo>
                <a:lnTo>
                  <a:pt x="1651" y="757"/>
                </a:lnTo>
                <a:lnTo>
                  <a:pt x="1582" y="702"/>
                </a:lnTo>
                <a:lnTo>
                  <a:pt x="1511" y="658"/>
                </a:lnTo>
                <a:lnTo>
                  <a:pt x="1442" y="627"/>
                </a:lnTo>
                <a:lnTo>
                  <a:pt x="1375" y="607"/>
                </a:lnTo>
                <a:lnTo>
                  <a:pt x="1308" y="597"/>
                </a:lnTo>
                <a:lnTo>
                  <a:pt x="1244" y="597"/>
                </a:lnTo>
                <a:lnTo>
                  <a:pt x="1180" y="606"/>
                </a:lnTo>
                <a:lnTo>
                  <a:pt x="1119" y="622"/>
                </a:lnTo>
                <a:lnTo>
                  <a:pt x="1060" y="646"/>
                </a:lnTo>
                <a:lnTo>
                  <a:pt x="1046" y="653"/>
                </a:lnTo>
                <a:lnTo>
                  <a:pt x="1028" y="667"/>
                </a:lnTo>
                <a:lnTo>
                  <a:pt x="1009" y="684"/>
                </a:lnTo>
                <a:lnTo>
                  <a:pt x="989" y="704"/>
                </a:lnTo>
                <a:lnTo>
                  <a:pt x="969" y="724"/>
                </a:lnTo>
                <a:lnTo>
                  <a:pt x="953" y="742"/>
                </a:lnTo>
                <a:lnTo>
                  <a:pt x="940" y="760"/>
                </a:lnTo>
                <a:lnTo>
                  <a:pt x="931" y="773"/>
                </a:lnTo>
                <a:lnTo>
                  <a:pt x="928" y="795"/>
                </a:lnTo>
                <a:lnTo>
                  <a:pt x="931" y="818"/>
                </a:lnTo>
                <a:lnTo>
                  <a:pt x="940" y="844"/>
                </a:lnTo>
                <a:lnTo>
                  <a:pt x="949" y="869"/>
                </a:lnTo>
                <a:lnTo>
                  <a:pt x="960" y="891"/>
                </a:lnTo>
                <a:lnTo>
                  <a:pt x="968" y="909"/>
                </a:lnTo>
                <a:lnTo>
                  <a:pt x="1004" y="989"/>
                </a:lnTo>
                <a:lnTo>
                  <a:pt x="1049" y="1067"/>
                </a:lnTo>
                <a:lnTo>
                  <a:pt x="1100" y="1142"/>
                </a:lnTo>
                <a:lnTo>
                  <a:pt x="1153" y="1213"/>
                </a:lnTo>
                <a:lnTo>
                  <a:pt x="1209" y="1284"/>
                </a:lnTo>
                <a:lnTo>
                  <a:pt x="1264" y="1353"/>
                </a:lnTo>
                <a:lnTo>
                  <a:pt x="1317" y="1422"/>
                </a:lnTo>
                <a:lnTo>
                  <a:pt x="1486" y="1644"/>
                </a:lnTo>
                <a:lnTo>
                  <a:pt x="1659" y="1864"/>
                </a:lnTo>
                <a:lnTo>
                  <a:pt x="1835" y="2080"/>
                </a:lnTo>
                <a:lnTo>
                  <a:pt x="2011" y="2298"/>
                </a:lnTo>
                <a:lnTo>
                  <a:pt x="2184" y="2517"/>
                </a:lnTo>
                <a:lnTo>
                  <a:pt x="2557" y="2966"/>
                </a:lnTo>
                <a:lnTo>
                  <a:pt x="2564" y="2991"/>
                </a:lnTo>
                <a:lnTo>
                  <a:pt x="2568" y="3020"/>
                </a:lnTo>
                <a:lnTo>
                  <a:pt x="2566" y="3055"/>
                </a:lnTo>
                <a:lnTo>
                  <a:pt x="2560" y="3089"/>
                </a:lnTo>
                <a:lnTo>
                  <a:pt x="2555" y="3126"/>
                </a:lnTo>
                <a:lnTo>
                  <a:pt x="2546" y="3157"/>
                </a:lnTo>
                <a:lnTo>
                  <a:pt x="2540" y="3186"/>
                </a:lnTo>
                <a:lnTo>
                  <a:pt x="2531" y="3224"/>
                </a:lnTo>
                <a:lnTo>
                  <a:pt x="2520" y="3271"/>
                </a:lnTo>
                <a:lnTo>
                  <a:pt x="2506" y="3324"/>
                </a:lnTo>
                <a:lnTo>
                  <a:pt x="2489" y="3382"/>
                </a:lnTo>
                <a:lnTo>
                  <a:pt x="2473" y="3442"/>
                </a:lnTo>
                <a:lnTo>
                  <a:pt x="2453" y="3502"/>
                </a:lnTo>
                <a:lnTo>
                  <a:pt x="2433" y="3560"/>
                </a:lnTo>
                <a:lnTo>
                  <a:pt x="2411" y="3615"/>
                </a:lnTo>
                <a:lnTo>
                  <a:pt x="2389" y="3664"/>
                </a:lnTo>
                <a:lnTo>
                  <a:pt x="2368" y="3704"/>
                </a:lnTo>
                <a:lnTo>
                  <a:pt x="2344" y="3735"/>
                </a:lnTo>
                <a:lnTo>
                  <a:pt x="2320" y="3753"/>
                </a:lnTo>
                <a:lnTo>
                  <a:pt x="2297" y="3758"/>
                </a:lnTo>
                <a:lnTo>
                  <a:pt x="2273" y="3753"/>
                </a:lnTo>
                <a:lnTo>
                  <a:pt x="2248" y="3740"/>
                </a:lnTo>
                <a:lnTo>
                  <a:pt x="2222" y="3722"/>
                </a:lnTo>
                <a:lnTo>
                  <a:pt x="2199" y="3698"/>
                </a:lnTo>
                <a:lnTo>
                  <a:pt x="2177" y="3673"/>
                </a:lnTo>
                <a:lnTo>
                  <a:pt x="2155" y="3647"/>
                </a:lnTo>
                <a:lnTo>
                  <a:pt x="2137" y="3622"/>
                </a:lnTo>
                <a:lnTo>
                  <a:pt x="2120" y="3602"/>
                </a:lnTo>
                <a:lnTo>
                  <a:pt x="2108" y="3586"/>
                </a:lnTo>
                <a:lnTo>
                  <a:pt x="1971" y="3418"/>
                </a:lnTo>
                <a:lnTo>
                  <a:pt x="1829" y="3253"/>
                </a:lnTo>
                <a:lnTo>
                  <a:pt x="1689" y="3086"/>
                </a:lnTo>
                <a:lnTo>
                  <a:pt x="1551" y="2917"/>
                </a:lnTo>
                <a:lnTo>
                  <a:pt x="1428" y="2758"/>
                </a:lnTo>
                <a:lnTo>
                  <a:pt x="1304" y="2600"/>
                </a:lnTo>
                <a:lnTo>
                  <a:pt x="1180" y="2444"/>
                </a:lnTo>
                <a:lnTo>
                  <a:pt x="1059" y="2284"/>
                </a:lnTo>
                <a:lnTo>
                  <a:pt x="940" y="2122"/>
                </a:lnTo>
                <a:lnTo>
                  <a:pt x="824" y="1957"/>
                </a:lnTo>
                <a:lnTo>
                  <a:pt x="711" y="1786"/>
                </a:lnTo>
                <a:lnTo>
                  <a:pt x="604" y="1609"/>
                </a:lnTo>
                <a:lnTo>
                  <a:pt x="568" y="1544"/>
                </a:lnTo>
                <a:lnTo>
                  <a:pt x="533" y="1477"/>
                </a:lnTo>
                <a:lnTo>
                  <a:pt x="500" y="1409"/>
                </a:lnTo>
                <a:lnTo>
                  <a:pt x="473" y="1340"/>
                </a:lnTo>
                <a:lnTo>
                  <a:pt x="451" y="1267"/>
                </a:lnTo>
                <a:lnTo>
                  <a:pt x="433" y="1195"/>
                </a:lnTo>
                <a:lnTo>
                  <a:pt x="422" y="1120"/>
                </a:lnTo>
                <a:lnTo>
                  <a:pt x="417" y="1042"/>
                </a:lnTo>
                <a:lnTo>
                  <a:pt x="419" y="962"/>
                </a:lnTo>
                <a:lnTo>
                  <a:pt x="429" y="880"/>
                </a:lnTo>
                <a:lnTo>
                  <a:pt x="448" y="795"/>
                </a:lnTo>
                <a:lnTo>
                  <a:pt x="477" y="706"/>
                </a:lnTo>
                <a:lnTo>
                  <a:pt x="513" y="613"/>
                </a:lnTo>
                <a:lnTo>
                  <a:pt x="559" y="524"/>
                </a:lnTo>
                <a:lnTo>
                  <a:pt x="608" y="440"/>
                </a:lnTo>
                <a:lnTo>
                  <a:pt x="660" y="360"/>
                </a:lnTo>
                <a:lnTo>
                  <a:pt x="717" y="286"/>
                </a:lnTo>
                <a:lnTo>
                  <a:pt x="762" y="231"/>
                </a:lnTo>
                <a:lnTo>
                  <a:pt x="815" y="180"/>
                </a:lnTo>
                <a:lnTo>
                  <a:pt x="873" y="133"/>
                </a:lnTo>
                <a:lnTo>
                  <a:pt x="937" y="91"/>
                </a:lnTo>
                <a:lnTo>
                  <a:pt x="1006" y="55"/>
                </a:lnTo>
                <a:lnTo>
                  <a:pt x="1080" y="29"/>
                </a:lnTo>
                <a:lnTo>
                  <a:pt x="1244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6734011" y="726481"/>
            <a:ext cx="288614" cy="221271"/>
          </a:xfrm>
          <a:custGeom>
            <a:avLst/>
            <a:gdLst/>
            <a:ahLst/>
            <a:cxnLst/>
            <a:rect l="l" t="t" r="r" b="b"/>
            <a:pathLst>
              <a:path w="3848188" h="3848188" extrusionOk="0">
                <a:moveTo>
                  <a:pt x="1531053" y="504131"/>
                </a:moveTo>
                <a:lnTo>
                  <a:pt x="1531053" y="1481511"/>
                </a:lnTo>
                <a:lnTo>
                  <a:pt x="553673" y="1481511"/>
                </a:lnTo>
                <a:lnTo>
                  <a:pt x="553673" y="2263055"/>
                </a:lnTo>
                <a:lnTo>
                  <a:pt x="1531053" y="2263055"/>
                </a:lnTo>
                <a:lnTo>
                  <a:pt x="1531053" y="3240435"/>
                </a:lnTo>
                <a:lnTo>
                  <a:pt x="2312597" y="3240435"/>
                </a:lnTo>
                <a:lnTo>
                  <a:pt x="2312597" y="2263055"/>
                </a:lnTo>
                <a:lnTo>
                  <a:pt x="3289977" y="2263055"/>
                </a:lnTo>
                <a:lnTo>
                  <a:pt x="3289977" y="1481511"/>
                </a:lnTo>
                <a:lnTo>
                  <a:pt x="2312597" y="1481511"/>
                </a:lnTo>
                <a:lnTo>
                  <a:pt x="2312597" y="504131"/>
                </a:lnTo>
                <a:close/>
                <a:moveTo>
                  <a:pt x="1924094" y="0"/>
                </a:moveTo>
                <a:cubicBezTo>
                  <a:pt x="2986742" y="0"/>
                  <a:pt x="3848188" y="861446"/>
                  <a:pt x="3848188" y="1924094"/>
                </a:cubicBezTo>
                <a:cubicBezTo>
                  <a:pt x="3848188" y="2986742"/>
                  <a:pt x="2986742" y="3848188"/>
                  <a:pt x="1924094" y="3848188"/>
                </a:cubicBezTo>
                <a:cubicBezTo>
                  <a:pt x="861446" y="3848188"/>
                  <a:pt x="0" y="2986742"/>
                  <a:pt x="0" y="1924094"/>
                </a:cubicBezTo>
                <a:cubicBezTo>
                  <a:pt x="0" y="861446"/>
                  <a:pt x="861446" y="0"/>
                  <a:pt x="1924094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/>
          <p:nvPr/>
        </p:nvSpPr>
        <p:spPr>
          <a:xfrm rot="2052942">
            <a:off x="8158479" y="4158819"/>
            <a:ext cx="156698" cy="294536"/>
          </a:xfrm>
          <a:custGeom>
            <a:avLst/>
            <a:gdLst/>
            <a:ahLst/>
            <a:cxnLst/>
            <a:rect l="l" t="t" r="r" b="b"/>
            <a:pathLst>
              <a:path w="2073250" h="3949150" extrusionOk="0">
                <a:moveTo>
                  <a:pt x="1279271" y="2220875"/>
                </a:moveTo>
                <a:lnTo>
                  <a:pt x="1285176" y="2794045"/>
                </a:lnTo>
                <a:lnTo>
                  <a:pt x="1962603" y="2794045"/>
                </a:lnTo>
                <a:lnTo>
                  <a:pt x="1962603" y="3261227"/>
                </a:lnTo>
                <a:lnTo>
                  <a:pt x="1289989" y="3261228"/>
                </a:lnTo>
                <a:lnTo>
                  <a:pt x="1297029" y="3944670"/>
                </a:lnTo>
                <a:lnTo>
                  <a:pt x="795159" y="3949150"/>
                </a:lnTo>
                <a:lnTo>
                  <a:pt x="788072" y="3261227"/>
                </a:lnTo>
                <a:lnTo>
                  <a:pt x="110647" y="3261227"/>
                </a:lnTo>
                <a:lnTo>
                  <a:pt x="110647" y="2794045"/>
                </a:lnTo>
                <a:lnTo>
                  <a:pt x="783259" y="2794045"/>
                </a:lnTo>
                <a:lnTo>
                  <a:pt x="777401" y="2225354"/>
                </a:lnTo>
                <a:close/>
                <a:moveTo>
                  <a:pt x="1036626" y="518312"/>
                </a:moveTo>
                <a:cubicBezTo>
                  <a:pt x="750370" y="518312"/>
                  <a:pt x="518313" y="753722"/>
                  <a:pt x="518313" y="1044116"/>
                </a:cubicBezTo>
                <a:cubicBezTo>
                  <a:pt x="518313" y="1334510"/>
                  <a:pt x="750370" y="1569920"/>
                  <a:pt x="1036626" y="1569920"/>
                </a:cubicBezTo>
                <a:cubicBezTo>
                  <a:pt x="1322882" y="1569920"/>
                  <a:pt x="1554939" y="1334510"/>
                  <a:pt x="1554939" y="1044116"/>
                </a:cubicBezTo>
                <a:cubicBezTo>
                  <a:pt x="1554939" y="753722"/>
                  <a:pt x="1322882" y="518312"/>
                  <a:pt x="1036626" y="518312"/>
                </a:cubicBezTo>
                <a:close/>
                <a:moveTo>
                  <a:pt x="1036625" y="0"/>
                </a:moveTo>
                <a:cubicBezTo>
                  <a:pt x="1609137" y="0"/>
                  <a:pt x="2073250" y="467467"/>
                  <a:pt x="2073250" y="1044116"/>
                </a:cubicBezTo>
                <a:cubicBezTo>
                  <a:pt x="2073250" y="1620765"/>
                  <a:pt x="1609137" y="2088232"/>
                  <a:pt x="1036625" y="2088232"/>
                </a:cubicBezTo>
                <a:cubicBezTo>
                  <a:pt x="464113" y="2088232"/>
                  <a:pt x="0" y="1620765"/>
                  <a:pt x="0" y="1044116"/>
                </a:cubicBezTo>
                <a:cubicBezTo>
                  <a:pt x="0" y="467467"/>
                  <a:pt x="464113" y="0"/>
                  <a:pt x="1036625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4209440" y="2470889"/>
            <a:ext cx="247528" cy="141946"/>
          </a:xfrm>
          <a:custGeom>
            <a:avLst/>
            <a:gdLst/>
            <a:ahLst/>
            <a:cxnLst/>
            <a:rect l="l" t="t" r="r" b="b"/>
            <a:pathLst>
              <a:path w="3960440" h="2988329" extrusionOk="0">
                <a:moveTo>
                  <a:pt x="1906134" y="1614050"/>
                </a:moveTo>
                <a:cubicBezTo>
                  <a:pt x="1848735" y="1614050"/>
                  <a:pt x="1802205" y="1659775"/>
                  <a:pt x="1802205" y="1716180"/>
                </a:cubicBezTo>
                <a:lnTo>
                  <a:pt x="1802205" y="1952130"/>
                </a:lnTo>
                <a:lnTo>
                  <a:pt x="1562097" y="1952130"/>
                </a:lnTo>
                <a:cubicBezTo>
                  <a:pt x="1504698" y="1952130"/>
                  <a:pt x="1458167" y="1997855"/>
                  <a:pt x="1458167" y="2054260"/>
                </a:cubicBezTo>
                <a:lnTo>
                  <a:pt x="1458167" y="2188080"/>
                </a:lnTo>
                <a:cubicBezTo>
                  <a:pt x="1458167" y="2244485"/>
                  <a:pt x="1504698" y="2290210"/>
                  <a:pt x="1562097" y="2290210"/>
                </a:cubicBezTo>
                <a:lnTo>
                  <a:pt x="1802205" y="2290210"/>
                </a:lnTo>
                <a:lnTo>
                  <a:pt x="1802205" y="2526160"/>
                </a:lnTo>
                <a:cubicBezTo>
                  <a:pt x="1802205" y="2582565"/>
                  <a:pt x="1848735" y="2628290"/>
                  <a:pt x="1906134" y="2628290"/>
                </a:cubicBezTo>
                <a:lnTo>
                  <a:pt x="2042312" y="2628290"/>
                </a:lnTo>
                <a:cubicBezTo>
                  <a:pt x="2099711" y="2628290"/>
                  <a:pt x="2146242" y="2582565"/>
                  <a:pt x="2146242" y="2526160"/>
                </a:cubicBezTo>
                <a:lnTo>
                  <a:pt x="2146242" y="2290210"/>
                </a:lnTo>
                <a:lnTo>
                  <a:pt x="2386349" y="2290210"/>
                </a:lnTo>
                <a:cubicBezTo>
                  <a:pt x="2443749" y="2290210"/>
                  <a:pt x="2490279" y="2244485"/>
                  <a:pt x="2490279" y="2188080"/>
                </a:cubicBezTo>
                <a:lnTo>
                  <a:pt x="2490279" y="2054260"/>
                </a:lnTo>
                <a:cubicBezTo>
                  <a:pt x="2490279" y="1997855"/>
                  <a:pt x="2443749" y="1952130"/>
                  <a:pt x="2386349" y="1952130"/>
                </a:cubicBezTo>
                <a:lnTo>
                  <a:pt x="2146242" y="1952130"/>
                </a:lnTo>
                <a:lnTo>
                  <a:pt x="2146242" y="1716180"/>
                </a:lnTo>
                <a:cubicBezTo>
                  <a:pt x="2146242" y="1659775"/>
                  <a:pt x="2099711" y="1614050"/>
                  <a:pt x="2042312" y="1614050"/>
                </a:cubicBezTo>
                <a:close/>
                <a:moveTo>
                  <a:pt x="0" y="1368149"/>
                </a:moveTo>
                <a:lnTo>
                  <a:pt x="3960440" y="1368149"/>
                </a:lnTo>
                <a:lnTo>
                  <a:pt x="3960440" y="2489988"/>
                </a:lnTo>
                <a:cubicBezTo>
                  <a:pt x="3960440" y="2765214"/>
                  <a:pt x="3737325" y="2988329"/>
                  <a:pt x="3462099" y="2988329"/>
                </a:cubicBezTo>
                <a:lnTo>
                  <a:pt x="498341" y="2988329"/>
                </a:lnTo>
                <a:cubicBezTo>
                  <a:pt x="223115" y="2988329"/>
                  <a:pt x="0" y="2765214"/>
                  <a:pt x="0" y="2489988"/>
                </a:cubicBezTo>
                <a:close/>
                <a:moveTo>
                  <a:pt x="1399199" y="277487"/>
                </a:moveTo>
                <a:cubicBezTo>
                  <a:pt x="1340514" y="277487"/>
                  <a:pt x="1292941" y="325060"/>
                  <a:pt x="1292941" y="383745"/>
                </a:cubicBezTo>
                <a:lnTo>
                  <a:pt x="1292941" y="684073"/>
                </a:lnTo>
                <a:lnTo>
                  <a:pt x="2667496" y="684073"/>
                </a:lnTo>
                <a:lnTo>
                  <a:pt x="2667496" y="383745"/>
                </a:lnTo>
                <a:cubicBezTo>
                  <a:pt x="2667496" y="325060"/>
                  <a:pt x="2619923" y="277487"/>
                  <a:pt x="2561238" y="277487"/>
                </a:cubicBezTo>
                <a:close/>
                <a:moveTo>
                  <a:pt x="1139543" y="0"/>
                </a:moveTo>
                <a:lnTo>
                  <a:pt x="2820896" y="0"/>
                </a:lnTo>
                <a:cubicBezTo>
                  <a:pt x="2920320" y="0"/>
                  <a:pt x="3000919" y="80599"/>
                  <a:pt x="3000919" y="180023"/>
                </a:cubicBezTo>
                <a:lnTo>
                  <a:pt x="3000919" y="684073"/>
                </a:lnTo>
                <a:lnTo>
                  <a:pt x="3462099" y="684073"/>
                </a:lnTo>
                <a:cubicBezTo>
                  <a:pt x="3727111" y="684073"/>
                  <a:pt x="3943808" y="890935"/>
                  <a:pt x="3957387" y="1152125"/>
                </a:cubicBezTo>
                <a:lnTo>
                  <a:pt x="3053" y="1152125"/>
                </a:lnTo>
                <a:cubicBezTo>
                  <a:pt x="16632" y="890935"/>
                  <a:pt x="233329" y="684073"/>
                  <a:pt x="498341" y="684073"/>
                </a:cubicBezTo>
                <a:lnTo>
                  <a:pt x="959520" y="684073"/>
                </a:lnTo>
                <a:lnTo>
                  <a:pt x="959520" y="180023"/>
                </a:lnTo>
                <a:cubicBezTo>
                  <a:pt x="959520" y="80599"/>
                  <a:pt x="1040119" y="0"/>
                  <a:pt x="1139543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9322989" y="933972"/>
            <a:ext cx="248212" cy="170717"/>
          </a:xfrm>
          <a:custGeom>
            <a:avLst/>
            <a:gdLst/>
            <a:ahLst/>
            <a:cxnLst/>
            <a:rect l="l" t="t" r="r" b="b"/>
            <a:pathLst>
              <a:path w="3971393" h="3594045" extrusionOk="0">
                <a:moveTo>
                  <a:pt x="2284446" y="942229"/>
                </a:moveTo>
                <a:cubicBezTo>
                  <a:pt x="2231718" y="946666"/>
                  <a:pt x="2184212" y="981897"/>
                  <a:pt x="2166723" y="1035351"/>
                </a:cubicBezTo>
                <a:lnTo>
                  <a:pt x="1818705" y="2099054"/>
                </a:lnTo>
                <a:lnTo>
                  <a:pt x="1630896" y="1461099"/>
                </a:lnTo>
                <a:cubicBezTo>
                  <a:pt x="1625536" y="1442893"/>
                  <a:pt x="1616698" y="1426659"/>
                  <a:pt x="1605222" y="1412988"/>
                </a:cubicBezTo>
                <a:cubicBezTo>
                  <a:pt x="1592838" y="1372092"/>
                  <a:pt x="1559535" y="1339590"/>
                  <a:pt x="1515200" y="1327710"/>
                </a:cubicBezTo>
                <a:cubicBezTo>
                  <a:pt x="1442764" y="1308302"/>
                  <a:pt x="1368310" y="1351289"/>
                  <a:pt x="1348901" y="1423723"/>
                </a:cubicBezTo>
                <a:lnTo>
                  <a:pt x="1175574" y="2070589"/>
                </a:lnTo>
                <a:lnTo>
                  <a:pt x="887391" y="2070589"/>
                </a:lnTo>
                <a:cubicBezTo>
                  <a:pt x="812401" y="2070589"/>
                  <a:pt x="751610" y="2131382"/>
                  <a:pt x="751610" y="2206372"/>
                </a:cubicBezTo>
                <a:cubicBezTo>
                  <a:pt x="751609" y="2281361"/>
                  <a:pt x="812402" y="2342153"/>
                  <a:pt x="887391" y="2342154"/>
                </a:cubicBezTo>
                <a:lnTo>
                  <a:pt x="1266160" y="2342154"/>
                </a:lnTo>
                <a:cubicBezTo>
                  <a:pt x="1309243" y="2342153"/>
                  <a:pt x="1347639" y="2322088"/>
                  <a:pt x="1370869" y="2289485"/>
                </a:cubicBezTo>
                <a:cubicBezTo>
                  <a:pt x="1392914" y="2274134"/>
                  <a:pt x="1408463" y="2250677"/>
                  <a:pt x="1415910" y="2222885"/>
                </a:cubicBezTo>
                <a:lnTo>
                  <a:pt x="1490320" y="1945186"/>
                </a:lnTo>
                <a:lnTo>
                  <a:pt x="1661817" y="2527729"/>
                </a:lnTo>
                <a:cubicBezTo>
                  <a:pt x="1680716" y="2591927"/>
                  <a:pt x="1742866" y="2631605"/>
                  <a:pt x="1806849" y="2621696"/>
                </a:cubicBezTo>
                <a:cubicBezTo>
                  <a:pt x="1873057" y="2637495"/>
                  <a:pt x="1940784" y="2599243"/>
                  <a:pt x="1962449" y="2533025"/>
                </a:cubicBezTo>
                <a:lnTo>
                  <a:pt x="2291633" y="1526890"/>
                </a:lnTo>
                <a:lnTo>
                  <a:pt x="2478124" y="2222886"/>
                </a:lnTo>
                <a:cubicBezTo>
                  <a:pt x="2491725" y="2273643"/>
                  <a:pt x="2532355" y="2309941"/>
                  <a:pt x="2580723" y="2318869"/>
                </a:cubicBezTo>
                <a:cubicBezTo>
                  <a:pt x="2600453" y="2334375"/>
                  <a:pt x="2625460" y="2342152"/>
                  <a:pt x="2652283" y="2342153"/>
                </a:cubicBezTo>
                <a:lnTo>
                  <a:pt x="3058108" y="2342153"/>
                </a:lnTo>
                <a:cubicBezTo>
                  <a:pt x="3133099" y="2342153"/>
                  <a:pt x="3193891" y="2281360"/>
                  <a:pt x="3193891" y="2206371"/>
                </a:cubicBezTo>
                <a:cubicBezTo>
                  <a:pt x="3193890" y="2131381"/>
                  <a:pt x="3133099" y="2070589"/>
                  <a:pt x="3058108" y="2070588"/>
                </a:cubicBezTo>
                <a:lnTo>
                  <a:pt x="2718460" y="2070589"/>
                </a:lnTo>
                <a:lnTo>
                  <a:pt x="2455970" y="1090961"/>
                </a:lnTo>
                <a:cubicBezTo>
                  <a:pt x="2449895" y="1068289"/>
                  <a:pt x="2438427" y="1048501"/>
                  <a:pt x="2421928" y="1033927"/>
                </a:cubicBezTo>
                <a:cubicBezTo>
                  <a:pt x="2410672" y="994460"/>
                  <a:pt x="2379946" y="962248"/>
                  <a:pt x="2337996" y="948523"/>
                </a:cubicBezTo>
                <a:cubicBezTo>
                  <a:pt x="2320178" y="942693"/>
                  <a:pt x="2302022" y="940751"/>
                  <a:pt x="2284446" y="942229"/>
                </a:cubicBezTo>
                <a:close/>
                <a:moveTo>
                  <a:pt x="941190" y="119"/>
                </a:moveTo>
                <a:cubicBezTo>
                  <a:pt x="1335246" y="6449"/>
                  <a:pt x="1754682" y="267656"/>
                  <a:pt x="1985697" y="864700"/>
                </a:cubicBezTo>
                <a:cubicBezTo>
                  <a:pt x="2807082" y="-1258124"/>
                  <a:pt x="6010484" y="864700"/>
                  <a:pt x="1985697" y="3594045"/>
                </a:cubicBezTo>
                <a:cubicBezTo>
                  <a:pt x="-907119" y="1632328"/>
                  <a:pt x="-65842" y="-16059"/>
                  <a:pt x="941190" y="119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7971751" y="417579"/>
            <a:ext cx="295117" cy="157941"/>
          </a:xfrm>
          <a:custGeom>
            <a:avLst/>
            <a:gdLst/>
            <a:ahLst/>
            <a:cxnLst/>
            <a:rect l="l" t="t" r="r" b="b"/>
            <a:pathLst>
              <a:path w="3934890" h="3325069" extrusionOk="0">
                <a:moveTo>
                  <a:pt x="3256955" y="2654903"/>
                </a:moveTo>
                <a:cubicBezTo>
                  <a:pt x="3442016" y="2654903"/>
                  <a:pt x="3592038" y="2804925"/>
                  <a:pt x="3592038" y="2989986"/>
                </a:cubicBezTo>
                <a:cubicBezTo>
                  <a:pt x="3592038" y="3175047"/>
                  <a:pt x="3442016" y="3325069"/>
                  <a:pt x="3256955" y="3325069"/>
                </a:cubicBezTo>
                <a:cubicBezTo>
                  <a:pt x="3071894" y="3325069"/>
                  <a:pt x="2921872" y="3175047"/>
                  <a:pt x="2921872" y="2989986"/>
                </a:cubicBezTo>
                <a:cubicBezTo>
                  <a:pt x="2921872" y="2804925"/>
                  <a:pt x="3071894" y="2654903"/>
                  <a:pt x="3256955" y="2654903"/>
                </a:cubicBezTo>
                <a:close/>
                <a:moveTo>
                  <a:pt x="1163958" y="2654903"/>
                </a:moveTo>
                <a:cubicBezTo>
                  <a:pt x="1349019" y="2654903"/>
                  <a:pt x="1499041" y="2804925"/>
                  <a:pt x="1499041" y="2989986"/>
                </a:cubicBezTo>
                <a:cubicBezTo>
                  <a:pt x="1499041" y="3175047"/>
                  <a:pt x="1349019" y="3325069"/>
                  <a:pt x="1163958" y="3325069"/>
                </a:cubicBezTo>
                <a:cubicBezTo>
                  <a:pt x="978897" y="3325069"/>
                  <a:pt x="828875" y="3175047"/>
                  <a:pt x="828875" y="2989986"/>
                </a:cubicBezTo>
                <a:cubicBezTo>
                  <a:pt x="828875" y="2804925"/>
                  <a:pt x="978897" y="2654903"/>
                  <a:pt x="1163958" y="2654903"/>
                </a:cubicBezTo>
                <a:close/>
                <a:moveTo>
                  <a:pt x="76162" y="2262658"/>
                </a:moveTo>
                <a:lnTo>
                  <a:pt x="3934890" y="2262658"/>
                </a:lnTo>
                <a:lnTo>
                  <a:pt x="3934890" y="2865907"/>
                </a:lnTo>
                <a:lnTo>
                  <a:pt x="3688794" y="2865907"/>
                </a:lnTo>
                <a:cubicBezTo>
                  <a:pt x="3630311" y="2683593"/>
                  <a:pt x="3458928" y="2552630"/>
                  <a:pt x="3256956" y="2552630"/>
                </a:cubicBezTo>
                <a:cubicBezTo>
                  <a:pt x="3054984" y="2552630"/>
                  <a:pt x="2883601" y="2683593"/>
                  <a:pt x="2825119" y="2865907"/>
                </a:cubicBezTo>
                <a:lnTo>
                  <a:pt x="1595797" y="2865907"/>
                </a:lnTo>
                <a:cubicBezTo>
                  <a:pt x="1537314" y="2683593"/>
                  <a:pt x="1365931" y="2552630"/>
                  <a:pt x="1163959" y="2552630"/>
                </a:cubicBezTo>
                <a:cubicBezTo>
                  <a:pt x="952624" y="2552630"/>
                  <a:pt x="774779" y="2696018"/>
                  <a:pt x="724237" y="2891307"/>
                </a:cubicBezTo>
                <a:lnTo>
                  <a:pt x="398213" y="2891307"/>
                </a:lnTo>
                <a:cubicBezTo>
                  <a:pt x="178286" y="2891307"/>
                  <a:pt x="0" y="2713021"/>
                  <a:pt x="0" y="2493094"/>
                </a:cubicBezTo>
                <a:lnTo>
                  <a:pt x="0" y="2267371"/>
                </a:lnTo>
                <a:lnTo>
                  <a:pt x="76162" y="2267371"/>
                </a:lnTo>
                <a:close/>
                <a:moveTo>
                  <a:pt x="940438" y="986308"/>
                </a:moveTo>
                <a:cubicBezTo>
                  <a:pt x="831368" y="986308"/>
                  <a:pt x="742949" y="1041027"/>
                  <a:pt x="742949" y="1108525"/>
                </a:cubicBezTo>
                <a:lnTo>
                  <a:pt x="742949" y="1420858"/>
                </a:lnTo>
                <a:lnTo>
                  <a:pt x="1337996" y="1420858"/>
                </a:lnTo>
                <a:lnTo>
                  <a:pt x="1337996" y="986308"/>
                </a:lnTo>
                <a:close/>
                <a:moveTo>
                  <a:pt x="2566126" y="947333"/>
                </a:moveTo>
                <a:cubicBezTo>
                  <a:pt x="2490968" y="947333"/>
                  <a:pt x="2430039" y="1008262"/>
                  <a:pt x="2430039" y="1083421"/>
                </a:cubicBezTo>
                <a:lnTo>
                  <a:pt x="2430039" y="1283715"/>
                </a:lnTo>
                <a:lnTo>
                  <a:pt x="2240561" y="1283715"/>
                </a:lnTo>
                <a:cubicBezTo>
                  <a:pt x="2165402" y="1283715"/>
                  <a:pt x="2104473" y="1344644"/>
                  <a:pt x="2104473" y="1419803"/>
                </a:cubicBezTo>
                <a:lnTo>
                  <a:pt x="2104473" y="1443548"/>
                </a:lnTo>
                <a:cubicBezTo>
                  <a:pt x="2104473" y="1518707"/>
                  <a:pt x="2165402" y="1579635"/>
                  <a:pt x="2240561" y="1579635"/>
                </a:cubicBezTo>
                <a:lnTo>
                  <a:pt x="2430039" y="1579635"/>
                </a:lnTo>
                <a:lnTo>
                  <a:pt x="2430039" y="1758296"/>
                </a:lnTo>
                <a:cubicBezTo>
                  <a:pt x="2430039" y="1833454"/>
                  <a:pt x="2490968" y="1894383"/>
                  <a:pt x="2566126" y="1894383"/>
                </a:cubicBezTo>
                <a:lnTo>
                  <a:pt x="2589871" y="1894383"/>
                </a:lnTo>
                <a:cubicBezTo>
                  <a:pt x="2665030" y="1894383"/>
                  <a:pt x="2725959" y="1833454"/>
                  <a:pt x="2725959" y="1758296"/>
                </a:cubicBezTo>
                <a:lnTo>
                  <a:pt x="2725959" y="1579635"/>
                </a:lnTo>
                <a:lnTo>
                  <a:pt x="2915437" y="1579635"/>
                </a:lnTo>
                <a:cubicBezTo>
                  <a:pt x="2990595" y="1579635"/>
                  <a:pt x="3051524" y="1518707"/>
                  <a:pt x="3051524" y="1443548"/>
                </a:cubicBezTo>
                <a:lnTo>
                  <a:pt x="3051524" y="1419803"/>
                </a:lnTo>
                <a:cubicBezTo>
                  <a:pt x="3051524" y="1344644"/>
                  <a:pt x="2990595" y="1283715"/>
                  <a:pt x="2915437" y="1283715"/>
                </a:cubicBezTo>
                <a:lnTo>
                  <a:pt x="2725959" y="1283715"/>
                </a:lnTo>
                <a:lnTo>
                  <a:pt x="2725959" y="1083421"/>
                </a:lnTo>
                <a:cubicBezTo>
                  <a:pt x="2725959" y="1008262"/>
                  <a:pt x="2665030" y="947333"/>
                  <a:pt x="2589871" y="947333"/>
                </a:cubicBezTo>
                <a:close/>
                <a:moveTo>
                  <a:pt x="2175584" y="448446"/>
                </a:moveTo>
                <a:lnTo>
                  <a:pt x="2342436" y="448446"/>
                </a:lnTo>
                <a:cubicBezTo>
                  <a:pt x="2365949" y="448446"/>
                  <a:pt x="2385010" y="467507"/>
                  <a:pt x="2385010" y="491020"/>
                </a:cubicBezTo>
                <a:lnTo>
                  <a:pt x="2385010" y="513872"/>
                </a:lnTo>
                <a:cubicBezTo>
                  <a:pt x="2385010" y="537385"/>
                  <a:pt x="2365949" y="556446"/>
                  <a:pt x="2342436" y="556446"/>
                </a:cubicBezTo>
                <a:lnTo>
                  <a:pt x="2175584" y="556446"/>
                </a:lnTo>
                <a:cubicBezTo>
                  <a:pt x="2152071" y="556446"/>
                  <a:pt x="2133010" y="537385"/>
                  <a:pt x="2133010" y="513872"/>
                </a:cubicBezTo>
                <a:lnTo>
                  <a:pt x="2133010" y="491020"/>
                </a:lnTo>
                <a:cubicBezTo>
                  <a:pt x="2133010" y="467507"/>
                  <a:pt x="2152071" y="448446"/>
                  <a:pt x="2175584" y="448446"/>
                </a:cubicBezTo>
                <a:close/>
                <a:moveTo>
                  <a:pt x="1313354" y="439278"/>
                </a:moveTo>
                <a:lnTo>
                  <a:pt x="1480043" y="446666"/>
                </a:lnTo>
                <a:cubicBezTo>
                  <a:pt x="1503533" y="447707"/>
                  <a:pt x="1521731" y="467594"/>
                  <a:pt x="1520690" y="491084"/>
                </a:cubicBezTo>
                <a:lnTo>
                  <a:pt x="1519678" y="513913"/>
                </a:lnTo>
                <a:cubicBezTo>
                  <a:pt x="1518636" y="537403"/>
                  <a:pt x="1498750" y="555601"/>
                  <a:pt x="1475260" y="554560"/>
                </a:cubicBezTo>
                <a:lnTo>
                  <a:pt x="1308572" y="547172"/>
                </a:lnTo>
                <a:cubicBezTo>
                  <a:pt x="1285082" y="546130"/>
                  <a:pt x="1266884" y="526244"/>
                  <a:pt x="1267925" y="502754"/>
                </a:cubicBezTo>
                <a:lnTo>
                  <a:pt x="1268937" y="479925"/>
                </a:lnTo>
                <a:cubicBezTo>
                  <a:pt x="1269978" y="456435"/>
                  <a:pt x="1289864" y="438236"/>
                  <a:pt x="1313354" y="439278"/>
                </a:cubicBezTo>
                <a:close/>
                <a:moveTo>
                  <a:pt x="1782480" y="391192"/>
                </a:moveTo>
                <a:lnTo>
                  <a:pt x="1854488" y="391192"/>
                </a:lnTo>
                <a:cubicBezTo>
                  <a:pt x="1947917" y="391192"/>
                  <a:pt x="2023656" y="466931"/>
                  <a:pt x="2023656" y="560360"/>
                </a:cubicBezTo>
                <a:lnTo>
                  <a:pt x="2023656" y="721195"/>
                </a:lnTo>
                <a:lnTo>
                  <a:pt x="3934890" y="721195"/>
                </a:lnTo>
                <a:lnTo>
                  <a:pt x="3934890" y="2109731"/>
                </a:lnTo>
                <a:lnTo>
                  <a:pt x="14197" y="2109731"/>
                </a:lnTo>
                <a:lnTo>
                  <a:pt x="14197" y="2114574"/>
                </a:lnTo>
                <a:lnTo>
                  <a:pt x="0" y="2114574"/>
                </a:lnTo>
                <a:lnTo>
                  <a:pt x="0" y="1828455"/>
                </a:lnTo>
                <a:cubicBezTo>
                  <a:pt x="0" y="1608528"/>
                  <a:pt x="178286" y="1430242"/>
                  <a:pt x="398213" y="1430242"/>
                </a:cubicBezTo>
                <a:lnTo>
                  <a:pt x="519518" y="1430242"/>
                </a:lnTo>
                <a:lnTo>
                  <a:pt x="519518" y="977203"/>
                </a:lnTo>
                <a:cubicBezTo>
                  <a:pt x="519518" y="876538"/>
                  <a:pt x="601123" y="794933"/>
                  <a:pt x="701788" y="794933"/>
                </a:cubicBezTo>
                <a:lnTo>
                  <a:pt x="1349377" y="794933"/>
                </a:lnTo>
                <a:lnTo>
                  <a:pt x="1349377" y="721195"/>
                </a:lnTo>
                <a:lnTo>
                  <a:pt x="1613312" y="721195"/>
                </a:lnTo>
                <a:lnTo>
                  <a:pt x="1613312" y="560360"/>
                </a:lnTo>
                <a:cubicBezTo>
                  <a:pt x="1613312" y="466931"/>
                  <a:pt x="1689051" y="391192"/>
                  <a:pt x="1782480" y="391192"/>
                </a:cubicBezTo>
                <a:close/>
                <a:moveTo>
                  <a:pt x="2217013" y="121841"/>
                </a:moveTo>
                <a:cubicBezTo>
                  <a:pt x="2228118" y="123263"/>
                  <a:pt x="2238680" y="128922"/>
                  <a:pt x="2246068" y="138480"/>
                </a:cubicBezTo>
                <a:lnTo>
                  <a:pt x="2260428" y="157060"/>
                </a:lnTo>
                <a:cubicBezTo>
                  <a:pt x="2275203" y="176176"/>
                  <a:pt x="2271684" y="203650"/>
                  <a:pt x="2252568" y="218425"/>
                </a:cubicBezTo>
                <a:lnTo>
                  <a:pt x="2122407" y="319028"/>
                </a:lnTo>
                <a:cubicBezTo>
                  <a:pt x="2103291" y="333803"/>
                  <a:pt x="2075817" y="330283"/>
                  <a:pt x="2061042" y="311168"/>
                </a:cubicBezTo>
                <a:lnTo>
                  <a:pt x="2046682" y="292588"/>
                </a:lnTo>
                <a:cubicBezTo>
                  <a:pt x="2031907" y="273472"/>
                  <a:pt x="2035426" y="245997"/>
                  <a:pt x="2054542" y="231223"/>
                </a:cubicBezTo>
                <a:lnTo>
                  <a:pt x="2184703" y="130620"/>
                </a:lnTo>
                <a:cubicBezTo>
                  <a:pt x="2194261" y="123232"/>
                  <a:pt x="2205908" y="120418"/>
                  <a:pt x="2217013" y="121841"/>
                </a:cubicBezTo>
                <a:close/>
                <a:moveTo>
                  <a:pt x="1478016" y="112448"/>
                </a:moveTo>
                <a:cubicBezTo>
                  <a:pt x="1488894" y="113071"/>
                  <a:pt x="1499534" y="117844"/>
                  <a:pt x="1507358" y="126619"/>
                </a:cubicBezTo>
                <a:lnTo>
                  <a:pt x="1618401" y="251155"/>
                </a:lnTo>
                <a:cubicBezTo>
                  <a:pt x="1634050" y="268704"/>
                  <a:pt x="1632508" y="295617"/>
                  <a:pt x="1614958" y="311265"/>
                </a:cubicBezTo>
                <a:lnTo>
                  <a:pt x="1597902" y="326473"/>
                </a:lnTo>
                <a:cubicBezTo>
                  <a:pt x="1580352" y="342122"/>
                  <a:pt x="1553440" y="340580"/>
                  <a:pt x="1537792" y="323030"/>
                </a:cubicBezTo>
                <a:lnTo>
                  <a:pt x="1426749" y="198495"/>
                </a:lnTo>
                <a:cubicBezTo>
                  <a:pt x="1411101" y="180945"/>
                  <a:pt x="1412642" y="154033"/>
                  <a:pt x="1430192" y="138385"/>
                </a:cubicBezTo>
                <a:lnTo>
                  <a:pt x="1447248" y="123176"/>
                </a:lnTo>
                <a:cubicBezTo>
                  <a:pt x="1456023" y="115352"/>
                  <a:pt x="1467139" y="111825"/>
                  <a:pt x="1478016" y="112448"/>
                </a:cubicBezTo>
                <a:close/>
                <a:moveTo>
                  <a:pt x="1837237" y="58"/>
                </a:moveTo>
                <a:lnTo>
                  <a:pt x="1861379" y="1283"/>
                </a:lnTo>
                <a:cubicBezTo>
                  <a:pt x="1886217" y="2543"/>
                  <a:pt x="1905332" y="23700"/>
                  <a:pt x="1904072" y="48538"/>
                </a:cubicBezTo>
                <a:lnTo>
                  <a:pt x="1895868" y="210266"/>
                </a:lnTo>
                <a:cubicBezTo>
                  <a:pt x="1894608" y="235105"/>
                  <a:pt x="1873451" y="254219"/>
                  <a:pt x="1848613" y="252959"/>
                </a:cubicBezTo>
                <a:lnTo>
                  <a:pt x="1824471" y="251735"/>
                </a:lnTo>
                <a:cubicBezTo>
                  <a:pt x="1799633" y="250475"/>
                  <a:pt x="1780518" y="229317"/>
                  <a:pt x="1781778" y="204479"/>
                </a:cubicBezTo>
                <a:lnTo>
                  <a:pt x="1789981" y="42751"/>
                </a:lnTo>
                <a:cubicBezTo>
                  <a:pt x="1791241" y="17913"/>
                  <a:pt x="1812399" y="-1201"/>
                  <a:pt x="1837237" y="58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5160429" y="1836181"/>
            <a:ext cx="319272" cy="146641"/>
          </a:xfrm>
          <a:custGeom>
            <a:avLst/>
            <a:gdLst/>
            <a:ahLst/>
            <a:cxnLst/>
            <a:rect l="l" t="t" r="r" b="b"/>
            <a:pathLst>
              <a:path w="3990895" h="3087182" extrusionOk="0">
                <a:moveTo>
                  <a:pt x="1740403" y="2573711"/>
                </a:moveTo>
                <a:cubicBezTo>
                  <a:pt x="1526257" y="2580937"/>
                  <a:pt x="1290256" y="2583516"/>
                  <a:pt x="1065139" y="2579843"/>
                </a:cubicBezTo>
                <a:lnTo>
                  <a:pt x="1065139" y="2871158"/>
                </a:lnTo>
                <a:lnTo>
                  <a:pt x="1740403" y="2871158"/>
                </a:lnTo>
                <a:close/>
                <a:moveTo>
                  <a:pt x="3583963" y="1148535"/>
                </a:moveTo>
                <a:cubicBezTo>
                  <a:pt x="3442121" y="1148535"/>
                  <a:pt x="3324432" y="1262284"/>
                  <a:pt x="3303071" y="1411513"/>
                </a:cubicBezTo>
                <a:lnTo>
                  <a:pt x="3604802" y="1436594"/>
                </a:lnTo>
                <a:cubicBezTo>
                  <a:pt x="3607651" y="1483680"/>
                  <a:pt x="3627953" y="1483631"/>
                  <a:pt x="3630802" y="1530717"/>
                </a:cubicBezTo>
                <a:lnTo>
                  <a:pt x="3339635" y="1623071"/>
                </a:lnTo>
                <a:cubicBezTo>
                  <a:pt x="3388511" y="1715368"/>
                  <a:pt x="3479714" y="1776813"/>
                  <a:pt x="3583963" y="1776813"/>
                </a:cubicBezTo>
                <a:cubicBezTo>
                  <a:pt x="3741685" y="1776813"/>
                  <a:pt x="3869544" y="1636168"/>
                  <a:pt x="3869544" y="1462674"/>
                </a:cubicBezTo>
                <a:cubicBezTo>
                  <a:pt x="3869544" y="1289180"/>
                  <a:pt x="3741685" y="1148535"/>
                  <a:pt x="3583963" y="1148535"/>
                </a:cubicBezTo>
                <a:close/>
                <a:moveTo>
                  <a:pt x="1942038" y="765538"/>
                </a:moveTo>
                <a:cubicBezTo>
                  <a:pt x="1858825" y="765538"/>
                  <a:pt x="1791368" y="832995"/>
                  <a:pt x="1791368" y="916208"/>
                </a:cubicBezTo>
                <a:lnTo>
                  <a:pt x="1791368" y="1175206"/>
                </a:lnTo>
                <a:lnTo>
                  <a:pt x="1596655" y="1175206"/>
                </a:lnTo>
                <a:cubicBezTo>
                  <a:pt x="1505121" y="1175206"/>
                  <a:pt x="1430918" y="1249409"/>
                  <a:pt x="1430918" y="1340943"/>
                </a:cubicBezTo>
                <a:lnTo>
                  <a:pt x="1430918" y="1369861"/>
                </a:lnTo>
                <a:cubicBezTo>
                  <a:pt x="1430918" y="1461395"/>
                  <a:pt x="1505121" y="1535598"/>
                  <a:pt x="1596655" y="1535598"/>
                </a:cubicBezTo>
                <a:lnTo>
                  <a:pt x="1791368" y="1535598"/>
                </a:lnTo>
                <a:lnTo>
                  <a:pt x="1791368" y="1768249"/>
                </a:lnTo>
                <a:cubicBezTo>
                  <a:pt x="1791368" y="1851462"/>
                  <a:pt x="1858825" y="1918919"/>
                  <a:pt x="1942038" y="1918919"/>
                </a:cubicBezTo>
                <a:lnTo>
                  <a:pt x="1968327" y="1918919"/>
                </a:lnTo>
                <a:cubicBezTo>
                  <a:pt x="2051540" y="1918919"/>
                  <a:pt x="2118997" y="1851462"/>
                  <a:pt x="2118997" y="1768249"/>
                </a:cubicBezTo>
                <a:lnTo>
                  <a:pt x="2118997" y="1535598"/>
                </a:lnTo>
                <a:lnTo>
                  <a:pt x="2313709" y="1535598"/>
                </a:lnTo>
                <a:cubicBezTo>
                  <a:pt x="2377432" y="1535598"/>
                  <a:pt x="2432756" y="1499636"/>
                  <a:pt x="2458635" y="1445923"/>
                </a:cubicBezTo>
                <a:lnTo>
                  <a:pt x="2460889" y="1424521"/>
                </a:lnTo>
                <a:lnTo>
                  <a:pt x="2465213" y="1420689"/>
                </a:lnTo>
                <a:lnTo>
                  <a:pt x="2471533" y="1306607"/>
                </a:lnTo>
                <a:cubicBezTo>
                  <a:pt x="2459663" y="1231205"/>
                  <a:pt x="2393226" y="1175206"/>
                  <a:pt x="2313709" y="1175206"/>
                </a:cubicBezTo>
                <a:lnTo>
                  <a:pt x="2118997" y="1175206"/>
                </a:lnTo>
                <a:lnTo>
                  <a:pt x="2118997" y="916208"/>
                </a:lnTo>
                <a:cubicBezTo>
                  <a:pt x="2118997" y="832995"/>
                  <a:pt x="2051540" y="765538"/>
                  <a:pt x="1968327" y="765538"/>
                </a:cubicBezTo>
                <a:close/>
                <a:moveTo>
                  <a:pt x="1226605" y="630723"/>
                </a:moveTo>
                <a:cubicBezTo>
                  <a:pt x="838390" y="598973"/>
                  <a:pt x="590161" y="1384786"/>
                  <a:pt x="585832" y="1535598"/>
                </a:cubicBezTo>
                <a:lnTo>
                  <a:pt x="1226028" y="1522898"/>
                </a:lnTo>
                <a:cubicBezTo>
                  <a:pt x="1226221" y="1225506"/>
                  <a:pt x="1226412" y="928115"/>
                  <a:pt x="1226605" y="630723"/>
                </a:cubicBezTo>
                <a:close/>
                <a:moveTo>
                  <a:pt x="1740403" y="0"/>
                </a:moveTo>
                <a:lnTo>
                  <a:pt x="1871327" y="0"/>
                </a:lnTo>
                <a:lnTo>
                  <a:pt x="1871327" y="90089"/>
                </a:lnTo>
                <a:lnTo>
                  <a:pt x="3425865" y="90089"/>
                </a:lnTo>
                <a:lnTo>
                  <a:pt x="3425865" y="270089"/>
                </a:lnTo>
                <a:lnTo>
                  <a:pt x="1871327" y="270089"/>
                </a:lnTo>
                <a:lnTo>
                  <a:pt x="1871327" y="427547"/>
                </a:lnTo>
                <a:cubicBezTo>
                  <a:pt x="2156809" y="438659"/>
                  <a:pt x="2415168" y="481953"/>
                  <a:pt x="2487431" y="551123"/>
                </a:cubicBezTo>
                <a:cubicBezTo>
                  <a:pt x="2638328" y="637553"/>
                  <a:pt x="2742817" y="987481"/>
                  <a:pt x="2780551" y="1368079"/>
                </a:cubicBezTo>
                <a:lnTo>
                  <a:pt x="3165273" y="1400059"/>
                </a:lnTo>
                <a:cubicBezTo>
                  <a:pt x="3190861" y="1176596"/>
                  <a:pt x="3364791" y="1004519"/>
                  <a:pt x="3575259" y="1004519"/>
                </a:cubicBezTo>
                <a:cubicBezTo>
                  <a:pt x="3804809" y="1004519"/>
                  <a:pt x="3990895" y="1209214"/>
                  <a:pt x="3990895" y="1461719"/>
                </a:cubicBezTo>
                <a:cubicBezTo>
                  <a:pt x="3990895" y="1714224"/>
                  <a:pt x="3804809" y="1918919"/>
                  <a:pt x="3575259" y="1918919"/>
                </a:cubicBezTo>
                <a:cubicBezTo>
                  <a:pt x="3412624" y="1918919"/>
                  <a:pt x="3271807" y="1816170"/>
                  <a:pt x="3205139" y="1665732"/>
                </a:cubicBezTo>
                <a:lnTo>
                  <a:pt x="2796520" y="1795340"/>
                </a:lnTo>
                <a:cubicBezTo>
                  <a:pt x="2783205" y="2186453"/>
                  <a:pt x="2688635" y="2514652"/>
                  <a:pt x="2490527" y="2506536"/>
                </a:cubicBezTo>
                <a:cubicBezTo>
                  <a:pt x="2438297" y="2531587"/>
                  <a:pt x="2205857" y="2554006"/>
                  <a:pt x="1904505" y="2567479"/>
                </a:cubicBezTo>
                <a:lnTo>
                  <a:pt x="1904505" y="2871158"/>
                </a:lnTo>
                <a:lnTo>
                  <a:pt x="2689643" y="2871158"/>
                </a:lnTo>
                <a:cubicBezTo>
                  <a:pt x="2749296" y="2871158"/>
                  <a:pt x="2797655" y="2919517"/>
                  <a:pt x="2797655" y="2979170"/>
                </a:cubicBezTo>
                <a:cubicBezTo>
                  <a:pt x="2797655" y="3038823"/>
                  <a:pt x="2749296" y="3087182"/>
                  <a:pt x="2689643" y="3087182"/>
                </a:cubicBezTo>
                <a:lnTo>
                  <a:pt x="457395" y="3087182"/>
                </a:lnTo>
                <a:lnTo>
                  <a:pt x="430555" y="3081994"/>
                </a:lnTo>
                <a:lnTo>
                  <a:pt x="427761" y="3087182"/>
                </a:lnTo>
                <a:lnTo>
                  <a:pt x="366119" y="3053981"/>
                </a:lnTo>
                <a:cubicBezTo>
                  <a:pt x="365594" y="3054050"/>
                  <a:pt x="365174" y="3053869"/>
                  <a:pt x="364754" y="3053685"/>
                </a:cubicBezTo>
                <a:lnTo>
                  <a:pt x="64754" y="2922467"/>
                </a:lnTo>
                <a:cubicBezTo>
                  <a:pt x="10101" y="2898562"/>
                  <a:pt x="-14826" y="2834876"/>
                  <a:pt x="9079" y="2780223"/>
                </a:cubicBezTo>
                <a:cubicBezTo>
                  <a:pt x="27008" y="2739232"/>
                  <a:pt x="67313" y="2714963"/>
                  <a:pt x="109402" y="2715476"/>
                </a:cubicBezTo>
                <a:cubicBezTo>
                  <a:pt x="123432" y="2715647"/>
                  <a:pt x="137660" y="2718571"/>
                  <a:pt x="151323" y="2724547"/>
                </a:cubicBezTo>
                <a:lnTo>
                  <a:pt x="439379" y="2850541"/>
                </a:lnTo>
                <a:lnTo>
                  <a:pt x="493513" y="2871158"/>
                </a:lnTo>
                <a:lnTo>
                  <a:pt x="921139" y="2871158"/>
                </a:lnTo>
                <a:lnTo>
                  <a:pt x="921139" y="2576699"/>
                </a:lnTo>
                <a:lnTo>
                  <a:pt x="936415" y="2576699"/>
                </a:lnTo>
                <a:cubicBezTo>
                  <a:pt x="497926" y="2565212"/>
                  <a:pt x="127915" y="2527380"/>
                  <a:pt x="86500" y="2449386"/>
                </a:cubicBezTo>
                <a:cubicBezTo>
                  <a:pt x="-44935" y="2322713"/>
                  <a:pt x="-80455" y="1751442"/>
                  <a:pt x="377076" y="1584573"/>
                </a:cubicBezTo>
                <a:cubicBezTo>
                  <a:pt x="427628" y="1274829"/>
                  <a:pt x="742960" y="651754"/>
                  <a:pt x="991911" y="524245"/>
                </a:cubicBezTo>
                <a:cubicBezTo>
                  <a:pt x="1112248" y="450334"/>
                  <a:pt x="1428043" y="418134"/>
                  <a:pt x="1740403" y="422848"/>
                </a:cubicBezTo>
                <a:lnTo>
                  <a:pt x="1740403" y="270089"/>
                </a:lnTo>
                <a:lnTo>
                  <a:pt x="185865" y="270089"/>
                </a:lnTo>
                <a:lnTo>
                  <a:pt x="185865" y="90089"/>
                </a:lnTo>
                <a:lnTo>
                  <a:pt x="1740403" y="9008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9333662" y="3422098"/>
            <a:ext cx="265184" cy="198562"/>
          </a:xfrm>
          <a:custGeom>
            <a:avLst/>
            <a:gdLst/>
            <a:ahLst/>
            <a:cxnLst/>
            <a:rect l="l" t="t" r="r" b="b"/>
            <a:pathLst>
              <a:path w="3788345" h="3782142" extrusionOk="0">
                <a:moveTo>
                  <a:pt x="3559909" y="1946081"/>
                </a:moveTo>
                <a:lnTo>
                  <a:pt x="3571003" y="1946081"/>
                </a:lnTo>
                <a:lnTo>
                  <a:pt x="3598234" y="1951628"/>
                </a:lnTo>
                <a:lnTo>
                  <a:pt x="3623952" y="1957680"/>
                </a:lnTo>
                <a:lnTo>
                  <a:pt x="3648661" y="1965244"/>
                </a:lnTo>
                <a:lnTo>
                  <a:pt x="3671858" y="1975329"/>
                </a:lnTo>
                <a:lnTo>
                  <a:pt x="3692029" y="1986927"/>
                </a:lnTo>
                <a:lnTo>
                  <a:pt x="3710183" y="2001047"/>
                </a:lnTo>
                <a:lnTo>
                  <a:pt x="3725815" y="2018192"/>
                </a:lnTo>
                <a:lnTo>
                  <a:pt x="3746995" y="2049457"/>
                </a:lnTo>
                <a:lnTo>
                  <a:pt x="3763636" y="2082739"/>
                </a:lnTo>
                <a:lnTo>
                  <a:pt x="3775234" y="2116526"/>
                </a:lnTo>
                <a:lnTo>
                  <a:pt x="3783807" y="2151321"/>
                </a:lnTo>
                <a:lnTo>
                  <a:pt x="3787337" y="2187124"/>
                </a:lnTo>
                <a:lnTo>
                  <a:pt x="3788345" y="2223936"/>
                </a:lnTo>
                <a:lnTo>
                  <a:pt x="3785320" y="2259235"/>
                </a:lnTo>
                <a:lnTo>
                  <a:pt x="3779772" y="2296047"/>
                </a:lnTo>
                <a:lnTo>
                  <a:pt x="3772713" y="2331851"/>
                </a:lnTo>
                <a:lnTo>
                  <a:pt x="3762627" y="2367654"/>
                </a:lnTo>
                <a:lnTo>
                  <a:pt x="3750525" y="2402449"/>
                </a:lnTo>
                <a:lnTo>
                  <a:pt x="3736909" y="2436235"/>
                </a:lnTo>
                <a:lnTo>
                  <a:pt x="3722285" y="2468509"/>
                </a:lnTo>
                <a:lnTo>
                  <a:pt x="3706653" y="2499774"/>
                </a:lnTo>
                <a:lnTo>
                  <a:pt x="3691020" y="2529022"/>
                </a:lnTo>
                <a:lnTo>
                  <a:pt x="3674379" y="2555748"/>
                </a:lnTo>
                <a:lnTo>
                  <a:pt x="3657234" y="2580458"/>
                </a:lnTo>
                <a:lnTo>
                  <a:pt x="3641602" y="2603150"/>
                </a:lnTo>
                <a:lnTo>
                  <a:pt x="3617396" y="2630885"/>
                </a:lnTo>
                <a:lnTo>
                  <a:pt x="3591174" y="2657612"/>
                </a:lnTo>
                <a:lnTo>
                  <a:pt x="3560918" y="2682321"/>
                </a:lnTo>
                <a:lnTo>
                  <a:pt x="3527636" y="2704005"/>
                </a:lnTo>
                <a:lnTo>
                  <a:pt x="3491832" y="2723167"/>
                </a:lnTo>
                <a:lnTo>
                  <a:pt x="3454516" y="2738800"/>
                </a:lnTo>
                <a:lnTo>
                  <a:pt x="3415183" y="2750902"/>
                </a:lnTo>
                <a:lnTo>
                  <a:pt x="3395012" y="2753424"/>
                </a:lnTo>
                <a:lnTo>
                  <a:pt x="3373832" y="2754432"/>
                </a:lnTo>
                <a:lnTo>
                  <a:pt x="3352653" y="2754432"/>
                </a:lnTo>
                <a:lnTo>
                  <a:pt x="3329960" y="2752919"/>
                </a:lnTo>
                <a:lnTo>
                  <a:pt x="3307772" y="2751911"/>
                </a:lnTo>
                <a:lnTo>
                  <a:pt x="3284576" y="2750902"/>
                </a:lnTo>
                <a:lnTo>
                  <a:pt x="3263900" y="2751911"/>
                </a:lnTo>
                <a:lnTo>
                  <a:pt x="3242721" y="2754432"/>
                </a:lnTo>
                <a:lnTo>
                  <a:pt x="3223559" y="2759979"/>
                </a:lnTo>
                <a:lnTo>
                  <a:pt x="3204900" y="2768552"/>
                </a:lnTo>
                <a:lnTo>
                  <a:pt x="3189268" y="2781159"/>
                </a:lnTo>
                <a:lnTo>
                  <a:pt x="3172123" y="2800321"/>
                </a:lnTo>
                <a:lnTo>
                  <a:pt x="3156490" y="2823518"/>
                </a:lnTo>
                <a:lnTo>
                  <a:pt x="3142875" y="2847219"/>
                </a:lnTo>
                <a:lnTo>
                  <a:pt x="3129764" y="2870919"/>
                </a:lnTo>
                <a:lnTo>
                  <a:pt x="3117157" y="2895629"/>
                </a:lnTo>
                <a:lnTo>
                  <a:pt x="3097994" y="2927902"/>
                </a:lnTo>
                <a:lnTo>
                  <a:pt x="3078328" y="2961689"/>
                </a:lnTo>
                <a:lnTo>
                  <a:pt x="3058157" y="2995475"/>
                </a:lnTo>
                <a:lnTo>
                  <a:pt x="3037482" y="3028757"/>
                </a:lnTo>
                <a:lnTo>
                  <a:pt x="3015294" y="3061535"/>
                </a:lnTo>
                <a:lnTo>
                  <a:pt x="2991593" y="3092800"/>
                </a:lnTo>
                <a:lnTo>
                  <a:pt x="2966883" y="3122048"/>
                </a:lnTo>
                <a:lnTo>
                  <a:pt x="2940157" y="3147766"/>
                </a:lnTo>
                <a:lnTo>
                  <a:pt x="2910909" y="3169954"/>
                </a:lnTo>
                <a:lnTo>
                  <a:pt x="2867541" y="3196680"/>
                </a:lnTo>
                <a:lnTo>
                  <a:pt x="2820140" y="3221390"/>
                </a:lnTo>
                <a:lnTo>
                  <a:pt x="2768704" y="3241561"/>
                </a:lnTo>
                <a:lnTo>
                  <a:pt x="2715251" y="3257193"/>
                </a:lnTo>
                <a:lnTo>
                  <a:pt x="2688020" y="3261732"/>
                </a:lnTo>
                <a:lnTo>
                  <a:pt x="2659276" y="3266270"/>
                </a:lnTo>
                <a:lnTo>
                  <a:pt x="2630028" y="3268791"/>
                </a:lnTo>
                <a:lnTo>
                  <a:pt x="2600781" y="3272826"/>
                </a:lnTo>
                <a:lnTo>
                  <a:pt x="2572541" y="3276356"/>
                </a:lnTo>
                <a:lnTo>
                  <a:pt x="2544806" y="3280894"/>
                </a:lnTo>
                <a:lnTo>
                  <a:pt x="2518080" y="3287450"/>
                </a:lnTo>
                <a:lnTo>
                  <a:pt x="2493370" y="3295518"/>
                </a:lnTo>
                <a:lnTo>
                  <a:pt x="2470678" y="3306612"/>
                </a:lnTo>
                <a:lnTo>
                  <a:pt x="2451516" y="3321236"/>
                </a:lnTo>
                <a:lnTo>
                  <a:pt x="2434875" y="3339390"/>
                </a:lnTo>
                <a:lnTo>
                  <a:pt x="2421259" y="3359561"/>
                </a:lnTo>
                <a:lnTo>
                  <a:pt x="2411174" y="3382757"/>
                </a:lnTo>
                <a:lnTo>
                  <a:pt x="2402097" y="3407467"/>
                </a:lnTo>
                <a:lnTo>
                  <a:pt x="2394533" y="3433185"/>
                </a:lnTo>
                <a:lnTo>
                  <a:pt x="2386464" y="3460416"/>
                </a:lnTo>
                <a:lnTo>
                  <a:pt x="2377892" y="3489159"/>
                </a:lnTo>
                <a:lnTo>
                  <a:pt x="2370832" y="3517398"/>
                </a:lnTo>
                <a:lnTo>
                  <a:pt x="2362259" y="3545638"/>
                </a:lnTo>
                <a:lnTo>
                  <a:pt x="2354191" y="3574381"/>
                </a:lnTo>
                <a:lnTo>
                  <a:pt x="2344105" y="3602621"/>
                </a:lnTo>
                <a:lnTo>
                  <a:pt x="2334020" y="3630356"/>
                </a:lnTo>
                <a:lnTo>
                  <a:pt x="2322926" y="3656074"/>
                </a:lnTo>
                <a:lnTo>
                  <a:pt x="2310319" y="3680783"/>
                </a:lnTo>
                <a:lnTo>
                  <a:pt x="2295695" y="3702467"/>
                </a:lnTo>
                <a:lnTo>
                  <a:pt x="2279054" y="3723646"/>
                </a:lnTo>
                <a:lnTo>
                  <a:pt x="2259892" y="3741800"/>
                </a:lnTo>
                <a:lnTo>
                  <a:pt x="2238712" y="3756929"/>
                </a:lnTo>
                <a:lnTo>
                  <a:pt x="2215011" y="3769535"/>
                </a:lnTo>
                <a:lnTo>
                  <a:pt x="2190806" y="3777099"/>
                </a:lnTo>
                <a:lnTo>
                  <a:pt x="2165088" y="3780629"/>
                </a:lnTo>
                <a:lnTo>
                  <a:pt x="2138866" y="3782142"/>
                </a:lnTo>
                <a:lnTo>
                  <a:pt x="2111131" y="3781638"/>
                </a:lnTo>
                <a:lnTo>
                  <a:pt x="2082892" y="3779621"/>
                </a:lnTo>
                <a:lnTo>
                  <a:pt x="2054148" y="3776091"/>
                </a:lnTo>
                <a:lnTo>
                  <a:pt x="2025909" y="3772057"/>
                </a:lnTo>
                <a:lnTo>
                  <a:pt x="1997669" y="3768527"/>
                </a:lnTo>
                <a:lnTo>
                  <a:pt x="1970943" y="3766005"/>
                </a:lnTo>
                <a:lnTo>
                  <a:pt x="1944216" y="3764997"/>
                </a:lnTo>
                <a:lnTo>
                  <a:pt x="1947242" y="3756929"/>
                </a:lnTo>
                <a:lnTo>
                  <a:pt x="1975481" y="3756929"/>
                </a:lnTo>
                <a:lnTo>
                  <a:pt x="2005738" y="3756929"/>
                </a:lnTo>
                <a:lnTo>
                  <a:pt x="2037003" y="3755920"/>
                </a:lnTo>
                <a:lnTo>
                  <a:pt x="2067259" y="3753903"/>
                </a:lnTo>
                <a:lnTo>
                  <a:pt x="2097515" y="3751382"/>
                </a:lnTo>
                <a:lnTo>
                  <a:pt x="2125755" y="3747347"/>
                </a:lnTo>
                <a:lnTo>
                  <a:pt x="2152481" y="3741800"/>
                </a:lnTo>
                <a:lnTo>
                  <a:pt x="2177191" y="3733732"/>
                </a:lnTo>
                <a:lnTo>
                  <a:pt x="2199379" y="3724655"/>
                </a:lnTo>
                <a:lnTo>
                  <a:pt x="2216524" y="3712552"/>
                </a:lnTo>
                <a:lnTo>
                  <a:pt x="2230644" y="3697928"/>
                </a:lnTo>
                <a:lnTo>
                  <a:pt x="2242242" y="3680783"/>
                </a:lnTo>
                <a:lnTo>
                  <a:pt x="2253336" y="3658595"/>
                </a:lnTo>
                <a:lnTo>
                  <a:pt x="2262413" y="3633886"/>
                </a:lnTo>
                <a:lnTo>
                  <a:pt x="2270986" y="3605646"/>
                </a:lnTo>
                <a:lnTo>
                  <a:pt x="2278045" y="3575894"/>
                </a:lnTo>
                <a:lnTo>
                  <a:pt x="2284601" y="3545134"/>
                </a:lnTo>
                <a:lnTo>
                  <a:pt x="2291157" y="3512860"/>
                </a:lnTo>
                <a:lnTo>
                  <a:pt x="2297208" y="3479578"/>
                </a:lnTo>
                <a:lnTo>
                  <a:pt x="2303763" y="3447809"/>
                </a:lnTo>
                <a:lnTo>
                  <a:pt x="2310319" y="3414527"/>
                </a:lnTo>
                <a:lnTo>
                  <a:pt x="2317379" y="3383766"/>
                </a:lnTo>
                <a:lnTo>
                  <a:pt x="2324943" y="3353509"/>
                </a:lnTo>
                <a:lnTo>
                  <a:pt x="2333011" y="3325774"/>
                </a:lnTo>
                <a:lnTo>
                  <a:pt x="2343097" y="3300056"/>
                </a:lnTo>
                <a:lnTo>
                  <a:pt x="2354191" y="3277868"/>
                </a:lnTo>
                <a:lnTo>
                  <a:pt x="2366293" y="3258706"/>
                </a:lnTo>
                <a:lnTo>
                  <a:pt x="2385456" y="3238535"/>
                </a:lnTo>
                <a:lnTo>
                  <a:pt x="2406635" y="3221390"/>
                </a:lnTo>
                <a:lnTo>
                  <a:pt x="2430336" y="3206766"/>
                </a:lnTo>
                <a:lnTo>
                  <a:pt x="2456054" y="3193655"/>
                </a:lnTo>
                <a:lnTo>
                  <a:pt x="2483285" y="3183569"/>
                </a:lnTo>
                <a:lnTo>
                  <a:pt x="2512028" y="3174492"/>
                </a:lnTo>
                <a:lnTo>
                  <a:pt x="2542285" y="3166928"/>
                </a:lnTo>
                <a:lnTo>
                  <a:pt x="2573550" y="3159868"/>
                </a:lnTo>
                <a:lnTo>
                  <a:pt x="2604311" y="3152304"/>
                </a:lnTo>
                <a:lnTo>
                  <a:pt x="2635575" y="3146253"/>
                </a:lnTo>
                <a:lnTo>
                  <a:pt x="2667849" y="3138689"/>
                </a:lnTo>
                <a:lnTo>
                  <a:pt x="2699114" y="3130620"/>
                </a:lnTo>
                <a:lnTo>
                  <a:pt x="2729370" y="3121543"/>
                </a:lnTo>
                <a:lnTo>
                  <a:pt x="2758618" y="3111458"/>
                </a:lnTo>
                <a:lnTo>
                  <a:pt x="2786858" y="3098347"/>
                </a:lnTo>
                <a:lnTo>
                  <a:pt x="2813584" y="3083723"/>
                </a:lnTo>
                <a:lnTo>
                  <a:pt x="2838294" y="3065569"/>
                </a:lnTo>
                <a:lnTo>
                  <a:pt x="2860482" y="3045398"/>
                </a:lnTo>
                <a:lnTo>
                  <a:pt x="2880653" y="3020689"/>
                </a:lnTo>
                <a:lnTo>
                  <a:pt x="2906370" y="2980851"/>
                </a:lnTo>
                <a:lnTo>
                  <a:pt x="2929063" y="2938996"/>
                </a:lnTo>
                <a:lnTo>
                  <a:pt x="2950242" y="2894620"/>
                </a:lnTo>
                <a:lnTo>
                  <a:pt x="2970413" y="2849236"/>
                </a:lnTo>
                <a:lnTo>
                  <a:pt x="2988567" y="2803347"/>
                </a:lnTo>
                <a:lnTo>
                  <a:pt x="3007225" y="2756449"/>
                </a:lnTo>
                <a:lnTo>
                  <a:pt x="3026388" y="2709552"/>
                </a:lnTo>
                <a:lnTo>
                  <a:pt x="3032439" y="2692911"/>
                </a:lnTo>
                <a:lnTo>
                  <a:pt x="3041012" y="2673748"/>
                </a:lnTo>
                <a:lnTo>
                  <a:pt x="3048071" y="2652569"/>
                </a:lnTo>
                <a:lnTo>
                  <a:pt x="3053618" y="2629877"/>
                </a:lnTo>
                <a:lnTo>
                  <a:pt x="3055635" y="2606176"/>
                </a:lnTo>
                <a:lnTo>
                  <a:pt x="3053618" y="2582979"/>
                </a:lnTo>
                <a:lnTo>
                  <a:pt x="3052106" y="2576928"/>
                </a:lnTo>
                <a:lnTo>
                  <a:pt x="3048071" y="2566842"/>
                </a:lnTo>
                <a:lnTo>
                  <a:pt x="3042524" y="2553731"/>
                </a:lnTo>
                <a:lnTo>
                  <a:pt x="3036473" y="2537090"/>
                </a:lnTo>
                <a:lnTo>
                  <a:pt x="3028909" y="2517928"/>
                </a:lnTo>
                <a:lnTo>
                  <a:pt x="3022353" y="2494227"/>
                </a:lnTo>
                <a:lnTo>
                  <a:pt x="3017815" y="2467500"/>
                </a:lnTo>
                <a:lnTo>
                  <a:pt x="3013276" y="2438252"/>
                </a:lnTo>
                <a:lnTo>
                  <a:pt x="3014285" y="2441782"/>
                </a:lnTo>
                <a:lnTo>
                  <a:pt x="3015294" y="2441782"/>
                </a:lnTo>
                <a:lnTo>
                  <a:pt x="3015294" y="2437244"/>
                </a:lnTo>
                <a:lnTo>
                  <a:pt x="3015294" y="2430184"/>
                </a:lnTo>
                <a:lnTo>
                  <a:pt x="3016302" y="2419090"/>
                </a:lnTo>
                <a:lnTo>
                  <a:pt x="3017311" y="2404466"/>
                </a:lnTo>
                <a:lnTo>
                  <a:pt x="3018823" y="2387825"/>
                </a:lnTo>
                <a:lnTo>
                  <a:pt x="3021849" y="2368663"/>
                </a:lnTo>
                <a:lnTo>
                  <a:pt x="3026388" y="2346475"/>
                </a:lnTo>
                <a:lnTo>
                  <a:pt x="3032439" y="2323782"/>
                </a:lnTo>
                <a:lnTo>
                  <a:pt x="3040003" y="2299073"/>
                </a:lnTo>
                <a:lnTo>
                  <a:pt x="3050088" y="2272346"/>
                </a:lnTo>
                <a:lnTo>
                  <a:pt x="3062191" y="2244611"/>
                </a:lnTo>
                <a:lnTo>
                  <a:pt x="3076815" y="2217381"/>
                </a:lnTo>
                <a:lnTo>
                  <a:pt x="3093960" y="2188637"/>
                </a:lnTo>
                <a:lnTo>
                  <a:pt x="3114131" y="2160398"/>
                </a:lnTo>
                <a:lnTo>
                  <a:pt x="3138336" y="2132158"/>
                </a:lnTo>
                <a:lnTo>
                  <a:pt x="3165567" y="2104423"/>
                </a:lnTo>
                <a:lnTo>
                  <a:pt x="3195824" y="2077192"/>
                </a:lnTo>
                <a:lnTo>
                  <a:pt x="3231627" y="2051474"/>
                </a:lnTo>
                <a:lnTo>
                  <a:pt x="3269952" y="2026765"/>
                </a:lnTo>
                <a:lnTo>
                  <a:pt x="3314328" y="2003568"/>
                </a:lnTo>
                <a:lnTo>
                  <a:pt x="3426781" y="1959697"/>
                </a:lnTo>
                <a:lnTo>
                  <a:pt x="3438883" y="1957680"/>
                </a:lnTo>
                <a:lnTo>
                  <a:pt x="3453507" y="1956167"/>
                </a:lnTo>
                <a:lnTo>
                  <a:pt x="3471157" y="1954150"/>
                </a:lnTo>
                <a:lnTo>
                  <a:pt x="3490319" y="1951628"/>
                </a:lnTo>
                <a:lnTo>
                  <a:pt x="3509482" y="1949611"/>
                </a:lnTo>
                <a:lnTo>
                  <a:pt x="3528644" y="1947594"/>
                </a:lnTo>
                <a:lnTo>
                  <a:pt x="3546294" y="1946586"/>
                </a:lnTo>
                <a:close/>
                <a:moveTo>
                  <a:pt x="3271797" y="76200"/>
                </a:moveTo>
                <a:lnTo>
                  <a:pt x="3292421" y="76200"/>
                </a:lnTo>
                <a:lnTo>
                  <a:pt x="3343044" y="86512"/>
                </a:lnTo>
                <a:lnTo>
                  <a:pt x="3390855" y="97762"/>
                </a:lnTo>
                <a:lnTo>
                  <a:pt x="3436791" y="111824"/>
                </a:lnTo>
                <a:lnTo>
                  <a:pt x="3479914" y="130573"/>
                </a:lnTo>
                <a:lnTo>
                  <a:pt x="3517412" y="152135"/>
                </a:lnTo>
                <a:lnTo>
                  <a:pt x="3551161" y="178384"/>
                </a:lnTo>
                <a:lnTo>
                  <a:pt x="3580223" y="210257"/>
                </a:lnTo>
                <a:lnTo>
                  <a:pt x="3619596" y="268380"/>
                </a:lnTo>
                <a:lnTo>
                  <a:pt x="3650532" y="330253"/>
                </a:lnTo>
                <a:lnTo>
                  <a:pt x="3672094" y="393063"/>
                </a:lnTo>
                <a:lnTo>
                  <a:pt x="3688031" y="457748"/>
                </a:lnTo>
                <a:lnTo>
                  <a:pt x="3694593" y="524308"/>
                </a:lnTo>
                <a:lnTo>
                  <a:pt x="3696468" y="592743"/>
                </a:lnTo>
                <a:lnTo>
                  <a:pt x="3690843" y="658365"/>
                </a:lnTo>
                <a:lnTo>
                  <a:pt x="3680531" y="726800"/>
                </a:lnTo>
                <a:lnTo>
                  <a:pt x="3667407" y="793360"/>
                </a:lnTo>
                <a:lnTo>
                  <a:pt x="3648657" y="859920"/>
                </a:lnTo>
                <a:lnTo>
                  <a:pt x="3626158" y="924605"/>
                </a:lnTo>
                <a:lnTo>
                  <a:pt x="3600847" y="987415"/>
                </a:lnTo>
                <a:lnTo>
                  <a:pt x="3573660" y="1047413"/>
                </a:lnTo>
                <a:lnTo>
                  <a:pt x="3544599" y="1105535"/>
                </a:lnTo>
                <a:lnTo>
                  <a:pt x="3515538" y="1159908"/>
                </a:lnTo>
                <a:lnTo>
                  <a:pt x="3484601" y="1209594"/>
                </a:lnTo>
                <a:lnTo>
                  <a:pt x="3452727" y="1255530"/>
                </a:lnTo>
                <a:lnTo>
                  <a:pt x="3423666" y="1297716"/>
                </a:lnTo>
                <a:lnTo>
                  <a:pt x="3378668" y="1349276"/>
                </a:lnTo>
                <a:lnTo>
                  <a:pt x="3329920" y="1398962"/>
                </a:lnTo>
                <a:lnTo>
                  <a:pt x="3273672" y="1444897"/>
                </a:lnTo>
                <a:lnTo>
                  <a:pt x="3211799" y="1485208"/>
                </a:lnTo>
                <a:lnTo>
                  <a:pt x="3145239" y="1520832"/>
                </a:lnTo>
                <a:lnTo>
                  <a:pt x="3075867" y="1549893"/>
                </a:lnTo>
                <a:lnTo>
                  <a:pt x="3002745" y="1572393"/>
                </a:lnTo>
                <a:lnTo>
                  <a:pt x="2965246" y="1577080"/>
                </a:lnTo>
                <a:lnTo>
                  <a:pt x="2925873" y="1578955"/>
                </a:lnTo>
                <a:lnTo>
                  <a:pt x="2886499" y="1578955"/>
                </a:lnTo>
                <a:lnTo>
                  <a:pt x="2844313" y="1576142"/>
                </a:lnTo>
                <a:lnTo>
                  <a:pt x="2803065" y="1574267"/>
                </a:lnTo>
                <a:lnTo>
                  <a:pt x="2759942" y="1572393"/>
                </a:lnTo>
                <a:lnTo>
                  <a:pt x="2721506" y="1574267"/>
                </a:lnTo>
                <a:lnTo>
                  <a:pt x="2682132" y="1578955"/>
                </a:lnTo>
                <a:lnTo>
                  <a:pt x="2646509" y="1589267"/>
                </a:lnTo>
                <a:lnTo>
                  <a:pt x="2611822" y="1605204"/>
                </a:lnTo>
                <a:lnTo>
                  <a:pt x="2582761" y="1628640"/>
                </a:lnTo>
                <a:lnTo>
                  <a:pt x="2550887" y="1664264"/>
                </a:lnTo>
                <a:lnTo>
                  <a:pt x="2521826" y="1707387"/>
                </a:lnTo>
                <a:lnTo>
                  <a:pt x="2496514" y="1751448"/>
                </a:lnTo>
                <a:lnTo>
                  <a:pt x="2472140" y="1795509"/>
                </a:lnTo>
                <a:lnTo>
                  <a:pt x="2448704" y="1841445"/>
                </a:lnTo>
                <a:lnTo>
                  <a:pt x="2413080" y="1901442"/>
                </a:lnTo>
                <a:lnTo>
                  <a:pt x="2376519" y="1964252"/>
                </a:lnTo>
                <a:lnTo>
                  <a:pt x="2339021" y="2027062"/>
                </a:lnTo>
                <a:lnTo>
                  <a:pt x="2300585" y="2088935"/>
                </a:lnTo>
                <a:lnTo>
                  <a:pt x="2259336" y="2149870"/>
                </a:lnTo>
                <a:lnTo>
                  <a:pt x="2215275" y="2207993"/>
                </a:lnTo>
                <a:lnTo>
                  <a:pt x="2169340" y="2262366"/>
                </a:lnTo>
                <a:lnTo>
                  <a:pt x="2119654" y="2310177"/>
                </a:lnTo>
                <a:lnTo>
                  <a:pt x="2065281" y="2351425"/>
                </a:lnTo>
                <a:lnTo>
                  <a:pt x="1984659" y="2401111"/>
                </a:lnTo>
                <a:lnTo>
                  <a:pt x="1896538" y="2447046"/>
                </a:lnTo>
                <a:lnTo>
                  <a:pt x="1800916" y="2484545"/>
                </a:lnTo>
                <a:lnTo>
                  <a:pt x="1701545" y="2513606"/>
                </a:lnTo>
                <a:lnTo>
                  <a:pt x="1650922" y="2522043"/>
                </a:lnTo>
                <a:lnTo>
                  <a:pt x="1597487" y="2530481"/>
                </a:lnTo>
                <a:lnTo>
                  <a:pt x="1543114" y="2535168"/>
                </a:lnTo>
                <a:lnTo>
                  <a:pt x="1488741" y="2542668"/>
                </a:lnTo>
                <a:lnTo>
                  <a:pt x="1436243" y="2549230"/>
                </a:lnTo>
                <a:lnTo>
                  <a:pt x="1384683" y="2557667"/>
                </a:lnTo>
                <a:lnTo>
                  <a:pt x="1334997" y="2569854"/>
                </a:lnTo>
                <a:lnTo>
                  <a:pt x="1289061" y="2584853"/>
                </a:lnTo>
                <a:lnTo>
                  <a:pt x="1246875" y="2605478"/>
                </a:lnTo>
                <a:lnTo>
                  <a:pt x="1211252" y="2632664"/>
                </a:lnTo>
                <a:lnTo>
                  <a:pt x="1180315" y="2666413"/>
                </a:lnTo>
                <a:lnTo>
                  <a:pt x="1155004" y="2703911"/>
                </a:lnTo>
                <a:lnTo>
                  <a:pt x="1136255" y="2747035"/>
                </a:lnTo>
                <a:lnTo>
                  <a:pt x="1119380" y="2792970"/>
                </a:lnTo>
                <a:lnTo>
                  <a:pt x="1105318" y="2840781"/>
                </a:lnTo>
                <a:lnTo>
                  <a:pt x="1090319" y="2891404"/>
                </a:lnTo>
                <a:lnTo>
                  <a:pt x="1074382" y="2944840"/>
                </a:lnTo>
                <a:lnTo>
                  <a:pt x="1061257" y="2997338"/>
                </a:lnTo>
                <a:lnTo>
                  <a:pt x="1045321" y="3049836"/>
                </a:lnTo>
                <a:lnTo>
                  <a:pt x="1030321" y="3103271"/>
                </a:lnTo>
                <a:lnTo>
                  <a:pt x="1011572" y="3155769"/>
                </a:lnTo>
                <a:lnTo>
                  <a:pt x="992823" y="3207329"/>
                </a:lnTo>
                <a:lnTo>
                  <a:pt x="972198" y="3255140"/>
                </a:lnTo>
                <a:lnTo>
                  <a:pt x="948762" y="3301076"/>
                </a:lnTo>
                <a:lnTo>
                  <a:pt x="921575" y="3341387"/>
                </a:lnTo>
                <a:lnTo>
                  <a:pt x="890639" y="3380760"/>
                </a:lnTo>
                <a:lnTo>
                  <a:pt x="855015" y="3414509"/>
                </a:lnTo>
                <a:lnTo>
                  <a:pt x="815642" y="3442633"/>
                </a:lnTo>
                <a:lnTo>
                  <a:pt x="771581" y="3466069"/>
                </a:lnTo>
                <a:lnTo>
                  <a:pt x="726583" y="3480131"/>
                </a:lnTo>
                <a:lnTo>
                  <a:pt x="678772" y="3486694"/>
                </a:lnTo>
                <a:lnTo>
                  <a:pt x="630024" y="3489506"/>
                </a:lnTo>
                <a:lnTo>
                  <a:pt x="578464" y="3488569"/>
                </a:lnTo>
                <a:lnTo>
                  <a:pt x="525966" y="3484819"/>
                </a:lnTo>
                <a:lnTo>
                  <a:pt x="472530" y="3478256"/>
                </a:lnTo>
                <a:lnTo>
                  <a:pt x="420032" y="3470757"/>
                </a:lnTo>
                <a:lnTo>
                  <a:pt x="367534" y="3464195"/>
                </a:lnTo>
                <a:lnTo>
                  <a:pt x="317849" y="3459507"/>
                </a:lnTo>
                <a:lnTo>
                  <a:pt x="268163" y="3457632"/>
                </a:lnTo>
                <a:lnTo>
                  <a:pt x="273788" y="3442633"/>
                </a:lnTo>
                <a:lnTo>
                  <a:pt x="326286" y="3442633"/>
                </a:lnTo>
                <a:lnTo>
                  <a:pt x="382534" y="3442633"/>
                </a:lnTo>
                <a:lnTo>
                  <a:pt x="440656" y="3440758"/>
                </a:lnTo>
                <a:lnTo>
                  <a:pt x="496904" y="3437008"/>
                </a:lnTo>
                <a:lnTo>
                  <a:pt x="553152" y="3432321"/>
                </a:lnTo>
                <a:lnTo>
                  <a:pt x="605650" y="3424821"/>
                </a:lnTo>
                <a:lnTo>
                  <a:pt x="655336" y="3414509"/>
                </a:lnTo>
                <a:lnTo>
                  <a:pt x="701271" y="3399510"/>
                </a:lnTo>
                <a:lnTo>
                  <a:pt x="742520" y="3382635"/>
                </a:lnTo>
                <a:lnTo>
                  <a:pt x="774394" y="3360136"/>
                </a:lnTo>
                <a:lnTo>
                  <a:pt x="800643" y="3332950"/>
                </a:lnTo>
                <a:lnTo>
                  <a:pt x="822204" y="3301076"/>
                </a:lnTo>
                <a:lnTo>
                  <a:pt x="842828" y="3259827"/>
                </a:lnTo>
                <a:lnTo>
                  <a:pt x="859703" y="3213892"/>
                </a:lnTo>
                <a:lnTo>
                  <a:pt x="875640" y="3161394"/>
                </a:lnTo>
                <a:lnTo>
                  <a:pt x="888764" y="3106083"/>
                </a:lnTo>
                <a:lnTo>
                  <a:pt x="900951" y="3048898"/>
                </a:lnTo>
                <a:lnTo>
                  <a:pt x="913138" y="2988900"/>
                </a:lnTo>
                <a:lnTo>
                  <a:pt x="924388" y="2927028"/>
                </a:lnTo>
                <a:lnTo>
                  <a:pt x="936575" y="2867968"/>
                </a:lnTo>
                <a:lnTo>
                  <a:pt x="948762" y="2806095"/>
                </a:lnTo>
                <a:lnTo>
                  <a:pt x="961886" y="2748910"/>
                </a:lnTo>
                <a:lnTo>
                  <a:pt x="975948" y="2692662"/>
                </a:lnTo>
                <a:lnTo>
                  <a:pt x="990948" y="2641101"/>
                </a:lnTo>
                <a:lnTo>
                  <a:pt x="1009697" y="2593291"/>
                </a:lnTo>
                <a:lnTo>
                  <a:pt x="1030321" y="2552042"/>
                </a:lnTo>
                <a:lnTo>
                  <a:pt x="1052820" y="2516419"/>
                </a:lnTo>
                <a:lnTo>
                  <a:pt x="1088444" y="2478920"/>
                </a:lnTo>
                <a:lnTo>
                  <a:pt x="1127817" y="2447046"/>
                </a:lnTo>
                <a:lnTo>
                  <a:pt x="1171878" y="2419860"/>
                </a:lnTo>
                <a:lnTo>
                  <a:pt x="1219689" y="2395486"/>
                </a:lnTo>
                <a:lnTo>
                  <a:pt x="1270312" y="2376736"/>
                </a:lnTo>
                <a:lnTo>
                  <a:pt x="1323747" y="2359862"/>
                </a:lnTo>
                <a:lnTo>
                  <a:pt x="1379995" y="2345800"/>
                </a:lnTo>
                <a:lnTo>
                  <a:pt x="1438118" y="2332676"/>
                </a:lnTo>
                <a:lnTo>
                  <a:pt x="1495303" y="2318614"/>
                </a:lnTo>
                <a:lnTo>
                  <a:pt x="1553426" y="2307364"/>
                </a:lnTo>
                <a:lnTo>
                  <a:pt x="1613424" y="2293302"/>
                </a:lnTo>
                <a:lnTo>
                  <a:pt x="1671546" y="2278303"/>
                </a:lnTo>
                <a:lnTo>
                  <a:pt x="1727794" y="2261428"/>
                </a:lnTo>
                <a:lnTo>
                  <a:pt x="1782167" y="2242679"/>
                </a:lnTo>
                <a:lnTo>
                  <a:pt x="1834665" y="2218305"/>
                </a:lnTo>
                <a:lnTo>
                  <a:pt x="1884351" y="2191119"/>
                </a:lnTo>
                <a:lnTo>
                  <a:pt x="1930286" y="2157370"/>
                </a:lnTo>
                <a:lnTo>
                  <a:pt x="1971535" y="2119871"/>
                </a:lnTo>
                <a:lnTo>
                  <a:pt x="2009033" y="2073936"/>
                </a:lnTo>
                <a:lnTo>
                  <a:pt x="2056844" y="1999876"/>
                </a:lnTo>
                <a:lnTo>
                  <a:pt x="2099030" y="1922067"/>
                </a:lnTo>
                <a:lnTo>
                  <a:pt x="2138403" y="1839570"/>
                </a:lnTo>
                <a:lnTo>
                  <a:pt x="2175902" y="1755198"/>
                </a:lnTo>
                <a:lnTo>
                  <a:pt x="2209651" y="1669889"/>
                </a:lnTo>
                <a:lnTo>
                  <a:pt x="2244337" y="1582705"/>
                </a:lnTo>
                <a:lnTo>
                  <a:pt x="2279960" y="1495520"/>
                </a:lnTo>
                <a:lnTo>
                  <a:pt x="2291210" y="1464584"/>
                </a:lnTo>
                <a:lnTo>
                  <a:pt x="2307147" y="1428961"/>
                </a:lnTo>
                <a:lnTo>
                  <a:pt x="2320271" y="1389587"/>
                </a:lnTo>
                <a:lnTo>
                  <a:pt x="2330583" y="1347401"/>
                </a:lnTo>
                <a:lnTo>
                  <a:pt x="2334333" y="1303340"/>
                </a:lnTo>
                <a:lnTo>
                  <a:pt x="2330583" y="1260217"/>
                </a:lnTo>
                <a:lnTo>
                  <a:pt x="2327771" y="1248967"/>
                </a:lnTo>
                <a:lnTo>
                  <a:pt x="2320271" y="1230218"/>
                </a:lnTo>
                <a:lnTo>
                  <a:pt x="2309959" y="1205844"/>
                </a:lnTo>
                <a:lnTo>
                  <a:pt x="2298710" y="1174908"/>
                </a:lnTo>
                <a:lnTo>
                  <a:pt x="2284648" y="1139284"/>
                </a:lnTo>
                <a:lnTo>
                  <a:pt x="2272461" y="1095223"/>
                </a:lnTo>
                <a:lnTo>
                  <a:pt x="2264024" y="1045538"/>
                </a:lnTo>
                <a:lnTo>
                  <a:pt x="2255586" y="991165"/>
                </a:lnTo>
                <a:lnTo>
                  <a:pt x="2257461" y="997727"/>
                </a:lnTo>
                <a:lnTo>
                  <a:pt x="2259336" y="997727"/>
                </a:lnTo>
                <a:lnTo>
                  <a:pt x="2259336" y="989290"/>
                </a:lnTo>
                <a:lnTo>
                  <a:pt x="2259336" y="976165"/>
                </a:lnTo>
                <a:lnTo>
                  <a:pt x="2261211" y="955541"/>
                </a:lnTo>
                <a:lnTo>
                  <a:pt x="2263086" y="928355"/>
                </a:lnTo>
                <a:lnTo>
                  <a:pt x="2265898" y="897419"/>
                </a:lnTo>
                <a:lnTo>
                  <a:pt x="2271523" y="861795"/>
                </a:lnTo>
                <a:lnTo>
                  <a:pt x="2279960" y="820546"/>
                </a:lnTo>
                <a:lnTo>
                  <a:pt x="2291210" y="778361"/>
                </a:lnTo>
                <a:lnTo>
                  <a:pt x="2305272" y="732425"/>
                </a:lnTo>
                <a:lnTo>
                  <a:pt x="2324021" y="682739"/>
                </a:lnTo>
                <a:lnTo>
                  <a:pt x="2346520" y="631179"/>
                </a:lnTo>
                <a:lnTo>
                  <a:pt x="2373707" y="580556"/>
                </a:lnTo>
                <a:lnTo>
                  <a:pt x="2405580" y="527120"/>
                </a:lnTo>
                <a:lnTo>
                  <a:pt x="2443079" y="474622"/>
                </a:lnTo>
                <a:lnTo>
                  <a:pt x="2488077" y="422124"/>
                </a:lnTo>
                <a:lnTo>
                  <a:pt x="2538700" y="370564"/>
                </a:lnTo>
                <a:lnTo>
                  <a:pt x="2594948" y="319941"/>
                </a:lnTo>
                <a:lnTo>
                  <a:pt x="2661508" y="272130"/>
                </a:lnTo>
                <a:lnTo>
                  <a:pt x="2732755" y="226194"/>
                </a:lnTo>
                <a:lnTo>
                  <a:pt x="2815252" y="183071"/>
                </a:lnTo>
                <a:lnTo>
                  <a:pt x="3024307" y="101512"/>
                </a:lnTo>
                <a:lnTo>
                  <a:pt x="3046806" y="97762"/>
                </a:lnTo>
                <a:lnTo>
                  <a:pt x="3073992" y="94949"/>
                </a:lnTo>
                <a:lnTo>
                  <a:pt x="3106803" y="91200"/>
                </a:lnTo>
                <a:lnTo>
                  <a:pt x="3142427" y="86512"/>
                </a:lnTo>
                <a:lnTo>
                  <a:pt x="3178051" y="82762"/>
                </a:lnTo>
                <a:lnTo>
                  <a:pt x="3213674" y="79013"/>
                </a:lnTo>
                <a:lnTo>
                  <a:pt x="3246485" y="77138"/>
                </a:lnTo>
                <a:close/>
                <a:moveTo>
                  <a:pt x="1863056" y="0"/>
                </a:moveTo>
                <a:lnTo>
                  <a:pt x="1875848" y="0"/>
                </a:lnTo>
                <a:lnTo>
                  <a:pt x="1907248" y="6396"/>
                </a:lnTo>
                <a:lnTo>
                  <a:pt x="1936903" y="13374"/>
                </a:lnTo>
                <a:lnTo>
                  <a:pt x="1965396" y="22096"/>
                </a:lnTo>
                <a:lnTo>
                  <a:pt x="1992144" y="33726"/>
                </a:lnTo>
                <a:lnTo>
                  <a:pt x="2015403" y="47100"/>
                </a:lnTo>
                <a:lnTo>
                  <a:pt x="2036336" y="63381"/>
                </a:lnTo>
                <a:lnTo>
                  <a:pt x="2054362" y="83152"/>
                </a:lnTo>
                <a:lnTo>
                  <a:pt x="2078784" y="119203"/>
                </a:lnTo>
                <a:lnTo>
                  <a:pt x="2097973" y="157581"/>
                </a:lnTo>
                <a:lnTo>
                  <a:pt x="2111347" y="196540"/>
                </a:lnTo>
                <a:lnTo>
                  <a:pt x="2121232" y="236662"/>
                </a:lnTo>
                <a:lnTo>
                  <a:pt x="2125302" y="277947"/>
                </a:lnTo>
                <a:lnTo>
                  <a:pt x="2126465" y="320395"/>
                </a:lnTo>
                <a:lnTo>
                  <a:pt x="2122976" y="361098"/>
                </a:lnTo>
                <a:lnTo>
                  <a:pt x="2116580" y="403546"/>
                </a:lnTo>
                <a:lnTo>
                  <a:pt x="2108439" y="444831"/>
                </a:lnTo>
                <a:lnTo>
                  <a:pt x="2096810" y="486116"/>
                </a:lnTo>
                <a:lnTo>
                  <a:pt x="2082854" y="526238"/>
                </a:lnTo>
                <a:lnTo>
                  <a:pt x="2067154" y="565197"/>
                </a:lnTo>
                <a:lnTo>
                  <a:pt x="2050291" y="602412"/>
                </a:lnTo>
                <a:lnTo>
                  <a:pt x="2032266" y="638463"/>
                </a:lnTo>
                <a:lnTo>
                  <a:pt x="2014240" y="672189"/>
                </a:lnTo>
                <a:lnTo>
                  <a:pt x="1995051" y="703007"/>
                </a:lnTo>
                <a:lnTo>
                  <a:pt x="1975281" y="731500"/>
                </a:lnTo>
                <a:lnTo>
                  <a:pt x="1957255" y="757666"/>
                </a:lnTo>
                <a:lnTo>
                  <a:pt x="1929344" y="789647"/>
                </a:lnTo>
                <a:lnTo>
                  <a:pt x="1899107" y="820466"/>
                </a:lnTo>
                <a:lnTo>
                  <a:pt x="1864219" y="848958"/>
                </a:lnTo>
                <a:lnTo>
                  <a:pt x="1825841" y="873962"/>
                </a:lnTo>
                <a:lnTo>
                  <a:pt x="1784556" y="896058"/>
                </a:lnTo>
                <a:lnTo>
                  <a:pt x="1741527" y="914084"/>
                </a:lnTo>
                <a:lnTo>
                  <a:pt x="1696171" y="928039"/>
                </a:lnTo>
                <a:lnTo>
                  <a:pt x="1672912" y="930947"/>
                </a:lnTo>
                <a:lnTo>
                  <a:pt x="1648490" y="932110"/>
                </a:lnTo>
                <a:lnTo>
                  <a:pt x="1624068" y="932110"/>
                </a:lnTo>
                <a:lnTo>
                  <a:pt x="1597902" y="930365"/>
                </a:lnTo>
                <a:lnTo>
                  <a:pt x="1572317" y="929202"/>
                </a:lnTo>
                <a:lnTo>
                  <a:pt x="1545569" y="928039"/>
                </a:lnTo>
                <a:lnTo>
                  <a:pt x="1521728" y="929202"/>
                </a:lnTo>
                <a:lnTo>
                  <a:pt x="1497306" y="932110"/>
                </a:lnTo>
                <a:lnTo>
                  <a:pt x="1475210" y="938506"/>
                </a:lnTo>
                <a:lnTo>
                  <a:pt x="1453695" y="948391"/>
                </a:lnTo>
                <a:lnTo>
                  <a:pt x="1435669" y="962928"/>
                </a:lnTo>
                <a:lnTo>
                  <a:pt x="1415899" y="985024"/>
                </a:lnTo>
                <a:lnTo>
                  <a:pt x="1397873" y="1011772"/>
                </a:lnTo>
                <a:lnTo>
                  <a:pt x="1382173" y="1039102"/>
                </a:lnTo>
                <a:lnTo>
                  <a:pt x="1367055" y="1066431"/>
                </a:lnTo>
                <a:lnTo>
                  <a:pt x="1352518" y="1094924"/>
                </a:lnTo>
                <a:lnTo>
                  <a:pt x="1330422" y="1132138"/>
                </a:lnTo>
                <a:lnTo>
                  <a:pt x="1307744" y="1171097"/>
                </a:lnTo>
                <a:lnTo>
                  <a:pt x="1284485" y="1210056"/>
                </a:lnTo>
                <a:lnTo>
                  <a:pt x="1260644" y="1248434"/>
                </a:lnTo>
                <a:lnTo>
                  <a:pt x="1235059" y="1286230"/>
                </a:lnTo>
                <a:lnTo>
                  <a:pt x="1207730" y="1322281"/>
                </a:lnTo>
                <a:lnTo>
                  <a:pt x="1179238" y="1356007"/>
                </a:lnTo>
                <a:lnTo>
                  <a:pt x="1148419" y="1385663"/>
                </a:lnTo>
                <a:lnTo>
                  <a:pt x="1114693" y="1411248"/>
                </a:lnTo>
                <a:lnTo>
                  <a:pt x="1064686" y="1442066"/>
                </a:lnTo>
                <a:lnTo>
                  <a:pt x="1010027" y="1470558"/>
                </a:lnTo>
                <a:lnTo>
                  <a:pt x="950717" y="1493818"/>
                </a:lnTo>
                <a:lnTo>
                  <a:pt x="889080" y="1511843"/>
                </a:lnTo>
                <a:lnTo>
                  <a:pt x="857680" y="1517077"/>
                </a:lnTo>
                <a:lnTo>
                  <a:pt x="824536" y="1522310"/>
                </a:lnTo>
                <a:lnTo>
                  <a:pt x="790810" y="1525217"/>
                </a:lnTo>
                <a:lnTo>
                  <a:pt x="757084" y="1529869"/>
                </a:lnTo>
                <a:lnTo>
                  <a:pt x="724522" y="1533940"/>
                </a:lnTo>
                <a:lnTo>
                  <a:pt x="692540" y="1539173"/>
                </a:lnTo>
                <a:lnTo>
                  <a:pt x="661722" y="1546732"/>
                </a:lnTo>
                <a:lnTo>
                  <a:pt x="633230" y="1556036"/>
                </a:lnTo>
                <a:lnTo>
                  <a:pt x="607063" y="1568828"/>
                </a:lnTo>
                <a:lnTo>
                  <a:pt x="584967" y="1585691"/>
                </a:lnTo>
                <a:lnTo>
                  <a:pt x="565778" y="1606624"/>
                </a:lnTo>
                <a:lnTo>
                  <a:pt x="550078" y="1629883"/>
                </a:lnTo>
                <a:lnTo>
                  <a:pt x="538449" y="1656631"/>
                </a:lnTo>
                <a:lnTo>
                  <a:pt x="527982" y="1685124"/>
                </a:lnTo>
                <a:lnTo>
                  <a:pt x="519260" y="1714779"/>
                </a:lnTo>
                <a:lnTo>
                  <a:pt x="509956" y="1746179"/>
                </a:lnTo>
                <a:lnTo>
                  <a:pt x="500071" y="1779323"/>
                </a:lnTo>
                <a:lnTo>
                  <a:pt x="491931" y="1811886"/>
                </a:lnTo>
                <a:lnTo>
                  <a:pt x="482045" y="1844449"/>
                </a:lnTo>
                <a:lnTo>
                  <a:pt x="472742" y="1877593"/>
                </a:lnTo>
                <a:lnTo>
                  <a:pt x="461112" y="1910156"/>
                </a:lnTo>
                <a:lnTo>
                  <a:pt x="449483" y="1942137"/>
                </a:lnTo>
                <a:lnTo>
                  <a:pt x="436690" y="1971793"/>
                </a:lnTo>
                <a:lnTo>
                  <a:pt x="422153" y="2000285"/>
                </a:lnTo>
                <a:lnTo>
                  <a:pt x="405290" y="2025289"/>
                </a:lnTo>
                <a:lnTo>
                  <a:pt x="386102" y="2049711"/>
                </a:lnTo>
                <a:lnTo>
                  <a:pt x="364005" y="2070644"/>
                </a:lnTo>
                <a:lnTo>
                  <a:pt x="339583" y="2088088"/>
                </a:lnTo>
                <a:lnTo>
                  <a:pt x="312254" y="2102625"/>
                </a:lnTo>
                <a:lnTo>
                  <a:pt x="284343" y="2111347"/>
                </a:lnTo>
                <a:lnTo>
                  <a:pt x="254687" y="2115418"/>
                </a:lnTo>
                <a:lnTo>
                  <a:pt x="224450" y="2117162"/>
                </a:lnTo>
                <a:lnTo>
                  <a:pt x="192469" y="2116581"/>
                </a:lnTo>
                <a:lnTo>
                  <a:pt x="159906" y="2114255"/>
                </a:lnTo>
                <a:lnTo>
                  <a:pt x="126762" y="2110184"/>
                </a:lnTo>
                <a:lnTo>
                  <a:pt x="94199" y="2105533"/>
                </a:lnTo>
                <a:lnTo>
                  <a:pt x="61637" y="2101462"/>
                </a:lnTo>
                <a:lnTo>
                  <a:pt x="30818" y="2098555"/>
                </a:lnTo>
                <a:lnTo>
                  <a:pt x="0" y="2097392"/>
                </a:lnTo>
                <a:lnTo>
                  <a:pt x="3489" y="2088088"/>
                </a:lnTo>
                <a:lnTo>
                  <a:pt x="36052" y="2088088"/>
                </a:lnTo>
                <a:lnTo>
                  <a:pt x="70940" y="2088088"/>
                </a:lnTo>
                <a:lnTo>
                  <a:pt x="106992" y="2086925"/>
                </a:lnTo>
                <a:lnTo>
                  <a:pt x="141880" y="2084599"/>
                </a:lnTo>
                <a:lnTo>
                  <a:pt x="176769" y="2081692"/>
                </a:lnTo>
                <a:lnTo>
                  <a:pt x="209332" y="2077040"/>
                </a:lnTo>
                <a:lnTo>
                  <a:pt x="240150" y="2070644"/>
                </a:lnTo>
                <a:lnTo>
                  <a:pt x="268643" y="2061340"/>
                </a:lnTo>
                <a:lnTo>
                  <a:pt x="294228" y="2050874"/>
                </a:lnTo>
                <a:lnTo>
                  <a:pt x="313998" y="2036918"/>
                </a:lnTo>
                <a:lnTo>
                  <a:pt x="330280" y="2020055"/>
                </a:lnTo>
                <a:lnTo>
                  <a:pt x="343654" y="2000285"/>
                </a:lnTo>
                <a:lnTo>
                  <a:pt x="356446" y="1974700"/>
                </a:lnTo>
                <a:lnTo>
                  <a:pt x="366913" y="1946208"/>
                </a:lnTo>
                <a:lnTo>
                  <a:pt x="376798" y="1913645"/>
                </a:lnTo>
                <a:lnTo>
                  <a:pt x="384939" y="1879338"/>
                </a:lnTo>
                <a:lnTo>
                  <a:pt x="392498" y="1843867"/>
                </a:lnTo>
                <a:lnTo>
                  <a:pt x="400057" y="1806653"/>
                </a:lnTo>
                <a:lnTo>
                  <a:pt x="407035" y="1768275"/>
                </a:lnTo>
                <a:lnTo>
                  <a:pt x="414594" y="1731642"/>
                </a:lnTo>
                <a:lnTo>
                  <a:pt x="422153" y="1693265"/>
                </a:lnTo>
                <a:lnTo>
                  <a:pt x="430294" y="1657794"/>
                </a:lnTo>
                <a:lnTo>
                  <a:pt x="439016" y="1622906"/>
                </a:lnTo>
                <a:lnTo>
                  <a:pt x="448320" y="1590924"/>
                </a:lnTo>
                <a:lnTo>
                  <a:pt x="459949" y="1561269"/>
                </a:lnTo>
                <a:lnTo>
                  <a:pt x="472742" y="1535684"/>
                </a:lnTo>
                <a:lnTo>
                  <a:pt x="486697" y="1513588"/>
                </a:lnTo>
                <a:lnTo>
                  <a:pt x="508793" y="1490329"/>
                </a:lnTo>
                <a:lnTo>
                  <a:pt x="533215" y="1470558"/>
                </a:lnTo>
                <a:lnTo>
                  <a:pt x="560545" y="1453696"/>
                </a:lnTo>
                <a:lnTo>
                  <a:pt x="590200" y="1438577"/>
                </a:lnTo>
                <a:lnTo>
                  <a:pt x="621600" y="1426948"/>
                </a:lnTo>
                <a:lnTo>
                  <a:pt x="654744" y="1416481"/>
                </a:lnTo>
                <a:lnTo>
                  <a:pt x="689633" y="1407759"/>
                </a:lnTo>
                <a:lnTo>
                  <a:pt x="725685" y="1399618"/>
                </a:lnTo>
                <a:lnTo>
                  <a:pt x="761155" y="1390896"/>
                </a:lnTo>
                <a:lnTo>
                  <a:pt x="797206" y="1383918"/>
                </a:lnTo>
                <a:lnTo>
                  <a:pt x="834421" y="1375196"/>
                </a:lnTo>
                <a:lnTo>
                  <a:pt x="870473" y="1365892"/>
                </a:lnTo>
                <a:lnTo>
                  <a:pt x="905361" y="1355426"/>
                </a:lnTo>
                <a:lnTo>
                  <a:pt x="939087" y="1343796"/>
                </a:lnTo>
                <a:lnTo>
                  <a:pt x="971650" y="1328678"/>
                </a:lnTo>
                <a:lnTo>
                  <a:pt x="1002468" y="1311815"/>
                </a:lnTo>
                <a:lnTo>
                  <a:pt x="1030961" y="1290882"/>
                </a:lnTo>
                <a:lnTo>
                  <a:pt x="1056546" y="1267623"/>
                </a:lnTo>
                <a:lnTo>
                  <a:pt x="1079805" y="1239130"/>
                </a:lnTo>
                <a:lnTo>
                  <a:pt x="1109460" y="1193193"/>
                </a:lnTo>
                <a:lnTo>
                  <a:pt x="1135627" y="1144931"/>
                </a:lnTo>
                <a:lnTo>
                  <a:pt x="1160049" y="1093761"/>
                </a:lnTo>
                <a:lnTo>
                  <a:pt x="1183308" y="1041428"/>
                </a:lnTo>
                <a:lnTo>
                  <a:pt x="1204241" y="988513"/>
                </a:lnTo>
                <a:lnTo>
                  <a:pt x="1225756" y="934436"/>
                </a:lnTo>
                <a:lnTo>
                  <a:pt x="1247852" y="880358"/>
                </a:lnTo>
                <a:lnTo>
                  <a:pt x="1254830" y="861169"/>
                </a:lnTo>
                <a:lnTo>
                  <a:pt x="1264715" y="839073"/>
                </a:lnTo>
                <a:lnTo>
                  <a:pt x="1272855" y="814651"/>
                </a:lnTo>
                <a:lnTo>
                  <a:pt x="1279252" y="788485"/>
                </a:lnTo>
                <a:lnTo>
                  <a:pt x="1281578" y="761155"/>
                </a:lnTo>
                <a:lnTo>
                  <a:pt x="1279252" y="734407"/>
                </a:lnTo>
                <a:lnTo>
                  <a:pt x="1277507" y="727429"/>
                </a:lnTo>
                <a:lnTo>
                  <a:pt x="1272855" y="715800"/>
                </a:lnTo>
                <a:lnTo>
                  <a:pt x="1266459" y="700681"/>
                </a:lnTo>
                <a:lnTo>
                  <a:pt x="1259481" y="681493"/>
                </a:lnTo>
                <a:lnTo>
                  <a:pt x="1250759" y="659396"/>
                </a:lnTo>
                <a:lnTo>
                  <a:pt x="1243200" y="632067"/>
                </a:lnTo>
                <a:lnTo>
                  <a:pt x="1237967" y="601249"/>
                </a:lnTo>
                <a:lnTo>
                  <a:pt x="1232733" y="567523"/>
                </a:lnTo>
                <a:lnTo>
                  <a:pt x="1233896" y="571593"/>
                </a:lnTo>
                <a:lnTo>
                  <a:pt x="1235059" y="571593"/>
                </a:lnTo>
                <a:lnTo>
                  <a:pt x="1235059" y="566360"/>
                </a:lnTo>
                <a:lnTo>
                  <a:pt x="1235059" y="558219"/>
                </a:lnTo>
                <a:lnTo>
                  <a:pt x="1236222" y="545427"/>
                </a:lnTo>
                <a:lnTo>
                  <a:pt x="1237385" y="528564"/>
                </a:lnTo>
                <a:lnTo>
                  <a:pt x="1239130" y="509375"/>
                </a:lnTo>
                <a:lnTo>
                  <a:pt x="1242619" y="487279"/>
                </a:lnTo>
                <a:lnTo>
                  <a:pt x="1247852" y="461694"/>
                </a:lnTo>
                <a:lnTo>
                  <a:pt x="1254830" y="435527"/>
                </a:lnTo>
                <a:lnTo>
                  <a:pt x="1263552" y="407035"/>
                </a:lnTo>
                <a:lnTo>
                  <a:pt x="1275181" y="376217"/>
                </a:lnTo>
                <a:lnTo>
                  <a:pt x="1289137" y="344235"/>
                </a:lnTo>
                <a:lnTo>
                  <a:pt x="1306000" y="312835"/>
                </a:lnTo>
                <a:lnTo>
                  <a:pt x="1325770" y="279691"/>
                </a:lnTo>
                <a:lnTo>
                  <a:pt x="1349029" y="247128"/>
                </a:lnTo>
                <a:lnTo>
                  <a:pt x="1376940" y="214566"/>
                </a:lnTo>
                <a:lnTo>
                  <a:pt x="1408340" y="182584"/>
                </a:lnTo>
                <a:lnTo>
                  <a:pt x="1443228" y="151184"/>
                </a:lnTo>
                <a:lnTo>
                  <a:pt x="1484513" y="121529"/>
                </a:lnTo>
                <a:lnTo>
                  <a:pt x="1528706" y="93037"/>
                </a:lnTo>
                <a:lnTo>
                  <a:pt x="1579876" y="66288"/>
                </a:lnTo>
                <a:lnTo>
                  <a:pt x="1709545" y="15700"/>
                </a:lnTo>
                <a:lnTo>
                  <a:pt x="1723501" y="13374"/>
                </a:lnTo>
                <a:lnTo>
                  <a:pt x="1740364" y="11629"/>
                </a:lnTo>
                <a:lnTo>
                  <a:pt x="1760715" y="9304"/>
                </a:lnTo>
                <a:lnTo>
                  <a:pt x="1782812" y="6396"/>
                </a:lnTo>
                <a:lnTo>
                  <a:pt x="1804908" y="4070"/>
                </a:lnTo>
                <a:lnTo>
                  <a:pt x="1827004" y="1744"/>
                </a:lnTo>
                <a:lnTo>
                  <a:pt x="1847356" y="581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9345885" y="1674603"/>
            <a:ext cx="277231" cy="207161"/>
          </a:xfrm>
          <a:custGeom>
            <a:avLst/>
            <a:gdLst/>
            <a:ahLst/>
            <a:cxnLst/>
            <a:rect l="l" t="t" r="r" b="b"/>
            <a:pathLst>
              <a:path w="3960440" h="3945921" extrusionOk="0">
                <a:moveTo>
                  <a:pt x="1598844" y="0"/>
                </a:moveTo>
                <a:cubicBezTo>
                  <a:pt x="1857342" y="0"/>
                  <a:pt x="2066896" y="209554"/>
                  <a:pt x="2066896" y="468052"/>
                </a:cubicBezTo>
                <a:cubicBezTo>
                  <a:pt x="2066896" y="646802"/>
                  <a:pt x="1966694" y="802149"/>
                  <a:pt x="1818364" y="879058"/>
                </a:cubicBezTo>
                <a:lnTo>
                  <a:pt x="1965948" y="1429850"/>
                </a:lnTo>
                <a:cubicBezTo>
                  <a:pt x="2234183" y="1439289"/>
                  <a:pt x="2449559" y="1654793"/>
                  <a:pt x="2458766" y="1923094"/>
                </a:cubicBezTo>
                <a:lnTo>
                  <a:pt x="3052787" y="2082261"/>
                </a:lnTo>
                <a:cubicBezTo>
                  <a:pt x="3115207" y="1899813"/>
                  <a:pt x="3288586" y="1769556"/>
                  <a:pt x="3492388" y="1769556"/>
                </a:cubicBezTo>
                <a:cubicBezTo>
                  <a:pt x="3750886" y="1769556"/>
                  <a:pt x="3960440" y="1979110"/>
                  <a:pt x="3960440" y="2237608"/>
                </a:cubicBezTo>
                <a:cubicBezTo>
                  <a:pt x="3960440" y="2496106"/>
                  <a:pt x="3750886" y="2705660"/>
                  <a:pt x="3492388" y="2705660"/>
                </a:cubicBezTo>
                <a:cubicBezTo>
                  <a:pt x="3255123" y="2705660"/>
                  <a:pt x="3059091" y="2529117"/>
                  <a:pt x="3030620" y="2299941"/>
                </a:cubicBezTo>
                <a:lnTo>
                  <a:pt x="2422827" y="2137084"/>
                </a:lnTo>
                <a:cubicBezTo>
                  <a:pt x="2374914" y="2257246"/>
                  <a:pt x="2282973" y="2354960"/>
                  <a:pt x="2166800" y="2410258"/>
                </a:cubicBezTo>
                <a:lnTo>
                  <a:pt x="2329067" y="3015847"/>
                </a:lnTo>
                <a:cubicBezTo>
                  <a:pt x="2559464" y="3043136"/>
                  <a:pt x="2737303" y="3239734"/>
                  <a:pt x="2737303" y="3477869"/>
                </a:cubicBezTo>
                <a:cubicBezTo>
                  <a:pt x="2737303" y="3736367"/>
                  <a:pt x="2527749" y="3945921"/>
                  <a:pt x="2269251" y="3945921"/>
                </a:cubicBezTo>
                <a:cubicBezTo>
                  <a:pt x="2010753" y="3945921"/>
                  <a:pt x="1801199" y="3736367"/>
                  <a:pt x="1801199" y="3477869"/>
                </a:cubicBezTo>
                <a:cubicBezTo>
                  <a:pt x="1801199" y="3274904"/>
                  <a:pt x="1930388" y="3102113"/>
                  <a:pt x="2111643" y="3038969"/>
                </a:cubicBezTo>
                <a:lnTo>
                  <a:pt x="1956503" y="2459980"/>
                </a:lnTo>
                <a:cubicBezTo>
                  <a:pt x="1952432" y="2460875"/>
                  <a:pt x="1948330" y="2460923"/>
                  <a:pt x="1944216" y="2460923"/>
                </a:cubicBezTo>
                <a:cubicBezTo>
                  <a:pt x="1742647" y="2460923"/>
                  <a:pt x="1568040" y="2345487"/>
                  <a:pt x="1484865" y="2176122"/>
                </a:cubicBezTo>
                <a:lnTo>
                  <a:pt x="930415" y="2324686"/>
                </a:lnTo>
                <a:cubicBezTo>
                  <a:pt x="904712" y="2556716"/>
                  <a:pt x="707355" y="2736304"/>
                  <a:pt x="468052" y="2736304"/>
                </a:cubicBezTo>
                <a:cubicBezTo>
                  <a:pt x="209554" y="2736304"/>
                  <a:pt x="0" y="2526750"/>
                  <a:pt x="0" y="2268252"/>
                </a:cubicBezTo>
                <a:cubicBezTo>
                  <a:pt x="0" y="2009754"/>
                  <a:pt x="209554" y="1800200"/>
                  <a:pt x="468052" y="1800200"/>
                </a:cubicBezTo>
                <a:cubicBezTo>
                  <a:pt x="669892" y="1800200"/>
                  <a:pt x="841893" y="1927961"/>
                  <a:pt x="906009" y="2107606"/>
                </a:cubicBezTo>
                <a:lnTo>
                  <a:pt x="1429897" y="1967231"/>
                </a:lnTo>
                <a:cubicBezTo>
                  <a:pt x="1427753" y="1959679"/>
                  <a:pt x="1427584" y="1952005"/>
                  <a:pt x="1427584" y="1944291"/>
                </a:cubicBezTo>
                <a:cubicBezTo>
                  <a:pt x="1427584" y="1727054"/>
                  <a:pt x="1561663" y="1541133"/>
                  <a:pt x="1751891" y="1465536"/>
                </a:cubicBezTo>
                <a:lnTo>
                  <a:pt x="1609736" y="935006"/>
                </a:lnTo>
                <a:cubicBezTo>
                  <a:pt x="1606130" y="936062"/>
                  <a:pt x="1602492" y="936104"/>
                  <a:pt x="1598844" y="936104"/>
                </a:cubicBezTo>
                <a:cubicBezTo>
                  <a:pt x="1340346" y="936104"/>
                  <a:pt x="1130792" y="726550"/>
                  <a:pt x="1130792" y="468052"/>
                </a:cubicBezTo>
                <a:cubicBezTo>
                  <a:pt x="1130792" y="209554"/>
                  <a:pt x="1340346" y="0"/>
                  <a:pt x="1598844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6493849" y="1276962"/>
            <a:ext cx="264905" cy="226511"/>
          </a:xfrm>
          <a:custGeom>
            <a:avLst/>
            <a:gdLst/>
            <a:ahLst/>
            <a:cxnLst/>
            <a:rect l="l" t="t" r="r" b="b"/>
            <a:pathLst>
              <a:path w="2942" h="3247" extrusionOk="0">
                <a:moveTo>
                  <a:pt x="1516" y="0"/>
                </a:moveTo>
                <a:lnTo>
                  <a:pt x="1644" y="1"/>
                </a:lnTo>
                <a:lnTo>
                  <a:pt x="1764" y="10"/>
                </a:lnTo>
                <a:lnTo>
                  <a:pt x="1878" y="25"/>
                </a:lnTo>
                <a:lnTo>
                  <a:pt x="1987" y="47"/>
                </a:lnTo>
                <a:lnTo>
                  <a:pt x="2091" y="74"/>
                </a:lnTo>
                <a:lnTo>
                  <a:pt x="2187" y="109"/>
                </a:lnTo>
                <a:lnTo>
                  <a:pt x="2280" y="147"/>
                </a:lnTo>
                <a:lnTo>
                  <a:pt x="2365" y="192"/>
                </a:lnTo>
                <a:lnTo>
                  <a:pt x="2445" y="243"/>
                </a:lnTo>
                <a:lnTo>
                  <a:pt x="2522" y="300"/>
                </a:lnTo>
                <a:lnTo>
                  <a:pt x="2591" y="361"/>
                </a:lnTo>
                <a:lnTo>
                  <a:pt x="2654" y="429"/>
                </a:lnTo>
                <a:lnTo>
                  <a:pt x="2713" y="500"/>
                </a:lnTo>
                <a:lnTo>
                  <a:pt x="2765" y="576"/>
                </a:lnTo>
                <a:lnTo>
                  <a:pt x="2813" y="656"/>
                </a:lnTo>
                <a:lnTo>
                  <a:pt x="2845" y="723"/>
                </a:lnTo>
                <a:lnTo>
                  <a:pt x="2873" y="798"/>
                </a:lnTo>
                <a:lnTo>
                  <a:pt x="2898" y="880"/>
                </a:lnTo>
                <a:lnTo>
                  <a:pt x="2918" y="969"/>
                </a:lnTo>
                <a:lnTo>
                  <a:pt x="2933" y="1060"/>
                </a:lnTo>
                <a:lnTo>
                  <a:pt x="2940" y="1154"/>
                </a:lnTo>
                <a:lnTo>
                  <a:pt x="2942" y="1250"/>
                </a:lnTo>
                <a:lnTo>
                  <a:pt x="2936" y="1345"/>
                </a:lnTo>
                <a:lnTo>
                  <a:pt x="2924" y="1438"/>
                </a:lnTo>
                <a:lnTo>
                  <a:pt x="2902" y="1529"/>
                </a:lnTo>
                <a:lnTo>
                  <a:pt x="2873" y="1607"/>
                </a:lnTo>
                <a:lnTo>
                  <a:pt x="2838" y="1680"/>
                </a:lnTo>
                <a:lnTo>
                  <a:pt x="2796" y="1747"/>
                </a:lnTo>
                <a:lnTo>
                  <a:pt x="2753" y="1812"/>
                </a:lnTo>
                <a:lnTo>
                  <a:pt x="2705" y="1876"/>
                </a:lnTo>
                <a:lnTo>
                  <a:pt x="2658" y="1936"/>
                </a:lnTo>
                <a:lnTo>
                  <a:pt x="2611" y="1998"/>
                </a:lnTo>
                <a:lnTo>
                  <a:pt x="2565" y="2060"/>
                </a:lnTo>
                <a:lnTo>
                  <a:pt x="2534" y="2110"/>
                </a:lnTo>
                <a:lnTo>
                  <a:pt x="2509" y="2167"/>
                </a:lnTo>
                <a:lnTo>
                  <a:pt x="2489" y="2227"/>
                </a:lnTo>
                <a:lnTo>
                  <a:pt x="2473" y="2292"/>
                </a:lnTo>
                <a:lnTo>
                  <a:pt x="2471" y="2323"/>
                </a:lnTo>
                <a:lnTo>
                  <a:pt x="2473" y="2360"/>
                </a:lnTo>
                <a:lnTo>
                  <a:pt x="2478" y="2405"/>
                </a:lnTo>
                <a:lnTo>
                  <a:pt x="2485" y="2452"/>
                </a:lnTo>
                <a:lnTo>
                  <a:pt x="2496" y="2503"/>
                </a:lnTo>
                <a:lnTo>
                  <a:pt x="2509" y="2554"/>
                </a:lnTo>
                <a:lnTo>
                  <a:pt x="2522" y="2603"/>
                </a:lnTo>
                <a:lnTo>
                  <a:pt x="2536" y="2650"/>
                </a:lnTo>
                <a:lnTo>
                  <a:pt x="2549" y="2692"/>
                </a:lnTo>
                <a:lnTo>
                  <a:pt x="2562" y="2729"/>
                </a:lnTo>
                <a:lnTo>
                  <a:pt x="2573" y="2756"/>
                </a:lnTo>
                <a:lnTo>
                  <a:pt x="2589" y="2796"/>
                </a:lnTo>
                <a:lnTo>
                  <a:pt x="2604" y="2845"/>
                </a:lnTo>
                <a:lnTo>
                  <a:pt x="2620" y="2900"/>
                </a:lnTo>
                <a:lnTo>
                  <a:pt x="2636" y="2956"/>
                </a:lnTo>
                <a:lnTo>
                  <a:pt x="2654" y="3007"/>
                </a:lnTo>
                <a:lnTo>
                  <a:pt x="2673" y="3052"/>
                </a:lnTo>
                <a:lnTo>
                  <a:pt x="2502" y="3107"/>
                </a:lnTo>
                <a:lnTo>
                  <a:pt x="2336" y="3154"/>
                </a:lnTo>
                <a:lnTo>
                  <a:pt x="2178" y="3192"/>
                </a:lnTo>
                <a:lnTo>
                  <a:pt x="2024" y="3220"/>
                </a:lnTo>
                <a:lnTo>
                  <a:pt x="1874" y="3240"/>
                </a:lnTo>
                <a:lnTo>
                  <a:pt x="1729" y="3247"/>
                </a:lnTo>
                <a:lnTo>
                  <a:pt x="1587" y="3245"/>
                </a:lnTo>
                <a:lnTo>
                  <a:pt x="1449" y="3232"/>
                </a:lnTo>
                <a:lnTo>
                  <a:pt x="1313" y="3209"/>
                </a:lnTo>
                <a:lnTo>
                  <a:pt x="1307" y="3176"/>
                </a:lnTo>
                <a:lnTo>
                  <a:pt x="1300" y="3138"/>
                </a:lnTo>
                <a:lnTo>
                  <a:pt x="1291" y="3092"/>
                </a:lnTo>
                <a:lnTo>
                  <a:pt x="1284" y="3043"/>
                </a:lnTo>
                <a:lnTo>
                  <a:pt x="1274" y="2990"/>
                </a:lnTo>
                <a:lnTo>
                  <a:pt x="1264" y="2936"/>
                </a:lnTo>
                <a:lnTo>
                  <a:pt x="1253" y="2883"/>
                </a:lnTo>
                <a:lnTo>
                  <a:pt x="1240" y="2832"/>
                </a:lnTo>
                <a:lnTo>
                  <a:pt x="1227" y="2783"/>
                </a:lnTo>
                <a:lnTo>
                  <a:pt x="1211" y="2740"/>
                </a:lnTo>
                <a:lnTo>
                  <a:pt x="1194" y="2703"/>
                </a:lnTo>
                <a:lnTo>
                  <a:pt x="1176" y="2674"/>
                </a:lnTo>
                <a:lnTo>
                  <a:pt x="1156" y="2656"/>
                </a:lnTo>
                <a:lnTo>
                  <a:pt x="1134" y="2647"/>
                </a:lnTo>
                <a:lnTo>
                  <a:pt x="1109" y="2643"/>
                </a:lnTo>
                <a:lnTo>
                  <a:pt x="1080" y="2645"/>
                </a:lnTo>
                <a:lnTo>
                  <a:pt x="1051" y="2649"/>
                </a:lnTo>
                <a:lnTo>
                  <a:pt x="1024" y="2656"/>
                </a:lnTo>
                <a:lnTo>
                  <a:pt x="998" y="2663"/>
                </a:lnTo>
                <a:lnTo>
                  <a:pt x="974" y="2670"/>
                </a:lnTo>
                <a:lnTo>
                  <a:pt x="956" y="2676"/>
                </a:lnTo>
                <a:lnTo>
                  <a:pt x="913" y="2690"/>
                </a:lnTo>
                <a:lnTo>
                  <a:pt x="864" y="2703"/>
                </a:lnTo>
                <a:lnTo>
                  <a:pt x="809" y="2714"/>
                </a:lnTo>
                <a:lnTo>
                  <a:pt x="751" y="2721"/>
                </a:lnTo>
                <a:lnTo>
                  <a:pt x="693" y="2727"/>
                </a:lnTo>
                <a:lnTo>
                  <a:pt x="634" y="2729"/>
                </a:lnTo>
                <a:lnTo>
                  <a:pt x="578" y="2725"/>
                </a:lnTo>
                <a:lnTo>
                  <a:pt x="525" y="2716"/>
                </a:lnTo>
                <a:lnTo>
                  <a:pt x="496" y="2709"/>
                </a:lnTo>
                <a:lnTo>
                  <a:pt x="467" y="2696"/>
                </a:lnTo>
                <a:lnTo>
                  <a:pt x="438" y="2681"/>
                </a:lnTo>
                <a:lnTo>
                  <a:pt x="413" y="2663"/>
                </a:lnTo>
                <a:lnTo>
                  <a:pt x="387" y="2641"/>
                </a:lnTo>
                <a:lnTo>
                  <a:pt x="367" y="2618"/>
                </a:lnTo>
                <a:lnTo>
                  <a:pt x="353" y="2589"/>
                </a:lnTo>
                <a:lnTo>
                  <a:pt x="342" y="2556"/>
                </a:lnTo>
                <a:lnTo>
                  <a:pt x="338" y="2520"/>
                </a:lnTo>
                <a:lnTo>
                  <a:pt x="342" y="2480"/>
                </a:lnTo>
                <a:lnTo>
                  <a:pt x="347" y="2452"/>
                </a:lnTo>
                <a:lnTo>
                  <a:pt x="354" y="2421"/>
                </a:lnTo>
                <a:lnTo>
                  <a:pt x="362" y="2389"/>
                </a:lnTo>
                <a:lnTo>
                  <a:pt x="365" y="2358"/>
                </a:lnTo>
                <a:lnTo>
                  <a:pt x="365" y="2325"/>
                </a:lnTo>
                <a:lnTo>
                  <a:pt x="356" y="2296"/>
                </a:lnTo>
                <a:lnTo>
                  <a:pt x="347" y="2280"/>
                </a:lnTo>
                <a:lnTo>
                  <a:pt x="331" y="2265"/>
                </a:lnTo>
                <a:lnTo>
                  <a:pt x="314" y="2254"/>
                </a:lnTo>
                <a:lnTo>
                  <a:pt x="296" y="2245"/>
                </a:lnTo>
                <a:lnTo>
                  <a:pt x="278" y="2232"/>
                </a:lnTo>
                <a:lnTo>
                  <a:pt x="264" y="2218"/>
                </a:lnTo>
                <a:lnTo>
                  <a:pt x="253" y="2200"/>
                </a:lnTo>
                <a:lnTo>
                  <a:pt x="249" y="2180"/>
                </a:lnTo>
                <a:lnTo>
                  <a:pt x="251" y="2160"/>
                </a:lnTo>
                <a:lnTo>
                  <a:pt x="258" y="2141"/>
                </a:lnTo>
                <a:lnTo>
                  <a:pt x="267" y="2125"/>
                </a:lnTo>
                <a:lnTo>
                  <a:pt x="273" y="2109"/>
                </a:lnTo>
                <a:lnTo>
                  <a:pt x="244" y="2089"/>
                </a:lnTo>
                <a:lnTo>
                  <a:pt x="224" y="2069"/>
                </a:lnTo>
                <a:lnTo>
                  <a:pt x="213" y="2049"/>
                </a:lnTo>
                <a:lnTo>
                  <a:pt x="211" y="2027"/>
                </a:lnTo>
                <a:lnTo>
                  <a:pt x="214" y="2007"/>
                </a:lnTo>
                <a:lnTo>
                  <a:pt x="222" y="1985"/>
                </a:lnTo>
                <a:lnTo>
                  <a:pt x="233" y="1963"/>
                </a:lnTo>
                <a:lnTo>
                  <a:pt x="245" y="1941"/>
                </a:lnTo>
                <a:lnTo>
                  <a:pt x="256" y="1918"/>
                </a:lnTo>
                <a:lnTo>
                  <a:pt x="267" y="1896"/>
                </a:lnTo>
                <a:lnTo>
                  <a:pt x="273" y="1872"/>
                </a:lnTo>
                <a:lnTo>
                  <a:pt x="253" y="1854"/>
                </a:lnTo>
                <a:lnTo>
                  <a:pt x="225" y="1840"/>
                </a:lnTo>
                <a:lnTo>
                  <a:pt x="194" y="1827"/>
                </a:lnTo>
                <a:lnTo>
                  <a:pt x="162" y="1816"/>
                </a:lnTo>
                <a:lnTo>
                  <a:pt x="129" y="1805"/>
                </a:lnTo>
                <a:lnTo>
                  <a:pt x="96" y="1794"/>
                </a:lnTo>
                <a:lnTo>
                  <a:pt x="65" y="1781"/>
                </a:lnTo>
                <a:lnTo>
                  <a:pt x="40" y="1767"/>
                </a:lnTo>
                <a:lnTo>
                  <a:pt x="18" y="1747"/>
                </a:lnTo>
                <a:lnTo>
                  <a:pt x="5" y="1723"/>
                </a:lnTo>
                <a:lnTo>
                  <a:pt x="0" y="1698"/>
                </a:lnTo>
                <a:lnTo>
                  <a:pt x="4" y="1674"/>
                </a:lnTo>
                <a:lnTo>
                  <a:pt x="13" y="1652"/>
                </a:lnTo>
                <a:lnTo>
                  <a:pt x="27" y="1634"/>
                </a:lnTo>
                <a:lnTo>
                  <a:pt x="44" y="1616"/>
                </a:lnTo>
                <a:lnTo>
                  <a:pt x="60" y="1601"/>
                </a:lnTo>
                <a:lnTo>
                  <a:pt x="73" y="1589"/>
                </a:lnTo>
                <a:lnTo>
                  <a:pt x="111" y="1545"/>
                </a:lnTo>
                <a:lnTo>
                  <a:pt x="151" y="1505"/>
                </a:lnTo>
                <a:lnTo>
                  <a:pt x="191" y="1465"/>
                </a:lnTo>
                <a:lnTo>
                  <a:pt x="229" y="1421"/>
                </a:lnTo>
                <a:lnTo>
                  <a:pt x="265" y="1378"/>
                </a:lnTo>
                <a:lnTo>
                  <a:pt x="298" y="1329"/>
                </a:lnTo>
                <a:lnTo>
                  <a:pt x="325" y="1276"/>
                </a:lnTo>
                <a:lnTo>
                  <a:pt x="340" y="1232"/>
                </a:lnTo>
                <a:lnTo>
                  <a:pt x="345" y="1189"/>
                </a:lnTo>
                <a:lnTo>
                  <a:pt x="345" y="1143"/>
                </a:lnTo>
                <a:lnTo>
                  <a:pt x="344" y="1094"/>
                </a:lnTo>
                <a:lnTo>
                  <a:pt x="342" y="1045"/>
                </a:lnTo>
                <a:lnTo>
                  <a:pt x="344" y="992"/>
                </a:lnTo>
                <a:lnTo>
                  <a:pt x="349" y="936"/>
                </a:lnTo>
                <a:lnTo>
                  <a:pt x="405" y="705"/>
                </a:lnTo>
                <a:lnTo>
                  <a:pt x="440" y="621"/>
                </a:lnTo>
                <a:lnTo>
                  <a:pt x="482" y="543"/>
                </a:lnTo>
                <a:lnTo>
                  <a:pt x="531" y="470"/>
                </a:lnTo>
                <a:lnTo>
                  <a:pt x="587" y="401"/>
                </a:lnTo>
                <a:lnTo>
                  <a:pt x="649" y="338"/>
                </a:lnTo>
                <a:lnTo>
                  <a:pt x="716" y="280"/>
                </a:lnTo>
                <a:lnTo>
                  <a:pt x="789" y="227"/>
                </a:lnTo>
                <a:lnTo>
                  <a:pt x="865" y="180"/>
                </a:lnTo>
                <a:lnTo>
                  <a:pt x="947" y="138"/>
                </a:lnTo>
                <a:lnTo>
                  <a:pt x="1031" y="103"/>
                </a:lnTo>
                <a:lnTo>
                  <a:pt x="1116" y="72"/>
                </a:lnTo>
                <a:lnTo>
                  <a:pt x="1402" y="9"/>
                </a:lnTo>
                <a:lnTo>
                  <a:pt x="1516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5701561" y="4098961"/>
            <a:ext cx="261116" cy="238125"/>
          </a:xfrm>
          <a:custGeom>
            <a:avLst/>
            <a:gdLst/>
            <a:ahLst/>
            <a:cxnLst/>
            <a:rect l="l" t="t" r="r" b="b"/>
            <a:pathLst>
              <a:path w="2487" h="3024" extrusionOk="0">
                <a:moveTo>
                  <a:pt x="1073" y="2245"/>
                </a:moveTo>
                <a:lnTo>
                  <a:pt x="1058" y="2260"/>
                </a:lnTo>
                <a:lnTo>
                  <a:pt x="1047" y="2285"/>
                </a:lnTo>
                <a:lnTo>
                  <a:pt x="1038" y="2316"/>
                </a:lnTo>
                <a:lnTo>
                  <a:pt x="1031" y="2353"/>
                </a:lnTo>
                <a:lnTo>
                  <a:pt x="1027" y="2394"/>
                </a:lnTo>
                <a:lnTo>
                  <a:pt x="1025" y="2438"/>
                </a:lnTo>
                <a:lnTo>
                  <a:pt x="1025" y="2484"/>
                </a:lnTo>
                <a:lnTo>
                  <a:pt x="1025" y="2527"/>
                </a:lnTo>
                <a:lnTo>
                  <a:pt x="1027" y="2571"/>
                </a:lnTo>
                <a:lnTo>
                  <a:pt x="1031" y="2611"/>
                </a:lnTo>
                <a:lnTo>
                  <a:pt x="1033" y="2647"/>
                </a:lnTo>
                <a:lnTo>
                  <a:pt x="1035" y="2676"/>
                </a:lnTo>
                <a:lnTo>
                  <a:pt x="1036" y="2698"/>
                </a:lnTo>
                <a:lnTo>
                  <a:pt x="1149" y="2702"/>
                </a:lnTo>
                <a:lnTo>
                  <a:pt x="1153" y="2671"/>
                </a:lnTo>
                <a:lnTo>
                  <a:pt x="1160" y="2634"/>
                </a:lnTo>
                <a:lnTo>
                  <a:pt x="1165" y="2593"/>
                </a:lnTo>
                <a:lnTo>
                  <a:pt x="1171" y="2547"/>
                </a:lnTo>
                <a:lnTo>
                  <a:pt x="1175" y="2500"/>
                </a:lnTo>
                <a:lnTo>
                  <a:pt x="1176" y="2451"/>
                </a:lnTo>
                <a:lnTo>
                  <a:pt x="1178" y="2404"/>
                </a:lnTo>
                <a:lnTo>
                  <a:pt x="1175" y="2360"/>
                </a:lnTo>
                <a:lnTo>
                  <a:pt x="1169" y="2318"/>
                </a:lnTo>
                <a:lnTo>
                  <a:pt x="1160" y="2284"/>
                </a:lnTo>
                <a:lnTo>
                  <a:pt x="1147" y="2256"/>
                </a:lnTo>
                <a:lnTo>
                  <a:pt x="1131" y="2253"/>
                </a:lnTo>
                <a:lnTo>
                  <a:pt x="1115" y="2249"/>
                </a:lnTo>
                <a:lnTo>
                  <a:pt x="1096" y="2245"/>
                </a:lnTo>
                <a:lnTo>
                  <a:pt x="1073" y="2245"/>
                </a:lnTo>
                <a:close/>
                <a:moveTo>
                  <a:pt x="1398" y="2191"/>
                </a:moveTo>
                <a:lnTo>
                  <a:pt x="1371" y="2202"/>
                </a:lnTo>
                <a:lnTo>
                  <a:pt x="1342" y="2211"/>
                </a:lnTo>
                <a:lnTo>
                  <a:pt x="1313" y="2220"/>
                </a:lnTo>
                <a:lnTo>
                  <a:pt x="1285" y="2229"/>
                </a:lnTo>
                <a:lnTo>
                  <a:pt x="1260" y="2242"/>
                </a:lnTo>
                <a:lnTo>
                  <a:pt x="1240" y="2260"/>
                </a:lnTo>
                <a:lnTo>
                  <a:pt x="1235" y="2298"/>
                </a:lnTo>
                <a:lnTo>
                  <a:pt x="1236" y="2338"/>
                </a:lnTo>
                <a:lnTo>
                  <a:pt x="1242" y="2382"/>
                </a:lnTo>
                <a:lnTo>
                  <a:pt x="1253" y="2427"/>
                </a:lnTo>
                <a:lnTo>
                  <a:pt x="1267" y="2473"/>
                </a:lnTo>
                <a:lnTo>
                  <a:pt x="1285" y="2518"/>
                </a:lnTo>
                <a:lnTo>
                  <a:pt x="1302" y="2562"/>
                </a:lnTo>
                <a:lnTo>
                  <a:pt x="1322" y="2604"/>
                </a:lnTo>
                <a:lnTo>
                  <a:pt x="1338" y="2640"/>
                </a:lnTo>
                <a:lnTo>
                  <a:pt x="1355" y="2673"/>
                </a:lnTo>
                <a:lnTo>
                  <a:pt x="1367" y="2700"/>
                </a:lnTo>
                <a:lnTo>
                  <a:pt x="1467" y="2689"/>
                </a:lnTo>
                <a:lnTo>
                  <a:pt x="1469" y="2678"/>
                </a:lnTo>
                <a:lnTo>
                  <a:pt x="1471" y="2656"/>
                </a:lnTo>
                <a:lnTo>
                  <a:pt x="1471" y="2625"/>
                </a:lnTo>
                <a:lnTo>
                  <a:pt x="1473" y="2587"/>
                </a:lnTo>
                <a:lnTo>
                  <a:pt x="1473" y="2544"/>
                </a:lnTo>
                <a:lnTo>
                  <a:pt x="1473" y="2496"/>
                </a:lnTo>
                <a:lnTo>
                  <a:pt x="1471" y="2447"/>
                </a:lnTo>
                <a:lnTo>
                  <a:pt x="1471" y="2396"/>
                </a:lnTo>
                <a:lnTo>
                  <a:pt x="1469" y="2349"/>
                </a:lnTo>
                <a:lnTo>
                  <a:pt x="1465" y="2305"/>
                </a:lnTo>
                <a:lnTo>
                  <a:pt x="1462" y="2265"/>
                </a:lnTo>
                <a:lnTo>
                  <a:pt x="1458" y="2234"/>
                </a:lnTo>
                <a:lnTo>
                  <a:pt x="1453" y="2213"/>
                </a:lnTo>
                <a:lnTo>
                  <a:pt x="1447" y="2202"/>
                </a:lnTo>
                <a:lnTo>
                  <a:pt x="1435" y="2194"/>
                </a:lnTo>
                <a:lnTo>
                  <a:pt x="1418" y="2191"/>
                </a:lnTo>
                <a:lnTo>
                  <a:pt x="1398" y="2191"/>
                </a:lnTo>
                <a:close/>
                <a:moveTo>
                  <a:pt x="1282" y="1953"/>
                </a:moveTo>
                <a:lnTo>
                  <a:pt x="1231" y="1954"/>
                </a:lnTo>
                <a:lnTo>
                  <a:pt x="1205" y="1960"/>
                </a:lnTo>
                <a:lnTo>
                  <a:pt x="1176" y="1965"/>
                </a:lnTo>
                <a:lnTo>
                  <a:pt x="1147" y="1973"/>
                </a:lnTo>
                <a:lnTo>
                  <a:pt x="1118" y="1982"/>
                </a:lnTo>
                <a:lnTo>
                  <a:pt x="1089" y="1993"/>
                </a:lnTo>
                <a:lnTo>
                  <a:pt x="1064" y="2005"/>
                </a:lnTo>
                <a:lnTo>
                  <a:pt x="1040" y="2020"/>
                </a:lnTo>
                <a:lnTo>
                  <a:pt x="1020" y="2040"/>
                </a:lnTo>
                <a:lnTo>
                  <a:pt x="1005" y="2062"/>
                </a:lnTo>
                <a:lnTo>
                  <a:pt x="995" y="2089"/>
                </a:lnTo>
                <a:lnTo>
                  <a:pt x="993" y="2120"/>
                </a:lnTo>
                <a:lnTo>
                  <a:pt x="1011" y="2144"/>
                </a:lnTo>
                <a:lnTo>
                  <a:pt x="1036" y="2162"/>
                </a:lnTo>
                <a:lnTo>
                  <a:pt x="1067" y="2174"/>
                </a:lnTo>
                <a:lnTo>
                  <a:pt x="1102" y="2184"/>
                </a:lnTo>
                <a:lnTo>
                  <a:pt x="1140" y="2189"/>
                </a:lnTo>
                <a:lnTo>
                  <a:pt x="1180" y="2189"/>
                </a:lnTo>
                <a:lnTo>
                  <a:pt x="1220" y="2187"/>
                </a:lnTo>
                <a:lnTo>
                  <a:pt x="1262" y="2182"/>
                </a:lnTo>
                <a:lnTo>
                  <a:pt x="1302" y="2174"/>
                </a:lnTo>
                <a:lnTo>
                  <a:pt x="1338" y="2165"/>
                </a:lnTo>
                <a:lnTo>
                  <a:pt x="1371" y="2153"/>
                </a:lnTo>
                <a:lnTo>
                  <a:pt x="1400" y="2140"/>
                </a:lnTo>
                <a:lnTo>
                  <a:pt x="1415" y="2133"/>
                </a:lnTo>
                <a:lnTo>
                  <a:pt x="1431" y="2122"/>
                </a:lnTo>
                <a:lnTo>
                  <a:pt x="1447" y="2111"/>
                </a:lnTo>
                <a:lnTo>
                  <a:pt x="1462" y="2096"/>
                </a:lnTo>
                <a:lnTo>
                  <a:pt x="1475" y="2080"/>
                </a:lnTo>
                <a:lnTo>
                  <a:pt x="1480" y="2064"/>
                </a:lnTo>
                <a:lnTo>
                  <a:pt x="1480" y="2045"/>
                </a:lnTo>
                <a:lnTo>
                  <a:pt x="1473" y="2024"/>
                </a:lnTo>
                <a:lnTo>
                  <a:pt x="1456" y="2002"/>
                </a:lnTo>
                <a:lnTo>
                  <a:pt x="1433" y="1982"/>
                </a:lnTo>
                <a:lnTo>
                  <a:pt x="1404" y="1969"/>
                </a:lnTo>
                <a:lnTo>
                  <a:pt x="1369" y="1958"/>
                </a:lnTo>
                <a:lnTo>
                  <a:pt x="1327" y="1953"/>
                </a:lnTo>
                <a:lnTo>
                  <a:pt x="1282" y="1953"/>
                </a:lnTo>
                <a:close/>
                <a:moveTo>
                  <a:pt x="1727" y="1634"/>
                </a:moveTo>
                <a:lnTo>
                  <a:pt x="1711" y="1642"/>
                </a:lnTo>
                <a:lnTo>
                  <a:pt x="1698" y="1654"/>
                </a:lnTo>
                <a:lnTo>
                  <a:pt x="1693" y="1669"/>
                </a:lnTo>
                <a:lnTo>
                  <a:pt x="1695" y="1685"/>
                </a:lnTo>
                <a:lnTo>
                  <a:pt x="1696" y="1702"/>
                </a:lnTo>
                <a:lnTo>
                  <a:pt x="1693" y="1722"/>
                </a:lnTo>
                <a:lnTo>
                  <a:pt x="1680" y="1747"/>
                </a:lnTo>
                <a:lnTo>
                  <a:pt x="1662" y="1774"/>
                </a:lnTo>
                <a:lnTo>
                  <a:pt x="1636" y="1802"/>
                </a:lnTo>
                <a:lnTo>
                  <a:pt x="1605" y="1829"/>
                </a:lnTo>
                <a:lnTo>
                  <a:pt x="1575" y="1853"/>
                </a:lnTo>
                <a:lnTo>
                  <a:pt x="1544" y="1869"/>
                </a:lnTo>
                <a:lnTo>
                  <a:pt x="1515" y="1880"/>
                </a:lnTo>
                <a:lnTo>
                  <a:pt x="1509" y="1891"/>
                </a:lnTo>
                <a:lnTo>
                  <a:pt x="1505" y="1900"/>
                </a:lnTo>
                <a:lnTo>
                  <a:pt x="1504" y="1909"/>
                </a:lnTo>
                <a:lnTo>
                  <a:pt x="1507" y="1922"/>
                </a:lnTo>
                <a:lnTo>
                  <a:pt x="1524" y="1949"/>
                </a:lnTo>
                <a:lnTo>
                  <a:pt x="1549" y="1971"/>
                </a:lnTo>
                <a:lnTo>
                  <a:pt x="1580" y="1985"/>
                </a:lnTo>
                <a:lnTo>
                  <a:pt x="1616" y="1989"/>
                </a:lnTo>
                <a:lnTo>
                  <a:pt x="1629" y="1971"/>
                </a:lnTo>
                <a:lnTo>
                  <a:pt x="1635" y="1953"/>
                </a:lnTo>
                <a:lnTo>
                  <a:pt x="1638" y="1933"/>
                </a:lnTo>
                <a:lnTo>
                  <a:pt x="1647" y="1911"/>
                </a:lnTo>
                <a:lnTo>
                  <a:pt x="1675" y="1876"/>
                </a:lnTo>
                <a:lnTo>
                  <a:pt x="1698" y="1844"/>
                </a:lnTo>
                <a:lnTo>
                  <a:pt x="1722" y="1811"/>
                </a:lnTo>
                <a:lnTo>
                  <a:pt x="1749" y="1776"/>
                </a:lnTo>
                <a:lnTo>
                  <a:pt x="1765" y="1764"/>
                </a:lnTo>
                <a:lnTo>
                  <a:pt x="1784" y="1754"/>
                </a:lnTo>
                <a:lnTo>
                  <a:pt x="1804" y="1747"/>
                </a:lnTo>
                <a:lnTo>
                  <a:pt x="1822" y="1738"/>
                </a:lnTo>
                <a:lnTo>
                  <a:pt x="1838" y="1725"/>
                </a:lnTo>
                <a:lnTo>
                  <a:pt x="1842" y="1707"/>
                </a:lnTo>
                <a:lnTo>
                  <a:pt x="1829" y="1684"/>
                </a:lnTo>
                <a:lnTo>
                  <a:pt x="1811" y="1665"/>
                </a:lnTo>
                <a:lnTo>
                  <a:pt x="1787" y="1649"/>
                </a:lnTo>
                <a:lnTo>
                  <a:pt x="1760" y="1638"/>
                </a:lnTo>
                <a:lnTo>
                  <a:pt x="1727" y="1634"/>
                </a:lnTo>
                <a:close/>
                <a:moveTo>
                  <a:pt x="1887" y="1344"/>
                </a:moveTo>
                <a:lnTo>
                  <a:pt x="1869" y="1358"/>
                </a:lnTo>
                <a:lnTo>
                  <a:pt x="1860" y="1373"/>
                </a:lnTo>
                <a:lnTo>
                  <a:pt x="1860" y="1387"/>
                </a:lnTo>
                <a:lnTo>
                  <a:pt x="1867" y="1405"/>
                </a:lnTo>
                <a:lnTo>
                  <a:pt x="1880" y="1424"/>
                </a:lnTo>
                <a:lnTo>
                  <a:pt x="1825" y="1549"/>
                </a:lnTo>
                <a:lnTo>
                  <a:pt x="1815" y="1558"/>
                </a:lnTo>
                <a:lnTo>
                  <a:pt x="1798" y="1565"/>
                </a:lnTo>
                <a:lnTo>
                  <a:pt x="1784" y="1573"/>
                </a:lnTo>
                <a:lnTo>
                  <a:pt x="1771" y="1584"/>
                </a:lnTo>
                <a:lnTo>
                  <a:pt x="1765" y="1594"/>
                </a:lnTo>
                <a:lnTo>
                  <a:pt x="1780" y="1609"/>
                </a:lnTo>
                <a:lnTo>
                  <a:pt x="1798" y="1622"/>
                </a:lnTo>
                <a:lnTo>
                  <a:pt x="1820" y="1633"/>
                </a:lnTo>
                <a:lnTo>
                  <a:pt x="1842" y="1642"/>
                </a:lnTo>
                <a:lnTo>
                  <a:pt x="1867" y="1644"/>
                </a:lnTo>
                <a:lnTo>
                  <a:pt x="1891" y="1638"/>
                </a:lnTo>
                <a:lnTo>
                  <a:pt x="1893" y="1636"/>
                </a:lnTo>
                <a:lnTo>
                  <a:pt x="1895" y="1634"/>
                </a:lnTo>
                <a:lnTo>
                  <a:pt x="1895" y="1634"/>
                </a:lnTo>
                <a:lnTo>
                  <a:pt x="1896" y="1634"/>
                </a:lnTo>
                <a:lnTo>
                  <a:pt x="1896" y="1634"/>
                </a:lnTo>
                <a:lnTo>
                  <a:pt x="1896" y="1633"/>
                </a:lnTo>
                <a:lnTo>
                  <a:pt x="1898" y="1629"/>
                </a:lnTo>
                <a:lnTo>
                  <a:pt x="1902" y="1613"/>
                </a:lnTo>
                <a:lnTo>
                  <a:pt x="1900" y="1598"/>
                </a:lnTo>
                <a:lnTo>
                  <a:pt x="1896" y="1585"/>
                </a:lnTo>
                <a:lnTo>
                  <a:pt x="1893" y="1571"/>
                </a:lnTo>
                <a:lnTo>
                  <a:pt x="1893" y="1556"/>
                </a:lnTo>
                <a:lnTo>
                  <a:pt x="1933" y="1462"/>
                </a:lnTo>
                <a:lnTo>
                  <a:pt x="1944" y="1449"/>
                </a:lnTo>
                <a:lnTo>
                  <a:pt x="1956" y="1440"/>
                </a:lnTo>
                <a:lnTo>
                  <a:pt x="1971" y="1433"/>
                </a:lnTo>
                <a:lnTo>
                  <a:pt x="1985" y="1425"/>
                </a:lnTo>
                <a:lnTo>
                  <a:pt x="1998" y="1414"/>
                </a:lnTo>
                <a:lnTo>
                  <a:pt x="2007" y="1400"/>
                </a:lnTo>
                <a:lnTo>
                  <a:pt x="2013" y="1387"/>
                </a:lnTo>
                <a:lnTo>
                  <a:pt x="1991" y="1371"/>
                </a:lnTo>
                <a:lnTo>
                  <a:pt x="1971" y="1360"/>
                </a:lnTo>
                <a:lnTo>
                  <a:pt x="1947" y="1351"/>
                </a:lnTo>
                <a:lnTo>
                  <a:pt x="1918" y="1345"/>
                </a:lnTo>
                <a:lnTo>
                  <a:pt x="1887" y="1344"/>
                </a:lnTo>
                <a:close/>
                <a:moveTo>
                  <a:pt x="1435" y="1336"/>
                </a:moveTo>
                <a:lnTo>
                  <a:pt x="1396" y="1353"/>
                </a:lnTo>
                <a:lnTo>
                  <a:pt x="1380" y="1365"/>
                </a:lnTo>
                <a:lnTo>
                  <a:pt x="1369" y="1384"/>
                </a:lnTo>
                <a:lnTo>
                  <a:pt x="1365" y="1407"/>
                </a:lnTo>
                <a:lnTo>
                  <a:pt x="1369" y="1434"/>
                </a:lnTo>
                <a:lnTo>
                  <a:pt x="1380" y="1484"/>
                </a:lnTo>
                <a:lnTo>
                  <a:pt x="1385" y="1527"/>
                </a:lnTo>
                <a:lnTo>
                  <a:pt x="1385" y="1567"/>
                </a:lnTo>
                <a:lnTo>
                  <a:pt x="1382" y="1605"/>
                </a:lnTo>
                <a:lnTo>
                  <a:pt x="1375" y="1644"/>
                </a:lnTo>
                <a:lnTo>
                  <a:pt x="1365" y="1680"/>
                </a:lnTo>
                <a:lnTo>
                  <a:pt x="1356" y="1720"/>
                </a:lnTo>
                <a:lnTo>
                  <a:pt x="1345" y="1762"/>
                </a:lnTo>
                <a:lnTo>
                  <a:pt x="1335" y="1805"/>
                </a:lnTo>
                <a:lnTo>
                  <a:pt x="1315" y="1818"/>
                </a:lnTo>
                <a:lnTo>
                  <a:pt x="1289" y="1784"/>
                </a:lnTo>
                <a:lnTo>
                  <a:pt x="1275" y="1747"/>
                </a:lnTo>
                <a:lnTo>
                  <a:pt x="1265" y="1709"/>
                </a:lnTo>
                <a:lnTo>
                  <a:pt x="1264" y="1669"/>
                </a:lnTo>
                <a:lnTo>
                  <a:pt x="1265" y="1627"/>
                </a:lnTo>
                <a:lnTo>
                  <a:pt x="1271" y="1585"/>
                </a:lnTo>
                <a:lnTo>
                  <a:pt x="1276" y="1544"/>
                </a:lnTo>
                <a:lnTo>
                  <a:pt x="1284" y="1504"/>
                </a:lnTo>
                <a:lnTo>
                  <a:pt x="1289" y="1465"/>
                </a:lnTo>
                <a:lnTo>
                  <a:pt x="1291" y="1427"/>
                </a:lnTo>
                <a:lnTo>
                  <a:pt x="1289" y="1393"/>
                </a:lnTo>
                <a:lnTo>
                  <a:pt x="1282" y="1360"/>
                </a:lnTo>
                <a:lnTo>
                  <a:pt x="1264" y="1351"/>
                </a:lnTo>
                <a:lnTo>
                  <a:pt x="1240" y="1345"/>
                </a:lnTo>
                <a:lnTo>
                  <a:pt x="1216" y="1344"/>
                </a:lnTo>
                <a:lnTo>
                  <a:pt x="1191" y="1347"/>
                </a:lnTo>
                <a:lnTo>
                  <a:pt x="1169" y="1356"/>
                </a:lnTo>
                <a:lnTo>
                  <a:pt x="1149" y="1371"/>
                </a:lnTo>
                <a:lnTo>
                  <a:pt x="1135" y="1391"/>
                </a:lnTo>
                <a:lnTo>
                  <a:pt x="1138" y="1418"/>
                </a:lnTo>
                <a:lnTo>
                  <a:pt x="1147" y="1440"/>
                </a:lnTo>
                <a:lnTo>
                  <a:pt x="1158" y="1454"/>
                </a:lnTo>
                <a:lnTo>
                  <a:pt x="1171" y="1469"/>
                </a:lnTo>
                <a:lnTo>
                  <a:pt x="1184" y="1484"/>
                </a:lnTo>
                <a:lnTo>
                  <a:pt x="1193" y="1502"/>
                </a:lnTo>
                <a:lnTo>
                  <a:pt x="1204" y="1534"/>
                </a:lnTo>
                <a:lnTo>
                  <a:pt x="1211" y="1574"/>
                </a:lnTo>
                <a:lnTo>
                  <a:pt x="1213" y="1616"/>
                </a:lnTo>
                <a:lnTo>
                  <a:pt x="1211" y="1660"/>
                </a:lnTo>
                <a:lnTo>
                  <a:pt x="1207" y="1704"/>
                </a:lnTo>
                <a:lnTo>
                  <a:pt x="1202" y="1744"/>
                </a:lnTo>
                <a:lnTo>
                  <a:pt x="1195" y="1780"/>
                </a:lnTo>
                <a:lnTo>
                  <a:pt x="1185" y="1809"/>
                </a:lnTo>
                <a:lnTo>
                  <a:pt x="1178" y="1813"/>
                </a:lnTo>
                <a:lnTo>
                  <a:pt x="1149" y="1791"/>
                </a:lnTo>
                <a:lnTo>
                  <a:pt x="1127" y="1764"/>
                </a:lnTo>
                <a:lnTo>
                  <a:pt x="1111" y="1734"/>
                </a:lnTo>
                <a:lnTo>
                  <a:pt x="1102" y="1700"/>
                </a:lnTo>
                <a:lnTo>
                  <a:pt x="1095" y="1665"/>
                </a:lnTo>
                <a:lnTo>
                  <a:pt x="1091" y="1627"/>
                </a:lnTo>
                <a:lnTo>
                  <a:pt x="1089" y="1587"/>
                </a:lnTo>
                <a:lnTo>
                  <a:pt x="1087" y="1547"/>
                </a:lnTo>
                <a:lnTo>
                  <a:pt x="1085" y="1507"/>
                </a:lnTo>
                <a:lnTo>
                  <a:pt x="1082" y="1467"/>
                </a:lnTo>
                <a:lnTo>
                  <a:pt x="1075" y="1427"/>
                </a:lnTo>
                <a:lnTo>
                  <a:pt x="1058" y="1420"/>
                </a:lnTo>
                <a:lnTo>
                  <a:pt x="1038" y="1416"/>
                </a:lnTo>
                <a:lnTo>
                  <a:pt x="1015" y="1420"/>
                </a:lnTo>
                <a:lnTo>
                  <a:pt x="991" y="1425"/>
                </a:lnTo>
                <a:lnTo>
                  <a:pt x="969" y="1434"/>
                </a:lnTo>
                <a:lnTo>
                  <a:pt x="953" y="1444"/>
                </a:lnTo>
                <a:lnTo>
                  <a:pt x="947" y="1453"/>
                </a:lnTo>
                <a:lnTo>
                  <a:pt x="947" y="1469"/>
                </a:lnTo>
                <a:lnTo>
                  <a:pt x="955" y="1491"/>
                </a:lnTo>
                <a:lnTo>
                  <a:pt x="965" y="1514"/>
                </a:lnTo>
                <a:lnTo>
                  <a:pt x="980" y="1544"/>
                </a:lnTo>
                <a:lnTo>
                  <a:pt x="998" y="1573"/>
                </a:lnTo>
                <a:lnTo>
                  <a:pt x="1016" y="1605"/>
                </a:lnTo>
                <a:lnTo>
                  <a:pt x="1033" y="1638"/>
                </a:lnTo>
                <a:lnTo>
                  <a:pt x="1049" y="1673"/>
                </a:lnTo>
                <a:lnTo>
                  <a:pt x="1062" y="1705"/>
                </a:lnTo>
                <a:lnTo>
                  <a:pt x="1071" y="1738"/>
                </a:lnTo>
                <a:lnTo>
                  <a:pt x="1075" y="1769"/>
                </a:lnTo>
                <a:lnTo>
                  <a:pt x="1073" y="1796"/>
                </a:lnTo>
                <a:lnTo>
                  <a:pt x="1062" y="1822"/>
                </a:lnTo>
                <a:lnTo>
                  <a:pt x="1058" y="1825"/>
                </a:lnTo>
                <a:lnTo>
                  <a:pt x="1056" y="1827"/>
                </a:lnTo>
                <a:lnTo>
                  <a:pt x="1055" y="1829"/>
                </a:lnTo>
                <a:lnTo>
                  <a:pt x="1053" y="1829"/>
                </a:lnTo>
                <a:lnTo>
                  <a:pt x="1051" y="1831"/>
                </a:lnTo>
                <a:lnTo>
                  <a:pt x="1047" y="1831"/>
                </a:lnTo>
                <a:lnTo>
                  <a:pt x="1042" y="1833"/>
                </a:lnTo>
                <a:lnTo>
                  <a:pt x="1015" y="1814"/>
                </a:lnTo>
                <a:lnTo>
                  <a:pt x="995" y="1791"/>
                </a:lnTo>
                <a:lnTo>
                  <a:pt x="980" y="1764"/>
                </a:lnTo>
                <a:lnTo>
                  <a:pt x="969" y="1733"/>
                </a:lnTo>
                <a:lnTo>
                  <a:pt x="960" y="1700"/>
                </a:lnTo>
                <a:lnTo>
                  <a:pt x="953" y="1665"/>
                </a:lnTo>
                <a:lnTo>
                  <a:pt x="947" y="1631"/>
                </a:lnTo>
                <a:lnTo>
                  <a:pt x="940" y="1596"/>
                </a:lnTo>
                <a:lnTo>
                  <a:pt x="931" y="1564"/>
                </a:lnTo>
                <a:lnTo>
                  <a:pt x="920" y="1533"/>
                </a:lnTo>
                <a:lnTo>
                  <a:pt x="904" y="1505"/>
                </a:lnTo>
                <a:lnTo>
                  <a:pt x="871" y="1500"/>
                </a:lnTo>
                <a:lnTo>
                  <a:pt x="840" y="1502"/>
                </a:lnTo>
                <a:lnTo>
                  <a:pt x="807" y="1505"/>
                </a:lnTo>
                <a:lnTo>
                  <a:pt x="798" y="1527"/>
                </a:lnTo>
                <a:lnTo>
                  <a:pt x="800" y="1549"/>
                </a:lnTo>
                <a:lnTo>
                  <a:pt x="807" y="1569"/>
                </a:lnTo>
                <a:lnTo>
                  <a:pt x="822" y="1587"/>
                </a:lnTo>
                <a:lnTo>
                  <a:pt x="849" y="1618"/>
                </a:lnTo>
                <a:lnTo>
                  <a:pt x="876" y="1649"/>
                </a:lnTo>
                <a:lnTo>
                  <a:pt x="902" y="1680"/>
                </a:lnTo>
                <a:lnTo>
                  <a:pt x="925" y="1716"/>
                </a:lnTo>
                <a:lnTo>
                  <a:pt x="945" y="1756"/>
                </a:lnTo>
                <a:lnTo>
                  <a:pt x="985" y="1920"/>
                </a:lnTo>
                <a:lnTo>
                  <a:pt x="989" y="1925"/>
                </a:lnTo>
                <a:lnTo>
                  <a:pt x="995" y="1929"/>
                </a:lnTo>
                <a:lnTo>
                  <a:pt x="1000" y="1933"/>
                </a:lnTo>
                <a:lnTo>
                  <a:pt x="1005" y="1934"/>
                </a:lnTo>
                <a:lnTo>
                  <a:pt x="1013" y="1938"/>
                </a:lnTo>
                <a:lnTo>
                  <a:pt x="1064" y="1925"/>
                </a:lnTo>
                <a:lnTo>
                  <a:pt x="1115" y="1913"/>
                </a:lnTo>
                <a:lnTo>
                  <a:pt x="1169" y="1900"/>
                </a:lnTo>
                <a:lnTo>
                  <a:pt x="1216" y="1894"/>
                </a:lnTo>
                <a:lnTo>
                  <a:pt x="1267" y="1893"/>
                </a:lnTo>
                <a:lnTo>
                  <a:pt x="1316" y="1891"/>
                </a:lnTo>
                <a:lnTo>
                  <a:pt x="1365" y="1889"/>
                </a:lnTo>
                <a:lnTo>
                  <a:pt x="1409" y="1884"/>
                </a:lnTo>
                <a:lnTo>
                  <a:pt x="1451" y="1874"/>
                </a:lnTo>
                <a:lnTo>
                  <a:pt x="1453" y="1836"/>
                </a:lnTo>
                <a:lnTo>
                  <a:pt x="1451" y="1796"/>
                </a:lnTo>
                <a:lnTo>
                  <a:pt x="1444" y="1754"/>
                </a:lnTo>
                <a:lnTo>
                  <a:pt x="1438" y="1709"/>
                </a:lnTo>
                <a:lnTo>
                  <a:pt x="1438" y="1662"/>
                </a:lnTo>
                <a:lnTo>
                  <a:pt x="1444" y="1611"/>
                </a:lnTo>
                <a:lnTo>
                  <a:pt x="1453" y="1582"/>
                </a:lnTo>
                <a:lnTo>
                  <a:pt x="1465" y="1551"/>
                </a:lnTo>
                <a:lnTo>
                  <a:pt x="1480" y="1520"/>
                </a:lnTo>
                <a:lnTo>
                  <a:pt x="1495" y="1487"/>
                </a:lnTo>
                <a:lnTo>
                  <a:pt x="1507" y="1456"/>
                </a:lnTo>
                <a:lnTo>
                  <a:pt x="1516" y="1424"/>
                </a:lnTo>
                <a:lnTo>
                  <a:pt x="1522" y="1393"/>
                </a:lnTo>
                <a:lnTo>
                  <a:pt x="1518" y="1364"/>
                </a:lnTo>
                <a:lnTo>
                  <a:pt x="1505" y="1344"/>
                </a:lnTo>
                <a:lnTo>
                  <a:pt x="1435" y="1336"/>
                </a:lnTo>
                <a:close/>
                <a:moveTo>
                  <a:pt x="695" y="1220"/>
                </a:moveTo>
                <a:lnTo>
                  <a:pt x="675" y="1233"/>
                </a:lnTo>
                <a:lnTo>
                  <a:pt x="655" y="1244"/>
                </a:lnTo>
                <a:lnTo>
                  <a:pt x="638" y="1256"/>
                </a:lnTo>
                <a:lnTo>
                  <a:pt x="622" y="1271"/>
                </a:lnTo>
                <a:lnTo>
                  <a:pt x="611" y="1293"/>
                </a:lnTo>
                <a:lnTo>
                  <a:pt x="689" y="1353"/>
                </a:lnTo>
                <a:lnTo>
                  <a:pt x="745" y="1420"/>
                </a:lnTo>
                <a:lnTo>
                  <a:pt x="740" y="1478"/>
                </a:lnTo>
                <a:lnTo>
                  <a:pt x="762" y="1485"/>
                </a:lnTo>
                <a:lnTo>
                  <a:pt x="785" y="1484"/>
                </a:lnTo>
                <a:lnTo>
                  <a:pt x="807" y="1474"/>
                </a:lnTo>
                <a:lnTo>
                  <a:pt x="827" y="1462"/>
                </a:lnTo>
                <a:lnTo>
                  <a:pt x="844" y="1444"/>
                </a:lnTo>
                <a:lnTo>
                  <a:pt x="856" y="1427"/>
                </a:lnTo>
                <a:lnTo>
                  <a:pt x="844" y="1413"/>
                </a:lnTo>
                <a:lnTo>
                  <a:pt x="831" y="1405"/>
                </a:lnTo>
                <a:lnTo>
                  <a:pt x="816" y="1398"/>
                </a:lnTo>
                <a:lnTo>
                  <a:pt x="800" y="1393"/>
                </a:lnTo>
                <a:lnTo>
                  <a:pt x="784" y="1384"/>
                </a:lnTo>
                <a:lnTo>
                  <a:pt x="765" y="1365"/>
                </a:lnTo>
                <a:lnTo>
                  <a:pt x="751" y="1342"/>
                </a:lnTo>
                <a:lnTo>
                  <a:pt x="742" y="1316"/>
                </a:lnTo>
                <a:lnTo>
                  <a:pt x="736" y="1287"/>
                </a:lnTo>
                <a:lnTo>
                  <a:pt x="731" y="1258"/>
                </a:lnTo>
                <a:lnTo>
                  <a:pt x="725" y="1233"/>
                </a:lnTo>
                <a:lnTo>
                  <a:pt x="695" y="1220"/>
                </a:lnTo>
                <a:close/>
                <a:moveTo>
                  <a:pt x="1940" y="1136"/>
                </a:moveTo>
                <a:lnTo>
                  <a:pt x="1925" y="1156"/>
                </a:lnTo>
                <a:lnTo>
                  <a:pt x="1915" y="1184"/>
                </a:lnTo>
                <a:lnTo>
                  <a:pt x="1909" y="1214"/>
                </a:lnTo>
                <a:lnTo>
                  <a:pt x="1905" y="1244"/>
                </a:lnTo>
                <a:lnTo>
                  <a:pt x="1904" y="1274"/>
                </a:lnTo>
                <a:lnTo>
                  <a:pt x="1905" y="1300"/>
                </a:lnTo>
                <a:lnTo>
                  <a:pt x="1925" y="1316"/>
                </a:lnTo>
                <a:lnTo>
                  <a:pt x="1964" y="1316"/>
                </a:lnTo>
                <a:lnTo>
                  <a:pt x="1978" y="1304"/>
                </a:lnTo>
                <a:lnTo>
                  <a:pt x="1987" y="1285"/>
                </a:lnTo>
                <a:lnTo>
                  <a:pt x="1991" y="1265"/>
                </a:lnTo>
                <a:lnTo>
                  <a:pt x="1991" y="1242"/>
                </a:lnTo>
                <a:lnTo>
                  <a:pt x="1987" y="1218"/>
                </a:lnTo>
                <a:lnTo>
                  <a:pt x="1984" y="1194"/>
                </a:lnTo>
                <a:lnTo>
                  <a:pt x="1978" y="1173"/>
                </a:lnTo>
                <a:lnTo>
                  <a:pt x="1973" y="1153"/>
                </a:lnTo>
                <a:lnTo>
                  <a:pt x="1940" y="1136"/>
                </a:lnTo>
                <a:close/>
                <a:moveTo>
                  <a:pt x="887" y="1062"/>
                </a:moveTo>
                <a:lnTo>
                  <a:pt x="865" y="1078"/>
                </a:lnTo>
                <a:lnTo>
                  <a:pt x="853" y="1094"/>
                </a:lnTo>
                <a:lnTo>
                  <a:pt x="847" y="1109"/>
                </a:lnTo>
                <a:lnTo>
                  <a:pt x="849" y="1122"/>
                </a:lnTo>
                <a:lnTo>
                  <a:pt x="856" y="1136"/>
                </a:lnTo>
                <a:lnTo>
                  <a:pt x="865" y="1151"/>
                </a:lnTo>
                <a:lnTo>
                  <a:pt x="878" y="1165"/>
                </a:lnTo>
                <a:lnTo>
                  <a:pt x="893" y="1182"/>
                </a:lnTo>
                <a:lnTo>
                  <a:pt x="905" y="1200"/>
                </a:lnTo>
                <a:lnTo>
                  <a:pt x="916" y="1220"/>
                </a:lnTo>
                <a:lnTo>
                  <a:pt x="925" y="1240"/>
                </a:lnTo>
                <a:lnTo>
                  <a:pt x="927" y="1267"/>
                </a:lnTo>
                <a:lnTo>
                  <a:pt x="925" y="1293"/>
                </a:lnTo>
                <a:lnTo>
                  <a:pt x="920" y="1316"/>
                </a:lnTo>
                <a:lnTo>
                  <a:pt x="916" y="1338"/>
                </a:lnTo>
                <a:lnTo>
                  <a:pt x="916" y="1358"/>
                </a:lnTo>
                <a:lnTo>
                  <a:pt x="922" y="1376"/>
                </a:lnTo>
                <a:lnTo>
                  <a:pt x="925" y="1380"/>
                </a:lnTo>
                <a:lnTo>
                  <a:pt x="929" y="1384"/>
                </a:lnTo>
                <a:lnTo>
                  <a:pt x="933" y="1387"/>
                </a:lnTo>
                <a:lnTo>
                  <a:pt x="936" y="1389"/>
                </a:lnTo>
                <a:lnTo>
                  <a:pt x="940" y="1389"/>
                </a:lnTo>
                <a:lnTo>
                  <a:pt x="947" y="1391"/>
                </a:lnTo>
                <a:lnTo>
                  <a:pt x="971" y="1393"/>
                </a:lnTo>
                <a:lnTo>
                  <a:pt x="993" y="1387"/>
                </a:lnTo>
                <a:lnTo>
                  <a:pt x="1011" y="1374"/>
                </a:lnTo>
                <a:lnTo>
                  <a:pt x="1025" y="1358"/>
                </a:lnTo>
                <a:lnTo>
                  <a:pt x="1036" y="1340"/>
                </a:lnTo>
                <a:lnTo>
                  <a:pt x="1020" y="1318"/>
                </a:lnTo>
                <a:lnTo>
                  <a:pt x="1005" y="1300"/>
                </a:lnTo>
                <a:lnTo>
                  <a:pt x="989" y="1282"/>
                </a:lnTo>
                <a:lnTo>
                  <a:pt x="976" y="1260"/>
                </a:lnTo>
                <a:lnTo>
                  <a:pt x="964" y="1236"/>
                </a:lnTo>
                <a:lnTo>
                  <a:pt x="955" y="1204"/>
                </a:lnTo>
                <a:lnTo>
                  <a:pt x="951" y="1180"/>
                </a:lnTo>
                <a:lnTo>
                  <a:pt x="955" y="1158"/>
                </a:lnTo>
                <a:lnTo>
                  <a:pt x="958" y="1140"/>
                </a:lnTo>
                <a:lnTo>
                  <a:pt x="964" y="1122"/>
                </a:lnTo>
                <a:lnTo>
                  <a:pt x="965" y="1105"/>
                </a:lnTo>
                <a:lnTo>
                  <a:pt x="960" y="1087"/>
                </a:lnTo>
                <a:lnTo>
                  <a:pt x="949" y="1074"/>
                </a:lnTo>
                <a:lnTo>
                  <a:pt x="933" y="1065"/>
                </a:lnTo>
                <a:lnTo>
                  <a:pt x="913" y="1064"/>
                </a:lnTo>
                <a:lnTo>
                  <a:pt x="887" y="1062"/>
                </a:lnTo>
                <a:close/>
                <a:moveTo>
                  <a:pt x="560" y="1009"/>
                </a:moveTo>
                <a:lnTo>
                  <a:pt x="544" y="1018"/>
                </a:lnTo>
                <a:lnTo>
                  <a:pt x="529" y="1027"/>
                </a:lnTo>
                <a:lnTo>
                  <a:pt x="516" y="1036"/>
                </a:lnTo>
                <a:lnTo>
                  <a:pt x="505" y="1051"/>
                </a:lnTo>
                <a:lnTo>
                  <a:pt x="591" y="1156"/>
                </a:lnTo>
                <a:lnTo>
                  <a:pt x="593" y="1171"/>
                </a:lnTo>
                <a:lnTo>
                  <a:pt x="593" y="1184"/>
                </a:lnTo>
                <a:lnTo>
                  <a:pt x="591" y="1196"/>
                </a:lnTo>
                <a:lnTo>
                  <a:pt x="589" y="1207"/>
                </a:lnTo>
                <a:lnTo>
                  <a:pt x="593" y="1220"/>
                </a:lnTo>
                <a:lnTo>
                  <a:pt x="656" y="1204"/>
                </a:lnTo>
                <a:lnTo>
                  <a:pt x="673" y="1173"/>
                </a:lnTo>
                <a:lnTo>
                  <a:pt x="647" y="1154"/>
                </a:lnTo>
                <a:lnTo>
                  <a:pt x="627" y="1136"/>
                </a:lnTo>
                <a:lnTo>
                  <a:pt x="615" y="1114"/>
                </a:lnTo>
                <a:lnTo>
                  <a:pt x="605" y="1091"/>
                </a:lnTo>
                <a:lnTo>
                  <a:pt x="600" y="1060"/>
                </a:lnTo>
                <a:lnTo>
                  <a:pt x="598" y="1022"/>
                </a:lnTo>
                <a:lnTo>
                  <a:pt x="585" y="1014"/>
                </a:lnTo>
                <a:lnTo>
                  <a:pt x="560" y="1009"/>
                </a:lnTo>
                <a:close/>
                <a:moveTo>
                  <a:pt x="1445" y="969"/>
                </a:moveTo>
                <a:lnTo>
                  <a:pt x="1429" y="976"/>
                </a:lnTo>
                <a:lnTo>
                  <a:pt x="1416" y="980"/>
                </a:lnTo>
                <a:lnTo>
                  <a:pt x="1416" y="1016"/>
                </a:lnTo>
                <a:lnTo>
                  <a:pt x="1420" y="1045"/>
                </a:lnTo>
                <a:lnTo>
                  <a:pt x="1424" y="1073"/>
                </a:lnTo>
                <a:lnTo>
                  <a:pt x="1427" y="1096"/>
                </a:lnTo>
                <a:lnTo>
                  <a:pt x="1429" y="1118"/>
                </a:lnTo>
                <a:lnTo>
                  <a:pt x="1429" y="1142"/>
                </a:lnTo>
                <a:lnTo>
                  <a:pt x="1425" y="1165"/>
                </a:lnTo>
                <a:lnTo>
                  <a:pt x="1418" y="1191"/>
                </a:lnTo>
                <a:lnTo>
                  <a:pt x="1405" y="1220"/>
                </a:lnTo>
                <a:lnTo>
                  <a:pt x="1387" y="1253"/>
                </a:lnTo>
                <a:lnTo>
                  <a:pt x="1387" y="1276"/>
                </a:lnTo>
                <a:lnTo>
                  <a:pt x="1398" y="1285"/>
                </a:lnTo>
                <a:lnTo>
                  <a:pt x="1415" y="1294"/>
                </a:lnTo>
                <a:lnTo>
                  <a:pt x="1435" y="1302"/>
                </a:lnTo>
                <a:lnTo>
                  <a:pt x="1458" y="1305"/>
                </a:lnTo>
                <a:lnTo>
                  <a:pt x="1482" y="1309"/>
                </a:lnTo>
                <a:lnTo>
                  <a:pt x="1504" y="1309"/>
                </a:lnTo>
                <a:lnTo>
                  <a:pt x="1520" y="1305"/>
                </a:lnTo>
                <a:lnTo>
                  <a:pt x="1533" y="1296"/>
                </a:lnTo>
                <a:lnTo>
                  <a:pt x="1536" y="1282"/>
                </a:lnTo>
                <a:lnTo>
                  <a:pt x="1535" y="1265"/>
                </a:lnTo>
                <a:lnTo>
                  <a:pt x="1527" y="1249"/>
                </a:lnTo>
                <a:lnTo>
                  <a:pt x="1518" y="1231"/>
                </a:lnTo>
                <a:lnTo>
                  <a:pt x="1509" y="1213"/>
                </a:lnTo>
                <a:lnTo>
                  <a:pt x="1502" y="1196"/>
                </a:lnTo>
                <a:lnTo>
                  <a:pt x="1498" y="1180"/>
                </a:lnTo>
                <a:lnTo>
                  <a:pt x="1502" y="1160"/>
                </a:lnTo>
                <a:lnTo>
                  <a:pt x="1509" y="1136"/>
                </a:lnTo>
                <a:lnTo>
                  <a:pt x="1518" y="1111"/>
                </a:lnTo>
                <a:lnTo>
                  <a:pt x="1527" y="1087"/>
                </a:lnTo>
                <a:lnTo>
                  <a:pt x="1536" y="1062"/>
                </a:lnTo>
                <a:lnTo>
                  <a:pt x="1545" y="1040"/>
                </a:lnTo>
                <a:lnTo>
                  <a:pt x="1553" y="1022"/>
                </a:lnTo>
                <a:lnTo>
                  <a:pt x="1556" y="1009"/>
                </a:lnTo>
                <a:lnTo>
                  <a:pt x="1556" y="1002"/>
                </a:lnTo>
                <a:lnTo>
                  <a:pt x="1544" y="987"/>
                </a:lnTo>
                <a:lnTo>
                  <a:pt x="1524" y="978"/>
                </a:lnTo>
                <a:lnTo>
                  <a:pt x="1498" y="973"/>
                </a:lnTo>
                <a:lnTo>
                  <a:pt x="1471" y="971"/>
                </a:lnTo>
                <a:lnTo>
                  <a:pt x="1445" y="969"/>
                </a:lnTo>
                <a:close/>
                <a:moveTo>
                  <a:pt x="1178" y="964"/>
                </a:moveTo>
                <a:lnTo>
                  <a:pt x="1127" y="976"/>
                </a:lnTo>
                <a:lnTo>
                  <a:pt x="1122" y="993"/>
                </a:lnTo>
                <a:lnTo>
                  <a:pt x="1122" y="1014"/>
                </a:lnTo>
                <a:lnTo>
                  <a:pt x="1125" y="1040"/>
                </a:lnTo>
                <a:lnTo>
                  <a:pt x="1133" y="1067"/>
                </a:lnTo>
                <a:lnTo>
                  <a:pt x="1142" y="1094"/>
                </a:lnTo>
                <a:lnTo>
                  <a:pt x="1149" y="1124"/>
                </a:lnTo>
                <a:lnTo>
                  <a:pt x="1156" y="1151"/>
                </a:lnTo>
                <a:lnTo>
                  <a:pt x="1162" y="1178"/>
                </a:lnTo>
                <a:lnTo>
                  <a:pt x="1162" y="1200"/>
                </a:lnTo>
                <a:lnTo>
                  <a:pt x="1160" y="1216"/>
                </a:lnTo>
                <a:lnTo>
                  <a:pt x="1153" y="1229"/>
                </a:lnTo>
                <a:lnTo>
                  <a:pt x="1144" y="1240"/>
                </a:lnTo>
                <a:lnTo>
                  <a:pt x="1135" y="1251"/>
                </a:lnTo>
                <a:lnTo>
                  <a:pt x="1127" y="1264"/>
                </a:lnTo>
                <a:lnTo>
                  <a:pt x="1125" y="1284"/>
                </a:lnTo>
                <a:lnTo>
                  <a:pt x="1144" y="1293"/>
                </a:lnTo>
                <a:lnTo>
                  <a:pt x="1165" y="1298"/>
                </a:lnTo>
                <a:lnTo>
                  <a:pt x="1191" y="1302"/>
                </a:lnTo>
                <a:lnTo>
                  <a:pt x="1216" y="1304"/>
                </a:lnTo>
                <a:lnTo>
                  <a:pt x="1240" y="1300"/>
                </a:lnTo>
                <a:lnTo>
                  <a:pt x="1260" y="1293"/>
                </a:lnTo>
                <a:lnTo>
                  <a:pt x="1273" y="1284"/>
                </a:lnTo>
                <a:lnTo>
                  <a:pt x="1269" y="1260"/>
                </a:lnTo>
                <a:lnTo>
                  <a:pt x="1262" y="1242"/>
                </a:lnTo>
                <a:lnTo>
                  <a:pt x="1253" y="1224"/>
                </a:lnTo>
                <a:lnTo>
                  <a:pt x="1242" y="1207"/>
                </a:lnTo>
                <a:lnTo>
                  <a:pt x="1233" y="1189"/>
                </a:lnTo>
                <a:lnTo>
                  <a:pt x="1227" y="1167"/>
                </a:lnTo>
                <a:lnTo>
                  <a:pt x="1222" y="1136"/>
                </a:lnTo>
                <a:lnTo>
                  <a:pt x="1224" y="1107"/>
                </a:lnTo>
                <a:lnTo>
                  <a:pt x="1229" y="1082"/>
                </a:lnTo>
                <a:lnTo>
                  <a:pt x="1238" y="1058"/>
                </a:lnTo>
                <a:lnTo>
                  <a:pt x="1247" y="1036"/>
                </a:lnTo>
                <a:lnTo>
                  <a:pt x="1258" y="1014"/>
                </a:lnTo>
                <a:lnTo>
                  <a:pt x="1265" y="993"/>
                </a:lnTo>
                <a:lnTo>
                  <a:pt x="1260" y="985"/>
                </a:lnTo>
                <a:lnTo>
                  <a:pt x="1178" y="964"/>
                </a:lnTo>
                <a:close/>
                <a:moveTo>
                  <a:pt x="493" y="804"/>
                </a:moveTo>
                <a:lnTo>
                  <a:pt x="480" y="820"/>
                </a:lnTo>
                <a:lnTo>
                  <a:pt x="491" y="902"/>
                </a:lnTo>
                <a:lnTo>
                  <a:pt x="489" y="916"/>
                </a:lnTo>
                <a:lnTo>
                  <a:pt x="484" y="927"/>
                </a:lnTo>
                <a:lnTo>
                  <a:pt x="480" y="940"/>
                </a:lnTo>
                <a:lnTo>
                  <a:pt x="480" y="956"/>
                </a:lnTo>
                <a:lnTo>
                  <a:pt x="507" y="967"/>
                </a:lnTo>
                <a:lnTo>
                  <a:pt x="533" y="969"/>
                </a:lnTo>
                <a:lnTo>
                  <a:pt x="564" y="964"/>
                </a:lnTo>
                <a:lnTo>
                  <a:pt x="575" y="947"/>
                </a:lnTo>
                <a:lnTo>
                  <a:pt x="569" y="934"/>
                </a:lnTo>
                <a:lnTo>
                  <a:pt x="562" y="925"/>
                </a:lnTo>
                <a:lnTo>
                  <a:pt x="555" y="918"/>
                </a:lnTo>
                <a:lnTo>
                  <a:pt x="545" y="911"/>
                </a:lnTo>
                <a:lnTo>
                  <a:pt x="540" y="902"/>
                </a:lnTo>
                <a:lnTo>
                  <a:pt x="527" y="811"/>
                </a:lnTo>
                <a:lnTo>
                  <a:pt x="518" y="807"/>
                </a:lnTo>
                <a:lnTo>
                  <a:pt x="507" y="804"/>
                </a:lnTo>
                <a:lnTo>
                  <a:pt x="493" y="804"/>
                </a:lnTo>
                <a:close/>
                <a:moveTo>
                  <a:pt x="822" y="798"/>
                </a:moveTo>
                <a:lnTo>
                  <a:pt x="765" y="814"/>
                </a:lnTo>
                <a:lnTo>
                  <a:pt x="758" y="820"/>
                </a:lnTo>
                <a:lnTo>
                  <a:pt x="764" y="847"/>
                </a:lnTo>
                <a:lnTo>
                  <a:pt x="773" y="871"/>
                </a:lnTo>
                <a:lnTo>
                  <a:pt x="782" y="894"/>
                </a:lnTo>
                <a:lnTo>
                  <a:pt x="791" y="916"/>
                </a:lnTo>
                <a:lnTo>
                  <a:pt x="798" y="938"/>
                </a:lnTo>
                <a:lnTo>
                  <a:pt x="804" y="962"/>
                </a:lnTo>
                <a:lnTo>
                  <a:pt x="804" y="987"/>
                </a:lnTo>
                <a:lnTo>
                  <a:pt x="796" y="1018"/>
                </a:lnTo>
                <a:lnTo>
                  <a:pt x="796" y="1022"/>
                </a:lnTo>
                <a:lnTo>
                  <a:pt x="824" y="1029"/>
                </a:lnTo>
                <a:lnTo>
                  <a:pt x="849" y="1025"/>
                </a:lnTo>
                <a:lnTo>
                  <a:pt x="875" y="1016"/>
                </a:lnTo>
                <a:lnTo>
                  <a:pt x="895" y="1005"/>
                </a:lnTo>
                <a:lnTo>
                  <a:pt x="895" y="998"/>
                </a:lnTo>
                <a:lnTo>
                  <a:pt x="876" y="971"/>
                </a:lnTo>
                <a:lnTo>
                  <a:pt x="864" y="949"/>
                </a:lnTo>
                <a:lnTo>
                  <a:pt x="855" y="927"/>
                </a:lnTo>
                <a:lnTo>
                  <a:pt x="851" y="905"/>
                </a:lnTo>
                <a:lnTo>
                  <a:pt x="851" y="880"/>
                </a:lnTo>
                <a:lnTo>
                  <a:pt x="851" y="849"/>
                </a:lnTo>
                <a:lnTo>
                  <a:pt x="853" y="811"/>
                </a:lnTo>
                <a:lnTo>
                  <a:pt x="822" y="798"/>
                </a:lnTo>
                <a:close/>
                <a:moveTo>
                  <a:pt x="1515" y="644"/>
                </a:moveTo>
                <a:lnTo>
                  <a:pt x="1480" y="651"/>
                </a:lnTo>
                <a:lnTo>
                  <a:pt x="1475" y="669"/>
                </a:lnTo>
                <a:lnTo>
                  <a:pt x="1475" y="682"/>
                </a:lnTo>
                <a:lnTo>
                  <a:pt x="1478" y="696"/>
                </a:lnTo>
                <a:lnTo>
                  <a:pt x="1484" y="711"/>
                </a:lnTo>
                <a:lnTo>
                  <a:pt x="1491" y="751"/>
                </a:lnTo>
                <a:lnTo>
                  <a:pt x="1491" y="787"/>
                </a:lnTo>
                <a:lnTo>
                  <a:pt x="1485" y="822"/>
                </a:lnTo>
                <a:lnTo>
                  <a:pt x="1476" y="853"/>
                </a:lnTo>
                <a:lnTo>
                  <a:pt x="1462" y="880"/>
                </a:lnTo>
                <a:lnTo>
                  <a:pt x="1445" y="907"/>
                </a:lnTo>
                <a:lnTo>
                  <a:pt x="1445" y="927"/>
                </a:lnTo>
                <a:lnTo>
                  <a:pt x="1465" y="936"/>
                </a:lnTo>
                <a:lnTo>
                  <a:pt x="1489" y="942"/>
                </a:lnTo>
                <a:lnTo>
                  <a:pt x="1515" y="944"/>
                </a:lnTo>
                <a:lnTo>
                  <a:pt x="1540" y="940"/>
                </a:lnTo>
                <a:lnTo>
                  <a:pt x="1562" y="927"/>
                </a:lnTo>
                <a:lnTo>
                  <a:pt x="1533" y="840"/>
                </a:lnTo>
                <a:lnTo>
                  <a:pt x="1533" y="809"/>
                </a:lnTo>
                <a:lnTo>
                  <a:pt x="1538" y="778"/>
                </a:lnTo>
                <a:lnTo>
                  <a:pt x="1551" y="751"/>
                </a:lnTo>
                <a:lnTo>
                  <a:pt x="1564" y="724"/>
                </a:lnTo>
                <a:lnTo>
                  <a:pt x="1576" y="696"/>
                </a:lnTo>
                <a:lnTo>
                  <a:pt x="1587" y="673"/>
                </a:lnTo>
                <a:lnTo>
                  <a:pt x="1580" y="656"/>
                </a:lnTo>
                <a:lnTo>
                  <a:pt x="1515" y="644"/>
                </a:lnTo>
                <a:close/>
                <a:moveTo>
                  <a:pt x="1107" y="622"/>
                </a:moveTo>
                <a:lnTo>
                  <a:pt x="1091" y="625"/>
                </a:lnTo>
                <a:lnTo>
                  <a:pt x="1064" y="656"/>
                </a:lnTo>
                <a:lnTo>
                  <a:pt x="1125" y="814"/>
                </a:lnTo>
                <a:lnTo>
                  <a:pt x="1129" y="840"/>
                </a:lnTo>
                <a:lnTo>
                  <a:pt x="1127" y="860"/>
                </a:lnTo>
                <a:lnTo>
                  <a:pt x="1122" y="874"/>
                </a:lnTo>
                <a:lnTo>
                  <a:pt x="1118" y="891"/>
                </a:lnTo>
                <a:lnTo>
                  <a:pt x="1116" y="907"/>
                </a:lnTo>
                <a:lnTo>
                  <a:pt x="1118" y="927"/>
                </a:lnTo>
                <a:lnTo>
                  <a:pt x="1142" y="927"/>
                </a:lnTo>
                <a:lnTo>
                  <a:pt x="1162" y="924"/>
                </a:lnTo>
                <a:lnTo>
                  <a:pt x="1180" y="920"/>
                </a:lnTo>
                <a:lnTo>
                  <a:pt x="1196" y="913"/>
                </a:lnTo>
                <a:lnTo>
                  <a:pt x="1218" y="907"/>
                </a:lnTo>
                <a:lnTo>
                  <a:pt x="1222" y="898"/>
                </a:lnTo>
                <a:lnTo>
                  <a:pt x="1225" y="887"/>
                </a:lnTo>
                <a:lnTo>
                  <a:pt x="1225" y="873"/>
                </a:lnTo>
                <a:lnTo>
                  <a:pt x="1202" y="842"/>
                </a:lnTo>
                <a:lnTo>
                  <a:pt x="1185" y="813"/>
                </a:lnTo>
                <a:lnTo>
                  <a:pt x="1175" y="784"/>
                </a:lnTo>
                <a:lnTo>
                  <a:pt x="1169" y="754"/>
                </a:lnTo>
                <a:lnTo>
                  <a:pt x="1169" y="722"/>
                </a:lnTo>
                <a:lnTo>
                  <a:pt x="1173" y="685"/>
                </a:lnTo>
                <a:lnTo>
                  <a:pt x="1182" y="644"/>
                </a:lnTo>
                <a:lnTo>
                  <a:pt x="1160" y="625"/>
                </a:lnTo>
                <a:lnTo>
                  <a:pt x="1107" y="622"/>
                </a:lnTo>
                <a:close/>
                <a:moveTo>
                  <a:pt x="762" y="596"/>
                </a:moveTo>
                <a:lnTo>
                  <a:pt x="751" y="611"/>
                </a:lnTo>
                <a:lnTo>
                  <a:pt x="744" y="633"/>
                </a:lnTo>
                <a:lnTo>
                  <a:pt x="738" y="658"/>
                </a:lnTo>
                <a:lnTo>
                  <a:pt x="735" y="689"/>
                </a:lnTo>
                <a:lnTo>
                  <a:pt x="733" y="718"/>
                </a:lnTo>
                <a:lnTo>
                  <a:pt x="735" y="744"/>
                </a:lnTo>
                <a:lnTo>
                  <a:pt x="738" y="765"/>
                </a:lnTo>
                <a:lnTo>
                  <a:pt x="767" y="769"/>
                </a:lnTo>
                <a:lnTo>
                  <a:pt x="793" y="769"/>
                </a:lnTo>
                <a:lnTo>
                  <a:pt x="822" y="765"/>
                </a:lnTo>
                <a:lnTo>
                  <a:pt x="831" y="753"/>
                </a:lnTo>
                <a:lnTo>
                  <a:pt x="825" y="734"/>
                </a:lnTo>
                <a:lnTo>
                  <a:pt x="818" y="724"/>
                </a:lnTo>
                <a:lnTo>
                  <a:pt x="809" y="716"/>
                </a:lnTo>
                <a:lnTo>
                  <a:pt x="802" y="709"/>
                </a:lnTo>
                <a:lnTo>
                  <a:pt x="795" y="698"/>
                </a:lnTo>
                <a:lnTo>
                  <a:pt x="789" y="680"/>
                </a:lnTo>
                <a:lnTo>
                  <a:pt x="791" y="664"/>
                </a:lnTo>
                <a:lnTo>
                  <a:pt x="791" y="647"/>
                </a:lnTo>
                <a:lnTo>
                  <a:pt x="791" y="631"/>
                </a:lnTo>
                <a:lnTo>
                  <a:pt x="784" y="613"/>
                </a:lnTo>
                <a:lnTo>
                  <a:pt x="780" y="609"/>
                </a:lnTo>
                <a:lnTo>
                  <a:pt x="778" y="605"/>
                </a:lnTo>
                <a:lnTo>
                  <a:pt x="775" y="604"/>
                </a:lnTo>
                <a:lnTo>
                  <a:pt x="771" y="600"/>
                </a:lnTo>
                <a:lnTo>
                  <a:pt x="767" y="598"/>
                </a:lnTo>
                <a:lnTo>
                  <a:pt x="762" y="596"/>
                </a:lnTo>
                <a:close/>
                <a:moveTo>
                  <a:pt x="1535" y="433"/>
                </a:moveTo>
                <a:lnTo>
                  <a:pt x="1524" y="447"/>
                </a:lnTo>
                <a:lnTo>
                  <a:pt x="1520" y="462"/>
                </a:lnTo>
                <a:lnTo>
                  <a:pt x="1518" y="476"/>
                </a:lnTo>
                <a:lnTo>
                  <a:pt x="1518" y="493"/>
                </a:lnTo>
                <a:lnTo>
                  <a:pt x="1516" y="511"/>
                </a:lnTo>
                <a:lnTo>
                  <a:pt x="1511" y="533"/>
                </a:lnTo>
                <a:lnTo>
                  <a:pt x="1476" y="574"/>
                </a:lnTo>
                <a:lnTo>
                  <a:pt x="1475" y="596"/>
                </a:lnTo>
                <a:lnTo>
                  <a:pt x="1500" y="607"/>
                </a:lnTo>
                <a:lnTo>
                  <a:pt x="1531" y="613"/>
                </a:lnTo>
                <a:lnTo>
                  <a:pt x="1564" y="609"/>
                </a:lnTo>
                <a:lnTo>
                  <a:pt x="1571" y="609"/>
                </a:lnTo>
                <a:lnTo>
                  <a:pt x="1578" y="593"/>
                </a:lnTo>
                <a:lnTo>
                  <a:pt x="1580" y="582"/>
                </a:lnTo>
                <a:lnTo>
                  <a:pt x="1576" y="573"/>
                </a:lnTo>
                <a:lnTo>
                  <a:pt x="1571" y="564"/>
                </a:lnTo>
                <a:lnTo>
                  <a:pt x="1564" y="554"/>
                </a:lnTo>
                <a:lnTo>
                  <a:pt x="1560" y="540"/>
                </a:lnTo>
                <a:lnTo>
                  <a:pt x="1569" y="447"/>
                </a:lnTo>
                <a:lnTo>
                  <a:pt x="1535" y="433"/>
                </a:lnTo>
                <a:close/>
                <a:moveTo>
                  <a:pt x="1089" y="416"/>
                </a:moveTo>
                <a:lnTo>
                  <a:pt x="1080" y="420"/>
                </a:lnTo>
                <a:lnTo>
                  <a:pt x="1071" y="442"/>
                </a:lnTo>
                <a:lnTo>
                  <a:pt x="1067" y="465"/>
                </a:lnTo>
                <a:lnTo>
                  <a:pt x="1067" y="493"/>
                </a:lnTo>
                <a:lnTo>
                  <a:pt x="1065" y="518"/>
                </a:lnTo>
                <a:lnTo>
                  <a:pt x="1064" y="544"/>
                </a:lnTo>
                <a:lnTo>
                  <a:pt x="1058" y="567"/>
                </a:lnTo>
                <a:lnTo>
                  <a:pt x="1069" y="584"/>
                </a:lnTo>
                <a:lnTo>
                  <a:pt x="1082" y="596"/>
                </a:lnTo>
                <a:lnTo>
                  <a:pt x="1100" y="604"/>
                </a:lnTo>
                <a:lnTo>
                  <a:pt x="1120" y="604"/>
                </a:lnTo>
                <a:lnTo>
                  <a:pt x="1142" y="596"/>
                </a:lnTo>
                <a:lnTo>
                  <a:pt x="1149" y="593"/>
                </a:lnTo>
                <a:lnTo>
                  <a:pt x="1153" y="589"/>
                </a:lnTo>
                <a:lnTo>
                  <a:pt x="1156" y="585"/>
                </a:lnTo>
                <a:lnTo>
                  <a:pt x="1160" y="580"/>
                </a:lnTo>
                <a:lnTo>
                  <a:pt x="1164" y="574"/>
                </a:lnTo>
                <a:lnTo>
                  <a:pt x="1115" y="420"/>
                </a:lnTo>
                <a:lnTo>
                  <a:pt x="1089" y="416"/>
                </a:lnTo>
                <a:close/>
                <a:moveTo>
                  <a:pt x="207" y="160"/>
                </a:moveTo>
                <a:lnTo>
                  <a:pt x="2276" y="160"/>
                </a:lnTo>
                <a:lnTo>
                  <a:pt x="2291" y="164"/>
                </a:lnTo>
                <a:lnTo>
                  <a:pt x="2304" y="173"/>
                </a:lnTo>
                <a:lnTo>
                  <a:pt x="2313" y="185"/>
                </a:lnTo>
                <a:lnTo>
                  <a:pt x="2316" y="200"/>
                </a:lnTo>
                <a:lnTo>
                  <a:pt x="2316" y="2829"/>
                </a:lnTo>
                <a:lnTo>
                  <a:pt x="2313" y="2844"/>
                </a:lnTo>
                <a:lnTo>
                  <a:pt x="2304" y="2856"/>
                </a:lnTo>
                <a:lnTo>
                  <a:pt x="2291" y="2865"/>
                </a:lnTo>
                <a:lnTo>
                  <a:pt x="2276" y="2869"/>
                </a:lnTo>
                <a:lnTo>
                  <a:pt x="207" y="2869"/>
                </a:lnTo>
                <a:lnTo>
                  <a:pt x="193" y="2865"/>
                </a:lnTo>
                <a:lnTo>
                  <a:pt x="180" y="2856"/>
                </a:lnTo>
                <a:lnTo>
                  <a:pt x="171" y="2844"/>
                </a:lnTo>
                <a:lnTo>
                  <a:pt x="167" y="2829"/>
                </a:lnTo>
                <a:lnTo>
                  <a:pt x="167" y="200"/>
                </a:lnTo>
                <a:lnTo>
                  <a:pt x="171" y="185"/>
                </a:lnTo>
                <a:lnTo>
                  <a:pt x="180" y="173"/>
                </a:lnTo>
                <a:lnTo>
                  <a:pt x="193" y="164"/>
                </a:lnTo>
                <a:lnTo>
                  <a:pt x="207" y="160"/>
                </a:lnTo>
                <a:close/>
                <a:moveTo>
                  <a:pt x="131" y="89"/>
                </a:moveTo>
                <a:lnTo>
                  <a:pt x="116" y="93"/>
                </a:lnTo>
                <a:lnTo>
                  <a:pt x="104" y="102"/>
                </a:lnTo>
                <a:lnTo>
                  <a:pt x="95" y="114"/>
                </a:lnTo>
                <a:lnTo>
                  <a:pt x="91" y="129"/>
                </a:lnTo>
                <a:lnTo>
                  <a:pt x="91" y="2900"/>
                </a:lnTo>
                <a:lnTo>
                  <a:pt x="95" y="2914"/>
                </a:lnTo>
                <a:lnTo>
                  <a:pt x="104" y="2927"/>
                </a:lnTo>
                <a:lnTo>
                  <a:pt x="116" y="2936"/>
                </a:lnTo>
                <a:lnTo>
                  <a:pt x="131" y="2940"/>
                </a:lnTo>
                <a:lnTo>
                  <a:pt x="2353" y="2940"/>
                </a:lnTo>
                <a:lnTo>
                  <a:pt x="2367" y="2936"/>
                </a:lnTo>
                <a:lnTo>
                  <a:pt x="2380" y="2927"/>
                </a:lnTo>
                <a:lnTo>
                  <a:pt x="2389" y="2914"/>
                </a:lnTo>
                <a:lnTo>
                  <a:pt x="2393" y="2900"/>
                </a:lnTo>
                <a:lnTo>
                  <a:pt x="2393" y="129"/>
                </a:lnTo>
                <a:lnTo>
                  <a:pt x="2389" y="114"/>
                </a:lnTo>
                <a:lnTo>
                  <a:pt x="2380" y="102"/>
                </a:lnTo>
                <a:lnTo>
                  <a:pt x="2367" y="93"/>
                </a:lnTo>
                <a:lnTo>
                  <a:pt x="2353" y="89"/>
                </a:lnTo>
                <a:lnTo>
                  <a:pt x="131" y="89"/>
                </a:lnTo>
                <a:close/>
                <a:moveTo>
                  <a:pt x="40" y="0"/>
                </a:moveTo>
                <a:lnTo>
                  <a:pt x="2447" y="0"/>
                </a:lnTo>
                <a:lnTo>
                  <a:pt x="2464" y="4"/>
                </a:lnTo>
                <a:lnTo>
                  <a:pt x="2476" y="13"/>
                </a:lnTo>
                <a:lnTo>
                  <a:pt x="2485" y="25"/>
                </a:lnTo>
                <a:lnTo>
                  <a:pt x="2487" y="40"/>
                </a:lnTo>
                <a:lnTo>
                  <a:pt x="2487" y="2984"/>
                </a:lnTo>
                <a:lnTo>
                  <a:pt x="2485" y="3000"/>
                </a:lnTo>
                <a:lnTo>
                  <a:pt x="2476" y="3013"/>
                </a:lnTo>
                <a:lnTo>
                  <a:pt x="2464" y="3022"/>
                </a:lnTo>
                <a:lnTo>
                  <a:pt x="2447" y="3024"/>
                </a:lnTo>
                <a:lnTo>
                  <a:pt x="40" y="3024"/>
                </a:lnTo>
                <a:lnTo>
                  <a:pt x="24" y="3022"/>
                </a:lnTo>
                <a:lnTo>
                  <a:pt x="11" y="3013"/>
                </a:lnTo>
                <a:lnTo>
                  <a:pt x="4" y="3000"/>
                </a:lnTo>
                <a:lnTo>
                  <a:pt x="0" y="2984"/>
                </a:lnTo>
                <a:lnTo>
                  <a:pt x="0" y="40"/>
                </a:lnTo>
                <a:lnTo>
                  <a:pt x="4" y="25"/>
                </a:lnTo>
                <a:lnTo>
                  <a:pt x="11" y="13"/>
                </a:lnTo>
                <a:lnTo>
                  <a:pt x="24" y="4"/>
                </a:lnTo>
                <a:lnTo>
                  <a:pt x="4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4985651" y="982821"/>
            <a:ext cx="273100" cy="208749"/>
          </a:xfrm>
          <a:custGeom>
            <a:avLst/>
            <a:gdLst/>
            <a:ahLst/>
            <a:cxnLst/>
            <a:rect l="l" t="t" r="r" b="b"/>
            <a:pathLst>
              <a:path w="1776" h="1881" extrusionOk="0">
                <a:moveTo>
                  <a:pt x="914" y="0"/>
                </a:moveTo>
                <a:lnTo>
                  <a:pt x="940" y="3"/>
                </a:lnTo>
                <a:lnTo>
                  <a:pt x="965" y="10"/>
                </a:lnTo>
                <a:lnTo>
                  <a:pt x="987" y="23"/>
                </a:lnTo>
                <a:lnTo>
                  <a:pt x="991" y="81"/>
                </a:lnTo>
                <a:lnTo>
                  <a:pt x="994" y="147"/>
                </a:lnTo>
                <a:lnTo>
                  <a:pt x="994" y="220"/>
                </a:lnTo>
                <a:lnTo>
                  <a:pt x="994" y="296"/>
                </a:lnTo>
                <a:lnTo>
                  <a:pt x="994" y="376"/>
                </a:lnTo>
                <a:lnTo>
                  <a:pt x="994" y="458"/>
                </a:lnTo>
                <a:lnTo>
                  <a:pt x="994" y="536"/>
                </a:lnTo>
                <a:lnTo>
                  <a:pt x="994" y="612"/>
                </a:lnTo>
                <a:lnTo>
                  <a:pt x="1020" y="629"/>
                </a:lnTo>
                <a:lnTo>
                  <a:pt x="1040" y="641"/>
                </a:lnTo>
                <a:lnTo>
                  <a:pt x="1056" y="652"/>
                </a:lnTo>
                <a:lnTo>
                  <a:pt x="1071" y="663"/>
                </a:lnTo>
                <a:lnTo>
                  <a:pt x="1085" y="674"/>
                </a:lnTo>
                <a:lnTo>
                  <a:pt x="1100" y="689"/>
                </a:lnTo>
                <a:lnTo>
                  <a:pt x="1122" y="629"/>
                </a:lnTo>
                <a:lnTo>
                  <a:pt x="1145" y="580"/>
                </a:lnTo>
                <a:lnTo>
                  <a:pt x="1171" y="543"/>
                </a:lnTo>
                <a:lnTo>
                  <a:pt x="1196" y="516"/>
                </a:lnTo>
                <a:lnTo>
                  <a:pt x="1223" y="498"/>
                </a:lnTo>
                <a:lnTo>
                  <a:pt x="1252" y="490"/>
                </a:lnTo>
                <a:lnTo>
                  <a:pt x="1282" y="494"/>
                </a:lnTo>
                <a:lnTo>
                  <a:pt x="1314" y="505"/>
                </a:lnTo>
                <a:lnTo>
                  <a:pt x="1345" y="525"/>
                </a:lnTo>
                <a:lnTo>
                  <a:pt x="1380" y="556"/>
                </a:lnTo>
                <a:lnTo>
                  <a:pt x="1414" y="594"/>
                </a:lnTo>
                <a:lnTo>
                  <a:pt x="1451" y="640"/>
                </a:lnTo>
                <a:lnTo>
                  <a:pt x="1491" y="683"/>
                </a:lnTo>
                <a:lnTo>
                  <a:pt x="1527" y="729"/>
                </a:lnTo>
                <a:lnTo>
                  <a:pt x="1558" y="778"/>
                </a:lnTo>
                <a:lnTo>
                  <a:pt x="1585" y="832"/>
                </a:lnTo>
                <a:lnTo>
                  <a:pt x="1611" y="890"/>
                </a:lnTo>
                <a:lnTo>
                  <a:pt x="1634" y="956"/>
                </a:lnTo>
                <a:lnTo>
                  <a:pt x="1656" y="1027"/>
                </a:lnTo>
                <a:lnTo>
                  <a:pt x="1678" y="1107"/>
                </a:lnTo>
                <a:lnTo>
                  <a:pt x="1700" y="1196"/>
                </a:lnTo>
                <a:lnTo>
                  <a:pt x="1722" y="1294"/>
                </a:lnTo>
                <a:lnTo>
                  <a:pt x="1747" y="1403"/>
                </a:lnTo>
                <a:lnTo>
                  <a:pt x="1756" y="1450"/>
                </a:lnTo>
                <a:lnTo>
                  <a:pt x="1765" y="1500"/>
                </a:lnTo>
                <a:lnTo>
                  <a:pt x="1771" y="1549"/>
                </a:lnTo>
                <a:lnTo>
                  <a:pt x="1774" y="1598"/>
                </a:lnTo>
                <a:lnTo>
                  <a:pt x="1776" y="1645"/>
                </a:lnTo>
                <a:lnTo>
                  <a:pt x="1774" y="1690"/>
                </a:lnTo>
                <a:lnTo>
                  <a:pt x="1767" y="1734"/>
                </a:lnTo>
                <a:lnTo>
                  <a:pt x="1756" y="1774"/>
                </a:lnTo>
                <a:lnTo>
                  <a:pt x="1742" y="1809"/>
                </a:lnTo>
                <a:lnTo>
                  <a:pt x="1722" y="1838"/>
                </a:lnTo>
                <a:lnTo>
                  <a:pt x="1694" y="1860"/>
                </a:lnTo>
                <a:lnTo>
                  <a:pt x="1674" y="1869"/>
                </a:lnTo>
                <a:lnTo>
                  <a:pt x="1649" y="1869"/>
                </a:lnTo>
                <a:lnTo>
                  <a:pt x="1622" y="1863"/>
                </a:lnTo>
                <a:lnTo>
                  <a:pt x="1591" y="1854"/>
                </a:lnTo>
                <a:lnTo>
                  <a:pt x="1558" y="1840"/>
                </a:lnTo>
                <a:lnTo>
                  <a:pt x="1527" y="1821"/>
                </a:lnTo>
                <a:lnTo>
                  <a:pt x="1494" y="1801"/>
                </a:lnTo>
                <a:lnTo>
                  <a:pt x="1462" y="1781"/>
                </a:lnTo>
                <a:lnTo>
                  <a:pt x="1432" y="1760"/>
                </a:lnTo>
                <a:lnTo>
                  <a:pt x="1405" y="1740"/>
                </a:lnTo>
                <a:lnTo>
                  <a:pt x="1382" y="1723"/>
                </a:lnTo>
                <a:lnTo>
                  <a:pt x="1362" y="1707"/>
                </a:lnTo>
                <a:lnTo>
                  <a:pt x="1347" y="1696"/>
                </a:lnTo>
                <a:lnTo>
                  <a:pt x="1305" y="1663"/>
                </a:lnTo>
                <a:lnTo>
                  <a:pt x="1260" y="1632"/>
                </a:lnTo>
                <a:lnTo>
                  <a:pt x="1212" y="1605"/>
                </a:lnTo>
                <a:lnTo>
                  <a:pt x="1163" y="1580"/>
                </a:lnTo>
                <a:lnTo>
                  <a:pt x="1114" y="1554"/>
                </a:lnTo>
                <a:lnTo>
                  <a:pt x="1071" y="1527"/>
                </a:lnTo>
                <a:lnTo>
                  <a:pt x="1031" y="1500"/>
                </a:lnTo>
                <a:lnTo>
                  <a:pt x="1000" y="1469"/>
                </a:lnTo>
                <a:lnTo>
                  <a:pt x="987" y="1420"/>
                </a:lnTo>
                <a:lnTo>
                  <a:pt x="985" y="1372"/>
                </a:lnTo>
                <a:lnTo>
                  <a:pt x="989" y="1327"/>
                </a:lnTo>
                <a:lnTo>
                  <a:pt x="996" y="1285"/>
                </a:lnTo>
                <a:lnTo>
                  <a:pt x="1003" y="1247"/>
                </a:lnTo>
                <a:lnTo>
                  <a:pt x="1011" y="1212"/>
                </a:lnTo>
                <a:lnTo>
                  <a:pt x="1014" y="1176"/>
                </a:lnTo>
                <a:lnTo>
                  <a:pt x="1009" y="1143"/>
                </a:lnTo>
                <a:lnTo>
                  <a:pt x="1002" y="1114"/>
                </a:lnTo>
                <a:lnTo>
                  <a:pt x="994" y="1089"/>
                </a:lnTo>
                <a:lnTo>
                  <a:pt x="989" y="1036"/>
                </a:lnTo>
                <a:lnTo>
                  <a:pt x="992" y="985"/>
                </a:lnTo>
                <a:lnTo>
                  <a:pt x="1003" y="938"/>
                </a:lnTo>
                <a:lnTo>
                  <a:pt x="1018" y="896"/>
                </a:lnTo>
                <a:lnTo>
                  <a:pt x="1034" y="858"/>
                </a:lnTo>
                <a:lnTo>
                  <a:pt x="1051" y="825"/>
                </a:lnTo>
                <a:lnTo>
                  <a:pt x="1040" y="810"/>
                </a:lnTo>
                <a:lnTo>
                  <a:pt x="1025" y="794"/>
                </a:lnTo>
                <a:lnTo>
                  <a:pt x="1009" y="776"/>
                </a:lnTo>
                <a:lnTo>
                  <a:pt x="989" y="758"/>
                </a:lnTo>
                <a:lnTo>
                  <a:pt x="963" y="743"/>
                </a:lnTo>
                <a:lnTo>
                  <a:pt x="931" y="729"/>
                </a:lnTo>
                <a:lnTo>
                  <a:pt x="891" y="720"/>
                </a:lnTo>
                <a:lnTo>
                  <a:pt x="856" y="732"/>
                </a:lnTo>
                <a:lnTo>
                  <a:pt x="829" y="743"/>
                </a:lnTo>
                <a:lnTo>
                  <a:pt x="805" y="756"/>
                </a:lnTo>
                <a:lnTo>
                  <a:pt x="787" y="770"/>
                </a:lnTo>
                <a:lnTo>
                  <a:pt x="769" y="789"/>
                </a:lnTo>
                <a:lnTo>
                  <a:pt x="751" y="810"/>
                </a:lnTo>
                <a:lnTo>
                  <a:pt x="727" y="840"/>
                </a:lnTo>
                <a:lnTo>
                  <a:pt x="740" y="874"/>
                </a:lnTo>
                <a:lnTo>
                  <a:pt x="752" y="909"/>
                </a:lnTo>
                <a:lnTo>
                  <a:pt x="765" y="945"/>
                </a:lnTo>
                <a:lnTo>
                  <a:pt x="774" y="983"/>
                </a:lnTo>
                <a:lnTo>
                  <a:pt x="778" y="1021"/>
                </a:lnTo>
                <a:lnTo>
                  <a:pt x="776" y="1056"/>
                </a:lnTo>
                <a:lnTo>
                  <a:pt x="769" y="1089"/>
                </a:lnTo>
                <a:lnTo>
                  <a:pt x="762" y="1120"/>
                </a:lnTo>
                <a:lnTo>
                  <a:pt x="754" y="1149"/>
                </a:lnTo>
                <a:lnTo>
                  <a:pt x="752" y="1183"/>
                </a:lnTo>
                <a:lnTo>
                  <a:pt x="754" y="1220"/>
                </a:lnTo>
                <a:lnTo>
                  <a:pt x="760" y="1256"/>
                </a:lnTo>
                <a:lnTo>
                  <a:pt x="767" y="1292"/>
                </a:lnTo>
                <a:lnTo>
                  <a:pt x="774" y="1330"/>
                </a:lnTo>
                <a:lnTo>
                  <a:pt x="782" y="1365"/>
                </a:lnTo>
                <a:lnTo>
                  <a:pt x="785" y="1400"/>
                </a:lnTo>
                <a:lnTo>
                  <a:pt x="783" y="1432"/>
                </a:lnTo>
                <a:lnTo>
                  <a:pt x="774" y="1461"/>
                </a:lnTo>
                <a:lnTo>
                  <a:pt x="760" y="1489"/>
                </a:lnTo>
                <a:lnTo>
                  <a:pt x="651" y="1556"/>
                </a:lnTo>
                <a:lnTo>
                  <a:pt x="540" y="1621"/>
                </a:lnTo>
                <a:lnTo>
                  <a:pt x="431" y="1689"/>
                </a:lnTo>
                <a:lnTo>
                  <a:pt x="416" y="1700"/>
                </a:lnTo>
                <a:lnTo>
                  <a:pt x="396" y="1716"/>
                </a:lnTo>
                <a:lnTo>
                  <a:pt x="371" y="1736"/>
                </a:lnTo>
                <a:lnTo>
                  <a:pt x="343" y="1758"/>
                </a:lnTo>
                <a:lnTo>
                  <a:pt x="314" y="1781"/>
                </a:lnTo>
                <a:lnTo>
                  <a:pt x="283" y="1805"/>
                </a:lnTo>
                <a:lnTo>
                  <a:pt x="252" y="1827"/>
                </a:lnTo>
                <a:lnTo>
                  <a:pt x="222" y="1847"/>
                </a:lnTo>
                <a:lnTo>
                  <a:pt x="192" y="1863"/>
                </a:lnTo>
                <a:lnTo>
                  <a:pt x="167" y="1874"/>
                </a:lnTo>
                <a:lnTo>
                  <a:pt x="143" y="1881"/>
                </a:lnTo>
                <a:lnTo>
                  <a:pt x="123" y="1880"/>
                </a:lnTo>
                <a:lnTo>
                  <a:pt x="92" y="1872"/>
                </a:lnTo>
                <a:lnTo>
                  <a:pt x="69" y="1856"/>
                </a:lnTo>
                <a:lnTo>
                  <a:pt x="47" y="1832"/>
                </a:lnTo>
                <a:lnTo>
                  <a:pt x="31" y="1803"/>
                </a:lnTo>
                <a:lnTo>
                  <a:pt x="18" y="1769"/>
                </a:lnTo>
                <a:lnTo>
                  <a:pt x="9" y="1730"/>
                </a:lnTo>
                <a:lnTo>
                  <a:pt x="3" y="1690"/>
                </a:lnTo>
                <a:lnTo>
                  <a:pt x="0" y="1647"/>
                </a:lnTo>
                <a:lnTo>
                  <a:pt x="0" y="1601"/>
                </a:lnTo>
                <a:lnTo>
                  <a:pt x="2" y="1558"/>
                </a:lnTo>
                <a:lnTo>
                  <a:pt x="5" y="1512"/>
                </a:lnTo>
                <a:lnTo>
                  <a:pt x="9" y="1470"/>
                </a:lnTo>
                <a:lnTo>
                  <a:pt x="16" y="1429"/>
                </a:lnTo>
                <a:lnTo>
                  <a:pt x="23" y="1392"/>
                </a:lnTo>
                <a:lnTo>
                  <a:pt x="47" y="1285"/>
                </a:lnTo>
                <a:lnTo>
                  <a:pt x="72" y="1183"/>
                </a:lnTo>
                <a:lnTo>
                  <a:pt x="100" y="1087"/>
                </a:lnTo>
                <a:lnTo>
                  <a:pt x="129" y="996"/>
                </a:lnTo>
                <a:lnTo>
                  <a:pt x="162" y="912"/>
                </a:lnTo>
                <a:lnTo>
                  <a:pt x="194" y="834"/>
                </a:lnTo>
                <a:lnTo>
                  <a:pt x="231" y="767"/>
                </a:lnTo>
                <a:lnTo>
                  <a:pt x="269" y="707"/>
                </a:lnTo>
                <a:lnTo>
                  <a:pt x="311" y="656"/>
                </a:lnTo>
                <a:lnTo>
                  <a:pt x="327" y="634"/>
                </a:lnTo>
                <a:lnTo>
                  <a:pt x="343" y="610"/>
                </a:lnTo>
                <a:lnTo>
                  <a:pt x="360" y="587"/>
                </a:lnTo>
                <a:lnTo>
                  <a:pt x="378" y="563"/>
                </a:lnTo>
                <a:lnTo>
                  <a:pt x="398" y="541"/>
                </a:lnTo>
                <a:lnTo>
                  <a:pt x="420" y="521"/>
                </a:lnTo>
                <a:lnTo>
                  <a:pt x="443" y="505"/>
                </a:lnTo>
                <a:lnTo>
                  <a:pt x="471" y="492"/>
                </a:lnTo>
                <a:lnTo>
                  <a:pt x="502" y="487"/>
                </a:lnTo>
                <a:lnTo>
                  <a:pt x="534" y="489"/>
                </a:lnTo>
                <a:lnTo>
                  <a:pt x="562" y="510"/>
                </a:lnTo>
                <a:lnTo>
                  <a:pt x="582" y="538"/>
                </a:lnTo>
                <a:lnTo>
                  <a:pt x="596" y="567"/>
                </a:lnTo>
                <a:lnTo>
                  <a:pt x="611" y="598"/>
                </a:lnTo>
                <a:lnTo>
                  <a:pt x="623" y="629"/>
                </a:lnTo>
                <a:lnTo>
                  <a:pt x="638" y="660"/>
                </a:lnTo>
                <a:lnTo>
                  <a:pt x="654" y="689"/>
                </a:lnTo>
                <a:lnTo>
                  <a:pt x="672" y="712"/>
                </a:lnTo>
                <a:lnTo>
                  <a:pt x="671" y="716"/>
                </a:lnTo>
                <a:lnTo>
                  <a:pt x="674" y="716"/>
                </a:lnTo>
                <a:lnTo>
                  <a:pt x="672" y="712"/>
                </a:lnTo>
                <a:lnTo>
                  <a:pt x="672" y="710"/>
                </a:lnTo>
                <a:lnTo>
                  <a:pt x="682" y="701"/>
                </a:lnTo>
                <a:lnTo>
                  <a:pt x="694" y="690"/>
                </a:lnTo>
                <a:lnTo>
                  <a:pt x="711" y="676"/>
                </a:lnTo>
                <a:lnTo>
                  <a:pt x="731" y="661"/>
                </a:lnTo>
                <a:lnTo>
                  <a:pt x="752" y="645"/>
                </a:lnTo>
                <a:lnTo>
                  <a:pt x="774" y="632"/>
                </a:lnTo>
                <a:lnTo>
                  <a:pt x="796" y="620"/>
                </a:lnTo>
                <a:lnTo>
                  <a:pt x="814" y="612"/>
                </a:lnTo>
                <a:lnTo>
                  <a:pt x="816" y="534"/>
                </a:lnTo>
                <a:lnTo>
                  <a:pt x="816" y="461"/>
                </a:lnTo>
                <a:lnTo>
                  <a:pt x="814" y="394"/>
                </a:lnTo>
                <a:lnTo>
                  <a:pt x="812" y="327"/>
                </a:lnTo>
                <a:lnTo>
                  <a:pt x="812" y="258"/>
                </a:lnTo>
                <a:lnTo>
                  <a:pt x="811" y="185"/>
                </a:lnTo>
                <a:lnTo>
                  <a:pt x="812" y="107"/>
                </a:lnTo>
                <a:lnTo>
                  <a:pt x="814" y="20"/>
                </a:lnTo>
                <a:lnTo>
                  <a:pt x="818" y="20"/>
                </a:lnTo>
                <a:lnTo>
                  <a:pt x="829" y="16"/>
                </a:lnTo>
                <a:lnTo>
                  <a:pt x="845" y="10"/>
                </a:lnTo>
                <a:lnTo>
                  <a:pt x="865" y="5"/>
                </a:lnTo>
                <a:lnTo>
                  <a:pt x="889" y="1"/>
                </a:lnTo>
                <a:lnTo>
                  <a:pt x="914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7264573" y="1134766"/>
            <a:ext cx="281727" cy="107055"/>
          </a:xfrm>
          <a:custGeom>
            <a:avLst/>
            <a:gdLst/>
            <a:ahLst/>
            <a:cxnLst/>
            <a:rect l="l" t="t" r="r" b="b"/>
            <a:pathLst>
              <a:path w="3600" h="1824" extrusionOk="0">
                <a:moveTo>
                  <a:pt x="2018" y="497"/>
                </a:moveTo>
                <a:lnTo>
                  <a:pt x="1978" y="502"/>
                </a:lnTo>
                <a:lnTo>
                  <a:pt x="1944" y="515"/>
                </a:lnTo>
                <a:lnTo>
                  <a:pt x="1911" y="535"/>
                </a:lnTo>
                <a:lnTo>
                  <a:pt x="1885" y="560"/>
                </a:lnTo>
                <a:lnTo>
                  <a:pt x="1865" y="593"/>
                </a:lnTo>
                <a:lnTo>
                  <a:pt x="1853" y="627"/>
                </a:lnTo>
                <a:lnTo>
                  <a:pt x="1847" y="667"/>
                </a:lnTo>
                <a:lnTo>
                  <a:pt x="1853" y="706"/>
                </a:lnTo>
                <a:lnTo>
                  <a:pt x="1865" y="742"/>
                </a:lnTo>
                <a:lnTo>
                  <a:pt x="1885" y="773"/>
                </a:lnTo>
                <a:lnTo>
                  <a:pt x="1911" y="800"/>
                </a:lnTo>
                <a:lnTo>
                  <a:pt x="1944" y="820"/>
                </a:lnTo>
                <a:lnTo>
                  <a:pt x="1978" y="833"/>
                </a:lnTo>
                <a:lnTo>
                  <a:pt x="2018" y="837"/>
                </a:lnTo>
                <a:lnTo>
                  <a:pt x="2056" y="833"/>
                </a:lnTo>
                <a:lnTo>
                  <a:pt x="2093" y="820"/>
                </a:lnTo>
                <a:lnTo>
                  <a:pt x="2124" y="800"/>
                </a:lnTo>
                <a:lnTo>
                  <a:pt x="2151" y="773"/>
                </a:lnTo>
                <a:lnTo>
                  <a:pt x="2171" y="742"/>
                </a:lnTo>
                <a:lnTo>
                  <a:pt x="2184" y="706"/>
                </a:lnTo>
                <a:lnTo>
                  <a:pt x="2187" y="667"/>
                </a:lnTo>
                <a:lnTo>
                  <a:pt x="2184" y="627"/>
                </a:lnTo>
                <a:lnTo>
                  <a:pt x="2171" y="593"/>
                </a:lnTo>
                <a:lnTo>
                  <a:pt x="2151" y="560"/>
                </a:lnTo>
                <a:lnTo>
                  <a:pt x="2124" y="535"/>
                </a:lnTo>
                <a:lnTo>
                  <a:pt x="2093" y="515"/>
                </a:lnTo>
                <a:lnTo>
                  <a:pt x="2056" y="502"/>
                </a:lnTo>
                <a:lnTo>
                  <a:pt x="2018" y="497"/>
                </a:lnTo>
                <a:close/>
                <a:moveTo>
                  <a:pt x="1800" y="406"/>
                </a:moveTo>
                <a:lnTo>
                  <a:pt x="1875" y="411"/>
                </a:lnTo>
                <a:lnTo>
                  <a:pt x="1947" y="427"/>
                </a:lnTo>
                <a:lnTo>
                  <a:pt x="2015" y="453"/>
                </a:lnTo>
                <a:lnTo>
                  <a:pt x="2076" y="487"/>
                </a:lnTo>
                <a:lnTo>
                  <a:pt x="2133" y="529"/>
                </a:lnTo>
                <a:lnTo>
                  <a:pt x="2184" y="580"/>
                </a:lnTo>
                <a:lnTo>
                  <a:pt x="2225" y="637"/>
                </a:lnTo>
                <a:lnTo>
                  <a:pt x="2260" y="698"/>
                </a:lnTo>
                <a:lnTo>
                  <a:pt x="2287" y="766"/>
                </a:lnTo>
                <a:lnTo>
                  <a:pt x="2302" y="838"/>
                </a:lnTo>
                <a:lnTo>
                  <a:pt x="2307" y="913"/>
                </a:lnTo>
                <a:lnTo>
                  <a:pt x="2302" y="987"/>
                </a:lnTo>
                <a:lnTo>
                  <a:pt x="2287" y="1060"/>
                </a:lnTo>
                <a:lnTo>
                  <a:pt x="2260" y="1127"/>
                </a:lnTo>
                <a:lnTo>
                  <a:pt x="2225" y="1189"/>
                </a:lnTo>
                <a:lnTo>
                  <a:pt x="2184" y="1246"/>
                </a:lnTo>
                <a:lnTo>
                  <a:pt x="2133" y="1297"/>
                </a:lnTo>
                <a:lnTo>
                  <a:pt x="2076" y="1338"/>
                </a:lnTo>
                <a:lnTo>
                  <a:pt x="2015" y="1375"/>
                </a:lnTo>
                <a:lnTo>
                  <a:pt x="1947" y="1400"/>
                </a:lnTo>
                <a:lnTo>
                  <a:pt x="1875" y="1415"/>
                </a:lnTo>
                <a:lnTo>
                  <a:pt x="1800" y="1422"/>
                </a:lnTo>
                <a:lnTo>
                  <a:pt x="1725" y="1415"/>
                </a:lnTo>
                <a:lnTo>
                  <a:pt x="1653" y="1400"/>
                </a:lnTo>
                <a:lnTo>
                  <a:pt x="1585" y="1375"/>
                </a:lnTo>
                <a:lnTo>
                  <a:pt x="1524" y="1338"/>
                </a:lnTo>
                <a:lnTo>
                  <a:pt x="1467" y="1297"/>
                </a:lnTo>
                <a:lnTo>
                  <a:pt x="1416" y="1246"/>
                </a:lnTo>
                <a:lnTo>
                  <a:pt x="1375" y="1189"/>
                </a:lnTo>
                <a:lnTo>
                  <a:pt x="1340" y="1127"/>
                </a:lnTo>
                <a:lnTo>
                  <a:pt x="1313" y="1060"/>
                </a:lnTo>
                <a:lnTo>
                  <a:pt x="1298" y="987"/>
                </a:lnTo>
                <a:lnTo>
                  <a:pt x="1293" y="913"/>
                </a:lnTo>
                <a:lnTo>
                  <a:pt x="1298" y="838"/>
                </a:lnTo>
                <a:lnTo>
                  <a:pt x="1313" y="766"/>
                </a:lnTo>
                <a:lnTo>
                  <a:pt x="1340" y="698"/>
                </a:lnTo>
                <a:lnTo>
                  <a:pt x="1375" y="637"/>
                </a:lnTo>
                <a:lnTo>
                  <a:pt x="1416" y="580"/>
                </a:lnTo>
                <a:lnTo>
                  <a:pt x="1467" y="529"/>
                </a:lnTo>
                <a:lnTo>
                  <a:pt x="1524" y="487"/>
                </a:lnTo>
                <a:lnTo>
                  <a:pt x="1585" y="453"/>
                </a:lnTo>
                <a:lnTo>
                  <a:pt x="1653" y="427"/>
                </a:lnTo>
                <a:lnTo>
                  <a:pt x="1725" y="411"/>
                </a:lnTo>
                <a:lnTo>
                  <a:pt x="1800" y="406"/>
                </a:lnTo>
                <a:close/>
                <a:moveTo>
                  <a:pt x="2356" y="257"/>
                </a:moveTo>
                <a:lnTo>
                  <a:pt x="2444" y="349"/>
                </a:lnTo>
                <a:lnTo>
                  <a:pt x="2478" y="391"/>
                </a:lnTo>
                <a:lnTo>
                  <a:pt x="2513" y="437"/>
                </a:lnTo>
                <a:lnTo>
                  <a:pt x="2545" y="484"/>
                </a:lnTo>
                <a:lnTo>
                  <a:pt x="2575" y="533"/>
                </a:lnTo>
                <a:lnTo>
                  <a:pt x="2596" y="586"/>
                </a:lnTo>
                <a:lnTo>
                  <a:pt x="2622" y="677"/>
                </a:lnTo>
                <a:lnTo>
                  <a:pt x="2638" y="764"/>
                </a:lnTo>
                <a:lnTo>
                  <a:pt x="2645" y="847"/>
                </a:lnTo>
                <a:lnTo>
                  <a:pt x="2647" y="926"/>
                </a:lnTo>
                <a:lnTo>
                  <a:pt x="2644" y="1000"/>
                </a:lnTo>
                <a:lnTo>
                  <a:pt x="2633" y="1071"/>
                </a:lnTo>
                <a:lnTo>
                  <a:pt x="2616" y="1137"/>
                </a:lnTo>
                <a:lnTo>
                  <a:pt x="2598" y="1197"/>
                </a:lnTo>
                <a:lnTo>
                  <a:pt x="2575" y="1255"/>
                </a:lnTo>
                <a:lnTo>
                  <a:pt x="2549" y="1307"/>
                </a:lnTo>
                <a:lnTo>
                  <a:pt x="2520" y="1355"/>
                </a:lnTo>
                <a:lnTo>
                  <a:pt x="2491" y="1400"/>
                </a:lnTo>
                <a:lnTo>
                  <a:pt x="2460" y="1440"/>
                </a:lnTo>
                <a:lnTo>
                  <a:pt x="2431" y="1475"/>
                </a:lnTo>
                <a:lnTo>
                  <a:pt x="2402" y="1507"/>
                </a:lnTo>
                <a:lnTo>
                  <a:pt x="2373" y="1535"/>
                </a:lnTo>
                <a:lnTo>
                  <a:pt x="2347" y="1558"/>
                </a:lnTo>
                <a:lnTo>
                  <a:pt x="2324" y="1577"/>
                </a:lnTo>
                <a:lnTo>
                  <a:pt x="2482" y="1515"/>
                </a:lnTo>
                <a:lnTo>
                  <a:pt x="2633" y="1446"/>
                </a:lnTo>
                <a:lnTo>
                  <a:pt x="2780" y="1369"/>
                </a:lnTo>
                <a:lnTo>
                  <a:pt x="2920" y="1286"/>
                </a:lnTo>
                <a:lnTo>
                  <a:pt x="3053" y="1200"/>
                </a:lnTo>
                <a:lnTo>
                  <a:pt x="3180" y="1109"/>
                </a:lnTo>
                <a:lnTo>
                  <a:pt x="3198" y="1097"/>
                </a:lnTo>
                <a:lnTo>
                  <a:pt x="3220" y="1078"/>
                </a:lnTo>
                <a:lnTo>
                  <a:pt x="3244" y="1060"/>
                </a:lnTo>
                <a:lnTo>
                  <a:pt x="3271" y="1038"/>
                </a:lnTo>
                <a:lnTo>
                  <a:pt x="3296" y="1015"/>
                </a:lnTo>
                <a:lnTo>
                  <a:pt x="3322" y="993"/>
                </a:lnTo>
                <a:lnTo>
                  <a:pt x="3345" y="969"/>
                </a:lnTo>
                <a:lnTo>
                  <a:pt x="3365" y="947"/>
                </a:lnTo>
                <a:lnTo>
                  <a:pt x="3382" y="927"/>
                </a:lnTo>
                <a:lnTo>
                  <a:pt x="3391" y="909"/>
                </a:lnTo>
                <a:lnTo>
                  <a:pt x="3393" y="897"/>
                </a:lnTo>
                <a:lnTo>
                  <a:pt x="3385" y="886"/>
                </a:lnTo>
                <a:lnTo>
                  <a:pt x="3371" y="871"/>
                </a:lnTo>
                <a:lnTo>
                  <a:pt x="3353" y="853"/>
                </a:lnTo>
                <a:lnTo>
                  <a:pt x="3329" y="831"/>
                </a:lnTo>
                <a:lnTo>
                  <a:pt x="3304" y="807"/>
                </a:lnTo>
                <a:lnTo>
                  <a:pt x="3275" y="782"/>
                </a:lnTo>
                <a:lnTo>
                  <a:pt x="3245" y="757"/>
                </a:lnTo>
                <a:lnTo>
                  <a:pt x="3216" y="733"/>
                </a:lnTo>
                <a:lnTo>
                  <a:pt x="3187" y="707"/>
                </a:lnTo>
                <a:lnTo>
                  <a:pt x="3160" y="686"/>
                </a:lnTo>
                <a:lnTo>
                  <a:pt x="3071" y="622"/>
                </a:lnTo>
                <a:lnTo>
                  <a:pt x="2980" y="560"/>
                </a:lnTo>
                <a:lnTo>
                  <a:pt x="2885" y="498"/>
                </a:lnTo>
                <a:lnTo>
                  <a:pt x="2787" y="438"/>
                </a:lnTo>
                <a:lnTo>
                  <a:pt x="2685" y="384"/>
                </a:lnTo>
                <a:lnTo>
                  <a:pt x="2580" y="335"/>
                </a:lnTo>
                <a:lnTo>
                  <a:pt x="2469" y="291"/>
                </a:lnTo>
                <a:lnTo>
                  <a:pt x="2356" y="257"/>
                </a:lnTo>
                <a:close/>
                <a:moveTo>
                  <a:pt x="1224" y="257"/>
                </a:moveTo>
                <a:lnTo>
                  <a:pt x="1016" y="337"/>
                </a:lnTo>
                <a:lnTo>
                  <a:pt x="716" y="493"/>
                </a:lnTo>
                <a:lnTo>
                  <a:pt x="636" y="540"/>
                </a:lnTo>
                <a:lnTo>
                  <a:pt x="558" y="593"/>
                </a:lnTo>
                <a:lnTo>
                  <a:pt x="484" y="649"/>
                </a:lnTo>
                <a:lnTo>
                  <a:pt x="409" y="706"/>
                </a:lnTo>
                <a:lnTo>
                  <a:pt x="336" y="760"/>
                </a:lnTo>
                <a:lnTo>
                  <a:pt x="313" y="782"/>
                </a:lnTo>
                <a:lnTo>
                  <a:pt x="293" y="800"/>
                </a:lnTo>
                <a:lnTo>
                  <a:pt x="276" y="815"/>
                </a:lnTo>
                <a:lnTo>
                  <a:pt x="258" y="831"/>
                </a:lnTo>
                <a:lnTo>
                  <a:pt x="240" y="847"/>
                </a:lnTo>
                <a:lnTo>
                  <a:pt x="216" y="869"/>
                </a:lnTo>
                <a:lnTo>
                  <a:pt x="215" y="875"/>
                </a:lnTo>
                <a:lnTo>
                  <a:pt x="209" y="884"/>
                </a:lnTo>
                <a:lnTo>
                  <a:pt x="205" y="897"/>
                </a:lnTo>
                <a:lnTo>
                  <a:pt x="202" y="913"/>
                </a:lnTo>
                <a:lnTo>
                  <a:pt x="202" y="929"/>
                </a:lnTo>
                <a:lnTo>
                  <a:pt x="207" y="946"/>
                </a:lnTo>
                <a:lnTo>
                  <a:pt x="242" y="977"/>
                </a:lnTo>
                <a:lnTo>
                  <a:pt x="271" y="1004"/>
                </a:lnTo>
                <a:lnTo>
                  <a:pt x="296" y="1026"/>
                </a:lnTo>
                <a:lnTo>
                  <a:pt x="320" y="1044"/>
                </a:lnTo>
                <a:lnTo>
                  <a:pt x="340" y="1060"/>
                </a:lnTo>
                <a:lnTo>
                  <a:pt x="360" y="1077"/>
                </a:lnTo>
                <a:lnTo>
                  <a:pt x="382" y="1093"/>
                </a:lnTo>
                <a:lnTo>
                  <a:pt x="404" y="1109"/>
                </a:lnTo>
                <a:lnTo>
                  <a:pt x="427" y="1129"/>
                </a:lnTo>
                <a:lnTo>
                  <a:pt x="484" y="1169"/>
                </a:lnTo>
                <a:lnTo>
                  <a:pt x="547" y="1215"/>
                </a:lnTo>
                <a:lnTo>
                  <a:pt x="616" y="1262"/>
                </a:lnTo>
                <a:lnTo>
                  <a:pt x="689" y="1309"/>
                </a:lnTo>
                <a:lnTo>
                  <a:pt x="767" y="1357"/>
                </a:lnTo>
                <a:lnTo>
                  <a:pt x="845" y="1404"/>
                </a:lnTo>
                <a:lnTo>
                  <a:pt x="927" y="1446"/>
                </a:lnTo>
                <a:lnTo>
                  <a:pt x="1007" y="1486"/>
                </a:lnTo>
                <a:lnTo>
                  <a:pt x="1087" y="1518"/>
                </a:lnTo>
                <a:lnTo>
                  <a:pt x="1165" y="1544"/>
                </a:lnTo>
                <a:lnTo>
                  <a:pt x="1240" y="1562"/>
                </a:lnTo>
                <a:lnTo>
                  <a:pt x="1196" y="1507"/>
                </a:lnTo>
                <a:lnTo>
                  <a:pt x="1155" y="1453"/>
                </a:lnTo>
                <a:lnTo>
                  <a:pt x="1115" y="1398"/>
                </a:lnTo>
                <a:lnTo>
                  <a:pt x="1078" y="1344"/>
                </a:lnTo>
                <a:lnTo>
                  <a:pt x="1044" y="1286"/>
                </a:lnTo>
                <a:lnTo>
                  <a:pt x="1015" y="1227"/>
                </a:lnTo>
                <a:lnTo>
                  <a:pt x="991" y="1166"/>
                </a:lnTo>
                <a:lnTo>
                  <a:pt x="971" y="1100"/>
                </a:lnTo>
                <a:lnTo>
                  <a:pt x="956" y="1031"/>
                </a:lnTo>
                <a:lnTo>
                  <a:pt x="947" y="960"/>
                </a:lnTo>
                <a:lnTo>
                  <a:pt x="945" y="884"/>
                </a:lnTo>
                <a:lnTo>
                  <a:pt x="951" y="802"/>
                </a:lnTo>
                <a:lnTo>
                  <a:pt x="964" y="717"/>
                </a:lnTo>
                <a:lnTo>
                  <a:pt x="984" y="626"/>
                </a:lnTo>
                <a:lnTo>
                  <a:pt x="1005" y="562"/>
                </a:lnTo>
                <a:lnTo>
                  <a:pt x="1036" y="502"/>
                </a:lnTo>
                <a:lnTo>
                  <a:pt x="1073" y="446"/>
                </a:lnTo>
                <a:lnTo>
                  <a:pt x="1115" y="395"/>
                </a:lnTo>
                <a:lnTo>
                  <a:pt x="1158" y="344"/>
                </a:lnTo>
                <a:lnTo>
                  <a:pt x="1200" y="298"/>
                </a:lnTo>
                <a:lnTo>
                  <a:pt x="1240" y="257"/>
                </a:lnTo>
                <a:lnTo>
                  <a:pt x="1224" y="257"/>
                </a:lnTo>
                <a:close/>
                <a:moveTo>
                  <a:pt x="1733" y="213"/>
                </a:moveTo>
                <a:lnTo>
                  <a:pt x="1567" y="249"/>
                </a:lnTo>
                <a:lnTo>
                  <a:pt x="1500" y="278"/>
                </a:lnTo>
                <a:lnTo>
                  <a:pt x="1436" y="313"/>
                </a:lnTo>
                <a:lnTo>
                  <a:pt x="1376" y="355"/>
                </a:lnTo>
                <a:lnTo>
                  <a:pt x="1322" y="400"/>
                </a:lnTo>
                <a:lnTo>
                  <a:pt x="1271" y="451"/>
                </a:lnTo>
                <a:lnTo>
                  <a:pt x="1225" y="507"/>
                </a:lnTo>
                <a:lnTo>
                  <a:pt x="1185" y="567"/>
                </a:lnTo>
                <a:lnTo>
                  <a:pt x="1155" y="635"/>
                </a:lnTo>
                <a:lnTo>
                  <a:pt x="1127" y="706"/>
                </a:lnTo>
                <a:lnTo>
                  <a:pt x="1109" y="786"/>
                </a:lnTo>
                <a:lnTo>
                  <a:pt x="1102" y="867"/>
                </a:lnTo>
                <a:lnTo>
                  <a:pt x="1104" y="947"/>
                </a:lnTo>
                <a:lnTo>
                  <a:pt x="1115" y="1027"/>
                </a:lnTo>
                <a:lnTo>
                  <a:pt x="1135" y="1106"/>
                </a:lnTo>
                <a:lnTo>
                  <a:pt x="1162" y="1182"/>
                </a:lnTo>
                <a:lnTo>
                  <a:pt x="1198" y="1253"/>
                </a:lnTo>
                <a:lnTo>
                  <a:pt x="1240" y="1320"/>
                </a:lnTo>
                <a:lnTo>
                  <a:pt x="1289" y="1384"/>
                </a:lnTo>
                <a:lnTo>
                  <a:pt x="1345" y="1440"/>
                </a:lnTo>
                <a:lnTo>
                  <a:pt x="1405" y="1489"/>
                </a:lnTo>
                <a:lnTo>
                  <a:pt x="1471" y="1533"/>
                </a:lnTo>
                <a:lnTo>
                  <a:pt x="1540" y="1567"/>
                </a:lnTo>
                <a:lnTo>
                  <a:pt x="1613" y="1591"/>
                </a:lnTo>
                <a:lnTo>
                  <a:pt x="1689" y="1607"/>
                </a:lnTo>
                <a:lnTo>
                  <a:pt x="1767" y="1611"/>
                </a:lnTo>
                <a:lnTo>
                  <a:pt x="1847" y="1606"/>
                </a:lnTo>
                <a:lnTo>
                  <a:pt x="1940" y="1586"/>
                </a:lnTo>
                <a:lnTo>
                  <a:pt x="2025" y="1562"/>
                </a:lnTo>
                <a:lnTo>
                  <a:pt x="2104" y="1529"/>
                </a:lnTo>
                <a:lnTo>
                  <a:pt x="2176" y="1491"/>
                </a:lnTo>
                <a:lnTo>
                  <a:pt x="2240" y="1446"/>
                </a:lnTo>
                <a:lnTo>
                  <a:pt x="2298" y="1393"/>
                </a:lnTo>
                <a:lnTo>
                  <a:pt x="2349" y="1335"/>
                </a:lnTo>
                <a:lnTo>
                  <a:pt x="2393" y="1269"/>
                </a:lnTo>
                <a:lnTo>
                  <a:pt x="2433" y="1197"/>
                </a:lnTo>
                <a:lnTo>
                  <a:pt x="2465" y="1113"/>
                </a:lnTo>
                <a:lnTo>
                  <a:pt x="2485" y="1029"/>
                </a:lnTo>
                <a:lnTo>
                  <a:pt x="2495" y="946"/>
                </a:lnTo>
                <a:lnTo>
                  <a:pt x="2493" y="864"/>
                </a:lnTo>
                <a:lnTo>
                  <a:pt x="2482" y="784"/>
                </a:lnTo>
                <a:lnTo>
                  <a:pt x="2462" y="707"/>
                </a:lnTo>
                <a:lnTo>
                  <a:pt x="2433" y="633"/>
                </a:lnTo>
                <a:lnTo>
                  <a:pt x="2396" y="564"/>
                </a:lnTo>
                <a:lnTo>
                  <a:pt x="2355" y="500"/>
                </a:lnTo>
                <a:lnTo>
                  <a:pt x="2307" y="440"/>
                </a:lnTo>
                <a:lnTo>
                  <a:pt x="2256" y="387"/>
                </a:lnTo>
                <a:lnTo>
                  <a:pt x="2202" y="342"/>
                </a:lnTo>
                <a:lnTo>
                  <a:pt x="2144" y="304"/>
                </a:lnTo>
                <a:lnTo>
                  <a:pt x="2084" y="273"/>
                </a:lnTo>
                <a:lnTo>
                  <a:pt x="2024" y="251"/>
                </a:lnTo>
                <a:lnTo>
                  <a:pt x="1958" y="233"/>
                </a:lnTo>
                <a:lnTo>
                  <a:pt x="1891" y="222"/>
                </a:lnTo>
                <a:lnTo>
                  <a:pt x="1815" y="215"/>
                </a:lnTo>
                <a:lnTo>
                  <a:pt x="1733" y="213"/>
                </a:lnTo>
                <a:close/>
                <a:moveTo>
                  <a:pt x="1796" y="0"/>
                </a:moveTo>
                <a:lnTo>
                  <a:pt x="1849" y="2"/>
                </a:lnTo>
                <a:lnTo>
                  <a:pt x="1907" y="4"/>
                </a:lnTo>
                <a:lnTo>
                  <a:pt x="1965" y="7"/>
                </a:lnTo>
                <a:lnTo>
                  <a:pt x="2027" y="11"/>
                </a:lnTo>
                <a:lnTo>
                  <a:pt x="2087" y="18"/>
                </a:lnTo>
                <a:lnTo>
                  <a:pt x="2147" y="27"/>
                </a:lnTo>
                <a:lnTo>
                  <a:pt x="2204" y="38"/>
                </a:lnTo>
                <a:lnTo>
                  <a:pt x="2256" y="53"/>
                </a:lnTo>
                <a:lnTo>
                  <a:pt x="2405" y="102"/>
                </a:lnTo>
                <a:lnTo>
                  <a:pt x="2545" y="157"/>
                </a:lnTo>
                <a:lnTo>
                  <a:pt x="2680" y="215"/>
                </a:lnTo>
                <a:lnTo>
                  <a:pt x="2809" y="277"/>
                </a:lnTo>
                <a:lnTo>
                  <a:pt x="2933" y="346"/>
                </a:lnTo>
                <a:lnTo>
                  <a:pt x="3051" y="417"/>
                </a:lnTo>
                <a:lnTo>
                  <a:pt x="3167" y="495"/>
                </a:lnTo>
                <a:lnTo>
                  <a:pt x="3280" y="577"/>
                </a:lnTo>
                <a:lnTo>
                  <a:pt x="3331" y="615"/>
                </a:lnTo>
                <a:lnTo>
                  <a:pt x="3382" y="653"/>
                </a:lnTo>
                <a:lnTo>
                  <a:pt x="3431" y="691"/>
                </a:lnTo>
                <a:lnTo>
                  <a:pt x="3480" y="733"/>
                </a:lnTo>
                <a:lnTo>
                  <a:pt x="3524" y="777"/>
                </a:lnTo>
                <a:lnTo>
                  <a:pt x="3564" y="826"/>
                </a:lnTo>
                <a:lnTo>
                  <a:pt x="3584" y="855"/>
                </a:lnTo>
                <a:lnTo>
                  <a:pt x="3596" y="882"/>
                </a:lnTo>
                <a:lnTo>
                  <a:pt x="3600" y="913"/>
                </a:lnTo>
                <a:lnTo>
                  <a:pt x="3596" y="944"/>
                </a:lnTo>
                <a:lnTo>
                  <a:pt x="3584" y="977"/>
                </a:lnTo>
                <a:lnTo>
                  <a:pt x="3562" y="998"/>
                </a:lnTo>
                <a:lnTo>
                  <a:pt x="3542" y="1015"/>
                </a:lnTo>
                <a:lnTo>
                  <a:pt x="3525" y="1031"/>
                </a:lnTo>
                <a:lnTo>
                  <a:pt x="3507" y="1047"/>
                </a:lnTo>
                <a:lnTo>
                  <a:pt x="3484" y="1069"/>
                </a:lnTo>
                <a:lnTo>
                  <a:pt x="3402" y="1137"/>
                </a:lnTo>
                <a:lnTo>
                  <a:pt x="3320" y="1206"/>
                </a:lnTo>
                <a:lnTo>
                  <a:pt x="3236" y="1273"/>
                </a:lnTo>
                <a:lnTo>
                  <a:pt x="3147" y="1337"/>
                </a:lnTo>
                <a:lnTo>
                  <a:pt x="3047" y="1404"/>
                </a:lnTo>
                <a:lnTo>
                  <a:pt x="2944" y="1467"/>
                </a:lnTo>
                <a:lnTo>
                  <a:pt x="2838" y="1527"/>
                </a:lnTo>
                <a:lnTo>
                  <a:pt x="2727" y="1586"/>
                </a:lnTo>
                <a:lnTo>
                  <a:pt x="2613" y="1638"/>
                </a:lnTo>
                <a:lnTo>
                  <a:pt x="2495" y="1687"/>
                </a:lnTo>
                <a:lnTo>
                  <a:pt x="2371" y="1731"/>
                </a:lnTo>
                <a:lnTo>
                  <a:pt x="2240" y="1769"/>
                </a:lnTo>
                <a:lnTo>
                  <a:pt x="2107" y="1798"/>
                </a:lnTo>
                <a:lnTo>
                  <a:pt x="1975" y="1817"/>
                </a:lnTo>
                <a:lnTo>
                  <a:pt x="1844" y="1824"/>
                </a:lnTo>
                <a:lnTo>
                  <a:pt x="1715" y="1822"/>
                </a:lnTo>
                <a:lnTo>
                  <a:pt x="1589" y="1809"/>
                </a:lnTo>
                <a:lnTo>
                  <a:pt x="1465" y="1791"/>
                </a:lnTo>
                <a:lnTo>
                  <a:pt x="1344" y="1764"/>
                </a:lnTo>
                <a:lnTo>
                  <a:pt x="1225" y="1731"/>
                </a:lnTo>
                <a:lnTo>
                  <a:pt x="1113" y="1693"/>
                </a:lnTo>
                <a:lnTo>
                  <a:pt x="1002" y="1649"/>
                </a:lnTo>
                <a:lnTo>
                  <a:pt x="896" y="1604"/>
                </a:lnTo>
                <a:lnTo>
                  <a:pt x="798" y="1553"/>
                </a:lnTo>
                <a:lnTo>
                  <a:pt x="704" y="1502"/>
                </a:lnTo>
                <a:lnTo>
                  <a:pt x="615" y="1449"/>
                </a:lnTo>
                <a:lnTo>
                  <a:pt x="533" y="1397"/>
                </a:lnTo>
                <a:lnTo>
                  <a:pt x="422" y="1320"/>
                </a:lnTo>
                <a:lnTo>
                  <a:pt x="316" y="1238"/>
                </a:lnTo>
                <a:lnTo>
                  <a:pt x="215" y="1157"/>
                </a:lnTo>
                <a:lnTo>
                  <a:pt x="113" y="1073"/>
                </a:lnTo>
                <a:lnTo>
                  <a:pt x="85" y="1049"/>
                </a:lnTo>
                <a:lnTo>
                  <a:pt x="58" y="1020"/>
                </a:lnTo>
                <a:lnTo>
                  <a:pt x="33" y="989"/>
                </a:lnTo>
                <a:lnTo>
                  <a:pt x="13" y="953"/>
                </a:lnTo>
                <a:lnTo>
                  <a:pt x="0" y="917"/>
                </a:lnTo>
                <a:lnTo>
                  <a:pt x="0" y="898"/>
                </a:lnTo>
                <a:lnTo>
                  <a:pt x="9" y="875"/>
                </a:lnTo>
                <a:lnTo>
                  <a:pt x="24" y="851"/>
                </a:lnTo>
                <a:lnTo>
                  <a:pt x="45" y="822"/>
                </a:lnTo>
                <a:lnTo>
                  <a:pt x="69" y="793"/>
                </a:lnTo>
                <a:lnTo>
                  <a:pt x="98" y="764"/>
                </a:lnTo>
                <a:lnTo>
                  <a:pt x="129" y="735"/>
                </a:lnTo>
                <a:lnTo>
                  <a:pt x="160" y="704"/>
                </a:lnTo>
                <a:lnTo>
                  <a:pt x="191" y="677"/>
                </a:lnTo>
                <a:lnTo>
                  <a:pt x="222" y="649"/>
                </a:lnTo>
                <a:lnTo>
                  <a:pt x="251" y="626"/>
                </a:lnTo>
                <a:lnTo>
                  <a:pt x="276" y="606"/>
                </a:lnTo>
                <a:lnTo>
                  <a:pt x="296" y="589"/>
                </a:lnTo>
                <a:lnTo>
                  <a:pt x="313" y="577"/>
                </a:lnTo>
                <a:lnTo>
                  <a:pt x="431" y="491"/>
                </a:lnTo>
                <a:lnTo>
                  <a:pt x="545" y="415"/>
                </a:lnTo>
                <a:lnTo>
                  <a:pt x="655" y="346"/>
                </a:lnTo>
                <a:lnTo>
                  <a:pt x="760" y="286"/>
                </a:lnTo>
                <a:lnTo>
                  <a:pt x="860" y="233"/>
                </a:lnTo>
                <a:lnTo>
                  <a:pt x="956" y="187"/>
                </a:lnTo>
                <a:lnTo>
                  <a:pt x="1047" y="149"/>
                </a:lnTo>
                <a:lnTo>
                  <a:pt x="1131" y="117"/>
                </a:lnTo>
                <a:lnTo>
                  <a:pt x="1211" y="89"/>
                </a:lnTo>
                <a:lnTo>
                  <a:pt x="1284" y="66"/>
                </a:lnTo>
                <a:lnTo>
                  <a:pt x="1351" y="49"/>
                </a:lnTo>
                <a:lnTo>
                  <a:pt x="1411" y="35"/>
                </a:lnTo>
                <a:lnTo>
                  <a:pt x="1464" y="24"/>
                </a:lnTo>
                <a:lnTo>
                  <a:pt x="1509" y="17"/>
                </a:lnTo>
                <a:lnTo>
                  <a:pt x="1547" y="11"/>
                </a:lnTo>
                <a:lnTo>
                  <a:pt x="1580" y="7"/>
                </a:lnTo>
                <a:lnTo>
                  <a:pt x="1602" y="6"/>
                </a:lnTo>
                <a:lnTo>
                  <a:pt x="1618" y="6"/>
                </a:lnTo>
                <a:lnTo>
                  <a:pt x="1624" y="6"/>
                </a:lnTo>
                <a:lnTo>
                  <a:pt x="1618" y="6"/>
                </a:lnTo>
                <a:lnTo>
                  <a:pt x="1624" y="6"/>
                </a:lnTo>
                <a:lnTo>
                  <a:pt x="1642" y="4"/>
                </a:lnTo>
                <a:lnTo>
                  <a:pt x="1669" y="2"/>
                </a:lnTo>
                <a:lnTo>
                  <a:pt x="1704" y="2"/>
                </a:lnTo>
                <a:lnTo>
                  <a:pt x="1747" y="0"/>
                </a:lnTo>
                <a:lnTo>
                  <a:pt x="1796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26"/>
          <p:cNvGrpSpPr/>
          <p:nvPr/>
        </p:nvGrpSpPr>
        <p:grpSpPr>
          <a:xfrm>
            <a:off x="5808242" y="1625510"/>
            <a:ext cx="308659" cy="236485"/>
            <a:chOff x="2062550" y="1001048"/>
            <a:chExt cx="5068290" cy="5174717"/>
          </a:xfrm>
        </p:grpSpPr>
        <p:sp>
          <p:nvSpPr>
            <p:cNvPr id="172" name="Google Shape;172;p26"/>
            <p:cNvSpPr/>
            <p:nvPr/>
          </p:nvSpPr>
          <p:spPr>
            <a:xfrm>
              <a:off x="4767053" y="1142826"/>
              <a:ext cx="2363788" cy="985837"/>
            </a:xfrm>
            <a:custGeom>
              <a:avLst/>
              <a:gdLst/>
              <a:ahLst/>
              <a:cxnLst/>
              <a:rect l="l" t="t" r="r" b="b"/>
              <a:pathLst>
                <a:path w="1489" h="621" extrusionOk="0">
                  <a:moveTo>
                    <a:pt x="499" y="0"/>
                  </a:moveTo>
                  <a:lnTo>
                    <a:pt x="548" y="1"/>
                  </a:lnTo>
                  <a:lnTo>
                    <a:pt x="595" y="7"/>
                  </a:lnTo>
                  <a:lnTo>
                    <a:pt x="640" y="16"/>
                  </a:lnTo>
                  <a:lnTo>
                    <a:pt x="682" y="32"/>
                  </a:lnTo>
                  <a:lnTo>
                    <a:pt x="722" y="51"/>
                  </a:lnTo>
                  <a:lnTo>
                    <a:pt x="757" y="67"/>
                  </a:lnTo>
                  <a:lnTo>
                    <a:pt x="786" y="80"/>
                  </a:lnTo>
                  <a:lnTo>
                    <a:pt x="815" y="91"/>
                  </a:lnTo>
                  <a:lnTo>
                    <a:pt x="842" y="101"/>
                  </a:lnTo>
                  <a:lnTo>
                    <a:pt x="869" y="112"/>
                  </a:lnTo>
                  <a:lnTo>
                    <a:pt x="900" y="123"/>
                  </a:lnTo>
                  <a:lnTo>
                    <a:pt x="933" y="136"/>
                  </a:lnTo>
                  <a:lnTo>
                    <a:pt x="973" y="151"/>
                  </a:lnTo>
                  <a:lnTo>
                    <a:pt x="1020" y="167"/>
                  </a:lnTo>
                  <a:lnTo>
                    <a:pt x="1064" y="180"/>
                  </a:lnTo>
                  <a:lnTo>
                    <a:pt x="1115" y="189"/>
                  </a:lnTo>
                  <a:lnTo>
                    <a:pt x="1171" y="192"/>
                  </a:lnTo>
                  <a:lnTo>
                    <a:pt x="1228" y="194"/>
                  </a:lnTo>
                  <a:lnTo>
                    <a:pt x="1286" y="192"/>
                  </a:lnTo>
                  <a:lnTo>
                    <a:pt x="1340" y="189"/>
                  </a:lnTo>
                  <a:lnTo>
                    <a:pt x="1389" y="181"/>
                  </a:lnTo>
                  <a:lnTo>
                    <a:pt x="1431" y="174"/>
                  </a:lnTo>
                  <a:lnTo>
                    <a:pt x="1464" y="167"/>
                  </a:lnTo>
                  <a:lnTo>
                    <a:pt x="1479" y="169"/>
                  </a:lnTo>
                  <a:lnTo>
                    <a:pt x="1486" y="174"/>
                  </a:lnTo>
                  <a:lnTo>
                    <a:pt x="1489" y="181"/>
                  </a:lnTo>
                  <a:lnTo>
                    <a:pt x="1489" y="192"/>
                  </a:lnTo>
                  <a:lnTo>
                    <a:pt x="1484" y="203"/>
                  </a:lnTo>
                  <a:lnTo>
                    <a:pt x="1469" y="227"/>
                  </a:lnTo>
                  <a:lnTo>
                    <a:pt x="1453" y="251"/>
                  </a:lnTo>
                  <a:lnTo>
                    <a:pt x="1433" y="272"/>
                  </a:lnTo>
                  <a:lnTo>
                    <a:pt x="1408" y="292"/>
                  </a:lnTo>
                  <a:lnTo>
                    <a:pt x="1377" y="311"/>
                  </a:lnTo>
                  <a:lnTo>
                    <a:pt x="1339" y="327"/>
                  </a:lnTo>
                  <a:lnTo>
                    <a:pt x="1293" y="341"/>
                  </a:lnTo>
                  <a:lnTo>
                    <a:pt x="1239" y="352"/>
                  </a:lnTo>
                  <a:lnTo>
                    <a:pt x="1177" y="360"/>
                  </a:lnTo>
                  <a:lnTo>
                    <a:pt x="1175" y="372"/>
                  </a:lnTo>
                  <a:lnTo>
                    <a:pt x="1171" y="387"/>
                  </a:lnTo>
                  <a:lnTo>
                    <a:pt x="1166" y="398"/>
                  </a:lnTo>
                  <a:lnTo>
                    <a:pt x="1155" y="409"/>
                  </a:lnTo>
                  <a:lnTo>
                    <a:pt x="1140" y="418"/>
                  </a:lnTo>
                  <a:lnTo>
                    <a:pt x="1122" y="423"/>
                  </a:lnTo>
                  <a:lnTo>
                    <a:pt x="1099" y="429"/>
                  </a:lnTo>
                  <a:lnTo>
                    <a:pt x="1069" y="429"/>
                  </a:lnTo>
                  <a:lnTo>
                    <a:pt x="1035" y="425"/>
                  </a:lnTo>
                  <a:lnTo>
                    <a:pt x="993" y="418"/>
                  </a:lnTo>
                  <a:lnTo>
                    <a:pt x="944" y="407"/>
                  </a:lnTo>
                  <a:lnTo>
                    <a:pt x="944" y="414"/>
                  </a:lnTo>
                  <a:lnTo>
                    <a:pt x="944" y="421"/>
                  </a:lnTo>
                  <a:lnTo>
                    <a:pt x="944" y="431"/>
                  </a:lnTo>
                  <a:lnTo>
                    <a:pt x="944" y="440"/>
                  </a:lnTo>
                  <a:lnTo>
                    <a:pt x="942" y="449"/>
                  </a:lnTo>
                  <a:lnTo>
                    <a:pt x="939" y="458"/>
                  </a:lnTo>
                  <a:lnTo>
                    <a:pt x="933" y="465"/>
                  </a:lnTo>
                  <a:lnTo>
                    <a:pt x="922" y="474"/>
                  </a:lnTo>
                  <a:lnTo>
                    <a:pt x="909" y="480"/>
                  </a:lnTo>
                  <a:lnTo>
                    <a:pt x="889" y="483"/>
                  </a:lnTo>
                  <a:lnTo>
                    <a:pt x="864" y="485"/>
                  </a:lnTo>
                  <a:lnTo>
                    <a:pt x="833" y="483"/>
                  </a:lnTo>
                  <a:lnTo>
                    <a:pt x="795" y="480"/>
                  </a:lnTo>
                  <a:lnTo>
                    <a:pt x="748" y="471"/>
                  </a:lnTo>
                  <a:lnTo>
                    <a:pt x="733" y="505"/>
                  </a:lnTo>
                  <a:lnTo>
                    <a:pt x="715" y="529"/>
                  </a:lnTo>
                  <a:lnTo>
                    <a:pt x="697" y="545"/>
                  </a:lnTo>
                  <a:lnTo>
                    <a:pt x="677" y="554"/>
                  </a:lnTo>
                  <a:lnTo>
                    <a:pt x="655" y="560"/>
                  </a:lnTo>
                  <a:lnTo>
                    <a:pt x="633" y="560"/>
                  </a:lnTo>
                  <a:lnTo>
                    <a:pt x="611" y="556"/>
                  </a:lnTo>
                  <a:lnTo>
                    <a:pt x="591" y="551"/>
                  </a:lnTo>
                  <a:lnTo>
                    <a:pt x="569" y="545"/>
                  </a:lnTo>
                  <a:lnTo>
                    <a:pt x="549" y="540"/>
                  </a:lnTo>
                  <a:lnTo>
                    <a:pt x="533" y="536"/>
                  </a:lnTo>
                  <a:lnTo>
                    <a:pt x="517" y="534"/>
                  </a:lnTo>
                  <a:lnTo>
                    <a:pt x="499" y="565"/>
                  </a:lnTo>
                  <a:lnTo>
                    <a:pt x="479" y="585"/>
                  </a:lnTo>
                  <a:lnTo>
                    <a:pt x="455" y="596"/>
                  </a:lnTo>
                  <a:lnTo>
                    <a:pt x="429" y="601"/>
                  </a:lnTo>
                  <a:lnTo>
                    <a:pt x="402" y="603"/>
                  </a:lnTo>
                  <a:lnTo>
                    <a:pt x="375" y="600"/>
                  </a:lnTo>
                  <a:lnTo>
                    <a:pt x="348" y="592"/>
                  </a:lnTo>
                  <a:lnTo>
                    <a:pt x="322" y="585"/>
                  </a:lnTo>
                  <a:lnTo>
                    <a:pt x="297" y="576"/>
                  </a:lnTo>
                  <a:lnTo>
                    <a:pt x="275" y="569"/>
                  </a:lnTo>
                  <a:lnTo>
                    <a:pt x="257" y="563"/>
                  </a:lnTo>
                  <a:lnTo>
                    <a:pt x="228" y="592"/>
                  </a:lnTo>
                  <a:lnTo>
                    <a:pt x="199" y="612"/>
                  </a:lnTo>
                  <a:lnTo>
                    <a:pt x="168" y="620"/>
                  </a:lnTo>
                  <a:lnTo>
                    <a:pt x="137" y="621"/>
                  </a:lnTo>
                  <a:lnTo>
                    <a:pt x="104" y="614"/>
                  </a:lnTo>
                  <a:lnTo>
                    <a:pt x="71" y="605"/>
                  </a:lnTo>
                  <a:lnTo>
                    <a:pt x="37" y="591"/>
                  </a:lnTo>
                  <a:lnTo>
                    <a:pt x="0" y="576"/>
                  </a:lnTo>
                  <a:lnTo>
                    <a:pt x="4" y="274"/>
                  </a:lnTo>
                  <a:lnTo>
                    <a:pt x="42" y="269"/>
                  </a:lnTo>
                  <a:lnTo>
                    <a:pt x="77" y="256"/>
                  </a:lnTo>
                  <a:lnTo>
                    <a:pt x="106" y="238"/>
                  </a:lnTo>
                  <a:lnTo>
                    <a:pt x="133" y="216"/>
                  </a:lnTo>
                  <a:lnTo>
                    <a:pt x="159" y="191"/>
                  </a:lnTo>
                  <a:lnTo>
                    <a:pt x="182" y="161"/>
                  </a:lnTo>
                  <a:lnTo>
                    <a:pt x="208" y="132"/>
                  </a:lnTo>
                  <a:lnTo>
                    <a:pt x="233" y="103"/>
                  </a:lnTo>
                  <a:lnTo>
                    <a:pt x="262" y="76"/>
                  </a:lnTo>
                  <a:lnTo>
                    <a:pt x="295" y="52"/>
                  </a:lnTo>
                  <a:lnTo>
                    <a:pt x="333" y="31"/>
                  </a:lnTo>
                  <a:lnTo>
                    <a:pt x="377" y="16"/>
                  </a:lnTo>
                  <a:lnTo>
                    <a:pt x="411" y="7"/>
                  </a:lnTo>
                  <a:lnTo>
                    <a:pt x="453" y="1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3419872" y="2274221"/>
              <a:ext cx="1925638" cy="3692536"/>
            </a:xfrm>
            <a:custGeom>
              <a:avLst/>
              <a:gdLst/>
              <a:ahLst/>
              <a:cxnLst/>
              <a:rect l="l" t="t" r="r" b="b"/>
              <a:pathLst>
                <a:path w="1213" h="2416" extrusionOk="0">
                  <a:moveTo>
                    <a:pt x="656" y="1932"/>
                  </a:moveTo>
                  <a:lnTo>
                    <a:pt x="673" y="1932"/>
                  </a:lnTo>
                  <a:lnTo>
                    <a:pt x="673" y="1940"/>
                  </a:lnTo>
                  <a:lnTo>
                    <a:pt x="673" y="1963"/>
                  </a:lnTo>
                  <a:lnTo>
                    <a:pt x="674" y="1981"/>
                  </a:lnTo>
                  <a:lnTo>
                    <a:pt x="674" y="1998"/>
                  </a:lnTo>
                  <a:lnTo>
                    <a:pt x="674" y="2014"/>
                  </a:lnTo>
                  <a:lnTo>
                    <a:pt x="674" y="2032"/>
                  </a:lnTo>
                  <a:lnTo>
                    <a:pt x="676" y="2054"/>
                  </a:lnTo>
                  <a:lnTo>
                    <a:pt x="676" y="2083"/>
                  </a:lnTo>
                  <a:lnTo>
                    <a:pt x="676" y="2120"/>
                  </a:lnTo>
                  <a:lnTo>
                    <a:pt x="682" y="2170"/>
                  </a:lnTo>
                  <a:lnTo>
                    <a:pt x="693" y="2216"/>
                  </a:lnTo>
                  <a:lnTo>
                    <a:pt x="709" y="2260"/>
                  </a:lnTo>
                  <a:lnTo>
                    <a:pt x="727" y="2300"/>
                  </a:lnTo>
                  <a:lnTo>
                    <a:pt x="753" y="2340"/>
                  </a:lnTo>
                  <a:lnTo>
                    <a:pt x="778" y="2378"/>
                  </a:lnTo>
                  <a:lnTo>
                    <a:pt x="805" y="2416"/>
                  </a:lnTo>
                  <a:lnTo>
                    <a:pt x="762" y="2381"/>
                  </a:lnTo>
                  <a:lnTo>
                    <a:pt x="724" y="2341"/>
                  </a:lnTo>
                  <a:lnTo>
                    <a:pt x="691" y="2298"/>
                  </a:lnTo>
                  <a:lnTo>
                    <a:pt x="664" y="2254"/>
                  </a:lnTo>
                  <a:lnTo>
                    <a:pt x="640" y="2207"/>
                  </a:lnTo>
                  <a:lnTo>
                    <a:pt x="624" y="2161"/>
                  </a:lnTo>
                  <a:lnTo>
                    <a:pt x="614" y="2116"/>
                  </a:lnTo>
                  <a:lnTo>
                    <a:pt x="609" y="2074"/>
                  </a:lnTo>
                  <a:lnTo>
                    <a:pt x="613" y="2036"/>
                  </a:lnTo>
                  <a:lnTo>
                    <a:pt x="622" y="2007"/>
                  </a:lnTo>
                  <a:lnTo>
                    <a:pt x="631" y="1980"/>
                  </a:lnTo>
                  <a:lnTo>
                    <a:pt x="644" y="1956"/>
                  </a:lnTo>
                  <a:lnTo>
                    <a:pt x="656" y="1932"/>
                  </a:lnTo>
                  <a:close/>
                  <a:moveTo>
                    <a:pt x="573" y="980"/>
                  </a:moveTo>
                  <a:lnTo>
                    <a:pt x="604" y="992"/>
                  </a:lnTo>
                  <a:lnTo>
                    <a:pt x="636" y="1007"/>
                  </a:lnTo>
                  <a:lnTo>
                    <a:pt x="665" y="1020"/>
                  </a:lnTo>
                  <a:lnTo>
                    <a:pt x="662" y="1029"/>
                  </a:lnTo>
                  <a:lnTo>
                    <a:pt x="660" y="1043"/>
                  </a:lnTo>
                  <a:lnTo>
                    <a:pt x="656" y="1052"/>
                  </a:lnTo>
                  <a:lnTo>
                    <a:pt x="629" y="1067"/>
                  </a:lnTo>
                  <a:lnTo>
                    <a:pt x="604" y="1089"/>
                  </a:lnTo>
                  <a:lnTo>
                    <a:pt x="584" y="1114"/>
                  </a:lnTo>
                  <a:lnTo>
                    <a:pt x="567" y="1145"/>
                  </a:lnTo>
                  <a:lnTo>
                    <a:pt x="560" y="1178"/>
                  </a:lnTo>
                  <a:lnTo>
                    <a:pt x="558" y="1212"/>
                  </a:lnTo>
                  <a:lnTo>
                    <a:pt x="565" y="1249"/>
                  </a:lnTo>
                  <a:lnTo>
                    <a:pt x="582" y="1285"/>
                  </a:lnTo>
                  <a:lnTo>
                    <a:pt x="609" y="1321"/>
                  </a:lnTo>
                  <a:lnTo>
                    <a:pt x="640" y="1354"/>
                  </a:lnTo>
                  <a:lnTo>
                    <a:pt x="676" y="1385"/>
                  </a:lnTo>
                  <a:lnTo>
                    <a:pt x="714" y="1410"/>
                  </a:lnTo>
                  <a:lnTo>
                    <a:pt x="754" y="1438"/>
                  </a:lnTo>
                  <a:lnTo>
                    <a:pt x="796" y="1463"/>
                  </a:lnTo>
                  <a:lnTo>
                    <a:pt x="834" y="1489"/>
                  </a:lnTo>
                  <a:lnTo>
                    <a:pt x="873" y="1518"/>
                  </a:lnTo>
                  <a:lnTo>
                    <a:pt x="907" y="1549"/>
                  </a:lnTo>
                  <a:lnTo>
                    <a:pt x="936" y="1585"/>
                  </a:lnTo>
                  <a:lnTo>
                    <a:pt x="953" y="1614"/>
                  </a:lnTo>
                  <a:lnTo>
                    <a:pt x="962" y="1647"/>
                  </a:lnTo>
                  <a:lnTo>
                    <a:pt x="962" y="1680"/>
                  </a:lnTo>
                  <a:lnTo>
                    <a:pt x="956" y="1714"/>
                  </a:lnTo>
                  <a:lnTo>
                    <a:pt x="945" y="1749"/>
                  </a:lnTo>
                  <a:lnTo>
                    <a:pt x="931" y="1781"/>
                  </a:lnTo>
                  <a:lnTo>
                    <a:pt x="911" y="1810"/>
                  </a:lnTo>
                  <a:lnTo>
                    <a:pt x="887" y="1836"/>
                  </a:lnTo>
                  <a:lnTo>
                    <a:pt x="862" y="1856"/>
                  </a:lnTo>
                  <a:lnTo>
                    <a:pt x="833" y="1872"/>
                  </a:lnTo>
                  <a:lnTo>
                    <a:pt x="833" y="1870"/>
                  </a:lnTo>
                  <a:lnTo>
                    <a:pt x="829" y="1869"/>
                  </a:lnTo>
                  <a:lnTo>
                    <a:pt x="825" y="1867"/>
                  </a:lnTo>
                  <a:lnTo>
                    <a:pt x="822" y="1863"/>
                  </a:lnTo>
                  <a:lnTo>
                    <a:pt x="818" y="1861"/>
                  </a:lnTo>
                  <a:lnTo>
                    <a:pt x="816" y="1860"/>
                  </a:lnTo>
                  <a:lnTo>
                    <a:pt x="816" y="1827"/>
                  </a:lnTo>
                  <a:lnTo>
                    <a:pt x="816" y="1792"/>
                  </a:lnTo>
                  <a:lnTo>
                    <a:pt x="844" y="1767"/>
                  </a:lnTo>
                  <a:lnTo>
                    <a:pt x="864" y="1736"/>
                  </a:lnTo>
                  <a:lnTo>
                    <a:pt x="882" y="1700"/>
                  </a:lnTo>
                  <a:lnTo>
                    <a:pt x="869" y="1660"/>
                  </a:lnTo>
                  <a:lnTo>
                    <a:pt x="853" y="1625"/>
                  </a:lnTo>
                  <a:lnTo>
                    <a:pt x="831" y="1596"/>
                  </a:lnTo>
                  <a:lnTo>
                    <a:pt x="804" y="1570"/>
                  </a:lnTo>
                  <a:lnTo>
                    <a:pt x="774" y="1547"/>
                  </a:lnTo>
                  <a:lnTo>
                    <a:pt x="744" y="1527"/>
                  </a:lnTo>
                  <a:lnTo>
                    <a:pt x="711" y="1509"/>
                  </a:lnTo>
                  <a:lnTo>
                    <a:pt x="678" y="1490"/>
                  </a:lnTo>
                  <a:lnTo>
                    <a:pt x="647" y="1470"/>
                  </a:lnTo>
                  <a:lnTo>
                    <a:pt x="616" y="1450"/>
                  </a:lnTo>
                  <a:lnTo>
                    <a:pt x="589" y="1429"/>
                  </a:lnTo>
                  <a:lnTo>
                    <a:pt x="560" y="1400"/>
                  </a:lnTo>
                  <a:lnTo>
                    <a:pt x="534" y="1369"/>
                  </a:lnTo>
                  <a:lnTo>
                    <a:pt x="509" y="1336"/>
                  </a:lnTo>
                  <a:lnTo>
                    <a:pt x="494" y="1314"/>
                  </a:lnTo>
                  <a:lnTo>
                    <a:pt x="478" y="1287"/>
                  </a:lnTo>
                  <a:lnTo>
                    <a:pt x="465" y="1254"/>
                  </a:lnTo>
                  <a:lnTo>
                    <a:pt x="454" y="1220"/>
                  </a:lnTo>
                  <a:lnTo>
                    <a:pt x="449" y="1185"/>
                  </a:lnTo>
                  <a:lnTo>
                    <a:pt x="453" y="1149"/>
                  </a:lnTo>
                  <a:lnTo>
                    <a:pt x="465" y="1112"/>
                  </a:lnTo>
                  <a:lnTo>
                    <a:pt x="485" y="1076"/>
                  </a:lnTo>
                  <a:lnTo>
                    <a:pt x="511" y="1043"/>
                  </a:lnTo>
                  <a:lnTo>
                    <a:pt x="538" y="1012"/>
                  </a:lnTo>
                  <a:lnTo>
                    <a:pt x="573" y="980"/>
                  </a:lnTo>
                  <a:close/>
                  <a:moveTo>
                    <a:pt x="380" y="0"/>
                  </a:moveTo>
                  <a:lnTo>
                    <a:pt x="418" y="1"/>
                  </a:lnTo>
                  <a:lnTo>
                    <a:pt x="454" y="7"/>
                  </a:lnTo>
                  <a:lnTo>
                    <a:pt x="487" y="14"/>
                  </a:lnTo>
                  <a:lnTo>
                    <a:pt x="518" y="23"/>
                  </a:lnTo>
                  <a:lnTo>
                    <a:pt x="544" y="38"/>
                  </a:lnTo>
                  <a:lnTo>
                    <a:pt x="564" y="54"/>
                  </a:lnTo>
                  <a:lnTo>
                    <a:pt x="578" y="74"/>
                  </a:lnTo>
                  <a:lnTo>
                    <a:pt x="585" y="100"/>
                  </a:lnTo>
                  <a:lnTo>
                    <a:pt x="585" y="129"/>
                  </a:lnTo>
                  <a:lnTo>
                    <a:pt x="576" y="138"/>
                  </a:lnTo>
                  <a:lnTo>
                    <a:pt x="562" y="150"/>
                  </a:lnTo>
                  <a:lnTo>
                    <a:pt x="545" y="161"/>
                  </a:lnTo>
                  <a:lnTo>
                    <a:pt x="524" y="170"/>
                  </a:lnTo>
                  <a:lnTo>
                    <a:pt x="496" y="176"/>
                  </a:lnTo>
                  <a:lnTo>
                    <a:pt x="467" y="176"/>
                  </a:lnTo>
                  <a:lnTo>
                    <a:pt x="433" y="169"/>
                  </a:lnTo>
                  <a:lnTo>
                    <a:pt x="407" y="160"/>
                  </a:lnTo>
                  <a:lnTo>
                    <a:pt x="378" y="149"/>
                  </a:lnTo>
                  <a:lnTo>
                    <a:pt x="345" y="138"/>
                  </a:lnTo>
                  <a:lnTo>
                    <a:pt x="313" y="127"/>
                  </a:lnTo>
                  <a:lnTo>
                    <a:pt x="278" y="116"/>
                  </a:lnTo>
                  <a:lnTo>
                    <a:pt x="245" y="109"/>
                  </a:lnTo>
                  <a:lnTo>
                    <a:pt x="213" y="103"/>
                  </a:lnTo>
                  <a:lnTo>
                    <a:pt x="182" y="100"/>
                  </a:lnTo>
                  <a:lnTo>
                    <a:pt x="154" y="101"/>
                  </a:lnTo>
                  <a:lnTo>
                    <a:pt x="133" y="109"/>
                  </a:lnTo>
                  <a:lnTo>
                    <a:pt x="114" y="121"/>
                  </a:lnTo>
                  <a:lnTo>
                    <a:pt x="102" y="140"/>
                  </a:lnTo>
                  <a:lnTo>
                    <a:pt x="105" y="174"/>
                  </a:lnTo>
                  <a:lnTo>
                    <a:pt x="120" y="203"/>
                  </a:lnTo>
                  <a:lnTo>
                    <a:pt x="142" y="229"/>
                  </a:lnTo>
                  <a:lnTo>
                    <a:pt x="171" y="250"/>
                  </a:lnTo>
                  <a:lnTo>
                    <a:pt x="205" y="270"/>
                  </a:lnTo>
                  <a:lnTo>
                    <a:pt x="247" y="289"/>
                  </a:lnTo>
                  <a:lnTo>
                    <a:pt x="293" y="303"/>
                  </a:lnTo>
                  <a:lnTo>
                    <a:pt x="344" y="316"/>
                  </a:lnTo>
                  <a:lnTo>
                    <a:pt x="398" y="327"/>
                  </a:lnTo>
                  <a:lnTo>
                    <a:pt x="454" y="336"/>
                  </a:lnTo>
                  <a:lnTo>
                    <a:pt x="513" y="345"/>
                  </a:lnTo>
                  <a:lnTo>
                    <a:pt x="571" y="352"/>
                  </a:lnTo>
                  <a:lnTo>
                    <a:pt x="631" y="360"/>
                  </a:lnTo>
                  <a:lnTo>
                    <a:pt x="691" y="365"/>
                  </a:lnTo>
                  <a:lnTo>
                    <a:pt x="749" y="372"/>
                  </a:lnTo>
                  <a:lnTo>
                    <a:pt x="805" y="380"/>
                  </a:lnTo>
                  <a:lnTo>
                    <a:pt x="858" y="387"/>
                  </a:lnTo>
                  <a:lnTo>
                    <a:pt x="907" y="394"/>
                  </a:lnTo>
                  <a:lnTo>
                    <a:pt x="954" y="405"/>
                  </a:lnTo>
                  <a:lnTo>
                    <a:pt x="994" y="416"/>
                  </a:lnTo>
                  <a:lnTo>
                    <a:pt x="1029" y="429"/>
                  </a:lnTo>
                  <a:lnTo>
                    <a:pt x="1053" y="440"/>
                  </a:lnTo>
                  <a:lnTo>
                    <a:pt x="1080" y="454"/>
                  </a:lnTo>
                  <a:lnTo>
                    <a:pt x="1105" y="472"/>
                  </a:lnTo>
                  <a:lnTo>
                    <a:pt x="1133" y="494"/>
                  </a:lnTo>
                  <a:lnTo>
                    <a:pt x="1156" y="518"/>
                  </a:lnTo>
                  <a:lnTo>
                    <a:pt x="1178" y="543"/>
                  </a:lnTo>
                  <a:lnTo>
                    <a:pt x="1196" y="572"/>
                  </a:lnTo>
                  <a:lnTo>
                    <a:pt x="1207" y="605"/>
                  </a:lnTo>
                  <a:lnTo>
                    <a:pt x="1213" y="638"/>
                  </a:lnTo>
                  <a:lnTo>
                    <a:pt x="1209" y="674"/>
                  </a:lnTo>
                  <a:lnTo>
                    <a:pt x="1196" y="712"/>
                  </a:lnTo>
                  <a:lnTo>
                    <a:pt x="1180" y="743"/>
                  </a:lnTo>
                  <a:lnTo>
                    <a:pt x="1162" y="770"/>
                  </a:lnTo>
                  <a:lnTo>
                    <a:pt x="1142" y="794"/>
                  </a:lnTo>
                  <a:lnTo>
                    <a:pt x="1116" y="816"/>
                  </a:lnTo>
                  <a:lnTo>
                    <a:pt x="1071" y="854"/>
                  </a:lnTo>
                  <a:lnTo>
                    <a:pt x="1024" y="887"/>
                  </a:lnTo>
                  <a:lnTo>
                    <a:pt x="976" y="914"/>
                  </a:lnTo>
                  <a:lnTo>
                    <a:pt x="925" y="940"/>
                  </a:lnTo>
                  <a:lnTo>
                    <a:pt x="829" y="892"/>
                  </a:lnTo>
                  <a:lnTo>
                    <a:pt x="829" y="872"/>
                  </a:lnTo>
                  <a:lnTo>
                    <a:pt x="862" y="852"/>
                  </a:lnTo>
                  <a:lnTo>
                    <a:pt x="896" y="836"/>
                  </a:lnTo>
                  <a:lnTo>
                    <a:pt x="934" y="818"/>
                  </a:lnTo>
                  <a:lnTo>
                    <a:pt x="973" y="800"/>
                  </a:lnTo>
                  <a:lnTo>
                    <a:pt x="1005" y="776"/>
                  </a:lnTo>
                  <a:lnTo>
                    <a:pt x="1007" y="774"/>
                  </a:lnTo>
                  <a:lnTo>
                    <a:pt x="1009" y="772"/>
                  </a:lnTo>
                  <a:lnTo>
                    <a:pt x="1011" y="769"/>
                  </a:lnTo>
                  <a:lnTo>
                    <a:pt x="1013" y="765"/>
                  </a:lnTo>
                  <a:lnTo>
                    <a:pt x="1016" y="761"/>
                  </a:lnTo>
                  <a:lnTo>
                    <a:pt x="1018" y="758"/>
                  </a:lnTo>
                  <a:lnTo>
                    <a:pt x="1020" y="758"/>
                  </a:lnTo>
                  <a:lnTo>
                    <a:pt x="1024" y="758"/>
                  </a:lnTo>
                  <a:lnTo>
                    <a:pt x="1025" y="760"/>
                  </a:lnTo>
                  <a:lnTo>
                    <a:pt x="1044" y="723"/>
                  </a:lnTo>
                  <a:lnTo>
                    <a:pt x="1053" y="689"/>
                  </a:lnTo>
                  <a:lnTo>
                    <a:pt x="1053" y="656"/>
                  </a:lnTo>
                  <a:lnTo>
                    <a:pt x="1044" y="627"/>
                  </a:lnTo>
                  <a:lnTo>
                    <a:pt x="1027" y="600"/>
                  </a:lnTo>
                  <a:lnTo>
                    <a:pt x="1005" y="574"/>
                  </a:lnTo>
                  <a:lnTo>
                    <a:pt x="978" y="552"/>
                  </a:lnTo>
                  <a:lnTo>
                    <a:pt x="945" y="532"/>
                  </a:lnTo>
                  <a:lnTo>
                    <a:pt x="898" y="512"/>
                  </a:lnTo>
                  <a:lnTo>
                    <a:pt x="845" y="498"/>
                  </a:lnTo>
                  <a:lnTo>
                    <a:pt x="787" y="490"/>
                  </a:lnTo>
                  <a:lnTo>
                    <a:pt x="727" y="483"/>
                  </a:lnTo>
                  <a:lnTo>
                    <a:pt x="665" y="480"/>
                  </a:lnTo>
                  <a:lnTo>
                    <a:pt x="604" y="474"/>
                  </a:lnTo>
                  <a:lnTo>
                    <a:pt x="542" y="469"/>
                  </a:lnTo>
                  <a:lnTo>
                    <a:pt x="482" y="460"/>
                  </a:lnTo>
                  <a:lnTo>
                    <a:pt x="396" y="441"/>
                  </a:lnTo>
                  <a:lnTo>
                    <a:pt x="318" y="420"/>
                  </a:lnTo>
                  <a:lnTo>
                    <a:pt x="244" y="392"/>
                  </a:lnTo>
                  <a:lnTo>
                    <a:pt x="176" y="360"/>
                  </a:lnTo>
                  <a:lnTo>
                    <a:pt x="113" y="316"/>
                  </a:lnTo>
                  <a:lnTo>
                    <a:pt x="94" y="301"/>
                  </a:lnTo>
                  <a:lnTo>
                    <a:pt x="74" y="285"/>
                  </a:lnTo>
                  <a:lnTo>
                    <a:pt x="53" y="267"/>
                  </a:lnTo>
                  <a:lnTo>
                    <a:pt x="33" y="245"/>
                  </a:lnTo>
                  <a:lnTo>
                    <a:pt x="16" y="221"/>
                  </a:lnTo>
                  <a:lnTo>
                    <a:pt x="5" y="194"/>
                  </a:lnTo>
                  <a:lnTo>
                    <a:pt x="0" y="163"/>
                  </a:lnTo>
                  <a:lnTo>
                    <a:pt x="5" y="129"/>
                  </a:lnTo>
                  <a:lnTo>
                    <a:pt x="16" y="100"/>
                  </a:lnTo>
                  <a:lnTo>
                    <a:pt x="34" y="76"/>
                  </a:lnTo>
                  <a:lnTo>
                    <a:pt x="58" y="58"/>
                  </a:lnTo>
                  <a:lnTo>
                    <a:pt x="85" y="41"/>
                  </a:lnTo>
                  <a:lnTo>
                    <a:pt x="114" y="30"/>
                  </a:lnTo>
                  <a:lnTo>
                    <a:pt x="147" y="23"/>
                  </a:lnTo>
                  <a:lnTo>
                    <a:pt x="180" y="18"/>
                  </a:lnTo>
                  <a:lnTo>
                    <a:pt x="213" y="12"/>
                  </a:lnTo>
                  <a:lnTo>
                    <a:pt x="245" y="10"/>
                  </a:lnTo>
                  <a:lnTo>
                    <a:pt x="274" y="9"/>
                  </a:lnTo>
                  <a:lnTo>
                    <a:pt x="302" y="7"/>
                  </a:lnTo>
                  <a:lnTo>
                    <a:pt x="324" y="3"/>
                  </a:lnTo>
                  <a:lnTo>
                    <a:pt x="342" y="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3841671" y="2252358"/>
              <a:ext cx="1951038" cy="3489269"/>
            </a:xfrm>
            <a:custGeom>
              <a:avLst/>
              <a:gdLst/>
              <a:ahLst/>
              <a:cxnLst/>
              <a:rect l="l" t="t" r="r" b="b"/>
              <a:pathLst>
                <a:path w="1229" h="2283" extrusionOk="0">
                  <a:moveTo>
                    <a:pt x="351" y="1516"/>
                  </a:moveTo>
                  <a:lnTo>
                    <a:pt x="367" y="1521"/>
                  </a:lnTo>
                  <a:lnTo>
                    <a:pt x="382" y="1527"/>
                  </a:lnTo>
                  <a:lnTo>
                    <a:pt x="391" y="1534"/>
                  </a:lnTo>
                  <a:lnTo>
                    <a:pt x="396" y="1551"/>
                  </a:lnTo>
                  <a:lnTo>
                    <a:pt x="396" y="1572"/>
                  </a:lnTo>
                  <a:lnTo>
                    <a:pt x="395" y="1600"/>
                  </a:lnTo>
                  <a:lnTo>
                    <a:pt x="371" y="1636"/>
                  </a:lnTo>
                  <a:lnTo>
                    <a:pt x="356" y="1669"/>
                  </a:lnTo>
                  <a:lnTo>
                    <a:pt x="349" y="1698"/>
                  </a:lnTo>
                  <a:lnTo>
                    <a:pt x="347" y="1725"/>
                  </a:lnTo>
                  <a:lnTo>
                    <a:pt x="353" y="1749"/>
                  </a:lnTo>
                  <a:lnTo>
                    <a:pt x="364" y="1769"/>
                  </a:lnTo>
                  <a:lnTo>
                    <a:pt x="378" y="1789"/>
                  </a:lnTo>
                  <a:lnTo>
                    <a:pt x="396" y="1807"/>
                  </a:lnTo>
                  <a:lnTo>
                    <a:pt x="416" y="1823"/>
                  </a:lnTo>
                  <a:lnTo>
                    <a:pt x="440" y="1841"/>
                  </a:lnTo>
                  <a:lnTo>
                    <a:pt x="464" y="1858"/>
                  </a:lnTo>
                  <a:lnTo>
                    <a:pt x="487" y="1876"/>
                  </a:lnTo>
                  <a:lnTo>
                    <a:pt x="511" y="1894"/>
                  </a:lnTo>
                  <a:lnTo>
                    <a:pt x="535" y="1914"/>
                  </a:lnTo>
                  <a:lnTo>
                    <a:pt x="555" y="1934"/>
                  </a:lnTo>
                  <a:lnTo>
                    <a:pt x="571" y="1960"/>
                  </a:lnTo>
                  <a:lnTo>
                    <a:pt x="586" y="1992"/>
                  </a:lnTo>
                  <a:lnTo>
                    <a:pt x="596" y="2031"/>
                  </a:lnTo>
                  <a:lnTo>
                    <a:pt x="602" y="2071"/>
                  </a:lnTo>
                  <a:lnTo>
                    <a:pt x="602" y="2112"/>
                  </a:lnTo>
                  <a:lnTo>
                    <a:pt x="596" y="2154"/>
                  </a:lnTo>
                  <a:lnTo>
                    <a:pt x="587" y="2194"/>
                  </a:lnTo>
                  <a:lnTo>
                    <a:pt x="575" y="2231"/>
                  </a:lnTo>
                  <a:lnTo>
                    <a:pt x="556" y="2260"/>
                  </a:lnTo>
                  <a:lnTo>
                    <a:pt x="535" y="2283"/>
                  </a:lnTo>
                  <a:lnTo>
                    <a:pt x="536" y="2231"/>
                  </a:lnTo>
                  <a:lnTo>
                    <a:pt x="538" y="2180"/>
                  </a:lnTo>
                  <a:lnTo>
                    <a:pt x="540" y="2134"/>
                  </a:lnTo>
                  <a:lnTo>
                    <a:pt x="536" y="2091"/>
                  </a:lnTo>
                  <a:lnTo>
                    <a:pt x="529" y="2049"/>
                  </a:lnTo>
                  <a:lnTo>
                    <a:pt x="515" y="2011"/>
                  </a:lnTo>
                  <a:lnTo>
                    <a:pt x="500" y="1991"/>
                  </a:lnTo>
                  <a:lnTo>
                    <a:pt x="480" y="1969"/>
                  </a:lnTo>
                  <a:lnTo>
                    <a:pt x="456" y="1947"/>
                  </a:lnTo>
                  <a:lnTo>
                    <a:pt x="429" y="1923"/>
                  </a:lnTo>
                  <a:lnTo>
                    <a:pt x="400" y="1900"/>
                  </a:lnTo>
                  <a:lnTo>
                    <a:pt x="369" y="1874"/>
                  </a:lnTo>
                  <a:lnTo>
                    <a:pt x="340" y="1849"/>
                  </a:lnTo>
                  <a:lnTo>
                    <a:pt x="313" y="1821"/>
                  </a:lnTo>
                  <a:lnTo>
                    <a:pt x="289" y="1794"/>
                  </a:lnTo>
                  <a:lnTo>
                    <a:pt x="269" y="1763"/>
                  </a:lnTo>
                  <a:lnTo>
                    <a:pt x="255" y="1732"/>
                  </a:lnTo>
                  <a:lnTo>
                    <a:pt x="247" y="1700"/>
                  </a:lnTo>
                  <a:lnTo>
                    <a:pt x="249" y="1663"/>
                  </a:lnTo>
                  <a:lnTo>
                    <a:pt x="260" y="1627"/>
                  </a:lnTo>
                  <a:lnTo>
                    <a:pt x="284" y="1587"/>
                  </a:lnTo>
                  <a:lnTo>
                    <a:pt x="304" y="1561"/>
                  </a:lnTo>
                  <a:lnTo>
                    <a:pt x="327" y="1538"/>
                  </a:lnTo>
                  <a:lnTo>
                    <a:pt x="351" y="1516"/>
                  </a:lnTo>
                  <a:close/>
                  <a:moveTo>
                    <a:pt x="95" y="491"/>
                  </a:moveTo>
                  <a:lnTo>
                    <a:pt x="264" y="516"/>
                  </a:lnTo>
                  <a:lnTo>
                    <a:pt x="267" y="518"/>
                  </a:lnTo>
                  <a:lnTo>
                    <a:pt x="276" y="518"/>
                  </a:lnTo>
                  <a:lnTo>
                    <a:pt x="289" y="516"/>
                  </a:lnTo>
                  <a:lnTo>
                    <a:pt x="298" y="516"/>
                  </a:lnTo>
                  <a:lnTo>
                    <a:pt x="304" y="520"/>
                  </a:lnTo>
                  <a:lnTo>
                    <a:pt x="255" y="541"/>
                  </a:lnTo>
                  <a:lnTo>
                    <a:pt x="216" y="569"/>
                  </a:lnTo>
                  <a:lnTo>
                    <a:pt x="187" y="596"/>
                  </a:lnTo>
                  <a:lnTo>
                    <a:pt x="167" y="627"/>
                  </a:lnTo>
                  <a:lnTo>
                    <a:pt x="156" y="660"/>
                  </a:lnTo>
                  <a:lnTo>
                    <a:pt x="155" y="692"/>
                  </a:lnTo>
                  <a:lnTo>
                    <a:pt x="162" y="723"/>
                  </a:lnTo>
                  <a:lnTo>
                    <a:pt x="180" y="756"/>
                  </a:lnTo>
                  <a:lnTo>
                    <a:pt x="207" y="787"/>
                  </a:lnTo>
                  <a:lnTo>
                    <a:pt x="242" y="814"/>
                  </a:lnTo>
                  <a:lnTo>
                    <a:pt x="278" y="838"/>
                  </a:lnTo>
                  <a:lnTo>
                    <a:pt x="320" y="858"/>
                  </a:lnTo>
                  <a:lnTo>
                    <a:pt x="362" y="876"/>
                  </a:lnTo>
                  <a:lnTo>
                    <a:pt x="406" y="892"/>
                  </a:lnTo>
                  <a:lnTo>
                    <a:pt x="451" y="909"/>
                  </a:lnTo>
                  <a:lnTo>
                    <a:pt x="496" y="925"/>
                  </a:lnTo>
                  <a:lnTo>
                    <a:pt x="540" y="941"/>
                  </a:lnTo>
                  <a:lnTo>
                    <a:pt x="582" y="960"/>
                  </a:lnTo>
                  <a:lnTo>
                    <a:pt x="622" y="981"/>
                  </a:lnTo>
                  <a:lnTo>
                    <a:pt x="658" y="1005"/>
                  </a:lnTo>
                  <a:lnTo>
                    <a:pt x="691" y="1034"/>
                  </a:lnTo>
                  <a:lnTo>
                    <a:pt x="720" y="1069"/>
                  </a:lnTo>
                  <a:lnTo>
                    <a:pt x="744" y="1107"/>
                  </a:lnTo>
                  <a:lnTo>
                    <a:pt x="756" y="1145"/>
                  </a:lnTo>
                  <a:lnTo>
                    <a:pt x="760" y="1185"/>
                  </a:lnTo>
                  <a:lnTo>
                    <a:pt x="758" y="1223"/>
                  </a:lnTo>
                  <a:lnTo>
                    <a:pt x="749" y="1261"/>
                  </a:lnTo>
                  <a:lnTo>
                    <a:pt x="735" y="1298"/>
                  </a:lnTo>
                  <a:lnTo>
                    <a:pt x="715" y="1332"/>
                  </a:lnTo>
                  <a:lnTo>
                    <a:pt x="695" y="1365"/>
                  </a:lnTo>
                  <a:lnTo>
                    <a:pt x="671" y="1394"/>
                  </a:lnTo>
                  <a:lnTo>
                    <a:pt x="649" y="1418"/>
                  </a:lnTo>
                  <a:lnTo>
                    <a:pt x="627" y="1440"/>
                  </a:lnTo>
                  <a:lnTo>
                    <a:pt x="607" y="1454"/>
                  </a:lnTo>
                  <a:lnTo>
                    <a:pt x="591" y="1463"/>
                  </a:lnTo>
                  <a:lnTo>
                    <a:pt x="578" y="1467"/>
                  </a:lnTo>
                  <a:lnTo>
                    <a:pt x="567" y="1460"/>
                  </a:lnTo>
                  <a:lnTo>
                    <a:pt x="555" y="1451"/>
                  </a:lnTo>
                  <a:lnTo>
                    <a:pt x="544" y="1443"/>
                  </a:lnTo>
                  <a:lnTo>
                    <a:pt x="547" y="1383"/>
                  </a:lnTo>
                  <a:lnTo>
                    <a:pt x="582" y="1354"/>
                  </a:lnTo>
                  <a:lnTo>
                    <a:pt x="611" y="1323"/>
                  </a:lnTo>
                  <a:lnTo>
                    <a:pt x="633" y="1291"/>
                  </a:lnTo>
                  <a:lnTo>
                    <a:pt x="646" y="1258"/>
                  </a:lnTo>
                  <a:lnTo>
                    <a:pt x="651" y="1223"/>
                  </a:lnTo>
                  <a:lnTo>
                    <a:pt x="649" y="1189"/>
                  </a:lnTo>
                  <a:lnTo>
                    <a:pt x="640" y="1154"/>
                  </a:lnTo>
                  <a:lnTo>
                    <a:pt x="622" y="1121"/>
                  </a:lnTo>
                  <a:lnTo>
                    <a:pt x="596" y="1092"/>
                  </a:lnTo>
                  <a:lnTo>
                    <a:pt x="562" y="1063"/>
                  </a:lnTo>
                  <a:lnTo>
                    <a:pt x="518" y="1040"/>
                  </a:lnTo>
                  <a:lnTo>
                    <a:pt x="467" y="1020"/>
                  </a:lnTo>
                  <a:lnTo>
                    <a:pt x="433" y="1007"/>
                  </a:lnTo>
                  <a:lnTo>
                    <a:pt x="396" y="994"/>
                  </a:lnTo>
                  <a:lnTo>
                    <a:pt x="356" y="978"/>
                  </a:lnTo>
                  <a:lnTo>
                    <a:pt x="315" y="960"/>
                  </a:lnTo>
                  <a:lnTo>
                    <a:pt x="273" y="940"/>
                  </a:lnTo>
                  <a:lnTo>
                    <a:pt x="229" y="918"/>
                  </a:lnTo>
                  <a:lnTo>
                    <a:pt x="187" y="894"/>
                  </a:lnTo>
                  <a:lnTo>
                    <a:pt x="149" y="869"/>
                  </a:lnTo>
                  <a:lnTo>
                    <a:pt x="111" y="841"/>
                  </a:lnTo>
                  <a:lnTo>
                    <a:pt x="78" y="812"/>
                  </a:lnTo>
                  <a:lnTo>
                    <a:pt x="51" y="783"/>
                  </a:lnTo>
                  <a:lnTo>
                    <a:pt x="27" y="751"/>
                  </a:lnTo>
                  <a:lnTo>
                    <a:pt x="11" y="718"/>
                  </a:lnTo>
                  <a:lnTo>
                    <a:pt x="2" y="683"/>
                  </a:lnTo>
                  <a:lnTo>
                    <a:pt x="0" y="647"/>
                  </a:lnTo>
                  <a:lnTo>
                    <a:pt x="7" y="609"/>
                  </a:lnTo>
                  <a:lnTo>
                    <a:pt x="26" y="571"/>
                  </a:lnTo>
                  <a:lnTo>
                    <a:pt x="55" y="532"/>
                  </a:lnTo>
                  <a:lnTo>
                    <a:pt x="95" y="491"/>
                  </a:lnTo>
                  <a:close/>
                  <a:moveTo>
                    <a:pt x="822" y="0"/>
                  </a:moveTo>
                  <a:lnTo>
                    <a:pt x="864" y="1"/>
                  </a:lnTo>
                  <a:lnTo>
                    <a:pt x="909" y="5"/>
                  </a:lnTo>
                  <a:lnTo>
                    <a:pt x="958" y="11"/>
                  </a:lnTo>
                  <a:lnTo>
                    <a:pt x="1007" y="18"/>
                  </a:lnTo>
                  <a:lnTo>
                    <a:pt x="1056" y="31"/>
                  </a:lnTo>
                  <a:lnTo>
                    <a:pt x="1102" y="43"/>
                  </a:lnTo>
                  <a:lnTo>
                    <a:pt x="1144" y="60"/>
                  </a:lnTo>
                  <a:lnTo>
                    <a:pt x="1178" y="80"/>
                  </a:lnTo>
                  <a:lnTo>
                    <a:pt x="1206" y="101"/>
                  </a:lnTo>
                  <a:lnTo>
                    <a:pt x="1224" y="127"/>
                  </a:lnTo>
                  <a:lnTo>
                    <a:pt x="1229" y="158"/>
                  </a:lnTo>
                  <a:lnTo>
                    <a:pt x="1226" y="189"/>
                  </a:lnTo>
                  <a:lnTo>
                    <a:pt x="1215" y="218"/>
                  </a:lnTo>
                  <a:lnTo>
                    <a:pt x="1198" y="245"/>
                  </a:lnTo>
                  <a:lnTo>
                    <a:pt x="1176" y="271"/>
                  </a:lnTo>
                  <a:lnTo>
                    <a:pt x="1156" y="292"/>
                  </a:lnTo>
                  <a:lnTo>
                    <a:pt x="1135" y="311"/>
                  </a:lnTo>
                  <a:lnTo>
                    <a:pt x="1118" y="325"/>
                  </a:lnTo>
                  <a:lnTo>
                    <a:pt x="1100" y="336"/>
                  </a:lnTo>
                  <a:lnTo>
                    <a:pt x="1076" y="351"/>
                  </a:lnTo>
                  <a:lnTo>
                    <a:pt x="1046" y="369"/>
                  </a:lnTo>
                  <a:lnTo>
                    <a:pt x="1011" y="385"/>
                  </a:lnTo>
                  <a:lnTo>
                    <a:pt x="975" y="403"/>
                  </a:lnTo>
                  <a:lnTo>
                    <a:pt x="936" y="420"/>
                  </a:lnTo>
                  <a:lnTo>
                    <a:pt x="902" y="432"/>
                  </a:lnTo>
                  <a:lnTo>
                    <a:pt x="867" y="443"/>
                  </a:lnTo>
                  <a:lnTo>
                    <a:pt x="838" y="447"/>
                  </a:lnTo>
                  <a:lnTo>
                    <a:pt x="787" y="421"/>
                  </a:lnTo>
                  <a:lnTo>
                    <a:pt x="735" y="396"/>
                  </a:lnTo>
                  <a:lnTo>
                    <a:pt x="711" y="387"/>
                  </a:lnTo>
                  <a:lnTo>
                    <a:pt x="678" y="378"/>
                  </a:lnTo>
                  <a:lnTo>
                    <a:pt x="647" y="369"/>
                  </a:lnTo>
                  <a:lnTo>
                    <a:pt x="624" y="360"/>
                  </a:lnTo>
                  <a:lnTo>
                    <a:pt x="664" y="358"/>
                  </a:lnTo>
                  <a:lnTo>
                    <a:pt x="711" y="354"/>
                  </a:lnTo>
                  <a:lnTo>
                    <a:pt x="762" y="349"/>
                  </a:lnTo>
                  <a:lnTo>
                    <a:pt x="816" y="340"/>
                  </a:lnTo>
                  <a:lnTo>
                    <a:pt x="871" y="327"/>
                  </a:lnTo>
                  <a:lnTo>
                    <a:pt x="924" y="314"/>
                  </a:lnTo>
                  <a:lnTo>
                    <a:pt x="975" y="298"/>
                  </a:lnTo>
                  <a:lnTo>
                    <a:pt x="1020" y="280"/>
                  </a:lnTo>
                  <a:lnTo>
                    <a:pt x="1060" y="260"/>
                  </a:lnTo>
                  <a:lnTo>
                    <a:pt x="1091" y="238"/>
                  </a:lnTo>
                  <a:lnTo>
                    <a:pt x="1111" y="214"/>
                  </a:lnTo>
                  <a:lnTo>
                    <a:pt x="1126" y="192"/>
                  </a:lnTo>
                  <a:lnTo>
                    <a:pt x="1131" y="172"/>
                  </a:lnTo>
                  <a:lnTo>
                    <a:pt x="1129" y="154"/>
                  </a:lnTo>
                  <a:lnTo>
                    <a:pt x="1120" y="138"/>
                  </a:lnTo>
                  <a:lnTo>
                    <a:pt x="1107" y="127"/>
                  </a:lnTo>
                  <a:lnTo>
                    <a:pt x="1089" y="120"/>
                  </a:lnTo>
                  <a:lnTo>
                    <a:pt x="1066" y="114"/>
                  </a:lnTo>
                  <a:lnTo>
                    <a:pt x="1036" y="112"/>
                  </a:lnTo>
                  <a:lnTo>
                    <a:pt x="1004" y="114"/>
                  </a:lnTo>
                  <a:lnTo>
                    <a:pt x="969" y="116"/>
                  </a:lnTo>
                  <a:lnTo>
                    <a:pt x="938" y="120"/>
                  </a:lnTo>
                  <a:lnTo>
                    <a:pt x="911" y="125"/>
                  </a:lnTo>
                  <a:lnTo>
                    <a:pt x="891" y="131"/>
                  </a:lnTo>
                  <a:lnTo>
                    <a:pt x="878" y="134"/>
                  </a:lnTo>
                  <a:lnTo>
                    <a:pt x="847" y="154"/>
                  </a:lnTo>
                  <a:lnTo>
                    <a:pt x="813" y="167"/>
                  </a:lnTo>
                  <a:lnTo>
                    <a:pt x="778" y="174"/>
                  </a:lnTo>
                  <a:lnTo>
                    <a:pt x="742" y="178"/>
                  </a:lnTo>
                  <a:lnTo>
                    <a:pt x="709" y="178"/>
                  </a:lnTo>
                  <a:lnTo>
                    <a:pt x="680" y="172"/>
                  </a:lnTo>
                  <a:lnTo>
                    <a:pt x="655" y="165"/>
                  </a:lnTo>
                  <a:lnTo>
                    <a:pt x="636" y="152"/>
                  </a:lnTo>
                  <a:lnTo>
                    <a:pt x="627" y="140"/>
                  </a:lnTo>
                  <a:lnTo>
                    <a:pt x="626" y="120"/>
                  </a:lnTo>
                  <a:lnTo>
                    <a:pt x="633" y="98"/>
                  </a:lnTo>
                  <a:lnTo>
                    <a:pt x="647" y="74"/>
                  </a:lnTo>
                  <a:lnTo>
                    <a:pt x="669" y="51"/>
                  </a:lnTo>
                  <a:lnTo>
                    <a:pt x="700" y="29"/>
                  </a:lnTo>
                  <a:lnTo>
                    <a:pt x="738" y="11"/>
                  </a:lnTo>
                  <a:lnTo>
                    <a:pt x="758" y="5"/>
                  </a:lnTo>
                  <a:lnTo>
                    <a:pt x="786" y="1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 flipH="1">
              <a:off x="2062550" y="1142826"/>
              <a:ext cx="2363788" cy="985837"/>
            </a:xfrm>
            <a:custGeom>
              <a:avLst/>
              <a:gdLst/>
              <a:ahLst/>
              <a:cxnLst/>
              <a:rect l="l" t="t" r="r" b="b"/>
              <a:pathLst>
                <a:path w="1489" h="621" extrusionOk="0">
                  <a:moveTo>
                    <a:pt x="499" y="0"/>
                  </a:moveTo>
                  <a:lnTo>
                    <a:pt x="548" y="1"/>
                  </a:lnTo>
                  <a:lnTo>
                    <a:pt x="595" y="7"/>
                  </a:lnTo>
                  <a:lnTo>
                    <a:pt x="640" y="16"/>
                  </a:lnTo>
                  <a:lnTo>
                    <a:pt x="682" y="32"/>
                  </a:lnTo>
                  <a:lnTo>
                    <a:pt x="722" y="51"/>
                  </a:lnTo>
                  <a:lnTo>
                    <a:pt x="757" y="67"/>
                  </a:lnTo>
                  <a:lnTo>
                    <a:pt x="786" y="80"/>
                  </a:lnTo>
                  <a:lnTo>
                    <a:pt x="815" y="91"/>
                  </a:lnTo>
                  <a:lnTo>
                    <a:pt x="842" y="101"/>
                  </a:lnTo>
                  <a:lnTo>
                    <a:pt x="869" y="112"/>
                  </a:lnTo>
                  <a:lnTo>
                    <a:pt x="900" y="123"/>
                  </a:lnTo>
                  <a:lnTo>
                    <a:pt x="933" y="136"/>
                  </a:lnTo>
                  <a:lnTo>
                    <a:pt x="973" y="151"/>
                  </a:lnTo>
                  <a:lnTo>
                    <a:pt x="1020" y="167"/>
                  </a:lnTo>
                  <a:lnTo>
                    <a:pt x="1064" y="180"/>
                  </a:lnTo>
                  <a:lnTo>
                    <a:pt x="1115" y="189"/>
                  </a:lnTo>
                  <a:lnTo>
                    <a:pt x="1171" y="192"/>
                  </a:lnTo>
                  <a:lnTo>
                    <a:pt x="1228" y="194"/>
                  </a:lnTo>
                  <a:lnTo>
                    <a:pt x="1286" y="192"/>
                  </a:lnTo>
                  <a:lnTo>
                    <a:pt x="1340" y="189"/>
                  </a:lnTo>
                  <a:lnTo>
                    <a:pt x="1389" y="181"/>
                  </a:lnTo>
                  <a:lnTo>
                    <a:pt x="1431" y="174"/>
                  </a:lnTo>
                  <a:lnTo>
                    <a:pt x="1464" y="167"/>
                  </a:lnTo>
                  <a:lnTo>
                    <a:pt x="1479" y="169"/>
                  </a:lnTo>
                  <a:lnTo>
                    <a:pt x="1486" y="174"/>
                  </a:lnTo>
                  <a:lnTo>
                    <a:pt x="1489" y="181"/>
                  </a:lnTo>
                  <a:lnTo>
                    <a:pt x="1489" y="192"/>
                  </a:lnTo>
                  <a:lnTo>
                    <a:pt x="1484" y="203"/>
                  </a:lnTo>
                  <a:lnTo>
                    <a:pt x="1469" y="227"/>
                  </a:lnTo>
                  <a:lnTo>
                    <a:pt x="1453" y="251"/>
                  </a:lnTo>
                  <a:lnTo>
                    <a:pt x="1433" y="272"/>
                  </a:lnTo>
                  <a:lnTo>
                    <a:pt x="1408" y="292"/>
                  </a:lnTo>
                  <a:lnTo>
                    <a:pt x="1377" y="311"/>
                  </a:lnTo>
                  <a:lnTo>
                    <a:pt x="1339" y="327"/>
                  </a:lnTo>
                  <a:lnTo>
                    <a:pt x="1293" y="341"/>
                  </a:lnTo>
                  <a:lnTo>
                    <a:pt x="1239" y="352"/>
                  </a:lnTo>
                  <a:lnTo>
                    <a:pt x="1177" y="360"/>
                  </a:lnTo>
                  <a:lnTo>
                    <a:pt x="1175" y="372"/>
                  </a:lnTo>
                  <a:lnTo>
                    <a:pt x="1171" y="387"/>
                  </a:lnTo>
                  <a:lnTo>
                    <a:pt x="1166" y="398"/>
                  </a:lnTo>
                  <a:lnTo>
                    <a:pt x="1155" y="409"/>
                  </a:lnTo>
                  <a:lnTo>
                    <a:pt x="1140" y="418"/>
                  </a:lnTo>
                  <a:lnTo>
                    <a:pt x="1122" y="423"/>
                  </a:lnTo>
                  <a:lnTo>
                    <a:pt x="1099" y="429"/>
                  </a:lnTo>
                  <a:lnTo>
                    <a:pt x="1069" y="429"/>
                  </a:lnTo>
                  <a:lnTo>
                    <a:pt x="1035" y="425"/>
                  </a:lnTo>
                  <a:lnTo>
                    <a:pt x="993" y="418"/>
                  </a:lnTo>
                  <a:lnTo>
                    <a:pt x="944" y="407"/>
                  </a:lnTo>
                  <a:lnTo>
                    <a:pt x="944" y="414"/>
                  </a:lnTo>
                  <a:lnTo>
                    <a:pt x="944" y="421"/>
                  </a:lnTo>
                  <a:lnTo>
                    <a:pt x="944" y="431"/>
                  </a:lnTo>
                  <a:lnTo>
                    <a:pt x="944" y="440"/>
                  </a:lnTo>
                  <a:lnTo>
                    <a:pt x="942" y="449"/>
                  </a:lnTo>
                  <a:lnTo>
                    <a:pt x="939" y="458"/>
                  </a:lnTo>
                  <a:lnTo>
                    <a:pt x="933" y="465"/>
                  </a:lnTo>
                  <a:lnTo>
                    <a:pt x="922" y="474"/>
                  </a:lnTo>
                  <a:lnTo>
                    <a:pt x="909" y="480"/>
                  </a:lnTo>
                  <a:lnTo>
                    <a:pt x="889" y="483"/>
                  </a:lnTo>
                  <a:lnTo>
                    <a:pt x="864" y="485"/>
                  </a:lnTo>
                  <a:lnTo>
                    <a:pt x="833" y="483"/>
                  </a:lnTo>
                  <a:lnTo>
                    <a:pt x="795" y="480"/>
                  </a:lnTo>
                  <a:lnTo>
                    <a:pt x="748" y="471"/>
                  </a:lnTo>
                  <a:lnTo>
                    <a:pt x="733" y="505"/>
                  </a:lnTo>
                  <a:lnTo>
                    <a:pt x="715" y="529"/>
                  </a:lnTo>
                  <a:lnTo>
                    <a:pt x="697" y="545"/>
                  </a:lnTo>
                  <a:lnTo>
                    <a:pt x="677" y="554"/>
                  </a:lnTo>
                  <a:lnTo>
                    <a:pt x="655" y="560"/>
                  </a:lnTo>
                  <a:lnTo>
                    <a:pt x="633" y="560"/>
                  </a:lnTo>
                  <a:lnTo>
                    <a:pt x="611" y="556"/>
                  </a:lnTo>
                  <a:lnTo>
                    <a:pt x="591" y="551"/>
                  </a:lnTo>
                  <a:lnTo>
                    <a:pt x="569" y="545"/>
                  </a:lnTo>
                  <a:lnTo>
                    <a:pt x="549" y="540"/>
                  </a:lnTo>
                  <a:lnTo>
                    <a:pt x="533" y="536"/>
                  </a:lnTo>
                  <a:lnTo>
                    <a:pt x="517" y="534"/>
                  </a:lnTo>
                  <a:lnTo>
                    <a:pt x="499" y="565"/>
                  </a:lnTo>
                  <a:lnTo>
                    <a:pt x="479" y="585"/>
                  </a:lnTo>
                  <a:lnTo>
                    <a:pt x="455" y="596"/>
                  </a:lnTo>
                  <a:lnTo>
                    <a:pt x="429" y="601"/>
                  </a:lnTo>
                  <a:lnTo>
                    <a:pt x="402" y="603"/>
                  </a:lnTo>
                  <a:lnTo>
                    <a:pt x="375" y="600"/>
                  </a:lnTo>
                  <a:lnTo>
                    <a:pt x="348" y="592"/>
                  </a:lnTo>
                  <a:lnTo>
                    <a:pt x="322" y="585"/>
                  </a:lnTo>
                  <a:lnTo>
                    <a:pt x="297" y="576"/>
                  </a:lnTo>
                  <a:lnTo>
                    <a:pt x="275" y="569"/>
                  </a:lnTo>
                  <a:lnTo>
                    <a:pt x="257" y="563"/>
                  </a:lnTo>
                  <a:lnTo>
                    <a:pt x="228" y="592"/>
                  </a:lnTo>
                  <a:lnTo>
                    <a:pt x="199" y="612"/>
                  </a:lnTo>
                  <a:lnTo>
                    <a:pt x="168" y="620"/>
                  </a:lnTo>
                  <a:lnTo>
                    <a:pt x="137" y="621"/>
                  </a:lnTo>
                  <a:lnTo>
                    <a:pt x="104" y="614"/>
                  </a:lnTo>
                  <a:lnTo>
                    <a:pt x="71" y="605"/>
                  </a:lnTo>
                  <a:lnTo>
                    <a:pt x="37" y="591"/>
                  </a:lnTo>
                  <a:lnTo>
                    <a:pt x="0" y="576"/>
                  </a:lnTo>
                  <a:lnTo>
                    <a:pt x="4" y="274"/>
                  </a:lnTo>
                  <a:lnTo>
                    <a:pt x="42" y="269"/>
                  </a:lnTo>
                  <a:lnTo>
                    <a:pt x="77" y="256"/>
                  </a:lnTo>
                  <a:lnTo>
                    <a:pt x="106" y="238"/>
                  </a:lnTo>
                  <a:lnTo>
                    <a:pt x="133" y="216"/>
                  </a:lnTo>
                  <a:lnTo>
                    <a:pt x="159" y="191"/>
                  </a:lnTo>
                  <a:lnTo>
                    <a:pt x="182" y="161"/>
                  </a:lnTo>
                  <a:lnTo>
                    <a:pt x="208" y="132"/>
                  </a:lnTo>
                  <a:lnTo>
                    <a:pt x="233" y="103"/>
                  </a:lnTo>
                  <a:lnTo>
                    <a:pt x="262" y="76"/>
                  </a:lnTo>
                  <a:lnTo>
                    <a:pt x="295" y="52"/>
                  </a:lnTo>
                  <a:lnTo>
                    <a:pt x="333" y="31"/>
                  </a:lnTo>
                  <a:lnTo>
                    <a:pt x="377" y="16"/>
                  </a:lnTo>
                  <a:lnTo>
                    <a:pt x="411" y="7"/>
                  </a:lnTo>
                  <a:lnTo>
                    <a:pt x="453" y="1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4366556" y="1001048"/>
              <a:ext cx="460794" cy="5174717"/>
            </a:xfrm>
            <a:custGeom>
              <a:avLst/>
              <a:gdLst/>
              <a:ahLst/>
              <a:cxnLst/>
              <a:rect l="l" t="t" r="r" b="b"/>
              <a:pathLst>
                <a:path w="300" h="3369" extrusionOk="0">
                  <a:moveTo>
                    <a:pt x="127" y="3220"/>
                  </a:moveTo>
                  <a:lnTo>
                    <a:pt x="136" y="3227"/>
                  </a:lnTo>
                  <a:lnTo>
                    <a:pt x="147" y="3238"/>
                  </a:lnTo>
                  <a:lnTo>
                    <a:pt x="160" y="3251"/>
                  </a:lnTo>
                  <a:lnTo>
                    <a:pt x="173" y="3266"/>
                  </a:lnTo>
                  <a:lnTo>
                    <a:pt x="184" y="3277"/>
                  </a:lnTo>
                  <a:lnTo>
                    <a:pt x="182" y="3282"/>
                  </a:lnTo>
                  <a:lnTo>
                    <a:pt x="182" y="3293"/>
                  </a:lnTo>
                  <a:lnTo>
                    <a:pt x="180" y="3309"/>
                  </a:lnTo>
                  <a:lnTo>
                    <a:pt x="178" y="3327"/>
                  </a:lnTo>
                  <a:lnTo>
                    <a:pt x="175" y="3346"/>
                  </a:lnTo>
                  <a:lnTo>
                    <a:pt x="167" y="3360"/>
                  </a:lnTo>
                  <a:lnTo>
                    <a:pt x="156" y="3369"/>
                  </a:lnTo>
                  <a:lnTo>
                    <a:pt x="147" y="3358"/>
                  </a:lnTo>
                  <a:lnTo>
                    <a:pt x="136" y="3340"/>
                  </a:lnTo>
                  <a:lnTo>
                    <a:pt x="129" y="3313"/>
                  </a:lnTo>
                  <a:lnTo>
                    <a:pt x="125" y="3282"/>
                  </a:lnTo>
                  <a:lnTo>
                    <a:pt x="124" y="3251"/>
                  </a:lnTo>
                  <a:lnTo>
                    <a:pt x="127" y="3220"/>
                  </a:lnTo>
                  <a:close/>
                  <a:moveTo>
                    <a:pt x="120" y="2800"/>
                  </a:moveTo>
                  <a:lnTo>
                    <a:pt x="142" y="2813"/>
                  </a:lnTo>
                  <a:lnTo>
                    <a:pt x="160" y="2833"/>
                  </a:lnTo>
                  <a:lnTo>
                    <a:pt x="173" y="2857"/>
                  </a:lnTo>
                  <a:lnTo>
                    <a:pt x="184" y="2884"/>
                  </a:lnTo>
                  <a:lnTo>
                    <a:pt x="189" y="2917"/>
                  </a:lnTo>
                  <a:lnTo>
                    <a:pt x="193" y="2949"/>
                  </a:lnTo>
                  <a:lnTo>
                    <a:pt x="195" y="2986"/>
                  </a:lnTo>
                  <a:lnTo>
                    <a:pt x="195" y="3020"/>
                  </a:lnTo>
                  <a:lnTo>
                    <a:pt x="195" y="3055"/>
                  </a:lnTo>
                  <a:lnTo>
                    <a:pt x="191" y="3087"/>
                  </a:lnTo>
                  <a:lnTo>
                    <a:pt x="189" y="3118"/>
                  </a:lnTo>
                  <a:lnTo>
                    <a:pt x="187" y="3146"/>
                  </a:lnTo>
                  <a:lnTo>
                    <a:pt x="184" y="3140"/>
                  </a:lnTo>
                  <a:lnTo>
                    <a:pt x="176" y="3127"/>
                  </a:lnTo>
                  <a:lnTo>
                    <a:pt x="167" y="3107"/>
                  </a:lnTo>
                  <a:lnTo>
                    <a:pt x="156" y="3082"/>
                  </a:lnTo>
                  <a:lnTo>
                    <a:pt x="144" y="3053"/>
                  </a:lnTo>
                  <a:lnTo>
                    <a:pt x="131" y="3020"/>
                  </a:lnTo>
                  <a:lnTo>
                    <a:pt x="120" y="2986"/>
                  </a:lnTo>
                  <a:lnTo>
                    <a:pt x="120" y="2944"/>
                  </a:lnTo>
                  <a:lnTo>
                    <a:pt x="120" y="2904"/>
                  </a:lnTo>
                  <a:lnTo>
                    <a:pt x="120" y="2857"/>
                  </a:lnTo>
                  <a:lnTo>
                    <a:pt x="120" y="2800"/>
                  </a:lnTo>
                  <a:close/>
                  <a:moveTo>
                    <a:pt x="116" y="2386"/>
                  </a:moveTo>
                  <a:lnTo>
                    <a:pt x="124" y="2386"/>
                  </a:lnTo>
                  <a:lnTo>
                    <a:pt x="151" y="2407"/>
                  </a:lnTo>
                  <a:lnTo>
                    <a:pt x="176" y="2427"/>
                  </a:lnTo>
                  <a:lnTo>
                    <a:pt x="196" y="2449"/>
                  </a:lnTo>
                  <a:lnTo>
                    <a:pt x="195" y="2520"/>
                  </a:lnTo>
                  <a:lnTo>
                    <a:pt x="193" y="2593"/>
                  </a:lnTo>
                  <a:lnTo>
                    <a:pt x="193" y="2666"/>
                  </a:lnTo>
                  <a:lnTo>
                    <a:pt x="189" y="2664"/>
                  </a:lnTo>
                  <a:lnTo>
                    <a:pt x="185" y="2662"/>
                  </a:lnTo>
                  <a:lnTo>
                    <a:pt x="182" y="2658"/>
                  </a:lnTo>
                  <a:lnTo>
                    <a:pt x="178" y="2655"/>
                  </a:lnTo>
                  <a:lnTo>
                    <a:pt x="175" y="2653"/>
                  </a:lnTo>
                  <a:lnTo>
                    <a:pt x="171" y="2649"/>
                  </a:lnTo>
                  <a:lnTo>
                    <a:pt x="167" y="2649"/>
                  </a:lnTo>
                  <a:lnTo>
                    <a:pt x="151" y="2637"/>
                  </a:lnTo>
                  <a:lnTo>
                    <a:pt x="136" y="2626"/>
                  </a:lnTo>
                  <a:lnTo>
                    <a:pt x="120" y="2613"/>
                  </a:lnTo>
                  <a:lnTo>
                    <a:pt x="116" y="2386"/>
                  </a:lnTo>
                  <a:close/>
                  <a:moveTo>
                    <a:pt x="113" y="1866"/>
                  </a:moveTo>
                  <a:lnTo>
                    <a:pt x="156" y="1884"/>
                  </a:lnTo>
                  <a:lnTo>
                    <a:pt x="200" y="1902"/>
                  </a:lnTo>
                  <a:lnTo>
                    <a:pt x="200" y="1931"/>
                  </a:lnTo>
                  <a:lnTo>
                    <a:pt x="200" y="1971"/>
                  </a:lnTo>
                  <a:lnTo>
                    <a:pt x="202" y="2018"/>
                  </a:lnTo>
                  <a:lnTo>
                    <a:pt x="200" y="2067"/>
                  </a:lnTo>
                  <a:lnTo>
                    <a:pt x="200" y="2118"/>
                  </a:lnTo>
                  <a:lnTo>
                    <a:pt x="200" y="2169"/>
                  </a:lnTo>
                  <a:lnTo>
                    <a:pt x="198" y="2215"/>
                  </a:lnTo>
                  <a:lnTo>
                    <a:pt x="196" y="2253"/>
                  </a:lnTo>
                  <a:lnTo>
                    <a:pt x="169" y="2233"/>
                  </a:lnTo>
                  <a:lnTo>
                    <a:pt x="138" y="2213"/>
                  </a:lnTo>
                  <a:lnTo>
                    <a:pt x="113" y="2193"/>
                  </a:lnTo>
                  <a:lnTo>
                    <a:pt x="113" y="2029"/>
                  </a:lnTo>
                  <a:lnTo>
                    <a:pt x="113" y="1866"/>
                  </a:lnTo>
                  <a:close/>
                  <a:moveTo>
                    <a:pt x="104" y="1357"/>
                  </a:moveTo>
                  <a:lnTo>
                    <a:pt x="207" y="1362"/>
                  </a:lnTo>
                  <a:lnTo>
                    <a:pt x="204" y="1709"/>
                  </a:lnTo>
                  <a:lnTo>
                    <a:pt x="180" y="1706"/>
                  </a:lnTo>
                  <a:lnTo>
                    <a:pt x="160" y="1700"/>
                  </a:lnTo>
                  <a:lnTo>
                    <a:pt x="144" y="1693"/>
                  </a:lnTo>
                  <a:lnTo>
                    <a:pt x="127" y="1684"/>
                  </a:lnTo>
                  <a:lnTo>
                    <a:pt x="107" y="1677"/>
                  </a:lnTo>
                  <a:lnTo>
                    <a:pt x="104" y="1357"/>
                  </a:lnTo>
                  <a:close/>
                  <a:moveTo>
                    <a:pt x="156" y="0"/>
                  </a:moveTo>
                  <a:lnTo>
                    <a:pt x="193" y="7"/>
                  </a:lnTo>
                  <a:lnTo>
                    <a:pt x="224" y="20"/>
                  </a:lnTo>
                  <a:lnTo>
                    <a:pt x="251" y="38"/>
                  </a:lnTo>
                  <a:lnTo>
                    <a:pt x="271" y="62"/>
                  </a:lnTo>
                  <a:lnTo>
                    <a:pt x="287" y="89"/>
                  </a:lnTo>
                  <a:lnTo>
                    <a:pt x="296" y="120"/>
                  </a:lnTo>
                  <a:lnTo>
                    <a:pt x="300" y="153"/>
                  </a:lnTo>
                  <a:lnTo>
                    <a:pt x="298" y="173"/>
                  </a:lnTo>
                  <a:lnTo>
                    <a:pt x="289" y="197"/>
                  </a:lnTo>
                  <a:lnTo>
                    <a:pt x="276" y="220"/>
                  </a:lnTo>
                  <a:lnTo>
                    <a:pt x="260" y="242"/>
                  </a:lnTo>
                  <a:lnTo>
                    <a:pt x="244" y="260"/>
                  </a:lnTo>
                  <a:lnTo>
                    <a:pt x="224" y="273"/>
                  </a:lnTo>
                  <a:lnTo>
                    <a:pt x="222" y="377"/>
                  </a:lnTo>
                  <a:lnTo>
                    <a:pt x="222" y="471"/>
                  </a:lnTo>
                  <a:lnTo>
                    <a:pt x="220" y="557"/>
                  </a:lnTo>
                  <a:lnTo>
                    <a:pt x="218" y="640"/>
                  </a:lnTo>
                  <a:lnTo>
                    <a:pt x="218" y="718"/>
                  </a:lnTo>
                  <a:lnTo>
                    <a:pt x="216" y="798"/>
                  </a:lnTo>
                  <a:lnTo>
                    <a:pt x="216" y="880"/>
                  </a:lnTo>
                  <a:lnTo>
                    <a:pt x="215" y="967"/>
                  </a:lnTo>
                  <a:lnTo>
                    <a:pt x="213" y="1062"/>
                  </a:lnTo>
                  <a:lnTo>
                    <a:pt x="213" y="1166"/>
                  </a:lnTo>
                  <a:lnTo>
                    <a:pt x="100" y="1153"/>
                  </a:lnTo>
                  <a:lnTo>
                    <a:pt x="98" y="1051"/>
                  </a:lnTo>
                  <a:lnTo>
                    <a:pt x="96" y="958"/>
                  </a:lnTo>
                  <a:lnTo>
                    <a:pt x="95" y="873"/>
                  </a:lnTo>
                  <a:lnTo>
                    <a:pt x="93" y="793"/>
                  </a:lnTo>
                  <a:lnTo>
                    <a:pt x="87" y="637"/>
                  </a:lnTo>
                  <a:lnTo>
                    <a:pt x="85" y="557"/>
                  </a:lnTo>
                  <a:lnTo>
                    <a:pt x="84" y="471"/>
                  </a:lnTo>
                  <a:lnTo>
                    <a:pt x="82" y="380"/>
                  </a:lnTo>
                  <a:lnTo>
                    <a:pt x="80" y="277"/>
                  </a:lnTo>
                  <a:lnTo>
                    <a:pt x="53" y="258"/>
                  </a:lnTo>
                  <a:lnTo>
                    <a:pt x="31" y="237"/>
                  </a:lnTo>
                  <a:lnTo>
                    <a:pt x="16" y="211"/>
                  </a:lnTo>
                  <a:lnTo>
                    <a:pt x="5" y="184"/>
                  </a:lnTo>
                  <a:lnTo>
                    <a:pt x="0" y="155"/>
                  </a:lnTo>
                  <a:lnTo>
                    <a:pt x="0" y="127"/>
                  </a:lnTo>
                  <a:lnTo>
                    <a:pt x="7" y="98"/>
                  </a:lnTo>
                  <a:lnTo>
                    <a:pt x="18" y="73"/>
                  </a:lnTo>
                  <a:lnTo>
                    <a:pt x="35" y="49"/>
                  </a:lnTo>
                  <a:lnTo>
                    <a:pt x="56" y="29"/>
                  </a:lnTo>
                  <a:lnTo>
                    <a:pt x="85" y="15"/>
                  </a:lnTo>
                  <a:lnTo>
                    <a:pt x="118" y="4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6"/>
          <p:cNvSpPr/>
          <p:nvPr/>
        </p:nvSpPr>
        <p:spPr>
          <a:xfrm>
            <a:off x="7737607" y="3773179"/>
            <a:ext cx="258489" cy="209030"/>
          </a:xfrm>
          <a:custGeom>
            <a:avLst/>
            <a:gdLst/>
            <a:ahLst/>
            <a:cxnLst/>
            <a:rect l="l" t="t" r="r" b="b"/>
            <a:pathLst>
              <a:path w="3363" h="3626" extrusionOk="0">
                <a:moveTo>
                  <a:pt x="1316" y="1831"/>
                </a:moveTo>
                <a:lnTo>
                  <a:pt x="1345" y="1926"/>
                </a:lnTo>
                <a:lnTo>
                  <a:pt x="1409" y="1886"/>
                </a:lnTo>
                <a:lnTo>
                  <a:pt x="1429" y="1946"/>
                </a:lnTo>
                <a:lnTo>
                  <a:pt x="1552" y="1929"/>
                </a:lnTo>
                <a:lnTo>
                  <a:pt x="1554" y="2044"/>
                </a:lnTo>
                <a:lnTo>
                  <a:pt x="1283" y="2446"/>
                </a:lnTo>
                <a:lnTo>
                  <a:pt x="1012" y="2853"/>
                </a:lnTo>
                <a:lnTo>
                  <a:pt x="972" y="2917"/>
                </a:lnTo>
                <a:lnTo>
                  <a:pt x="929" y="2984"/>
                </a:lnTo>
                <a:lnTo>
                  <a:pt x="887" y="3053"/>
                </a:lnTo>
                <a:lnTo>
                  <a:pt x="852" y="3126"/>
                </a:lnTo>
                <a:lnTo>
                  <a:pt x="825" y="3197"/>
                </a:lnTo>
                <a:lnTo>
                  <a:pt x="820" y="3224"/>
                </a:lnTo>
                <a:lnTo>
                  <a:pt x="820" y="3247"/>
                </a:lnTo>
                <a:lnTo>
                  <a:pt x="823" y="3271"/>
                </a:lnTo>
                <a:lnTo>
                  <a:pt x="829" y="3295"/>
                </a:lnTo>
                <a:lnTo>
                  <a:pt x="836" y="3317"/>
                </a:lnTo>
                <a:lnTo>
                  <a:pt x="841" y="3340"/>
                </a:lnTo>
                <a:lnTo>
                  <a:pt x="847" y="3364"/>
                </a:lnTo>
                <a:lnTo>
                  <a:pt x="850" y="3389"/>
                </a:lnTo>
                <a:lnTo>
                  <a:pt x="849" y="3415"/>
                </a:lnTo>
                <a:lnTo>
                  <a:pt x="841" y="3444"/>
                </a:lnTo>
                <a:lnTo>
                  <a:pt x="829" y="3475"/>
                </a:lnTo>
                <a:lnTo>
                  <a:pt x="809" y="3509"/>
                </a:lnTo>
                <a:lnTo>
                  <a:pt x="789" y="3533"/>
                </a:lnTo>
                <a:lnTo>
                  <a:pt x="761" y="3557"/>
                </a:lnTo>
                <a:lnTo>
                  <a:pt x="729" y="3577"/>
                </a:lnTo>
                <a:lnTo>
                  <a:pt x="694" y="3593"/>
                </a:lnTo>
                <a:lnTo>
                  <a:pt x="656" y="3607"/>
                </a:lnTo>
                <a:lnTo>
                  <a:pt x="616" y="3617"/>
                </a:lnTo>
                <a:lnTo>
                  <a:pt x="576" y="3624"/>
                </a:lnTo>
                <a:lnTo>
                  <a:pt x="538" y="3626"/>
                </a:lnTo>
                <a:lnTo>
                  <a:pt x="501" y="3622"/>
                </a:lnTo>
                <a:lnTo>
                  <a:pt x="467" y="3615"/>
                </a:lnTo>
                <a:lnTo>
                  <a:pt x="436" y="3602"/>
                </a:lnTo>
                <a:lnTo>
                  <a:pt x="412" y="3586"/>
                </a:lnTo>
                <a:lnTo>
                  <a:pt x="392" y="3560"/>
                </a:lnTo>
                <a:lnTo>
                  <a:pt x="374" y="3520"/>
                </a:lnTo>
                <a:lnTo>
                  <a:pt x="363" y="3482"/>
                </a:lnTo>
                <a:lnTo>
                  <a:pt x="358" y="3446"/>
                </a:lnTo>
                <a:lnTo>
                  <a:pt x="358" y="3413"/>
                </a:lnTo>
                <a:lnTo>
                  <a:pt x="358" y="3382"/>
                </a:lnTo>
                <a:lnTo>
                  <a:pt x="361" y="3351"/>
                </a:lnTo>
                <a:lnTo>
                  <a:pt x="361" y="3322"/>
                </a:lnTo>
                <a:lnTo>
                  <a:pt x="358" y="3291"/>
                </a:lnTo>
                <a:lnTo>
                  <a:pt x="349" y="3262"/>
                </a:lnTo>
                <a:lnTo>
                  <a:pt x="338" y="3238"/>
                </a:lnTo>
                <a:lnTo>
                  <a:pt x="321" y="3218"/>
                </a:lnTo>
                <a:lnTo>
                  <a:pt x="301" y="3200"/>
                </a:lnTo>
                <a:lnTo>
                  <a:pt x="278" y="3184"/>
                </a:lnTo>
                <a:lnTo>
                  <a:pt x="252" y="3167"/>
                </a:lnTo>
                <a:lnTo>
                  <a:pt x="225" y="3153"/>
                </a:lnTo>
                <a:lnTo>
                  <a:pt x="198" y="3138"/>
                </a:lnTo>
                <a:lnTo>
                  <a:pt x="169" y="3126"/>
                </a:lnTo>
                <a:lnTo>
                  <a:pt x="140" y="3111"/>
                </a:lnTo>
                <a:lnTo>
                  <a:pt x="112" y="3095"/>
                </a:lnTo>
                <a:lnTo>
                  <a:pt x="87" y="3078"/>
                </a:lnTo>
                <a:lnTo>
                  <a:pt x="61" y="3060"/>
                </a:lnTo>
                <a:lnTo>
                  <a:pt x="41" y="3040"/>
                </a:lnTo>
                <a:lnTo>
                  <a:pt x="23" y="3017"/>
                </a:lnTo>
                <a:lnTo>
                  <a:pt x="10" y="2991"/>
                </a:lnTo>
                <a:lnTo>
                  <a:pt x="1" y="2964"/>
                </a:lnTo>
                <a:lnTo>
                  <a:pt x="0" y="2931"/>
                </a:lnTo>
                <a:lnTo>
                  <a:pt x="1" y="2895"/>
                </a:lnTo>
                <a:lnTo>
                  <a:pt x="12" y="2855"/>
                </a:lnTo>
                <a:lnTo>
                  <a:pt x="29" y="2809"/>
                </a:lnTo>
                <a:lnTo>
                  <a:pt x="49" y="2775"/>
                </a:lnTo>
                <a:lnTo>
                  <a:pt x="74" y="2747"/>
                </a:lnTo>
                <a:lnTo>
                  <a:pt x="101" y="2727"/>
                </a:lnTo>
                <a:lnTo>
                  <a:pt x="134" y="2713"/>
                </a:lnTo>
                <a:lnTo>
                  <a:pt x="170" y="2702"/>
                </a:lnTo>
                <a:lnTo>
                  <a:pt x="209" y="2695"/>
                </a:lnTo>
                <a:lnTo>
                  <a:pt x="247" y="2689"/>
                </a:lnTo>
                <a:lnTo>
                  <a:pt x="289" y="2684"/>
                </a:lnTo>
                <a:lnTo>
                  <a:pt x="330" y="2678"/>
                </a:lnTo>
                <a:lnTo>
                  <a:pt x="372" y="2671"/>
                </a:lnTo>
                <a:lnTo>
                  <a:pt x="412" y="2660"/>
                </a:lnTo>
                <a:lnTo>
                  <a:pt x="469" y="2640"/>
                </a:lnTo>
                <a:lnTo>
                  <a:pt x="527" y="2609"/>
                </a:lnTo>
                <a:lnTo>
                  <a:pt x="585" y="2573"/>
                </a:lnTo>
                <a:lnTo>
                  <a:pt x="643" y="2529"/>
                </a:lnTo>
                <a:lnTo>
                  <a:pt x="701" y="2484"/>
                </a:lnTo>
                <a:lnTo>
                  <a:pt x="760" y="2437"/>
                </a:lnTo>
                <a:lnTo>
                  <a:pt x="816" y="2389"/>
                </a:lnTo>
                <a:lnTo>
                  <a:pt x="869" y="2346"/>
                </a:lnTo>
                <a:lnTo>
                  <a:pt x="941" y="2282"/>
                </a:lnTo>
                <a:lnTo>
                  <a:pt x="1009" y="2215"/>
                </a:lnTo>
                <a:lnTo>
                  <a:pt x="1074" y="2142"/>
                </a:lnTo>
                <a:lnTo>
                  <a:pt x="1136" y="2066"/>
                </a:lnTo>
                <a:lnTo>
                  <a:pt x="1196" y="1989"/>
                </a:lnTo>
                <a:lnTo>
                  <a:pt x="1252" y="1913"/>
                </a:lnTo>
                <a:lnTo>
                  <a:pt x="1316" y="1831"/>
                </a:lnTo>
                <a:close/>
                <a:moveTo>
                  <a:pt x="2610" y="0"/>
                </a:moveTo>
                <a:lnTo>
                  <a:pt x="2654" y="2"/>
                </a:lnTo>
                <a:lnTo>
                  <a:pt x="2690" y="9"/>
                </a:lnTo>
                <a:lnTo>
                  <a:pt x="2720" y="20"/>
                </a:lnTo>
                <a:lnTo>
                  <a:pt x="2743" y="37"/>
                </a:lnTo>
                <a:lnTo>
                  <a:pt x="2761" y="57"/>
                </a:lnTo>
                <a:lnTo>
                  <a:pt x="2776" y="80"/>
                </a:lnTo>
                <a:lnTo>
                  <a:pt x="2787" y="107"/>
                </a:lnTo>
                <a:lnTo>
                  <a:pt x="2796" y="138"/>
                </a:lnTo>
                <a:lnTo>
                  <a:pt x="2803" y="173"/>
                </a:lnTo>
                <a:lnTo>
                  <a:pt x="2809" y="209"/>
                </a:lnTo>
                <a:lnTo>
                  <a:pt x="2814" y="249"/>
                </a:lnTo>
                <a:lnTo>
                  <a:pt x="2841" y="266"/>
                </a:lnTo>
                <a:lnTo>
                  <a:pt x="2872" y="278"/>
                </a:lnTo>
                <a:lnTo>
                  <a:pt x="2905" y="282"/>
                </a:lnTo>
                <a:lnTo>
                  <a:pt x="2940" y="278"/>
                </a:lnTo>
                <a:lnTo>
                  <a:pt x="2976" y="266"/>
                </a:lnTo>
                <a:lnTo>
                  <a:pt x="2990" y="238"/>
                </a:lnTo>
                <a:lnTo>
                  <a:pt x="3016" y="215"/>
                </a:lnTo>
                <a:lnTo>
                  <a:pt x="3047" y="197"/>
                </a:lnTo>
                <a:lnTo>
                  <a:pt x="3081" y="184"/>
                </a:lnTo>
                <a:lnTo>
                  <a:pt x="3120" y="177"/>
                </a:lnTo>
                <a:lnTo>
                  <a:pt x="3160" y="178"/>
                </a:lnTo>
                <a:lnTo>
                  <a:pt x="3200" y="189"/>
                </a:lnTo>
                <a:lnTo>
                  <a:pt x="3234" y="206"/>
                </a:lnTo>
                <a:lnTo>
                  <a:pt x="3267" y="227"/>
                </a:lnTo>
                <a:lnTo>
                  <a:pt x="3296" y="255"/>
                </a:lnTo>
                <a:lnTo>
                  <a:pt x="3320" y="287"/>
                </a:lnTo>
                <a:lnTo>
                  <a:pt x="3340" y="324"/>
                </a:lnTo>
                <a:lnTo>
                  <a:pt x="3354" y="366"/>
                </a:lnTo>
                <a:lnTo>
                  <a:pt x="3361" y="415"/>
                </a:lnTo>
                <a:lnTo>
                  <a:pt x="3363" y="467"/>
                </a:lnTo>
                <a:lnTo>
                  <a:pt x="3356" y="526"/>
                </a:lnTo>
                <a:lnTo>
                  <a:pt x="3343" y="562"/>
                </a:lnTo>
                <a:lnTo>
                  <a:pt x="3325" y="597"/>
                </a:lnTo>
                <a:lnTo>
                  <a:pt x="3301" y="624"/>
                </a:lnTo>
                <a:lnTo>
                  <a:pt x="3272" y="647"/>
                </a:lnTo>
                <a:lnTo>
                  <a:pt x="3241" y="667"/>
                </a:lnTo>
                <a:lnTo>
                  <a:pt x="3205" y="680"/>
                </a:lnTo>
                <a:lnTo>
                  <a:pt x="3169" y="689"/>
                </a:lnTo>
                <a:lnTo>
                  <a:pt x="3132" y="693"/>
                </a:lnTo>
                <a:lnTo>
                  <a:pt x="3094" y="689"/>
                </a:lnTo>
                <a:lnTo>
                  <a:pt x="3058" y="680"/>
                </a:lnTo>
                <a:lnTo>
                  <a:pt x="3025" y="666"/>
                </a:lnTo>
                <a:lnTo>
                  <a:pt x="2994" y="644"/>
                </a:lnTo>
                <a:lnTo>
                  <a:pt x="2969" y="617"/>
                </a:lnTo>
                <a:lnTo>
                  <a:pt x="2947" y="582"/>
                </a:lnTo>
                <a:lnTo>
                  <a:pt x="2883" y="575"/>
                </a:lnTo>
                <a:lnTo>
                  <a:pt x="2821" y="578"/>
                </a:lnTo>
                <a:lnTo>
                  <a:pt x="2765" y="589"/>
                </a:lnTo>
                <a:lnTo>
                  <a:pt x="2712" y="607"/>
                </a:lnTo>
                <a:lnTo>
                  <a:pt x="2661" y="631"/>
                </a:lnTo>
                <a:lnTo>
                  <a:pt x="2614" y="660"/>
                </a:lnTo>
                <a:lnTo>
                  <a:pt x="2570" y="695"/>
                </a:lnTo>
                <a:lnTo>
                  <a:pt x="2529" y="731"/>
                </a:lnTo>
                <a:lnTo>
                  <a:pt x="2490" y="773"/>
                </a:lnTo>
                <a:lnTo>
                  <a:pt x="2454" y="815"/>
                </a:lnTo>
                <a:lnTo>
                  <a:pt x="2420" y="858"/>
                </a:lnTo>
                <a:lnTo>
                  <a:pt x="2385" y="904"/>
                </a:lnTo>
                <a:lnTo>
                  <a:pt x="2354" y="949"/>
                </a:lnTo>
                <a:lnTo>
                  <a:pt x="2325" y="993"/>
                </a:lnTo>
                <a:lnTo>
                  <a:pt x="2296" y="1035"/>
                </a:lnTo>
                <a:lnTo>
                  <a:pt x="2267" y="1073"/>
                </a:lnTo>
                <a:lnTo>
                  <a:pt x="2060" y="1326"/>
                </a:lnTo>
                <a:lnTo>
                  <a:pt x="1692" y="1844"/>
                </a:lnTo>
                <a:lnTo>
                  <a:pt x="1698" y="1762"/>
                </a:lnTo>
                <a:lnTo>
                  <a:pt x="1565" y="1793"/>
                </a:lnTo>
                <a:lnTo>
                  <a:pt x="1541" y="1713"/>
                </a:lnTo>
                <a:lnTo>
                  <a:pt x="1465" y="1769"/>
                </a:lnTo>
                <a:lnTo>
                  <a:pt x="1441" y="1669"/>
                </a:lnTo>
                <a:lnTo>
                  <a:pt x="1534" y="1549"/>
                </a:lnTo>
                <a:lnTo>
                  <a:pt x="1625" y="1426"/>
                </a:lnTo>
                <a:lnTo>
                  <a:pt x="1689" y="1338"/>
                </a:lnTo>
                <a:lnTo>
                  <a:pt x="1756" y="1257"/>
                </a:lnTo>
                <a:lnTo>
                  <a:pt x="1823" y="1177"/>
                </a:lnTo>
                <a:lnTo>
                  <a:pt x="1890" y="1093"/>
                </a:lnTo>
                <a:lnTo>
                  <a:pt x="2183" y="689"/>
                </a:lnTo>
                <a:lnTo>
                  <a:pt x="2390" y="369"/>
                </a:lnTo>
                <a:lnTo>
                  <a:pt x="2405" y="349"/>
                </a:lnTo>
                <a:lnTo>
                  <a:pt x="2412" y="327"/>
                </a:lnTo>
                <a:lnTo>
                  <a:pt x="2416" y="304"/>
                </a:lnTo>
                <a:lnTo>
                  <a:pt x="2414" y="280"/>
                </a:lnTo>
                <a:lnTo>
                  <a:pt x="2410" y="257"/>
                </a:lnTo>
                <a:lnTo>
                  <a:pt x="2405" y="231"/>
                </a:lnTo>
                <a:lnTo>
                  <a:pt x="2401" y="207"/>
                </a:lnTo>
                <a:lnTo>
                  <a:pt x="2400" y="182"/>
                </a:lnTo>
                <a:lnTo>
                  <a:pt x="2400" y="157"/>
                </a:lnTo>
                <a:lnTo>
                  <a:pt x="2407" y="131"/>
                </a:lnTo>
                <a:lnTo>
                  <a:pt x="2420" y="106"/>
                </a:lnTo>
                <a:lnTo>
                  <a:pt x="2440" y="82"/>
                </a:lnTo>
                <a:lnTo>
                  <a:pt x="2470" y="57"/>
                </a:lnTo>
                <a:lnTo>
                  <a:pt x="2510" y="33"/>
                </a:lnTo>
                <a:lnTo>
                  <a:pt x="261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/>
          <p:nvPr/>
        </p:nvSpPr>
        <p:spPr>
          <a:xfrm rot="8345137">
            <a:off x="5942871" y="562360"/>
            <a:ext cx="212927" cy="185285"/>
          </a:xfrm>
          <a:custGeom>
            <a:avLst/>
            <a:gdLst/>
            <a:ahLst/>
            <a:cxnLst/>
            <a:rect l="l" t="t" r="r" b="b"/>
            <a:pathLst>
              <a:path w="4290840" h="3660228" extrusionOk="0">
                <a:moveTo>
                  <a:pt x="2325835" y="1430901"/>
                </a:moveTo>
                <a:cubicBezTo>
                  <a:pt x="2336670" y="1441414"/>
                  <a:pt x="2351639" y="1447919"/>
                  <a:pt x="2368172" y="1447919"/>
                </a:cubicBezTo>
                <a:cubicBezTo>
                  <a:pt x="2401241" y="1447919"/>
                  <a:pt x="2428048" y="1421905"/>
                  <a:pt x="2428048" y="1389815"/>
                </a:cubicBezTo>
                <a:lnTo>
                  <a:pt x="2428048" y="290423"/>
                </a:lnTo>
                <a:cubicBezTo>
                  <a:pt x="2428048" y="258334"/>
                  <a:pt x="2401241" y="232319"/>
                  <a:pt x="2368173" y="232320"/>
                </a:cubicBezTo>
                <a:cubicBezTo>
                  <a:pt x="2335105" y="232319"/>
                  <a:pt x="2308298" y="258334"/>
                  <a:pt x="2308298" y="290424"/>
                </a:cubicBezTo>
                <a:lnTo>
                  <a:pt x="2308298" y="1389814"/>
                </a:lnTo>
                <a:cubicBezTo>
                  <a:pt x="2308297" y="1405860"/>
                  <a:pt x="2314999" y="1420385"/>
                  <a:pt x="2325835" y="1430901"/>
                </a:cubicBezTo>
                <a:close/>
                <a:moveTo>
                  <a:pt x="1712446" y="1346642"/>
                </a:moveTo>
                <a:cubicBezTo>
                  <a:pt x="1591450" y="1204364"/>
                  <a:pt x="1518764" y="1021961"/>
                  <a:pt x="1518764" y="823084"/>
                </a:cubicBezTo>
                <a:cubicBezTo>
                  <a:pt x="1518764" y="368507"/>
                  <a:pt x="1898505" y="1"/>
                  <a:pt x="2366939" y="0"/>
                </a:cubicBezTo>
                <a:cubicBezTo>
                  <a:pt x="2835373" y="1"/>
                  <a:pt x="3215115" y="368508"/>
                  <a:pt x="3215114" y="823084"/>
                </a:cubicBezTo>
                <a:cubicBezTo>
                  <a:pt x="3215114" y="1277660"/>
                  <a:pt x="2835373" y="1646168"/>
                  <a:pt x="2366939" y="1646167"/>
                </a:cubicBezTo>
                <a:cubicBezTo>
                  <a:pt x="2132723" y="1646167"/>
                  <a:pt x="1920679" y="1554040"/>
                  <a:pt x="1767189" y="1405093"/>
                </a:cubicBezTo>
                <a:cubicBezTo>
                  <a:pt x="1748003" y="1386474"/>
                  <a:pt x="1729732" y="1366968"/>
                  <a:pt x="1712446" y="1346642"/>
                </a:cubicBezTo>
                <a:close/>
                <a:moveTo>
                  <a:pt x="2442785" y="3276067"/>
                </a:moveTo>
                <a:cubicBezTo>
                  <a:pt x="2452539" y="3288725"/>
                  <a:pt x="2467121" y="3297661"/>
                  <a:pt x="2484220" y="3299876"/>
                </a:cubicBezTo>
                <a:lnTo>
                  <a:pt x="3567493" y="3440235"/>
                </a:lnTo>
                <a:cubicBezTo>
                  <a:pt x="3601691" y="3444665"/>
                  <a:pt x="3633005" y="3420535"/>
                  <a:pt x="3637436" y="3386337"/>
                </a:cubicBezTo>
                <a:lnTo>
                  <a:pt x="3638507" y="3378082"/>
                </a:lnTo>
                <a:cubicBezTo>
                  <a:pt x="3642938" y="3343884"/>
                  <a:pt x="3618808" y="3312570"/>
                  <a:pt x="3584610" y="3308139"/>
                </a:cubicBezTo>
                <a:cubicBezTo>
                  <a:pt x="3223518" y="3261353"/>
                  <a:pt x="2862428" y="3214566"/>
                  <a:pt x="2501336" y="3167780"/>
                </a:cubicBezTo>
                <a:cubicBezTo>
                  <a:pt x="2467138" y="3163349"/>
                  <a:pt x="2435824" y="3187479"/>
                  <a:pt x="2431392" y="3221677"/>
                </a:cubicBezTo>
                <a:lnTo>
                  <a:pt x="2430323" y="3229933"/>
                </a:lnTo>
                <a:cubicBezTo>
                  <a:pt x="2428107" y="3247032"/>
                  <a:pt x="2433032" y="3263410"/>
                  <a:pt x="2442785" y="3276067"/>
                </a:cubicBezTo>
                <a:close/>
                <a:moveTo>
                  <a:pt x="2077965" y="3502921"/>
                </a:moveTo>
                <a:cubicBezTo>
                  <a:pt x="2211151" y="3366898"/>
                  <a:pt x="2317658" y="3113548"/>
                  <a:pt x="2352262" y="2815726"/>
                </a:cubicBezTo>
                <a:cubicBezTo>
                  <a:pt x="2386865" y="2517903"/>
                  <a:pt x="2341165" y="2247898"/>
                  <a:pt x="2242534" y="2086510"/>
                </a:cubicBezTo>
                <a:lnTo>
                  <a:pt x="3638641" y="2239266"/>
                </a:lnTo>
                <a:cubicBezTo>
                  <a:pt x="4041695" y="2283368"/>
                  <a:pt x="4331596" y="2636192"/>
                  <a:pt x="4286150" y="3027324"/>
                </a:cubicBezTo>
                <a:cubicBezTo>
                  <a:pt x="4240705" y="3418455"/>
                  <a:pt x="3877125" y="3699778"/>
                  <a:pt x="3474071" y="3655676"/>
                </a:cubicBezTo>
                <a:close/>
                <a:moveTo>
                  <a:pt x="554154" y="3094005"/>
                </a:moveTo>
                <a:cubicBezTo>
                  <a:pt x="563899" y="3106651"/>
                  <a:pt x="578469" y="3115580"/>
                  <a:pt x="595552" y="3117793"/>
                </a:cubicBezTo>
                <a:lnTo>
                  <a:pt x="1844342" y="3279597"/>
                </a:lnTo>
                <a:cubicBezTo>
                  <a:pt x="1878509" y="3284024"/>
                  <a:pt x="1909796" y="3259914"/>
                  <a:pt x="1914223" y="3225747"/>
                </a:cubicBezTo>
                <a:lnTo>
                  <a:pt x="1915292" y="3217498"/>
                </a:lnTo>
                <a:cubicBezTo>
                  <a:pt x="1919719" y="3183330"/>
                  <a:pt x="1895610" y="3152043"/>
                  <a:pt x="1861442" y="3147616"/>
                </a:cubicBezTo>
                <a:lnTo>
                  <a:pt x="612653" y="2985812"/>
                </a:lnTo>
                <a:cubicBezTo>
                  <a:pt x="578485" y="2981385"/>
                  <a:pt x="547198" y="3005495"/>
                  <a:pt x="542771" y="3039662"/>
                </a:cubicBezTo>
                <a:lnTo>
                  <a:pt x="541702" y="3047911"/>
                </a:lnTo>
                <a:cubicBezTo>
                  <a:pt x="539489" y="3064995"/>
                  <a:pt x="544409" y="3081359"/>
                  <a:pt x="554154" y="3094005"/>
                </a:cubicBezTo>
                <a:close/>
                <a:moveTo>
                  <a:pt x="160256" y="3083028"/>
                </a:moveTo>
                <a:cubicBezTo>
                  <a:pt x="43080" y="2940417"/>
                  <a:pt x="-18033" y="2754428"/>
                  <a:pt x="4690" y="2558864"/>
                </a:cubicBezTo>
                <a:cubicBezTo>
                  <a:pt x="50134" y="2167732"/>
                  <a:pt x="413715" y="1886409"/>
                  <a:pt x="816769" y="1930509"/>
                </a:cubicBezTo>
                <a:lnTo>
                  <a:pt x="2159669" y="2077444"/>
                </a:lnTo>
                <a:cubicBezTo>
                  <a:pt x="2252567" y="2248534"/>
                  <a:pt x="2291731" y="2517583"/>
                  <a:pt x="2258286" y="2805444"/>
                </a:cubicBezTo>
                <a:cubicBezTo>
                  <a:pt x="2224840" y="3093304"/>
                  <a:pt x="2124922" y="3347135"/>
                  <a:pt x="1995098" y="3493855"/>
                </a:cubicBezTo>
                <a:lnTo>
                  <a:pt x="652198" y="3346920"/>
                </a:lnTo>
                <a:cubicBezTo>
                  <a:pt x="450671" y="3324868"/>
                  <a:pt x="277431" y="3225638"/>
                  <a:pt x="160256" y="3083028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5981856" y="3519379"/>
            <a:ext cx="277231" cy="207161"/>
          </a:xfrm>
          <a:custGeom>
            <a:avLst/>
            <a:gdLst/>
            <a:ahLst/>
            <a:cxnLst/>
            <a:rect l="l" t="t" r="r" b="b"/>
            <a:pathLst>
              <a:path w="3960440" h="3945921" extrusionOk="0">
                <a:moveTo>
                  <a:pt x="1598844" y="0"/>
                </a:moveTo>
                <a:cubicBezTo>
                  <a:pt x="1857342" y="0"/>
                  <a:pt x="2066896" y="209554"/>
                  <a:pt x="2066896" y="468052"/>
                </a:cubicBezTo>
                <a:cubicBezTo>
                  <a:pt x="2066896" y="646802"/>
                  <a:pt x="1966694" y="802149"/>
                  <a:pt x="1818364" y="879058"/>
                </a:cubicBezTo>
                <a:lnTo>
                  <a:pt x="1965948" y="1429850"/>
                </a:lnTo>
                <a:cubicBezTo>
                  <a:pt x="2234183" y="1439289"/>
                  <a:pt x="2449559" y="1654793"/>
                  <a:pt x="2458766" y="1923094"/>
                </a:cubicBezTo>
                <a:lnTo>
                  <a:pt x="3052787" y="2082261"/>
                </a:lnTo>
                <a:cubicBezTo>
                  <a:pt x="3115207" y="1899813"/>
                  <a:pt x="3288586" y="1769556"/>
                  <a:pt x="3492388" y="1769556"/>
                </a:cubicBezTo>
                <a:cubicBezTo>
                  <a:pt x="3750886" y="1769556"/>
                  <a:pt x="3960440" y="1979110"/>
                  <a:pt x="3960440" y="2237608"/>
                </a:cubicBezTo>
                <a:cubicBezTo>
                  <a:pt x="3960440" y="2496106"/>
                  <a:pt x="3750886" y="2705660"/>
                  <a:pt x="3492388" y="2705660"/>
                </a:cubicBezTo>
                <a:cubicBezTo>
                  <a:pt x="3255123" y="2705660"/>
                  <a:pt x="3059091" y="2529117"/>
                  <a:pt x="3030620" y="2299941"/>
                </a:cubicBezTo>
                <a:lnTo>
                  <a:pt x="2422827" y="2137084"/>
                </a:lnTo>
                <a:cubicBezTo>
                  <a:pt x="2374914" y="2257246"/>
                  <a:pt x="2282973" y="2354960"/>
                  <a:pt x="2166800" y="2410258"/>
                </a:cubicBezTo>
                <a:lnTo>
                  <a:pt x="2329067" y="3015847"/>
                </a:lnTo>
                <a:cubicBezTo>
                  <a:pt x="2559464" y="3043136"/>
                  <a:pt x="2737303" y="3239734"/>
                  <a:pt x="2737303" y="3477869"/>
                </a:cubicBezTo>
                <a:cubicBezTo>
                  <a:pt x="2737303" y="3736367"/>
                  <a:pt x="2527749" y="3945921"/>
                  <a:pt x="2269251" y="3945921"/>
                </a:cubicBezTo>
                <a:cubicBezTo>
                  <a:pt x="2010753" y="3945921"/>
                  <a:pt x="1801199" y="3736367"/>
                  <a:pt x="1801199" y="3477869"/>
                </a:cubicBezTo>
                <a:cubicBezTo>
                  <a:pt x="1801199" y="3274904"/>
                  <a:pt x="1930388" y="3102113"/>
                  <a:pt x="2111643" y="3038969"/>
                </a:cubicBezTo>
                <a:lnTo>
                  <a:pt x="1956503" y="2459980"/>
                </a:lnTo>
                <a:cubicBezTo>
                  <a:pt x="1952432" y="2460875"/>
                  <a:pt x="1948330" y="2460923"/>
                  <a:pt x="1944216" y="2460923"/>
                </a:cubicBezTo>
                <a:cubicBezTo>
                  <a:pt x="1742647" y="2460923"/>
                  <a:pt x="1568040" y="2345487"/>
                  <a:pt x="1484865" y="2176122"/>
                </a:cubicBezTo>
                <a:lnTo>
                  <a:pt x="930415" y="2324686"/>
                </a:lnTo>
                <a:cubicBezTo>
                  <a:pt x="904712" y="2556716"/>
                  <a:pt x="707355" y="2736304"/>
                  <a:pt x="468052" y="2736304"/>
                </a:cubicBezTo>
                <a:cubicBezTo>
                  <a:pt x="209554" y="2736304"/>
                  <a:pt x="0" y="2526750"/>
                  <a:pt x="0" y="2268252"/>
                </a:cubicBezTo>
                <a:cubicBezTo>
                  <a:pt x="0" y="2009754"/>
                  <a:pt x="209554" y="1800200"/>
                  <a:pt x="468052" y="1800200"/>
                </a:cubicBezTo>
                <a:cubicBezTo>
                  <a:pt x="669892" y="1800200"/>
                  <a:pt x="841893" y="1927961"/>
                  <a:pt x="906009" y="2107606"/>
                </a:cubicBezTo>
                <a:lnTo>
                  <a:pt x="1429897" y="1967231"/>
                </a:lnTo>
                <a:cubicBezTo>
                  <a:pt x="1427753" y="1959679"/>
                  <a:pt x="1427584" y="1952005"/>
                  <a:pt x="1427584" y="1944291"/>
                </a:cubicBezTo>
                <a:cubicBezTo>
                  <a:pt x="1427584" y="1727054"/>
                  <a:pt x="1561663" y="1541133"/>
                  <a:pt x="1751891" y="1465536"/>
                </a:cubicBezTo>
                <a:lnTo>
                  <a:pt x="1609736" y="935006"/>
                </a:lnTo>
                <a:cubicBezTo>
                  <a:pt x="1606130" y="936062"/>
                  <a:pt x="1602492" y="936104"/>
                  <a:pt x="1598844" y="936104"/>
                </a:cubicBezTo>
                <a:cubicBezTo>
                  <a:pt x="1340346" y="936104"/>
                  <a:pt x="1130792" y="726550"/>
                  <a:pt x="1130792" y="468052"/>
                </a:cubicBezTo>
                <a:cubicBezTo>
                  <a:pt x="1130792" y="209554"/>
                  <a:pt x="1340346" y="0"/>
                  <a:pt x="1598844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9203054" y="4231364"/>
            <a:ext cx="259408" cy="123487"/>
          </a:xfrm>
          <a:custGeom>
            <a:avLst/>
            <a:gdLst/>
            <a:ahLst/>
            <a:cxnLst/>
            <a:rect l="l" t="t" r="r" b="b"/>
            <a:pathLst>
              <a:path w="3990895" h="3087182" extrusionOk="0">
                <a:moveTo>
                  <a:pt x="1740403" y="2573711"/>
                </a:moveTo>
                <a:cubicBezTo>
                  <a:pt x="1526257" y="2580937"/>
                  <a:pt x="1290256" y="2583516"/>
                  <a:pt x="1065139" y="2579843"/>
                </a:cubicBezTo>
                <a:lnTo>
                  <a:pt x="1065139" y="2871158"/>
                </a:lnTo>
                <a:lnTo>
                  <a:pt x="1740403" y="2871158"/>
                </a:lnTo>
                <a:close/>
                <a:moveTo>
                  <a:pt x="3583963" y="1148535"/>
                </a:moveTo>
                <a:cubicBezTo>
                  <a:pt x="3442121" y="1148535"/>
                  <a:pt x="3324432" y="1262284"/>
                  <a:pt x="3303071" y="1411513"/>
                </a:cubicBezTo>
                <a:lnTo>
                  <a:pt x="3604802" y="1436594"/>
                </a:lnTo>
                <a:cubicBezTo>
                  <a:pt x="3607651" y="1483680"/>
                  <a:pt x="3627953" y="1483631"/>
                  <a:pt x="3630802" y="1530717"/>
                </a:cubicBezTo>
                <a:lnTo>
                  <a:pt x="3339635" y="1623071"/>
                </a:lnTo>
                <a:cubicBezTo>
                  <a:pt x="3388511" y="1715368"/>
                  <a:pt x="3479714" y="1776813"/>
                  <a:pt x="3583963" y="1776813"/>
                </a:cubicBezTo>
                <a:cubicBezTo>
                  <a:pt x="3741685" y="1776813"/>
                  <a:pt x="3869544" y="1636168"/>
                  <a:pt x="3869544" y="1462674"/>
                </a:cubicBezTo>
                <a:cubicBezTo>
                  <a:pt x="3869544" y="1289180"/>
                  <a:pt x="3741685" y="1148535"/>
                  <a:pt x="3583963" y="1148535"/>
                </a:cubicBezTo>
                <a:close/>
                <a:moveTo>
                  <a:pt x="1942038" y="765538"/>
                </a:moveTo>
                <a:cubicBezTo>
                  <a:pt x="1858825" y="765538"/>
                  <a:pt x="1791368" y="832995"/>
                  <a:pt x="1791368" y="916208"/>
                </a:cubicBezTo>
                <a:lnTo>
                  <a:pt x="1791368" y="1175206"/>
                </a:lnTo>
                <a:lnTo>
                  <a:pt x="1596655" y="1175206"/>
                </a:lnTo>
                <a:cubicBezTo>
                  <a:pt x="1505121" y="1175206"/>
                  <a:pt x="1430918" y="1249409"/>
                  <a:pt x="1430918" y="1340943"/>
                </a:cubicBezTo>
                <a:lnTo>
                  <a:pt x="1430918" y="1369861"/>
                </a:lnTo>
                <a:cubicBezTo>
                  <a:pt x="1430918" y="1461395"/>
                  <a:pt x="1505121" y="1535598"/>
                  <a:pt x="1596655" y="1535598"/>
                </a:cubicBezTo>
                <a:lnTo>
                  <a:pt x="1791368" y="1535598"/>
                </a:lnTo>
                <a:lnTo>
                  <a:pt x="1791368" y="1768249"/>
                </a:lnTo>
                <a:cubicBezTo>
                  <a:pt x="1791368" y="1851462"/>
                  <a:pt x="1858825" y="1918919"/>
                  <a:pt x="1942038" y="1918919"/>
                </a:cubicBezTo>
                <a:lnTo>
                  <a:pt x="1968327" y="1918919"/>
                </a:lnTo>
                <a:cubicBezTo>
                  <a:pt x="2051540" y="1918919"/>
                  <a:pt x="2118997" y="1851462"/>
                  <a:pt x="2118997" y="1768249"/>
                </a:cubicBezTo>
                <a:lnTo>
                  <a:pt x="2118997" y="1535598"/>
                </a:lnTo>
                <a:lnTo>
                  <a:pt x="2313709" y="1535598"/>
                </a:lnTo>
                <a:cubicBezTo>
                  <a:pt x="2377432" y="1535598"/>
                  <a:pt x="2432756" y="1499636"/>
                  <a:pt x="2458635" y="1445923"/>
                </a:cubicBezTo>
                <a:lnTo>
                  <a:pt x="2460889" y="1424521"/>
                </a:lnTo>
                <a:lnTo>
                  <a:pt x="2465213" y="1420689"/>
                </a:lnTo>
                <a:lnTo>
                  <a:pt x="2471533" y="1306607"/>
                </a:lnTo>
                <a:cubicBezTo>
                  <a:pt x="2459663" y="1231205"/>
                  <a:pt x="2393226" y="1175206"/>
                  <a:pt x="2313709" y="1175206"/>
                </a:cubicBezTo>
                <a:lnTo>
                  <a:pt x="2118997" y="1175206"/>
                </a:lnTo>
                <a:lnTo>
                  <a:pt x="2118997" y="916208"/>
                </a:lnTo>
                <a:cubicBezTo>
                  <a:pt x="2118997" y="832995"/>
                  <a:pt x="2051540" y="765538"/>
                  <a:pt x="1968327" y="765538"/>
                </a:cubicBezTo>
                <a:close/>
                <a:moveTo>
                  <a:pt x="1226605" y="630723"/>
                </a:moveTo>
                <a:cubicBezTo>
                  <a:pt x="838390" y="598973"/>
                  <a:pt x="590161" y="1384786"/>
                  <a:pt x="585832" y="1535598"/>
                </a:cubicBezTo>
                <a:lnTo>
                  <a:pt x="1226028" y="1522898"/>
                </a:lnTo>
                <a:cubicBezTo>
                  <a:pt x="1226221" y="1225506"/>
                  <a:pt x="1226412" y="928115"/>
                  <a:pt x="1226605" y="630723"/>
                </a:cubicBezTo>
                <a:close/>
                <a:moveTo>
                  <a:pt x="1740403" y="0"/>
                </a:moveTo>
                <a:lnTo>
                  <a:pt x="1871327" y="0"/>
                </a:lnTo>
                <a:lnTo>
                  <a:pt x="1871327" y="90089"/>
                </a:lnTo>
                <a:lnTo>
                  <a:pt x="3425865" y="90089"/>
                </a:lnTo>
                <a:lnTo>
                  <a:pt x="3425865" y="270089"/>
                </a:lnTo>
                <a:lnTo>
                  <a:pt x="1871327" y="270089"/>
                </a:lnTo>
                <a:lnTo>
                  <a:pt x="1871327" y="427547"/>
                </a:lnTo>
                <a:cubicBezTo>
                  <a:pt x="2156809" y="438659"/>
                  <a:pt x="2415168" y="481953"/>
                  <a:pt x="2487431" y="551123"/>
                </a:cubicBezTo>
                <a:cubicBezTo>
                  <a:pt x="2638328" y="637553"/>
                  <a:pt x="2742817" y="987481"/>
                  <a:pt x="2780551" y="1368079"/>
                </a:cubicBezTo>
                <a:lnTo>
                  <a:pt x="3165273" y="1400059"/>
                </a:lnTo>
                <a:cubicBezTo>
                  <a:pt x="3190861" y="1176596"/>
                  <a:pt x="3364791" y="1004519"/>
                  <a:pt x="3575259" y="1004519"/>
                </a:cubicBezTo>
                <a:cubicBezTo>
                  <a:pt x="3804809" y="1004519"/>
                  <a:pt x="3990895" y="1209214"/>
                  <a:pt x="3990895" y="1461719"/>
                </a:cubicBezTo>
                <a:cubicBezTo>
                  <a:pt x="3990895" y="1714224"/>
                  <a:pt x="3804809" y="1918919"/>
                  <a:pt x="3575259" y="1918919"/>
                </a:cubicBezTo>
                <a:cubicBezTo>
                  <a:pt x="3412624" y="1918919"/>
                  <a:pt x="3271807" y="1816170"/>
                  <a:pt x="3205139" y="1665732"/>
                </a:cubicBezTo>
                <a:lnTo>
                  <a:pt x="2796520" y="1795340"/>
                </a:lnTo>
                <a:cubicBezTo>
                  <a:pt x="2783205" y="2186453"/>
                  <a:pt x="2688635" y="2514652"/>
                  <a:pt x="2490527" y="2506536"/>
                </a:cubicBezTo>
                <a:cubicBezTo>
                  <a:pt x="2438297" y="2531587"/>
                  <a:pt x="2205857" y="2554006"/>
                  <a:pt x="1904505" y="2567479"/>
                </a:cubicBezTo>
                <a:lnTo>
                  <a:pt x="1904505" y="2871158"/>
                </a:lnTo>
                <a:lnTo>
                  <a:pt x="2689643" y="2871158"/>
                </a:lnTo>
                <a:cubicBezTo>
                  <a:pt x="2749296" y="2871158"/>
                  <a:pt x="2797655" y="2919517"/>
                  <a:pt x="2797655" y="2979170"/>
                </a:cubicBezTo>
                <a:cubicBezTo>
                  <a:pt x="2797655" y="3038823"/>
                  <a:pt x="2749296" y="3087182"/>
                  <a:pt x="2689643" y="3087182"/>
                </a:cubicBezTo>
                <a:lnTo>
                  <a:pt x="457395" y="3087182"/>
                </a:lnTo>
                <a:lnTo>
                  <a:pt x="430555" y="3081994"/>
                </a:lnTo>
                <a:lnTo>
                  <a:pt x="427761" y="3087182"/>
                </a:lnTo>
                <a:lnTo>
                  <a:pt x="366119" y="3053981"/>
                </a:lnTo>
                <a:cubicBezTo>
                  <a:pt x="365594" y="3054050"/>
                  <a:pt x="365174" y="3053869"/>
                  <a:pt x="364754" y="3053685"/>
                </a:cubicBezTo>
                <a:lnTo>
                  <a:pt x="64754" y="2922467"/>
                </a:lnTo>
                <a:cubicBezTo>
                  <a:pt x="10101" y="2898562"/>
                  <a:pt x="-14826" y="2834876"/>
                  <a:pt x="9079" y="2780223"/>
                </a:cubicBezTo>
                <a:cubicBezTo>
                  <a:pt x="27008" y="2739232"/>
                  <a:pt x="67313" y="2714963"/>
                  <a:pt x="109402" y="2715476"/>
                </a:cubicBezTo>
                <a:cubicBezTo>
                  <a:pt x="123432" y="2715647"/>
                  <a:pt x="137660" y="2718571"/>
                  <a:pt x="151323" y="2724547"/>
                </a:cubicBezTo>
                <a:lnTo>
                  <a:pt x="439379" y="2850541"/>
                </a:lnTo>
                <a:lnTo>
                  <a:pt x="493513" y="2871158"/>
                </a:lnTo>
                <a:lnTo>
                  <a:pt x="921139" y="2871158"/>
                </a:lnTo>
                <a:lnTo>
                  <a:pt x="921139" y="2576699"/>
                </a:lnTo>
                <a:lnTo>
                  <a:pt x="936415" y="2576699"/>
                </a:lnTo>
                <a:cubicBezTo>
                  <a:pt x="497926" y="2565212"/>
                  <a:pt x="127915" y="2527380"/>
                  <a:pt x="86500" y="2449386"/>
                </a:cubicBezTo>
                <a:cubicBezTo>
                  <a:pt x="-44935" y="2322713"/>
                  <a:pt x="-80455" y="1751442"/>
                  <a:pt x="377076" y="1584573"/>
                </a:cubicBezTo>
                <a:cubicBezTo>
                  <a:pt x="427628" y="1274829"/>
                  <a:pt x="742960" y="651754"/>
                  <a:pt x="991911" y="524245"/>
                </a:cubicBezTo>
                <a:cubicBezTo>
                  <a:pt x="1112248" y="450334"/>
                  <a:pt x="1428043" y="418134"/>
                  <a:pt x="1740403" y="422848"/>
                </a:cubicBezTo>
                <a:lnTo>
                  <a:pt x="1740403" y="270089"/>
                </a:lnTo>
                <a:lnTo>
                  <a:pt x="185865" y="270089"/>
                </a:lnTo>
                <a:lnTo>
                  <a:pt x="185865" y="90089"/>
                </a:lnTo>
                <a:lnTo>
                  <a:pt x="1740403" y="90089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22003" y="4756092"/>
            <a:ext cx="723056" cy="338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 amt="78000"/>
          </a:blip>
          <a:srcRect t="24021" b="21396"/>
          <a:stretch/>
        </p:blipFill>
        <p:spPr>
          <a:xfrm>
            <a:off x="7972355" y="4759781"/>
            <a:ext cx="1171643" cy="383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FA7B17"/>
          </p15:clr>
        </p15:guide>
        <p15:guide id="2" pos="340">
          <p15:clr>
            <a:srgbClr val="FA7B17"/>
          </p15:clr>
        </p15:guide>
        <p15:guide id="3" pos="5420">
          <p15:clr>
            <a:srgbClr val="FA7B17"/>
          </p15:clr>
        </p15:guide>
        <p15:guide id="4" orient="horz" pos="2985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58287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32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204" name="Google Shape;204;p32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05" name="Google Shape;205;p32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06" name="Google Shape;206;p32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07" name="Google Shape;207;p32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08" name="Google Shape;208;p32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09" name="Google Shape;209;p32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10" name="Google Shape;210;p32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11" name="Google Shape;211;p32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212" name="Google Shape;212;p32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213" name="Google Shape;213;p32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14" name="Google Shape;214;p32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15" name="Google Shape;215;p32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2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17" name="Google Shape;217;p32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18" name="Google Shape;218;p32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19" name="Google Shape;219;p32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0" name="Google Shape;220;p32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221" name="Google Shape;221;p32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222" name="Google Shape;222;p32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3" name="Google Shape;223;p32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4" name="Google Shape;224;p32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2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6" name="Google Shape;226;p32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7" name="Google Shape;227;p32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8" name="Google Shape;228;p32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29" name="Google Shape;229;p32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4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230" name="Google Shape;230;p32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31" name="Google Shape;231;p32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32" name="Google Shape;232;p32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33" name="Google Shape;233;p32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234" name="Google Shape;234;p32"/>
          <p:cNvSpPr/>
          <p:nvPr/>
        </p:nvSpPr>
        <p:spPr>
          <a:xfrm>
            <a:off x="0" y="3810000"/>
            <a:ext cx="9144000" cy="13335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855309" y="164765"/>
            <a:ext cx="5433383" cy="312669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grpSp>
        <p:nvGrpSpPr>
          <p:cNvPr id="236" name="Google Shape;236;p32"/>
          <p:cNvGrpSpPr/>
          <p:nvPr/>
        </p:nvGrpSpPr>
        <p:grpSpPr>
          <a:xfrm>
            <a:off x="1264067" y="1992799"/>
            <a:ext cx="6615867" cy="2824151"/>
            <a:chOff x="1451428" y="2504665"/>
            <a:chExt cx="8821155" cy="3765535"/>
          </a:xfrm>
        </p:grpSpPr>
        <p:pic>
          <p:nvPicPr>
            <p:cNvPr id="237" name="Google Shape;237;p32"/>
            <p:cNvPicPr preferRelativeResize="0"/>
            <p:nvPr/>
          </p:nvPicPr>
          <p:blipFill rotWithShape="1">
            <a:blip r:embed="rId30">
              <a:alphaModFix/>
            </a:blip>
            <a:srcRect/>
            <a:stretch/>
          </p:blipFill>
          <p:spPr>
            <a:xfrm>
              <a:off x="8670478" y="4325257"/>
              <a:ext cx="1602105" cy="1691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32"/>
            <p:cNvSpPr/>
            <p:nvPr/>
          </p:nvSpPr>
          <p:spPr>
            <a:xfrm>
              <a:off x="3193143" y="5283200"/>
              <a:ext cx="5472000" cy="987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9" name="Google Shape;239;p32"/>
            <p:cNvPicPr preferRelativeResize="0"/>
            <p:nvPr/>
          </p:nvPicPr>
          <p:blipFill rotWithShape="1">
            <a:blip r:embed="rId31">
              <a:alphaModFix/>
            </a:blip>
            <a:srcRect/>
            <a:stretch/>
          </p:blipFill>
          <p:spPr>
            <a:xfrm>
              <a:off x="3476171" y="3072987"/>
              <a:ext cx="5239658" cy="286706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240" name="Google Shape;240;p32"/>
            <p:cNvPicPr preferRelativeResize="0"/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4773530" y="2504665"/>
              <a:ext cx="2644940" cy="8432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241" name="Google Shape;241;p32"/>
            <p:cNvSpPr/>
            <p:nvPr/>
          </p:nvSpPr>
          <p:spPr>
            <a:xfrm>
              <a:off x="1683657" y="5508171"/>
              <a:ext cx="1465800" cy="442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42" name="Google Shape;242;p32"/>
            <p:cNvPicPr preferRelativeResize="0"/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1451428" y="3048001"/>
              <a:ext cx="1926753" cy="27159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243" name="Google Shape;243;p32"/>
          <p:cNvSpPr txBox="1">
            <a:spLocks noGrp="1"/>
          </p:cNvSpPr>
          <p:nvPr>
            <p:ph type="ctrTitle"/>
          </p:nvPr>
        </p:nvSpPr>
        <p:spPr>
          <a:xfrm>
            <a:off x="2335294" y="9894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mall" type="blank">
  <p:cSld name="BLANK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>
            <a:spLocks noGrp="1"/>
          </p:cNvSpPr>
          <p:nvPr>
            <p:ph type="title"/>
          </p:nvPr>
        </p:nvSpPr>
        <p:spPr>
          <a:xfrm>
            <a:off x="4382377" y="804059"/>
            <a:ext cx="4063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body" idx="1"/>
          </p:nvPr>
        </p:nvSpPr>
        <p:spPr>
          <a:xfrm>
            <a:off x="4382377" y="1541756"/>
            <a:ext cx="40632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3"/>
          <p:cNvSpPr>
            <a:spLocks noGrp="1"/>
          </p:cNvSpPr>
          <p:nvPr>
            <p:ph type="pic" idx="2"/>
          </p:nvPr>
        </p:nvSpPr>
        <p:spPr>
          <a:xfrm>
            <a:off x="0" y="0"/>
            <a:ext cx="40632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/>
          <p:nvPr/>
        </p:nvSpPr>
        <p:spPr>
          <a:xfrm>
            <a:off x="-21694" y="0"/>
            <a:ext cx="9157800" cy="5142000"/>
          </a:xfrm>
          <a:prstGeom prst="rect">
            <a:avLst/>
          </a:prstGeom>
          <a:solidFill>
            <a:srgbClr val="FCB83F"/>
          </a:solidFill>
          <a:ln w="12700" cap="flat" cmpd="sng">
            <a:solidFill>
              <a:srgbClr val="BA93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0" name="Google Shape;250;p34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251" name="Google Shape;251;p34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2" name="Google Shape;252;p34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3" name="Google Shape;253;p34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4" name="Google Shape;254;p34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5" name="Google Shape;255;p34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6" name="Google Shape;256;p34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7" name="Google Shape;257;p34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58" name="Google Shape;258;p34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259" name="Google Shape;259;p34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260" name="Google Shape;260;p34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61" name="Google Shape;261;p34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62" name="Google Shape;262;p34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4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64" name="Google Shape;264;p34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65" name="Google Shape;265;p34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66" name="Google Shape;266;p34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67" name="Google Shape;267;p34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268" name="Google Shape;268;p34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269" name="Google Shape;269;p34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70" name="Google Shape;270;p34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71" name="Google Shape;271;p34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4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73" name="Google Shape;273;p34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74" name="Google Shape;274;p34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75" name="Google Shape;275;p34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76" name="Google Shape;276;p34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277" name="Google Shape;277;p34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78" name="Google Shape;278;p34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79" name="Google Shape;279;p34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80" name="Google Shape;280;p34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281" name="Google Shape;281;p34"/>
          <p:cNvSpPr/>
          <p:nvPr/>
        </p:nvSpPr>
        <p:spPr>
          <a:xfrm>
            <a:off x="219417" y="1741932"/>
            <a:ext cx="6172200" cy="1824300"/>
          </a:xfrm>
          <a:prstGeom prst="rect">
            <a:avLst/>
          </a:prstGeom>
          <a:solidFill>
            <a:srgbClr val="592F28"/>
          </a:solidFill>
          <a:ln>
            <a:noFill/>
          </a:ln>
          <a:effectLst>
            <a:outerShdw blurRad="3556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34"/>
          <p:cNvSpPr txBox="1">
            <a:spLocks noGrp="1"/>
          </p:cNvSpPr>
          <p:nvPr>
            <p:ph type="ctrTitle"/>
          </p:nvPr>
        </p:nvSpPr>
        <p:spPr>
          <a:xfrm>
            <a:off x="471697" y="1900004"/>
            <a:ext cx="38481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aleway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1"/>
          </p:nvPr>
        </p:nvSpPr>
        <p:spPr>
          <a:xfrm>
            <a:off x="471621" y="2706924"/>
            <a:ext cx="38481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72000" y="0"/>
            <a:ext cx="4575712" cy="5145030"/>
          </a:xfrm>
          <a:prstGeom prst="rect">
            <a:avLst/>
          </a:prstGeom>
          <a:noFill/>
          <a:ln>
            <a:noFill/>
          </a:ln>
          <a:effectLst>
            <a:outerShdw blurRad="381000" dist="38100" dir="10800000" algn="r" rotWithShape="0">
              <a:srgbClr val="000000">
                <a:alpha val="40000"/>
              </a:srgbClr>
            </a:outerShdw>
          </a:effectLst>
        </p:spPr>
      </p:pic>
      <p:sp>
        <p:nvSpPr>
          <p:cNvPr id="285" name="Google Shape;285;p34"/>
          <p:cNvSpPr>
            <a:spLocks noGrp="1"/>
          </p:cNvSpPr>
          <p:nvPr>
            <p:ph type="pic" idx="2"/>
          </p:nvPr>
        </p:nvSpPr>
        <p:spPr>
          <a:xfrm>
            <a:off x="4544440" y="-1530"/>
            <a:ext cx="45915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5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288" name="Google Shape;288;p35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89" name="Google Shape;289;p35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90" name="Google Shape;290;p35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91" name="Google Shape;291;p35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92" name="Google Shape;292;p35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93" name="Google Shape;293;p35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94" name="Google Shape;294;p35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295" name="Google Shape;295;p35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296" name="Google Shape;296;p35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297" name="Google Shape;297;p35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98" name="Google Shape;298;p35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299" name="Google Shape;299;p35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5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01" name="Google Shape;301;p35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02" name="Google Shape;302;p35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03" name="Google Shape;303;p35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04" name="Google Shape;304;p35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305" name="Google Shape;305;p35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306" name="Google Shape;306;p35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07" name="Google Shape;307;p35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08" name="Google Shape;308;p35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5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10" name="Google Shape;310;p35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11" name="Google Shape;311;p35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12" name="Google Shape;312;p35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13" name="Google Shape;313;p35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314" name="Google Shape;314;p35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15" name="Google Shape;315;p35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16" name="Google Shape;316;p35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17" name="Google Shape;317;p35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318" name="Google Shape;318;p35"/>
          <p:cNvGrpSpPr/>
          <p:nvPr/>
        </p:nvGrpSpPr>
        <p:grpSpPr>
          <a:xfrm>
            <a:off x="524656" y="712204"/>
            <a:ext cx="8094600" cy="3921525"/>
            <a:chOff x="699507" y="814694"/>
            <a:chExt cx="10792800" cy="5228700"/>
          </a:xfrm>
        </p:grpSpPr>
        <p:sp>
          <p:nvSpPr>
            <p:cNvPr id="319" name="Google Shape;319;p35"/>
            <p:cNvSpPr/>
            <p:nvPr/>
          </p:nvSpPr>
          <p:spPr>
            <a:xfrm>
              <a:off x="699507" y="814694"/>
              <a:ext cx="10792800" cy="52287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826924" y="933137"/>
              <a:ext cx="10538100" cy="4991700"/>
            </a:xfrm>
            <a:prstGeom prst="rect">
              <a:avLst/>
            </a:prstGeom>
            <a:solidFill>
              <a:srgbClr val="347C7F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1" name="Google Shape;321;p35"/>
          <p:cNvSpPr txBox="1">
            <a:spLocks noGrp="1"/>
          </p:cNvSpPr>
          <p:nvPr>
            <p:ph type="body" idx="1"/>
          </p:nvPr>
        </p:nvSpPr>
        <p:spPr>
          <a:xfrm>
            <a:off x="2225675" y="2161801"/>
            <a:ext cx="46926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i="1">
                <a:solidFill>
                  <a:schemeClr val="lt1"/>
                </a:solidFill>
              </a:defRPr>
            </a:lvl1pPr>
            <a:lvl2pPr marL="914400" lvl="1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i="1"/>
            </a:lvl2pPr>
            <a:lvl3pPr marL="1371600" lvl="2" indent="-3238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1" i="1"/>
            </a:lvl3pPr>
            <a:lvl4pPr marL="1828800" lvl="3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4pPr>
            <a:lvl5pPr marL="2286000" lvl="4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5pPr>
            <a:lvl6pPr marL="2743200" lvl="5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6pPr>
            <a:lvl7pPr marL="3200400" lvl="6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7pPr>
            <a:lvl8pPr marL="3657600" lvl="7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8pPr>
            <a:lvl9pPr marL="4114800" lvl="8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9pPr>
          </a:lstStyle>
          <a:p>
            <a:endParaRPr/>
          </a:p>
        </p:txBody>
      </p:sp>
      <p:pic>
        <p:nvPicPr>
          <p:cNvPr id="322" name="Google Shape;322;p3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49238" y="206829"/>
            <a:ext cx="1081946" cy="1253058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323" name="Google Shape;323;p35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2080913">
            <a:off x="8339717" y="291536"/>
            <a:ext cx="607364" cy="881781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324" name="Google Shape;324;p35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 rot="2090240">
            <a:off x="383335" y="3925222"/>
            <a:ext cx="699505" cy="9753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25" name="Google Shape;325;p35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7790612" y="4220033"/>
            <a:ext cx="1239088" cy="68485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36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328" name="Google Shape;328;p36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29" name="Google Shape;329;p36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30" name="Google Shape;330;p36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31" name="Google Shape;331;p36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32" name="Google Shape;332;p36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33" name="Google Shape;333;p36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34" name="Google Shape;334;p36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35" name="Google Shape;335;p36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336" name="Google Shape;336;p36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337" name="Google Shape;337;p36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38" name="Google Shape;338;p36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39" name="Google Shape;339;p36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6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41" name="Google Shape;341;p36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42" name="Google Shape;342;p36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43" name="Google Shape;343;p36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44" name="Google Shape;344;p36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345" name="Google Shape;345;p36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346" name="Google Shape;346;p36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47" name="Google Shape;347;p36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48" name="Google Shape;348;p36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6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50" name="Google Shape;350;p36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51" name="Google Shape;351;p36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52" name="Google Shape;352;p36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53" name="Google Shape;353;p36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354" name="Google Shape;354;p36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55" name="Google Shape;355;p36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56" name="Google Shape;356;p36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358" name="Google Shape;358;p36"/>
          <p:cNvSpPr/>
          <p:nvPr/>
        </p:nvSpPr>
        <p:spPr>
          <a:xfrm>
            <a:off x="0" y="-1"/>
            <a:ext cx="9144000" cy="5490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0" y="4958442"/>
            <a:ext cx="9144000" cy="208800"/>
          </a:xfrm>
          <a:prstGeom prst="rect">
            <a:avLst/>
          </a:prstGeom>
          <a:solidFill>
            <a:srgbClr val="F9C42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6"/>
          <p:cNvSpPr txBox="1">
            <a:spLocks noGrp="1"/>
          </p:cNvSpPr>
          <p:nvPr>
            <p:ph type="body" idx="1"/>
          </p:nvPr>
        </p:nvSpPr>
        <p:spPr>
          <a:xfrm>
            <a:off x="1446003" y="4414014"/>
            <a:ext cx="6252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+ 1 column">
  <p:cSld name="1_Title + 1 column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7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363" name="Google Shape;363;p37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64" name="Google Shape;364;p37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65" name="Google Shape;365;p37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66" name="Google Shape;366;p37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67" name="Google Shape;367;p37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68" name="Google Shape;368;p37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69" name="Google Shape;369;p37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70" name="Google Shape;370;p37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371" name="Google Shape;371;p37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372" name="Google Shape;372;p37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73" name="Google Shape;373;p37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74" name="Google Shape;374;p37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7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76" name="Google Shape;376;p37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77" name="Google Shape;377;p37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78" name="Google Shape;378;p37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79" name="Google Shape;379;p37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380" name="Google Shape;380;p37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381" name="Google Shape;381;p37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82" name="Google Shape;382;p37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83" name="Google Shape;383;p37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7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85" name="Google Shape;385;p37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86" name="Google Shape;386;p37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87" name="Google Shape;387;p37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388" name="Google Shape;388;p37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389" name="Google Shape;389;p37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90" name="Google Shape;390;p37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91" name="Google Shape;391;p37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392" name="Google Shape;392;p37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393" name="Google Shape;393;p37"/>
          <p:cNvSpPr/>
          <p:nvPr/>
        </p:nvSpPr>
        <p:spPr>
          <a:xfrm>
            <a:off x="2147341" y="525592"/>
            <a:ext cx="6621900" cy="4092300"/>
          </a:xfrm>
          <a:prstGeom prst="rect">
            <a:avLst/>
          </a:prstGeom>
          <a:solidFill>
            <a:srgbClr val="FCB83F"/>
          </a:solidFill>
          <a:ln>
            <a:noFill/>
          </a:ln>
          <a:effectLst>
            <a:outerShdw blurRad="2667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37"/>
          <p:cNvSpPr txBox="1">
            <a:spLocks noGrp="1"/>
          </p:cNvSpPr>
          <p:nvPr>
            <p:ph type="title"/>
          </p:nvPr>
        </p:nvSpPr>
        <p:spPr>
          <a:xfrm>
            <a:off x="4382377" y="804059"/>
            <a:ext cx="4063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7"/>
          <p:cNvSpPr txBox="1">
            <a:spLocks noGrp="1"/>
          </p:cNvSpPr>
          <p:nvPr>
            <p:ph type="body" idx="1"/>
          </p:nvPr>
        </p:nvSpPr>
        <p:spPr>
          <a:xfrm>
            <a:off x="4382377" y="1541756"/>
            <a:ext cx="40632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96" name="Google Shape;396;p37"/>
          <p:cNvPicPr preferRelativeResize="0"/>
          <p:nvPr/>
        </p:nvPicPr>
        <p:blipFill rotWithShape="1">
          <a:blip r:embed="rId28">
            <a:alphaModFix/>
          </a:blip>
          <a:srcRect l="11512" r="34715"/>
          <a:stretch/>
        </p:blipFill>
        <p:spPr>
          <a:xfrm>
            <a:off x="0" y="0"/>
            <a:ext cx="4148527" cy="5154743"/>
          </a:xfrm>
          <a:prstGeom prst="rect">
            <a:avLst/>
          </a:prstGeom>
          <a:noFill/>
          <a:ln>
            <a:noFill/>
          </a:ln>
          <a:effectLst>
            <a:outerShdw blurRad="266700" dist="38100" algn="l" rotWithShape="0">
              <a:srgbClr val="000000">
                <a:alpha val="40000"/>
              </a:srgbClr>
            </a:outerShdw>
          </a:effectLst>
        </p:spPr>
      </p:pic>
      <p:sp>
        <p:nvSpPr>
          <p:cNvPr id="397" name="Google Shape;397;p37"/>
          <p:cNvSpPr>
            <a:spLocks noGrp="1"/>
          </p:cNvSpPr>
          <p:nvPr>
            <p:ph type="pic" idx="2"/>
          </p:nvPr>
        </p:nvSpPr>
        <p:spPr>
          <a:xfrm>
            <a:off x="0" y="0"/>
            <a:ext cx="41547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8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400" name="Google Shape;400;p38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1" name="Google Shape;401;p38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2" name="Google Shape;402;p38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3" name="Google Shape;403;p38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4" name="Google Shape;404;p38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5" name="Google Shape;405;p38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6" name="Google Shape;406;p38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07" name="Google Shape;407;p38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408" name="Google Shape;408;p38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409" name="Google Shape;409;p38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0" name="Google Shape;410;p38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1" name="Google Shape;411;p38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8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3" name="Google Shape;413;p38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4" name="Google Shape;414;p38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5" name="Google Shape;415;p38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6" name="Google Shape;416;p38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418" name="Google Shape;418;p38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19" name="Google Shape;419;p38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20" name="Google Shape;420;p38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8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22" name="Google Shape;422;p38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23" name="Google Shape;423;p38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24" name="Google Shape;424;p38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25" name="Google Shape;425;p38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426" name="Google Shape;426;p38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27" name="Google Shape;427;p38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28" name="Google Shape;428;p38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29" name="Google Shape;429;p38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430" name="Google Shape;430;p38"/>
          <p:cNvSpPr/>
          <p:nvPr/>
        </p:nvSpPr>
        <p:spPr>
          <a:xfrm>
            <a:off x="0" y="520345"/>
            <a:ext cx="9135000" cy="4092300"/>
          </a:xfrm>
          <a:prstGeom prst="rect">
            <a:avLst/>
          </a:prstGeom>
          <a:solidFill>
            <a:srgbClr val="347C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8"/>
          <p:cNvSpPr txBox="1">
            <a:spLocks noGrp="1"/>
          </p:cNvSpPr>
          <p:nvPr>
            <p:ph type="title"/>
          </p:nvPr>
        </p:nvSpPr>
        <p:spPr>
          <a:xfrm>
            <a:off x="291523" y="721726"/>
            <a:ext cx="461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aleway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38"/>
          <p:cNvSpPr txBox="1">
            <a:spLocks noGrp="1"/>
          </p:cNvSpPr>
          <p:nvPr>
            <p:ph type="body" idx="1"/>
          </p:nvPr>
        </p:nvSpPr>
        <p:spPr>
          <a:xfrm>
            <a:off x="291537" y="1515825"/>
            <a:ext cx="2247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3" name="Google Shape;433;p38"/>
          <p:cNvSpPr txBox="1">
            <a:spLocks noGrp="1"/>
          </p:cNvSpPr>
          <p:nvPr>
            <p:ph type="body" idx="2"/>
          </p:nvPr>
        </p:nvSpPr>
        <p:spPr>
          <a:xfrm>
            <a:off x="2659631" y="1515825"/>
            <a:ext cx="2247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4" name="Google Shape;434;p38"/>
          <p:cNvSpPr>
            <a:spLocks noGrp="1"/>
          </p:cNvSpPr>
          <p:nvPr>
            <p:ph type="pic" idx="3"/>
          </p:nvPr>
        </p:nvSpPr>
        <p:spPr>
          <a:xfrm>
            <a:off x="5094514" y="653653"/>
            <a:ext cx="394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1394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7" name="Google Shape;437;p39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438" name="Google Shape;438;p39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39" name="Google Shape;439;p39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40" name="Google Shape;440;p39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41" name="Google Shape;441;p39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42" name="Google Shape;442;p39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43" name="Google Shape;443;p39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44" name="Google Shape;444;p39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45" name="Google Shape;445;p39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446" name="Google Shape;446;p39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447" name="Google Shape;447;p39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48" name="Google Shape;448;p39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49" name="Google Shape;449;p39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39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51" name="Google Shape;451;p39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52" name="Google Shape;452;p39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53" name="Google Shape;453;p39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54" name="Google Shape;454;p39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455" name="Google Shape;455;p39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456" name="Google Shape;456;p39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57" name="Google Shape;457;p39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58" name="Google Shape;458;p39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9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60" name="Google Shape;460;p39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61" name="Google Shape;461;p39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62" name="Google Shape;462;p39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463" name="Google Shape;463;p39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464" name="Google Shape;464;p39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65" name="Google Shape;465;p39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66" name="Google Shape;466;p39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467" name="Google Shape;467;p39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468" name="Google Shape;468;p39"/>
          <p:cNvSpPr/>
          <p:nvPr/>
        </p:nvSpPr>
        <p:spPr>
          <a:xfrm>
            <a:off x="1575841" y="569158"/>
            <a:ext cx="5992500" cy="4005300"/>
          </a:xfrm>
          <a:prstGeom prst="rect">
            <a:avLst/>
          </a:prstGeom>
          <a:solidFill>
            <a:srgbClr val="592F28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39"/>
          <p:cNvSpPr txBox="1">
            <a:spLocks noGrp="1"/>
          </p:cNvSpPr>
          <p:nvPr>
            <p:ph type="title"/>
          </p:nvPr>
        </p:nvSpPr>
        <p:spPr>
          <a:xfrm>
            <a:off x="1910588" y="725351"/>
            <a:ext cx="53229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39"/>
          <p:cNvSpPr txBox="1">
            <a:spLocks noGrp="1"/>
          </p:cNvSpPr>
          <p:nvPr>
            <p:ph type="body" idx="1"/>
          </p:nvPr>
        </p:nvSpPr>
        <p:spPr>
          <a:xfrm>
            <a:off x="1910600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1" name="Google Shape;471;p39"/>
          <p:cNvSpPr txBox="1">
            <a:spLocks noGrp="1"/>
          </p:cNvSpPr>
          <p:nvPr>
            <p:ph type="body" idx="2"/>
          </p:nvPr>
        </p:nvSpPr>
        <p:spPr>
          <a:xfrm>
            <a:off x="3744386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2" name="Google Shape;472;p39"/>
          <p:cNvSpPr txBox="1">
            <a:spLocks noGrp="1"/>
          </p:cNvSpPr>
          <p:nvPr>
            <p:ph type="body" idx="3"/>
          </p:nvPr>
        </p:nvSpPr>
        <p:spPr>
          <a:xfrm>
            <a:off x="5578171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473" name="Google Shape;473;p3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 rot="-1800008">
            <a:off x="1180999" y="85602"/>
            <a:ext cx="607364" cy="881781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474" name="Google Shape;474;p3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2090240">
            <a:off x="7284198" y="339060"/>
            <a:ext cx="699505" cy="9753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475" name="Google Shape;475;p3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-1883824" flipH="1">
            <a:off x="1214749" y="3874226"/>
            <a:ext cx="706282" cy="984801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476" name="Google Shape;476;p3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 rot="899998">
            <a:off x="7391301" y="3909909"/>
            <a:ext cx="607364" cy="881783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"/>
          <p:cNvSpPr/>
          <p:nvPr/>
        </p:nvSpPr>
        <p:spPr>
          <a:xfrm>
            <a:off x="0" y="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0" y="4618142"/>
            <a:ext cx="9144000" cy="5490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40"/>
          <p:cNvSpPr txBox="1">
            <a:spLocks noGrp="1"/>
          </p:cNvSpPr>
          <p:nvPr>
            <p:ph type="title"/>
          </p:nvPr>
        </p:nvSpPr>
        <p:spPr>
          <a:xfrm>
            <a:off x="1778219" y="612239"/>
            <a:ext cx="55878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aleway"/>
              <a:buNone/>
              <a:defRPr sz="27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ig">
  <p:cSld name="Blank big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18">
            <a:alphaModFix amt="78000"/>
          </a:blip>
          <a:srcRect t="24021" b="21396"/>
          <a:stretch/>
        </p:blipFill>
        <p:spPr>
          <a:xfrm>
            <a:off x="7972355" y="4759781"/>
            <a:ext cx="1171643" cy="3837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0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08.png"/><Relationship Id="rId4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14.png"/><Relationship Id="rId4" Type="http://schemas.openxmlformats.org/officeDocument/2006/relationships/customXml" Target="../ink/ink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19.png"/><Relationship Id="rId4" Type="http://schemas.openxmlformats.org/officeDocument/2006/relationships/customXml" Target="../ink/ink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Relationship Id="rId5" Type="http://schemas.openxmlformats.org/officeDocument/2006/relationships/comments" Target="../comments/comment1.xml"/><Relationship Id="rId4" Type="http://schemas.openxmlformats.org/officeDocument/2006/relationships/image" Target="../media/image1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6.png"/><Relationship Id="rId4" Type="http://schemas.openxmlformats.org/officeDocument/2006/relationships/customXml" Target="../ink/ink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42"/>
          <p:cNvGrpSpPr/>
          <p:nvPr/>
        </p:nvGrpSpPr>
        <p:grpSpPr>
          <a:xfrm>
            <a:off x="0" y="-332637"/>
            <a:ext cx="9144000" cy="3287338"/>
            <a:chOff x="12" y="-646675"/>
            <a:chExt cx="9144000" cy="6214250"/>
          </a:xfrm>
        </p:grpSpPr>
        <p:pic>
          <p:nvPicPr>
            <p:cNvPr id="487" name="Google Shape;487;p42"/>
            <p:cNvPicPr preferRelativeResize="0"/>
            <p:nvPr/>
          </p:nvPicPr>
          <p:blipFill rotWithShape="1">
            <a:blip r:embed="rId3">
              <a:alphaModFix/>
            </a:blip>
            <a:srcRect l="11148" r="6083"/>
            <a:stretch/>
          </p:blipFill>
          <p:spPr>
            <a:xfrm>
              <a:off x="12" y="-646675"/>
              <a:ext cx="9144000" cy="6214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42"/>
            <p:cNvPicPr preferRelativeResize="0"/>
            <p:nvPr/>
          </p:nvPicPr>
          <p:blipFill rotWithShape="1">
            <a:blip r:embed="rId4">
              <a:alphaModFix/>
            </a:blip>
            <a:srcRect l="54650"/>
            <a:stretch/>
          </p:blipFill>
          <p:spPr>
            <a:xfrm>
              <a:off x="4777598" y="-176125"/>
              <a:ext cx="3494149" cy="5126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42"/>
            <p:cNvPicPr preferRelativeResize="0"/>
            <p:nvPr/>
          </p:nvPicPr>
          <p:blipFill rotWithShape="1">
            <a:blip r:embed="rId4">
              <a:alphaModFix/>
            </a:blip>
            <a:srcRect l="28113" t="19836" r="46649" b="26941"/>
            <a:stretch/>
          </p:blipFill>
          <p:spPr>
            <a:xfrm>
              <a:off x="3019550" y="1004962"/>
              <a:ext cx="1923575" cy="2764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0" name="Google Shape;490;p42"/>
          <p:cNvSpPr/>
          <p:nvPr/>
        </p:nvSpPr>
        <p:spPr>
          <a:xfrm>
            <a:off x="-10450" y="2954698"/>
            <a:ext cx="9154500" cy="218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370550" y="3916025"/>
            <a:ext cx="85161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510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2" name="Google Shape;49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9533" y="1243769"/>
            <a:ext cx="2514214" cy="3862563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2"/>
          <p:cNvSpPr txBox="1"/>
          <p:nvPr/>
        </p:nvSpPr>
        <p:spPr>
          <a:xfrm>
            <a:off x="2450875" y="2332450"/>
            <a:ext cx="4100700" cy="11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3400" b="1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ABHAY MAHAJAN</a:t>
            </a:r>
            <a:endParaRPr sz="3400" b="1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700" b="1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B.Tech. IIT Roorkee</a:t>
            </a:r>
            <a:endParaRPr sz="2700" b="1">
              <a:solidFill>
                <a:srgbClr val="E0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42"/>
          <p:cNvSpPr txBox="1"/>
          <p:nvPr/>
        </p:nvSpPr>
        <p:spPr>
          <a:xfrm>
            <a:off x="2450875" y="3246850"/>
            <a:ext cx="66006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11+ years teaching experience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Mentored and taught around 20000+ students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Produced 400+ IIT selections 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10+ INMO selections  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 EGMO Selection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3"/>
          <p:cNvSpPr/>
          <p:nvPr/>
        </p:nvSpPr>
        <p:spPr>
          <a:xfrm>
            <a:off x="10400" y="4936325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3"/>
          <p:cNvSpPr/>
          <p:nvPr/>
        </p:nvSpPr>
        <p:spPr>
          <a:xfrm>
            <a:off x="8790725" y="-9750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1" name="Google Shape;5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-77625"/>
            <a:ext cx="9343123" cy="5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8" name="Google Shape;5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275C9B-852A-49C2-9958-7CA053C92090}"/>
                  </a:ext>
                </a:extLst>
              </p14:cNvPr>
              <p14:cNvContentPartPr/>
              <p14:nvPr/>
            </p14:nvContentPartPr>
            <p14:xfrm>
              <a:off x="408960" y="132120"/>
              <a:ext cx="8475480" cy="472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275C9B-852A-49C2-9958-7CA053C920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600" y="122760"/>
                <a:ext cx="8494200" cy="474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5" name="Google Shape;5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>
            <a:spLocks noGrp="1"/>
          </p:cNvSpPr>
          <p:nvPr>
            <p:ph type="ctrTitle"/>
          </p:nvPr>
        </p:nvSpPr>
        <p:spPr>
          <a:xfrm>
            <a:off x="2380910" y="716465"/>
            <a:ext cx="4382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2F28"/>
              </a:buClr>
              <a:buSzPts val="2700"/>
              <a:buFont typeface="Raleway"/>
              <a:buNone/>
            </a:pPr>
            <a:r>
              <a:rPr lang="en" b="1">
                <a:solidFill>
                  <a:srgbClr val="592F28"/>
                </a:solidFill>
              </a:rPr>
              <a:t>Chinese Remainder Theorem</a:t>
            </a:r>
            <a:endParaRPr b="1">
              <a:solidFill>
                <a:srgbClr val="592F2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7"/>
          <p:cNvSpPr/>
          <p:nvPr/>
        </p:nvSpPr>
        <p:spPr>
          <a:xfrm>
            <a:off x="60425" y="2856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Ex: Find all x such that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0 (mod 2)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0 (mod 5)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526" name="Google Shape;526;p47"/>
          <p:cNvSpPr txBox="1"/>
          <p:nvPr/>
        </p:nvSpPr>
        <p:spPr>
          <a:xfrm>
            <a:off x="12400" y="109700"/>
            <a:ext cx="4164300" cy="4002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Let’s First try this example: </a:t>
            </a:r>
            <a:endParaRPr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03394A-C0D4-434F-8443-82A854A99506}"/>
                  </a:ext>
                </a:extLst>
              </p14:cNvPr>
              <p14:cNvContentPartPr/>
              <p14:nvPr/>
            </p14:nvContentPartPr>
            <p14:xfrm>
              <a:off x="413280" y="287280"/>
              <a:ext cx="3812760" cy="322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03394A-C0D4-434F-8443-82A854A995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920" y="277920"/>
                <a:ext cx="3831480" cy="324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Ex: Find all x such that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0 (mod 2)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0 (mod 5)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532" name="Google Shape;532;p48"/>
          <p:cNvSpPr txBox="1"/>
          <p:nvPr/>
        </p:nvSpPr>
        <p:spPr>
          <a:xfrm>
            <a:off x="165199" y="1839975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533" name="Google Shape;533;p48"/>
          <p:cNvSpPr txBox="1"/>
          <p:nvPr/>
        </p:nvSpPr>
        <p:spPr>
          <a:xfrm>
            <a:off x="244450" y="2284950"/>
            <a:ext cx="5867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From the first congruence, we see that x is divisible by 2.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4" name="Google Shape;534;p48"/>
          <p:cNvSpPr txBox="1"/>
          <p:nvPr/>
        </p:nvSpPr>
        <p:spPr>
          <a:xfrm>
            <a:off x="244450" y="2970750"/>
            <a:ext cx="5867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From the second, we see that x is also divisible by 5.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5" name="Google Shape;535;p48"/>
          <p:cNvSpPr txBox="1"/>
          <p:nvPr/>
        </p:nvSpPr>
        <p:spPr>
          <a:xfrm>
            <a:off x="244450" y="3351750"/>
            <a:ext cx="3166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Thus x is divisible by 10, or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36" name="Google Shape;5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841" y="3295331"/>
            <a:ext cx="190500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"/>
          <p:cNvSpPr/>
          <p:nvPr/>
        </p:nvSpPr>
        <p:spPr>
          <a:xfrm>
            <a:off x="60425" y="3618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Ex: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Find all possible values of x that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1 (mod 3)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0 (mod 7)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542" name="Google Shape;542;p49"/>
          <p:cNvSpPr txBox="1"/>
          <p:nvPr/>
        </p:nvSpPr>
        <p:spPr>
          <a:xfrm>
            <a:off x="12400" y="109700"/>
            <a:ext cx="4164300" cy="4002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Now Let’s Consider this example: </a:t>
            </a:r>
            <a:endParaRPr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ADFDF2-2949-4F67-B34F-35C50EBEEF18}"/>
                  </a:ext>
                </a:extLst>
              </p14:cNvPr>
              <p14:cNvContentPartPr/>
              <p14:nvPr/>
            </p14:nvContentPartPr>
            <p14:xfrm>
              <a:off x="309960" y="1087560"/>
              <a:ext cx="6291000" cy="3827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ADFDF2-2949-4F67-B34F-35C50EBEEF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600" y="1078200"/>
                <a:ext cx="6309720" cy="384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0"/>
          <p:cNvSpPr txBox="1"/>
          <p:nvPr/>
        </p:nvSpPr>
        <p:spPr>
          <a:xfrm>
            <a:off x="110721" y="88350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548" name="Google Shape;548;p50"/>
          <p:cNvSpPr txBox="1"/>
          <p:nvPr/>
        </p:nvSpPr>
        <p:spPr>
          <a:xfrm>
            <a:off x="102450" y="1131575"/>
            <a:ext cx="542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We list first few non-negative multiples of 7. 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9" name="Google Shape;549;p50"/>
          <p:cNvSpPr txBox="1"/>
          <p:nvPr/>
        </p:nvSpPr>
        <p:spPr>
          <a:xfrm>
            <a:off x="102450" y="521975"/>
            <a:ext cx="542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From the second congruence, we see that x is divisible by 7.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0" name="Google Shape;550;p50"/>
          <p:cNvSpPr txBox="1"/>
          <p:nvPr/>
        </p:nvSpPr>
        <p:spPr>
          <a:xfrm>
            <a:off x="102450" y="1588775"/>
            <a:ext cx="542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7, 14, 21, 28, 35, 42, 49, 56, 63, 70,....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1" name="Google Shape;551;p50"/>
          <p:cNvSpPr txBox="1"/>
          <p:nvPr/>
        </p:nvSpPr>
        <p:spPr>
          <a:xfrm>
            <a:off x="102450" y="1969775"/>
            <a:ext cx="542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We now list all integers in that have a remainder of 1 when divided by 3.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2" name="Google Shape;552;p50"/>
          <p:cNvSpPr txBox="1"/>
          <p:nvPr/>
        </p:nvSpPr>
        <p:spPr>
          <a:xfrm>
            <a:off x="102450" y="3058925"/>
            <a:ext cx="542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All these terms differ by lcm [3, 7], or 21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3" name="Google Shape;553;p50"/>
          <p:cNvSpPr txBox="1"/>
          <p:nvPr/>
        </p:nvSpPr>
        <p:spPr>
          <a:xfrm>
            <a:off x="102450" y="2622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They are 7, 28, 49, 70,...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4" name="Google Shape;554;p50"/>
          <p:cNvSpPr txBox="1"/>
          <p:nvPr/>
        </p:nvSpPr>
        <p:spPr>
          <a:xfrm>
            <a:off x="102450" y="3439925"/>
            <a:ext cx="542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Thus x ≡ 7 (mod 21).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5" name="Google Shape;555;p50"/>
          <p:cNvSpPr txBox="1"/>
          <p:nvPr/>
        </p:nvSpPr>
        <p:spPr>
          <a:xfrm>
            <a:off x="102450" y="3820925"/>
            <a:ext cx="542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However, we are guessing this is the solution.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6" name="Google Shape;556;p50"/>
          <p:cNvSpPr txBox="1"/>
          <p:nvPr/>
        </p:nvSpPr>
        <p:spPr>
          <a:xfrm>
            <a:off x="102450" y="4201925"/>
            <a:ext cx="542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We write x ≡ 7 (mod 21) algebraically as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7" name="Google Shape;557;p50"/>
          <p:cNvSpPr txBox="1"/>
          <p:nvPr/>
        </p:nvSpPr>
        <p:spPr>
          <a:xfrm>
            <a:off x="102450" y="4506725"/>
            <a:ext cx="179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x = 21 y + 7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1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Find all x such that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3 (mod 4)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2 (mod 7).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B3BE09-82FA-4D78-A7D0-D7CFF1403824}"/>
                  </a:ext>
                </a:extLst>
              </p14:cNvPr>
              <p14:cNvContentPartPr/>
              <p14:nvPr/>
            </p14:nvContentPartPr>
            <p14:xfrm>
              <a:off x="171000" y="2880"/>
              <a:ext cx="8533800" cy="487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B3BE09-82FA-4D78-A7D0-D7CFF1403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640" y="-6480"/>
                <a:ext cx="8552520" cy="489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2"/>
          <p:cNvSpPr txBox="1"/>
          <p:nvPr/>
        </p:nvSpPr>
        <p:spPr>
          <a:xfrm>
            <a:off x="108799" y="147400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568" name="Google Shape;568;p52"/>
          <p:cNvSpPr txBox="1"/>
          <p:nvPr/>
        </p:nvSpPr>
        <p:spPr>
          <a:xfrm>
            <a:off x="122250" y="667625"/>
            <a:ext cx="5576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The first congruence tell us that x ≡ 3 (mod 4). We write  this algebraically as 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9" name="Google Shape;569;p52"/>
          <p:cNvSpPr txBox="1"/>
          <p:nvPr/>
        </p:nvSpPr>
        <p:spPr>
          <a:xfrm>
            <a:off x="122250" y="1277225"/>
            <a:ext cx="174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x = 4a + 3,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0" name="Google Shape;570;p52"/>
          <p:cNvSpPr txBox="1"/>
          <p:nvPr/>
        </p:nvSpPr>
        <p:spPr>
          <a:xfrm>
            <a:off x="122250" y="1658225"/>
            <a:ext cx="267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Where a is an integer.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1" name="Google Shape;571;p52"/>
          <p:cNvSpPr txBox="1"/>
          <p:nvPr/>
        </p:nvSpPr>
        <p:spPr>
          <a:xfrm>
            <a:off x="122250" y="2039225"/>
            <a:ext cx="5576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The second congruence tells us that x </a:t>
            </a: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≡ 2 (mod 7). We write algebraically as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2" name="Google Shape;572;p52"/>
          <p:cNvSpPr txBox="1"/>
          <p:nvPr/>
        </p:nvSpPr>
        <p:spPr>
          <a:xfrm>
            <a:off x="122250" y="2648825"/>
            <a:ext cx="5576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x = 7b + 2,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3" name="Google Shape;573;p52"/>
          <p:cNvSpPr txBox="1"/>
          <p:nvPr/>
        </p:nvSpPr>
        <p:spPr>
          <a:xfrm>
            <a:off x="122250" y="3029825"/>
            <a:ext cx="4002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Where b is an integer,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Thus, we have to system of equations: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4" name="Google Shape;574;p52"/>
          <p:cNvSpPr txBox="1"/>
          <p:nvPr/>
        </p:nvSpPr>
        <p:spPr>
          <a:xfrm>
            <a:off x="122250" y="3563225"/>
            <a:ext cx="3418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x = 4a + 3 = 7b + 2.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5" name="Google Shape;575;p52"/>
          <p:cNvSpPr txBox="1"/>
          <p:nvPr/>
        </p:nvSpPr>
        <p:spPr>
          <a:xfrm>
            <a:off x="159850" y="3840775"/>
            <a:ext cx="536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We rearrange the equation as 4a + 1 = 7b, and mod 7 to get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6" name="Google Shape;576;p52"/>
          <p:cNvSpPr txBox="1"/>
          <p:nvPr/>
        </p:nvSpPr>
        <p:spPr>
          <a:xfrm>
            <a:off x="159850" y="4526575"/>
            <a:ext cx="536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4a + 1 ≡ 0 (mod 7).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3"/>
          <p:cNvSpPr txBox="1"/>
          <p:nvPr/>
        </p:nvSpPr>
        <p:spPr>
          <a:xfrm>
            <a:off x="108799" y="147400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582" name="Google Shape;582;p53"/>
          <p:cNvSpPr txBox="1"/>
          <p:nvPr/>
        </p:nvSpPr>
        <p:spPr>
          <a:xfrm>
            <a:off x="83650" y="612175"/>
            <a:ext cx="536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We subtract 1 from both sides of this congruence, and get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3" name="Google Shape;583;p53"/>
          <p:cNvSpPr txBox="1"/>
          <p:nvPr/>
        </p:nvSpPr>
        <p:spPr>
          <a:xfrm>
            <a:off x="83650" y="1297975"/>
            <a:ext cx="536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4a ≡ – 1 (mod 7) ⇒ 4a </a:t>
            </a: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6 (mod 7). </a:t>
            </a: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4" name="Google Shape;584;p53"/>
          <p:cNvSpPr txBox="1"/>
          <p:nvPr/>
        </p:nvSpPr>
        <p:spPr>
          <a:xfrm>
            <a:off x="83650" y="1678975"/>
            <a:ext cx="536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We multiply the congruence by the inverse of 4 (mod 7), which is 2. Thus, we have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5" name="Google Shape;585;p53"/>
          <p:cNvSpPr txBox="1"/>
          <p:nvPr/>
        </p:nvSpPr>
        <p:spPr>
          <a:xfrm>
            <a:off x="159850" y="2288575"/>
            <a:ext cx="2540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4a ≡ –  6 (mod 7)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Proxima Nova"/>
                <a:ea typeface="Proxima Nova"/>
                <a:cs typeface="Proxima Nova"/>
                <a:sym typeface="Proxima Nova"/>
              </a:rPr>
              <a:t>2 × 4a </a:t>
            </a: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2 × 6 (mod 7)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8a ≡ 12 (mod 7)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8a ≡ 5 (mod 7)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 a ≡ 5 (mod 7)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 ≡ 5 (mod 7). </a:t>
            </a:r>
            <a:endParaRPr sz="17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6" name="Google Shape;586;p53"/>
          <p:cNvSpPr txBox="1"/>
          <p:nvPr/>
        </p:nvSpPr>
        <p:spPr>
          <a:xfrm>
            <a:off x="103575" y="3869549"/>
            <a:ext cx="4264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We substitute a = 5 into the equation 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x = 4a + 3 = 7b + 2, and get x =23.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7" name="Google Shape;587;p53"/>
          <p:cNvSpPr txBox="1"/>
          <p:nvPr/>
        </p:nvSpPr>
        <p:spPr>
          <a:xfrm>
            <a:off x="83600" y="4353013"/>
            <a:ext cx="5079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However this is not the only solution, because we expect the solution to be a congruence.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7D442D-9AE4-4E05-857F-542A98E226AF}"/>
                  </a:ext>
                </a:extLst>
              </p14:cNvPr>
              <p14:cNvContentPartPr/>
              <p14:nvPr/>
            </p14:nvContentPartPr>
            <p14:xfrm>
              <a:off x="2538360" y="214920"/>
              <a:ext cx="5738760" cy="428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7D442D-9AE4-4E05-857F-542A98E226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9000" y="205560"/>
                <a:ext cx="5757480" cy="430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4"/>
          <p:cNvSpPr txBox="1"/>
          <p:nvPr/>
        </p:nvSpPr>
        <p:spPr>
          <a:xfrm>
            <a:off x="52574" y="54924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593" name="Google Shape;593;p54"/>
          <p:cNvSpPr txBox="1"/>
          <p:nvPr/>
        </p:nvSpPr>
        <p:spPr>
          <a:xfrm>
            <a:off x="123538" y="519325"/>
            <a:ext cx="4504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Since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23 ≡ 3 (mod 4)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23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2 ( mod 7)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4" name="Google Shape;594;p54"/>
          <p:cNvSpPr txBox="1"/>
          <p:nvPr/>
        </p:nvSpPr>
        <p:spPr>
          <a:xfrm>
            <a:off x="83600" y="1266525"/>
            <a:ext cx="4504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We subtract 23 from both sides of the congruences: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5" name="Google Shape;595;p54"/>
          <p:cNvSpPr txBox="1"/>
          <p:nvPr/>
        </p:nvSpPr>
        <p:spPr>
          <a:xfrm>
            <a:off x="83600" y="1830425"/>
            <a:ext cx="4504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x – 23 ≡ 3 – 3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0 </a:t>
            </a: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(mod 4)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 – 23 ≡ 2 – 2 ≡ 0 (mod 7).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6" name="Google Shape;596;p54"/>
          <p:cNvSpPr txBox="1"/>
          <p:nvPr/>
        </p:nvSpPr>
        <p:spPr>
          <a:xfrm>
            <a:off x="83600" y="2319925"/>
            <a:ext cx="4504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From this, we see that x –23 is divisible by both 4 and 7, which are relatively prime, so x –23 </a:t>
            </a: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0 (mod 28)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7" name="Google Shape;597;p54"/>
          <p:cNvSpPr txBox="1"/>
          <p:nvPr/>
        </p:nvSpPr>
        <p:spPr>
          <a:xfrm>
            <a:off x="83600" y="3094225"/>
            <a:ext cx="4504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Thus, all values of x that satisfy the congruence are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98" name="Google Shape;59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46" y="3651221"/>
            <a:ext cx="1919133" cy="4778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1E658F-429A-4768-83DC-9A98DA018CBF}"/>
                  </a:ext>
                </a:extLst>
              </p14:cNvPr>
              <p14:cNvContentPartPr/>
              <p14:nvPr/>
            </p14:nvContentPartPr>
            <p14:xfrm>
              <a:off x="1092240" y="3929040"/>
              <a:ext cx="477720" cy="48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1E658F-429A-4768-83DC-9A98DA018C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2880" y="3919680"/>
                <a:ext cx="496440" cy="50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5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55"/>
          <p:cNvSpPr/>
          <p:nvPr/>
        </p:nvSpPr>
        <p:spPr>
          <a:xfrm>
            <a:off x="930200" y="339950"/>
            <a:ext cx="5688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CHINESE REMAINDER THEOREM</a:t>
            </a: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-57150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605" name="Google Shape;605;p55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6" name="Google Shape;606;p55"/>
          <p:cNvSpPr txBox="1"/>
          <p:nvPr/>
        </p:nvSpPr>
        <p:spPr>
          <a:xfrm>
            <a:off x="58475" y="920050"/>
            <a:ext cx="144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 b="1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Statement: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7" name="Google Shape;607;p55"/>
          <p:cNvSpPr txBox="1"/>
          <p:nvPr/>
        </p:nvSpPr>
        <p:spPr>
          <a:xfrm>
            <a:off x="58475" y="1397050"/>
            <a:ext cx="6111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Let 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…., 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denote r positive integers that are relatively prime in pairs, and let a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…, a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denote any r integers. Then the congruences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8" name="Google Shape;608;p55"/>
          <p:cNvSpPr txBox="1"/>
          <p:nvPr/>
        </p:nvSpPr>
        <p:spPr>
          <a:xfrm>
            <a:off x="58475" y="3394525"/>
            <a:ext cx="6194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Any two solutions are congruent modulo 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…m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endParaRPr sz="1900" baseline="-2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9" name="Google Shape;609;p55"/>
          <p:cNvSpPr txBox="1"/>
          <p:nvPr/>
        </p:nvSpPr>
        <p:spPr>
          <a:xfrm>
            <a:off x="58475" y="2751550"/>
            <a:ext cx="61119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 ≡ a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(mod m</a:t>
            </a:r>
            <a:r>
              <a:rPr lang="en" sz="19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), i = 1, …., r have common solutions.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40C7D7-A12E-4CEF-AB85-6EED222C18A1}"/>
                  </a:ext>
                </a:extLst>
              </p14:cNvPr>
              <p14:cNvContentPartPr/>
              <p14:nvPr/>
            </p14:nvContentPartPr>
            <p14:xfrm>
              <a:off x="1106640" y="289080"/>
              <a:ext cx="7608600" cy="388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40C7D7-A12E-4CEF-AB85-6EED222C18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7280" y="279720"/>
                <a:ext cx="7627320" cy="390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6"/>
          <p:cNvSpPr txBox="1"/>
          <p:nvPr/>
        </p:nvSpPr>
        <p:spPr>
          <a:xfrm>
            <a:off x="92300" y="631125"/>
            <a:ext cx="6202174" cy="4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u="sng" dirty="0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Proof:</a:t>
            </a:r>
            <a:endParaRPr sz="900" b="1" u="sng" dirty="0">
              <a:solidFill>
                <a:srgbClr val="98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Let m =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……m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 Note that m/m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and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are coprime. Hence, there exists b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such that (m/m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 b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≡ 1 (mod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). Clearly,</a:t>
            </a:r>
            <a:endParaRPr sz="20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Define x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=                . Now,              or 0 (mod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20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according as j = i or j ≠ i. Hence x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is a solution of the system of congruences.</a:t>
            </a:r>
            <a:endParaRPr sz="20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x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and y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are solutions of the system, then x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– y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≡ a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– a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≡ 0(mod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) for each i. As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….. m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 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are coprime in pairs, we get x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– y</a:t>
            </a:r>
            <a:r>
              <a:rPr lang="en" sz="2000" baseline="-25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≡ 0 (mod m) as required.</a:t>
            </a:r>
            <a:endParaRPr sz="20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5" name="Google Shape;615;p56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56"/>
          <p:cNvSpPr/>
          <p:nvPr/>
        </p:nvSpPr>
        <p:spPr>
          <a:xfrm>
            <a:off x="930200" y="339950"/>
            <a:ext cx="5688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 CHINESE REMAINDER THEOREM</a:t>
            </a: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-57150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617" name="Google Shape;617;p56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18" name="Google Shape;618;p56"/>
          <p:cNvPicPr preferRelativeResize="0"/>
          <p:nvPr/>
        </p:nvPicPr>
        <p:blipFill rotWithShape="1">
          <a:blip r:embed="rId3">
            <a:alphaModFix/>
          </a:blip>
          <a:srcRect l="12334" t="21614" b="25974"/>
          <a:stretch/>
        </p:blipFill>
        <p:spPr>
          <a:xfrm>
            <a:off x="2567500" y="1976825"/>
            <a:ext cx="2537900" cy="379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490" y="2337875"/>
            <a:ext cx="835725" cy="549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7900" y="2348825"/>
            <a:ext cx="648792" cy="5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56"/>
          <p:cNvPicPr preferRelativeResize="0"/>
          <p:nvPr/>
        </p:nvPicPr>
        <p:blipFill rotWithShape="1">
          <a:blip r:embed="rId5">
            <a:alphaModFix/>
          </a:blip>
          <a:srcRect r="61229"/>
          <a:stretch/>
        </p:blipFill>
        <p:spPr>
          <a:xfrm>
            <a:off x="2243500" y="1891625"/>
            <a:ext cx="324000" cy="654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7"/>
          <p:cNvSpPr/>
          <p:nvPr/>
        </p:nvSpPr>
        <p:spPr>
          <a:xfrm>
            <a:off x="60425" y="57050"/>
            <a:ext cx="5481600" cy="14301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Find the solution to the linear congruence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627" name="Google Shape;62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00" y="732000"/>
            <a:ext cx="1615100" cy="687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741406-E59B-46AD-AB86-C22B6866E66A}"/>
                  </a:ext>
                </a:extLst>
              </p14:cNvPr>
              <p14:cNvContentPartPr/>
              <p14:nvPr/>
            </p14:nvContentPartPr>
            <p14:xfrm>
              <a:off x="492840" y="147960"/>
              <a:ext cx="7899480" cy="417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741406-E59B-46AD-AB86-C22B6866E6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480" y="138600"/>
                <a:ext cx="7918200" cy="419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8"/>
          <p:cNvSpPr txBox="1"/>
          <p:nvPr/>
        </p:nvSpPr>
        <p:spPr>
          <a:xfrm>
            <a:off x="60424" y="153900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633" name="Google Shape;633;p58"/>
          <p:cNvSpPr txBox="1"/>
          <p:nvPr/>
        </p:nvSpPr>
        <p:spPr>
          <a:xfrm>
            <a:off x="149800" y="634375"/>
            <a:ext cx="5333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Notice that we may write x in the form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5k + 3  and 11m + 4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58"/>
          <p:cNvSpPr txBox="1"/>
          <p:nvPr/>
        </p:nvSpPr>
        <p:spPr>
          <a:xfrm>
            <a:off x="149800" y="1701175"/>
            <a:ext cx="5333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Taking this equation mod 5 we arrive at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5" name="Google Shape;635;p58"/>
          <p:cNvSpPr txBox="1"/>
          <p:nvPr/>
        </p:nvSpPr>
        <p:spPr>
          <a:xfrm>
            <a:off x="149800" y="1320175"/>
            <a:ext cx="5333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x = 5k + 3 = 11m + 4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6" name="Google Shape;636;p58"/>
          <p:cNvSpPr txBox="1"/>
          <p:nvPr/>
        </p:nvSpPr>
        <p:spPr>
          <a:xfrm>
            <a:off x="226000" y="2082175"/>
            <a:ext cx="5333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11m + 4 ≡ 3 (mod 5) ⇒ m 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– 1 (mod 5).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7" name="Google Shape;637;p58"/>
          <p:cNvSpPr txBox="1"/>
          <p:nvPr/>
        </p:nvSpPr>
        <p:spPr>
          <a:xfrm>
            <a:off x="226000" y="2463175"/>
            <a:ext cx="5616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We substitute m = 5m</a:t>
            </a:r>
            <a:r>
              <a:rPr lang="en" sz="1900" baseline="-250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 – 1 to give us </a:t>
            </a:r>
            <a:endParaRPr/>
          </a:p>
        </p:txBody>
      </p:sp>
      <p:sp>
        <p:nvSpPr>
          <p:cNvPr id="638" name="Google Shape;638;p58"/>
          <p:cNvSpPr txBox="1"/>
          <p:nvPr/>
        </p:nvSpPr>
        <p:spPr>
          <a:xfrm>
            <a:off x="226000" y="2844175"/>
            <a:ext cx="5616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 = 11</a:t>
            </a: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(5m</a:t>
            </a:r>
            <a:r>
              <a:rPr lang="en" sz="1900" baseline="-250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–1) + 4 = 55m</a:t>
            </a:r>
            <a:r>
              <a:rPr lang="en" sz="1900" baseline="-250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 –7. </a:t>
            </a:r>
            <a:endParaRPr/>
          </a:p>
        </p:txBody>
      </p:sp>
      <p:sp>
        <p:nvSpPr>
          <p:cNvPr id="639" name="Google Shape;639;p58"/>
          <p:cNvSpPr txBox="1"/>
          <p:nvPr/>
        </p:nvSpPr>
        <p:spPr>
          <a:xfrm>
            <a:off x="226000" y="3225175"/>
            <a:ext cx="4388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Therefore 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 48 ( mod 55) which means </a:t>
            </a:r>
            <a:endParaRPr/>
          </a:p>
        </p:txBody>
      </p:sp>
      <p:pic>
        <p:nvPicPr>
          <p:cNvPr id="640" name="Google Shape;64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991" y="3245150"/>
            <a:ext cx="1223568" cy="3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8"/>
          <p:cNvSpPr txBox="1"/>
          <p:nvPr/>
        </p:nvSpPr>
        <p:spPr>
          <a:xfrm>
            <a:off x="302200" y="3529975"/>
            <a:ext cx="4388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for some integer k. 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9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solutions of the system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x ≡ 4 (mod 5), x ≡ 6 (mod 7) are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648" name="Google Shape;648;p59"/>
          <p:cNvSpPr/>
          <p:nvPr/>
        </p:nvSpPr>
        <p:spPr>
          <a:xfrm>
            <a:off x="139453" y="20458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9" name="Google Shape;649;p59"/>
          <p:cNvSpPr/>
          <p:nvPr/>
        </p:nvSpPr>
        <p:spPr>
          <a:xfrm>
            <a:off x="139453" y="27360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0" name="Google Shape;650;p59"/>
          <p:cNvSpPr/>
          <p:nvPr/>
        </p:nvSpPr>
        <p:spPr>
          <a:xfrm>
            <a:off x="139453" y="34306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1" name="Google Shape;651;p59"/>
          <p:cNvSpPr/>
          <p:nvPr/>
        </p:nvSpPr>
        <p:spPr>
          <a:xfrm>
            <a:off x="139453" y="40951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2" name="Google Shape;652;p59"/>
          <p:cNvSpPr txBox="1"/>
          <p:nvPr/>
        </p:nvSpPr>
        <p:spPr>
          <a:xfrm>
            <a:off x="721893" y="2016400"/>
            <a:ext cx="36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34 + 35k , k ∈ Z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3" name="Google Shape;653;p59"/>
          <p:cNvSpPr txBox="1"/>
          <p:nvPr/>
        </p:nvSpPr>
        <p:spPr>
          <a:xfrm>
            <a:off x="721894" y="3394375"/>
            <a:ext cx="339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32 + 35k,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 ∈ Z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4" name="Google Shape;654;p59"/>
          <p:cNvSpPr txBox="1"/>
          <p:nvPr/>
        </p:nvSpPr>
        <p:spPr>
          <a:xfrm>
            <a:off x="721894" y="4080175"/>
            <a:ext cx="351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None of these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5" name="Google Shape;655;p59"/>
          <p:cNvSpPr txBox="1"/>
          <p:nvPr/>
        </p:nvSpPr>
        <p:spPr>
          <a:xfrm>
            <a:off x="721893" y="2702200"/>
            <a:ext cx="36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33 + 35 k,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 ∈ Z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052373-1539-4650-ADF1-0C9C871EB04F}"/>
                  </a:ext>
                </a:extLst>
              </p14:cNvPr>
              <p14:cNvContentPartPr/>
              <p14:nvPr/>
            </p14:nvContentPartPr>
            <p14:xfrm>
              <a:off x="208800" y="184680"/>
              <a:ext cx="4869720" cy="3711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052373-1539-4650-ADF1-0C9C871EB0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440" y="175320"/>
                <a:ext cx="4888440" cy="372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0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solutions of the system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x ≡ 4 (mod 5), x ≡ 6 (mod 7) are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661" name="Google Shape;661;p60"/>
          <p:cNvSpPr/>
          <p:nvPr/>
        </p:nvSpPr>
        <p:spPr>
          <a:xfrm>
            <a:off x="139453" y="20458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2" name="Google Shape;662;p60"/>
          <p:cNvSpPr/>
          <p:nvPr/>
        </p:nvSpPr>
        <p:spPr>
          <a:xfrm>
            <a:off x="139453" y="27360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3" name="Google Shape;663;p60"/>
          <p:cNvSpPr/>
          <p:nvPr/>
        </p:nvSpPr>
        <p:spPr>
          <a:xfrm>
            <a:off x="139453" y="34306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4" name="Google Shape;664;p60"/>
          <p:cNvSpPr/>
          <p:nvPr/>
        </p:nvSpPr>
        <p:spPr>
          <a:xfrm>
            <a:off x="139453" y="40951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5" name="Google Shape;665;p60"/>
          <p:cNvSpPr txBox="1"/>
          <p:nvPr/>
        </p:nvSpPr>
        <p:spPr>
          <a:xfrm>
            <a:off x="721893" y="2016400"/>
            <a:ext cx="36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34 + 35k , k ∈ Z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6" name="Google Shape;666;p60"/>
          <p:cNvSpPr txBox="1"/>
          <p:nvPr/>
        </p:nvSpPr>
        <p:spPr>
          <a:xfrm>
            <a:off x="721894" y="3394375"/>
            <a:ext cx="3393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32 + 35k,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 ∈ Z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7" name="Google Shape;667;p60"/>
          <p:cNvSpPr txBox="1"/>
          <p:nvPr/>
        </p:nvSpPr>
        <p:spPr>
          <a:xfrm>
            <a:off x="721894" y="4080175"/>
            <a:ext cx="351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None of these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8" name="Google Shape;668;p60"/>
          <p:cNvSpPr txBox="1"/>
          <p:nvPr/>
        </p:nvSpPr>
        <p:spPr>
          <a:xfrm>
            <a:off x="721893" y="2702200"/>
            <a:ext cx="36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33 + 35 k,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 ∈ Z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solutions of the system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x ≡ 4 (mod 5), x ≡ 6 (mod 7) are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674" name="Google Shape;674;p61"/>
          <p:cNvSpPr txBox="1"/>
          <p:nvPr/>
        </p:nvSpPr>
        <p:spPr>
          <a:xfrm>
            <a:off x="112668" y="1819497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675" name="Google Shape;675;p61"/>
          <p:cNvSpPr txBox="1"/>
          <p:nvPr/>
        </p:nvSpPr>
        <p:spPr>
          <a:xfrm>
            <a:off x="112672" y="2151372"/>
            <a:ext cx="481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914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Here 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5, 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7, M = 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35, </a:t>
            </a:r>
            <a:endParaRPr/>
          </a:p>
        </p:txBody>
      </p:sp>
      <p:sp>
        <p:nvSpPr>
          <p:cNvPr id="676" name="Google Shape;676;p61"/>
          <p:cNvSpPr txBox="1"/>
          <p:nvPr/>
        </p:nvSpPr>
        <p:spPr>
          <a:xfrm>
            <a:off x="112672" y="2546297"/>
            <a:ext cx="445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M/m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7, 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M/m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5 </a:t>
            </a:r>
            <a:endParaRPr/>
          </a:p>
        </p:txBody>
      </p:sp>
      <p:sp>
        <p:nvSpPr>
          <p:cNvPr id="677" name="Google Shape;677;p61"/>
          <p:cNvSpPr txBox="1"/>
          <p:nvPr/>
        </p:nvSpPr>
        <p:spPr>
          <a:xfrm>
            <a:off x="112672" y="3038897"/>
            <a:ext cx="481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2 (mod 5), hence, 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≡ 3 (mod 5)</a:t>
            </a:r>
            <a:endParaRPr/>
          </a:p>
        </p:txBody>
      </p:sp>
      <p:sp>
        <p:nvSpPr>
          <p:cNvPr id="678" name="Google Shape;678;p61"/>
          <p:cNvSpPr txBox="1"/>
          <p:nvPr/>
        </p:nvSpPr>
        <p:spPr>
          <a:xfrm>
            <a:off x="112672" y="3531497"/>
            <a:ext cx="468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5(mod 7), hence M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≡ 3 (mod 7)</a:t>
            </a:r>
            <a:endParaRPr/>
          </a:p>
        </p:txBody>
      </p:sp>
      <p:sp>
        <p:nvSpPr>
          <p:cNvPr id="679" name="Google Shape;679;p61"/>
          <p:cNvSpPr txBox="1"/>
          <p:nvPr/>
        </p:nvSpPr>
        <p:spPr>
          <a:xfrm>
            <a:off x="60425" y="3947900"/>
            <a:ext cx="56985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∴ x</a:t>
            </a:r>
            <a:r>
              <a:rPr lang="en" sz="20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4M</a:t>
            </a:r>
            <a:r>
              <a:rPr lang="en" sz="20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+ 6M</a:t>
            </a:r>
            <a:r>
              <a:rPr lang="en" sz="20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= 4 × 7 × 3 + 6 × 5 × 3 = 174 ≡ 34 ( mod 35) </a:t>
            </a:r>
            <a:endParaRPr dirty="0"/>
          </a:p>
        </p:txBody>
      </p:sp>
      <p:sp>
        <p:nvSpPr>
          <p:cNvPr id="680" name="Google Shape;680;p61"/>
          <p:cNvSpPr txBox="1"/>
          <p:nvPr/>
        </p:nvSpPr>
        <p:spPr>
          <a:xfrm>
            <a:off x="122075" y="4678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⇒  x</a:t>
            </a:r>
            <a:r>
              <a:rPr lang="en" sz="2000" baseline="-2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34 + 35K, k ∈ Z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2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Find all solutions of the system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≡ 2 (mod 4), x ≡ 3 (mod 5), x ≡ 1 (mod 7).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287DB0-D18A-499A-B9E9-DB6FD01728C1}"/>
                  </a:ext>
                </a:extLst>
              </p14:cNvPr>
              <p14:cNvContentPartPr/>
              <p14:nvPr/>
            </p14:nvContentPartPr>
            <p14:xfrm>
              <a:off x="193680" y="94320"/>
              <a:ext cx="8750880" cy="4633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287DB0-D18A-499A-B9E9-DB6FD01728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320" y="84960"/>
                <a:ext cx="8769600" cy="465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3"/>
          <p:cNvSpPr txBox="1"/>
          <p:nvPr/>
        </p:nvSpPr>
        <p:spPr>
          <a:xfrm>
            <a:off x="70424" y="67499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691" name="Google Shape;691;p63"/>
          <p:cNvSpPr txBox="1"/>
          <p:nvPr/>
        </p:nvSpPr>
        <p:spPr>
          <a:xfrm>
            <a:off x="70425" y="509375"/>
            <a:ext cx="70107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914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Here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4,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5,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7, M =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0" indent="-914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= 140,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M/m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35,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M/m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28,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M/m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3" name="Google Shape;693;p63"/>
          <p:cNvSpPr txBox="1"/>
          <p:nvPr/>
        </p:nvSpPr>
        <p:spPr>
          <a:xfrm>
            <a:off x="70425" y="1339131"/>
            <a:ext cx="547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≡ 3 (mod 4), hence,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≡ 3 (mod 4)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4" name="Google Shape;694;p63"/>
          <p:cNvSpPr txBox="1"/>
          <p:nvPr/>
        </p:nvSpPr>
        <p:spPr>
          <a:xfrm>
            <a:off x="70425" y="1668946"/>
            <a:ext cx="52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 (mod 5), hence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≡ 2 (mod 5)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5" name="Google Shape;695;p63"/>
          <p:cNvSpPr txBox="1"/>
          <p:nvPr/>
        </p:nvSpPr>
        <p:spPr>
          <a:xfrm>
            <a:off x="70425" y="2076483"/>
            <a:ext cx="576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 (mod 7), hence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’ ≡ 6 (mod 7)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6" name="Google Shape;696;p63"/>
          <p:cNvSpPr txBox="1"/>
          <p:nvPr/>
        </p:nvSpPr>
        <p:spPr>
          <a:xfrm>
            <a:off x="70425" y="2467669"/>
            <a:ext cx="498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∴   x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2M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M’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+ 3M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M’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+ 1 M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M’</a:t>
            </a:r>
            <a:r>
              <a:rPr lang="en" sz="1800" baseline="-25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800" baseline="-25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7" name="Google Shape;697;p63"/>
          <p:cNvSpPr txBox="1"/>
          <p:nvPr/>
        </p:nvSpPr>
        <p:spPr>
          <a:xfrm>
            <a:off x="70425" y="2839813"/>
            <a:ext cx="4983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 × 35 × 3 + 3 × 28 × 2 + 20 × 6 = 498 </a:t>
            </a:r>
            <a:endParaRPr sz="1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78 (mod 140) </a:t>
            </a:r>
            <a:endParaRPr sz="1800" baseline="-25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4"/>
          <p:cNvSpPr/>
          <p:nvPr/>
        </p:nvSpPr>
        <p:spPr>
          <a:xfrm>
            <a:off x="60425" y="57050"/>
            <a:ext cx="5481600" cy="22401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dirty="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</a:t>
            </a:r>
            <a:r>
              <a:rPr lang="en" sz="1900" dirty="0">
                <a:solidFill>
                  <a:schemeClr val="dk1"/>
                </a:solidFill>
                <a:latin typeface="Bahnschrift SemiBold" panose="020B0502040204020203" pitchFamily="34" charset="0"/>
                <a:ea typeface="Bree Serif"/>
                <a:cs typeface="Bree Serif"/>
                <a:sym typeface="Bree Serif"/>
              </a:rPr>
              <a:t>. </a:t>
            </a:r>
            <a:r>
              <a:rPr lang="en" sz="1800" dirty="0">
                <a:solidFill>
                  <a:schemeClr val="dk1"/>
                </a:solidFill>
                <a:latin typeface="Bahnschrift SemiBold" panose="020B0502040204020203" pitchFamily="34" charset="0"/>
                <a:ea typeface="Proxima Nova"/>
                <a:cs typeface="Proxima Nova"/>
                <a:sym typeface="Proxima Nova"/>
              </a:rPr>
              <a:t>If a positive integer n satisfies</a:t>
            </a:r>
            <a:endParaRPr sz="1800" dirty="0">
              <a:solidFill>
                <a:schemeClr val="dk1"/>
              </a:solidFill>
              <a:latin typeface="Bahnschrift SemiBold" panose="020B0502040204020203" pitchFamily="34" charset="0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Bahnschrift SemiBold" panose="020B0502040204020203" pitchFamily="34" charset="0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Bahnschrift SemiBold" panose="020B0502040204020203" pitchFamily="34" charset="0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dirty="0">
                <a:solidFill>
                  <a:schemeClr val="dk1"/>
                </a:solidFill>
                <a:latin typeface="Bahnschrift SemiBold" panose="020B0502040204020203" pitchFamily="34" charset="0"/>
                <a:ea typeface="Bree Serif"/>
                <a:cs typeface="Bree Serif"/>
                <a:sym typeface="Bree Serif"/>
              </a:rPr>
              <a:t> </a:t>
            </a:r>
            <a:r>
              <a:rPr lang="en" sz="1800" dirty="0">
                <a:solidFill>
                  <a:schemeClr val="dk1"/>
                </a:solidFill>
                <a:latin typeface="Bahnschrift SemiBold" panose="020B0502040204020203" pitchFamily="34" charset="0"/>
                <a:ea typeface="Proxima Nova"/>
                <a:cs typeface="Proxima Nova"/>
                <a:sym typeface="Proxima Nova"/>
              </a:rPr>
              <a:t>What is the 7</a:t>
            </a:r>
            <a:r>
              <a:rPr lang="en" sz="1800" baseline="30000" dirty="0">
                <a:solidFill>
                  <a:schemeClr val="dk1"/>
                </a:solidFill>
                <a:latin typeface="Bahnschrift SemiBold" panose="020B0502040204020203" pitchFamily="34" charset="0"/>
                <a:ea typeface="Proxima Nova"/>
                <a:cs typeface="Proxima Nova"/>
                <a:sym typeface="Proxima Nova"/>
              </a:rPr>
              <a:t>th</a:t>
            </a:r>
            <a:r>
              <a:rPr lang="en" sz="1800" dirty="0">
                <a:solidFill>
                  <a:schemeClr val="dk1"/>
                </a:solidFill>
                <a:latin typeface="Bahnschrift SemiBold" panose="020B0502040204020203" pitchFamily="34" charset="0"/>
                <a:ea typeface="Proxima Nova"/>
                <a:cs typeface="Proxima Nova"/>
                <a:sym typeface="Proxima Nova"/>
              </a:rPr>
              <a:t> smallest possible value of n?</a:t>
            </a:r>
            <a:endParaRPr sz="1900" dirty="0">
              <a:solidFill>
                <a:schemeClr val="dk1"/>
              </a:solidFill>
              <a:latin typeface="Bahnschrift SemiBold" panose="020B0502040204020203" pitchFamily="34" charset="0"/>
              <a:ea typeface="Bree Serif"/>
              <a:cs typeface="Bree Serif"/>
              <a:sym typeface="Bree Serif"/>
            </a:endParaRPr>
          </a:p>
        </p:txBody>
      </p:sp>
      <p:pic>
        <p:nvPicPr>
          <p:cNvPr id="703" name="Google Shape;70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13" y="709124"/>
            <a:ext cx="1674025" cy="10087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C34A38-4F05-4787-AEE4-9506E3203370}"/>
                  </a:ext>
                </a:extLst>
              </p14:cNvPr>
              <p14:cNvContentPartPr/>
              <p14:nvPr/>
            </p14:nvContentPartPr>
            <p14:xfrm>
              <a:off x="459720" y="109800"/>
              <a:ext cx="8413200" cy="4237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C34A38-4F05-4787-AEE4-9506E32033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360" y="100440"/>
                <a:ext cx="8431920" cy="425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5"/>
          <p:cNvSpPr txBox="1"/>
          <p:nvPr/>
        </p:nvSpPr>
        <p:spPr>
          <a:xfrm>
            <a:off x="70424" y="143699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709" name="Google Shape;709;p65"/>
          <p:cNvSpPr txBox="1"/>
          <p:nvPr/>
        </p:nvSpPr>
        <p:spPr>
          <a:xfrm>
            <a:off x="189750" y="576675"/>
            <a:ext cx="5383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We can translate these congruences into equations for some integers t, s and u: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0" name="Google Shape;710;p65"/>
          <p:cNvSpPr txBox="1"/>
          <p:nvPr/>
        </p:nvSpPr>
        <p:spPr>
          <a:xfrm>
            <a:off x="146625" y="2394400"/>
            <a:ext cx="5292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By substituting the n from the first equation into the second congruence, we have 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1" name="Google Shape;711;p65"/>
          <p:cNvSpPr txBox="1"/>
          <p:nvPr/>
        </p:nvSpPr>
        <p:spPr>
          <a:xfrm>
            <a:off x="189750" y="3133300"/>
            <a:ext cx="476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2 + 5t ≡ 3 (mmod 9)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5t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1 (mod 9)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 ≡ (5)</a:t>
            </a:r>
            <a:r>
              <a:rPr lang="en" sz="18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–1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≡ 2 (mod 9)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12" name="Google Shape;71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50" y="1269975"/>
            <a:ext cx="1663212" cy="11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65"/>
          <p:cNvSpPr txBox="1"/>
          <p:nvPr/>
        </p:nvSpPr>
        <p:spPr>
          <a:xfrm>
            <a:off x="189750" y="4047700"/>
            <a:ext cx="56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meaning that t = 2 + 9x for some integer x.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4" name="Google Shape;714;p65"/>
          <p:cNvSpPr txBox="1"/>
          <p:nvPr/>
        </p:nvSpPr>
        <p:spPr>
          <a:xfrm>
            <a:off x="189750" y="4454375"/>
            <a:ext cx="620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By substituting t into the first equation, we have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6"/>
          <p:cNvSpPr txBox="1"/>
          <p:nvPr/>
        </p:nvSpPr>
        <p:spPr>
          <a:xfrm>
            <a:off x="70424" y="143699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721" name="Google Shape;721;p66"/>
          <p:cNvSpPr txBox="1"/>
          <p:nvPr/>
        </p:nvSpPr>
        <p:spPr>
          <a:xfrm>
            <a:off x="70425" y="686400"/>
            <a:ext cx="4764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12 + 45x ≡ 3 (mod 11)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1 + 45 x 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≡ 1 (mod 11)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 ≡ 0 (mod 11)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2" name="Google Shape;722;p66"/>
          <p:cNvSpPr txBox="1"/>
          <p:nvPr/>
        </p:nvSpPr>
        <p:spPr>
          <a:xfrm>
            <a:off x="70425" y="1600800"/>
            <a:ext cx="476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meaning that x = 0 + 11y for some integer y.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3" name="Google Shape;723;p66"/>
          <p:cNvSpPr txBox="1"/>
          <p:nvPr/>
        </p:nvSpPr>
        <p:spPr>
          <a:xfrm>
            <a:off x="146625" y="1981800"/>
            <a:ext cx="476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By substituting x into (1), we have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4" name="Google Shape;724;p66"/>
          <p:cNvSpPr txBox="1"/>
          <p:nvPr/>
        </p:nvSpPr>
        <p:spPr>
          <a:xfrm>
            <a:off x="146625" y="2362800"/>
            <a:ext cx="476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n = 12 + 45 x = 12 + 45 (11y) = 12 + 495 y.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5" name="Google Shape;725;p66"/>
          <p:cNvSpPr txBox="1"/>
          <p:nvPr/>
        </p:nvSpPr>
        <p:spPr>
          <a:xfrm>
            <a:off x="146625" y="2743800"/>
            <a:ext cx="561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Therefore, the sequence of n is 12, 507, 1002,...,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6" name="Google Shape;726;p66"/>
          <p:cNvSpPr txBox="1"/>
          <p:nvPr/>
        </p:nvSpPr>
        <p:spPr>
          <a:xfrm>
            <a:off x="146625" y="3124800"/>
            <a:ext cx="561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Which is an arithmetic progression.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7" name="Google Shape;727;p66"/>
          <p:cNvSpPr txBox="1"/>
          <p:nvPr/>
        </p:nvSpPr>
        <p:spPr>
          <a:xfrm>
            <a:off x="146625" y="3429600"/>
            <a:ext cx="561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Hence the 7</a:t>
            </a:r>
            <a:r>
              <a:rPr lang="en" sz="1800" baseline="30000">
                <a:latin typeface="Proxima Nova"/>
                <a:ea typeface="Proxima Nova"/>
                <a:cs typeface="Proxima Nova"/>
                <a:sym typeface="Proxima Nova"/>
              </a:rPr>
              <a:t>th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term is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8" name="Google Shape;728;p66"/>
          <p:cNvSpPr txBox="1"/>
          <p:nvPr/>
        </p:nvSpPr>
        <p:spPr>
          <a:xfrm>
            <a:off x="222825" y="3810600"/>
            <a:ext cx="561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12 + 495 × (7 – 1) = 2982.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7"/>
          <p:cNvSpPr/>
          <p:nvPr/>
        </p:nvSpPr>
        <p:spPr>
          <a:xfrm>
            <a:off x="60425" y="57049"/>
            <a:ext cx="5481600" cy="2829369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 dirty="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For a positive integer p, define the positive integer n to be p-safe if n differs in absolute value by more than 2 from all multiples of p. For example, the set of 10-safe numbers is 3, 4, 5, 6,7, 13, 14, 15, 16, 17, 23,... Find the number of positive integers less than or equal to 10, 000 which are simultaneously 7 -safe , 11-safe and 13-safe</a:t>
            </a:r>
            <a:r>
              <a:rPr lang="en" sz="1900" b="1" dirty="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endParaRPr sz="1900" dirty="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36" name="Google Shape;736;p67"/>
          <p:cNvSpPr/>
          <p:nvPr/>
        </p:nvSpPr>
        <p:spPr>
          <a:xfrm>
            <a:off x="4738075" y="-10633"/>
            <a:ext cx="2340600" cy="252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6DB"/>
              </a:gs>
              <a:gs pos="100000">
                <a:srgbClr val="FAD25C"/>
              </a:gs>
            </a:gsLst>
            <a:lin ang="540001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AIME II 2012</a:t>
            </a:r>
            <a:endParaRPr b="1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2F5EC1-CAF9-4BD5-B802-441DBD37B3B1}"/>
                  </a:ext>
                </a:extLst>
              </p14:cNvPr>
              <p14:cNvContentPartPr/>
              <p14:nvPr/>
            </p14:nvContentPartPr>
            <p14:xfrm>
              <a:off x="342360" y="89640"/>
              <a:ext cx="8409240" cy="5054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2F5EC1-CAF9-4BD5-B802-441DBD37B3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000" y="80280"/>
                <a:ext cx="8427960" cy="507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8"/>
          <p:cNvSpPr txBox="1"/>
          <p:nvPr/>
        </p:nvSpPr>
        <p:spPr>
          <a:xfrm>
            <a:off x="58849" y="56225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742" name="Google Shape;742;p68"/>
          <p:cNvSpPr txBox="1"/>
          <p:nvPr/>
        </p:nvSpPr>
        <p:spPr>
          <a:xfrm>
            <a:off x="143525" y="453150"/>
            <a:ext cx="446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We notice that if x is 7-safe, and 13-safe then we must have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43" name="Google Shape;74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38" y="1080237"/>
            <a:ext cx="3982537" cy="1299662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8"/>
          <p:cNvSpPr txBox="1"/>
          <p:nvPr/>
        </p:nvSpPr>
        <p:spPr>
          <a:xfrm>
            <a:off x="163500" y="2255687"/>
            <a:ext cx="446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By Chinese Remainder Solution this renders solution mod. 1001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5" name="Google Shape;745;p68"/>
          <p:cNvSpPr txBox="1"/>
          <p:nvPr/>
        </p:nvSpPr>
        <p:spPr>
          <a:xfrm>
            <a:off x="163500" y="2835160"/>
            <a:ext cx="4464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We have 2 choice for the value of x mod 7, 6 choices for the value of x mod 11 and 8 choice for the value of x mod 13.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6" name="Google Shape;746;p68"/>
          <p:cNvSpPr txBox="1"/>
          <p:nvPr/>
        </p:nvSpPr>
        <p:spPr>
          <a:xfrm>
            <a:off x="163500" y="3685764"/>
            <a:ext cx="446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Therefore, we have 2.6.8 = 96 total solution mod 1001. 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7" name="Google Shape;747;p68"/>
          <p:cNvSpPr txBox="1"/>
          <p:nvPr/>
        </p:nvSpPr>
        <p:spPr>
          <a:xfrm>
            <a:off x="183298" y="4287144"/>
            <a:ext cx="508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We consider the number of solutions in the set</a:t>
            </a:r>
            <a:endParaRPr sz="18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9"/>
          <p:cNvSpPr txBox="1"/>
          <p:nvPr/>
        </p:nvSpPr>
        <p:spPr>
          <a:xfrm>
            <a:off x="58849" y="56225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753" name="Google Shape;753;p69"/>
          <p:cNvSpPr txBox="1"/>
          <p:nvPr/>
        </p:nvSpPr>
        <p:spPr>
          <a:xfrm>
            <a:off x="139825" y="529325"/>
            <a:ext cx="437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{1, 2 …, 1001}, {1002,....2002}, {2003,...3003},....{9009,...10010}.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4" name="Google Shape;754;p69"/>
          <p:cNvSpPr txBox="1"/>
          <p:nvPr/>
        </p:nvSpPr>
        <p:spPr>
          <a:xfrm>
            <a:off x="192350" y="1268225"/>
            <a:ext cx="4212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From above there are 96.10 total solution. However we must subtract the solution in the set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5" name="Google Shape;755;p69"/>
          <p:cNvSpPr txBox="1"/>
          <p:nvPr/>
        </p:nvSpPr>
        <p:spPr>
          <a:xfrm>
            <a:off x="192350" y="2182625"/>
            <a:ext cx="346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{10, 001; 10, 002;... 10, 010}.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6" name="Google Shape;756;p69"/>
          <p:cNvSpPr txBox="1"/>
          <p:nvPr/>
        </p:nvSpPr>
        <p:spPr>
          <a:xfrm>
            <a:off x="192350" y="2639825"/>
            <a:ext cx="4379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We notice that only x = 10,006 and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x = 10,007 satisfy x ≡ 3, 4 (mod 7).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57" name="Google Shape;75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75" y="3427750"/>
            <a:ext cx="443865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0"/>
          <p:cNvSpPr txBox="1"/>
          <p:nvPr/>
        </p:nvSpPr>
        <p:spPr>
          <a:xfrm>
            <a:off x="58849" y="56225"/>
            <a:ext cx="1278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763" name="Google Shape;763;p70"/>
          <p:cNvSpPr txBox="1"/>
          <p:nvPr/>
        </p:nvSpPr>
        <p:spPr>
          <a:xfrm>
            <a:off x="49925" y="499375"/>
            <a:ext cx="5093700" cy="106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Proxima Nova"/>
                <a:ea typeface="Proxima Nova"/>
                <a:cs typeface="Proxima Nova"/>
                <a:sym typeface="Proxima Nova"/>
              </a:rPr>
              <a:t>These values are arrived from noting that </a:t>
            </a:r>
            <a:endParaRPr sz="19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Proxima Nova"/>
                <a:ea typeface="Proxima Nova"/>
                <a:cs typeface="Proxima Nova"/>
                <a:sym typeface="Proxima Nova"/>
              </a:rPr>
              <a:t>10,006 ≡ –4 (mod 7. 11. 13) and 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Proxima Nova"/>
                <a:ea typeface="Proxima Nova"/>
                <a:cs typeface="Proxima Nova"/>
                <a:sym typeface="Proxima Nova"/>
              </a:rPr>
              <a:t>10, 007 </a:t>
            </a:r>
            <a:r>
              <a:rPr lang="en" sz="19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≡ – 3(mod 7. 11. 13).</a:t>
            </a:r>
            <a:endParaRPr sz="19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4" name="Google Shape;764;p70"/>
          <p:cNvSpPr txBox="1"/>
          <p:nvPr/>
        </p:nvSpPr>
        <p:spPr>
          <a:xfrm>
            <a:off x="49925" y="1413775"/>
            <a:ext cx="5473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latin typeface="Proxima Nova"/>
                <a:ea typeface="Proxima Nova"/>
                <a:cs typeface="Proxima Nova"/>
                <a:sym typeface="Proxima Nova"/>
              </a:rPr>
              <a:t>Therefore x = 10, 006 and x = 10,007 are the two values we must subtract off.</a:t>
            </a:r>
            <a:endParaRPr sz="19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5" name="Google Shape;765;p70"/>
          <p:cNvSpPr txBox="1"/>
          <p:nvPr/>
        </p:nvSpPr>
        <p:spPr>
          <a:xfrm>
            <a:off x="49925" y="2175775"/>
            <a:ext cx="3573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In conclusion we have 960 –2 =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66" name="Google Shape;76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810" y="2143113"/>
            <a:ext cx="18954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1"/>
          <p:cNvSpPr/>
          <p:nvPr/>
        </p:nvSpPr>
        <p:spPr>
          <a:xfrm>
            <a:off x="60425" y="57050"/>
            <a:ext cx="5481600" cy="1737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7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Solve the system of linear congruences </a:t>
            </a:r>
            <a:endParaRPr sz="17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5x </a:t>
            </a:r>
            <a:r>
              <a:rPr lang="en" sz="18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≡ 1 (mod 6), 3x ≡ 2 (mod 5) and 4x ≡ 5 (mod 7)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772" name="Google Shape;772;p71"/>
          <p:cNvSpPr txBox="1"/>
          <p:nvPr/>
        </p:nvSpPr>
        <p:spPr>
          <a:xfrm>
            <a:off x="787650" y="3940275"/>
            <a:ext cx="5933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38761D"/>
                </a:solidFill>
              </a:rPr>
              <a:t>Write Your Answer in the comment</a:t>
            </a:r>
            <a:endParaRPr sz="2800" b="1">
              <a:solidFill>
                <a:srgbClr val="38761D"/>
              </a:solidFill>
            </a:endParaRPr>
          </a:p>
        </p:txBody>
      </p:sp>
      <p:sp>
        <p:nvSpPr>
          <p:cNvPr id="773" name="Google Shape;773;p71"/>
          <p:cNvSpPr txBox="1"/>
          <p:nvPr/>
        </p:nvSpPr>
        <p:spPr>
          <a:xfrm>
            <a:off x="101850" y="130275"/>
            <a:ext cx="593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9900"/>
                </a:solidFill>
              </a:rPr>
              <a:t>       H.W. Question</a:t>
            </a:r>
            <a:endParaRPr sz="2000" b="1">
              <a:solidFill>
                <a:srgbClr val="FF9900"/>
              </a:solidFill>
            </a:endParaRPr>
          </a:p>
        </p:txBody>
      </p:sp>
      <p:grpSp>
        <p:nvGrpSpPr>
          <p:cNvPr id="774" name="Google Shape;774;p71"/>
          <p:cNvGrpSpPr/>
          <p:nvPr/>
        </p:nvGrpSpPr>
        <p:grpSpPr>
          <a:xfrm rot="-662724">
            <a:off x="187974" y="4111069"/>
            <a:ext cx="556640" cy="703189"/>
            <a:chOff x="2884913" y="4249000"/>
            <a:chExt cx="431063" cy="544550"/>
          </a:xfrm>
        </p:grpSpPr>
        <p:sp>
          <p:nvSpPr>
            <p:cNvPr id="775" name="Google Shape;775;p71"/>
            <p:cNvSpPr/>
            <p:nvPr/>
          </p:nvSpPr>
          <p:spPr>
            <a:xfrm>
              <a:off x="2884925" y="4249000"/>
              <a:ext cx="371425" cy="498000"/>
            </a:xfrm>
            <a:custGeom>
              <a:avLst/>
              <a:gdLst/>
              <a:ahLst/>
              <a:cxnLst/>
              <a:rect l="l" t="t" r="r" b="b"/>
              <a:pathLst>
                <a:path w="14857" h="19920" extrusionOk="0">
                  <a:moveTo>
                    <a:pt x="0" y="0"/>
                  </a:moveTo>
                  <a:lnTo>
                    <a:pt x="0" y="19920"/>
                  </a:lnTo>
                  <a:lnTo>
                    <a:pt x="14856" y="19920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71"/>
            <p:cNvSpPr/>
            <p:nvPr/>
          </p:nvSpPr>
          <p:spPr>
            <a:xfrm>
              <a:off x="2922575" y="4299725"/>
              <a:ext cx="145975" cy="9450"/>
            </a:xfrm>
            <a:custGeom>
              <a:avLst/>
              <a:gdLst/>
              <a:ahLst/>
              <a:cxnLst/>
              <a:rect l="l" t="t" r="r" b="b"/>
              <a:pathLst>
                <a:path w="5839" h="378" extrusionOk="0">
                  <a:moveTo>
                    <a:pt x="1" y="1"/>
                  </a:moveTo>
                  <a:lnTo>
                    <a:pt x="1" y="378"/>
                  </a:lnTo>
                  <a:lnTo>
                    <a:pt x="5838" y="378"/>
                  </a:lnTo>
                  <a:lnTo>
                    <a:pt x="5838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71"/>
            <p:cNvSpPr/>
            <p:nvPr/>
          </p:nvSpPr>
          <p:spPr>
            <a:xfrm>
              <a:off x="2922575" y="43227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71"/>
            <p:cNvSpPr/>
            <p:nvPr/>
          </p:nvSpPr>
          <p:spPr>
            <a:xfrm>
              <a:off x="2922575" y="4343150"/>
              <a:ext cx="295575" cy="9975"/>
            </a:xfrm>
            <a:custGeom>
              <a:avLst/>
              <a:gdLst/>
              <a:ahLst/>
              <a:cxnLst/>
              <a:rect l="l" t="t" r="r" b="b"/>
              <a:pathLst>
                <a:path w="11823" h="399" extrusionOk="0">
                  <a:moveTo>
                    <a:pt x="1" y="1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71"/>
            <p:cNvSpPr/>
            <p:nvPr/>
          </p:nvSpPr>
          <p:spPr>
            <a:xfrm>
              <a:off x="2922575" y="43640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71"/>
            <p:cNvSpPr/>
            <p:nvPr/>
          </p:nvSpPr>
          <p:spPr>
            <a:xfrm>
              <a:off x="2922575" y="438500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71"/>
            <p:cNvSpPr/>
            <p:nvPr/>
          </p:nvSpPr>
          <p:spPr>
            <a:xfrm>
              <a:off x="2922575" y="440592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71"/>
            <p:cNvSpPr/>
            <p:nvPr/>
          </p:nvSpPr>
          <p:spPr>
            <a:xfrm>
              <a:off x="2922575" y="44268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71"/>
            <p:cNvSpPr/>
            <p:nvPr/>
          </p:nvSpPr>
          <p:spPr>
            <a:xfrm>
              <a:off x="2922575" y="44477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71"/>
            <p:cNvSpPr/>
            <p:nvPr/>
          </p:nvSpPr>
          <p:spPr>
            <a:xfrm>
              <a:off x="2922575" y="44687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71"/>
            <p:cNvSpPr/>
            <p:nvPr/>
          </p:nvSpPr>
          <p:spPr>
            <a:xfrm>
              <a:off x="2922575" y="44896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71"/>
            <p:cNvSpPr/>
            <p:nvPr/>
          </p:nvSpPr>
          <p:spPr>
            <a:xfrm>
              <a:off x="2922575" y="4510025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71"/>
            <p:cNvSpPr/>
            <p:nvPr/>
          </p:nvSpPr>
          <p:spPr>
            <a:xfrm>
              <a:off x="2922575" y="4530950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71"/>
            <p:cNvSpPr/>
            <p:nvPr/>
          </p:nvSpPr>
          <p:spPr>
            <a:xfrm>
              <a:off x="2922575" y="45518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71"/>
            <p:cNvSpPr/>
            <p:nvPr/>
          </p:nvSpPr>
          <p:spPr>
            <a:xfrm>
              <a:off x="2922575" y="45728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71"/>
            <p:cNvSpPr/>
            <p:nvPr/>
          </p:nvSpPr>
          <p:spPr>
            <a:xfrm>
              <a:off x="2922575" y="45937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71"/>
            <p:cNvSpPr/>
            <p:nvPr/>
          </p:nvSpPr>
          <p:spPr>
            <a:xfrm>
              <a:off x="2922575" y="461465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71"/>
            <p:cNvSpPr/>
            <p:nvPr/>
          </p:nvSpPr>
          <p:spPr>
            <a:xfrm>
              <a:off x="2922575" y="46355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71"/>
            <p:cNvSpPr/>
            <p:nvPr/>
          </p:nvSpPr>
          <p:spPr>
            <a:xfrm>
              <a:off x="2922575" y="46564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71"/>
            <p:cNvSpPr/>
            <p:nvPr/>
          </p:nvSpPr>
          <p:spPr>
            <a:xfrm>
              <a:off x="3258400" y="4337850"/>
              <a:ext cx="57575" cy="66600"/>
            </a:xfrm>
            <a:custGeom>
              <a:avLst/>
              <a:gdLst/>
              <a:ahLst/>
              <a:cxnLst/>
              <a:rect l="l" t="t" r="r" b="b"/>
              <a:pathLst>
                <a:path w="2303" h="2664" extrusionOk="0">
                  <a:moveTo>
                    <a:pt x="1087" y="0"/>
                  </a:moveTo>
                  <a:cubicBezTo>
                    <a:pt x="967" y="0"/>
                    <a:pt x="858" y="67"/>
                    <a:pt x="796" y="192"/>
                  </a:cubicBezTo>
                  <a:lnTo>
                    <a:pt x="63" y="1845"/>
                  </a:lnTo>
                  <a:cubicBezTo>
                    <a:pt x="1" y="1991"/>
                    <a:pt x="63" y="2179"/>
                    <a:pt x="210" y="2242"/>
                  </a:cubicBezTo>
                  <a:lnTo>
                    <a:pt x="1089" y="2640"/>
                  </a:lnTo>
                  <a:cubicBezTo>
                    <a:pt x="1126" y="2656"/>
                    <a:pt x="1166" y="2664"/>
                    <a:pt x="1206" y="2664"/>
                  </a:cubicBezTo>
                  <a:cubicBezTo>
                    <a:pt x="1323" y="2664"/>
                    <a:pt x="1440" y="2597"/>
                    <a:pt x="1486" y="2472"/>
                  </a:cubicBezTo>
                  <a:lnTo>
                    <a:pt x="2219" y="819"/>
                  </a:lnTo>
                  <a:cubicBezTo>
                    <a:pt x="2302" y="673"/>
                    <a:pt x="2219" y="485"/>
                    <a:pt x="2072" y="422"/>
                  </a:cubicBezTo>
                  <a:lnTo>
                    <a:pt x="1214" y="24"/>
                  </a:lnTo>
                  <a:cubicBezTo>
                    <a:pt x="1172" y="8"/>
                    <a:pt x="1129" y="0"/>
                    <a:pt x="1087" y="0"/>
                  </a:cubicBezTo>
                  <a:close/>
                </a:path>
              </a:pathLst>
            </a:custGeom>
            <a:solidFill>
              <a:srgbClr val="FF7BAB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71"/>
            <p:cNvSpPr/>
            <p:nvPr/>
          </p:nvSpPr>
          <p:spPr>
            <a:xfrm>
              <a:off x="3260500" y="4357800"/>
              <a:ext cx="46575" cy="40300"/>
            </a:xfrm>
            <a:custGeom>
              <a:avLst/>
              <a:gdLst/>
              <a:ahLst/>
              <a:cxnLst/>
              <a:rect l="l" t="t" r="r" b="b"/>
              <a:pathLst>
                <a:path w="1863" h="1612" extrusionOk="0">
                  <a:moveTo>
                    <a:pt x="440" y="1"/>
                  </a:moveTo>
                  <a:lnTo>
                    <a:pt x="0" y="984"/>
                  </a:lnTo>
                  <a:lnTo>
                    <a:pt x="1444" y="1612"/>
                  </a:lnTo>
                  <a:lnTo>
                    <a:pt x="1863" y="64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B2B2B2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71"/>
            <p:cNvSpPr/>
            <p:nvPr/>
          </p:nvSpPr>
          <p:spPr>
            <a:xfrm>
              <a:off x="3099375" y="4382900"/>
              <a:ext cx="172650" cy="366200"/>
            </a:xfrm>
            <a:custGeom>
              <a:avLst/>
              <a:gdLst/>
              <a:ahLst/>
              <a:cxnLst/>
              <a:rect l="l" t="t" r="r" b="b"/>
              <a:pathLst>
                <a:path w="6906" h="14648" extrusionOk="0">
                  <a:moveTo>
                    <a:pt x="6424" y="1"/>
                  </a:moveTo>
                  <a:lnTo>
                    <a:pt x="1" y="14438"/>
                  </a:lnTo>
                  <a:lnTo>
                    <a:pt x="461" y="14647"/>
                  </a:lnTo>
                  <a:lnTo>
                    <a:pt x="6906" y="210"/>
                  </a:lnTo>
                  <a:lnTo>
                    <a:pt x="6424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71"/>
            <p:cNvSpPr/>
            <p:nvPr/>
          </p:nvSpPr>
          <p:spPr>
            <a:xfrm>
              <a:off x="3110900" y="4387625"/>
              <a:ext cx="173150" cy="366175"/>
            </a:xfrm>
            <a:custGeom>
              <a:avLst/>
              <a:gdLst/>
              <a:ahLst/>
              <a:cxnLst/>
              <a:rect l="l" t="t" r="r" b="b"/>
              <a:pathLst>
                <a:path w="6926" h="14647" extrusionOk="0">
                  <a:moveTo>
                    <a:pt x="6445" y="0"/>
                  </a:moveTo>
                  <a:lnTo>
                    <a:pt x="0" y="14437"/>
                  </a:lnTo>
                  <a:lnTo>
                    <a:pt x="482" y="14647"/>
                  </a:lnTo>
                  <a:lnTo>
                    <a:pt x="6926" y="209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FBED21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71"/>
            <p:cNvSpPr/>
            <p:nvPr/>
          </p:nvSpPr>
          <p:spPr>
            <a:xfrm>
              <a:off x="3122925" y="4393375"/>
              <a:ext cx="173175" cy="366175"/>
            </a:xfrm>
            <a:custGeom>
              <a:avLst/>
              <a:gdLst/>
              <a:ahLst/>
              <a:cxnLst/>
              <a:rect l="l" t="t" r="r" b="b"/>
              <a:pathLst>
                <a:path w="6927" h="14647" extrusionOk="0">
                  <a:moveTo>
                    <a:pt x="6445" y="0"/>
                  </a:moveTo>
                  <a:lnTo>
                    <a:pt x="1" y="14417"/>
                  </a:lnTo>
                  <a:lnTo>
                    <a:pt x="482" y="14647"/>
                  </a:lnTo>
                  <a:lnTo>
                    <a:pt x="6926" y="210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71"/>
            <p:cNvSpPr/>
            <p:nvPr/>
          </p:nvSpPr>
          <p:spPr>
            <a:xfrm>
              <a:off x="3256325" y="4379575"/>
              <a:ext cx="43425" cy="22375"/>
            </a:xfrm>
            <a:custGeom>
              <a:avLst/>
              <a:gdLst/>
              <a:ahLst/>
              <a:cxnLst/>
              <a:rect l="l" t="t" r="r" b="b"/>
              <a:pathLst>
                <a:path w="1737" h="895" extrusionOk="0">
                  <a:moveTo>
                    <a:pt x="142" y="0"/>
                  </a:moveTo>
                  <a:cubicBezTo>
                    <a:pt x="97" y="0"/>
                    <a:pt x="58" y="24"/>
                    <a:pt x="42" y="71"/>
                  </a:cubicBezTo>
                  <a:cubicBezTo>
                    <a:pt x="0" y="134"/>
                    <a:pt x="42" y="218"/>
                    <a:pt x="105" y="238"/>
                  </a:cubicBezTo>
                  <a:lnTo>
                    <a:pt x="1548" y="887"/>
                  </a:lnTo>
                  <a:cubicBezTo>
                    <a:pt x="1564" y="892"/>
                    <a:pt x="1580" y="895"/>
                    <a:pt x="1595" y="895"/>
                  </a:cubicBezTo>
                  <a:cubicBezTo>
                    <a:pt x="1641" y="895"/>
                    <a:pt x="1684" y="871"/>
                    <a:pt x="1716" y="824"/>
                  </a:cubicBezTo>
                  <a:cubicBezTo>
                    <a:pt x="1737" y="762"/>
                    <a:pt x="1716" y="699"/>
                    <a:pt x="1653" y="657"/>
                  </a:cubicBezTo>
                  <a:lnTo>
                    <a:pt x="188" y="8"/>
                  </a:lnTo>
                  <a:cubicBezTo>
                    <a:pt x="173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71"/>
            <p:cNvSpPr/>
            <p:nvPr/>
          </p:nvSpPr>
          <p:spPr>
            <a:xfrm>
              <a:off x="3267825" y="4354475"/>
              <a:ext cx="42925" cy="22600"/>
            </a:xfrm>
            <a:custGeom>
              <a:avLst/>
              <a:gdLst/>
              <a:ahLst/>
              <a:cxnLst/>
              <a:rect l="l" t="t" r="r" b="b"/>
              <a:pathLst>
                <a:path w="1717" h="904" extrusionOk="0">
                  <a:moveTo>
                    <a:pt x="142" y="0"/>
                  </a:moveTo>
                  <a:cubicBezTo>
                    <a:pt x="90" y="0"/>
                    <a:pt x="37" y="28"/>
                    <a:pt x="21" y="92"/>
                  </a:cubicBezTo>
                  <a:cubicBezTo>
                    <a:pt x="0" y="154"/>
                    <a:pt x="21" y="217"/>
                    <a:pt x="84" y="238"/>
                  </a:cubicBezTo>
                  <a:lnTo>
                    <a:pt x="1528" y="887"/>
                  </a:lnTo>
                  <a:cubicBezTo>
                    <a:pt x="1545" y="898"/>
                    <a:pt x="1564" y="904"/>
                    <a:pt x="1583" y="904"/>
                  </a:cubicBezTo>
                  <a:cubicBezTo>
                    <a:pt x="1632" y="904"/>
                    <a:pt x="1680" y="869"/>
                    <a:pt x="1695" y="824"/>
                  </a:cubicBezTo>
                  <a:cubicBezTo>
                    <a:pt x="1716" y="761"/>
                    <a:pt x="1695" y="698"/>
                    <a:pt x="1632" y="657"/>
                  </a:cubicBezTo>
                  <a:lnTo>
                    <a:pt x="189" y="8"/>
                  </a:lnTo>
                  <a:cubicBezTo>
                    <a:pt x="174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71"/>
            <p:cNvSpPr/>
            <p:nvPr/>
          </p:nvSpPr>
          <p:spPr>
            <a:xfrm>
              <a:off x="3098350" y="4743325"/>
              <a:ext cx="36625" cy="50225"/>
            </a:xfrm>
            <a:custGeom>
              <a:avLst/>
              <a:gdLst/>
              <a:ahLst/>
              <a:cxnLst/>
              <a:rect l="l" t="t" r="r" b="b"/>
              <a:pathLst>
                <a:path w="1465" h="2009" extrusionOk="0">
                  <a:moveTo>
                    <a:pt x="21" y="0"/>
                  </a:moveTo>
                  <a:lnTo>
                    <a:pt x="0" y="2009"/>
                  </a:lnTo>
                  <a:lnTo>
                    <a:pt x="1465" y="64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D3B9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71"/>
            <p:cNvSpPr/>
            <p:nvPr/>
          </p:nvSpPr>
          <p:spPr>
            <a:xfrm>
              <a:off x="3098350" y="4781500"/>
              <a:ext cx="8375" cy="12050"/>
            </a:xfrm>
            <a:custGeom>
              <a:avLst/>
              <a:gdLst/>
              <a:ahLst/>
              <a:cxnLst/>
              <a:rect l="l" t="t" r="r" b="b"/>
              <a:pathLst>
                <a:path w="335" h="482" extrusionOk="0">
                  <a:moveTo>
                    <a:pt x="0" y="1"/>
                  </a:moveTo>
                  <a:lnTo>
                    <a:pt x="0" y="482"/>
                  </a:lnTo>
                  <a:lnTo>
                    <a:pt x="335" y="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71"/>
            <p:cNvSpPr/>
            <p:nvPr/>
          </p:nvSpPr>
          <p:spPr>
            <a:xfrm>
              <a:off x="3289275" y="4343150"/>
              <a:ext cx="26700" cy="27750"/>
            </a:xfrm>
            <a:custGeom>
              <a:avLst/>
              <a:gdLst/>
              <a:ahLst/>
              <a:cxnLst/>
              <a:rect l="l" t="t" r="r" b="b"/>
              <a:pathLst>
                <a:path w="1068" h="1110" extrusionOk="0">
                  <a:moveTo>
                    <a:pt x="356" y="1"/>
                  </a:moveTo>
                  <a:lnTo>
                    <a:pt x="0" y="775"/>
                  </a:lnTo>
                  <a:lnTo>
                    <a:pt x="774" y="1110"/>
                  </a:lnTo>
                  <a:lnTo>
                    <a:pt x="984" y="607"/>
                  </a:lnTo>
                  <a:cubicBezTo>
                    <a:pt x="1067" y="461"/>
                    <a:pt x="984" y="273"/>
                    <a:pt x="837" y="210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FF7BAB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71"/>
            <p:cNvSpPr/>
            <p:nvPr/>
          </p:nvSpPr>
          <p:spPr>
            <a:xfrm>
              <a:off x="3278275" y="4368250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336" y="1"/>
                  </a:moveTo>
                  <a:lnTo>
                    <a:pt x="1" y="775"/>
                  </a:lnTo>
                  <a:lnTo>
                    <a:pt x="775" y="1110"/>
                  </a:lnTo>
                  <a:lnTo>
                    <a:pt x="1110" y="33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B2B2B2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71"/>
            <p:cNvSpPr/>
            <p:nvPr/>
          </p:nvSpPr>
          <p:spPr>
            <a:xfrm>
              <a:off x="3116125" y="4393375"/>
              <a:ext cx="166900" cy="360950"/>
            </a:xfrm>
            <a:custGeom>
              <a:avLst/>
              <a:gdLst/>
              <a:ahLst/>
              <a:cxnLst/>
              <a:rect l="l" t="t" r="r" b="b"/>
              <a:pathLst>
                <a:path w="6676" h="14438" extrusionOk="0">
                  <a:moveTo>
                    <a:pt x="6382" y="0"/>
                  </a:moveTo>
                  <a:lnTo>
                    <a:pt x="6299" y="189"/>
                  </a:lnTo>
                  <a:lnTo>
                    <a:pt x="0" y="14312"/>
                  </a:lnTo>
                  <a:lnTo>
                    <a:pt x="273" y="14438"/>
                  </a:lnTo>
                  <a:lnTo>
                    <a:pt x="6675" y="126"/>
                  </a:lnTo>
                  <a:lnTo>
                    <a:pt x="6382" y="0"/>
                  </a:lnTo>
                  <a:close/>
                </a:path>
              </a:pathLst>
            </a:custGeom>
            <a:solidFill>
              <a:srgbClr val="FBED21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71"/>
            <p:cNvSpPr/>
            <p:nvPr/>
          </p:nvSpPr>
          <p:spPr>
            <a:xfrm>
              <a:off x="3122925" y="4396500"/>
              <a:ext cx="171600" cy="363050"/>
            </a:xfrm>
            <a:custGeom>
              <a:avLst/>
              <a:gdLst/>
              <a:ahLst/>
              <a:cxnLst/>
              <a:rect l="l" t="t" r="r" b="b"/>
              <a:pathLst>
                <a:path w="6864" h="14522" extrusionOk="0">
                  <a:moveTo>
                    <a:pt x="6403" y="1"/>
                  </a:moveTo>
                  <a:lnTo>
                    <a:pt x="1" y="14313"/>
                  </a:lnTo>
                  <a:lnTo>
                    <a:pt x="482" y="14522"/>
                  </a:lnTo>
                  <a:lnTo>
                    <a:pt x="6863" y="210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71"/>
            <p:cNvSpPr/>
            <p:nvPr/>
          </p:nvSpPr>
          <p:spPr>
            <a:xfrm>
              <a:off x="3275675" y="4387625"/>
              <a:ext cx="24700" cy="14400"/>
            </a:xfrm>
            <a:custGeom>
              <a:avLst/>
              <a:gdLst/>
              <a:ahLst/>
              <a:cxnLst/>
              <a:rect l="l" t="t" r="r" b="b"/>
              <a:pathLst>
                <a:path w="988" h="576" extrusionOk="0">
                  <a:moveTo>
                    <a:pt x="105" y="0"/>
                  </a:moveTo>
                  <a:lnTo>
                    <a:pt x="63" y="84"/>
                  </a:lnTo>
                  <a:lnTo>
                    <a:pt x="63" y="105"/>
                  </a:lnTo>
                  <a:lnTo>
                    <a:pt x="0" y="230"/>
                  </a:lnTo>
                  <a:lnTo>
                    <a:pt x="293" y="356"/>
                  </a:lnTo>
                  <a:lnTo>
                    <a:pt x="753" y="565"/>
                  </a:lnTo>
                  <a:cubicBezTo>
                    <a:pt x="773" y="573"/>
                    <a:pt x="792" y="576"/>
                    <a:pt x="809" y="576"/>
                  </a:cubicBezTo>
                  <a:cubicBezTo>
                    <a:pt x="937" y="576"/>
                    <a:pt x="987" y="390"/>
                    <a:pt x="858" y="335"/>
                  </a:cubicBezTo>
                  <a:lnTo>
                    <a:pt x="879" y="33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71"/>
            <p:cNvSpPr/>
            <p:nvPr/>
          </p:nvSpPr>
          <p:spPr>
            <a:xfrm>
              <a:off x="3287175" y="4362500"/>
              <a:ext cx="23575" cy="14575"/>
            </a:xfrm>
            <a:custGeom>
              <a:avLst/>
              <a:gdLst/>
              <a:ahLst/>
              <a:cxnLst/>
              <a:rect l="l" t="t" r="r" b="b"/>
              <a:pathLst>
                <a:path w="943" h="583" extrusionOk="0">
                  <a:moveTo>
                    <a:pt x="105" y="1"/>
                  </a:moveTo>
                  <a:lnTo>
                    <a:pt x="42" y="126"/>
                  </a:lnTo>
                  <a:lnTo>
                    <a:pt x="1" y="231"/>
                  </a:lnTo>
                  <a:lnTo>
                    <a:pt x="754" y="566"/>
                  </a:lnTo>
                  <a:cubicBezTo>
                    <a:pt x="771" y="577"/>
                    <a:pt x="790" y="583"/>
                    <a:pt x="809" y="583"/>
                  </a:cubicBezTo>
                  <a:cubicBezTo>
                    <a:pt x="858" y="583"/>
                    <a:pt x="906" y="548"/>
                    <a:pt x="921" y="503"/>
                  </a:cubicBezTo>
                  <a:cubicBezTo>
                    <a:pt x="942" y="440"/>
                    <a:pt x="921" y="377"/>
                    <a:pt x="858" y="336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71"/>
            <p:cNvSpPr/>
            <p:nvPr/>
          </p:nvSpPr>
          <p:spPr>
            <a:xfrm>
              <a:off x="3098350" y="4751175"/>
              <a:ext cx="36625" cy="42375"/>
            </a:xfrm>
            <a:custGeom>
              <a:avLst/>
              <a:gdLst/>
              <a:ahLst/>
              <a:cxnLst/>
              <a:rect l="l" t="t" r="r" b="b"/>
              <a:pathLst>
                <a:path w="1465" h="1695" extrusionOk="0">
                  <a:moveTo>
                    <a:pt x="711" y="0"/>
                  </a:moveTo>
                  <a:lnTo>
                    <a:pt x="0" y="1590"/>
                  </a:lnTo>
                  <a:lnTo>
                    <a:pt x="0" y="1695"/>
                  </a:lnTo>
                  <a:lnTo>
                    <a:pt x="1465" y="335"/>
                  </a:lnTo>
                  <a:lnTo>
                    <a:pt x="984" y="12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EBD3B9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71"/>
            <p:cNvSpPr/>
            <p:nvPr/>
          </p:nvSpPr>
          <p:spPr>
            <a:xfrm>
              <a:off x="2884913" y="4249000"/>
              <a:ext cx="371425" cy="498000"/>
            </a:xfrm>
            <a:custGeom>
              <a:avLst/>
              <a:gdLst/>
              <a:ahLst/>
              <a:cxnLst/>
              <a:rect l="l" t="t" r="r" b="b"/>
              <a:pathLst>
                <a:path w="14857" h="19920" extrusionOk="0">
                  <a:moveTo>
                    <a:pt x="0" y="0"/>
                  </a:moveTo>
                  <a:lnTo>
                    <a:pt x="0" y="19920"/>
                  </a:lnTo>
                  <a:lnTo>
                    <a:pt x="14856" y="19920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71"/>
            <p:cNvSpPr/>
            <p:nvPr/>
          </p:nvSpPr>
          <p:spPr>
            <a:xfrm>
              <a:off x="2922563" y="4299725"/>
              <a:ext cx="145975" cy="9450"/>
            </a:xfrm>
            <a:custGeom>
              <a:avLst/>
              <a:gdLst/>
              <a:ahLst/>
              <a:cxnLst/>
              <a:rect l="l" t="t" r="r" b="b"/>
              <a:pathLst>
                <a:path w="5839" h="378" extrusionOk="0">
                  <a:moveTo>
                    <a:pt x="1" y="1"/>
                  </a:moveTo>
                  <a:lnTo>
                    <a:pt x="1" y="378"/>
                  </a:lnTo>
                  <a:lnTo>
                    <a:pt x="5838" y="378"/>
                  </a:lnTo>
                  <a:lnTo>
                    <a:pt x="5838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71"/>
            <p:cNvSpPr/>
            <p:nvPr/>
          </p:nvSpPr>
          <p:spPr>
            <a:xfrm>
              <a:off x="2922563" y="43227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71"/>
            <p:cNvSpPr/>
            <p:nvPr/>
          </p:nvSpPr>
          <p:spPr>
            <a:xfrm>
              <a:off x="2922563" y="4343150"/>
              <a:ext cx="295575" cy="9975"/>
            </a:xfrm>
            <a:custGeom>
              <a:avLst/>
              <a:gdLst/>
              <a:ahLst/>
              <a:cxnLst/>
              <a:rect l="l" t="t" r="r" b="b"/>
              <a:pathLst>
                <a:path w="11823" h="399" extrusionOk="0">
                  <a:moveTo>
                    <a:pt x="1" y="1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71"/>
            <p:cNvSpPr/>
            <p:nvPr/>
          </p:nvSpPr>
          <p:spPr>
            <a:xfrm>
              <a:off x="2922563" y="43640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71"/>
            <p:cNvSpPr/>
            <p:nvPr/>
          </p:nvSpPr>
          <p:spPr>
            <a:xfrm>
              <a:off x="2922563" y="438500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71"/>
            <p:cNvSpPr/>
            <p:nvPr/>
          </p:nvSpPr>
          <p:spPr>
            <a:xfrm>
              <a:off x="2922563" y="440592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71"/>
            <p:cNvSpPr/>
            <p:nvPr/>
          </p:nvSpPr>
          <p:spPr>
            <a:xfrm>
              <a:off x="2922563" y="44268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71"/>
            <p:cNvSpPr/>
            <p:nvPr/>
          </p:nvSpPr>
          <p:spPr>
            <a:xfrm>
              <a:off x="2922563" y="44477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71"/>
            <p:cNvSpPr/>
            <p:nvPr/>
          </p:nvSpPr>
          <p:spPr>
            <a:xfrm>
              <a:off x="2922563" y="44687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1"/>
            <p:cNvSpPr/>
            <p:nvPr/>
          </p:nvSpPr>
          <p:spPr>
            <a:xfrm>
              <a:off x="2922563" y="44896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1"/>
            <p:cNvSpPr/>
            <p:nvPr/>
          </p:nvSpPr>
          <p:spPr>
            <a:xfrm>
              <a:off x="2922563" y="4510025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1"/>
            <p:cNvSpPr/>
            <p:nvPr/>
          </p:nvSpPr>
          <p:spPr>
            <a:xfrm>
              <a:off x="2922563" y="4530950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1"/>
            <p:cNvSpPr/>
            <p:nvPr/>
          </p:nvSpPr>
          <p:spPr>
            <a:xfrm>
              <a:off x="2922563" y="45518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1"/>
            <p:cNvSpPr/>
            <p:nvPr/>
          </p:nvSpPr>
          <p:spPr>
            <a:xfrm>
              <a:off x="2922563" y="45728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1"/>
            <p:cNvSpPr/>
            <p:nvPr/>
          </p:nvSpPr>
          <p:spPr>
            <a:xfrm>
              <a:off x="2922563" y="45937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1"/>
            <p:cNvSpPr/>
            <p:nvPr/>
          </p:nvSpPr>
          <p:spPr>
            <a:xfrm>
              <a:off x="2922563" y="461465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1"/>
            <p:cNvSpPr/>
            <p:nvPr/>
          </p:nvSpPr>
          <p:spPr>
            <a:xfrm>
              <a:off x="2922563" y="46355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71"/>
            <p:cNvSpPr/>
            <p:nvPr/>
          </p:nvSpPr>
          <p:spPr>
            <a:xfrm>
              <a:off x="2922563" y="46564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71"/>
            <p:cNvSpPr/>
            <p:nvPr/>
          </p:nvSpPr>
          <p:spPr>
            <a:xfrm>
              <a:off x="3258388" y="4337850"/>
              <a:ext cx="57575" cy="66600"/>
            </a:xfrm>
            <a:custGeom>
              <a:avLst/>
              <a:gdLst/>
              <a:ahLst/>
              <a:cxnLst/>
              <a:rect l="l" t="t" r="r" b="b"/>
              <a:pathLst>
                <a:path w="2303" h="2664" extrusionOk="0">
                  <a:moveTo>
                    <a:pt x="1087" y="0"/>
                  </a:moveTo>
                  <a:cubicBezTo>
                    <a:pt x="967" y="0"/>
                    <a:pt x="858" y="67"/>
                    <a:pt x="796" y="192"/>
                  </a:cubicBezTo>
                  <a:lnTo>
                    <a:pt x="63" y="1845"/>
                  </a:lnTo>
                  <a:cubicBezTo>
                    <a:pt x="1" y="1991"/>
                    <a:pt x="63" y="2179"/>
                    <a:pt x="210" y="2242"/>
                  </a:cubicBezTo>
                  <a:lnTo>
                    <a:pt x="1089" y="2640"/>
                  </a:lnTo>
                  <a:cubicBezTo>
                    <a:pt x="1126" y="2656"/>
                    <a:pt x="1166" y="2664"/>
                    <a:pt x="1206" y="2664"/>
                  </a:cubicBezTo>
                  <a:cubicBezTo>
                    <a:pt x="1323" y="2664"/>
                    <a:pt x="1440" y="2597"/>
                    <a:pt x="1486" y="2472"/>
                  </a:cubicBezTo>
                  <a:lnTo>
                    <a:pt x="2219" y="819"/>
                  </a:lnTo>
                  <a:cubicBezTo>
                    <a:pt x="2302" y="673"/>
                    <a:pt x="2219" y="485"/>
                    <a:pt x="2072" y="422"/>
                  </a:cubicBezTo>
                  <a:lnTo>
                    <a:pt x="1214" y="24"/>
                  </a:lnTo>
                  <a:cubicBezTo>
                    <a:pt x="1172" y="8"/>
                    <a:pt x="1129" y="0"/>
                    <a:pt x="1087" y="0"/>
                  </a:cubicBezTo>
                  <a:close/>
                </a:path>
              </a:pathLst>
            </a:custGeom>
            <a:solidFill>
              <a:srgbClr val="607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71"/>
            <p:cNvSpPr/>
            <p:nvPr/>
          </p:nvSpPr>
          <p:spPr>
            <a:xfrm>
              <a:off x="3260488" y="4357800"/>
              <a:ext cx="46575" cy="40300"/>
            </a:xfrm>
            <a:custGeom>
              <a:avLst/>
              <a:gdLst/>
              <a:ahLst/>
              <a:cxnLst/>
              <a:rect l="l" t="t" r="r" b="b"/>
              <a:pathLst>
                <a:path w="1863" h="1612" extrusionOk="0">
                  <a:moveTo>
                    <a:pt x="440" y="1"/>
                  </a:moveTo>
                  <a:lnTo>
                    <a:pt x="0" y="984"/>
                  </a:lnTo>
                  <a:lnTo>
                    <a:pt x="1444" y="1612"/>
                  </a:lnTo>
                  <a:lnTo>
                    <a:pt x="1863" y="64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009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71"/>
            <p:cNvSpPr/>
            <p:nvPr/>
          </p:nvSpPr>
          <p:spPr>
            <a:xfrm>
              <a:off x="3099363" y="4382900"/>
              <a:ext cx="172650" cy="366200"/>
            </a:xfrm>
            <a:custGeom>
              <a:avLst/>
              <a:gdLst/>
              <a:ahLst/>
              <a:cxnLst/>
              <a:rect l="l" t="t" r="r" b="b"/>
              <a:pathLst>
                <a:path w="6906" h="14648" extrusionOk="0">
                  <a:moveTo>
                    <a:pt x="6424" y="1"/>
                  </a:moveTo>
                  <a:lnTo>
                    <a:pt x="1" y="14438"/>
                  </a:lnTo>
                  <a:lnTo>
                    <a:pt x="461" y="14647"/>
                  </a:lnTo>
                  <a:lnTo>
                    <a:pt x="6906" y="210"/>
                  </a:lnTo>
                  <a:lnTo>
                    <a:pt x="6424" y="1"/>
                  </a:lnTo>
                  <a:close/>
                </a:path>
              </a:pathLst>
            </a:custGeom>
            <a:solidFill>
              <a:srgbClr val="673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71"/>
            <p:cNvSpPr/>
            <p:nvPr/>
          </p:nvSpPr>
          <p:spPr>
            <a:xfrm>
              <a:off x="3110888" y="4387625"/>
              <a:ext cx="173150" cy="366175"/>
            </a:xfrm>
            <a:custGeom>
              <a:avLst/>
              <a:gdLst/>
              <a:ahLst/>
              <a:cxnLst/>
              <a:rect l="l" t="t" r="r" b="b"/>
              <a:pathLst>
                <a:path w="6926" h="14647" extrusionOk="0">
                  <a:moveTo>
                    <a:pt x="6445" y="0"/>
                  </a:moveTo>
                  <a:lnTo>
                    <a:pt x="0" y="14437"/>
                  </a:lnTo>
                  <a:lnTo>
                    <a:pt x="482" y="14647"/>
                  </a:lnTo>
                  <a:lnTo>
                    <a:pt x="6926" y="209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673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71"/>
            <p:cNvSpPr/>
            <p:nvPr/>
          </p:nvSpPr>
          <p:spPr>
            <a:xfrm>
              <a:off x="3122913" y="4393375"/>
              <a:ext cx="173175" cy="366175"/>
            </a:xfrm>
            <a:custGeom>
              <a:avLst/>
              <a:gdLst/>
              <a:ahLst/>
              <a:cxnLst/>
              <a:rect l="l" t="t" r="r" b="b"/>
              <a:pathLst>
                <a:path w="6927" h="14647" extrusionOk="0">
                  <a:moveTo>
                    <a:pt x="6445" y="0"/>
                  </a:moveTo>
                  <a:lnTo>
                    <a:pt x="1" y="14417"/>
                  </a:lnTo>
                  <a:lnTo>
                    <a:pt x="482" y="14647"/>
                  </a:lnTo>
                  <a:lnTo>
                    <a:pt x="6926" y="210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71"/>
            <p:cNvSpPr/>
            <p:nvPr/>
          </p:nvSpPr>
          <p:spPr>
            <a:xfrm>
              <a:off x="3256313" y="4379575"/>
              <a:ext cx="43425" cy="22375"/>
            </a:xfrm>
            <a:custGeom>
              <a:avLst/>
              <a:gdLst/>
              <a:ahLst/>
              <a:cxnLst/>
              <a:rect l="l" t="t" r="r" b="b"/>
              <a:pathLst>
                <a:path w="1737" h="895" extrusionOk="0">
                  <a:moveTo>
                    <a:pt x="142" y="0"/>
                  </a:moveTo>
                  <a:cubicBezTo>
                    <a:pt x="97" y="0"/>
                    <a:pt x="58" y="24"/>
                    <a:pt x="42" y="71"/>
                  </a:cubicBezTo>
                  <a:cubicBezTo>
                    <a:pt x="0" y="134"/>
                    <a:pt x="42" y="218"/>
                    <a:pt x="105" y="238"/>
                  </a:cubicBezTo>
                  <a:lnTo>
                    <a:pt x="1548" y="887"/>
                  </a:lnTo>
                  <a:cubicBezTo>
                    <a:pt x="1564" y="892"/>
                    <a:pt x="1580" y="895"/>
                    <a:pt x="1595" y="895"/>
                  </a:cubicBezTo>
                  <a:cubicBezTo>
                    <a:pt x="1641" y="895"/>
                    <a:pt x="1684" y="871"/>
                    <a:pt x="1716" y="824"/>
                  </a:cubicBezTo>
                  <a:cubicBezTo>
                    <a:pt x="1737" y="762"/>
                    <a:pt x="1716" y="699"/>
                    <a:pt x="1653" y="657"/>
                  </a:cubicBezTo>
                  <a:lnTo>
                    <a:pt x="188" y="8"/>
                  </a:lnTo>
                  <a:cubicBezTo>
                    <a:pt x="173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1"/>
            <p:cNvSpPr/>
            <p:nvPr/>
          </p:nvSpPr>
          <p:spPr>
            <a:xfrm>
              <a:off x="3267813" y="4354475"/>
              <a:ext cx="42925" cy="22600"/>
            </a:xfrm>
            <a:custGeom>
              <a:avLst/>
              <a:gdLst/>
              <a:ahLst/>
              <a:cxnLst/>
              <a:rect l="l" t="t" r="r" b="b"/>
              <a:pathLst>
                <a:path w="1717" h="904" extrusionOk="0">
                  <a:moveTo>
                    <a:pt x="142" y="0"/>
                  </a:moveTo>
                  <a:cubicBezTo>
                    <a:pt x="90" y="0"/>
                    <a:pt x="37" y="28"/>
                    <a:pt x="21" y="92"/>
                  </a:cubicBezTo>
                  <a:cubicBezTo>
                    <a:pt x="0" y="154"/>
                    <a:pt x="21" y="217"/>
                    <a:pt x="84" y="238"/>
                  </a:cubicBezTo>
                  <a:lnTo>
                    <a:pt x="1528" y="887"/>
                  </a:lnTo>
                  <a:cubicBezTo>
                    <a:pt x="1545" y="898"/>
                    <a:pt x="1564" y="904"/>
                    <a:pt x="1583" y="904"/>
                  </a:cubicBezTo>
                  <a:cubicBezTo>
                    <a:pt x="1632" y="904"/>
                    <a:pt x="1680" y="869"/>
                    <a:pt x="1695" y="824"/>
                  </a:cubicBezTo>
                  <a:cubicBezTo>
                    <a:pt x="1716" y="761"/>
                    <a:pt x="1695" y="698"/>
                    <a:pt x="1632" y="657"/>
                  </a:cubicBezTo>
                  <a:lnTo>
                    <a:pt x="189" y="8"/>
                  </a:lnTo>
                  <a:cubicBezTo>
                    <a:pt x="174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1"/>
            <p:cNvSpPr/>
            <p:nvPr/>
          </p:nvSpPr>
          <p:spPr>
            <a:xfrm>
              <a:off x="3098338" y="4743325"/>
              <a:ext cx="36625" cy="50225"/>
            </a:xfrm>
            <a:custGeom>
              <a:avLst/>
              <a:gdLst/>
              <a:ahLst/>
              <a:cxnLst/>
              <a:rect l="l" t="t" r="r" b="b"/>
              <a:pathLst>
                <a:path w="1465" h="2009" extrusionOk="0">
                  <a:moveTo>
                    <a:pt x="21" y="0"/>
                  </a:moveTo>
                  <a:lnTo>
                    <a:pt x="0" y="2009"/>
                  </a:lnTo>
                  <a:lnTo>
                    <a:pt x="1465" y="64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D3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1"/>
            <p:cNvSpPr/>
            <p:nvPr/>
          </p:nvSpPr>
          <p:spPr>
            <a:xfrm>
              <a:off x="3289263" y="4343150"/>
              <a:ext cx="26700" cy="27750"/>
            </a:xfrm>
            <a:custGeom>
              <a:avLst/>
              <a:gdLst/>
              <a:ahLst/>
              <a:cxnLst/>
              <a:rect l="l" t="t" r="r" b="b"/>
              <a:pathLst>
                <a:path w="1068" h="1110" extrusionOk="0">
                  <a:moveTo>
                    <a:pt x="356" y="1"/>
                  </a:moveTo>
                  <a:lnTo>
                    <a:pt x="0" y="775"/>
                  </a:lnTo>
                  <a:lnTo>
                    <a:pt x="774" y="1110"/>
                  </a:lnTo>
                  <a:lnTo>
                    <a:pt x="984" y="607"/>
                  </a:lnTo>
                  <a:cubicBezTo>
                    <a:pt x="1067" y="461"/>
                    <a:pt x="984" y="273"/>
                    <a:pt x="837" y="210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607D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71"/>
            <p:cNvSpPr/>
            <p:nvPr/>
          </p:nvSpPr>
          <p:spPr>
            <a:xfrm>
              <a:off x="3278263" y="4368250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336" y="1"/>
                  </a:moveTo>
                  <a:lnTo>
                    <a:pt x="1" y="775"/>
                  </a:lnTo>
                  <a:lnTo>
                    <a:pt x="775" y="1110"/>
                  </a:lnTo>
                  <a:lnTo>
                    <a:pt x="1110" y="33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0090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71"/>
            <p:cNvSpPr/>
            <p:nvPr/>
          </p:nvSpPr>
          <p:spPr>
            <a:xfrm>
              <a:off x="3116113" y="4393375"/>
              <a:ext cx="166900" cy="360950"/>
            </a:xfrm>
            <a:custGeom>
              <a:avLst/>
              <a:gdLst/>
              <a:ahLst/>
              <a:cxnLst/>
              <a:rect l="l" t="t" r="r" b="b"/>
              <a:pathLst>
                <a:path w="6676" h="14438" extrusionOk="0">
                  <a:moveTo>
                    <a:pt x="6382" y="0"/>
                  </a:moveTo>
                  <a:lnTo>
                    <a:pt x="6299" y="189"/>
                  </a:lnTo>
                  <a:lnTo>
                    <a:pt x="0" y="14312"/>
                  </a:lnTo>
                  <a:lnTo>
                    <a:pt x="273" y="14438"/>
                  </a:lnTo>
                  <a:lnTo>
                    <a:pt x="6675" y="126"/>
                  </a:lnTo>
                  <a:lnTo>
                    <a:pt x="6382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71"/>
            <p:cNvSpPr/>
            <p:nvPr/>
          </p:nvSpPr>
          <p:spPr>
            <a:xfrm>
              <a:off x="3122913" y="4396500"/>
              <a:ext cx="171600" cy="363050"/>
            </a:xfrm>
            <a:custGeom>
              <a:avLst/>
              <a:gdLst/>
              <a:ahLst/>
              <a:cxnLst/>
              <a:rect l="l" t="t" r="r" b="b"/>
              <a:pathLst>
                <a:path w="6864" h="14522" extrusionOk="0">
                  <a:moveTo>
                    <a:pt x="6403" y="1"/>
                  </a:moveTo>
                  <a:lnTo>
                    <a:pt x="1" y="14313"/>
                  </a:lnTo>
                  <a:lnTo>
                    <a:pt x="482" y="14522"/>
                  </a:lnTo>
                  <a:lnTo>
                    <a:pt x="6863" y="210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rgbClr val="673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71"/>
            <p:cNvSpPr/>
            <p:nvPr/>
          </p:nvSpPr>
          <p:spPr>
            <a:xfrm>
              <a:off x="3275663" y="4387625"/>
              <a:ext cx="24700" cy="14400"/>
            </a:xfrm>
            <a:custGeom>
              <a:avLst/>
              <a:gdLst/>
              <a:ahLst/>
              <a:cxnLst/>
              <a:rect l="l" t="t" r="r" b="b"/>
              <a:pathLst>
                <a:path w="988" h="576" extrusionOk="0">
                  <a:moveTo>
                    <a:pt x="105" y="0"/>
                  </a:moveTo>
                  <a:lnTo>
                    <a:pt x="63" y="84"/>
                  </a:lnTo>
                  <a:lnTo>
                    <a:pt x="63" y="105"/>
                  </a:lnTo>
                  <a:lnTo>
                    <a:pt x="0" y="230"/>
                  </a:lnTo>
                  <a:lnTo>
                    <a:pt x="293" y="356"/>
                  </a:lnTo>
                  <a:lnTo>
                    <a:pt x="753" y="565"/>
                  </a:lnTo>
                  <a:cubicBezTo>
                    <a:pt x="773" y="573"/>
                    <a:pt x="792" y="576"/>
                    <a:pt x="809" y="576"/>
                  </a:cubicBezTo>
                  <a:cubicBezTo>
                    <a:pt x="937" y="576"/>
                    <a:pt x="987" y="390"/>
                    <a:pt x="858" y="335"/>
                  </a:cubicBezTo>
                  <a:lnTo>
                    <a:pt x="879" y="33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71"/>
            <p:cNvSpPr/>
            <p:nvPr/>
          </p:nvSpPr>
          <p:spPr>
            <a:xfrm>
              <a:off x="3287163" y="4362500"/>
              <a:ext cx="23575" cy="14575"/>
            </a:xfrm>
            <a:custGeom>
              <a:avLst/>
              <a:gdLst/>
              <a:ahLst/>
              <a:cxnLst/>
              <a:rect l="l" t="t" r="r" b="b"/>
              <a:pathLst>
                <a:path w="943" h="583" extrusionOk="0">
                  <a:moveTo>
                    <a:pt x="105" y="1"/>
                  </a:moveTo>
                  <a:lnTo>
                    <a:pt x="42" y="126"/>
                  </a:lnTo>
                  <a:lnTo>
                    <a:pt x="1" y="231"/>
                  </a:lnTo>
                  <a:lnTo>
                    <a:pt x="754" y="566"/>
                  </a:lnTo>
                  <a:cubicBezTo>
                    <a:pt x="771" y="577"/>
                    <a:pt x="790" y="583"/>
                    <a:pt x="809" y="583"/>
                  </a:cubicBezTo>
                  <a:cubicBezTo>
                    <a:pt x="858" y="583"/>
                    <a:pt x="906" y="548"/>
                    <a:pt x="921" y="503"/>
                  </a:cubicBezTo>
                  <a:cubicBezTo>
                    <a:pt x="942" y="440"/>
                    <a:pt x="921" y="377"/>
                    <a:pt x="858" y="336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71"/>
            <p:cNvSpPr/>
            <p:nvPr/>
          </p:nvSpPr>
          <p:spPr>
            <a:xfrm>
              <a:off x="3098338" y="4751175"/>
              <a:ext cx="36625" cy="42375"/>
            </a:xfrm>
            <a:custGeom>
              <a:avLst/>
              <a:gdLst/>
              <a:ahLst/>
              <a:cxnLst/>
              <a:rect l="l" t="t" r="r" b="b"/>
              <a:pathLst>
                <a:path w="1465" h="1695" extrusionOk="0">
                  <a:moveTo>
                    <a:pt x="711" y="0"/>
                  </a:moveTo>
                  <a:lnTo>
                    <a:pt x="0" y="1590"/>
                  </a:lnTo>
                  <a:lnTo>
                    <a:pt x="0" y="1695"/>
                  </a:lnTo>
                  <a:lnTo>
                    <a:pt x="1465" y="335"/>
                  </a:lnTo>
                  <a:lnTo>
                    <a:pt x="984" y="12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EBD3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1"/>
            <p:cNvSpPr/>
            <p:nvPr/>
          </p:nvSpPr>
          <p:spPr>
            <a:xfrm>
              <a:off x="3098338" y="4781500"/>
              <a:ext cx="8375" cy="12050"/>
            </a:xfrm>
            <a:custGeom>
              <a:avLst/>
              <a:gdLst/>
              <a:ahLst/>
              <a:cxnLst/>
              <a:rect l="l" t="t" r="r" b="b"/>
              <a:pathLst>
                <a:path w="335" h="482" extrusionOk="0">
                  <a:moveTo>
                    <a:pt x="0" y="1"/>
                  </a:moveTo>
                  <a:lnTo>
                    <a:pt x="0" y="482"/>
                  </a:lnTo>
                  <a:lnTo>
                    <a:pt x="335" y="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5" name="Google Shape;845;p71"/>
          <p:cNvSpPr/>
          <p:nvPr/>
        </p:nvSpPr>
        <p:spPr>
          <a:xfrm>
            <a:off x="145549" y="140251"/>
            <a:ext cx="468900" cy="423600"/>
          </a:xfrm>
          <a:prstGeom prst="roundRect">
            <a:avLst>
              <a:gd name="adj" fmla="val 16667"/>
            </a:avLst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91D63"/>
              </a:buClr>
              <a:buSzPts val="1100"/>
              <a:buFont typeface="Arial"/>
              <a:buNone/>
            </a:pPr>
            <a:endParaRPr sz="100"/>
          </a:p>
        </p:txBody>
      </p:sp>
      <p:sp>
        <p:nvSpPr>
          <p:cNvPr id="846" name="Google Shape;846;p71">
            <a:hlinkClick r:id="" action="ppaction://noaction"/>
          </p:cNvPr>
          <p:cNvSpPr/>
          <p:nvPr/>
        </p:nvSpPr>
        <p:spPr>
          <a:xfrm>
            <a:off x="275690" y="249301"/>
            <a:ext cx="208627" cy="205474"/>
          </a:xfrm>
          <a:custGeom>
            <a:avLst/>
            <a:gdLst/>
            <a:ahLst/>
            <a:cxnLst/>
            <a:rect l="l" t="t" r="r" b="b"/>
            <a:pathLst>
              <a:path w="212885" h="209134" extrusionOk="0">
                <a:moveTo>
                  <a:pt x="106442" y="0"/>
                </a:moveTo>
                <a:cubicBezTo>
                  <a:pt x="101296" y="0"/>
                  <a:pt x="96467" y="2010"/>
                  <a:pt x="92840" y="5637"/>
                </a:cubicBezTo>
                <a:lnTo>
                  <a:pt x="7574" y="90903"/>
                </a:lnTo>
                <a:cubicBezTo>
                  <a:pt x="7525" y="90928"/>
                  <a:pt x="7501" y="90977"/>
                  <a:pt x="7476" y="91001"/>
                </a:cubicBezTo>
                <a:cubicBezTo>
                  <a:pt x="1" y="98501"/>
                  <a:pt x="25" y="110682"/>
                  <a:pt x="7525" y="118181"/>
                </a:cubicBezTo>
                <a:cubicBezTo>
                  <a:pt x="10932" y="121613"/>
                  <a:pt x="15466" y="123598"/>
                  <a:pt x="20294" y="123794"/>
                </a:cubicBezTo>
                <a:cubicBezTo>
                  <a:pt x="20490" y="123818"/>
                  <a:pt x="20686" y="123818"/>
                  <a:pt x="20882" y="123818"/>
                </a:cubicBezTo>
                <a:lnTo>
                  <a:pt x="24289" y="123818"/>
                </a:lnTo>
                <a:lnTo>
                  <a:pt x="24289" y="186610"/>
                </a:lnTo>
                <a:cubicBezTo>
                  <a:pt x="24289" y="199036"/>
                  <a:pt x="34387" y="209133"/>
                  <a:pt x="46813" y="209133"/>
                </a:cubicBezTo>
                <a:lnTo>
                  <a:pt x="80194" y="209133"/>
                </a:lnTo>
                <a:cubicBezTo>
                  <a:pt x="83576" y="209133"/>
                  <a:pt x="86321" y="206388"/>
                  <a:pt x="86321" y="203006"/>
                </a:cubicBezTo>
                <a:lnTo>
                  <a:pt x="86321" y="153793"/>
                </a:lnTo>
                <a:cubicBezTo>
                  <a:pt x="86321" y="148131"/>
                  <a:pt x="90928" y="143523"/>
                  <a:pt x="96614" y="143523"/>
                </a:cubicBezTo>
                <a:lnTo>
                  <a:pt x="116295" y="143523"/>
                </a:lnTo>
                <a:cubicBezTo>
                  <a:pt x="121956" y="143523"/>
                  <a:pt x="126564" y="148131"/>
                  <a:pt x="126564" y="153793"/>
                </a:cubicBezTo>
                <a:lnTo>
                  <a:pt x="126564" y="203006"/>
                </a:lnTo>
                <a:cubicBezTo>
                  <a:pt x="126564" y="206388"/>
                  <a:pt x="129309" y="209133"/>
                  <a:pt x="132691" y="209133"/>
                </a:cubicBezTo>
                <a:lnTo>
                  <a:pt x="166072" y="209133"/>
                </a:lnTo>
                <a:cubicBezTo>
                  <a:pt x="178498" y="209133"/>
                  <a:pt x="188620" y="199036"/>
                  <a:pt x="188620" y="186610"/>
                </a:cubicBezTo>
                <a:lnTo>
                  <a:pt x="188620" y="123818"/>
                </a:lnTo>
                <a:lnTo>
                  <a:pt x="191757" y="123818"/>
                </a:lnTo>
                <a:cubicBezTo>
                  <a:pt x="196904" y="123818"/>
                  <a:pt x="201733" y="121833"/>
                  <a:pt x="205384" y="118181"/>
                </a:cubicBezTo>
                <a:cubicBezTo>
                  <a:pt x="212884" y="110682"/>
                  <a:pt x="212884" y="98476"/>
                  <a:pt x="205384" y="90977"/>
                </a:cubicBezTo>
                <a:lnTo>
                  <a:pt x="205384" y="90952"/>
                </a:lnTo>
                <a:lnTo>
                  <a:pt x="120069" y="5637"/>
                </a:lnTo>
                <a:cubicBezTo>
                  <a:pt x="116417" y="2010"/>
                  <a:pt x="111589" y="0"/>
                  <a:pt x="1064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9DB0E6-04A4-4B0F-B26E-9C27B850C559}"/>
                  </a:ext>
                </a:extLst>
              </p14:cNvPr>
              <p14:cNvContentPartPr/>
              <p14:nvPr/>
            </p14:nvContentPartPr>
            <p14:xfrm>
              <a:off x="7920" y="382320"/>
              <a:ext cx="7628760" cy="343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9DB0E6-04A4-4B0F-B26E-9C27B850C5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40" y="372960"/>
                <a:ext cx="7647480" cy="344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53" name="Google Shape;85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EC6A8B-E732-4890-91B0-ED4D95D62D5B}"/>
                  </a:ext>
                </a:extLst>
              </p14:cNvPr>
              <p14:cNvContentPartPr/>
              <p14:nvPr/>
            </p14:nvContentPartPr>
            <p14:xfrm>
              <a:off x="585360" y="553320"/>
              <a:ext cx="4530600" cy="428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EC6A8B-E732-4890-91B0-ED4D95D62D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000" y="543960"/>
                <a:ext cx="4549320" cy="430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0" name="Google Shape;86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4"/>
          <p:cNvSpPr/>
          <p:nvPr/>
        </p:nvSpPr>
        <p:spPr>
          <a:xfrm>
            <a:off x="10400" y="4936325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74"/>
          <p:cNvSpPr/>
          <p:nvPr/>
        </p:nvSpPr>
        <p:spPr>
          <a:xfrm>
            <a:off x="8790725" y="-9750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7" name="Google Shape;86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-77625"/>
            <a:ext cx="9343123" cy="5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75" y="0"/>
            <a:ext cx="1107432" cy="51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5"/>
          <p:cNvPicPr preferRelativeResize="0"/>
          <p:nvPr/>
        </p:nvPicPr>
        <p:blipFill rotWithShape="1">
          <a:blip r:embed="rId4">
            <a:alphaModFix amt="71000"/>
          </a:blip>
          <a:srcRect l="10081" r="2779"/>
          <a:stretch/>
        </p:blipFill>
        <p:spPr>
          <a:xfrm>
            <a:off x="31789" y="2355562"/>
            <a:ext cx="9144001" cy="2802506"/>
          </a:xfrm>
          <a:prstGeom prst="rect">
            <a:avLst/>
          </a:prstGeom>
          <a:noFill/>
          <a:ln>
            <a:noFill/>
          </a:ln>
          <a:effectLst>
            <a:outerShdw blurRad="214313" dist="171450" dir="8820000" algn="bl" rotWithShape="0">
              <a:srgbClr val="000000">
                <a:alpha val="74000"/>
              </a:srgbClr>
            </a:outerShdw>
          </a:effectLst>
        </p:spPr>
      </p:pic>
      <p:sp>
        <p:nvSpPr>
          <p:cNvPr id="874" name="Google Shape;874;p75"/>
          <p:cNvSpPr txBox="1"/>
          <p:nvPr/>
        </p:nvSpPr>
        <p:spPr>
          <a:xfrm>
            <a:off x="3055400" y="449079"/>
            <a:ext cx="2725500" cy="28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Let’s Bring</a:t>
            </a:r>
            <a:endParaRPr sz="3600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GOLD</a:t>
            </a:r>
            <a:r>
              <a:rPr lang="en" sz="4000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 </a:t>
            </a:r>
            <a:endParaRPr sz="4000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For</a:t>
            </a:r>
            <a:endParaRPr sz="3600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b="1">
                <a:solidFill>
                  <a:srgbClr val="A61C00"/>
                </a:solidFill>
                <a:latin typeface="Zilla Slab"/>
                <a:ea typeface="Zilla Slab"/>
                <a:cs typeface="Zilla Slab"/>
                <a:sym typeface="Zilla Slab"/>
              </a:rPr>
              <a:t>INDIA</a:t>
            </a:r>
            <a:endParaRPr sz="5600" b="1">
              <a:solidFill>
                <a:srgbClr val="A61C00"/>
              </a:solidFill>
              <a:latin typeface="Zilla Slab"/>
              <a:ea typeface="Zilla Slab"/>
              <a:cs typeface="Zilla Slab"/>
              <a:sym typeface="Zilla Slab"/>
            </a:endParaRPr>
          </a:p>
        </p:txBody>
      </p:sp>
      <p:pic>
        <p:nvPicPr>
          <p:cNvPr id="875" name="Google Shape;875;p75"/>
          <p:cNvPicPr preferRelativeResize="0"/>
          <p:nvPr/>
        </p:nvPicPr>
        <p:blipFill rotWithShape="1">
          <a:blip r:embed="rId5">
            <a:alphaModFix/>
          </a:blip>
          <a:srcRect r="66134"/>
          <a:stretch/>
        </p:blipFill>
        <p:spPr>
          <a:xfrm>
            <a:off x="6280415" y="471926"/>
            <a:ext cx="1998345" cy="196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1700" y="2857702"/>
            <a:ext cx="1665125" cy="215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1880</Words>
  <Application>Microsoft Office PowerPoint</Application>
  <PresentationFormat>On-screen Show (16:9)</PresentationFormat>
  <Paragraphs>215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9" baseType="lpstr">
      <vt:lpstr>Comic Sans MS</vt:lpstr>
      <vt:lpstr>Cambria Math</vt:lpstr>
      <vt:lpstr>Poppins</vt:lpstr>
      <vt:lpstr>Montserrat</vt:lpstr>
      <vt:lpstr>Arial</vt:lpstr>
      <vt:lpstr>Bree Serif</vt:lpstr>
      <vt:lpstr>Bahnschrift SemiBold</vt:lpstr>
      <vt:lpstr>Proxima Nova</vt:lpstr>
      <vt:lpstr>Zilla Slab</vt:lpstr>
      <vt:lpstr>Raleway</vt:lpstr>
      <vt:lpstr>Merriweather</vt:lpstr>
      <vt:lpstr>Roboto</vt:lpstr>
      <vt:lpstr>Simple Light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Chinese Remainder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Abhay Mahajan</cp:lastModifiedBy>
  <cp:revision>2</cp:revision>
  <dcterms:modified xsi:type="dcterms:W3CDTF">2021-05-06T11:46:43Z</dcterms:modified>
</cp:coreProperties>
</file>