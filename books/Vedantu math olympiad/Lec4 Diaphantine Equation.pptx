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3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4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5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ink/ink6.xml" ContentType="application/inkml+xml"/>
  <Override PartName="/ppt/notesSlides/notesSlide8.xml" ContentType="application/vnd.openxmlformats-officedocument.presentationml.notesSlide+xml"/>
  <Override PartName="/ppt/ink/ink7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8.xml" ContentType="application/inkml+xml"/>
  <Override PartName="/ppt/notesSlides/notesSlide11.xml" ContentType="application/vnd.openxmlformats-officedocument.presentationml.notesSlide+xml"/>
  <Override PartName="/ppt/ink/ink9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0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1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2.xml" ContentType="application/inkml+xml"/>
  <Override PartName="/ppt/notesSlides/notesSlide19.xml" ContentType="application/vnd.openxmlformats-officedocument.presentationml.notesSlide+xml"/>
  <Override PartName="/ppt/ink/ink13.xml" ContentType="application/inkml+xml"/>
  <Override PartName="/ppt/notesSlides/notesSlide20.xml" ContentType="application/vnd.openxmlformats-officedocument.presentationml.notesSlide+xml"/>
  <Override PartName="/ppt/ink/ink14.xml" ContentType="application/inkml+xml"/>
  <Override PartName="/ppt/notesSlides/notesSlide21.xml" ContentType="application/vnd.openxmlformats-officedocument.presentationml.notesSlide+xml"/>
  <Override PartName="/ppt/ink/ink15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16.xml" ContentType="application/inkml+xml"/>
  <Override PartName="/ppt/notesSlides/notesSlide24.xml" ContentType="application/vnd.openxmlformats-officedocument.presentationml.notesSlide+xml"/>
  <Override PartName="/ppt/ink/ink17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18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19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20.xml" ContentType="application/inkml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ink/ink21.xml" ContentType="application/inkml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5" r:id="rId1"/>
    <p:sldMasterId id="2147483746" r:id="rId2"/>
    <p:sldMasterId id="2147483747" r:id="rId3"/>
    <p:sldMasterId id="2147483748" r:id="rId4"/>
    <p:sldMasterId id="2147483749" r:id="rId5"/>
    <p:sldMasterId id="2147483750" r:id="rId6"/>
  </p:sldMasterIdLst>
  <p:notesMasterIdLst>
    <p:notesMasterId r:id="rId4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5143500" type="screen16x9"/>
  <p:notesSz cx="6858000" cy="9144000"/>
  <p:embeddedFontLst>
    <p:embeddedFont>
      <p:font typeface="Bree Serif" panose="020B0604020202020204" charset="0"/>
      <p:regular r:id="rId49"/>
    </p:embeddedFont>
    <p:embeddedFont>
      <p:font typeface="Calibri" panose="020F0502020204030204" pitchFamily="34" charset="0"/>
      <p:regular r:id="rId50"/>
      <p:bold r:id="rId51"/>
      <p:italic r:id="rId52"/>
      <p:boldItalic r:id="rId53"/>
    </p:embeddedFont>
    <p:embeddedFont>
      <p:font typeface="Cambria Math" panose="02040503050406030204" pitchFamily="18" charset="0"/>
      <p:regular r:id="rId54"/>
    </p:embeddedFont>
    <p:embeddedFont>
      <p:font typeface="Comic Sans MS" panose="030F0702030302020204" pitchFamily="66" charset="0"/>
      <p:regular r:id="rId55"/>
      <p:bold r:id="rId56"/>
      <p:italic r:id="rId57"/>
      <p:boldItalic r:id="rId58"/>
    </p:embeddedFont>
    <p:embeddedFont>
      <p:font typeface="Impact" panose="020B0806030902050204" pitchFamily="34" charset="0"/>
      <p:regular r:id="rId59"/>
    </p:embeddedFont>
    <p:embeddedFont>
      <p:font typeface="Lora" panose="020B0604020202020204" charset="0"/>
      <p:regular r:id="rId60"/>
      <p:bold r:id="rId61"/>
      <p:italic r:id="rId62"/>
      <p:boldItalic r:id="rId63"/>
    </p:embeddedFont>
    <p:embeddedFont>
      <p:font typeface="Merriweather" panose="020B0604020202020204" charset="0"/>
      <p:regular r:id="rId64"/>
      <p:bold r:id="rId65"/>
      <p:italic r:id="rId66"/>
      <p:boldItalic r:id="rId67"/>
    </p:embeddedFont>
    <p:embeddedFont>
      <p:font typeface="Montserrat" panose="020B0604020202020204" charset="0"/>
      <p:regular r:id="rId68"/>
      <p:bold r:id="rId69"/>
      <p:italic r:id="rId70"/>
      <p:boldItalic r:id="rId71"/>
    </p:embeddedFont>
    <p:embeddedFont>
      <p:font typeface="Poppins" panose="020B0604020202020204" charset="0"/>
      <p:regular r:id="rId72"/>
      <p:bold r:id="rId73"/>
      <p:italic r:id="rId74"/>
      <p:boldItalic r:id="rId75"/>
    </p:embeddedFont>
    <p:embeddedFont>
      <p:font typeface="Proxima Nova" panose="020B0604020202020204" charset="0"/>
      <p:regular r:id="rId76"/>
      <p:bold r:id="rId77"/>
      <p:italic r:id="rId78"/>
      <p:boldItalic r:id="rId79"/>
    </p:embeddedFont>
    <p:embeddedFont>
      <p:font typeface="Proxima Nova Semibold" panose="020B0604020202020204" charset="0"/>
      <p:regular r:id="rId80"/>
      <p:bold r:id="rId81"/>
      <p:boldItalic r:id="rId82"/>
    </p:embeddedFont>
    <p:embeddedFont>
      <p:font typeface="Raleway" panose="020B0604020202020204" charset="0"/>
      <p:regular r:id="rId83"/>
      <p:bold r:id="rId84"/>
      <p:italic r:id="rId85"/>
      <p:boldItalic r:id="rId86"/>
    </p:embeddedFont>
    <p:embeddedFont>
      <p:font typeface="Roboto" panose="020B0604020202020204" charset="0"/>
      <p:regular r:id="rId87"/>
      <p:bold r:id="rId88"/>
      <p:italic r:id="rId89"/>
      <p:boldItalic r:id="rId90"/>
    </p:embeddedFont>
    <p:embeddedFont>
      <p:font typeface="Zilla Slab" panose="020B0604020202020204" charset="0"/>
      <p:regular r:id="rId91"/>
      <p:bold r:id="rId92"/>
      <p:italic r:id="rId9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font" Target="fonts/font15.fntdata"/><Relationship Id="rId68" Type="http://schemas.openxmlformats.org/officeDocument/2006/relationships/font" Target="fonts/font20.fntdata"/><Relationship Id="rId84" Type="http://schemas.openxmlformats.org/officeDocument/2006/relationships/font" Target="fonts/font36.fntdata"/><Relationship Id="rId89" Type="http://schemas.openxmlformats.org/officeDocument/2006/relationships/font" Target="fonts/font41.fntdata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74" Type="http://schemas.openxmlformats.org/officeDocument/2006/relationships/font" Target="fonts/font26.fntdata"/><Relationship Id="rId79" Type="http://schemas.openxmlformats.org/officeDocument/2006/relationships/font" Target="fonts/font31.fntdata"/><Relationship Id="rId5" Type="http://schemas.openxmlformats.org/officeDocument/2006/relationships/slideMaster" Target="slideMasters/slideMaster5.xml"/><Relationship Id="rId90" Type="http://schemas.openxmlformats.org/officeDocument/2006/relationships/font" Target="fonts/font42.fntdata"/><Relationship Id="rId95" Type="http://schemas.openxmlformats.org/officeDocument/2006/relationships/viewProps" Target="viewProps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notesMaster" Target="notesMasters/notesMaster1.xml"/><Relationship Id="rId64" Type="http://schemas.openxmlformats.org/officeDocument/2006/relationships/font" Target="fonts/font16.fntdata"/><Relationship Id="rId69" Type="http://schemas.openxmlformats.org/officeDocument/2006/relationships/font" Target="fonts/font21.fntdata"/><Relationship Id="rId80" Type="http://schemas.openxmlformats.org/officeDocument/2006/relationships/font" Target="fonts/font32.fntdata"/><Relationship Id="rId85" Type="http://schemas.openxmlformats.org/officeDocument/2006/relationships/font" Target="fonts/font37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font" Target="fonts/font11.fntdata"/><Relationship Id="rId67" Type="http://schemas.openxmlformats.org/officeDocument/2006/relationships/font" Target="fonts/font19.fntdata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70" Type="http://schemas.openxmlformats.org/officeDocument/2006/relationships/font" Target="fonts/font22.fntdata"/><Relationship Id="rId75" Type="http://schemas.openxmlformats.org/officeDocument/2006/relationships/font" Target="fonts/font27.fntdata"/><Relationship Id="rId83" Type="http://schemas.openxmlformats.org/officeDocument/2006/relationships/font" Target="fonts/font35.fntdata"/><Relationship Id="rId88" Type="http://schemas.openxmlformats.org/officeDocument/2006/relationships/font" Target="fonts/font40.fntdata"/><Relationship Id="rId91" Type="http://schemas.openxmlformats.org/officeDocument/2006/relationships/font" Target="fonts/font43.fntdata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font" Target="fonts/font17.fntdata"/><Relationship Id="rId73" Type="http://schemas.openxmlformats.org/officeDocument/2006/relationships/font" Target="fonts/font25.fntdata"/><Relationship Id="rId78" Type="http://schemas.openxmlformats.org/officeDocument/2006/relationships/font" Target="fonts/font30.fntdata"/><Relationship Id="rId81" Type="http://schemas.openxmlformats.org/officeDocument/2006/relationships/font" Target="fonts/font33.fntdata"/><Relationship Id="rId86" Type="http://schemas.openxmlformats.org/officeDocument/2006/relationships/font" Target="fonts/font38.fntdata"/><Relationship Id="rId9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6" Type="http://schemas.openxmlformats.org/officeDocument/2006/relationships/font" Target="fonts/font28.fntdata"/><Relationship Id="rId97" Type="http://schemas.openxmlformats.org/officeDocument/2006/relationships/tableStyles" Target="tableStyles.xml"/><Relationship Id="rId7" Type="http://schemas.openxmlformats.org/officeDocument/2006/relationships/slide" Target="slides/slide1.xml"/><Relationship Id="rId71" Type="http://schemas.openxmlformats.org/officeDocument/2006/relationships/font" Target="fonts/font23.fntdata"/><Relationship Id="rId92" Type="http://schemas.openxmlformats.org/officeDocument/2006/relationships/font" Target="fonts/font44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font" Target="fonts/font18.fntdata"/><Relationship Id="rId87" Type="http://schemas.openxmlformats.org/officeDocument/2006/relationships/font" Target="fonts/font39.fntdata"/><Relationship Id="rId61" Type="http://schemas.openxmlformats.org/officeDocument/2006/relationships/font" Target="fonts/font13.fntdata"/><Relationship Id="rId82" Type="http://schemas.openxmlformats.org/officeDocument/2006/relationships/font" Target="fonts/font34.fntdata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font" Target="fonts/font8.fntdata"/><Relationship Id="rId77" Type="http://schemas.openxmlformats.org/officeDocument/2006/relationships/font" Target="fonts/font29.fntdata"/><Relationship Id="rId8" Type="http://schemas.openxmlformats.org/officeDocument/2006/relationships/slide" Target="slides/slide2.xml"/><Relationship Id="rId51" Type="http://schemas.openxmlformats.org/officeDocument/2006/relationships/font" Target="fonts/font3.fntdata"/><Relationship Id="rId72" Type="http://schemas.openxmlformats.org/officeDocument/2006/relationships/font" Target="fonts/font24.fntdata"/><Relationship Id="rId93" Type="http://schemas.openxmlformats.org/officeDocument/2006/relationships/font" Target="fonts/font45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0:32:59.5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8897 4411 748 0,'0'0'65'15,"0"0"-42"-15,-25-80 11 16,22 56 15-16,1 3 22 15,2 4 14-15,0 10-17 16,0 2-19-16,0 5-31 16,-2 0-18-16,2 11-17 0,0 21 17 15,-1 15 10 1,-4 13 17-16,-5 4-17 0,-4-1-8 16,-2-7-4-16,1-14 8 15,0-12-11-15,4-12 10 16,5-8-3-16,1-4 5 15,3-6-4-15,1 0 5 16,1 0 3-16,0 0-4 16,0 0-3-16,0 0-4 15,0 0-14-15,0 0 1 16,1 0-10-16,12 2 17 16,8 4 6-16,6-1 0 15,6-2-12-15,4-3 12 0,-3 0 14 16,2 0-11-1,-8-8-1-15,-2-6 5 0,-7 0-5 16,-2-4 0-16,-5-4 5 16,-2 1-2-16,-7-1-3 15,-3-1 4-15,0-2-5 16,0 2 1-16,-5 3 0 16,-5 4 12-16,2 8 6 15,3 8 24-15,1 0-25 16,4 0-15-16,-1 11-4 15,1 27-1-15,0 17 1 16,0 15 23-16,0 6-17 16,0-2-5-16,10-3 2 15,1-8 1-15,-1-9-4 0,-1-6 0 16,-4-8 1-16,-2-9-1 16,-3-9-22-16,0-8-46 15,2-10-48-15,0-4-60 16,-1-21 5-16,1-21-317 15</inkml:trace>
  <inkml:trace contextRef="#ctx0" brushRef="#br0" timeOffset="717.46">9444 4409 1044 0,'0'0'52'0,"0"0"-29"16,0 0-10-16,0 0 25 16,0 0 32-16,0 0-19 15,-5-2-17-15,-9 2-23 16,-7 1-4-16,-7 9 6 15,-4-1-9-15,-2-2 10 16,3 0 11-16,2-3-3 16,4-2-5-16,5-2-7 0,3 0-1 15,7 0 14 1,5 0-4-16,2 0 2 0,1 0-7 16,2 0-14-16,0 0 0 15,0 0-5-15,0 0-13 16,0 2 2-16,2 12 12 15,8 10 4-15,0 5 0 16,-2 4 3-16,-3 0-3 16,-5-1 0-16,0-3 1 15,0-6 2-15,0-6-3 16,0-8 1-16,0-5 0 16,0-4 0-16,0 0 4 15,0 0 1-15,0 0-4 16,2 0-2-16,10-11-25 15,6-5 0-15,7-3 3 0,7 1 6 16,1 3 14-16,2 7-14 16,1 7-5-16,-3 1 6 15,-1 6 0-15,-7 15 7 16,-5 9 0-16,-7 6 6 16,-6 2 2-16,-7 1 4 15,0-3 0-15,-10-3 16 16,-12-1 7-16,-3-5-1 15,-5-3-1-15,0-5-10 16,0-2-2-16,1-6-9 16,6-5 4-16,5-5-6 15,1-1 0-15,4 0-4 0,4 0-6 16,6-9-79 0,3-9-39-16,5-8-130 0,20-4-109 15,9-5-11-15</inkml:trace>
  <inkml:trace contextRef="#ctx0" brushRef="#br0" timeOffset="1117.67">9623 4581 369 0,'0'0'577'15,"0"0"-520"-15,0 0-51 16,0 0 1-16,0 0 33 0,-33 93 20 15,34-51-3-15,15-1-24 16,6-6-20-16,4-8-7 16,4-9-6-16,0-8 1 15,4-8 3-15,-1-2-4 16,0-6 9-16,1-16 15 16,-4-3-14-16,-5-3 0 15,-8 2-7-15,-11-3 3 16,-6-1 2-16,-3-1 26 15,-22-2 3-15,-11 1 1 16,-5 1 7-16,-6 6-25 16,5 7-10-16,4 7 8 0,6 5-18 15,7 5 0 1,8 1-2-16,7 0-2 0,6 0-5 16,4 9-94-16,0 6-8 15,14 2-17-15,7-3-128 16,0-1-145-16</inkml:trace>
  <inkml:trace contextRef="#ctx0" brushRef="#br0" timeOffset="1598.89">8830 5287 917 0,'0'0'125'16,"0"0"-115"-16,0 0 3 15,0 0 85-15,0 0-33 0,0 0-65 16,5-4 0-16,49 1 27 16,18-3-4-16,18-2-13 15,10-3-5-15,11-6 11 16,6-4 1-16,-2-3 3 15,-13 2 3-15,-18 8-14 16,-21 6 8-16,-21 4-14 16,-13 4-3-16,-11 0 0 15,-10 0 2-15,-2 0-2 16,-5 0 0-16,-1 0-4 16,2 0-12-16,1 0-72 15,4 0-64-15,4 0-150 16,3 0-192-16</inkml:trace>
  <inkml:trace contextRef="#ctx0" brushRef="#br0" timeOffset="2666.45">10195 4186 257 0,'0'0'360'16,"0"0"-288"-16,0 0 4 15,-14-82 13-15,13 76 2 16,-1 3 14-16,0 3-25 16,2 0-60-16,0 21-20 0,0 27 0 15,0 31 36-15,0 21 25 16,-3 15-19-16,-7 0-5 16,1-3-24-16,-2-10-10 15,2-10 5-15,0-7-8 16,0-6 3-16,2-12-4 15,-1-13 1-15,3-12-8 16,0-16-49-16,2-13-33 16,3-9-81-16,0-4-30 15,0-25 10-15</inkml:trace>
  <inkml:trace contextRef="#ctx0" brushRef="#br0" timeOffset="3023.07">10388 4393 722 0,'0'0'321'0,"0"0"-295"16,0 0-21-16,0 0-3 15,0 109 20-15,0-48 22 16,6 6 2-16,6 4-13 16,1-4-21-16,-2-3-9 15,-1-9 0-15,1-8-1 0,-5-6-2 16,-2-3 0-16,-3-10-33 16,-1-5-69-16,0-12-126 15,0-11-135-15</inkml:trace>
  <inkml:trace contextRef="#ctx0" brushRef="#br0" timeOffset="3410.06">10596 4453 201 0,'0'0'144'0,"0"0"-88"15,0 0-10-15,0 0 53 16,0 0 47-16,0 0-24 16,2-3-21-16,-2 3-52 15,0 11-29-15,0 17 16 0,5 14 72 16,5 12-41-16,1 6-36 16,2 4-2-16,1-3-2 15,0-3-26-15,-3-9 6 16,1-5-4-16,-4-8-2 15,-1-8-2-15,-2-7-7 16,-3-9-65-16,-1-6-109 16,-1-6-140-16,0-7-107 15</inkml:trace>
  <inkml:trace contextRef="#ctx0" brushRef="#br0" timeOffset="3849.39">10841 4434 53 0,'0'0'733'0,"0"0"-683"15,0 0-14-15,0 0 35 16,0 0-8-16,0 0-40 15,-4 31-14-15,5 15 51 16,11 8-35-16,1 4-8 16,3 0-11-16,-5 2-4 15,2-4 0-15,-2-4-2 16,0-6 0-16,-1-7-43 16,-1-9-113-16,-1-9-62 15,-3-12-130-15</inkml:trace>
  <inkml:trace contextRef="#ctx0" brushRef="#br0" timeOffset="4556">11353 4450 957 0,'0'0'104'0,"0"0"-81"15,0 0 41-15,0 0 30 16,0 0-20-16,0 0-20 16,-20-8-33-16,12 8-16 15,-7 0 10-15,-5 0-14 16,-5 0 3-16,-1 0 4 15,3 0 10-15,0 0 12 16,-2 0-17-16,5-2-6 16,3-1-2-16,3 0-2 15,10 3 10-15,2-2-5 16,2 2-6-16,0 0-2 16,0 0-2-16,0 0-5 15,0 0-1-15,0 9-9 16,0 18 14-16,0 9 3 15,0 8 3-15,0-2-1 0,0-2-2 16,3-8 0-16,2-8 0 16,-1-9-1-16,-3-9 1 15,-1-3 3-15,0-3-3 16,2 0-2-16,0 0-2 16,1 0 4-16,1 0 3 15,7 0-3-15,9-6 0 16,7-2 26-16,6 0-25 15,2 5-2-15,2 3-1 16,0 0-10-16,0 5 5 0,-4 12 2 16,-5 3-4-1,-8 3 3-15,-10-1-8 0,-6-1 14 16,-4 0 2-16,-2 1-1 16,-17-4 39-16,-13 3-2 15,-7-1 0-15,-9-2-11 16,2-3-12-16,4-4 10 15,7-6-17-15,7 0-3 16,6-1-5-16,6-2-4 16,6 2-12-16,5-1-59 15,5 7-128-15,0 1-53 16,0 0-149-16</inkml:trace>
  <inkml:trace contextRef="#ctx0" brushRef="#br0" timeOffset="5083.87">9511 5650 664 0,'0'0'54'0,"0"0"-48"16,-86 9-5-16,72-9 39 16,7 0 132-16,3 0-10 15,4 0-61-15,0 0-51 16,0 0-31-16,0 0-16 16,2 0 16-16,17 0-12 15,12 0 30-15,21 0 4 16,20-3 6-16,22-7-14 15,28-9-12-15,23-9-7 0,17-5 10 16,14-1-4-16,-11 3-20 16,-14 11 4-16,-22 7-4 15,-22 5-16-15,-17 3-53 16,-15-1-65-16,-16 3-99 16,-19-1-102-16,-20-2-132 15</inkml:trace>
  <inkml:trace contextRef="#ctx0" brushRef="#br0" timeOffset="6963.89">9379 2657 776 0,'0'0'205'16,"0"0"-151"-16,0 0-41 15,0 0 30-15,-3-84 19 16,16 66-21-16,5 3-3 16,7 4-27-16,0 2-9 15,1 8 3-15,-3 1-5 16,-4 10-4-16,-5 14-9 15,-7 8 13-15,-5 8 7 16,-2 5-6-16,-2-1 0 16,-16-4-1-16,-6-6 13 15,-1-3 4-15,1-6-2 0,8-7-12 16,5-8 1-16,7-5-2 16,4-5 0-16,0 0 4 15,0 0-6-15,1 0-9 16,16-6-16-16,8-6 21 15,7 3 4-15,7 1 0 16,1 7-1-16,-2 1-5 16,-3 7 1-16,-3 14-4 15,-7 5 6-15,-8 4-8 16,-7 3 4-16,-10-1 7 16,0-3 4-16,-3-5 18 15,-16-4 19-15,-6-3 7 0,-7-2 8 16,-3-4-21-16,-2-2-2 15,4-5-13-15,3-4-2 16,3 0-11-16,4 0-6 16,4 0 1-16,5 0-2 15,7 0-43-15,5 3-60 16,2 4-70-16,0-1-50 16,16-6-4-16,8 0-171 15</inkml:trace>
  <inkml:trace contextRef="#ctx0" brushRef="#br0" timeOffset="8174.27">9901 2834 168 0,'0'0'688'0,"0"0"-644"16,0 0-29-16,11-82 6 15,-8 61 75-15,-1 3 10 16,-2-1-70-16,0 3-7 16,0 0-3-16,-13 2-17 15,-4 4 16-15,-1 5-10 16,-1 4 7-16,-2 1-7 16,-1 3-9-16,0 13 0 15,0 3 0-15,5 1-3 16,6-3 3-16,6-5-6 0,5-3-2 15,0 0-1-15,0 3-3 16,9 3 6-16,12 2-1 16,4 3 2-16,8-3 6 15,6 4-5-15,3-1 4 16,-1 0-2-16,0 0-3 16,-10 2-2-16,-7-2 1 15,-14 4-9-15,-10-4 7 16,0 5 2-16,-14-2 17 15,-12 3 18-15,-11-3-8 16,-5-3 11-16,2-7-6 0,5-10-5 16,8-3 12-1,4-12 1-15,5-12-10 0,2-11-23 16,8-1-5-16,4 0-3 16,4 4 1-16,0 1-10 15,12 2-1-15,12-3-52 16,9 2 20-16,11 0-57 15,2-1-33-15,6-2-13 16,-7 0-16-16,-10-1-35 16,-13 1 115-16,-12 2 59 15,-6 1 23-15,-4 2 77 16,0 3 30-16,-9-1 42 16,-6 2-33-16,-5 0-22 15,-1-2-22-15,-3 1-27 0,-3-2-28 16,-1 1 9-16,-4 1 13 15,0 4 4-15,0 5-16 16,0 0-10-16,1 7 15 16,-4 0-16-16,-2 5-3 15,-1 2-1-15,-4 2-1 16,-2 0-3-16,1 0-5 16,-1 14 0-16,-1 1 3 15,0 5-5-15,0 6 0 16,0 3 7-16,1 3-8 15,6 2 6-15,3 3-6 16,5 4 1-16,4 7 9 16,5 5-3-16,4 7 3 0,6 4-10 15,2 3 2 1,4-2 4-16,5 4-6 0,0 2 0 16,4-2 1-16,16-1 11 15,3-3-7-15,7-7-4 16,4-4 1-16,4-4 1 15,2-5-3-15,2-5 3 16,3-5-3-16,4-7 2 16,2-8-2-16,6-8 2 15,3-7 0-15,4-5 5 16,1 0-5-16,2-16-1 16,3-6 5-16,2-5-6 0,4-6 0 15,-1-5-8-15,-4-6 8 16,-5 0 0-16,-6-5-11 15,-8 1 0-15,-9 1 0 16,-11-6 11-16,-12 1 4 16,-11-5-1-16,-9-6 1 15,0-6-4-15,-16-11 1 16,-14-11-1-16,-5 1 3 16,-7 6-3-16,-1 12 0 15,-2 13 2-15,-2 11-2 16,0 13-4-16,2 7 2 15,3 12-4-15,4 8 3 16,1 8-46-16,2 0-69 16,-2 23-69-16,-1 13-64 15,-3 7-105-15,-2 7-337 0</inkml:trace>
  <inkml:trace contextRef="#ctx0" brushRef="#br0" timeOffset="23017.5">13587 5167 81 0,'0'0'63'0,"0"0"-37"16,0 0-4-16,0 0 3 15,0 0 21-15,0 0-24 16,0 0-11-16,0 0 32 16,0-54 26-16,0 45 14 15,0 0-4-15,0 0 22 16,0 1-11-16,0 1-33 16,1 3-7-16,-1-1-3 15,0 4-2-15,0-1 9 0,0 1-15 16,0 1-17-16,0 0 0 15,0 0-12-15,0 0 3 16,0 0-1-16,0 0-9 16,0 0 8-16,0 0 1 15,0 0 0-15,0 0 9 16,0 0-7-16,0 0 0 16,0 0 0-16,0 0-3 15,0 0 4-15,0 0-12 16,0 0 0-16,0 13-3 15,-1 15 1-15,-4 13 5 16,0 10 8-16,5 8-14 16,0 6 11-16,0 1 9 15,0 0-5-15,0-4-1 0,0-6-10 16,1-9 1-16,5-7-2 16,-3-7-1-16,-2-9-1 15,1-3-1-15,-2-6 0 16,0-5 0-16,0-4-5 15,0-3-22-15,0-3-110 16,0 0-89-16,-13-5-69 16</inkml:trace>
  <inkml:trace contextRef="#ctx0" brushRef="#br0" timeOffset="23528.37">13784 5238 855 0,'0'0'70'15,"0"0"-65"-15,0 0 2 16,0 0 20-16,0 0 76 15,0 0-26-15,-2-45-41 16,1 45-21-16,-1 0-14 16,-1 0 3-16,-5 22 7 0,-3 15 14 15,0 13 12 1,2 6-10-16,5 3-17 0,4-2 8 16,0-6-13-16,0-6 0 15,14-7 6-15,8-9-10 16,7-5 0-16,0-10-2 15,3-8 5-15,-2-6 4 16,1 0-3-16,-1-11 2 16,-5-12 0-16,-8-5-6 15,-9-2 3-15,-8-4 2 16,0 4-6-16,-17 3 4 16,-12 6-4-16,-4 6 0 15,-2 8 1-15,0 7-1 0,4 0-5 16,5 15 4-1,8 7-15-15,6 7 8 0,10-1-80 16,2-2-87-16,10-8-120 16,16-11-151-16</inkml:trace>
  <inkml:trace contextRef="#ctx0" brushRef="#br0" timeOffset="23725.49">14164 5416 1101 0,'0'0'95'0,"0"0"-92"0,0 0-2 15,0 0 2-15,0 0 5 16,117-29-8-16,-64 26 2 16,3 1-2-16,-5 1-120 15,-2-2-147-15,-11-3-170 16</inkml:trace>
  <inkml:trace contextRef="#ctx0" brushRef="#br0" timeOffset="24328.96">14806 5282 915 0,'0'0'129'15,"0"0"-121"-15,0 0-8 16,0 0 14-16,0 0 45 16,0 0-27-16,-64 18-25 15,54-18 7-15,-4 0 28 16,1 0-9-16,0-6-9 16,0-8-16-16,3-4 1 15,4-2-4-15,5 1-1 16,1 1-4-16,0 3 1 15,7 3 0-15,9 5 0 16,0 5 4-16,0 2-5 16,1 2-4-16,-2 17-5 0,-1 8 8 15,-7 9-2-15,-7 5 3 16,0 8-4-16,-3 4 6 16,-17-3-2-16,-3-4 4 15,-6-8 0-15,-3-5 0 16,-3-3 19-16,2-7-8 15,3-5-1-15,7-8-13 16,8-5 8-16,8-5-2 16,1 0 2-16,5-8 17 15,1-16-26-15,0-6-22 16,0 0 21-16,0 3 1 16,14 6 2-16,1 4-2 15,2 5 0-15,2 8-1 16,3 2 1-16,3 2-3 15,6 0 1-15,2 13 3 0,0 4-1 16,2 3 0 0,-5 1-3-16,-1 0 1 0,-6 2-6 15,-5-4 0-15,-1 0-84 16,-4 0-109-16,1-11-61 16,-4-6-122-16</inkml:trace>
  <inkml:trace contextRef="#ctx0" brushRef="#br0" timeOffset="25020.8">15262 5200 884 0,'0'0'160'0,"0"0"-128"15,0 0 47-15,0 0 6 16,0 0-30-16,0 0-24 16,-2-7-26-16,-9 7 0 15,-8 6 12-15,-7 7-6 16,-3 0 19-16,0-2-10 16,6-5 8-16,1-4 15 15,4-1-23-15,3-1-5 16,3 0-4-16,4 0-5 0,5 0 13 15,3 0 1-15,-2 0-18 16,2-5-3-16,0 0 1 16,0 1 0-16,0 2 11 15,-1 2-10-15,1 0 0 16,0 0-1-16,0 0-10 16,0 0 5-16,0 9-1 15,-4 11 6-15,2 0 0 16,-1 0 1-16,-1-3 1 15,1-4-2-15,0-2 1 16,0-2 0-16,1-1-1 16,2-6 0-16,0 0 0 0,0-2-1 15,0 0-1 1,0 0-16-16,2 0 18 0,13 0 8 16,6-4-2-16,3-3-5 15,3 3-1-15,-1 4-1 16,1 0 0-16,0 1-1 15,0 16 0-15,-2 4 2 16,-4 4-3-16,-6 4 2 16,-5-2 1-16,-6-1-1 15,-4-2 1-15,0-2 3 16,-15-1 9-16,-10 2 18 16,-5-1-4-16,-5-4-7 15,1-2-8-15,1-4-8 16,4-3 3-16,4-3-6 15,1-2-7-15,5-1-26 0,-3 0-110 16,0-3-101-16,-5 0-408 16</inkml:trace>
  <inkml:trace contextRef="#ctx0" brushRef="#br0" timeOffset="25778.64">13388 5122 36 0,'0'0'437'0,"0"0"-378"16,0 0-39-16,-49-105 25 0,39 72 70 15,2-2-14 1,-2 4 5-16,2 3-28 0,1 8 15 16,2 7-26-16,1 9 3 15,4 4-22-15,0 0-28 16,0 30-18-16,0 30-2 15,0 26 45-15,7 22-5 16,7 17 14-16,3 3-5 16,-1 0-15-16,1-11-7 15,1-16-18-15,0-14-3 16,-2-17-1-16,-4-9-4 16,-5-11 0-16,-1-13-1 15,-3-13 0-15,1-7-1 0,-3-10-5 16,-1-7-68-1,0 0-26-15,0-28 11 0,-1-22-252 16,-15-17-314-16</inkml:trace>
  <inkml:trace contextRef="#ctx0" brushRef="#br0" timeOffset="26589.78">13371 4953 211 0,'0'0'607'0,"0"0"-513"15,0 0-84-15,0 0 25 16,0 0 114-16,0 0-71 15,-27-25-71-15,29 25 0 16,13 0-1-16,8 0 21 16,11 0 21-16,12 0 10 15,12 0-19-15,15 0-11 16,13 0 8-16,17-1-4 16,15-2-11-16,11-2 1 15,19-1-19-15,7 1 4 16,4 3-2-16,0 1 7 0,-12 1 0 15,-15 0-12-15,-15 0 3 16,-7 1-1-16,-13 0 0 16,-5 0 0-16,-9-1-2 15,-15 0 4-15,-9 0-9 16,-10-2 6-16,-5-6-1 16,-9 0 0-16,-7 2 1 15,-7 3-1-15,-10 1 0 16,-4-2 2-16,-2 3-3 15,-1-2 3-15,-3 2 0 16,-1-3-1-16,0 4 1 16,2-1 4-16,-1 1-6 0,-1-1 1 15,3 1-1 1,1-2 1-16,4 1-1 0,4-3 0 16,2 3-2-16,-1-1 2 15,-5 1-1-15,-5 0 3 16,-1 1-3-16,-2-2 1 15,0 2 0-15,0 0 0 16,0 0 4-16,0 0 0 16,0 0 3-16,0 0-2 15,0 0 9-15,0 0-13 16,0 0-1-16,0 21 0 16,0 23 0-16,0 20 14 15,0 18 8-15,-2 10-10 16,2 4 5-16,0 1-13 0,0-3 2 15,9-12 2-15,1-13-7 16,0-11 0-16,-2-13 0 16,-1-8 0-16,-2-7-1 15,-3-6 0-15,-2-5-2 16,0-9-15-16,0-3-79 16,-17-7-110-16,-23 0-60 15,-22-13-642-15</inkml:trace>
  <inkml:trace contextRef="#ctx0" brushRef="#br0" timeOffset="27092.9">13604 6087 953 0,'0'0'77'0,"0"0"-77"15,-95 2-77-15,77-2 77 16,10 0 78-16,6 0 19 0,2 0-67 15,0 0-21-15,0 0 2 16,0 0 30-16,4 0-18 16,14 0-7-16,14 4 60 15,13-4-29-15,17 2-13 16,13-2-5-16,22 0-1 16,20 0 11-16,19 0 7 15,16-4-30-15,10-5-7 16,3-2-7-16,0 1-1 15,-13-1 3-15,-14 1-2 16,-13 1-2-16,-11 1 5 16,-18 2-2-16,-13 1-1 15,-16 2-2-15,-16 0-6 0,-8 1 5 16,-10-2-45-16,1-1-120 16,-1-4-151-16,-3-6-280 15</inkml:trace>
  <inkml:trace contextRef="#ctx0" brushRef="#br0" timeOffset="27203.79">15933 5903 1361 0,'0'0'0'16,"0"0"-566"-16,-101 18 48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0:35:38.6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5483 13371 645 0,'0'0'175'16,"0"0"-139"-16,0 0-18 16,0 0 8-16,0 0 60 15,0 0 7-15,0 0-36 16,0 0-25-16,0-3-17 15,0 3 0-15,0 0-7 16,0 0-4-16,0 0-4 0,0 0-1 16,0 0-57-1,0-9-85-15,0-4-107 0</inkml:trace>
  <inkml:trace contextRef="#ctx0" brushRef="#br0" timeOffset="11764.34">15972 11908 700 0,'0'0'98'0,"0"0"-96"16,0 0-2-16,0 0 16 15,0 0 77-15,0 0-25 16,0 0-28-16,0 0 0 16,-17 3 5-16,17-3 2 15,0 0-5-15,0 0-4 16,0 0-12-16,0 0-1 15,0 0-7-15,7 0-5 0,10-5-4 16,4-2 10 0,3-4-1-16,0 0-11 0,1 0-3 15,0 3-4-15,-2-3 2 16,-1 6-1-16,-3-3-1 16,-6 5 0-16,-6 0 3 15,-4 3-3-15,-2 0 1 16,-1 0-1-16,0 0 5 15,0 0 4-15,0 0-4 16,0 0-1-16,0 0-2 16,0 0-1-16,2 3-1 15,3 13 3-15,0 12 47 16,2 2-20-16,-2 1-21 16,0 2 0-16,1 7-1 0,1 3 9 15,0 1-4-15,0 7-6 16,3 2 7-16,-2 1-10 15,2 3 3-15,-3-3-2 16,1 2 0-16,-1-9 0 16,0 4 0-16,-1-8-2 15,1-2 3-15,-2-2-1 16,-1-2 0-16,-1-3-1 16,0-1 1-16,2-6-1 15,-2 2 3-15,0-4 0 16,0-3-2-16,0 0-3 15,-2-6 0-15,-1 1 1 16,2-7-2-16,-2 0 0 0,0-3 0 16,2-5 0-1,-2 2 0-15,0-4-1 0,1 3 0 16,-1-3 1-16,0 0-1 16,0 4 1-16,0-1-1 15,0 3 1-15,0-1-1 16,0-2 0-16,0 3 0 15,0 1 1-15,0-1-1 16,0-3 0-16,0 1 0 16,0 0 1-16,0-1-1 15,0-1 0-15,0-2 0 16,0 0 0-16,0 4 0 0,0-4 1 16,0 0-2-1,0 0 2-15,0 0-2 0,0 0 2 16,0 0-1-16,0 0 0 15,0 0 0-15,0 0 0 16,0 0 0-16,0 0 0 16,0 0 0-16,0 0 0 15,0 0 0-15,0 0 1 16,0 0-1-16,0 0 3 16,0 0-2-16,0 0 0 15,0 0 2-15,0 0 5 16,0 0 5-16,0 0-6 15,0 2 0-15,-1 3-1 16,-11 4 2-16,-3 2 0 16,-3-1-5-16,-3 1 6 0,-2 1 1 15,-2-1 0 1,-5-1-5-16,0 0 3 0,0 0 2 16,3-6-3-16,2 2 1 15,1-3-2-15,3 1-4 16,6-2 2-16,5 0-2 15,3-2-1-15,7 0-1 16,-2 0 0-16,2 0-3 16,0 0-11-16,0 0-21 15,0 0-24-15,0 5-66 16,0 3-163-16,0 1-146 16</inkml:trace>
  <inkml:trace contextRef="#ctx0" brushRef="#br0" timeOffset="17566.81">16235 11862 41 0,'0'0'354'0,"0"0"-213"16,0 0-42-16,0 0 6 15,0 0-8-15,0 0-14 16,0 0-25-16,0 0 6 16,-20-34-11-16,17 24-12 15,1-7-12-15,2-2 4 16,0-8-7-16,0-10 3 15,0 0-1-15,-3-13-12 16,-4-4 12-16,-1-13-9 16,-4-6 11-16,-2-12-7 15,3-11-10-15,-3-15 4 0,3-12-2 16,1-12-13-16,1-15 7 16,5-6-6-16,4-4-2 15,0-6 6-15,0-5-5 16,11 4 1-16,9 4 1 15,5 10-3-15,4 13 3 16,6 8 1-16,1 5-4 16,5 7 12-16,2 3-12 15,4 7 1-15,5 6 1 16,3 14 1-16,4 8-2 16,1 12-2-16,0 7 1 15,-7 4-3-15,-4 11 2 16,-7 5 0-16,-7 5-1 15,-2 5 0-15,1-1 1 0,-3 1 0 16,1 2 3-16,-3 1-3 16,-6 4 0-16,-3 6 0 15,-8 4-1-15,-4 7 4 16,-4 6-3-16,-4 3 3 16,0 0-2-16,0 0 7 15,0 0-8-15,0 0 0 16,0 0 0-16,0 0 2 15,0 0-2-15,0 0 0 16,0 0 0-16,-7 0 0 16,-10 7 5-16,-7 3 8 15,-2 1-11-15,3-2 2 0,4-2-3 16,7-3-1 0,4 0 4-16,5-3-3 0,1 1-1 15,2-2 0-15,0 0 0 16,0 0-5-16,0 0 5 15,0 0-5-15,0 0 3 16,0 0 0-16,0 0 2 16,0 0 0-16,6 4-2 15,8 1 6-15,3 3-4 16,1-2 0-16,-5 4 1 16,1-3-5-16,0 2-18 15,-3-1-102-15,4-1 5 16,-3 4-110-16,-11-1-169 15</inkml:trace>
  <inkml:trace contextRef="#ctx0" brushRef="#br0" timeOffset="20632.32">17451 6935 659 0,'0'0'237'16,"0"0"-218"-16,0 0-16 0,0 0 17 16,0 0 83-16,0 0-15 15,1-22-56-15,1 11-13 16,-1 1 11-16,-1-5 5 16,0 0 8-16,0 1-6 15,0-4-36-15,-6-1 17 16,-4 1-7-16,-3 1-9 15,-1 1 7-15,1 5-8 16,1 7-1-16,-1 4 10 16,-3 0-3-16,0 21-6 0,-7 18-1 15,-1 17 0 1,2 9-2-16,4 4 2 0,8-3-2 16,5-7 2-16,5-8 0 15,0-11 1-15,0-8-1 16,0-10 2-16,4-7-4 15,2-7-2-15,1-2 4 16,1-6-2-16,5 0 4 16,2-3-2-16,5-18 0 15,1-7-8-15,-3-7-8 16,-3-4-9-16,-2-2 5 16,-4 1 16-16,-6 5 4 15,1 5 0-15,-4 5 0 16,0 11 0-16,0 8 1 15,0 2 4-15,0 4-3 0,0 0-2 16,0 4-10-16,0 18 5 16,4 8 5-16,5 5 1 15,4-3 0-15,4-2 3 16,2-9-4-16,0-7 0 16,1-2 3-16,-1-12 0 15,1 0-3-15,-1 0 1 16,-2-5 0-16,0-10 2 15,0-5-3-15,-3-4 0 16,-1-8-8-16,-3-5 5 16,-4-6-3-16,0-3-4 15,-6 1 9-15,0 3-3 0,0 1 4 16,0 7 0 0,-6 7 1-16,2 10-1 0,0 8 3 15,3 8-2-15,1 1-1 16,0 0 0-16,0 22-10 15,0 14 10-15,0 12 6 16,0 6 7-16,8-1-13 16,-1-8 0-16,0-7 4 15,-4-12-4-15,0-12 0 16,-3-5 0-16,1-6 3 16,-1-3-3-16,0 0 3 15,0 0-3-15,2 0 14 16,3-14-14-16,2-11 7 15,1-5-7-15,4 2 0 16,2 2-2-16,-1 6 2 0,4 9-14 16,-1 6 12-16,4 5-9 15,-1 6 9-15,1 18 0 16,-4 8 0-16,-4 6 1 16,-3-1 1-16,-8 1 0 15,-1-4 2-15,0-6 2 16,-16-2 4-16,-10-3 24 15,-4-4-4-15,-2-5 5 16,3-6-16-16,3-6-2 16,6-2 7-16,5 0-18 0,4-11-3 15,5-9-1 1,6-3-24-16,0 2 13 0,7 4-1 16,12 5-3-16,2 3 0 15,4 5-2-15,4-2 12 16,4 0 2-16,6-3-5 15,1-6 7-15,5-2-6 16,-1-2-1-16,-3-3 7 16,-5 2-4-16,-10-3 4 15,-6 3-3-15,-7-2-5 16,-6 0 6-16,-5-4 3 16,-2-3 0-16,0-3-3 15,-2-1 6-15,-11-1-3 16,-4 1 3-16,1 8 0 15,2 6 1-15,6 10-1 0,3 8 25 16,5 1-22-16,0 3-6 16,0 25-9-16,0 13 9 15,0 13 1-15,5 2 11 16,7 0-11-16,-1-5-1 16,-1-6 3-16,-2-6 1 15,-1-10-4-15,-4-5 1 16,-1-9 3-16,0-6-2 15,-2-6-2-15,0-2 0 16,0-1 7-16,0 0-7 16,3 0 12-16,-1-11 3 15,3-11-14-15,1-8 2 16,5-2-3-16,-3-1 0 16,4 5-2-16,-1 2 1 0,-1 8 1 15,2 9 0-15,-3 6 0 16,-1 3-4-16,4 0-4 15,2 13 4-15,4 11-1 16,2 7 9-16,1-2-4 16,3 0 0-16,2-5 2 15,0-4-2-15,0-2 0 16,1-5-12-16,-2-3-62 16,1-6-45-16,1-4-56 15,0 0-23-15,0-9-59 0,-4-10 80 16,-3-4 109-1,-6-4 53-15,-9-2-55 0,-5-1 70 16,0 2 24-16,-7 2 84 16,-12 6 35-16,-2 6 48 15,-1 7-13-15,2 7-54 16,0 0 4-16,3 14-83 16,3 10-1-16,2 6-3 15,5 3-19-15,7 0-8 16,0-3-1-16,0-4-7 15,10-8-3-15,5-6-1 16,0-6-2-16,-1-6 4 16,0 0-2-16,3-1 8 15,0-16-6-15,0-4-3 16,-3-8-1-16,0 1-23 0,-4-1-3 16,-3 5 7-1,-4 8 19-15,-3 8 0 0,0 6 0 16,0 2 0-16,4 0 0 15,2 10-8-15,2 14 8 16,6 5 22-16,3-3-20 16,1-3 4-16,-1-6-5 15,0-5 0-15,-4-8 1 16,-2-3 1-16,1-1-2 16,-2 0 4-16,2-14-4 15,-1-8 3-15,-2 0-4 16,-4-3-8-16,-2 6 3 0,-3 4-2 15,0 8 7-15,0 4 0 16,0 3-2 0,2 0 1-16,5 12-13 0,3 5 14 15,5 2 1-15,7-4 3 16,2-6-4-16,3-4 0 16,5-5 3-16,-4 0 0 15,-1-13-3-15,-3-3 0 16,-9-4-2-16,-6-1 5 15,-2 2-3-15,-7-1 0 16,0 0 2-16,0 5-4 16,0 2 6-16,-4 2-4 15,-2 6 8-15,-2 5-5 0,2 0 12 16,-1 22-14 0,-2 14 4-16,3 17-3 0,4 12 1 15,2 10 4-15,0 8 11 16,0 10-8-16,15-5 5 15,2-4 0-15,-4-10 30 16,-6-14-25-16,-7-11 6 16,0-14 30-16,-8-10-20 15,-12-10-14-15,-6-10 12 16,-2-5-2-16,-2-2-16 16,-4-25 2-16,6-16-10 15,3-9-5-15,8-11 5 16,9-2-7-16,8 5 3 0,0 9-4 15,13 4 2 1,12 6-7-16,7-2 0 0,7 2-54 16,0 5-25-16,0 3-157 15,-7 2-150-15</inkml:trace>
  <inkml:trace contextRef="#ctx0" brushRef="#br0" timeOffset="20775.86">19318 6975 797 0,'0'0'551'16,"0"0"-490"-16,0 0-59 15,0 0 11-15,0 0-13 16,0 0-7-16,-37-18-130 0,37 18-354 16</inkml:trace>
  <inkml:trace contextRef="#ctx0" brushRef="#br0" timeOffset="21715.34">19534 6902 1051 0,'0'0'112'0,"0"0"-101"15,0 0 49-15,0 0 27 16,-39-91-21-16,39 67-32 16,4-2 0-16,12 2-26 0,4 3-2 15,2 4-6-15,-2 8 8 16,-1 4-14-16,1 5 6 15,-4 6-5-15,4 24 0 16,1 11 10-16,-5 11-5 16,1 2 0-16,-4-3 6 15,-4-7-5-15,-4-8-1 16,-2-10 0-16,-3-10 0 16,0-7 4-16,0-4-3 15,0-5 6-15,0 0-7 16,0 0 14-16,0-6-2 15,0-18-10-15,0-11-2 16,0-2 0-16,0-3 0 0,0 4 0 16,0 3-1-1,12 4-3-15,1 9 0 0,2 7 2 16,0 9 1-16,0 4-8 16,0 9 6-16,2 18 2 15,1 11 2-15,-1 3-3 16,-2 6 2-16,-2-4 0 15,-3-6-1-15,-3-7 5 16,-3-9-4-16,-4-9 0 16,0-4 3-16,0-5 0 0,0-3-1 15,0 0 2 1,0 0 9-16,0-12-5 0,0-13 11 16,0-12-19-16,0-4 1 15,0-6-1-15,0 0 0 16,1 8 0-16,11 8 3 15,-1 15 4-15,2 9 10 16,0 7-12-16,5 0-2 16,0 14 3-16,3 15 1 15,0 4-1-15,-1 4-4 16,1-5 2-16,-3 1-4 16,-3-7 0-16,-2-4-2 15,-3-5-2-15,3-8-93 16,4-7-80-16,5-2-37 0,5-6-62 15,-2-14-85-15</inkml:trace>
  <inkml:trace contextRef="#ctx0" brushRef="#br0" timeOffset="23097.97">20347 6854 441 0,'0'0'201'0,"0"0"-128"16,0 0 40-16,-21-85 64 15,4 77-34-15,-4 8-26 16,-3 0-11-16,-2 20-33 15,0 13-37-15,6 7 8 16,7-2-15-16,6 0-3 16,7-6-22-16,0-7-3 15,0-7 2-15,12-7 2 0,3-5-5 16,-2-6 0-16,4 0 1 16,1-4-4-16,1-15 3 15,3-5-32-15,-4-2-28 16,-2 1 8-16,-2 3 27 15,-5 8 24-15,-4 6-8 16,-2 4 7-16,-2 4 2 16,6 3-12-16,3 20 12 15,7 10 6-15,5-4 43 16,4-3-38-16,5-9-8 16,2-8 7-16,2-8-10 15,-3-1 2-15,-2-4 5 16,-3-16-5-16,-4-3 1 15,-6-4-3-15,-7-7-2 16,-5-7-3-16,-5-10-11 0,0-5-17 16,-5-1 19-16,-14 7 5 15,1 11 9-15,8 14 1 16,2 15 2-16,5 10 8 16,1 4-11-16,-2 29 7 15,4 17 1-15,0 10 17 16,0 0-12-16,0-3-3 15,0-9-9-15,7-8 14 16,-4-9 0-16,3-11 2 16,-5-8-9-16,2-8-5 15,-3-4-1-15,2 0 4 16,-1 0-6-16,3-2 15 0,3-15-9 16,3-8-6-16,0-4 2 15,1 1 1-15,1 4-3 16,2 5 0-16,2 3-1 15,0 11-5-15,2 5 6 16,0 0-4-16,1 5 3 16,-1 17-2-16,2 0 3 15,0 0 0-15,0-3 2 16,3-4-4-16,3-3 2 16,3-6 0-16,3-4 0 15,-1-2-2-15,-4 0 0 16,-6 0-31-16,-4-10 1 0,-6-3 5 15,-4-4 2-15,-7-4 20 16,0-3 3-16,0 0-13 16,-11 5 10-16,-8 5 1 15,-1 10 8-15,2 4 8 16,-4 0 4-16,7 9-9 16,3 8 5-16,4 3-7 15,8 1 7-15,0-1-12 16,0-5 4-16,4-4-8 15,9-7 6-15,5-4-2 16,0 0 0-16,1 0 3 16,-1-6-2-16,-4-6-1 15,-1 0-32-15,-2-2 15 16,-2-1-9-16,-1 3 12 16,1 1 13-16,-3 2-9 0,0 7 10 15,-2 0-2-15,-1 2-6 16,4 0 4-16,5 0 4 15,3 4 0-15,7 0 0 16,0-4 3-16,1 0-3 16,0 0 0-16,-4 0 4 15,-4 0-4-15,-5-4 0 16,-3-1 0-16,-4-5 3 16,0 0-2-16,-3-3 2 15,0-2-3-15,0-2 4 16,0 2-2-16,-5-2-2 0,-3 4 0 15,5 4 5-15,-1 5-5 16,2 1 20-16,2 3 17 16,-1 6-36-16,1 19 0 15,0 14 9-15,0 14 5 16,0 9 4-16,10 12 4 16,3 9 10-16,4 6 1 15,-1 4-15-15,1-3-1 16,2-5 5-16,-4-11 5 15,-8-16-15-15,-6-11-5 16,-1-16 19-16,0-11 0 16,-3-11-16-16,-7-8 6 15,-4-1-11-15,-2-1-1 16,-7-22-1-16,-8-8-4 0,0-7 0 16,-3-2 0-16,2-4-20 15,4-3 5-15,8-7-13 16,6-8-18-16,11-13-30 15,3-10-103-15,7-12-102 16,17-4-126-16</inkml:trace>
  <inkml:trace contextRef="#ctx0" brushRef="#br0" timeOffset="23204.56">21328 6514 791 0,'0'0'218'15,"0"0"-185"-15,0 0-32 16,0 0-2-16,0 0-7 0,0 0-205 15,30-31-297-15</inkml:trace>
  <inkml:trace contextRef="#ctx0" brushRef="#br0" timeOffset="23948.07">21577 6772 882 0,'0'0'220'0,"0"0"-205"16,0 0-7-16,0 0 45 15,0 0 43-15,0 0-70 0,-18-60-3 16,-1 60 14 0,-3 0 6-16,-6 15-11 0,1 13-10 15,6 3-1-15,5-2-3 16,10-5-13-16,6-4 1 15,0-5-3-15,0-4 3 16,3-4-6-16,9-1 1 16,5-6 0-16,2 0 4 15,3 0-4-15,2-12-2 16,-1-10-36-16,-1-3-41 16,-2-3 32-16,-2 4 21 15,-6 3 17-15,-2 9 7 16,-7 4 2-16,0 8-2 15,3 0-5-15,-1 22 0 0,3 9 6 16,2 4 5-16,3-1-3 16,6-7 2-16,-3-4-4 15,1-8-1-15,-3-9-11 16,-3-6-107-16,1 0 3 16,-2-17 47-16,0-5-38 15,-2-4 37-15,1 0 12 16,-1 2 58-16,-1 5 9 15,-2 6-2-15,0 5 19 16,-1 8 26-16,2 0-31 16,-1 18 15-16,0 11 33 15,0 2 10-15,0-1-34 0,1-9-14 16,1-4 5-16,-1-10-17 16,-3-4 10-16,0-3 0 15,0 0-5-15,7-5 26 16,0-15-2-16,4-6-44 15,2-5 7-15,0-1-7 16,0 2-3-16,1 6 7 16,-7 11 16-16,-3 6-2 15,0 7-18-15,-4 0-4 16,5 5 0-16,1 14-2 16,-2 1 5-16,2 1-6 0,-2 1 0 15,-2-5-101 1,-1 0-52-16,-4-2-221 0</inkml:trace>
  <inkml:trace contextRef="#ctx0" brushRef="#br0" timeOffset="25033.89">22665 6645 658 0,'0'0'104'0,"0"0"-104"16,0 0 47-16,0 0 82 16,0 0-25-16,0 0-7 15,35 13-56-15,-28-13 7 16,-1 0 9-16,0 0-3 16,-3-8-14-16,-3-4-10 15,0-3-22-15,0-4 7 16,0-4-15-16,-7 0 0 15,-13-1 9-15,-6 4-9 16,-5 3 3-16,-1 3-6 16,1 10 0-16,0 4 3 15,4 11 1-15,-2 21 1 16,6 9 6-16,5 4-4 0,11 1 1 16,7-5-4-16,0-4 5 15,4-9-6-15,10-6 0 16,3-8 2-16,3-8-1 15,0-5 0-15,2-1 2 16,-1-1-3-16,1-15-24 16,-2-9-14-16,0 0-9 15,-5 1-2-15,-2 4 19 16,-3 8 20-16,-3 5 7 16,-3 5-16-16,0 2 5 15,0 0-3-15,2 19 17 16,4 3 1-16,4 1 18 15,1-6-15-15,0-3 5 0,2-6 5 16,-2-6-12-16,0-2 17 16,-2 0 5-16,0-10 1 15,-1-8 0-15,-2-5-12 16,-1-3 10-16,-5-3 0 16,0-4-16-16,-4-5 11 15,0-1-7-15,0-3 5 16,-15-2-1-16,-5-1-12 15,-5-1 0-15,-2 3-2 16,-1 8 2-16,-4 10-3 16,0 9 1-16,-3 10 3 15,-2 6 10-15,-3 15-4 0,-1 24-3 16,0 18 6 0,6 10-12-16,8 11 13 0,9 0-5 15,14-3-3-15,4-3 11 16,12-8-17-16,20-6 6 15,5-11-6-15,5-9 5 16,0-14-5-16,-1-10 0 16,-2-8 2-16,-3-6-8 15,-2 0-15-15,-6-13-48 16,-2-11-43-16,-1-7-51 16,-5-5-92-16,-5-4-198 15</inkml:trace>
  <inkml:trace contextRef="#ctx0" brushRef="#br0" timeOffset="25559.37">20826 7428 229 0,'0'0'63'16,"0"0"-59"-16,0 0-1 16,0 0 0-16,0 0-3 15,0 0-1-15,10-52-71 16,-6 52-56-16</inkml:trace>
  <inkml:trace contextRef="#ctx0" brushRef="#br0" timeOffset="27296.94">21819 7321 816 0,'0'0'164'16,"0"0"-164"-16,0 0-1 15,0 0 1-15,0 0 67 16,0 0 21-16,86 115-56 16,-62-68-6-16,4 2-7 15,-5-5-6-15,-5-7 11 16,-3-9-3-16,-5-10-5 16,-5-9 8-16,-1-5-1 0,-3-4 6 15,1 0 21 1,1 0 10-16,6-25 16 0,1-12-30 15,1-12-21-15,1-6 5 16,-4 3-16-16,-1-1 2 16,0 2-15-16,-2 8 3 15,0 9-3-15,0 12-1 16,0 13-9-16,2 7-28 16,4 2-74-16,6 3-53 15,6 16 81-15,6 10-10 16,-1 1-70-16,0 1-34 15,-2-3-16-15,-4-6 111 16,-6-7 102-16,-2-5 4 16,-6-7 62-16,-1-3 77 15,-3 0-15-15,5 0 5 16,2-3-10-16,3-12-43 16,-2 1-23-16,-4-1-20 0,-3-1-9 15,-5 3-2-15,0 1 11 16,0 5 1-16,-5 3 10 15,-9 4-9-15,0 0-29 16,-2 14-2-16,5 7-6 16,3 8 2-16,6 3 2 15,2 2-6-15,0 3 2 16,13-8-2-16,5 0 3 16,6-9-8-16,6-3 5 15,7-9-48-15,5-8-52 0,4 0-18 16,1-6-24-16,-1-11-25 15,-7-5-9-15,-8-2 64 16,-7 0 112-16,-8-3 4 16,-10 0 33-16,-6 3 28 15,0 1-1-15,0 5 21 16,-12 5-10-16,-1 9 46 16,-3 4-32-16,-4 0-21 15,-3 19-5-15,0 6-15 16,5 4 7-16,8-1-26 15,9-3-23-15,1 0 0 16,1-7-2-16,18-5-3 16,2-6 4-16,4-7-3 15,-1 0-2-15,-3-9 1 16,-2-13-1-16,0-6-1 0,-5-10-11 16,-1-5 12-16,-2-9-2 15,-6-6 2-15,-5-4 0 16,0-1-2-16,-17 1 5 15,-5 11 1-15,2 11-3 16,5 18 0-16,4 13 34 16,2 9-6-16,-1 16-24 15,0 25-5-15,0 13 0 16,8 10 1-16,2-3-1 16,9-4-4-16,14-5 3 15,6-8-45-15,0-7-35 16,3-9-10-16,1-3 10 15,3-8 9-15,-3-7-23 0,1-3 43 16,-4-7 20-16,-2 0-8 16,-4 0-14-16,-2-12 35 15,-9-6 19-15,-5-2 14 16,-3 0 43-16,-5-2-1 16,0 1-2-16,0 2 19 15,-17 1-46-15,-5 4 45 16,-3 6-20-16,2 7 1 15,-2 1-30-15,5 6 4 16,2 18-2-16,4 6-8 16,6 2 0-16,8-1-10 15,0-5-1-15,3-6-6 0,13-8 1 16,4-8-1-16,-1-4-1 16,1 0-4-16,2-13-5 15,-2-10-25-15,-3-6-13 16,-4 1 21-16,-3 1 23 15,-3 7 4-15,-3 7 2 16,-3 5 0-16,1 5 2 16,2 2-4-16,-1 1-7 15,3 0 6-15,2 0-5 16,1 7-17-16,1 2-71 16,2 2-79-16,1-4-35 15,4-4-140-15</inkml:trace>
  <inkml:trace contextRef="#ctx0" brushRef="#br0" timeOffset="27814.01">23235 7327 559 0,'0'0'286'0,"0"0"-224"15,0 0 11-15,0 0 0 16,0 0 5-16,0 0 47 16,0 74-75-16,2-46-33 15,11-7-7-15,0-6 13 16,-1-7-13-16,-2-7-10 15,2-1 13-15,-2 0-9 16,0-9 5-16,2-9-8 16,-4-2-1-16,1-3-3 0,-1-3-24 15,-3 0-17 1,2 4 26-16,-4 6 13 0,-2 7 5 16,2 9 0-16,0 0-9 15,3 13 9-15,6 16 1 16,3 0 18-16,2 0-1 15,0-6-17-15,3-8-1 16,0-6 0-16,2-7 4 16,-1-2-3-16,-1-7-1 15,-5-10-18-15,-3-5 1 16,-7-4-17-16,0-5 9 16,-4-6 15-16,-1-4-14 15,0-1 24-15,0-2 1 16,-1 4 2-16,-8 9 2 0,2 11 12 15,1 13 34-15,3 7 13 16,3 0-48-16,0 23-14 16,0 18 6-16,0 14 24 15,0 7 10-15,10-1-36 16,2-5-2-16,-2-3-4 16,-2-10-2-16,-5-1-3 15,-3-6-141-15,0-11-153 16,-8-10-280-16</inkml:trace>
  <inkml:trace contextRef="#ctx0" brushRef="#br0" timeOffset="28214.22">23509 7419 726 0,'0'0'190'0,"0"0"-173"0,0 0-8 16,23-94 67-16,2 75-8 15,1 2-63-15,1 4 1 16,-1 2-6-16,-1 2 0 15,-3 4-1-15,-3 1 5 16,-4 3-4-16,-3 1 3 16,-5 0 6-16,2 16 44 15,0 11 29-15,-1 6-22 16,2 3 9-16,2-5-35 16,2-4-5-16,2-6-2 15,-1-8-26-15,-2-3 8 0,-3-6-9 16,0-4 6-1,-1 0 2-15,1-14-5 0,1-7 3 16,-2-4-6-16,1-4-3 16,-9-3 1-16,1 3-7 15,-2 2 9-15,0 5-1 16,0 8 6-16,0 9-5 16,0 5 2-16,0 0-1 15,0 0-2-15,0 12-11 16,0 7 12-16,0 1-1 15,3-3-96-15,3-7-123 16,0-4-371-16</inkml:trace>
  <inkml:trace contextRef="#ctx0" brushRef="#br0" timeOffset="28323.21">24009 7214 381 0,'0'0'0'0</inkml:trace>
  <inkml:trace contextRef="#ctx0" brushRef="#br0" timeOffset="29180.92">24205 7016 1071 0,'0'0'122'0,"0"0"-122"0,0 0 20 16,0 0 74-16,0 0-41 16,0 0-27-16,-87 96 1 15,84-51-4-15,3-1 7 16,0-3-19-16,1-9 1 15,16-1-8-15,1-9-3 16,6-6 4-16,-1-7-5 16,2-7-4-16,0-2-16 15,0 0-20-15,4-15-20 16,1-6 18-16,0-6-26 16,-3 0 2-16,-2 3 6 0,-8 2 39 15,-3 9 21-15,-5 6 0 16,-5 5 5-16,0 2 18 15,-2 0-6-15,3 17 14 16,0 2 10-16,0 0-18 16,-1-2-15-16,0-5-6 15,-2-5 0-15,0-5-2 16,-2 0 4-16,0-2 1 16,0 0-1-16,0 0 6 15,-4-2 26-15,-9-11-34 16,0-7 3-16,-3-1 10 0,2-6-8 15,2-3 7-15,2-1-7 16,8-3-3-16,2 3 6 16,0 2-8-16,7 4-2 15,10 5 0-15,1 7-9 16,2 5 9-16,0 8 3 16,2 0-1-16,-2 14-4 15,0 16 4-15,0 9 0 16,-5 6 18-16,3 4 12 15,-1-3 2-15,-7-5-15 16,1-7-7-16,-7-8 5 16,-4-12-13-16,2-6 6 15,-2-6-7-15,0-2 1 16,0 0 5-16,0-6-3 0,0-17-4 16,0-12-2-16,-2-7-5 15,2-10-6-15,0-2-24 16,0 2-23-16,12 9 26 15,6 12 22-15,1 14 6 16,3 9 2-16,-4 8-5 16,0 0 5-16,1 14 2 15,-3 11 0-15,0 8 5 16,-6 5-4-16,-6-5-1 16,-4-1 1-16,0-2-1 15,-13-3-44-15,-17-2-132 16,-10-5-238-16</inkml:trace>
  <inkml:trace contextRef="#ctx0" brushRef="#br0" timeOffset="29384.61">24108 7375 116 0,'0'0'1158'0,"0"0"-1158"0,0 0-26 16,0 0 12-1,0 0 8-15,0 0-171 16,33-13-420-16</inkml:trace>
  <inkml:trace contextRef="#ctx0" brushRef="#br0" timeOffset="30297.15">24867 7140 707 0,'0'0'209'16,"0"0"-194"-16,0 0-7 0,0 0 37 16,0 0 66-1,0-82-55-15,10 59-33 0,2 1 19 16,1-2-23 0,6-3 8-16,2 2-1 0,1 1-11 15,-2 8-5-15,-5 4-4 16,-5 4 5-16,-5 7-10 15,2 1 2-15,0 0-6 16,3 7-2-16,3 16 5 16,0 6 5-16,4 6 0 15,-5 2-2-15,-2-3-1 16,0-1 4-16,-2-3-12 16,0-3 5-16,-5 0-94 15,-3-5-123-15,0-6-198 0</inkml:trace>
  <inkml:trace contextRef="#ctx0" brushRef="#br0" timeOffset="34847.24">6480 12096 873 0,'0'0'118'16,"0"0"-101"-16,0 0-17 16,0 0 11-16,0 0 49 15,0 0 0-15,0 0-35 16,38 17 5-16,-14 16 67 15,2 1-44-15,0-1-32 16,-6-13-4-16,-5-7-2 16,-5-11 24-16,0-2 12 15,3-5 14-15,10-27-6 16,13-18-27-16,9-15-17 16,7-12-3-16,6-4-12 0,3 1 3 15,-6 6-3-15,-6 12-3 16,-8 15-26-16,-13 18-84 15,-8 23-86-15,-8 6-75 16,-12 33-272-16</inkml:trace>
  <inkml:trace contextRef="#ctx0" brushRef="#br0" timeOffset="35729.35">6286 13231 806 0,'0'0'161'15,"0"0"-120"-15,0 0-27 16,0 0 1-16,0 0 60 16,0 0-3-16,-5-33-6 15,5 31-32-15,0 2-12 16,0 0-6-16,0 0-6 16,0 0-6-16,0 0 4 0,0 0-8 15,0 0-2 1,8 5 2-16,4 12 10 0,5 7 50 15,0-1-33-15,-4-5-16 16,-2-9-4-16,0-2 3 16,-7-7 4-16,0 0 15 15,-1 0 10-15,2 0 10 16,5-14-14-16,10-13-11 16,10-17-7-16,11-9-14 15,7-13-1-15,9-5-4 0,4-3-2 16,3 7-33-1,-3 6-29-15,-8 17-69 16,-11 19-6-16,-16 15-127 16,-14 10-169-16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0:36:40.6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15640 5075 725 0,'0'0'253'0,"0"0"-171"15,0 0-56-15,0 0 16 16,0 0 47-16,0 0 7 16,0 0-6-16,0 0-13 15,-5-11-23-15,5 9-24 16,0 2-2-16,0 0-8 15,0 0 6-15,0 0-3 16,5 0-12-16,15-3 3 16,12-1-4-16,17-3 8 15,10 2 2-15,12-1-6 16,0-2-2-16,4-1 1 0,-2 2-9 16,-7-1 9-16,-4 0-5 15,-8 4-6-15,-11 1 10 16,-9 1-10-16,-10 0 3 15,-10 1 1-15,-4 1-4 16,-3 0 1-16,-3 0 1 16,-3 0 2-16,1-1 10 15,-1 1-15-15,-1 0 1 16,0-1-1-16,0 1 3 16,0 0-6-16,0-2 2 15,0 2-3-15,0 0-25 16,0 0-31-16,0 0-42 15,0 0-118-15,4 10-200 0,-1 2-229 16</inkml:trace>
  <inkml:trace contextRef="#ctx0" brushRef="#br0" timeOffset="18660.34">15204 5084 690 0,'0'0'144'16,"0"0"-108"-16,0 0-23 0,0 0 23 15,0 0 79 1,0 0 3-16,-19-37-33 0,19 30-27 16,0 2-4-16,0-1-12 15,0 0 1-15,0 3 7 16,0 0-16-16,0 3 8 15,0 0-19-15,-1 0-18 16,1 0 4-16,0 0-9 16,0 3-3-16,0 12 3 15,0 6 0-15,0 1 12 16,0 0 0-16,3-3-11 16,0-2 7-16,2 0-6 0,-2-4-1 15,1-1 6 1,1-4-6-16,0-3 2 0,0 0 0 15,-2-2 0-15,-3-3 2 16,2 0-3-16,-2 0 0 16,0 0 11-16,4 0-7 15,0 0 5-15,5 0 1 16,7-1-6-16,3-7 7 16,1-1-8-16,0 2-2 15,-1 2-2-15,2 0 2 16,3 1-3-16,7 1 0 15,6-1 5-15,5 0-5 16,4 0 2-16,2 1 1 16,0 1 1-16,-1 1-1 15,-2-2 0-15,1 1-2 0,3-2 2 16,1 1 4 0,0 0-4-16,1 0-3 0,-5 3 6 15,-1 0-5-15,-6 0 0 16,-4 0-1-16,-5 0 3 15,-3 1-4-15,-2 5 1 16,2-1 0-16,1-1 3 16,4-1 0-16,1-1-3 15,1-1 4-15,-1-1-3 16,0 0 6-16,-1 0-7 16,0 0 0-16,1 0 1 15,3 0 2-15,2 0-3 0,1 0 0 16,1 0 5-1,0-1-7-15,0-2 2 0,-1-2 0 16,-1 1-4-16,-1-1 3 16,-4-1 1-16,1 4 0 15,-2-2 5-15,-1 1-8 16,4 1 3-16,4-2 0 16,3 0-3-16,-1 1 6 15,6-2-3-15,-2-1 0 16,2 2 2-16,-4-3-2 15,-1 3 0-15,-2 1 0 16,1 2 1-16,-3-2-1 16,-1 1 0-16,1 1 1 15,-1-1 3-15,-3 1-4 16,-3-1 0-16,0-1 0 16,-5 1-2-16,0 1 4 0,-3-1-2 15,0 1 0-15,0 1 3 16,2-1-3-16,2 1 0 15,-2-2 0-15,5 1-2 16,-1-1 4-16,4 1-2 16,-1-1 0-16,2 2 1 15,-3-1-3-15,1-1 2 16,0 1-1-16,0-2-1 16,1 3 2-16,-1-2 0 0,0 0 0 15,-7 1 0 1,-2 1-3-16,-1-2 3 0,-4 2 0 15,-1-1-1-15,1-1 1 16,1-1 0-16,2 2 0 16,4-1 4-16,2 1-3 15,1 0-1-15,3-1 0 16,-1 2-3-16,0-1 5 16,-1 1-2-16,0 0 0 15,-2 0 1-15,1 0-1 16,2 0 0-16,2 0 1 15,2 0-3-15,-1 0 2 16,3 0 0-16,-1 0 0 16,-1 0 4-16,2 0-5 15,-3 0 1-15,1 0 0 16,1 0-1-16,1 0 3 0,4 0-2 16,9 0 0-16,-1-2 3 15,3 0-4-15,-6 2 1 16,-5 0-2-16,-2-1 1 15,-4-1-1-15,1 1 2 16,-1-2-1-16,-1 1 3 16,-1 2-3-16,-1-4 1 15,0 1 0-15,4-1-4 16,1 1 4-16,1 1 0 16,-2-2 0-16,-5 4 2 15,-3 0-3-15,-2 0 1 0,0 0 0 16,2-2-2-1,3 0 2-15,0 2 0 0,0 0 0 16,1 0 3-16,-3 0-4 16,0 0 1-16,-3 0 0 15,1 0-3-15,-5 0 6 16,1 0-3-16,0 0 0 16,-1 0 3-16,1 0-3 15,-3-1 0-15,-3-1 0 16,-4 1-2-16,-4 1 5 15,1 0-3-15,-6-1 0 16,-2 1 4-16,1-2-4 16,-2 2 0-16,0 0 2 15,0-2 4-15,0 2 0 16,0-2 14-16,0 0-3 0,0-5-12 16,0-3 8-16,2-3-13 15,-2 2 0-15,0 2-3 16,0 0 1-16,0 5 1 15,0 1 1-15,0 3-20 16,0 0-15-16,0 1-53 16,0 28-155-16,0 7-295 15,-14 10-47-15</inkml:trace>
  <inkml:trace contextRef="#ctx0" brushRef="#br0" timeOffset="19476.79">19552 7140 396 0,'0'0'605'0,"0"0"-497"16,0 0-106-16,0 0 5 15,0 0 12-15,0 0 36 16,0-17 1-16,2 17-37 16,1 0-9-16,4 13-5 0,3 15-4 15,2 12 65 1,1 2-25-16,-1-6-17 0,-1-9 6 16,-2-9-25-16,-2-12 12 15,-3-4 20-15,-2-2 5 16,5 0 32-16,11-17-18 15,12-16-26-15,13-14-17 16,9-10-10-16,7-4 0 16,6-2-3-16,2 2 3 15,0 11-6-15,-10 10 3 16,-12 19-11-16,-11 13-32 16,-8 8-98-16,-7 25-84 15,-6 19-18-15,-9 12-93 16,-4 8-189-16</inkml:trace>
  <inkml:trace contextRef="#ctx0" brushRef="#br0" timeOffset="20144.15">19820 9951 788 0,'0'0'142'0,"0"0"-142"16,0 0-32-16,0 0 32 15,0 0 84-15,0 0 5 16,-9-9-41-16,9 9-22 15,3 0-2-15,8 15 21 16,-1 3 16-16,0 2 8 16,0-5-30-16,-2-5-1 15,2-3 2-15,2-7-18 16,8 0 22-16,12-21 16 0,16-26-22 16,19-19-6-1,15-14-21-15,17-14-7 0,11-3-3 16,7-2-1-16,-2 4-20 15,-11 14-38-15,-25 16-106 16,-31 16-114-16,-38 8-720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0:37:55.9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2946 12996 182 0,'0'0'327'16,"0"0"-276"-16,0 0-44 15,0 0 40-15,0 0 35 16,-42-76 67-16,39 70-12 15,3 5-45-15,-2 1-4 0,2 0-30 16,0 0-20 0,0 0-5-16,0 0-4 15,0 0-1-15,0 0-28 0,0 7-6 16,18 13 6-16,9 7 12 16,-1 2 10-16,1-1-1 15,-3-7-10-15,-8-5 0 16,-2-6 0-16,-6-7 23 15,-1-3-12-15,-2 0 2 16,3-3 13-16,9-34 14 16,8-20 6-16,10-23-20 15,9-15-13-15,9-8-16 16,10-8 5-16,6-6-7 16,3 10-6-16,-6 13 0 0,-15 28-6 15,-11 23 6-15,-13 16-15 16,-12 13-25-16,-8 7-29 15,-6 7-66-15,-1 0-50 16,0 10-137-16,-23 17-186 16</inkml:trace>
  <inkml:trace contextRef="#ctx0" brushRef="#br0" timeOffset="387.82">3216 12588 1189 0,'0'0'58'0,"0"0"-58"15,0 0-43-15,0 0 43 16,0 0 11-16,109 87 27 15,-59-56-13-15,1 3 4 16,-8-4-17-16,-8-7 18 16,-12-6 18-16,-8-8-6 15,-8-6 10-15,-4-3 0 16,-3 0 4-16,5-3 5 16,4-23-11-16,7-21-8 0,6-22-16 15,8-16-20-15,7-10-2 16,1 8-4-16,-1 11-2 15,-3 19 2-15,-9 13-32 16,-2 11-49-16,-1 3-84 16,-4 3-119-16,-4 7-239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0:38:33.74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15765 967 614 0,'0'0'475'0,"0"0"-420"16,0 0-49-16,0 0 10 15,0 0 17-15,0 0-20 16,0 0-3-16,2 116 31 16,8-55-19-16,0 1-11 15,-1-4 0-15,-3-5-6 16,-4-3 1-16,-2-6-6 16,0-2-4-16,0-4-14 15,0-12-69-15,0-12-151 0,0-14-164 16</inkml:trace>
  <inkml:trace contextRef="#ctx0" brushRef="#br0" timeOffset="546.79">15767 948 994 0,'0'0'150'15,"0"0"-139"-15,0 0-4 16,0 0 37-16,0 0-8 0,0 0-30 16,52 46 32-16,-16-8-12 15,5 0-3-15,-6 2 8 16,-1-1-8-16,-6-3-8 16,-7-3 1-16,-2-4-4 15,-7-7 3-15,-4-7-11 16,-2-6 6-16,-3-4-3 15,-2-4-5-15,1-1 7 16,-2 0 0-16,1 0 6 16,2-15 23-16,3-15-15 15,-2-9-19-15,3-6-1 16,0 3-3-16,0 0 3 16,0-1-2-16,-1 6 1 0,1 6-2 15,0 4 1 1,-3 11 1-16,0 9 6 0,-2 4 0 15,-2 3 3-15,0 0-11 16,3 0-1-16,5 8-3 16,6 17-1-16,2 12 5 15,-1 12 25-15,2 5-19 16,-3 3 4-16,-3 1-7 16,-1-4 0-16,0-4-2 15,-2-4 0-15,-1-2-2 16,-4-4-11-16,1-5-48 15,1-4-35-15,0-9-78 16,3-11-51-16,6-11-169 16,-1-11-96-16</inkml:trace>
  <inkml:trace contextRef="#ctx0" brushRef="#br0" timeOffset="1194.4">16519 1248 224 0,'0'0'703'16,"0"0"-602"-16,0 0-58 16,-23-76 61-16,14 61-12 15,-2 4-2-15,-1 6-43 16,0 5-33-16,-9 0 6 16,-2 25-16-16,-6 19 0 15,-1 10 3-15,8 5 0 0,7-2-3 16,10-7 4-16,5-13-6 15,0-9 0-15,14-12-3 16,6-8 4-16,5-8 1 16,1 0 7-16,3-15-7 15,-2-14 0-15,-1-5-4 16,-6-3-10-16,-3-1 5 16,-10-1 2-16,-7 2 3 15,0 4 2-15,0 7 0 16,-2 12 2-16,-1 10 11 15,1 4 0-15,0 7-15 16,1 20-14-16,-1 7 14 0,2 5 2 16,0-6 2-16,17-10-5 15,8-7 2 1,1-8-1-16,6-8 5 16,-2 0-2-16,2-15-3 0,0-10 0 15,-2-4-5-15,-7-3 1 16,-6-3 4-16,-5-2 0 15,-9-5-1-15,-3-5 2 16,0-3-1-16,-11 1 2 16,-5 5 2-16,3 12 3 15,3 13 2-15,5 14 16 16,4 5 7-16,1 0-32 16,0 26-16-16,0 9 16 15,0 8 5-15,11 0-1 16,6-3-4-16,1 0-2 0,-1 1 2 15,-4-1-10 1,-1-3-60-16,-3-1-66 0,-5-5-55 16,-4-7-231-16,0-11-18 15</inkml:trace>
  <inkml:trace contextRef="#ctx0" brushRef="#br0" timeOffset="1944.59">16746 1253 407 0,'0'0'466'0,"0"0"-399"0,0 0-44 16,0 0 64 0,0 0-11-16,81-96-47 0,-43 70-20 15,-1 3-3-15,-10 2-5 16,-7 4 3-16,-7 0 1 16,-8 0-5-16,-5 0 24 15,0 0 27-15,0 4 4 16,-1 3-11-16,-6 4-14 15,4 5 21-15,1 1-17 16,-2 3-34-16,3 23-9 16,-1 16 9-16,2 14 4 15,0 6 6-15,0 1-3 16,2-3 1-16,9-6 2 16,0-8-6-16,0-12 0 15,1-11-3-15,-5-10 0 0,-2-7-1 16,-2-6 3-1,-1 0 3-15,5-13 6 0,-1-17 3 16,1-11-9-16,-1-4-4 16,0-2-2-16,-3 7 2 15,2 6-1-15,0 9-1 16,-1 12 5-16,-1 7-5 16,-3 6 7-16,3 0-7 15,5 8-10-15,7 18 10 16,5 5 7-16,2 4 13 15,0-2-7-15,1-6-13 16,3-7 6-16,0-8-3 16,1-4-3-16,1-8 7 15,-1 0-4-15,2 0 1 0,-3-15 4 16,-4 0-7-16,-2-2 1 16,-8-3 0-16,-5-1 0 15,-7-3 0-15,0 1 1 16,-3 2-3-16,-10 0 0 15,-1 8 1-15,-2 3-3 16,4 3 1-16,2 7 1 16,3 0 7-16,0 0-7 15,-2 11 2-15,6 13-2 16,0 8 2-16,3 2 5 16,0 4 2-16,0-9-7 0,15 2 2 15,5-7-3 1,5-6 0-16,3-1-1 0,4-7 0 15,3-4-11-15,0-3-29 16,4-3-45-16,-1 0-72 16,-1-7-38-16,-4-11-195 15,-8-4-63-15</inkml:trace>
  <inkml:trace contextRef="#ctx0" brushRef="#br0" timeOffset="3012.12">17696 1236 700 0,'0'0'369'0,"0"0"-329"15,0 0 32-15,0 0 53 16,0 0-10-16,0 0-91 16,-25-30-24-16,35 55 0 0,7 8 27 15,2 1-7-15,-5-3 5 16,0-2-5-16,-3-7-15 16,-2-2 7-16,-2-8-5 15,-4-4-5-15,-2-6 0 16,1-2 1-16,-2 0-2 15,0 0 10-15,0 0 1 16,0-14 9-16,0-12-15 16,0-7-4-16,0 4-4 15,0 7 1-15,0 5 1 16,0 7-1-16,5 3-4 16,4 3 3-16,2 2 1 15,3 2-3-15,3 0 1 0,-1 20-6 16,3 7 9-16,-3 6-1 15,3 0 3-15,-2 0 4 16,-3-4-6-16,-2-7 0 16,-3-6 2-16,-5-8 0 15,-2-5-2-15,-2-3 4 16,0 0 1-16,0-4 16 16,0-17 6-16,0-12-20 15,0-9-6-15,0-4 1 16,4 2-2-16,6 6 0 15,1 11-1-15,2 6 1 16,5 10 0-16,-1 7 0 0,2 4-2 16,4 10-10-16,1 20 9 15,1 11 2-15,-2 4 0 16,2-2 1-16,2 1 0 16,5-4-6-16,3-9-33 15,4-11-80-15,-1-13-36 16,1-7 15-16,-6-11 2 15,-4-11 52-15,-12-5 25 16,-8-3 61-16,-9-2 3 16,0-2 39-16,-15 1 37 15,-10 6-1-15,0 9-2 16,-4 10-1-16,4 8 6 16,-1 13-35-16,0 21-8 15,3 6 17-15,6 1-8 16,9-4-23-16,7-9-24 0,1-9 8 15,0-9-8-15,6-6 1 16,11-4 1-16,3-7-1 16,5-17-2-16,1-4-13 15,2 1-32-15,-7 6 9 16,-4 8 29-16,-2 5 0 16,0 6-21-16,5 2 20 15,3 2 8-15,6 15-1 16,6 2 4-16,4-4 4 15,6-6-4-15,3-6 0 16,-3-3 5-16,-5 0-7 16,-10-16 2-16,-8-2 2 0,-7-7-3 15,-4-1 2 1,-8-3-2-16,-3-7 6 0,0-4 12 16,-7-6 3-16,-10-2-4 15,-1 1-2-15,-1 5-4 16,4 11 15-16,4 14-2 15,5 9 15-15,3 8 6 16,2 0-35-16,1 10-11 16,0 24-8-16,0 13 8 15,1 8 9-15,12 2-8 16,3-1-1-16,0-5 1 16,3-4-1-16,-4-4-16 15,0-5-81-15,-5-8-107 0,-5-12-125 16,-5-14-402-1</inkml:trace>
  <inkml:trace contextRef="#ctx0" brushRef="#br0" timeOffset="3202.89">18681 1231 1041 0,'0'0'255'16,"0"0"-204"-16,0 0-35 15,0 0 51-15,0 0-9 16,105-74-40-16,-58 74-15 15,-3 0-3-15,-6 25-4 16,-9 6 3-16,-8 7 1 0,-8 6-3 16,-7-4 3-16,-3 0-101 15,-3-11-80-15,0-12-261 16</inkml:trace>
  <inkml:trace contextRef="#ctx0" brushRef="#br0" timeOffset="3778">19196 1179 1196 0,'0'0'21'0,"0"0"-16"0,0 0 9 15,0 0 45 1,0 0-44-16,0 0-14 0,-40 41 0 15,28-11 16-15,5 0 24 16,4-2-14-16,3-2-8 16,0-5-6-16,10-3-9 15,14-6 1-15,6-9-4 16,6-3 11-16,5-1-12 16,2-16-13-16,-5-4-11 15,-1-1 21-15,-8 2 6 16,-7 1 2-16,-6 2-4 15,-6 2 5-15,-3 1 16 16,-7 3 0-16,0 3 11 16,0 2 8-16,0 2-17 0,-8 3-14 15,1 1 2-15,2 0-12 16,0 0 0-16,3 1-3 16,2 13-3-16,0 6 3 15,0 4 1-15,2 3 1 16,11 0 1-16,5-1 0 15,1 3 1-15,1-5 0 16,-1-4 4-16,-6-6-4 16,-5-5 12-16,-4-5 14 15,-4-2 3-15,0-2 21 16,0 0 3-16,-19 0-32 16,-9 0-3-16,-4 0-18 15,2 0 1-15,3-5-4 0,7-5-20 16,10-3-58-16,8-3-135 15,2-4-260-15</inkml:trace>
  <inkml:trace contextRef="#ctx0" brushRef="#br0" timeOffset="4927.55">19990 1203 1200 0,'0'0'154'0,"0"0"-152"16,0 0 14-16,0 0 113 16,0 0-68-16,0 0-44 15,49-35-16-15,-18 35-1 16,0 0 8-16,-1 25-5 15,-1 8 18-15,-3 9-5 16,-6 6-2-16,-8 4 3 16,-8 4-7-16,-4-2 2 15,0-7-10-15,0-12-1 16,-8-14-1-16,2-11 10 16,-3-7 5-16,-1-3 10 0,2 0-3 15,-1-27-9 1,6-17-13-16,3-13-3 0,0-8 1 15,10 4-14-15,10 10-10 16,5 12 12-16,4 9-22 16,-1 14 6-16,2 5-4 15,-3 3-14-15,-1 3-22 16,-5 2 0-16,-6 3 48 16,-5 0 20-16,-4 2-3 15,0 14 5-15,-3 9 4 16,-2 5 12-16,1 4 8 15,0 2 15-15,1-3-2 16,2-2-1-16,2-10-14 16,2-4-4-16,-2-6 2 0,2-6-14 15,-1-5-1-15,-1 0 4 16,1 0-7-16,-1 0 17 16,0-16-10-16,-1-2-4 15,0-6 0-15,-3-1-5 16,-3 1-4-16,0 6 1 15,0 6 3-15,0 8-3 16,0 4 2-16,0 0-12 16,0 10 0-16,0 16 9 15,1 8 4-15,11 3 1 16,3-3 1-16,7 2 3 16,3-12-2-16,2-6 0 15,4-12-1-15,5-6-1 0,-3 0 4 16,-3-17-5-16,-5-6 6 15,-5-5-2-15,-8-5-4 16,-3-1 0-16,-5-4 2 16,-2-4 5-16,-2-7-7 15,0-2 2-15,0-3-1 16,-2 9 0-16,-6 11 0 16,2 14 2-16,0 11 14 15,5 7-12-15,1 2-5 16,-2 17-6-16,0 20-3 15,2 16 9-15,0 4 5 16,0-6-4-16,15-8 2 16,5-10-1-16,4-11-2 0,1-8 5 15,3-7-4-15,1-7 1 16,-3 0-2-16,1-15 0 16,-3-7-1-16,-4-5 1 15,-3-6 1-15,-8-3-1 16,-5-4-1-16,-4 2 0 15,-2 4-2-15,-16 7 3 16,-2 9-4-16,0 11 3 16,-1 7 1-16,0 16 0 15,0 19 0-15,7 13 2 16,9 3 4-16,5 0-2 16,3-5 6-16,22-6-10 15,8-9 0-15,11-11 2 16,2-9-2-16,2-9-20 0,-5-2-28 15,-6 0-51-15,-9 0-51 16,-11-6-81-16,-17 2-340 16</inkml:trace>
  <inkml:trace contextRef="#ctx0" brushRef="#br0" timeOffset="5346.55">18329 1894 1282 0,'0'0'158'0,"0"0"-158"16,0 0 0-16,153-11 24 16,-46 11 73-16,25 0-48 15,22 0-21-15,15 0 13 0,17-8 3 16,1-3 3-16,-4 1-20 15,-10-2-24-15,-24 3-3 16,-24 0 0-16,-28 1-2 16,-30 2-3-16,-25 2-30 15,-26 1-27-15,-16-1-32 16,-6-1-73-16,-31-1-152 16,-13 1-278-16</inkml:trace>
  <inkml:trace contextRef="#ctx0" brushRef="#br0" timeOffset="6659.77">16643 3043 754 0,'0'0'258'16,"0"0"-205"-16,0 0 8 0,0 0 95 15,0 0-25 1,0 0-64-16,0 0-34 0,-15-19-6 15,15 16 13-15,0 1 0 16,10-5-24-16,12-2 4 16,13-2-1-16,9 0-6 15,7 0-1-15,2 2-12 16,3 5 0-16,-6 1-1 16,-5 3-3-16,-6 0-9 15,-9 0-52-15,-10 5-88 16,-8 5-16-16,-9-1-38 15,-3-3-47-15,-2-5-140 0,-16-1 162 16</inkml:trace>
  <inkml:trace contextRef="#ctx0" brushRef="#br0" timeOffset="7010.56">16962 2985 255 0,'0'0'208'16,"0"0"-101"-16,0 0 12 16,0 0 11-16,0 0-24 15,0 0-46-15,-36-6-26 16,36 17-7-16,0 12 42 15,0 9-2-15,0 9-18 16,0 8 7-16,11 9-7 16,-1 6 5-16,3 4-17 15,-1-2-15-15,-2-4-9 16,-3-8-2-16,-2-14-5 0,-5-8 17 16,0-10 5-1,0-6-4-15,-5-8 5 0,-8-3 3 16,-4-5 5-16,-3 0 10 15,-5-3-29-15,-4-16-4 16,-3-2 2-16,-1-4-16 16,1 1 12-16,2 4-12 15,5 5 1-15,10 6-6 16,9 4 5-16,4 3-10 16,2 2-28-16,0 0-69 15,20 0-100-15,13 0-18 16,12-1-125-16,3-8-179 0</inkml:trace>
  <inkml:trace contextRef="#ctx0" brushRef="#br0" timeOffset="7349.26">17208 3298 463 0,'0'0'425'16,"0"0"-373"-16,0 0 35 16,0 0 82-16,0 0-16 0,0 0-63 15,-25-38-89-15,25 64 10 16,0 14 4-16,0 7 40 15,10-2-23-15,3-4-21 16,3-6 3-16,-1-8-11 16,-1-3-2-16,-1-7-1 15,-4-6-2-15,-2-3-62 16,-2-5-55-16,0-3-111 16,-2-9-234-16</inkml:trace>
  <inkml:trace contextRef="#ctx0" brushRef="#br0" timeOffset="7489.1">17247 3043 783 0,'0'0'0'0,"0"0"-90"16,0 0-241-16,0 0 254 15,0 0-129-15</inkml:trace>
  <inkml:trace contextRef="#ctx0" brushRef="#br0" timeOffset="7726.08">17439 3108 927 0,'0'0'141'0,"0"0"-129"16,0 0 9-16,-22 120 54 15,22-69-23-15,0 4-11 16,6 4-16-16,5-5-8 15,0-7 5-15,3-6-9 16,1-9-11-16,-2-9-2 16,1-8-5-16,-2-8-3 15,-2-5-36-15,0-2-53 16,0-8-37-16,-2-14-135 16,-7-8-184-16</inkml:trace>
  <inkml:trace contextRef="#ctx0" brushRef="#br0" timeOffset="7894.45">17394 3271 981 0,'0'0'122'16,"0"0"-122"-16,0 0 2 16,0 0 9-16,0 0-11 15,87-42-9-15,-52 42-114 16,-2 0-83-16,-4 0-9 15,-9 0-10-15</inkml:trace>
  <inkml:trace contextRef="#ctx0" brushRef="#br0" timeOffset="8493.06">17621 3263 268 0,'0'0'357'0,"0"0"-204"16,0 0-69-16,0 0 44 0,0 0-29 16,58 98-16-16,-41-69-28 15,-2-3-22-15,-2 2-7 16,0-4-1-16,-7-6-7 15,-1-4-10-15,-1-9 5 16,-4-1 8-16,0-4 13 16,0 0 19-16,0 0-1 15,0-6 0-15,0-14-28 16,-5-6-16-16,-1-4 7 16,3-3-5-16,2 1-6 15,1 4 0-15,0 3-2 16,3 5-2-16,7 3 9 15,3 7-8-15,0 4 4 0,-1 6-5 16,3 0-2-16,0 7 1 16,2 16 0-16,1 4 1 15,-1 4 5-15,-4 1-3 16,-3 1-3-16,1-2 1 16,-4-2-3-16,1-4 2 15,4-9-42-15,-1-5 8 16,7-10-29-16,8-1 24 15,4-4 9-15,3-20 21 16,-1-7-15-16,-4-1 21 16,-8-3 4-16,-7 0 1 15,-6 2 4-15,-7 0-4 16,0 1 32-16,0 6 5 16,-11 4-13-16,-2 11 19 0,1 4-9 15,-2 7-9-15,-2 0-2 16,-3 23-8-16,0 10-5 15,5 7 0-15,9 1-1 16,5-1-4-16,0-5-4 16,8-4 2-16,12-6-4 15,3-5 2-15,8-7-9 16,3-4-11-16,5-7-61 16,3-2-53-16,3-5-106 15,0-16-195-15</inkml:trace>
  <inkml:trace contextRef="#ctx0" brushRef="#br0" timeOffset="9131.11">18484 3187 1160 0,'0'0'142'0,"0"0"-122"16,0 0-16-16,0 0 23 15,0 0 14-15,53 84 0 16,-24-39-19-16,-3-1-14 15,-4-4 11-15,-3-5 10 16,-5-8-13-16,-4-11 12 16,-4-5 8-16,-3-10-8 15,-3-1 16-15,0 0-6 16,0 0 6-16,0 0-1 0,0-16-20 16,0-10-10-16,-5-10-12 15,0-9 2-15,2-2-3 16,1 2 0-16,2 9-8 15,0 8-2-15,0 8-24 16,16 9-18-16,6 9-28 16,7 2-31-16,3 6 23 15,6 12-12-15,2-2-12 16,3-5-22-16,-2-7 18 16,-6-4 97-16,-7 0 19 15,-11 0 11-15,-10-7 66 16,-7-2 37-16,0-2 2 15,-7-1-35-15,-10 3-2 0,-3 3-39 16,-3 6 14-16,0 0-17 16,-3 6-16-16,0 22-9 15,4 5-1-15,3 4 6 16,11 4-4-16,6-8-9 16,2-6-4-16,9-6 3 15,13-12-4-15,6-7 1 16,4-2-11-16,0-9 1 15,0-13-21-15,-9-3 13 16,-7-2 7-16,-6 3 11 16,-6 4 1-16,-4 5 0 15,0 7 0-15,0 5 0 0,0 3-1 16,0 0-4-16,2 0-34 16,2 9-90-16,2 10 56 15,0-1-100-15,-1-1-155 16,2-3-146-16</inkml:trace>
  <inkml:trace contextRef="#ctx0" brushRef="#br0" timeOffset="9493.11">19109 3262 1116 0,'0'0'125'0,"0"0"-39"16,0 0 0-16,0 0 38 15,0 0-90-15,87-71-33 16,-49 80 10-16,0 17-4 0,-5 8 2 15,-7 6-9 1,-9 2 3-16,-9 0-1 0,-8-8-2 16,0-7 0-16,-5-10-8 15,-5-11 8-15,2-6 8 16,-2 0 29-16,4-12-9 16,-1-19-21-16,4-9-6 15,3-8-1-15,0-2 6 16,11 7-6-16,12 8 0 15,1 14 0-15,1 9 4 16,2 12-4-16,-3 0 0 16,0 17-5-16,-2 16 3 0,-4 6-1 15,-2 2 3 1,-3-3 0-16,-3-6-9 0,-2-8-101 16,2-10-152-16,-2-14-248 15</inkml:trace>
  <inkml:trace contextRef="#ctx0" brushRef="#br0" timeOffset="10976.03">19771 3241 938 0,'0'0'88'15,"0"0"-36"-15,0 0 121 16,0 0-32-16,0 0-60 16,-97-48-70-16,77 55 11 15,1 15-2-15,5 6-2 16,2 4 9-16,7-1-16 15,3-6 6-15,2-8-17 16,0-6 0-16,9-8 8 16,6-3-6-16,3 0 3 15,2-16-5-15,0-8-4 0,-1-2-13 16,-6-2-3-16,-4 3 10 16,-5 5-3-16,-4 8 4 15,0 7 7-15,0 3 1 16,0 2-10-16,2 22-21 15,6 16-4-15,8 7 36 16,5-1 6-16,9-11-6 16,6-12 0-16,-1-13-2 15,-1-8-10-15,-2-2-22 16,-5-24-14-16,-5-4-4 16,-6-5 27-16,-7-1 17 15,-8-4 8-15,-1-4 3 16,0-2-3-16,-10-2 2 15,-4 1 0-15,-3 11 0 16,3 12 6-16,4 11 12 0,6 13 5 16,-2 7-25-16,0 24-5 15,-1 18 5-15,2 9 35 16,0 2-19-16,3-3 15 16,1-10-19-16,1-14-1 15,0-12-7-15,0-10-1 16,0-8-5-16,0-3 4 15,0 0 5-15,6 0 9 16,4-15 9-16,6-6-21 16,3-2 0-16,7 2-3 15,2 3-2-15,6 6-1 16,-1 7-7-16,0 5 9 0,-1 0-5 16,-5 22 1-16,-6 8 4 15,-9 5 4-15,-8 2 19 16,-4-2 10-16,-9-3-5 15,-14-4-5-15,-4-7-2 16,-3-8-3-16,0-4 3 16,1-3-14-16,6-6-1 15,10 0-6-15,4-4-8 16,9-19-66-16,0-10-121 16,14-9-9-16,14 1 33 15,4-3-17-15,3 4 94 16,-2 2 30-16,-2 0 64 15,-1 0 32-15,-2 0 63 0,-5 2 38 16,-4 0 4-16,-6 3-7 16,-8 4-26-16,-5 7-14 15,0 7-14-15,0 9-18 16,0 4-7-16,0 2-26 16,0 8-25-16,-8 23 0 15,3 17 2-15,0 11 15 16,3 3-15-16,2-2 14 15,0-9-8-15,7-11-7 16,8-11 0-16,2-8 2 16,5-10-3-16,1-10 2 15,3-1-2-15,3-1-5 16,1-14-14-16,-2-7 5 0,-4 0 3 16,-4-3-16-16,-7 1-1 15,-6 4 8-15,-7 7 13 16,0 6 7-16,0 6 0 15,0 1 0-15,0 0-24 16,0 9 17-16,0 9 7 16,0 0 0-16,7-3 3 15,7-1 2-15,2-6-4 16,2-3 1-16,0-4 2 16,3-1-1-16,-3 0-2 15,0 0 3-15,-4-7-4 16,-4-5 0-16,-2-2 2 0,-4-4 0 15,-3-4 2-15,1-1-4 16,-1 6-1-16,1 2-2 16,2 8 1-16,2 4 1 15,6 3-23-15,5 0 19 16,1 0 2-16,-3 9 3 16,-3 7 14-16,-2 4 34 15,-7 3 14-15,-3 4 7 16,0-1-10-16,-5 1-27 15,-17-2-3-15,-5-2-10 16,-5-2-8-16,-1-3-6 16,-6 1-5-16,-3 1-5 15,-6-1-32-15,-4 4-37 16,-6 3-106-16,-10-2-215 0,-19 3-435 16</inkml:trace>
  <inkml:trace contextRef="#ctx0" brushRef="#br0" timeOffset="12360.25">16146 4318 185 0,'0'0'499'0,"0"0"-435"16,0 0-50-16,0 0 105 15,0 0 52-15,0-82-60 0,0 77-43 16,0 5-33 0,0 0-4-16,0 0-1 0,0 19-24 15,0 25-1-15,6 20 57 16,5 12-7-16,1 5-20 15,3-2-24-15,2-5 7 16,3-8-6-16,3-13-8 16,2-14 1-16,2-13-4 15,-1-13 2-15,2-12 4 16,-5-1-7-16,0-9 14 16,-3-18-4-16,0-9-7 15,-5-10 7-15,-5-10-8 16,-3-6 2-16,-7-3 7 0,0-4-11 15,-3 11 8-15,-11 8-6 16,3 13-1-16,3 14-2 16,5 10-2-16,3 8-14 15,0 2-72-15,0 3-108 16,21 0-27-16,2 2-58 16,4 7-92-16</inkml:trace>
  <inkml:trace contextRef="#ctx0" brushRef="#br0" timeOffset="12911.18">16652 4273 727 0,'0'0'170'15,"0"0"-120"-15,0 0 91 0,0 0 10 16,0 0-41 0,0 0-52-16,-17-66-23 0,17 66-26 15,0 0-9-15,0 13 0 16,0 0 12-16,0 1 14 15,0-4-17-15,0-2-3 16,0-4 7-16,0-2-5 16,0-2 4-16,0 0 3 15,0 0-8-15,0 0 8 16,0 0-1-16,0 0 1 16,0 0 7-16,0 0-9 15,0 0-1-15,0 0-1 16,0 0-7-16,0 0 5 15,0 0-4-15,0 0-2 0,0 0 5 16,0 0-7-16,0 0 4 16,0 0 3-16,0 0-8 15,0 0 11-15,0 0-7 16,0 0 0-16,0 0 1 16,0 2-5-16,0 9-3 15,0 15-3-15,0 15 6 16,0 8 6-16,3 9-1 15,5-4-3-15,2 1 2 16,-1 1 1-16,3-5-5 16,-2-7 0-16,1-10 2 15,1-11-2-15,0-10 0 16,-1-4 1-16,2-4-2 0,1-4 1 16,0-1 0-16,2 0 0 15,4 0-13-15,2-9-10 16,2-7-22-16,-1-5-54 15,-3-5-87-15,-8-9-124 16,-12 1-356-16</inkml:trace>
  <inkml:trace contextRef="#ctx0" brushRef="#br0" timeOffset="13593.03">16600 4528 1087 0,'0'0'45'0,"0"0"-23"0,0 0-3 15,0 0 22 1,0 0-28-16,123-78-13 0,-72 69-6 16,-6 2-25-16,-7 5-24 15,-8 2-16-15,-10 0 23 16,-5 0 13-16,-6 2 26 16,-3 11 7-16,0 3 4 15,-2 4 44-15,2 3 16 16,0 2 6-16,4 2-7 15,0 0 9-15,0 0-19 16,2-1-7-16,-4-2-8 16,-3-3 1-16,0-6-18 0,-1-3-10 15,-3-7 8 1,1-4-7-16,-2-1 1 0,2 0 17 16,1 0-7-16,2-15 9 15,0-14-15-15,4-8-13 16,-3-5 3-16,1-2-5 15,3 2 1-15,2 7-1 16,2 7-2-16,3 7 0 16,-5 9 1-16,0 6-5 15,-2 6 5-15,1 0-8 16,3 7 2-16,1 15 7 16,0 10 1-16,0 4 12 15,0-1-5-15,0 0-8 0,0-4 6 16,-2-6-6-1,1-8 1-15,-1-6-3 0,2-7 0 16,2-4-21 0,1 0-36-16,-1-8-7 0,1-16-8 15,-2-4 22-15,-8-3 15 16,-3-7 3-16,-5 1 13 16,0 2 21-16,0 8 5 15,-3 9 11-15,-6 9 33 16,4 7 15-16,2 2-7 15,-2 9-36-15,1 16-19 16,1 6 12-16,3-3-14 16,0-2 4-16,7-7-12 15,5-4 5-15,1-8-80 16,2-5-28-16,2-2-129 16,0-9-271-16</inkml:trace>
  <inkml:trace contextRef="#ctx0" brushRef="#br0" timeOffset="13714">17437 4281 968 0,'0'0'0'15,"0"0"-82"-15,0 0 40 16,0 0-68-16,0 0-252 16</inkml:trace>
  <inkml:trace contextRef="#ctx0" brushRef="#br0" timeOffset="14476.12">17947 4352 697 0,'0'0'185'0,"0"0"-179"16,0 0 21-16,0 0 159 15,0 0-41-15,0 0-42 16,17-66-47-16,-29 64 12 16,-3-1-30-16,-1 3-8 0,-5 0-13 15,4 3-6 1,3 7 5-16,4 6-6 0,3 1-10 16,5 1 2-16,2 0-1 15,0 1 6-15,0 1-7 16,7-4-3-16,9 0 3 15,6 0 3-15,2-3-1 16,1 2-4-16,-2-2-20 16,-8-1-13-16,-7 3-7 15,-8-1 8-15,0 4 15 16,-8 1 6-16,-5-4 13 16,1-1 7-16,4-4 1 15,4-1 7-15,4 0 2 16,0-1-13-16,7-4 5 15,20-1-1-15,6-3 5 0,6 0 0 16,3 0-11-16,3-13 3 16,0-4-7-16,5-4 4 15,-3-4-1-15,-4-1-1 16,-6-2-10-16,-10 0 9 16,-12-2-20-16,-10 2 21 15,-5-3-3-15,-9 6 3 16,-14 3-1-16,-2 9-1 15,2 7 2-15,1 6 27 16,2 0-9-16,-2 5 1 16,2 13 1-16,0 4-15 15,3 4-3-15,4 0 5 16,6 7-6-16,7 4 9 0,0 8 10 16,14 8 9-16,11 9 6 15,3 5-1-15,2 4-3 16,-3 0-7-16,-2-1-24 15,-5-5 6-15,-7-5-6 16,-4-10 3-16,-8-14-6 16,-1-14-3-16,0-10-23 15,0-9-26-15,0-3-26 16,0-5-62-16,0-29-203 16,0-14-354-16</inkml:trace>
  <inkml:trace contextRef="#ctx0" brushRef="#br0" timeOffset="15325.37">18567 4485 1169 0,'0'0'189'16,"0"0"-188"-16,0 0 6 15,0 0 23-15,0 0 70 16,34 102-48-16,-23-61-32 15,-1-6-10-15,-1-9-6 16,0-11 4-16,-5-7-6 16,-1-7 2-16,1-1 3 15,1 0 2-15,2-17 20 16,-3-10-8-16,2-6-14 0,-5-5 4 16,-1-2-9-16,0 3-2 15,0 5 0-15,-1 9-1 16,-5 10 0-16,3 7 1 15,3 6-19-15,0 0-17 16,2 0-69-16,18 12-26 16,9 1 42-16,10 1-84 15,10-8-110-15,9-4 35 16,1-2 224-16,-4-5 24 16,-8-10 37-16,-14-1 88 15,-13 2 20-15,-11 4-2 16,-9 1-21-16,-2 4-15 15,-22 2-14-15,-11 3-24 0,-4 0 0 16,0 17-27-16,4 7 1 16,8 3-18-16,11 1-1 15,4-1 0-15,8-6-23 16,4-4-1-16,0-10-1 16,10-4 1-16,12-3 1 15,5-6-1-15,5-15-19 16,0-3 1-16,-4 2-34 15,-3 3 21-15,-6 8 2 16,-6 6 8-16,-3 5 21 16,2 0-6-16,3 5 6 15,3 6 2-15,7 2-2 16,4-4 7-16,2-9 4 0,1 0 1 16,0 0 2-16,-4-15-9 15,-2-5 5-15,-6-4-1 16,-4-1-8-16,-3-7 3 15,-6-3-4-15,-4-7 3 16,-3-5 0-16,0-4-3 16,-7 1 0-16,-14 4 3 15,0 10-2-15,2 14 14 16,7 11 18-16,5 11-8 16,3 0-10-16,2 20-15 15,2 19 3-15,0 13 11 16,5 10-9-16,10 3 7 0,2-2-7 15,0-6-5 1,1-6 0-16,-1-10 0 0,-3-5-34 16,-4-11-83-1,-1-10-134-15,-6-12-295 0</inkml:trace>
  <inkml:trace contextRef="#ctx0" brushRef="#br0" timeOffset="15550.61">19330 4331 1337 0,'0'0'75'0,"0"0"-65"16,0 0 19-16,0 0 45 15,101-66-33-15,-60 66-39 16,-4 21 1-16,-8 8-2 0,-8 3 5 16,-10 6 6-16,-5 0-6 15,-6 0 0-15,0-3-4 16,0-6-2-16,0-9-79 15,0-9-37-15,0-9-57 16,10-2-111-16,6-9-9 16,6-13-35-16</inkml:trace>
  <inkml:trace contextRef="#ctx0" brushRef="#br0" timeOffset="16361.09">19683 4423 160 0,'0'0'274'16,"0"0"-13"-16,0 0-11 15,0 0-78-15,0 0-80 16,0 0 49-16,10 35-58 15,-10-15-32-15,0-7-19 0,1-2 3 16,1-6-20-16,-1-3-13 16,-1-2 4-16,0 0-1 15,0 0 5-15,0 0 8 16,-3-11-12-16,-7-7-1 16,3-8 0-16,3-3-4 15,4-2 1-15,0 0-2 16,3 2 0-16,15 4-1 15,6 7-1-15,3 5-2 16,1 10-2-16,0 3 6 16,1 3 1-16,-4 20 2 15,-7 6 0-15,-4 4 14 16,-4 0-6-16,-6-8-2 16,0-5 7-16,-4-10-15 0,0-5 5 15,0-5-6-15,0 0 5 16,0 0 4-16,0-16 0 15,-4-12-3-15,4-6-6 16,0-4-6-16,0 3 6 16,16 8-2-16,2 9 2 15,2 6-4-15,2 8 0 16,-2 4 2-16,-2 0-1 16,-1 15-7-16,-3 7 9 15,-3 2 1-15,-1 1 0 16,0-4-2-16,4-1-11 0,4 0-63 15,9-6-96 1,11-10-30-16,9-4-20 0,6-1-26 16,1-20 201-16,-6-6 47 15,-8-5 44-15,-11-2 21 16,-16-1 111-16,-13 0-13 16,0 2-52-16,-18 4 0 15,-9 8 10-15,-1 8-9 16,1 7-52-16,2 5-29 15,3 1-12-15,4 0-7 16,2 10-9-16,10 3-3 16,6 5-12-16,0 2 12 15,0 5 3-15,15 1 0 16,4 3-2-16,4-2 2 0,2-1-2 16,2-4 2-16,-4-4-3 15,-3-6 5-15,-8-3 0 16,-5-6 16-16,-6-1 4 15,-1-1-12-15,0-1 5 16,0 0-5-16,-3 3-6 16,-15 2 3-16,-8 1-4 15,-7 6-6-15,-5 1-26 16,-3 4-22-16,-4 4-42 16,-5 5-111-16,-10 0-138 15,-7-1-247-15</inkml:trace>
  <inkml:trace contextRef="#ctx0" brushRef="#br0" timeOffset="16659.48">18430 4953 1271 0,'0'0'295'16,"0"0"-295"-16,0 0-1 16,130-26 1-16,-29 14 82 15,28-2-35-15,18 0-26 0,19-3 3 16,10-1 4 0,-3 3-8-16,-9 2-14 0,-22 6-6 15,-29 4-19-15,-24 1-54 16,-31 2-110-16,-27 0-181 15,-31 0-447-15</inkml:trace>
  <inkml:trace contextRef="#ctx0" brushRef="#br1" timeOffset="31241.79">6247 3065 821 0,'0'0'183'15,"0"0"-172"-15,0 0-5 16,0 0 31-16,0 0 34 16,0 0-27-16,0 0-24 15,0 0 4-15,0 0 30 16,-12 0 11-16,-8 0-19 0,-5 0-33 16,-1-4-8-16,2-10 8 15,6-3 22-15,3-5-14 16,1-2-20-16,6-3 0 15,5 1-2-15,3 2-1 16,0 3-4-16,15 4-1 16,5 8 7-16,7 9-16 15,-2 0 4-15,5 23 2 16,-1 18 7-16,-3 14 2 16,-6 14 2-16,-11 8 1 15,-8 3 4-15,-1-9-4 16,-8-7 6-16,-12-13-3 15,-5-9-4-15,-4-7 5 0,-4-9 5 16,-2-1-5-16,1-12-4 16,6-5 4-16,5-8 4 15,-1 0-5-15,4-18-2 16,1-14 1-16,5-7-4 16,5-5-5-16,9 3 3 15,0 4-3-15,10 8 2 16,10 5 0-16,7 8-11 15,2 3 13-15,2 7 0 16,3 6 1-16,4 0-7 16,2 12-12-16,2 17 15 15,0 5-4-15,-7 5 8 16,-2 5 0-16,-3-3-6 16,-3-3-85-16,-3-6-58 0,-4-11-154 15,-5-12-137-15</inkml:trace>
  <inkml:trace contextRef="#ctx0" brushRef="#br1" timeOffset="31756.03">6432 3259 1097 0,'0'0'177'0,"0"0"-162"15,0 0 36-15,0 0 2 16,0 0-46-16,0 0-7 15,94-54-4-15,-67 54 2 0,-6 19-12 16,-8 5 4-16,-10 10 7 16,-3 3 4-16,-3 5-1 15,-19 0 26-15,0-7-22 16,2-13 2-16,9-11-6 16,6-8 4-16,5-3-5 15,0-3 1-15,5-20-46 16,15-9-79-16,3-5 77 15,6 2 48-15,-3 0 5 16,0 2-5-16,-3 3 0 16,-3-1 3-16,-4 7 0 15,-4 5 8-15,-7 7 11 16,-5 4 27-16,0 4 29 16,0 2 1-16,-5 2-1 0,-5-2-33 15,-2 2-30-15,-1 2 3 16,-2 19-18-16,0 8-1 15,3 6 1-15,5 5 3 16,7-2 0-16,0-1-3 16,6-4 1-16,12-5-2 15,7-6-1-15,1-4-2 16,3-5 3-16,1-4-18 16,1-2-58-16,-1-7-61 15,-1 0-35-15,-3-2-287 16</inkml:trace>
  <inkml:trace contextRef="#ctx0" brushRef="#br1" timeOffset="31932.03">6918 3336 1043 0,'0'0'110'15,"0"0"-110"-15,0 0 0 16,0 0 8-16,90 0 9 15,-43 1-15-15,3-1 3 16,-1 0-5-16,1 0-52 16,-5 0-190-16,-5-8-175 15</inkml:trace>
  <inkml:trace contextRef="#ctx0" brushRef="#br1" timeOffset="32178.66">7344 3024 1098 0,'0'0'64'0,"0"0"-62"16,0 0-2-16,0 0 0 16,0 0 16-16,34 105 17 15,-16-49-6-15,-1 0-7 16,-4-1 3-16,-1-1-20 15,-4-2 0-15,1-4-2 0,-3-4-1 16,-1-6-91-16,-3-8-173 16,-2-14-206-16</inkml:trace>
  <inkml:trace contextRef="#ctx0" brushRef="#br1" timeOffset="32391.19">7608 3250 540 0,'0'0'833'16,"0"0"-833"-16,0 0-18 16,0 0 18-16,103-6 14 15,-50 4-14-15,1 2-1 0,-6-1-130 16,-10-3-175-16,-14-2-350 15</inkml:trace>
  <inkml:trace contextRef="#ctx0" brushRef="#br1" timeOffset="32547.48">7727 3444 1248 0,'0'0'78'16,"0"0"-78"-16,0 0-12 0,0 0 12 15,134-8 0-15,-69-1-102 16,-1-2-244-16,-8-3-307 16</inkml:trace>
  <inkml:trace contextRef="#ctx0" brushRef="#br1" timeOffset="33072.23">8250 2962 1147 0,'0'0'60'15,"0"0"-56"-15,0 0-1 0,0 0 7 16,0 0-9-16,0 0-1 16,5 77 5-16,-5-41-4 15,0 1 3-15,-3-5 3 16,-10-4-2-16,1-7 0 15,0-9-5-15,2-4 5 16,5-6 2-16,3 0-2 16,2-2-1-16,0 0-4 15,0 0-3-15,0 0-4 16,12 3-4-16,7 1 11 16,7 1 0-16,3-3 6 15,4-2 5-15,0 0-6 16,-1-2 0-16,-3-10 4 15,-7 0-2-15,-9-2-3 0,-6 1 8 16,-6-2 2-16,-1-2 12 16,0 0-6-16,-1 1 14 15,-9 1 0-15,0 5 15 16,3 2-1-16,2 6-19 16,3 2 1-16,2 0-16 15,0 0-14-15,0 17-19 16,0 14 14-16,10 12 5 15,-2 1 1-15,2 3 1 16,-3 0-2-16,-2 1 0 16,-3 4-3-16,-2-2-172 15,0-3-70-15,-17-8-279 16</inkml:trace>
  <inkml:trace contextRef="#ctx0" brushRef="#br1" timeOffset="34920.83">6866 2633 710 0,'0'0'103'16,"0"0"-81"-16,0 0 18 16,0 0 66-16,0 0 8 15,0 0-45-15,5-13-49 16,0 13-20-16,5 13-19 0,5 14 19 15,3 7 31 1,0-3-16-16,-4-4 21 0,-4-11-25 16,-5-8 26-16,-3-6 8 15,-2-2 19-15,2 0 37 16,4 0-18-16,14-28-28 16,17-24-9-16,19-19-36 15,15-13-10-15,14-3 2 16,6 4-2-16,4 1-13 15,-3 6-69-15,-7 15-98 16,-11 18-51-16,-24 20-301 16</inkml:trace>
  <inkml:trace contextRef="#ctx0" brushRef="#br1" timeOffset="36205.16">6043 4530 959 0,'0'0'139'0,"0"0"-117"0,0 0 55 16,10-96-19 0,19 80-9-16,4 9-19 0,6 7-13 15,1 0-15 1,-2 26 4-16,-6 9 14 0,-6 11-19 16,-8 8 11-16,-11 9-5 15,-7 3 10-15,-4 5 4 16,-20-6-10-16,-4-10-4 15,1-11-2-15,4-18-4 16,8-11 1-16,7-15 9 16,6 0-2-16,2-26-5 15,0-18-4-15,17-9-41 16,7-5 40-16,7 1 1 16,0 4-25-16,-2 3 1 0,-3 10 17 15,-2 2 4-15,-4 8 6 16,-5 5 3-1,-5 5 5-15,-5 9 1 0,-5 5 38 16,0 5-2-16,0 1-1 16,0 0-10-16,0 0-17 15,-3 0 0-15,-9 13-14 16,-6 11-3-16,-4 11 0 16,3 9-2-16,6 5 0 15,10 2 1-15,3-1-1 16,2-6 1-16,21-8-2 15,7-7-5-15,5-8 3 16,4-8 2-16,0-6-9 0,3-7-43 16,2 0-65-1,-4-8-87-15,-5-19-165 0,-11-10-221 16</inkml:trace>
  <inkml:trace contextRef="#ctx0" brushRef="#br1" timeOffset="36524.24">6473 4288 1041 0,'0'0'205'16,"0"0"-152"-16,0 0 1 15,-38-85 27-15,54 69-60 16,18 4-9-16,3 6-12 16,-1 6-3-16,-4 0-4 15,-10 17-6-15,-8 10 5 16,-10 8 6-16,-4 6 2 0,-8 4 4 15,-16-3 2-15,-2-7 3 16,6-12-3-16,7-12-3 16,9-7 4-16,4-4 3 15,0 0 7-15,4 0-17 16,20 0 1-16,11 0 4 16,9-7 6-16,3 6-11 15,1 1 0-15,-3 0-4 16,0 0-88-16,-5 17-56 15,-8 0-96-15,-12 3-229 0</inkml:trace>
  <inkml:trace contextRef="#ctx0" brushRef="#br1" timeOffset="36726.86">6702 4778 880 0,'0'0'517'16,"0"0"-517"-16,0 0-5 16,0 0 5-16,0 0 11 15,129-28-4-15,-69 22-7 16,2-1-6-16,-6 0-142 16,-2-2-102-16,-7-3-193 15</inkml:trace>
  <inkml:trace contextRef="#ctx0" brushRef="#br1" timeOffset="37214.12">7202 4515 970 0,'0'0'285'16,"0"0"-249"-16,0 0 23 15,0 0 37-15,0 0-60 16,0 0-36-16,60-62 5 15,-25 60-9-15,-5 2 4 16,-5 0-4-16,-3 5 4 0,-7 8-10 16,-6 5 10-16,-6 6 4 15,-3 2 5-15,0 2 3 16,-17-2 1-16,-3-3-8 16,-2-7 9-16,3-5-10 15,2-2 5-15,7-7-5 16,3 1-2-16,5-3 4 15,2 0-6-15,0 0 5 16,10 0-5-16,13-8-1 16,9-3-1-16,5 3 2 15,4 6-4-15,-5 2 4 16,-2 0-8-16,-6 2 2 0,-8 11-5 16,-5 2-1-16,-10 1 12 15,-5 2 6 1,0 1 3-16,-12 0 9 0,-11-1 7 15,-10 3 14-15,-1-1-6 16,-5-1-28-16,3-1 0 16,6-1-5-16,5-4-1 15,8-2-8-15,8-3-139 16,9-8-118-16,0 0-295 16</inkml:trace>
  <inkml:trace contextRef="#ctx0" brushRef="#br1" timeOffset="37703.33">7627 4556 1176 0,'0'0'134'0,"0"0"-131"16,0 0 24-16,0 0 44 15,95-40-38-15,-62 40-27 16,-1 12-6-16,-8 14 0 15,-11 5 4-15,-6 2 1 16,-7 4 8-16,0-3-2 16,-12-1-6-16,-5-7 3 15,4-9-2-15,3-8-3 16,5-7 0-16,3-2 2 16,2 0 6-16,0-21-11 15,0-9-48-15,15-6 8 0,4-1 25 16,0 3 11-1,1 3-6-15,1 0 10 0,-1 3 0 16,-3 3 0-16,-4 4 5 16,-1 5 2-16,-8 6 5 15,-1 5 29-15,-3 5 6 16,0 0 5-16,0 0-13 16,0 0-2-16,-13 15-34 15,0 6 8-15,0 8-6 16,3 3-2-16,7 4 5 15,3 2-5-15,0-1 1 16,10 0-4-16,13-3-2 16,5-3 1-16,6-5-10 15,4-4-85-15,6-10-128 0,-3-9-200 16</inkml:trace>
  <inkml:trace contextRef="#ctx0" brushRef="#br1" timeOffset="37874.69">8246 4669 1405 0,'0'0'57'0,"0"0"-56"15,0 0 16-15,0 0-4 16,0 0 1-16,0 0-4 0,123-1-10 16,-87 1-83-16,0 0-108 15,-3 0-131-15,-4 0-214 16</inkml:trace>
  <inkml:trace contextRef="#ctx0" brushRef="#br1" timeOffset="38289.85">8598 4513 1078 0,'0'0'143'15,"0"0"-127"-15,0 0 66 16,0 0 14-16,0 0-44 15,0 0-46-15,-17 3-4 16,10 18-2-16,1 3 28 16,-1 5-6-16,2-5-6 0,5-2-13 15,0-3 6-15,0-2-2 16,5-4-5-16,12-2 1 16,5-4-3-16,8-3 2 15,7-1 2-15,3-1 3 16,4-1-7-16,-1 2 1 15,-2-1-1-15,1-1 4 16,-5 2-4-16,-5 0 0 16,-9 2-2-16,-8-1-2 15,-8 3 4-15,-7 0 0 16,0 4 2-16,-9 4 15 16,-17 3 7-16,-11 1-11 15,-8 0-5-15,-3-3-7 16,-1-3 0-16,4-4-1 0,3-7-45 15,9-2-100-15,6-13-110 16,6-18-353-16</inkml:trace>
  <inkml:trace contextRef="#ctx0" brushRef="#br1" timeOffset="38474.83">8787 4462 1163 0,'0'0'136'0,"0"0"-133"16,0 0 31-16,105-37 62 16,-70 37-66-16,0 0-27 0,-3 0-3 15,-3 0-12-15,-3 9-85 16,0-1-57-16,-6 1-173 16,-7-1-177-16</inkml:trace>
  <inkml:trace contextRef="#ctx0" brushRef="#br1" timeOffset="38639.12">9168 4539 1009 0,'0'0'254'0,"0"0"-229"16,0 0 19-16,0 0 17 0,0 0-25 16,0 0-35-1,104 0-1-15,-74 1-13 0,-4 2-158 16,-7-1-112-16,-9 0-314 15</inkml:trace>
  <inkml:trace contextRef="#ctx0" brushRef="#br1" timeOffset="38788.21">9257 4774 305 0,'0'0'1055'15,"0"0"-1055"-15,0 0-63 16,0 0 56-16,0 0 6 15,85-28-138-15,-48 15-264 0</inkml:trace>
  <inkml:trace contextRef="#ctx0" brushRef="#br1" timeOffset="39073.8">9663 4655 927 0,'0'0'253'15,"0"0"-239"-15,0 0 61 16,-2 87 13-16,4-59-20 15,20-2-36-15,3-8-24 16,4-8-2-16,0-8 1 16,7-2-3-16,-1-12 10 15,1-15-2-15,-6-1-7 16,-8-4 8-16,-10 3 17 16,-12 0 16-16,0 1 0 15,-22-2-6-15,-13-3-17 16,-7 4-17-16,-1 4-3 0,2 7-4 15,7 10 1-15,2 8-3 16,3 0-2-16,1 17-51 16,5 13-70-16,3 6-87 15,-2 2-200-15,-5 2-346 16</inkml:trace>
  <inkml:trace contextRef="#ctx0" brushRef="#br1" timeOffset="39769.93">5492 4961 949 0,'0'0'184'0,"0"0"-184"16,0 0-16-16,0 0 10 16,0 0 6-16,0 0 40 15,52 39-3-15,-39-26 12 16,-5-6-26-16,-5-4 57 15,-1-3 5-15,0 0 4 16,0 0 0-16,3-2-16 16,13-20-22-16,7-13-29 15,12-5-16-15,5-9 6 16,5 2-8-16,8-6-1 0,5-1-3 16,5 5-14-16,-3 7-10 15,-7 18-58 1,-5 17-102-16,-13 7-158 0,-12 9-323 15</inkml:trace>
  <inkml:trace contextRef="#ctx0" brushRef="#br1" timeOffset="43204.12">5834 5871 689 0,'0'0'205'15,"0"0"-146"-15,0 0 10 0,0 0 82 16,0 0-47 0,0 0-51-16,-21-88-33 0,41 73 2 15,6 2 26-15,5 9-17 16,0 4-9-16,4 2-13 15,-1 25-8-15,-6 10-1 16,-6 8 11-16,-12 10-7 16,-8 9 4-16,-2 1-4 15,-9 2 3-15,-13-8-6 16,-1-11 2-16,0-12-4 16,3-15 2-16,6-11 4 15,6-6 5-15,5-4-7 16,3-6 6-16,0-18-9 15,0-15-13-15,0-8-8 16,22-2 5-16,2 0-26 16,4 4 2-16,-2 3 2 15,-1 3-1-15,0 3 10 0,0 3 23 16,-3 6-3-16,-4 2 14 16,-3 5-5-16,-1 2 7 15,-2 1-2-15,-4 5 0 16,-1 2 4-16,-6 5 1 15,-1 3 28-15,0 2 9 16,0 0-3-16,0 0-8 16,0 0-27-16,-13 4 11 15,-7 18-15-15,-5 12-1 16,-1 7-1-16,5 3 0 0,6 4 4 16,5-1 8-1,7-2-11-15,3-3 6 0,1-5-9 16,21-5-1-1,10-5 0-15,3-4 0 0,3-6-3 16,6-4 2-16,1-9-6 16,1-4-53-16,5 0-75 15,-6-6-141-15,-8-14-259 16</inkml:trace>
  <inkml:trace contextRef="#ctx0" brushRef="#br1" timeOffset="43417.06">6381 6033 717 0,'0'0'497'0,"0"0"-497"16,0 0-1-16,0 0 1 16,0 0 40-16,124 0-7 15,-64 0-24-15,1 0-9 16,-6 0 2-16,-7 0-2 15,-6 0-64-15,-11-2-161 16,-12-3-133-16,-11 1-262 16</inkml:trace>
  <inkml:trace contextRef="#ctx0" brushRef="#br1" timeOffset="43677.9">6522 5900 917 0,'0'0'183'0,"0"0"-183"16,0 0 0-16,0 0 22 16,0 0 23-16,56 102-21 15,-34-68-16-15,-3 0-2 16,-2-2-4-16,-4 1-2 15,-3-2 2-15,-4 0-2 16,-1-2-52-16,-1-3-119 16,-3-11-142-16,3-9-104 15</inkml:trace>
  <inkml:trace contextRef="#ctx0" brushRef="#br1" timeOffset="44601.96">7009 5874 1050 0,'0'0'253'0,"0"0"-222"16,0 0-31-16,0 0 26 0,104-35 44 16,-69 35-62-16,-6 22-8 15,-10 7-3-15,-11 5 3 16,-8 6 3-16,-2 4 9 15,-23 3-5-15,-7-4-2 16,-1-5-1-16,3-10-2 16,5-9 1-16,8-10-2 15,5-5 10-15,7-4-4 16,4 0-3-16,1 0 3 16,0-13-7-16,3-1-3 15,10 1 1-15,6 3 2 16,4 0-7-16,3 1 5 15,5 0 1-15,4 2-4 0,5 2 6 16,3 1-2 0,5-1-1-16,-3-1-12 0,-2-3-41 15,-7-2-21-15,0-1 9 16,-8-1 20-16,-6-1 0 16,-7 2-12-16,-5 0 47 15,-7 2 12-15,-3 0 14 16,0 1-3-16,0 1 25 15,0-1 7-15,0 8-14 16,0-2 37-16,-1 3-33 16,-1 0-9-16,2 8-24 15,0 13-3-15,0 4 3 16,2-1 4-16,13-4-2 16,3-6-2-16,2-7 5 0,2-4-5 15,1-3 6-15,2 0-4 16,-3-4 4-16,-5-7 4 15,-5-2-10-15,-5-3 7 16,-6 0-2-16,-1-4-3 16,0 2-1-16,0 2 0 15,-10-1 6-15,-5 1 2 16,0 4-8-16,5 4 3 16,3 5-2-16,4 3 0 15,1 0-2-15,2 20-12 16,0 12 3-16,0 11 8 15,0 7-4-15,12 4 5 16,5 9 2-16,1 7 1 16,0 3 3-16,1-2-4 0,-6-10-2 15,-6-10 10-15,-5-12 0 16,-2-9 18-16,-2-2 12 16,-17-8-10-16,-2-1 14 15,-3-8-16-15,3-7 5 16,1-4-3-16,-4 0-23 15,-1-6 0-15,-2-11-6 16,-1-4 0-16,3 1-2 16,6 2-17-16,8-2-19 15,9-4-23-15,2-5-73 16,16-9-73-16,18-8-106 0,10-8-219 16</inkml:trace>
  <inkml:trace contextRef="#ctx0" brushRef="#br1" timeOffset="44784.15">8049 5904 1082 0,'0'0'157'0,"0"0"-153"16,0 0-4-16,0 0 18 15,114-5 0-15,-72 7-17 16,-4 5-1-16,-4 2-12 15,-9 1-145-15,-8-3-156 16,-12 4-136-16</inkml:trace>
  <inkml:trace contextRef="#ctx0" brushRef="#br1" timeOffset="44968.34">8088 6086 1274 0,'0'0'39'15,"0"0"-39"-15,0 0-12 16,0 0 12-16,0 0 17 16,96 0-17-16,-56 0-16 15,1 0-116-15,-1 0-64 0,1 0-45 16,-8-8-63 0</inkml:trace>
  <inkml:trace contextRef="#ctx0" brushRef="#br1" timeOffset="45569.22">8518 5740 267 0,'0'0'497'0,"0"0"-404"0,0 0-8 16,0 0 63-16,0 0-67 16,0 0-53-16,-9 3-27 15,9 22 4-15,0 9 82 16,0 9-42-16,0 3 1 15,2-1-12-15,5 0-19 16,3-6-3-16,0-6-10 16,6-6 0-16,0-7-2 15,0-9 4-15,4-3-4 16,-1-5 0-16,3-3-6 16,1 0 6-16,0-5 17 0,3-14-17 15,-7 1-7-15,-5-3-3 16,-4-2-2-16,-8 2 11 15,-2-7-11-15,0-2 9 16,0 0 3-16,-7 2 3 16,-6 4-3-16,2 7 4 15,1 8 11-15,3 5 7 16,4 1 4-16,3 3-2 16,0 0-24-16,0 23-13 15,0 12 12-15,0 11 1 16,0 6 3-16,0 0-2 15,0 0 2-15,2 2-3 16,2 1 0-16,-1-4-3 16,0-2-36-16,2-11-151 0,2-10-89 15,0-14-204-15</inkml:trace>
  <inkml:trace contextRef="#ctx0" brushRef="#br1" timeOffset="45898.82">9010 5569 1157 0,'0'0'105'0,"0"0"-105"15,0 0-9-15,0 0 9 16,23 106 82-16,-1-38-51 16,1 6-3-16,-3 1 20 15,-5 1-8-15,-4-3-21 16,-1-3-13-16,-3 0-5 16,0-9 1-16,-4-7-1 15,-1-13-1-15,-2-12 0 16,0-12-104-16,0-9-48 15,0-8-183-15,0-4-137 16</inkml:trace>
  <inkml:trace contextRef="#ctx0" brushRef="#br1" timeOffset="47402.08">9123 5513 31 0,'0'0'1053'0,"0"0"-1026"16,0 0-26-16,-86 41 50 15,62-29 58-15,-7 1-11 16,1-1-39-16,-5 2-18 15,-7 0 8-15,-4-1-9 16,-8-1-9-16,-6-2-9 16,-7 1 7-16,-5-3 0 15,-6 0-17-15,-5-1-9 16,-3-3 8-16,-6-1-4 16,-3-3 4-16,-4 0-3 15,-2 0-5-15,6 0 7 16,3-12-3-16,9 0-5 15,4-1 7-15,3-1-6 16,-2 0 4-16,1 3-3 16,1 0-1-16,0-1 0 0,10 3-2 15,-1 0 0-15,6 0 6 16,1 1 2-16,2 2-2 16,0 0-6-16,-3 0 4 15,-3 3-5-15,-4 2 0 16,-5 1 0-16,-4 0 2 15,-1 0-1-15,3 0 1 16,5 4-2-16,3 1 3 16,2-1 1-16,0 1-4 15,2-3 0-15,2 2 0 16,6-1 0-16,9 0 0 16,5 0 0-16,8 1-1 0,6-1 1 15,3 1 0-15,4-4 0 16,4 4-3-16,2-2 4 15,1-1-1-15,0-1 0 16,-3 0 4-16,1 0-4 16,-2 0 0-16,1 0 0 15,-3 0 5-15,-2 0-4 16,-1-4 1-16,-3-3 0 16,2 3 1-16,3-2-3 15,1 0 0-15,4 1 0 16,4 2 2-16,1 0 0 15,3 1-2-15,2 1 0 16,1 1 0-16,1-1 0 16,3 1 0-16,0 0 0 15,0 0-3-15,0 0 1 0,0 6-5 16,0 19 3-16,0 16 1 16,0 9 3-16,3 5 0 15,9 7 1-15,3 6 0 16,2 5 0-16,1 4-1 15,1-2 0-15,-1-4 1 16,-1-4-1-16,-3-2 0 16,-2-5 1-16,1-5 1 15,-7-10-2-15,-1-11 0 16,-3-8 1-16,1-9-1 16,-3-8-1-16,1-4 0 0,-1-2 2 15,0 0-1-15,2-3 0 16,-2 2 0-16,0-2 2 15,0 0-2-15,2 0 0 16,0 0 0-16,-2 0 4 16,1 0 1-16,2 0-4 15,-1 0 2-15,7 0-6 16,6 0 13-16,8 0-7 16,11 0 2-16,8 0-3 15,9 0 9-15,12 0-9 16,15 0 1-16,10 0-1 15,11 0-2-15,8 0 0 16,8-3 0-16,2 0 0 16,1 1-2-16,-8 2 3 0,-9 0-1 15,-1 0 0-15,-7 5 2 16,-1 3-2-16,-1-3 4 16,2 1-2-16,4-4 2 15,1-2-4-15,6 0 2 16,-2 0-4-16,0 0 4 15,-2-8-4-15,-3 3 2 16,-5-3 0-16,-3 5 4 16,-5-2-4-16,-8 3 0 15,-2 0 0-15,-7-3 3 16,1 3-1-16,1-4-2 16,3-1 2-16,-1 3 1 0,-4-2-3 15,-6 2 2-15,-11-1-7 16,-10 0 1-16,-9 2 4 15,-5 0 0-15,-8 0 1 16,-3 0-1-16,-3 0 0 16,-4 2 1-16,-1-1-3 15,-2 1 5-15,0-2-3 16,-4 1 0-16,-1 1 0 16,0 1-3-16,0-2 3 15,0 2-20-15,0 0-36 16,0 0-46-16,-16 2-125 15,-17 4-207-15</inkml:trace>
  <inkml:trace contextRef="#ctx0" brushRef="#br1" timeOffset="53535.12">5878 7026 195 0,'0'0'132'0,"0"0"-32"0,0 0 28 16,0 0 56-16,0 0-8 15,0 0-41-15,0 0-41 16,-32 5-18-16,29-5-5 16,-1 0 1-16,4-6-3 15,0-5-12-15,0-2-38 16,0-5-12-16,16 1-3 16,5 0 1-16,4 7-2 15,4 7-3-15,3 3 0 16,-1 1-8-16,0 19 6 15,-5 6 0-15,-6 7 2 16,-7 6 2-16,-6 5-1 16,-7 4-1-16,0-2 11 15,-18-4-10-15,-5-9 5 16,-1-9-3-16,3-9-3 0,3-8 8 16,5-4-7-16,3-3 4 15,3 0 4-15,6-22-9 16,1-9-7-16,3-10-24 15,22-8 20-15,7 1-3 16,3 1-48-16,-2 1 12 16,-1 8 31-16,-5 6 19 15,-5 5 1-15,-7 9 0 16,-7 6 2-16,-5 8 5 16,-3 2 11-16,0 2 26 15,0 0 4-15,0 0-13 16,0 0-9-16,0 0-15 0,-4 0-6 15,-8 13 9-15,-6 11-13 16,-1 6 14-16,4 5-2 16,5 1-8-16,7 0 12 15,3-1-9-15,0-4 9 16,18-2-16-16,7-5-1 16,7-3 1-16,3-4-2 15,5-6-2-15,0-2 2 16,3-5-8-16,3-3-81 15,-5-1-85-15,0 0-131 16,-10-14-246-16</inkml:trace>
  <inkml:trace contextRef="#ctx0" brushRef="#br1" timeOffset="53765.89">6575 7085 954 0,'0'0'299'15,"0"0"-299"-15,0 0-13 16,0 0 13-16,0 0 23 16,107 4-1-16,-62 0-20 15,-3-2-2-15,-3-1 0 0,-7 5-116 16,-5-5-159-16,-6-1-155 15</inkml:trace>
  <inkml:trace contextRef="#ctx0" brushRef="#br1" timeOffset="54449.43">7009 7033 365 0,'0'0'220'0,"0"0"-103"16,0 0 24-16,0 0 84 15,0 0-88-15,0 0-52 16,-29-69-12-16,29 45 5 16,8 2-28-16,12 2-17 15,7 4-28-15,3 5 17 16,2 8-12-16,-4 3-8 0,-2 0-4 15,-10 8-3-15,-5 9-4 16,-5 8 9-16,-6 5 6 16,-2 2 6-16,-20 4-3 15,-3-3-7-15,2-8 3 16,1-6-5-16,10-10 2 16,5-5 3-16,7-4-4 15,0 0-2-15,0 0-1 16,22-10-10-16,12-1 8 15,7 0 1-15,7 6 3 16,-7 3 0-16,-4 2-7 16,-12 0 6-16,-8 12-7 15,-9 8-2-15,-8 7 10 16,0 1 6-16,-11 2 3 0,-18-3 11 16,-3-2 1-16,-1-3 8 15,1-4-15-15,3-3-12 16,6-5 0-16,10-2-2 15,4-6 0-15,9-2-1 16,0 0-88-16,15-22-88 16,15-11-262-16,5-9-19 15,1 1 160-15</inkml:trace>
  <inkml:trace contextRef="#ctx0" brushRef="#br1" timeOffset="54900.17">7316 7087 76 0,'0'0'293'0,"0"0"-101"15,0 0 61-15,0 0-82 0,0 0-85 16,0 0-59-1,39 7 114-15,-25 15-66 0,3 1-35 16,1-1-9-16,5-5 2 16,3-4-20-16,2-6 6 15,4-7-4-15,-2 0-2 16,2-9 7-16,-9-7-5 16,-3-4 0-16,-7-3 1 15,-7-3 0-15,-6-1-7 16,0-1 10-16,0-1-1 15,-16 4-5-15,3 5 2 16,1 7 5-16,6 8-7 16,4 5 3-16,0 2-16 15,2 28-7-15,0 16 7 16,0 18 0-16,4 6 4 0,11 4-4 16,5 1 4-16,0 0-4 15,-2-4 2-15,-2-10-2 16,-8-13 3-16,-8-13 1 15,0-11 4-15,-5-6 19 16,-18-5-2-16,-9-4 6 16,-3-5-10-16,-2-1-17 15,3-3 4-15,6-3 7 16,3-18-14-16,3-12 0 16,9-8-1-16,7-4-17 0,6-5-16 15,17 0-56 1,22-3-60-16,8 1-173 0,3 4-176 15</inkml:trace>
  <inkml:trace contextRef="#ctx0" brushRef="#br1" timeOffset="55049">8000 7033 1283 0,'0'0'123'15,"0"0"-106"-15,0 0 2 16,0 0 63-16,91-5-56 15,-52 5-22-15,-1 0-4 16,-1 0-66-16,-5 0-166 16,-10 0-306-16</inkml:trace>
  <inkml:trace contextRef="#ctx0" brushRef="#br1" timeOffset="55199.71">8000 7242 830 0,'0'0'559'15,"0"0"-559"-15,0 0-32 16,0 0 32-16,0 0-8 16,110 2 8-16,-43-10-233 15,6-6-197-15</inkml:trace>
  <inkml:trace contextRef="#ctx0" brushRef="#br1" timeOffset="55551.44">8668 6948 1047 0,'0'0'169'0,"0"0"-154"15,-90-8 70-15,66 16 64 16,6 21-90-16,0 14-21 16,-1 13-12-16,8 5 6 15,6 1-3-15,5-5-19 16,0-8 6-16,15-13-10 15,10-10-6-15,5-9 4 16,9-9-2-16,1-8-1 0,-1 0 8 16,-1-14-6-1,-10-9 4-15,-7-1-6 16,-11 0 1-16,-10 2 4 0,0-1 4 16,-14 1 7-16,-17 2 2 15,-7 7-16-15,-2 5-3 16,1 8 0-16,3 2-4 15,6 19-5-15,5 4-54 16,8 1-73-16,7-4-155 16,0-6-235-16</inkml:trace>
  <inkml:trace contextRef="#ctx0" brushRef="#br1" timeOffset="57550.2">5552 6540 345 0,'0'0'234'0,"0"0"-209"15,0 0-14-15,0 0-2 16,0 0 55-16,0 0 34 15,2-1-31-15,-2 1 29 16,0 0 40-16,0 0-27 16,0 0-23-16,0 0-26 15,0 0-16-15,0 0-12 16,0 3-19-16,-3 19-7 16,-6 16 14-16,-1 15 26 15,1 10-3-15,6 8-30 16,3 5-3-16,0 5 14 0,5-3-8 15,7-2 22-15,3-5-27 16,-2-10 0-16,2-6 0 16,1-11 1-16,-2-6 1 15,0-2 8-15,-3-3-14 16,2-4 2-16,-4-4 4 16,1-5-7-16,-2-7 7 15,-2-2-4-15,0-4-5 16,-2-2 6-16,1-1-8 15,-2-4 1-15,2 2 5 0,0-2-6 16,2 2 4 0,1-2 5-16,4 0-5 15,1 0 13-15,2 0-9 0,5 0-3 16,2 0 4-16,3 0-6 16,2 0 0-16,3 0-1 15,2 0-4-15,1 0 6 16,6 0-5-16,3 0-1 15,1-2 0-15,2 0-2 16,0 2 2-16,2 0 0 16,5 0 1-16,4 0 0 15,6 0 2-15,3 0-2 16,1 0 5-16,1 0-3 16,-2 0 0-16,0 0 0 15,-1 0-2-15,0 2 4 0,1 0-4 16,-4 1 1-1,-1-1 0-15,-3 2-2 0,-2-1 2 16,1-1-2-16,1 0 0 16,1-2 6-16,-1 0-6 15,-2 0 1-15,-1 0-2 16,-2-4 4-16,3-4 0 16,3 0 0-16,2-1 0 15,2 4-3-15,4-1 0 16,-5 1 1-16,-1 3-2 15,-3 0 2-15,-2 0-1 16,-3 0 0-16,0 1 2 16,-3-1-1-16,-1-2 0 0,-5 0 0 15,-1-1-1-15,-1 0 3 16,-3-1-1-16,5-1-2 16,4 1 3-16,3 0-3 15,2 0 0-15,-3 0 0 16,-4 1-1-16,1 1 0 15,-5-3 1-15,-7 5 0 16,-2-1 1-16,-6-1-4 16,-4 0 3-16,-5 0 0 15,-3 1-1-15,-2 1 1 16,0-1 0-16,-4 0 1 16,4 2 1-16,-1-3-2 0,1 2 0 15,1-1 0 1,0 0-3-16,1 0 8 0,1 1-6 15,-2-1 1-15,1 0 0 16,-2 3 1-16,-2-1-1 16,-1 0 0-16,0-1-1 15,-2-1 1-15,-3 1 0 16,3 1 0-16,-2 1 2 16,-1 0-1-16,-2 0-1 15,-1 0 0-15,-1 0 0 16,0-1 3-16,0 1-1 15,0 0 7-15,0-2 5 16,0 0 5-16,0-4-7 16,0-4-3-16,0-7 0 15,0-8-6-15,0-7-3 0,-5-5 0 16,-7-10 0-16,-3-8 0 16,1-7 0-16,-3-7 0 15,2-6 0-15,-1-1-5 16,2-1 5-16,-4 2 0 15,5 5-2-15,0 8 0 16,0 4 2-16,3 6-1 16,1 6-2-16,2 9 2 15,3 12 1-15,0 9 0 16,4 12-3-16,0 4 1 16,0 0 1-16,0 0-10 15,0 0-4-15,0 0-18 16,0 0-3-16,-2 4-14 15,-2 17-28-15,-6 12-3 0,-5 7-115 16,-5-4-378-16</inkml:trace>
  <inkml:trace contextRef="#ctx0" brushRef="#br1" timeOffset="85521.12">16421 6002 953 0,'0'0'161'15,"0"0"-112"-15,0 0-20 16,0 0 59-16,0 0-5 0,0 0-61 16,0 0-22-16,-15 39 0 15,27 11 30-15,-1 4 2 16,-5 1-25-16,1 0-7 16,-5-6 0-16,-2-4 0 15,0-4-4-15,0-6-82 16,0-8-63-16,0-14-175 15,0-13-253-15</inkml:trace>
  <inkml:trace contextRef="#ctx0" brushRef="#br1" timeOffset="85714.77">16438 5839 898 0,'0'0'122'0,"0"0"-103"0,0 0 35 15,-10-79 23-15,30 70-34 16,5 9-43-16,5 0-2 16,2 17-6-16,-3 17-58 15,-2 9-49-15,-8 7-64 16,-14 12-118-16,-5 0-180 16</inkml:trace>
  <inkml:trace contextRef="#ctx0" brushRef="#br1" timeOffset="85857.21">16496 6214 1203 0,'0'0'147'0,"0"0"-137"16,0 0 33-16,0 0 34 0,0 0-65 15,85-60-12-15,-40 54-2 16,0 6-9-16,-8 0-128 16,-13 18-96-16,-14 13-204 15</inkml:trace>
  <inkml:trace contextRef="#ctx0" brushRef="#br1" timeOffset="86412.18">16570 6507 1229 0,'0'0'133'15,"0"0"-132"-15,0 0 0 16,0 0 26-16,0 0-8 16,138-36-16-16,-66 18-3 15,1 0-4-15,1-5-2 0,-3-3-68 16,-12-6-21-16,-7-6 13 15,-14-1 43-15,-14 0 39 16,-12 0 12-16,-10 4 9 16,-2 1 42-16,-3 4 1 15,-15 4-20-15,4 10 2 16,1 6 5-16,1 6 10 16,-4 4-52-16,-4 9-5 15,-3 15 4-15,0 7-8 16,3-1-3-16,8-5 2 15,9-5-1-15,3-6 0 16,0-5 2-16,4-2-13 0,15-4 13 16,3-2 2-16,1-1 2 15,0 0 9-15,-1 0-13 16,0 0 1-16,-2 8-3 16,0 5 3-16,-1 10-1 15,-8 12 0-15,-6 8 3 16,-5 8 6-16,0 4 13 15,-16 1 5-15,-8 1 5 16,-1-5-11-16,2-8 17 16,2-12 0-16,8-10-15 15,5-7 0-15,5-10-16 16,3-1-5-16,0-4 4 16,0 0-6-16,0 0 6 15,10-14 1-15,11-12-6 0,11-7-1 16,10-3 0-16,9-3-54 15,7 2-46-15,1-1-189 16,-5 5-419-16</inkml:trace>
  <inkml:trace contextRef="#ctx0" brushRef="#br1" timeOffset="86532.09">17638 6343 1270 0,'0'0'189'0,"0"0"-166"16,0 0-19-16,0 0-4 15,0 0-8-15,0 0-222 16,0-13-272-16</inkml:trace>
  <inkml:trace contextRef="#ctx0" brushRef="#br1" timeOffset="87050.52">17633 6262 1010 0,'0'0'290'0,"0"0"-240"0,0 0-28 16,0 0 76 0,0 0-43-16,0 0-30 0,74-38-10 15,-28 28-8-15,3 4 5 16,-1 2-12-16,-3 2 0 15,-3 0 0-15,-3 2-27 16,-8 0-139-16,-6 0-70 16,-8 0-215-16</inkml:trace>
  <inkml:trace contextRef="#ctx0" brushRef="#br1" timeOffset="87726.63">18174 6098 1045 0,'0'0'155'15,"0"0"-148"-15,0 0 24 16,0 0 35-16,0 0-14 16,0 0-47-16,4 0 0 15,-2 0-2-15,-1 0 13 16,-1 0 47-16,0 0 5 15,0 0-20-15,0 0-4 0,0 0-9 16,0 0-20 0,0 0 5-16,0 0-19 0,0 0 0 15,0 0 1-15,0 0 3 16,0 0-4-16,0 0-1 16,0 0 3-16,0 0 1 15,0 0-3-15,0 0-1 16,0 0 6-16,0 0-1 15,0 0-4-15,0 0 8 16,0 0-7-16,0 0 14 16,0 0-3-16,0 0-3 15,0 0 5-15,0 0-13 16,0 0 5-16,0 0-5 16,0 0 1-16,0 0-1 15,0 0-2-15,0 0 0 0,0 0-3 16,0 0 7-16,0 0-4 15,0 0 3-15,0 0 0 16,0 0 5-16,0 0-5 16,0 0-2-16,0 0-2 15,0 0-6-15,2 0 2 16,6 4 3-16,5 2 2 16,5 3 0-16,-1-2 0 15,0-1 0-15,-3 0 2 16,-7-2 0-16,-4 1-2 0,-2-1 0 15,-1 3 3 1,0 4-6-16,-15 8 3 16,-6 1-1-16,-6 3-21 15,3 3-47-15,4-2-40 0,9 0-118 16,7-5-97-16,4-5-276 16</inkml:trace>
  <inkml:trace contextRef="#ctx0" brushRef="#br1" timeOffset="88243.2">18641 6115 1220 0,'0'0'136'0,"0"0"-125"0,0 0 61 15,0 0-30 1,0 0-7-16,0-84-13 0,-1 57-17 15,-5-2 12-15,0 2 1 16,-3 2 21-16,1 1 15 16,-1 2-26-16,3 4-11 15,-1 6 0-15,6 7-5 16,-1 4 17-16,0 1-29 16,2 0 0-16,0 8-5 15,0 22-12-15,0 15 17 16,12 12 3-16,4 5 3 15,5 3-6-15,0-2 0 0,1 1 0 16,0-3-1-16,-7-9 5 16,-5-7-4-16,-8-11 0 15,-2-9 1-15,0-7-1 16,-19-5 0-16,-8-6 1 16,-5-1 13-16,-3-5-5 15,-1-1 11-15,3 0-4 16,5 0-14-16,12 0 14 15,9-4-9-15,7 0-5 16,0 0-2-16,9-5-5 16,26-3 3-16,18-4-1 15,14 0-11-15,8 2-25 16,-1 1-25-16,-2 6-14 16,-9 5-44-16,-11 2-155 15,-17 0-246-15</inkml:trace>
  <inkml:trace contextRef="#ctx0" brushRef="#br1" timeOffset="88859.75">16606 7073 881 0,'0'0'290'16,"0"0"-271"-16,0 0-3 16,0 0-12-16,94 45 92 15,-45 1 5-15,0 7-40 16,2 1-21-16,-6 0-10 0,-6-1-2 15,-8-6-22-15,-4-8-2 16,-7-11 0-16,-5-12-1 16,-5-8-3-16,-5-6 1 15,-2-2 2-15,3-4 7 16,1-22-3-16,3-15 2 16,2-11-7-16,-2-8 3 15,-4-5-5-15,-6-1 3 16,0 2 0-16,0 10 16 15,-2 12 5-15,-3 14 11 16,2 11-12-16,1 10-23 16,2 5 0-16,0 2-2 0,0 0-19 15,2 11-45 1,19 13-27-16,8 6-132 0,4 0-182 16,-1 0-377-16</inkml:trace>
  <inkml:trace contextRef="#ctx0" brushRef="#br1" timeOffset="89244.52">17497 7207 1115 0,'0'0'169'0,"0"0"-158"16,0 0 16-16,0 0 109 15,0 0-75-15,0 0-44 0,-88-29 6 16,63 29-5-1,-7 12-4-15,-1 15 14 0,3 7-9 16,2 7-2-16,11 5 0 16,10-2-16-16,7-5 6 15,0-4-7-15,14-10-1 16,8-14-2-16,7-11-3 16,4 0 6-16,0-21 0 15,-1-12-2-15,-5-4 1 16,-3-6-4-16,-7 2 5 15,-8-2 0-15,-2 7 5 16,-4 9-5-16,-1 12 0 16,-2 8 4-16,0 7-10 0,2 0 2 15,3 16-27-15,3 13-1 16,4 8 7-16,2-2-150 16,5-5-41-16,3-8-156 15,-4-9-230-15</inkml:trace>
  <inkml:trace contextRef="#ctx0" brushRef="#br1" timeOffset="89609.52">17658 7205 956 0,'0'0'237'0,"0"0"-169"16,0 0 46-16,0 0-10 16,0 0-74-16,0 0-25 15,62-54-4-15,-27 81 10 0,-4 6 5 16,-5 5 5-16,-8 1-16 15,-10 0 4-15,-6-4 3 16,-2-8-11-16,0-6 14 16,-3-10-3-16,-4-5 11 15,1-5 11-15,-3-1-11 16,1-7 2-16,-2-15-24 16,3-10 0-16,3-4-2 15,4 0-3-15,0 3 4 16,12 2 1-16,8 5 2 15,6 8-3-15,0 9 0 0,1 9 0 16,1 0-3 0,-1 13 2-16,-6 10-2 0,-7 3-1 15,-5 1 1 1,-6-2-37-16,-2 0-83 0,-1-11-175 16,0-7-319-16</inkml:trace>
  <inkml:trace contextRef="#ctx0" brushRef="#br1" timeOffset="89721.96">17931 7025 990 0,'0'0'4'0,"0"0"-4"16,0 0-42-16,0 0-99 16,58 78-257-16</inkml:trace>
  <inkml:trace contextRef="#ctx0" brushRef="#br1" timeOffset="91009.04">18233 7154 1028 0,'0'0'132'15,"0"0"-86"-15,-94 7 55 16,69 19-10-16,5 7-45 16,5 5-23-16,6-1-10 15,6-7 6-15,3-7-12 16,0-8-2-16,0-7-5 15,10-7 1-15,4-1-1 16,1-6 14-16,0-17 0 16,0-6-14-16,-2-5-45 0,-3 0-37 15,-3 1 26-15,0 10-12 16,-6 11 61-16,5 12 2 16,2 0 3-16,7 23-7 15,8 10 9-15,7 4 15 16,9-2 15-16,5-8-29 15,4-12 1-15,-1-11 3 16,-9-4-5-16,-8-7 0 16,-11-14-12-16,-9-6-4 15,-7-5 16-15,-3-6 5 16,0 0-4-16,-5-6 6 16,-9 2-7-16,0 1 6 0,-3 4-5 15,2 9 4 1,6 11-2-16,5 12 0 0,4 5 11 15,0 8-14-15,0 19-6 16,0 11 6-16,3 5 19 16,1 2-13-16,-2-4 10 15,0-8-7-15,-2-9 1 16,0-11-4-16,0-7-3 16,0-4 10-16,0-2-6 15,0 0 9-15,0 0 7 16,3 0-17-16,9-11-2 15,5-2-4-15,6-1-3 0,9 7-1 16,3 2 2 0,4 5 2-16,-4 2-2 0,-7 18 3 15,-11 11-1-15,-12 6 27 16,-5 3-12-16,-12 0 14 16,-15-5-6-16,-4-11-5 15,0-8 14-15,1-10-12 16,5-6-1-16,2 0-16 15,6-11 0-15,5-20-6 16,8-11-47-16,4-10-15 16,0-10-17-16,10-1-49 15,10 1 45-15,5 9 1 16,3 10 85-16,-1 8 5 16,-4 6 20-16,-1 9 35 15,-7 7 19-15,-5 9-6 0,-2 4-15 16,-1 4-27-1,0 23-12-15,-1 14 57 0,0 8-38 16,0 1-21-16,1 1 12 16,3-5-15-16,5-8-2 15,2-9-7-15,6-11-2 16,9-9-2-16,4-9 0 16,5 0 1-16,-3-1 3 15,-4-16-1-15,-9 2-3 16,-10-1-1-16,-6 1 3 15,-5 1-4-15,-4-2 1 16,0 1 0-16,-1 0-4 0,-9 10-1 16,0 5-1-16,-4 0-4 15,0 17 1-15,1 5 7 16,2 5 1-16,4-2 1 16,7-8-5-16,0-3 7 15,0-7-4-15,4-4 2 16,9-3-2-16,1 0 2 15,4-7 6-15,-4-8-5 16,-1-2 3-16,-2 1-2 16,-5 1-2-16,0-2 0 15,-5-4 5-15,1 1-7 16,-2 1 2-16,2 2 0 16,-2 9-1-16,3 3 5 15,2 1-8-15,7 4 1 16,6 0 3-16,7 0 2 0,4 15 0 15,4 4 1-15,-3 5 19 16,-2 0 3-16,-7 1-7 16,-14-1-10-16,-7-4-5 15,-3 3 4-15,-20-3-1 16,-3-7-6-16,-5-2 0 16,3-8-1-16,3-3-40 15,2 0-40-15,2-24-255 16,3-10-386-16</inkml:trace>
  <inkml:trace contextRef="#ctx0" brushRef="#br1" timeOffset="91273.21">19253 7083 1462 0,'0'0'78'15,"0"0"-78"-15,0 0 0 16,85 0 42-16,-18-6 7 16,11 0-44-16,3 1 0 15,-7-2 21-15,-8 3 2 16,-18 1-24-16,-17 0-2 16,-14 0-2-16,-11 1 0 15,-6-1-26-15,0 2 2 0,0-4-23 16,-6 1-62-16,-3-5-144 15,4-5-186-15</inkml:trace>
  <inkml:trace contextRef="#ctx0" brushRef="#br1" timeOffset="91709.31">20030 6744 1170 0,'0'0'256'0,"0"0"-253"16,-40 115 2-16,40-53 68 0,0 4 24 16,0 4-55-1,0-4-26-15,0-6-1 0,0-11-9 16,0-14-5-16,0-15 1 16,-2-12 2-16,1-8-4 15,1 0 8-15,0-22-8 16,0-19-11-16,0-17-37 15,8-7 31-15,4-6 7 16,-5-3-10-16,-3-1 20 16,-4 1 0-16,0 11 3 15,0 8 3-15,4 17 3 16,-1 17 13-16,1 12 16 16,-3 8-14-16,5 1-5 15,8 21-19-15,10 20 0 0,4 15 36 16,-1 8-12-16,-3-1-19 15,-5-3 0 1,0-6-1-16,-1-4-4 0,-3-7 0 16,-3-7-23-16,-4-5-46 15,-5-9-41-15,0-4-182 16,-3-9-214-16</inkml:trace>
  <inkml:trace contextRef="#ctx0" brushRef="#br1" timeOffset="92625.78">19985 7103 1385 0,'0'0'88'0,"0"0"-84"15,0 0 50-15,0 0 10 16,0 0-57-16,87-70-2 16,-52 54-5-16,-6 0 2 15,-5 1-2-15,-5-1 0 16,-4 3 0-16,3-2 0 15,3-1 4-15,0 5-4 16,4 2 2-16,1 5 3 16,0 4 3-16,4 0 1 15,-1 19-1-15,-3 9 15 16,-4 7-7-16,-3 5 19 16,-5-2-15-16,-2 0-19 15,-3-8 18-15,-6-7-9 0,-3-8-4 16,0-6 6-1,0-6-11-15,0-2 10 0,-8-1 2 16,-6 0-8-16,-2 0 10 16,1-12-13-16,-1-12-1 15,2-9-2-15,4-5 2 16,6-1-1-16,4 5 0 16,0 6-9-16,5 8 4 15,10 3 2-15,3 7 2 16,1 3-5-16,1 7 6 15,4 0 0-15,-1 3 0 16,2 12 0-16,3-1-1 0,4-1 1 16,-2-2 0-1,1-3 1-15,-5-5 2 0,-1-3-3 16,0 0 0-16,-1-6 1 16,-1-8-4-16,-3-4 3 15,-3 0 0-15,-9 0-3 16,-7 1 3-16,-1 1 0 15,0-2-3-15,-14 5-1 16,-8 4 0-16,-4 9 1 16,-5 0 3-16,-2 16-3 15,1 12 3-15,8 7 0 16,9 1-2-16,11 3 1 16,4-3 1-16,3-4 0 15,22-7 2-15,12-8-2 16,6-9 0-16,7-8 0 0,7-4-1 15,2-20-33-15,1-4 5 16,-6-5 6-16,-9-2 4 16,-12-1 8-16,-10-2-8 15,-7-1 17-15,-12-1 1 16,-4-1-3-16,0 0 4 16,-13-3 5-16,-7 7-4 15,0 11 23-15,7 9 0 16,4 10 5-16,8 7 5 15,1 0-33-15,0 16 1 16,0 20 1-16,0 14 0 0,0 9 12 16,8 5-12-16,4-4-1 15,-1-3-2-15,3-7 0 16,-3-6-1-16,1-10-5 16,-1-7-64-16,3-10-68 15,3-15-253-15,4-2-304 16</inkml:trace>
  <inkml:trace contextRef="#ctx0" brushRef="#br1" timeOffset="92909.11">21364 6752 309 0,'0'0'1125'16,"0"0"-1086"-16,0 0-17 15,0 0 44-15,0 0-27 16,0 0-33-16,0 0-3 15,-116 96 2-15,77-47 9 0,7-6 28 16,10-4 10-16,11-11-28 16,11-9 1-16,0-5 0 15,28-5-11-15,19-5 7 16,15-4-5-16,6 0-15 16,4 0 6-16,-3 0-7 15,-4-1-3-15,-8-2 0 16,-9 0-52-16,-7 3-34 15,-13 0-110-15,-14-4-164 16,-14-1-344-16</inkml:trace>
  <inkml:trace contextRef="#ctx0" brushRef="#br1" timeOffset="93534.18">20550 6983 749 0,'0'0'60'16,"0"0"-53"-16,0 0 78 16,0 0 44-16,0 0-63 15,0 0-40-15,97 63 25 16,-82-36-24-16,-2 0 8 16,-4-3-5-16,-4-1-12 15,2-6-8-15,-1-7-9 0,3-3 2 16,-1-4-6-1,-1-1-2-15,-3-2-157 0,-4 0-173 16</inkml:trace>
  <inkml:trace contextRef="#ctx0" brushRef="#br1" timeOffset="94308.81">19671 5987 1104 0,'0'0'137'0,"0"0"-125"0,0 0 50 16,0 0 14-16,0 0-14 15,0 0-28-15,88 54 35 16,-49-27-18-16,-4-2-26 15,-5-5 0-15,-12-7 12 16,-6-9-23-16,-7-4 28 16,-3 0 6-16,-1 0-9 15,6-9 23-15,10-19-2 16,13-10-23-16,12-15-25 16,8-5-11-16,4-6 10 15,1-2-11-15,0 0 4 0,-5 8-10 16,-6 15-8-16,-8 13-33 15,-7 18-18-15,-3 12-27 16,-2 7-61-16,-4 24-189 16,-3 3-254-16</inkml:trace>
  <inkml:trace contextRef="#ctx0" brushRef="#br1" timeOffset="95060.43">22154 6727 1224 0,'0'0'73'16,"0"0"-67"-16,0 0-4 15,0 0 22-15,0 0 33 16,0 0 27-16,-7 119-45 15,7-77-16-15,0-6-21 16,3-14 34-16,5-6 1 16,-2-12-12-16,-2-4 36 15,2 0-7-15,8-9 2 16,20-24-9-16,13-17-41 16,15-14 13-16,13-10-9 15,5-4-10-15,9-5 7 0,3-4-6 16,-5 2-1-16,-10 11 0 15,-18 13-18-15,-23 22-20 16,-20 21-28-16,-16 15-72 16,-4 3-121-16,-40 16-332 15</inkml:trace>
  <inkml:trace contextRef="#ctx0" brushRef="#br1" timeOffset="96874.59">15945 6396 857 0,'0'0'101'0,"0"0"-77"16,0 0 77-16,-104 16 68 0,59-16-18 15,-13 0-44-15,-7 0-33 16,-6-11-26-16,-11-7 3 16,-5-8-7-16,-7-9-18 15,1-8-3-15,-1-14-4 16,2-9-7-16,0-10 3 16,1-9-13-16,4-9 4 15,6-5 2-15,3-4-6 16,9-2 4-16,5 3-6 15,9 4 4-15,8 8-3 16,9 6 0-16,6 9-1 16,9 8 0-16,6 12-2 0,3 13 1 15,4 10 1 1,2 8 0-16,3 7 0 0,1 8 0 16,1 5 0-16,3 3-4 15,-1-1 2-15,1 2-1 16,0 0 1-16,0 0 2 15,-2 0-1-15,2 0 1 16,0 0 0-16,0 0-3 16,0 0 4-16,0 0-1 15,0 0 0-15,0 0-2 16,0 0-1-16,-1 0-2 16,-2 0 1-16,2 5 2 15,-4 11 1-15,-2 7 1 16,-2 2 0-16,0 4 2 15,-1 2 0-15,-4 3-2 0,2 0 0 16,2 2 0-16,-1-4 2 16,1-3-2-16,3-10 0 15,2-6 3-15,5-7-5 16,0-5 2-16,0-1 0 16,0 0 5-16,0 0-4 15,0 0 2-15,0 0 3 16,0 0-3-16,0-10 3 15,0-6 1-15,0-6-5 16,5-8 2-16,3-2-4 0,5-5 0 16,-2-1 1-1,4 3 1-15,-2 7-3 0,1 11 1 16,-6 5-1-16,0 3-1 16,1 0-2-16,1 0 4 15,0-1 1-15,-1 5 2 16,-5 0-3-16,-1 3 0 15,3 2-5-15,4 0 5 16,10 0-7-16,12 6 7 16,13 7 0-16,7 3-2 15,3 3-1-15,-3 3 3 16,-2 3-16-16,1 6-19 16,6 6-39-16,8 4-56 15,3-3-178-15,-5-4-234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0:41:34.23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592 9860 363 0,'0'0'414'15,"0"0"-364"-15,0 0-25 16,0 0 97-16,0 0 13 16,0 0-88-16,0 0 1 15,0-27 3-15,0 27-16 16,0 0-5-16,0 0-12 15,-3 0-12-15,3 10-6 0,0 25 0 16,0 13 9 0,10 15 11-16,6 5-3 15,-1 2-10-15,-2 7 23 0,-3-2 2 16,-5 0-3-16,2-8-10 16,0-12-12-16,-2-8 4 15,0-8-5-15,0-5-1 16,-3-8 4-16,2-2-7 15,-1-6 3-15,0-3-2 16,-2-4-3-16,-1 1 2 16,0-1-2-16,0-2-1 15,0 2-1-15,0 5-37 0,0-2-62 16,0 0-3 0,0-1-75-16,-1-11-68 0,-9-2-171 15</inkml:trace>
  <inkml:trace contextRef="#ctx0" brushRef="#br0" timeOffset="1801.98">592 9979 595 0,'0'0'91'15,"0"0"-65"-15,0 0-9 16,0 0 89-16,0 0 34 16,0 0-72-16,-7-29-54 15,7 21 1-15,-2-1 28 0,1 4 40 16,-3-1-34-16,2 2 16 15,-2-1-14-15,0 0 19 16,1 2-42-16,1 0-9 16,0 3 21-16,2-2 0 15,0 0-16-15,0 2-14 16,0 0-1-16,0 0-1 16,0 0-5-16,0 0 3 15,0 0-1-15,0 0 3 16,0 0-7-16,0 0 2 15,5 0-3-15,9 0 4 16,11 0 1-16,1 0 14 16,6 0-7-16,0 0-9 0,-5 0 4 15,3 0-7-15,0 0 7 16,2 0-3-16,1 0-4 16,4 2 1-16,-2 0 1 15,0 0-2-15,1-2 3 16,0 1-2-16,-1-1 0 15,1 0 1-15,-1 0 0 16,-2 0 1-16,2 0-2 16,-2 0-1-16,-1 0 3 15,0-1-3-15,-2-1 0 16,2 0 0-16,-2 0 2 16,2 0-1-16,-2-3-1 0,2-1 1 15,0 0 2-15,-1 0-3 16,-4 2 0-16,-5 1 0 15,-4 3 1-15,-2 0-2 16,3 0 1-16,0 0 0 16,1 0 1-16,-2 0 0 15,0 0-1-15,2 0 0 16,-1 0 2-16,-1 0-2 16,4 0 0-16,2 0 0 15,2 0 0-15,9 0 2 16,4 0 0-16,9 0-2 15,1 0 1-15,1 0-3 16,1 0 2-16,-5 0 0 0,-3-2-3 16,-5-1 1-16,0 1 2 15,-3 0 0-15,-1 2 1 16,0 0-4-16,-1 0 4 16,1 0-1-16,0 0 0 15,2 0 0-15,-1 0 0 16,1 0 0-16,-1 0 3 15,-1 0-3-15,0 0 0 16,-1 0 0-16,-1-2-2 16,1 2 3-16,3-2-1 15,0-1 0-15,3 3 2 16,3-2-2-16,1 0 0 0,1 0 0 16,-1-2 1-1,1-1 1-15,1-1-2 0,-3 3 2 16,-2-5 0-16,0 5-1 15,1-2-1-15,3-1-1 16,-1 3 0-16,-1-3-3 16,-3 2 4-16,1-1 0 15,-3 1 1-15,-1 0-5 16,1 3 4-16,0 1 0 16,2 0-1-16,-1 0 1 15,0 0 0-15,1 0 0 16,-2 0 2-16,1 0-4 15,0 0 2-15,1 0 0 16,2 0 1-16,-5 0 0 16,-1 0-1-16,-3 0 0 0,-4 0 1 15,-3 0-1-15,-2 0 0 16,-1 1 1-16,-2 3-3 16,0-4 4-16,-1 4-2 15,-3-2 0-15,0 1 2 16,-3-2-4-16,-1-1 2 15,-2 1 0-15,-2-1 1 16,-1 0-1-16,0 2 0 16,-4-2 0-16,0 2 1 15,1-2-1-15,-1 0 0 16,1 0 1-16,-3 0 0 16,1 0-1-16,-2 0 0 0,0 0 0 15,0 0 1-15,0 0-1 16,0 0 0-16,0 0 3 15,0 0 0-15,0 0-1 16,0 0 11-16,0 0 7 16,0 0-12-16,0 0 2 15,0 0-4-15,0 0-4 16,0 0 4-16,0 0-6 16,0 0 1-16,0 2-1 15,0 11-1-15,0 15 1 16,0 17 2-16,-5 17 2 15,3 10 7-15,2 6-5 16,0 3 11-16,0 3-3 16,0-5-6-16,0-5-1 15,7-8 3-15,3-11 0 0,-2-5 5 16,-3-8-12-16,0-6-1 16,-2-6 1-16,-1-7-3 15,-2-8 0-15,0-8 0 16,0-2-4-16,0-3-13 15,0-2-36-15,-7 0-28 16,-18-9-71-16,-11-12-390 16</inkml:trace>
  <inkml:trace contextRef="#ctx0" brushRef="#br0" timeOffset="3465.5">897 10851 561 0,'0'0'304'0,"0"0"-258"0,0 0-18 16,0 0 105-16,0 0-7 16,0 0-57-16,-13-3-29 15,13 3-6-15,0 0 1 16,0 0 14-16,0 0-13 15,0 0-9-15,3 0 0 16,9 0-5-16,8 0 13 16,5 0 4-16,9 0-13 15,7 0 2-15,9 0-7 16,4 0 0-16,3 0-8 0,-2-4-8 16,-3 0-1-16,-2-1 3 15,-1 1-7-15,-3 0 8 16,-1 1-4-16,-3-2 2 15,-1 2 5-15,-3-2-4 16,-1 4 1-16,-2-3-1 16,0 2-6-16,-5 2 6 15,-1 0-7-15,-1 0 1 16,0 0 1-16,2 0 2 16,5 0-2-16,7 0-1 15,7 0 0-15,5 0 22 16,1 0-18-16,-6 0-3 15,-3 0-2-15,-3 0 0 16,-5 0 0-16,3 0 0 16,-5 0 2-16,0 0-5 0,-1 0 6 15,-5 0-3-15,-2 0 1 16,-2 0-1-16,-3 0 0 16,2 0 3-16,2 0-2 15,1 0 2-15,5 0-3 16,3 2 1-16,2 2 2 15,2-4-2-15,0 3 1 16,2-1-2-16,-2 1 3 16,0-2-1-16,-1 2-1 15,-3-3-1-15,-1 2 1 16,-3 1 0-16,-2-3 1 16,-1 0-1-16,-1 0-1 0,1 0 4 15,-2 0-4-15,1 0 0 16,0 0 4-16,4 0 0 15,0 0 0-15,1 0-2 16,4 0 1-16,-1 0-4 16,-2 0 1-16,0 0 0 15,-1 0-2-15,0 0 2 16,-1 0 0-16,2 0 0 16,-1 0 2-16,-1 0-2 15,-2-3 0-15,0 1 0 16,-5 1 0-16,1 1 0 15,-3 0 0-15,-1-2 0 16,-1 1 2-16,3-1-2 0,-1 2 0 16,2-1 0-1,3-3 4-15,3 3-3 0,-3-2 1 16,-1 2-2-16,-4-1 3 16,-3 2 1-16,0-1-4 15,-1 1 0-15,0 0 0 16,-3-2 5-16,-1 2-2 15,-1 0 3-15,-1 0-5 16,-3 0 8-16,0 0-7 16,0 0-1-16,0 0 7 15,0 0-7-15,3 0 3 16,2 0 1-16,2 0-4 16,-1 0-1-16,1 0 2 15,-3 0 0-15,-4 0-2 0,-2 0 2 16,-1 0-2-16,-4 0 2 15,-1 0 0-15,-2 0-4 16,0 0-5-16,0 0-31 16,0 0-21-16,-3 0-38 15,-11 0-90-15,-2 0-313 16</inkml:trace>
  <inkml:trace contextRef="#ctx0" brushRef="#br1" timeOffset="19935.97">3857 9551 51 0,'0'0'160'0,"0"0"-160"15,0 0-16-15,0 0 5 16,0 0 9-16,0 0 2 16,0 0-6-16</inkml:trace>
  <inkml:trace contextRef="#ctx0" brushRef="#br1" timeOffset="20752.07">3841 9756 432 0,'0'0'278'0,"0"0"-246"15,0 0-29-15,0 0 9 16,0 0 91-16,0 0 11 15,-13 7-3-15,13-7-18 16,0-15-30-16,3-7-19 16,6-10 4-16,8-10-9 15,6-12 2-15,10-10-1 16,14-16-11-16,9-11 2 16,12-8-9-16,7-8 4 15,9-4-13-15,1-5-8 0,8 3 7 16,3 2-7-1,2 4-3-15,3 8 4 0,-4 6-4 16,-3 4-2-16,-6 8 1 16,-2 6 1-16,-7 4 1 15,-3 5-3-15,-6 9 4 16,-8 7 3-16,-7 9-7 16,-8 8 4-16,-8 8-3 15,-7 5 1-15,-9 7 0 16,-5 2-2-16,-6 6 1 15,-7 2-1-15,-4 3 0 16,-1 0 0-16,0 0 5 0,0 0-5 16,0 0 7-1,0 0 1-15,0 0-1 0,0 0 4 16,0 0-9-16,0 0 2 16,0 0-4-16,0 0 2 15,-6 0-2-15,-2 0 6 16,-1 3-4-16,2-1 2 15,1 0-4-15,-1-2 3 16,1 0-1-16,-1 0-1 16,1 0 1-16,2 0-2 15,-2 0 0-15,3 0-1 16,3 0 3-16,0 0-2 16,0 0 0-16,0 0 2 15,0 0-4-15,0 0 2 16,0 0 0-16,0 0-1 0,0 0 0 15,0 0 1-15,0 0-1 16,0 0-2-16,0 0 2 16,0 0-1-16,0 0-2 15,0 0 3-15,0 0-18 16,0 0-41-16,0 1-23 16,0 7-72-16,0 1 37 15,-3 0-123-15,-3-6-311 16</inkml:trace>
  <inkml:trace contextRef="#ctx0" brushRef="#br1" timeOffset="21848.29">5473 7886 421 0,'0'0'232'16,"0"0"-206"-16,0 0-19 0,0 0 51 15,0 0 41 1,0 0-20-16,-23-18-11 0,21 16-11 15,1 0 18-15,-2 1-3 16,-3-3-29-16,3 2 12 16,-4-2-27-16,-1 1 23 15,-3-1-8-15,-2-1-17 16,2 3 9-16,-3-4-16 16,4 4 12-16,0-1-2 15,3 1-14-15,3 0 3 16,1 2-4-16,3-1 8 15,0 1-4-15,0-1-11 16,0 1-3-16,0 0-4 16,0 0 0-16,0-2-1 0,0 2-3 15,4 0 0-15,13 0 3 16,7-1 2-16,6-2 7 16,2-2-4-16,-1 1 0 15,-1-2-4-15,0 1 2 16,-3 1-2-16,-2-2 1 15,-6 1 2-15,-5 1-3 16,-2 1 0-16,-5-1 1 16,-4 1-2-16,-1 3 5 15,-2 0-4-15,0 0 4 16,0 0-4-16,0 0 12 16,0 0-6-16,0 0-5 15,0 0-1-15,0 5 0 0,0 11 0 16,-3 10 4-16,-9 2-2 15,-1 3-2-15,-1 0 0 16,-2 0 0-16,0 0-1 16,1-5-1-16,4-8-48 15,5-5-51-15,3-9-101 16,3-4-92-16,0 0-251 16</inkml:trace>
  <inkml:trace contextRef="#ctx0" brushRef="#br1" timeOffset="24063.67">6125 7384 938 0,'0'0'106'0,"0"0"-82"16,0 0 46-16,0 0 21 16,0 0-4-16,-48-86-30 15,34 77 1-15,-4 3-27 16,-2 5-23-16,-3 1-7 15,-4 1 6-15,0 17-6 0,0 8-2 16,4 5 1 0,3 7 0-16,5 2 0 0,7-3-2 15,8-4 2 1,0-3-1-16,8-6 0 0,17-1-2 16,5-4 0-16,7-1 3 15,1 1-1-15,3 1 2 16,0 1-2-16,-2-1 2 15,-8 0-1-15,-4-4 0 16,-12 1 1-16,-8-3 0 16,-7 2 0-16,0 0 4 15,-20 2 42-15,-14 2 17 16,-13 0-22-16,-6 0-12 16,-5-7-12-16,0-6 0 0,7-6-9 15,4-1-6-15,9 0-3 16,8-3 0-16,11-2-7 15,9-2-31-15,10 1-53 16,9-3-139-16,25-2-138 16,15-2-77-16</inkml:trace>
  <inkml:trace contextRef="#ctx0" brushRef="#br1" timeOffset="24662.06">6259 7622 1114 0,'0'0'128'0,"0"0"-124"16,0 0 4-16,0 0 9 15,-52 91 2-15,52-51 6 16,22-1-17-16,5-5-2 16,1-7-2-16,3-6-3 15,-4-9 0-15,1-10 5 16,-4-2-4-16,0-9 11 15,-4-15 2-15,-7-5-1 16,-8-2 27-16,-5-2 12 16,-7 0-5-16,-19 0-20 15,-11 2-1-15,-3 3-4 16,2 5-14-16,6 10 2 0,10 7-2 16,10 6 1-16,4 6-10 15,6 16-1-15,2 7-5 16,0-2 2-16,22-6-1 15,10-9-2-15,8-11-7 16,4-1-8-16,1-14 6 16,-5-15 1-16,-8-4-1 15,-7-5 13-15,-8-2 2 16,-10-1 1-16,-4 1 4 16,-3 0-4-16,0 4 9 15,-10 1-1-15,-7 4-2 16,-1 4 4-16,2 7 2 15,3 10 2-15,6 5 19 0,4 5-9 16,1 2-24 0,0 28-3-16,2 18 3 0,0 18 0 15,0 8 0-15,0 0 0 16,12-3 0-16,5-11 0 16,3-8-2-16,-2-7-1 15,3-8-51-15,-5-11-55 16,-1-6-67-16,0-13-49 15,1-7-111-15,0-3-65 16</inkml:trace>
  <inkml:trace contextRef="#ctx0" brushRef="#br1" timeOffset="25194.87">6627 7650 672 0,'0'0'222'16,"0"0"-134"-16,0 0 78 0,0 0-49 15,0 0-88-15,0 0-24 16,-4 14-3-16,20 23 33 15,2 1-11-15,-1-2-5 16,-2-6-7-16,-2-6-6 16,-4-7 9-16,-5-6 13 15,0-5-1-15,-4-5 9 16,0-1 29-16,0 0 14 16,0-3-17-16,0-19-37 15,0-12-18-15,0-5-6 16,-2-3 2-16,2 3-3 15,0 9-2-15,0 9-1 16,5 9-2-16,10 6-21 0,8 6 12 16,6 0-1-1,5 10-3-15,4 5-1 0,2-4-23 16,2-4 8-16,-4-7 2 16,-3 0 17-16,-10-12 15 15,-8-5 3-15,-8-5 2 16,-6 1 4-16,-3 2 8 15,0-1 23-15,-12 4-13 16,-6 3-23-16,-3 8 12 16,2 5-8-16,-1 0 3 15,0 16-2-15,1 14-6 16,4 3-3-16,7 0 0 0,8-9 3 16,0-2-1-16,0-5-2 15,13-3 0-15,4-1 0 16,6-5 0-16,1-3-3 15,3-2-50-15,4-2-74 16,3 1-81-16,4-2-16 16,5 0-73-16,5 0-123 15</inkml:trace>
  <inkml:trace contextRef="#ctx0" brushRef="#br1" timeOffset="25543.92">7631 7350 665 0,'0'0'242'0,"0"0"-153"16,-29-92 38-16,10 69 8 0,1 5-27 15,-1 6-39-15,1 5-8 16,3 4-15-16,2 3-5 16,2 0-5-16,1 3-23 15,4 16-4-15,1 10-9 16,5 8 0-16,0 9 4 15,0 11-1-15,15 9 11 16,5 7 15-16,1 6-3 16,0-4-12-16,-1-3-8 15,-3-3-4-15,-4-4-2 16,-6-3 4-16,-6-10-5 16,-1-7 1-16,0-9 0 0,-10-7-3 15,-3-5-1 1,-2-8-47-16,0-7-64 0,-2-9-128 15,-2-5-99-15,0-26-355 16</inkml:trace>
  <inkml:trace contextRef="#ctx0" brushRef="#br1" timeOffset="26046.44">7417 7706 813 0,'0'0'151'0,"0"0"-144"16,69-83 12-16,-38 74 85 15,0 9-32-15,4 6-34 16,0 20-12-16,-1 8 7 0,-4 6-18 16,-3-1-5-1,-5-3 8-15,-6-7-8 0,-3-5 5 16,-6-11 0-16,-4-6-1 16,-1-4 5-16,-2-3 29 15,0 0 18-15,-8 0-11 16,-7-10-40-16,-2-12-3 15,2-7-4-15,5-4-2 16,5 0 2-16,5 2-8 16,0 6-1-16,9 2 0 15,15 5 0-15,10 5 2 16,3 7-1-16,-1 4 1 16,1 2-2-16,-3 13-1 15,-5 12 2-15,-3 3 1 0,-4 4 0 16,-8-5 3-16,-3-4 6 15,-6-9-3-15,-4-4 8 16,-1-6 16-16,0-2 8 16,0-2 21-16,0 0 8 15,-5 0-9-15,-11-6-24 16,-1-13-30-16,0-5 3 16,5-7-8-16,6-2-1 15,4 3 1-15,2 1-9 16,0 5-43-16,22 3-22 15,7 4-65-15,7 7-144 16,-1 4-56-16,0 0-387 16</inkml:trace>
  <inkml:trace contextRef="#ctx0" brushRef="#br1" timeOffset="26511.14">8277 7460 1090 0,'0'0'193'15,"0"0"-130"-15,0 0 60 16,0 0-14-16,0 0-72 15,97-69-18-15,-67 69-7 16,-3 4-8-16,-4 22 3 16,-8 11-1-16,-10 8-3 15,-5 8 6-15,-3 2-8 16,-18-2 2-16,-3-8-3 16,6-15 2-16,6-15-4 0,7-10 4 15,5-5-2 1,0-8 0-16,7-20-23 0,13-13-38 15,3-10 19-15,3-2-5 16,3 0-64-16,0 6 53 16,-4 6 48-16,-4 8 8 15,-4 4 4-15,-5 8 8 16,-7 5 23-16,-2 7 21 16,-3 4 27-16,0 3-25 15,0 2-19-15,-18 0-16 16,-6 14-17-16,1 10 11 15,1 5 8-15,9 7-2 16,6 3 1-16,5 5-10 0,2 0-2 16,0-3-9-1,19-2 1-15,4-7-4 0,10-5 0 16,9-5-56-16,3-6-36 16,4-9-59-16,-4-7-134 15,-10 0-155-15,-5-7-228 16</inkml:trace>
  <inkml:trace contextRef="#ctx0" brushRef="#br1" timeOffset="26666.28">8864 7616 950 0,'0'0'207'0,"0"0"-101"15,0 0 21-15,0 0-44 16,0 0-56-16,-42 80 7 0,29-39-26 16,-1 1-3-16,3-5 0 15,2-4-5-15,6-8 0 16,3-6-63-16,0-12-163 15,6-7-128-15,11-7-266 16</inkml:trace>
  <inkml:trace contextRef="#ctx0" brushRef="#br1" timeOffset="27196.19">8939 7425 1149 0,'0'0'123'0,"0"0"-115"16,0 0-2-16,-3 102 99 16,3-56-44-16,0-3-24 0,15-7-15 15,2-9-18-15,3-10 7 16,2-8-6-16,-1-9-4 16,4 0 5-16,-2-8-1 15,3-13-2-15,-4-5 1 16,-6-5-2-16,-1-3 2 15,-5-5-1-15,-3 4-1 16,-7-2 3-16,0 8-5 16,0 4 10-16,0 9 11 15,-5 8 12-15,1 4-8 16,3 4-7-16,-2 0-13 16,-4 20-5-16,0 22 0 0,-1 19 0 15,1 13 4-15,5 10-1 16,2 7 2-16,0 2 6 15,0-2-6-15,0-12 1 16,0-11-4-16,0-16 6 16,-7-17 21-16,-14-6 1 15,-13-9 2-15,-8-6 1 16,-4-7-7-16,1-7 3 16,5-3 5-16,6-26-7 15,11-13-16-15,10-12-9 16,9-6-1-16,4 0-1 15,15-2-8-15,13 6-20 16,10 6-31-16,0 4-7 0,2 9-38 16,-7 7-148-1,-8 8-308-15</inkml:trace>
  <inkml:trace contextRef="#ctx0" brushRef="#br1" timeOffset="28976.99">9867 7317 453 0,'0'0'202'0,"0"0"-85"15,0 0-103-15,0 0 126 16,0 0 33-16,0 0-107 15,0 0-41-15,-34-35 12 16,21 35 9-16,-7 0-24 16,-7 9-15-16,-4 9 0 15,-7 6 15-15,2 6 12 16,1 3 6-16,5 1 8 0,8 6-17 16,10 1-9-1,12 2-5-15,0 1-4 0,14-5-2 16,16-6 2-16,3-6-7 15,6-7 1-15,1-10-5 16,1-5 7-16,4-5-8 16,4 0 1-16,-1-11-4 15,-2-5-64-15,-9-4-85 16,-7-2-32-16,-14-2-173 16</inkml:trace>
  <inkml:trace contextRef="#ctx0" brushRef="#br1" timeOffset="29162.81">9745 7585 1102 0,'0'0'143'0,"0"0"-143"0,0 0-5 16,0 0 5-16,0 0 23 15,114-43-16-15,-55 31-7 16,0-2-51-16,0 3-144 15,-6-3-100-15,-4-3-224 16</inkml:trace>
  <inkml:trace contextRef="#ctx0" brushRef="#br1" timeOffset="29396.18">10347 7231 1002 0,'0'0'152'15,"0"0"-126"-15,0 0 10 16,0 0 44-16,0 0-57 16,0 0-16-16,-10 83 33 15,23-34-16-15,2 0-17 16,2 6-1-16,0-7-6 16,0-3 1-16,-4-7-2 15,-2-10-44-15,-4-7-117 16,-5-10-179-16,-2-8-369 15</inkml:trace>
  <inkml:trace contextRef="#ctx0" brushRef="#br1" timeOffset="29614.1">10223 7220 339 0,'0'0'956'0,"0"0"-895"15,0 0-54-15,0 0 22 16,48-80 25-16,3 75-18 16,5 5-31-16,-2 0-2 15,-7 12-3-15,-10 10-12 16,-13 7-14-16,-10 5-106 0,-10 5-63 16,-4 4-207-16</inkml:trace>
  <inkml:trace contextRef="#ctx0" brushRef="#br1" timeOffset="29775.66">10245 7643 1222 0,'0'0'106'16,"0"0"-93"-16,0 0-13 16,85-9 25-16,-23 6-1 15,10 2-23-15,1 1-1 16,-7 0-89-16,-11 0-183 15,-15 0-328-15</inkml:trace>
  <inkml:trace contextRef="#ctx0" brushRef="#br1" timeOffset="30193.2">9354 8025 396 0,'0'0'866'0,"0"0"-802"15,0 0-61-15,0 0 6 16,0 0 99-16,137 1-6 16,-48 0-44-16,14-1-33 15,12 0-8-15,2 3-3 16,-1 2-11-16,-11 3-3 15,-15 0-6-15,-9 1-61 16,-11-5-131-16,-11-2-156 0,-16-2-415 16</inkml:trace>
  <inkml:trace contextRef="#ctx0" brushRef="#br1" timeOffset="30309.95">10499 8066 331 0,'0'0'0'0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0:42:25.05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4697 4821 419 0,'0'0'151'15,"0"0"-107"-15,0 0-10 16,0 0 52-16,0 0 23 15,0 0-34-15,0 0-15 16,0 0 21-16,2-36-5 16,-2 36-11-16,0 0-20 15,0 0-22-15,0 0-5 16,0 0-16-16,0 2-1 16,0 17 0-16,0 12-1 15,0 13 19-15,0 17-2 16,0 18-3-16,0 15 14 15,0 8-11-15,0 3 8 0,0-5 24 16,5-9-36-16,-1-8 5 16,3-11 5-16,-3-9-1 15,-2-10-5-15,2-5-15 16,-4-10 5-16,0-7-2 16,0-5-4-16,0-8 2 15,0-6-3-15,0-7 0 16,0 1 0-16,0-6-2 15,1 0-4-15,1 0-15 16,-1 0-82-16,1-24-24 16,2-12-146-16,-4-14-352 15</inkml:trace>
  <inkml:trace contextRef="#ctx0" brushRef="#br0" timeOffset="1798.99">4783 4803 474 0,'0'0'73'0,"0"0"-51"15,0 0 112-15,0 0-2 16,0 0-40-16,0 0-2 15,-30-40-70-15,28 36 25 16,0 0 43-16,2 3-30 16,0-1 2-16,0 0-8 15,0 2 3-15,0 0-14 16,0 0-14-16,0 0-4 0,0 0 3 16,0 0-10-16,0 0 11 15,0 0-8-15,0 0 4 16,0 0 6-16,0 0-10 15,0 0-2-15,0 0-13 16,0 0-1-16,0 0-6 16,7 0 2-16,11 0 1 15,8 0 9-15,2 0-4 16,2 0 2-16,2 5 6 16,1-1-13-16,4 0 9 15,0 0-9-15,3 3 1 16,2-3 0-16,1 1 1 15,2-4 2-15,-1-1 4 16,-2 0-8-16,-2 0 13 0,0 0-11 16,0 0 2-16,0-1 2 15,-2-3-6-15,0 3 2 16,-4 1-2-16,1 0 4 16,-1 0-1-16,0 0-3 15,-5 0 0-15,0 0-1 16,-4 0 3-16,-2 0-2 15,3 0 0-15,0 0 3 16,1 1-5-16,1 4 2 16,2-1 0-16,2 2 0 15,1-1 4-15,1-1-4 0,-2-1 0 16,2-1-2 0,-1-2 2-16,-1 0 0 0,0 0 0 15,1 0-4-15,2 0 6 16,0 0-2-16,2 0 0 15,1 0-3-15,1 0 3 16,1-2 0-16,1-2 0 16,0 1 2-16,-3 1-1 15,-3 2-2-15,-1 0 1 16,-1 0 0-16,-3 0-1 16,2 0 1-16,-2 0 0 15,2 0 0-15,-2 0 1 16,0 2-1-16,-3 1 1 15,-2 0 1-15,2 0-2 16,-1-2 0-16,1 1 1 0,0-2-1 16,0 0 0-16,-1 0 0 15,1 0 0-15,1 0 2 16,3 0-2-16,-1 0 0 16,3 0 1-16,4 1 0 15,0-1 0-15,3 0-1 16,-2 0 0-16,3 0-2 15,-3 0 2-15,-1 0 0 16,-4 0-5-16,-3 0 5 16,-2 0 0-16,1 0 1 0,0 0-2 15,-1 0 1 1,3 0-2-16,3 0 2 0,1 0 0 16,0-1 2-16,-1-5-2 15,-1 1 0-15,-3 1-1 16,-1 1 3-16,-6 2-2 15,-1-3 0-15,-2 3 1 16,-5-1-2-16,0 0 1 16,-1 0 0-16,-1 2 0 15,-2-2 1-15,-1 2-1 16,1 0 0-16,-1 0 1 16,0 0-2-16,3 0 1 15,2 0 0-15,3 0-1 0,1 0 3 16,-1 0-2-1,-1 0 0-15,-4 0 1 0,1 0-2 16,-2 0 1-16,-2 0 0 16,-2 0-1-16,-2 0 3 15,0 0-2-15,-5 0 0 16,1 2 2-16,-2-2-2 16,0 0 0-16,0 0 0 15,0 0 0-15,0 0 3 16,0 0-3-16,0 0 0 15,0 2 1-15,0-2-4 16,0 0 3-16,0 0 0 0,0 0-1 16,0 0 1-1,0 0 0-15,0 0 0 0,0 1-3 16,0 2 1 0,0 4-1-16,0 5 2 0,0 6-1 15,0 8 4-15,0 5 0 16,0 7-2-16,0 5 3 15,0 10-3-15,0 7 0 16,0-1 0-16,0 3-1 16,0-3 4-16,0-3-3 15,0 2 0-15,7 0 3 16,-1-2 0-16,3 0 0 16,-5-5 5-16,2-4-1 15,-3-3-5-15,1-6 2 16,-1-5-4-16,-2-4 3 0,2-8-3 15,1-5 0 1,-2-5 0-16,-1-3-1 0,1-4 2 16,-1 1-1-16,-1-2 0 15,2-2-1-15,-2 1-1 16,0-1 0-16,0 2-37 16,0 2-41-16,-12-2-103 15,-12-3-213-15</inkml:trace>
  <inkml:trace contextRef="#ctx0" brushRef="#br0" timeOffset="3432.7">4815 6065 85 0,'0'0'566'16,"0"0"-506"-16,0 0-47 15,0 0 88-15,0 0 82 16,0 0-52-16,-15-13-50 0,15 13-28 15,0-2 4 1,0 2 20-16,0 0-8 0,0-1-6 16,0 1-12-16,0 0-14 15,0 0-4-15,0 0-14 16,6 0-7-16,16 0 7 16,8 0 3-16,9 0-6 15,4 0-2-15,7 0-6 16,7-1 4-16,5-3-9 15,1 1 4-15,-2 1 1 16,-3-1-5-16,-6 2 0 16,-3 1 2-16,-3 0-4 0,-2 0 6 15,1 0-1-15,0 0-6 16,-1 4 10-16,-3 1-9 16,-2-1 1-16,-3-2-1 15,1 1 4-15,0-1-3 16,-2-1-2-16,-1 1 0 15,1-2 1-15,-2 0 2 16,0 0-3-16,2 0 0 16,1 0 2-16,-3 0-4 15,2 0 2-15,-1 0 0 16,-3 0 0-16,1-3 0 16,-2 1 0-16,2 1-2 15,-2-1 8-15,5 1-5 16,4-2-1-16,-1 0 0 15,6 1 4-15,-1 0-2 0,-1-4-1 16,1 4 4-16,1-3-4 16,-4 2-1-16,-1 2 2 15,-4-2 2-15,-3-1-1 16,-2 4-2-16,-2 0-1 16,2 0 1-16,-1-3 2 15,4 2-3-15,-1-1 0 16,1-1 1-16,-1 2 2 15,-2-2-2-15,2 0-1 16,0 2 0-16,1-2 3 16,0 3-3-16,1-2 0 15,-2-1 2-15,-1 1-1 0,-3 0-1 16,1 0 0-16,0-1-1 16,-6 0-1-16,0 2 2 15,-1-2-2-15,-2 0 4 16,0 3-4-16,2-3 2 15,0-1 0-15,1 2-1 16,0 1 0-16,1-2 0 16,1 0 0-16,-3 2 1 15,0-1 1-15,-1 1-1 16,-2 1 0-16,-1-2-3 16,0 1 6-16,-1-1-3 15,1 1 0-15,1-2 2 16,1 2-1-16,-1-3-1 15,-2 3 0-15,2-1-1 16,0-1 2-16,1 2-1 0,-1-1 0 16,3 2 2-16,0 0-3 15,0 0 1-15,1 0 0 16,-1 0-1-16,-2 0 3 16,0 0-2-16,-3-1 0 15,0 1 3-15,-2 0-4 16,-1 0 1-16,0 0 0 15,1 0 2-15,-5 0 0 16,-1 0-2-16,-3 0 0 16,-4 0 3-16,-2 0-5 0,0 0 2 15,0 0 0 1,0 0-3-16,0-2-5 0,0 1-31 16,0 0-40-16,-15-3-86 15,-10-2-440-15</inkml:trace>
  <inkml:trace contextRef="#ctx0" brushRef="#br0" timeOffset="7583.6">6460 2945 686 0,'0'0'106'16,"0"0"-100"-16,0 0-1 15,0 0 29-15,0 0 70 16,3-86-17-16,-3 69 2 16,-7 0-26-16,-11 2-38 15,-4 2 29-15,-6 6-26 16,-6 4-23-16,-2 3 9 16,-1 3-14-16,1 22 13 15,2 14-9-15,7 14 0 16,3 15 1-16,11 8 10 15,8 2-11-15,5-1-2 0,3-14-2 16,19-15-10-16,5-12 10 16,3-15 4-16,0-8-4 15,-1-10-9-15,-4-3 4 16,-2-3 5-16,-1-18 20 16,-2-7-20-16,-3-6 0 15,-4-7-3-15,-6-4 0 16,-4-4 3-16,-3-1 0 15,0 6 4-15,0 10-1 16,0 12-1-16,0 9 9 16,0 10 34-16,0 3-11 15,0 0-34-15,0 18-31 0,5 14 31 16,5 12 12 0,0 2-2-16,-2 1-6 0,1-4-4 15,-3 0-2-15,0 0-55 16,0-5-98-16,1-8-219 15,-2-12-142-15</inkml:trace>
  <inkml:trace contextRef="#ctx0" brushRef="#br0" timeOffset="7768.96">6636 3185 1181 0,'0'0'86'0,"0"0"-86"15,-16 78 0 1,11-37 11-16,5 2 5 0,0-2-14 16,0-4-2-16,0-5 0 15,12-8-99-15,1-11-209 16,0-10-149-16</inkml:trace>
  <inkml:trace contextRef="#ctx0" brushRef="#br0" timeOffset="8249.49">6811 2943 984 0,'0'0'226'16,"0"0"-226"-16,0 0-17 15,0 0 17-15,-6 114 4 16,6-61 27-16,7-2-23 15,-3-6-1-15,-2-10-2 16,-2-10-3-16,0-9 3 16,0-9-3-16,0-5 2 15,0-2 6-15,0 0-2 16,0 0 14-16,0-15 53 16,0-10-70-16,0-6-5 15,3-5 0-15,5 2 0 16,6 4 0-16,2 8-3 15,3 6 3-15,-1 11 0 0,1 5-7 16,0 0 1-16,1 11-1 16,-1 11 2-16,-2 5 3 15,-4 3 4-15,-4-1 2 16,-8-1 0-16,-1 1 8 16,0-3 11-16,-18-2 7 15,-4-3 13-15,-7-1-15 16,1-3-20-16,-2-4-1 15,3 0-5-15,4-6-2 16,5-4 0-16,5 0-84 16,7-3-94-16,6 0-201 15,0-12-314-15</inkml:trace>
  <inkml:trace contextRef="#ctx0" brushRef="#br0" timeOffset="8429.07">7120 3235 959 0,'0'0'218'0,"0"0"-213"15,-60 102 0-15,48-70 1 16,5-4 0-16,6-3-5 16,1-7-1-16,0-7-144 15,5-9-147-15,7-2-454 16</inkml:trace>
  <inkml:trace contextRef="#ctx0" brushRef="#br0" timeOffset="8997.77">7286 3187 772 0,'0'0'339'16,"0"0"-339"-16,0 0-2 15,0 0 2-15,0 0 54 16,0 0-23-16,17 28-6 16,-11-28-15-16,1-13 36 0,-4-10 23 15,1-8-45 1,0-4 1-16,-1 0-5 0,4 0 0 16,5 4 13-16,1 7-31 15,3 6-1-15,-3 9-1 16,0 7-6-16,0 2-3 15,3 0-9-15,0 8 18 16,0 4 2-16,-5 0 0 16,-2-3 8-16,-3-1-5 15,-2-4-4-15,-3-3 0 16,-1-1 0-16,0 0-1 16,0 0 10-16,0 0-7 15,-3 0 0-15,-9 0-3 16,-4-5-8-16,-5-3 8 0,0 2 0 15,-2 3-3-15,1 2 2 16,-4 1-2-16,0 5 0 16,-3 21 0-16,3 9 6 15,4 6-2-15,8 4 5 16,6-2 8-16,8-4-1 16,0-3 0-16,17-5-9 15,10-7 2-15,5-5-6 16,6-9-3-16,2-5-1 15,3-5 1-15,4 0-60 16,3-12-50-16,5-9-70 16,4-3-158-16,-4-2-151 15</inkml:trace>
  <inkml:trace contextRef="#ctx0" brushRef="#br0" timeOffset="9332.28">8115 2945 1143 0,'0'0'185'16,"0"0"-176"-16,0 0 5 16,0 0 65-16,0 0 2 15,-99-21-47-15,71 23-23 16,-6 17-4-16,-4 5 15 0,-1 6 14 15,6 4-13 1,5 5-6-16,8 2-1 0,8-1-5 16,8 0 0-16,4-5-7 15,0-6-2-15,24-6 1 16,7-7-3-16,13-5-3 16,8-11 2-16,7 0-3 15,2-3-30-15,-2-15-58 16,-7-3-103-16,-10-5-87 15,-16 0-306-15</inkml:trace>
  <inkml:trace contextRef="#ctx0" brushRef="#br0" timeOffset="9502.4">7887 3106 1304 0,'0'0'0'0,"0"0"-8"15,0 0-27-15,0 0 35 16,109-4 18-16,-49 8-18 16,4-2-209-16,-6-2-116 15,-6 0-127-15</inkml:trace>
  <inkml:trace contextRef="#ctx0" brushRef="#br0" timeOffset="9719.98">8456 2904 793 0,'0'0'454'0,"0"0"-424"15,0 0-22-15,0 0-5 16,0 0 58-16,-25 117-24 16,31-64-17-16,4-1-9 15,0-5-10-15,0-5 3 16,-3-9-4-16,0-7-6 15,0-9-133-15,-6-10-108 16,-1-7-210-16</inkml:trace>
  <inkml:trace contextRef="#ctx0" brushRef="#br0" timeOffset="9918.15">8327 2907 672 0,'0'0'774'15,"0"0"-738"-15,0 0-27 16,0 0 4-16,0 0 27 16,97-56-12-16,-50 56-27 15,-2 0-1-15,-7 18-9 16,-9 7-73-16,-14 5-110 16,-15 4-169-16,-8 7-200 15</inkml:trace>
  <inkml:trace contextRef="#ctx0" brushRef="#br0" timeOffset="10074.12">8252 3405 1215 0,'0'0'119'16,"0"0"-112"-16,0 0-7 16,129 9 16-16,-70-9-6 15,7 0-10-15,8 0-71 16,-4-7-131-16,-7-3-165 15</inkml:trace>
  <inkml:trace contextRef="#ctx0" brushRef="#br0" timeOffset="10289.2">9369 3019 1348 0,'0'0'0'16,"0"0"-73"-16,0 0-52 16,0 0 21-16,0 0-262 15</inkml:trace>
  <inkml:trace contextRef="#ctx0" brushRef="#br0" timeOffset="10447.7">9489 3213 232 0,'0'0'1236'0,"0"0"-1236"16,0 0-54-16,-83 93 51 15,69-63 2-15,2-5-170 16,-2-5-465-16</inkml:trace>
  <inkml:trace contextRef="#ctx0" brushRef="#br0" timeOffset="11447.15">10855 3159 670 0,'0'0'132'16,"0"0"-69"-16,0 0 110 16,0 0-11-16,0 0-50 15,0 0-60-15,-5-64-26 16,18 46 21-16,4 3-5 16,3 4-22-16,4 7-9 15,4 4 2-15,-1 0 2 16,1 21-3-16,-6 10-6 15,-6 12-5-15,-6 6 2 0,-10 6 13 16,0-1-13-16,-6 3-2 16,-15-7 2-16,-7-9-3 15,4-11 2-15,2-11 2 16,6-12-4-16,10-7 0 16,2 0-1-16,4-10-3 15,0-16-62-15,13-11 10 16,10-1 39-16,2-5-3 15,2 2 5-15,-4 1 12 16,2 2-4-16,-3 3 4 16,-2 0 3-16,-2 3-3 15,-4 5 3-15,-4 3 6 0,-4 8 9 16,-2 4 15-16,-4 6 8 16,0 5 0-16,0 1 3 15,0 0-22-15,-4 2 3 16,-9 19-19-16,-7 14-2 15,0 8-2-15,2 3 1 16,4-1 0-16,6-5 0 16,4-6 0-16,4-3-2 15,0-7 0-15,5-6-5 16,10-4 4-16,5-5-70 16,6-3-56-16,3-6-42 15,3 0-124-15,0 0-57 16,-3-12-220-16</inkml:trace>
  <inkml:trace contextRef="#ctx0" brushRef="#br0" timeOffset="11587.46">11323 3349 650 0,'0'0'307'0,"0"0"-217"15,0 0-51-15,0 0 49 16,0 0-9-16,-22 98-50 16,16-65-21-16,2-4-8 15,3-4 3-15,1-3-3 16,0-5-5-16,0-5-132 15,15-9-167-15,1-3-211 16</inkml:trace>
  <inkml:trace contextRef="#ctx0" brushRef="#br0" timeOffset="12146.89">11540 3131 1065 0,'0'0'144'0,"0"0"-134"16,0 0-7-16,0 0-3 16,0 0 47-16,13 104 0 15,1-64-32-15,5-6-14 16,1-7 6-16,3-10-2 16,2-6 0-16,2-8-1 15,1-3 5-15,1 0-2 16,-1-14 7-16,-1-8-14 15,-7-3 10-15,-5-5-1 0,-8 1-9 16,-6-5 7-16,-1-1-1 16,0 0-2-16,-8 2 14 15,-2 11 13-15,4 8 3 16,0 9 3-16,5 5-16 16,-1 15-21-16,1 20-8 15,1 15 8-15,0 10 1 16,0 4 1-16,0 5-2 15,4 2 0-15,3-1 2 16,-1-9-1-16,-3-9-1 16,-3-17 1-16,0-11 4 15,-7-5 19-15,-17-6 13 0,-6-2 13 16,-9-5-22 0,0-3-2-16,-1-3 3 0,5-2-3 15,3-18-10-15,6-4-8 16,10-6-6-16,9-4-2 15,7-1-9-15,7-2 5 16,21-3-15-16,12 1-42 16,12-2-24-16,10 1-63 15,3-1-105-15,-3 1-206 16</inkml:trace>
  <inkml:trace contextRef="#ctx0" brushRef="#br0" timeOffset="12414.3">12233 3002 981 0,'0'0'196'0,"0"0"-170"15,0 0 49-15,0 0 14 16,-106 1-17-16,86 19-36 16,0 7-24-16,2 7 18 15,1 7 7-15,7 4-10 16,5 0-4-16,5-3-4 15,0-7-2-15,13-7-8 16,12-6-9-16,7-11 0 16,8-6 1-16,5-5-5 15,0 0-17-15,-1-5-77 0,-5-14-71 16,-11 1-72-16,-10-3-192 16</inkml:trace>
  <inkml:trace contextRef="#ctx0" brushRef="#br0" timeOffset="12555.56">12129 3253 1212 0,'0'0'0'16,"0"0"-29"-16,0 0 29 16,101-27 0-16,-43 10-15 15,5-1-276-15,3 0-120 0</inkml:trace>
  <inkml:trace contextRef="#ctx0" brushRef="#br0" timeOffset="12764.22">12672 3012 1162 0,'0'0'42'15,"0"0"-33"-15,0 0 4 16,-17 79 38-16,17-39-23 15,9 1-27-15,1-4 8 16,-3-2-9-16,-2-4 0 16,-5-6-10-16,0-5-145 15,0-9-161-15,0-8-160 0</inkml:trace>
  <inkml:trace contextRef="#ctx0" brushRef="#br0" timeOffset="12945.16">12538 3044 899 0,'0'0'416'16,"0"0"-367"-16,-13-83-13 15,20 63 40-15,21 7-25 16,11 6-33-16,6 7-18 16,2 0-7-16,0 7 1 15,-7 15-37-15,-11 9-120 16,-10 1-137-16,-12 3-316 0</inkml:trace>
  <inkml:trace contextRef="#ctx0" brushRef="#br0" timeOffset="13109.64">12434 3466 1193 0,'0'0'212'0,"0"0"-212"16,0 0-8-16,114-43 8 15,-41 27 0-15,9-3-54 16,-1 3-127-16,-7-3-129 16,-14 3-107-16</inkml:trace>
  <inkml:trace contextRef="#ctx0" brushRef="#br0" timeOffset="13396.87">13266 2730 1294 0,'0'0'16'0,"0"0"-15"0,0 0-1 15,11 123 63-15,11-44 8 16,1 12-30-16,-1 5-30 15,-5 0 11-15,-5-2-10 16,-4-7-6-16,-5-10-6 16,-3-16-26-16,0-16-136 15,0-19-91-15,-11-21-178 16</inkml:trace>
  <inkml:trace contextRef="#ctx0" brushRef="#br0" timeOffset="15163.51">13370 2689 1051 0,'0'0'176'16,"0"0"-172"-16,-89 5-3 16,50 4 86-16,-1-5 28 15,-5 0-70-15,-7 1-21 16,-7-1 15-16,-14-1 9 16,-9 1-18-16,-18 0 2 15,-10 1 2-15,-6 2-12 16,-5 2-12-16,0 2 11 0,4 4-8 15,0-3-8-15,5-1 3 16,5 2-8-16,5-4 8 16,5 0-6-16,5-2 1 15,2-1-1-15,5-1 1 16,2-5 1-16,14 1-1 16,11-1 1-16,15 0 2 15,9 0 7-15,8 2-9 16,4-1 1-16,5 1-4 15,0-2 0-15,3 1-1 16,-1-1 1-16,-1 0-1 16,0 0 0-16,-6 0 3 0,-5 2-3 15,-5-1 0-15,1 2 0 16,-3-1-1-16,-1 1 1 16,-2 0 0-16,1 1 3 15,-1-2-3-15,7 0 3 16,4-1-3-16,7-1 0 15,9 1 3-15,4-1-3 16,3 0 3-16,2 2 0 16,1-2-1-16,0 0-2 15,-2 0 0-15,0 0 2 16,-1 0-2-16,-2 1 1 16,-2-1-1-16,4 0 2 0,-1 0-2 15,1 0 7 1,2 0 13-16,-1 0-8 15,2 0 1-15,-2 0-10 0,0 0-1 16,-1 0-2-16,0 0 2 16,-4 0-2-16,1 0 0 15,0 0 1-15,-1 0 1 16,4 0-2-16,-1 0 1 16,-3-4 2-16,0-1-2 15,0 1 0-15,-1-1 1 16,3 2-1-16,1 0 1 15,3 2 1-15,-1 1-2 16,1 0 3-16,1 0-3 0,0 0 0 16,0 0-1-1,0 0-3-15,0 0 0 0,0 13-8 16,0 22 5 0,0 17 4-16,3 15 3 0,7 5-1 15,1 6 3-15,1 5-1 16,0 4 3-16,-2 3-5 15,-2 1 1-15,-1-4 1 16,0 0 1-16,0-4-1 16,-3-5-1-16,2-6 1 15,-5-6 0-15,-1-10-2 16,0-12 1-16,0-7 1 16,0-14-2-16,0-8 3 15,-1-6-2-15,-1-6 1 0,2 0 2 16,0-2-1-1,0-1 3-15,0 2 6 0,0-2-7 16,0 1 3-16,0-1 0 16,0 0-7-16,0 0 5 15,12 0-6-15,13 0 3 16,13 0 8-16,10-7-10 16,13-2 4-16,10-1-3 15,17-3 0-15,13 2-1 16,20-5-1-16,11 1 0 15,5 2 5-15,12 3-5 16,3 0-4-16,2-1 2 16,5-1 4-16,-5 1-6 0,-14 0 6 15,-13 2-2-15,-11 3 9 16,-15-1-9-16,-12 2 0 16,-16 0 0-16,-19 1-3 15,-15-2 2-15,-13 1-1 16,-6 1 2-16,-5-1 2 15,-1 2-2-15,-2 1 1 16,-2 0-3-16,0 0 4 16,0-1-4-16,1 2 2 15,1-4 0-15,-2 1 0 16,0 1 2-16,0-1-1 16,0 2-1-16,0 0 1 15,0-1-1-15,0 2 0 16,-2-1 0-16,2 1-1 15,1-1 1-15,-1 0 0 0,1 0-1 16,1 0 2-16,0-1-1 16,-1 0 0-16,-1 0 1 15,2 2 0-15,-2-2-1 16,2 0 0-16,-4 0-1 16,2-3 2-16,-1 2-1 15,1 0 0-15,1-1 0 16,1 2 0-16,-3 1 0 15,1-1 0-15,0 0-1 16,-1 3 1-16,3-1 0 0,0 1 0 16,1-1 0-1,0 0 0-15,-1 1 0 0,0 0 1 16,-4 0-2-16,-1 0 2 16,-2 0-1-16,-4 0 0 15,2 0 0-15,-3 0-4 16,0 0 7-16,0-2-3 15,0 0 1-15,0-1 2 16,0-7 2-16,0-4-4 16,1-8-1-16,-1-10 0 15,0-4-17-15,0-10-47 16,0-12-37-16,-11-5-105 16,-21-6-814-16</inkml:trace>
  <inkml:trace contextRef="#ctx0" brushRef="#br1" timeOffset="23349.5">5026 5830 866 0,'0'0'103'15,"0"0"-76"-15,0 0 2 16,0 0 61-16,0 0-9 16,0 0-27-16,0 0-34 0,0 0-18 15,0 0-4 1,0 0-2-16,0 0-8 0,0 0-80 15,3 0-100-15,1 0-176 16,2 0 52-16</inkml:trace>
  <inkml:trace contextRef="#ctx0" brushRef="#br1" timeOffset="23762.55">6194 5723 865 0,'0'0'220'0,"0"0"-202"15,0 0-15-15,0 0 4 0,0 0 41 16,0 0-9-16,0 0-28 15,0 0-5-15,0 0-6 16,0 0 0-16,0 0-13 16,0 0-76-16,0 0-39 15,0 0-111-15,0-2-276 16</inkml:trace>
  <inkml:trace contextRef="#ctx0" brushRef="#br1" timeOffset="26428.99">11907 6574 716 0,'0'0'136'15,"0"0"-89"-15,0 0-13 16,0 0 79-16,0 0-23 16,0 0-52-16,0-88-10 15,0 69 2-15,0 0 8 0,-9 0-8 16,-4 2-14-16,-4 6 5 15,-1 1 1-15,-4 9-16 16,-1 1-6-16,-4 11-2 16,2 17-1-16,0 8 3 15,8 6-4-15,7 1 2 16,8-5 0-16,2-3-4 16,4-8 4-16,12-6-2 15,4-7 4-15,1-7 2 16,0-5-1-16,0-2 11 15,0-2-4-15,-3-13-7 16,-2-3 2-16,-5 0-2 0,-2-2 4 16,-6 0-2-1,-2 0-3-15,-1 3 6 0,0 7-3 16,0 4-3-16,0 3 0 16,0 3-5-16,0 7-4 15,0 26 3-15,0 19 6 16,0 14 17-16,0 7-9 15,0 5-2-15,0 3 1 16,0-3-6-16,0-9 5 16,0-12-5-16,-10-13 2 15,-6-13 2-15,-7-9 41 16,-7-5 9-16,-4-10-22 16,-3-7 2-16,2-2 8 15,3-29-1-15,7-9-11 16,8-11-18-16,7-3-1 0,10 1 2 15,0 4-4-15,17 6-10 16,11 6-2-16,8 4-1 16,0 5 1-16,3 8-5 15,-2 3 7-15,-2 7-25 16,-5 5-57-16,-2 5-67 16,-3 0-22-16,0 0-148 15,-3 0-93-15</inkml:trace>
  <inkml:trace contextRef="#ctx0" brushRef="#br1" timeOffset="27161.31">12172 6612 869 0,'0'0'132'16,"0"0"-99"-16,0 0 98 15,0 0 11-15,0 0-46 16,0 0-49-16,-61-34-35 16,39 43 9-16,-2 16 5 15,-2 10 13-15,1 4-9 16,5 2-2-16,8-2-3 16,7-3-8-16,5-4-12 15,0-5 5-15,13-6-8 0,14-6 1 16,6-7-3-16,8-5 0 15,4-3-2-15,3 0-26 16,4-6-66-16,-2-10 2 16,-2-3-40-16,-2-4-11 15,-6-1-36-15,-5 0 15 16,-3 0 45-16,-7 0 50 16,-6 3 69-16,-9 2 3 15,-6 5 62-15,-2 2 48 16,-2 3 5-16,0 1 23 15,-5 4-44-15,-9 1-39 16,-4 3-27-16,-2 0-2 0,-3 4 1 16,-4 14-4-1,5 5 18-15,2 6-8 0,5 0-13 16,7 3-2-16,5-2-1 16,3-5-12-16,0-6-6 15,10-4-1-15,4-5 1 16,5-10 1-16,3 0 4 15,-1 0 5-15,4-18-1 16,-2-4-6-16,2-8 1 16,-8-3-5-16,-5-4 0 15,-7-3 3-15,-5-2 0 16,0-2 2-16,-14 1-6 16,-9 0 5-16,1 8 10 15,1 7-2-15,4 12 30 16,7 8-12-16,3 8-18 0,4 2-12 15,-1 24-1-15,-2 15-2 16,5 9-1-16,1 3-1 16,0-4 1-16,10-2 3 15,10-8-20-15,6-7-80 16,5-10-103-16,5-13-69 16,3-9-200-16</inkml:trace>
  <inkml:trace contextRef="#ctx0" brushRef="#br1" timeOffset="27478.09">12936 6274 1121 0,'0'0'129'0,"0"0"-122"15,0 0 50-15,0 0 82 16,0 0-108-16,0 0-28 16,-45 106 19-16,42-39 20 15,0 4-13-15,1 3 7 16,2-2-4-16,0-4-21 0,0-7-9 16,4-8 4-1,4-11-6-15,4-8-1 0,-2-5-4 16,1-10-85-1,6-6-102-15,3-9-36 0,7-4-238 16</inkml:trace>
  <inkml:trace contextRef="#ctx0" brushRef="#br1" timeOffset="27960.7">13376 6585 1054 0,'0'0'118'0,"0"0"-99"0,0 0 9 16,-32-88 66-16,24 65-11 16,-2 4-59-16,-3 2-9 15,-6 6 22-15,-4 7-2 16,-6 4-26-16,-4 8 4 15,-2 22-5-15,7 15 4 16,4 10 17-16,9 5-9 16,12 2-5-16,3-8-9 15,5-10-3-15,17-12-3 16,4-11-5-16,4-9 5 16,4-12-1-16,1 0 6 0,2-9-12 15,-5-14-6-15,-7-7-7 16,-5-2 17-16,-9-4-7 15,-6 2 10-15,-3 6 2 16,-2 4-1-16,0 9 5 16,0 12 15-16,0 3 12 15,0 0-13-15,0 2-20 16,0 23-18-16,0 12 17 16,0 8 1-16,0 0-2 15,0-3-13-15,0-4-61 16,2-5-82-16,9-7-88 15,4-12-240-15</inkml:trace>
  <inkml:trace contextRef="#ctx0" brushRef="#br1" timeOffset="28156.77">13578 6706 1163 0,'0'0'44'0,"0"0"-38"15,-21 84 21-15,19-44 23 16,2-2-30-16,0-1-14 16,0-6-4-16,0-7-4 15,0-4-4-15,3-5-99 16,4-6-74-16,2-9-102 16,-1 0-102-16</inkml:trace>
  <inkml:trace contextRef="#ctx0" brushRef="#br1" timeOffset="28577.73">13677 6599 942 0,'0'0'157'16,"0"0"-155"-16,0 0-2 15,-13 100 45-15,13-57 13 16,0-6-46-16,0-3-2 15,0-8-7-15,0-9 8 16,0-6 10-16,-2-8-13 0,1-2 4 16,1-1 26-1,0 0 29-15,0-6 3 0,0-13-52 16,0-7-18-16,0-2 0 16,8 1-9-16,10 3 8 15,4 6-4-15,-1 6 2 16,3 7 1-16,1 5-3 15,0 0 4-15,1 15-1 16,-3 5-5-16,-5 0 7 16,-8 5 5-16,-5-5-5 15,-5 4 25-15,-3-4-6 16,-17 0-6-16,-6-4-3 16,0-2-9-16,-1-4-2 0,4-2-6 15,1-5-134 1,4-3-78-16,4-6-372 0</inkml:trace>
  <inkml:trace contextRef="#ctx0" brushRef="#br1" timeOffset="28824.92">13824 6394 931 0,'0'0'215'0,"0"0"-212"15,0 0 9-15,116 24 100 0,-70 9-24 16,2 10-36 0,-9 5-7-16,-9 5-12 0,-8 1 13 15,-10-2-20-15,-8-1-5 16,-4-8-19-16,0-7 6 16,-12-8-4-16,-4-5-4 15,0-7-49-15,4-6-123 16,4-9-84-16,4-1-303 15</inkml:trace>
  <inkml:trace contextRef="#ctx0" brushRef="#br1" timeOffset="29526.59">14786 6550 1215 0,'0'0'68'0,"0"0"-63"15,-91-25 14-15,63 25 84 16,1 0-53-16,2 11-38 16,5 16-10-16,1 12 14 15,8 6 24-15,6 0-11 16,5-2-14-16,0-9-13 15,6-8 2-15,15-10-4 16,4-7 2-16,3-9 2 0,4 0 3 16,0-10-2-16,-2-10 0 15,-1-4-4-15,-5-1-1 16,-5-8-6-16,-3-2-4 16,-4-9 3-16,-4-2-1 15,-6-3 3-15,-2-4-4 16,0 4 3-16,-10 0 6 15,-6 3 2-15,-1 13 0 16,3 11 5-16,6 10 10 16,3 10 8-16,3 2-10 15,-3 17-15-15,2 20-3 16,3 15 3-16,0 10 5 16,0 0 2-16,5 0 0 0,8-5-1 15,2-7 0 1,6-9-6-16,-1-8 0 0,2-14-1 15,2-7-5-15,1-8 6 16,2-4 0-16,-2 0-11 16,-2-15-8-16,-1-5-6 15,-3-9 4-15,-5-3-3 16,-2-3-18-16,-7 4 33 16,-5 2 8-16,0 11 2 15,0 6 2-15,0 8 9 16,0 4 25-16,0 0-32 15,-3 16-5-15,1 13 0 0,2 9 25 16,0-4-24 0,0-3 1-16,4-9-2 0,8-6-14 15,-1-8-89-15,1-8-132 16,-2 0-176-16</inkml:trace>
  <inkml:trace contextRef="#ctx0" brushRef="#br1" timeOffset="29649.69">15048 6320 868 0,'0'0'0'16,"0"0"-281"-16,0 0-156 0</inkml:trace>
  <inkml:trace contextRef="#ctx0" brushRef="#br1" timeOffset="29909.73">15152 6536 952 0,'0'0'119'16,"0"0"-103"-16,0 0-16 15,0 0 41-15,55 90 0 16,-35-64-34-16,-4-2 0 15,-2-5 6-15,-6-6 15 16,-2-2-5-16,-3-3-9 0,-3-3-2 16,0-2-4-16,1-3-7 15,5 1-1-15,2-1-100 16,5-1-252-16,4-18-230 16</inkml:trace>
  <inkml:trace contextRef="#ctx0" brushRef="#br1" timeOffset="30108.52">15443 6485 865 0,'0'0'343'0,"0"0"-329"16,0 0-6-16,0 0 7 16,0 0 44-16,-51 108-31 15,43-67-20-15,2-2-4 16,-1-4 1-16,0-6-5 0,5-5-7 15,2-7-78-15,0-6-82 16,0-7-127-16,5-4-155 16</inkml:trace>
  <inkml:trace contextRef="#ctx0" brushRef="#br1" timeOffset="30323.76">15498 6510 1178 0,'0'0'39'0,"0"0"-35"15,0 0 8-15,0 0 65 16,-12 94-48-16,12-61-24 16,0 0 2-16,5-4-7 15,2-5-8-15,0-5-115 16,1-9-161-16,0-5-264 15</inkml:trace>
  <inkml:trace contextRef="#ctx0" brushRef="#br1" timeOffset="30501.3">15640 6444 963 0,'0'0'0'0,"0"0"-81"16,0 0 32-16,0 0-21 15,0 0-227-15</inkml:trace>
  <inkml:trace contextRef="#ctx0" brushRef="#br1" timeOffset="31311.55">15680 6581 708 0,'0'0'229'0,"0"0"-210"15,0 0 3-15,-53 98 86 16,49-69-20-16,4-1-64 16,0-7-19-16,0-9-2 15,0-4 0-15,12-8-2 16,4 0 9-16,5-8 14 15,2-13-14-15,-3-6-5 16,0-3-4-16,-3-5 4 16,-7-2-1-16,-4-5 8 15,-6-1 2-15,0-1 6 16,0 2 8-16,-14 1 0 16,-8 0-23-16,0 8 41 15,1 5-13-15,4 14 28 16,6 6-25-16,7 8-9 0,1 0-22 15,-1 20-5-15,-1 19-11 16,-2 17 11-16,6 7 8 16,1-1-3-16,0-2-2 15,11-11-1-15,11-10-4 16,8-9 2-16,4-12-1 16,2-9-2-16,3-9 1 15,-3 0-2-15,-2-3-7 16,-4-14-18-16,-3-1 8 15,-2-7-4-15,-5 1-12 16,-3 0-1-16,-5 3 21 16,-6 9 9-16,-5 5 7 0,-1 5 2 15,0 2 8-15,0 0-9 16,0 0 0-16,0 5-5 16,0 10 5-16,4 0 4 15,5-4-1-15,-1-4-2 16,6-3 4-16,-3-4 0 15,1 0-3-15,-2 0 6 16,2 0-2-16,-2-4-1 16,1-10 1-16,2-1-6 15,2-3 5-15,5 0-5 16,2 2-1-16,2 5 0 16,-2 5-3-16,-1 5 2 15,-3 1-1-15,-1 0-1 0,-3 14 4 16,-4 4 32-1,-3 4 8-15,-7 2 9 0,0-1-20 16,-9 1 1-16,-11-5 4 16,-2-4-20-16,-1-4-4 15,4-6-8-15,6-1 0 16,3-4-4-16,3 0-47 16,6 0-132-16,-1-18-148 15,2-7-526-15</inkml:trace>
  <inkml:trace contextRef="#ctx0" brushRef="#br1" timeOffset="31910.48">16596 6525 1230 0,'0'0'4'0,"0"0"0"15,0 0 4-15,0 0 69 16,0 0-35-16,0 0-31 16,82 62 3-16,-73-64-1 15,-3-11-2-15,2-7 9 16,-4-5-19-16,-1-6 8 16,2-4 18-16,-1-5-23 0,1 5 8 15,2 5 1 1,-1 10-9-16,1 11 17 0,3 9-21 15,5 0-12-15,2 19 12 16,3 9 2-16,-2 1 8 16,-3-1-3-16,-2-6-5 15,1-7 5-15,-7-7-7 16,-3-5 0-16,-4-3 5 16,0 0 0-16,0 0 7 15,0 0 9-15,0-11-4 16,0-4-15-16,-8-2-1 15,-3 0 0-15,-3 0 0 0,-1 2-1 16,2 5 1 0,-1 7-2-16,-1 3-1 0,-3 9-3 15,-3 19 9-15,2 12-4 16,0 3 14-16,4 2 5 16,9-1 6-16,6-6 14 15,0-4-32-15,6-9 6 16,16-6-5-16,6-6-4 15,4-9 7-15,0-4-11 16,0 0 2-16,-6 0-2 16,-4-1-3-16,-2-6-10 15,-3-2-45-15,-2 0-67 16,-1-4-133-16,-8 0-276 16</inkml:trace>
  <inkml:trace contextRef="#ctx0" brushRef="#br1" timeOffset="41541.82">3233 7059 88 0,'0'0'636'0,"0"0"-541"16,0 0-21-16,0 0 10 16,0 0-35-16,0 0-25 15,0 0-15-15,-7-80 6 16,-4 68 10-16,-3 0 7 15,1 3 22-15,-2 3-29 0,0 3 0 16,0 3-1-16,-6 9-24 16,2 20 0-16,-1 13 0 15,1 5 3-15,9 2 8 16,9-4 1-16,1-7-11 16,0-9 6-16,13-8-7 15,4-12-3-15,-1-6 3 16,1-3 6-16,1-2 15 15,1-14-8-15,-4-7-8 16,0-3 6-16,-5-1-5 16,-5 2-3-16,-3 2 2 15,-2 3 1-15,0 6 9 0,0 6 12 16,0 5 2-16,0 3-26 16,0 6-3-16,0 28-13 15,0 15 12-15,6 18 1 16,7 10 0-16,3 6 3 15,-1 11-2-15,-7 1 0 16,-6-7-1-16,-2-11-2 16,-3-20-5-16,-15-13 7 15,-2-12 18-15,-1-9 12 16,-1-10 8-16,2-12 23 16,2-1-2-16,-2-16-10 15,3-16-17-15,0-14-19 0,6-8-11 16,4-4 11-16,7-1-11 15,0 3 1-15,1 7-1 16,16 6-1-16,0 3-1 16,4 10-1-16,0 7-2 15,2 5-37-15,1 6-45 16,-1 3-40-16,2 1-51 16,0 1-110-16,-1-2-102 15</inkml:trace>
  <inkml:trace contextRef="#ctx0" brushRef="#br1" timeOffset="41875.01">3566 7099 941 0,'0'0'101'16,"0"0"-31"-16,0 0 46 15,0 0-23-15,0 0-44 16,0 0-26-16,-43-22 9 15,25 31 0-15,-2 14-13 16,-1 8 11-16,-1 9-6 16,3 3 7-16,5 1 5 15,7-6-13-15,7-5-4 16,0-8-10-16,11-5-8 16,15-4-1-16,2-5 0 0,6-5 1 15,1-5-1 1,3-1-7-16,4 0-13 15,1-5-56-15,4-8-62 0,-3-2-5 16,-1-2-56-16,-5 1-64 16,-6-2-125-16</inkml:trace>
  <inkml:trace contextRef="#ctx0" brushRef="#br1" timeOffset="42474.74">4017 7234 602 0,'0'0'93'16,"0"0"-25"-16,0 0 75 16,0 0-31-16,0 0-25 15,-20-81-16-15,10 73 3 16,-2 5 2-16,-6 3-23 16,-2 0-33-16,-2 6-3 15,0 15-8-15,4 9 4 0,4 5-2 16,8-1-1-1,6-1 2-15,0-5-12 0,3-7 0 16,14-6-4-16,1-6 4 16,4-7 2-16,4-2-2 15,0-2 2-15,1-18-2 16,-2-7-22-16,-6-3 12 16,-6-6 7-16,-5-5 3 15,-6-6 6-15,-2-2 0 16,0-2-3-16,-10 3 14 15,-9 2 9-15,0 7 18 16,0 11-11-16,2 8 7 16,7 13 18-16,5 5-29 0,3 2-24 15,2 6-5 1,0 26-7-16,0 10 7 0,0 9-1 16,4-1 3-16,9-7-4 15,4-2-6-15,1-5-31 16,4-4-54-16,5-6-71 15,1-12-17-15,2-8-132 16,-1-6-134-16</inkml:trace>
  <inkml:trace contextRef="#ctx0" brushRef="#br1" timeOffset="42790.8">4706 6839 1354 0,'0'0'39'0,"0"0"-19"16,0 0 61-16,0 0-16 16,0 0-41-16,0 0-23 15,-42 25 4-15,32 13 4 16,-2 14 0-16,-1 8 6 15,3 8 12-15,0 4-14 16,5-1-7-16,5-5-6 16,0-7 3-16,0-13-6 15,15-10-26-15,8-7-62 0,6-12-47 16,4-9-32 0,5-8-168-16,1-1-187 0</inkml:trace>
  <inkml:trace contextRef="#ctx0" brushRef="#br1" timeOffset="43242.71">5214 7131 889 0,'0'0'311'15,"0"0"-290"-15,0 0 22 0,-52-79 52 16,40 64-2-16,1 4-44 15,-1 5-34-15,-1 4 3 16,-4 2-9-16,-3 8 2 16,-5 23-7-16,0 12-4 15,3 11 16-15,7 3-5 16,10-3 1-16,5-5-3 16,0-12-9-16,12-12-1 15,10-8 1-15,4-11-5 16,6-6-8-16,2-4-13 15,-2-19-8-15,-3-7 8 16,-6-5 3-16,-6-4 8 16,-3-2 9-16,-7 1 6 0,-6 4 6 15,-1 11 7 1,0 10 14-16,0 7 18 0,0 8-2 16,0 0-17-16,0 8-26 15,2 20-5-15,6 11 5 16,1 5 12-16,-1-1-9 15,2-2-3-15,-3-2-43 16,0-1-84-16,-3-4-69 16,0-8-301-16</inkml:trace>
  <inkml:trace contextRef="#ctx0" brushRef="#br1" timeOffset="43446.07">5435 7267 1018 0,'0'0'201'15,"0"0"-199"-15,-15 104 7 16,15-67-6-16,0 0 21 16,0 0-21-16,7-5-3 15,1-7-60-15,-2-8-123 16,3-13-142-16,-1-4-228 15</inkml:trace>
  <inkml:trace contextRef="#ctx0" brushRef="#br1" timeOffset="43890.25">5547 7046 1145 0,'0'0'70'0,"0"0"-61"16,0 0 6-16,4 89 26 16,9-51-2-16,-2-1-23 15,0-1-3-15,-5-5-2 16,-4-3 0-16,-2-9 1 16,0-7-4-16,0-6 0 15,0-5 13-15,0-1-7 16,0 0 8-16,0 0 0 0,0-10-4 15,0-5-14-15,0-5-8 16,0 1-2-16,12-2 4 16,2 3-20-16,7 3 18 15,-1 6 4-15,1 1 0 16,1 7-2-16,-2 1 1 16,-3 0 0-16,-3 11 1 15,-7 7 1-15,-5 6 9 16,-2-1 16-16,0 1-17 15,-8 0 26-15,-14 0-27 16,-3-1-5-16,-3 0-3 16,-4-3-1-16,0-1-71 15,4-7-70-15,1-8-142 0,6-4-301 16</inkml:trace>
  <inkml:trace contextRef="#ctx0" brushRef="#br1" timeOffset="44181.04">5719 6996 1142 0,'0'0'32'0,"0"0"-26"0,0 0 46 15,117 35 27-15,-75-2-15 16,-7 3-29-16,-3 4-4 15,-11 4 9-15,-11-1 13 16,-6 0-24-16,-4-1 1 16,-4-3-22-16,-16-1 4 15,-5-4-3-15,-1-3-9 16,0-2-1-16,5-6-10 16,4-6-106-16,6-11-82 15,7-6-148-15,4-14-250 16</inkml:trace>
  <inkml:trace contextRef="#ctx0" brushRef="#br1" timeOffset="44398.58">6234 7205 1326 0,'0'0'82'16,"0"0"-70"-16,0 0-12 16,97 0 27-16,-50 0-8 15,4-4-19-15,-3-1-57 16,-8-2-163-16,-11-2-375 16</inkml:trace>
  <inkml:trace contextRef="#ctx0" brushRef="#br1" timeOffset="44557.49">6279 7336 1259 0,'0'0'95'16,"0"0"-95"-16,0 0-33 16,0 0 11-16,107-12 22 15,-48 0-240-15,-4-3-365 16</inkml:trace>
  <inkml:trace contextRef="#ctx0" brushRef="#br1" timeOffset="45043">7003 7103 1057 0,'0'0'167'0,"0"0"-166"15,0 0 78-15,0 0 22 16,0 0-65-16,-98 33-20 16,81-5-3-16,3 6-2 15,3 0 10-15,4 4 9 16,4-3-5-16,3-5-7 16,0-7-9-16,13-7-9 0,10-7 0 15,4-9 0 1,1 0 0-16,-1-7-16 0,0-11-3 15,-6-7 2 1,-2-2 2-16,-4-5 15 0,-5-6 0 16,-2-2 1-16,-2-7 5 15,-6-3-6-15,0-3 2 16,0 2 1-16,-17 4 2 16,-5 9 19-16,-1 8-1 15,3 14 22-15,6 11-1 16,3 5-24-16,2 15-10 15,6 20-8-15,3 10 2 16,0 0 4-16,10-4-7 16,12-5 0-16,4-8-2 15,5-5-7-15,-5-3-28 0,-2-3-60 16,-2-7-162-16,-11-1-143 16</inkml:trace>
  <inkml:trace contextRef="#ctx0" brushRef="#br1" timeOffset="46242.67">7618 6752 198 0,'0'0'128'16,"0"0"38"-16,0 0 20 15,0 0-60-15,0 0-34 16,0 0-25-16,0 0 1 15,-4-16-29-15,4 25-26 16,0 22-9-16,6 16 91 16,8 13-13-16,2 10-30 0,3 2 14 15,1-2 0 1,2-5-9-16,-2-5-21 0,-1-9-20 16,0-5-10-16,-2-11-4 15,-6-5 1-15,-2-5-3 16,-4-9-2-16,-4-2-12 15,-1-6-43-15,2-6-64 16,-2-2-50-16,0-7-134 16,0-21-292-16</inkml:trace>
  <inkml:trace contextRef="#ctx0" brushRef="#br1" timeOffset="46597.97">7861 6870 260 0,'0'0'835'16,"0"0"-788"-16,0 0-37 16,0 0 58-16,-32 87 45 15,10-43-40-15,-1 4-14 0,-4 3-8 16,-5 0 2-16,0 0-9 16,1-4-28-16,3-7-8 15,6-7-6-15,3-4-2 16,8-8-2-16,4-2-53 15,7-9-101-15,0-6-101 16,10-4-209-16</inkml:trace>
  <inkml:trace contextRef="#ctx0" brushRef="#br1" timeOffset="47342.09">8163 7169 1097 0,'0'0'70'16,"0"0"-69"-16,0 0 4 15,0 0 53-15,0 0-31 16,47 82-7-16,-33-78-6 0,-5-4-8 16,0 0 11-16,-1-11 30 15,1-10-16-15,-3-4-4 16,-2-4 5-16,-3-7-20 15,-1-4-5-15,0-4 0 16,2 0-7-16,-2 5 2 16,2 8 1-16,3 11-3 15,-2 11 0-15,2 9-3 16,3 0-2-16,4 7-13 16,5 17 18-16,-1 3 18 0,0-1-11 15,-3-2 0 1,-3-5-4-16,-1-6-2 0,-5-6 1 15,-4-3-2-15,0-4-3 16,0 0 3-16,0 0 2 16,0 0 9-16,-10-9 9 15,-5-4-20-15,-3 3 3 16,-4 1-3-16,-3 3-12 16,-2 6 12-16,1 0 5 15,1 8 1-15,2 16 3 16,6 8-2-16,5 7 9 15,8 2 5-15,4 1 8 16,0-4 2-16,22-7-27 0,3-8 11 16,7-6 1-1,5-8-14-15,1-9 13 0,0 0-8 16,0 0-4-16,-7-3 0 16,-4-8 0-16,-4 0-3 15,-4 1 0-15,-5-4-51 16,-3 4-35-16,-6-2-90 15,-5 1-145-15,0 2-411 16</inkml:trace>
  <inkml:trace contextRef="#ctx0" brushRef="#br1" timeOffset="48108.53">7016 7766 685 0,'0'0'183'0,"0"0"-155"15,0 0 46-15,0 0 140 16,0 0-62-16,0 0-41 15,-24-9-59-15,24 9-7 16,3 0-16-16,20 0-8 0,19 0 8 16,23 5 13-1,22 3-1-15,21-8-22 0,20 0-3 16,14-4 0-16,9-17-10 16,-6-1-3-16,-16 2-2 15,-26 6 2-15,-29 7-6 16,-24 2-10-16,-23 4-29 15,-19 1-51-15,-8 0-164 16,-25 6-100-16,-22 9-252 16</inkml:trace>
  <inkml:trace contextRef="#ctx0" brushRef="#br1" timeOffset="53684.98">7770 6880 69 0,'0'0'142'0,"0"0"-102"0,0 0-8 16,0 0-14 0,0 0 5-16,0 0-11 0,0 0-12 15,0 0-41-15,-11-9-42 16</inkml:trace>
  <inkml:trace contextRef="#ctx0" brushRef="#br1" timeOffset="55507.42">7648 6846 275 0,'-1'-5'36'0,"-1"3"-29"16,0 2 7-16,0-2 69 15,1 2 14-15,1 0-10 16,0 0-23-16,0 0-1 16,0-2 4-16,0 2 0 15,0-1-1-15,0 1-10 16,0-2 10-16,0 1-20 15,0-6 0-15,0 2-16 16,-3-3-18-16,1-2 3 16,1 2 12-16,-2-1-8 15,2-3-4-15,-1 0 1 16,1 1 4-16,-1-1-15 0,2 2 8 16,-1 2 4-16,-3 3 0 15,2 2-1-15,1 0 19 16,-1 3-8-16,2 0-3 15,0 0-8-15,0 0-12 16,0 0 5-16,0 0-9 16,0 0-2-16,0 0-2 15,0 11 4-15,0 9 1 16,0 9 17-16,0 4 11 16,0 3-6-16,0 7 4 15,0 6-2-15,6 5 7 16,4 5-17-16,0 2-1 15,4 0-2-15,1-2-8 16,2-2 5-16,-2-4-3 0,-2-3-1 16,0-3 2-16,-3-1-4 15,1-6 3-15,-3-7-1 16,-3-4 1-16,0-6 5 16,0-7-6-16,-1-2-2 15,-1-4 3-15,0-3-5 16,-3-1 2-16,2-5-1 15,-2 0-2-15,0-1 4 16,0 0-4-16,0 0 1 16,0 0 3-16,0 0-3 15,0 0 5-15,0 0-2 16,0 0-3-16,0 0 5 16,0 0-5-16,0 0-1 0,0 0 3 15,0 0-3-15,0 0 0 16,0 0-1-16,0 0 2 15,0 0-1-15,0 0 1 16,0 0-1-16,0 0 2 16,0 0-1-16,0 0 0 15,0 0 3-15,0 0-3 16,0 0 5-16,0 0-4 16,0-4 9-16,0-11-4 15,0-9-6-15,-2-6 2 16,-4-7-3-16,-4-10 0 15,-1-5 0-15,0-6 0 16,-1-6-1-16,4 1 0 16,1 5 1-16,4 7 0 15,0 9 0-15,1 7 1 0,0 5-1 16,0 1 0-16,2 2 0 16,-1 0 1-16,-1 1 1 15,-1-2-2-15,-3-2 0 16,3-1-1-16,-2 0 1 15,0 3 0-15,2 0-1 16,-2 3 1-16,3 3 0 16,1 2 0-16,-3 6 0 15,4 5-2-15,-3 5 2 16,3 4 0-16,-2 0-2 0,2 0 1 16,0 0-2-16,-1 0 1 15,1 0-1-15,0 0-1 16,0 0 1-16,0 0 1 15,-2 7 2-15,0 18-1 16,2 11 3-16,0 16-2 16,0 11 1-16,7 13 1 15,3 6-3-15,3 3 1 16,-3-1 0-16,0-5 0 16,0-5 1-16,0-9 1 15,-1-10-2-15,-1-7-1 16,-3-10 1-16,2-8 0 15,-4-7 0-15,-1-7 3 16,-1-7-2-16,1-3 0 16,-2-3-1-16,0-3 0 0,0 0 1 15,0 0 1-15,0 0-2 16,2 0 3-16,-2 0 0 16,0 0-3-16,0 0 0 15,0 0 0-15,0 0-1 16,0 0 1-16,0 0 0 15,0 0 1-15,0 0-1 16,0 0 4-16,0 0-4 16,0 0 1-16,0 0 0 15,0 0-1-15,0 0 0 16,0 0-1-16,0 0 0 16,0 0 0-16,0 0-2 0,0 0 3 15,0 3-2-15,2 5 2 16,-2 1 0-16,1 3 0 15,2 1 0-15,-3 1 1 16,2 0-1-16,-2-4 0 16,0-3 0-16,2-3 0 15,-2-4 0-15,0 0 3 16,0 0-1-16,0 0 3 16,2 0 0-16,-2-7-3 15,0-12 1-15,0-9-3 16,0-11 2-16,0-9-2 15,0-14 0-15,0-11-1 16,0-2 1-16,-6-6 0 0,0 0 0 16,-3-3 0-1,-2 5-3-15,-2 10 3 0,0 12 0 16,0 12-1-16,1 9 0 16,2 5 1-16,2 7 0 15,0 6-2-15,3 5 1 16,0 4-4-16,3 5 1 15,0 4-3-15,1 0-24 16,-1 0-33-16,-1 14-87 16,-3 18-56-16,-1 6-39 15,-2-1-360-15</inkml:trace>
  <inkml:trace contextRef="#ctx0" brushRef="#br1" timeOffset="62386.73">4625 5792 383 0,'0'0'354'0,"0"0"-331"16,0 0-23-16,0 0 9 16,-98 10 65-16,75-2 12 15,-2 3-7-15,2-2-22 16,-5 6-2-16,-2-1-10 16,-3 4-6-16,-5 5-5 15,-8 2-1-15,-1 1-10 16,-4 5 0-16,-1-1-6 0,-3 4 2 15,-4 2 6 1,-4 6-1-16,-2 3 5 16,-4 3-8-16,-1 2 0 0,5-2-3 15,4-2 1-15,8-2-6 16,5-1-4-16,4 2 5 16,1 1-5-16,1 2 1 15,3 8-4-15,-1 2-2 16,2 3 3-16,4 5-3 15,3-2 3-15,5 1 2 16,3-2-8-16,4-1 8 16,1 1-3-16,3-1-3 15,2 2 2-15,-1 4-3 16,3 3 4-16,1 4 6 16,3 0-10-16,2-4 8 0,3-5-1 15,2-2-5 1,0-2 2-16,0 5-2 0,0 1 2 15,0 5 0-15,7-4-1 16,1-2 5-16,4 0-4 16,1-3 1-16,4-3-3 15,3-4 1-15,4-3-1 16,0-3 2-16,5 0-3 16,1 0 2-16,0 2 0 15,2-3-1-15,-2-4-3 16,-2-1-1-16,1-3 0 15,1 1 2-15,-5-4 1 16,0-2-2-16,-2 0 1 0,-1 0-1 16,-2-3-1-1,-1-2 3-15,-3-5-1 0,-2-5 0 16,-2-6-1-16,-5-4 0 16,-1-5 1-16,-3-2-2 15,-1 0 0-15,-2-4 1 16,2-1 1-16,-2 1 1 15,0-1 1-15,0 0 1 16,0 0 4-16,0 0 0 16,0 0 7-16,0 0-5 15,0 0-3-15,-7-5-7 16,-5-6 0-16,2-2 3 0,-1 2-3 16,-1 0-1-1,2 1 1-15,1 1-1 0,2 3 1 16,1 0-3-16,2 4 2 15,3 2-3-15,-1 0-4 16,2 0-15-16,0 0-27 16,0 2-66-16,2 14-178 15,13 1 15-15,1 1-279 16</inkml:trace>
  <inkml:trace contextRef="#ctx0" brushRef="#br1" timeOffset="62919.85">4091 8924 898 0,'0'0'93'16,"0"0"-74"-16,0 0 96 16,0 0 25-16,0 0-25 15,0 0-62-15,-26-49-53 0,26 69 5 16,0 18 12 0,7 17 49-16,2 8-34 0,-1 8 6 15,-1 2-12-15,0 1-5 16,-4-7-12-16,-2-5 0 15,-1-11-7-15,0-12 1 16,0-10 1-16,0-11 0 16,0-8 7-16,0-5-3 15,0-5 15-15,0 0-1 16,0 0-8-16,0 0 1 16,0 0-5-16,0 0-4 15,0 0 0-15,0 0-5 0,6-6 4 16,7-3-3-1,6-1-2-15,4 2-1 0,5-1 0 16,7 0 1-16,0 3 0 16,0 0-3-16,0 3-2 15,-5-2-52-15,-3 4-39 16,-5-1-46-16,-4-1-68 16,-2-7-114-16,-6-6-207 15</inkml:trace>
  <inkml:trace contextRef="#ctx0" brushRef="#br1" timeOffset="63174.54">4411 9002 1184 0,'0'0'57'0,"0"0"-44"15,0 0 14-15,0 0 26 16,0 0-27-16,6 102 72 15,7-43-65-15,0 4-8 16,1-2-1-16,-4-3-11 16,0-5-9-16,-4-4-4 15,-2-6-1-15,-2-6-20 16,-2-4-70-16,0-12-71 16,0-10-100-16,0-11-40 15,0-4-27-15</inkml:trace>
  <inkml:trace contextRef="#ctx0" brushRef="#br1" timeOffset="63504.1">4462 9359 930 0,'0'0'86'15,"0"0"-75"-15,0 0 9 16,0 0 68-16,0 0-47 16,70-77-23-16,-45 59-5 15,-2-1 0-15,-2 0 4 16,-7 0-3-16,-4-1 3 15,-4-2 8-15,-5-2 0 16,-1 0 4-16,0 0-5 16,0 6 15-16,-4 4 36 15,-3 6-24-15,0 6-22 0,4 2 9 16,1 0-18 0,-1 4-20-16,3 25-5 0,-2 13 5 15,2 10 21-15,0 6-15 16,0-3-2-16,7 1-3 15,1-5-1-15,5-5 0 16,1-5-16-16,3-7-87 16,3-6-116-16,3-12-85 15,2-11-195-15</inkml:trace>
  <inkml:trace contextRef="#ctx0" brushRef="#br1" timeOffset="63969.85">5039 9107 1140 0,'0'0'118'0,"0"0"-97"16,0 0 44-16,0 0 53 16,-86-38-50-16,69 38-47 15,3 0-11-15,-3 3 5 16,-1 9 0-16,1 4-4 15,0 2-7-15,3 2 5 16,4-3-7-16,4-1 2 16,1 0-4-16,5 1 0 15,0 2 0-15,4 4 0 16,17 0 2-16,3 0 3 0,6 1-3 16,2-5-2-16,1 2 1 15,0-3-2-15,-2 0 2 16,-7-1-1-16,-3-4 0 15,-10-1 0-15,-6-2 0 16,-5 1 3-16,0 1-3 16,-5-1 19-16,-18 1 19 15,-9-1-9-15,-8-2 0 16,-1-3-16-16,2-5-6 16,5-1-3-16,6 0-4 15,6 0 0-15,9-7-1 16,6 2-35-16,7-3-39 15,3-4-119-15,24-8-152 0,8-5-284 16</inkml:trace>
  <inkml:trace contextRef="#ctx0" brushRef="#br1" timeOffset="64164.16">5493 9006 1354 0,'0'0'0'15,"0"0"-6"-15,0 0-25 0,0 0 26 16,0 0-90 0,0 0-259-16,-22 36-433 0</inkml:trace>
  <inkml:trace contextRef="#ctx0" brushRef="#br1" timeOffset="64306.8">5515 9217 1317 0,'0'0'87'0,"0"0"-85"16,0 0 7-16,0 0 30 16,0 0-39-16,0 0-93 15,-26 23-172-15,26-20-117 0</inkml:trace>
  <inkml:trace contextRef="#ctx0" brushRef="#br1" timeOffset="65486.5">6344 9127 193 0,'0'0'0'0,"0"0"-36"16,0 0-115-16,0 0 151 15,0 0 124-15,101-48-93 16,-85 42-17-16,-6 2 37 15,-4 2 34-15,-3 1 13 16,-3-1 70-16,0-1 33 16,0 0-33-16,0-2-33 15,-5 0-52-15,-7-3-19 0,-3-1-28 16,-4-2-7 0,-6 2 3-16,-1 2-14 0,-8 7 7 15,1 0 10-15,-2 6 1 16,1 20-19-16,4 10-5 15,8 5 0-15,6 6 8 16,8 2-10-16,8-5-3 16,0-7-4-16,1-7 1 15,16-9-4-15,1-6 1 16,2-9 2-16,0-3 5 16,2-3-6-16,1 0 1 15,3-11-3-15,-1-10-3 16,0-7 1-16,-5-7-7 15,-2-10-3-15,-3-6 9 0,-5-8-14 16,-4-1 17-16,-6 2 0 16,0 2 1-16,-9 4 3 15,-8 7-2-15,1 6 7 16,2 11 4-16,2 10 11 16,6 7 0-16,2 10 6 15,3 1-8-15,1 0-22 16,-2 1-8-16,-1 28-3 15,1 13 11-15,2 17 7 16,0 4-5-16,3 2 3 16,12-2-1-16,5 0 1 15,2-8-1-15,4-9-4 16,0-13 0-16,1-11-2 16,1-9 2-16,-2-5 0 0,-2-8-11 15,0 0-14-15,-3-2-9 16,-2-15-9-16,-3-12 0 15,-2-9 10-15,-4-5-4 16,-5-4 19-16,-5 5 18 16,0 6 5-16,0 10 0 15,-7 12 9-15,1 7 32 16,4 7 14-16,0 5-60 16,0 25 8-16,2 13-8 15,0 10 22-15,0-3-19 16,0-3-3-16,9-5 0 15,-1-4-10-15,1-9-71 0,-1-6-97 16,-3-13-191-16,1-10-167 16</inkml:trace>
  <inkml:trace contextRef="#ctx0" brushRef="#br1" timeOffset="65633.39">6629 8866 738 0,'0'0'0'0,"0"0"-330"15,0 0 218-15,0 0-58 0</inkml:trace>
  <inkml:trace contextRef="#ctx0" brushRef="#br1" timeOffset="65819.67">6818 9086 544 0,'0'0'116'16,"0"0"-104"-16,0 0 103 15,53 107-24-15,-31-71-18 16,3-4-50-16,-3-2-11 16,-1-5-7-16,-2-3-5 15,-6-6-17-15,-1-4-124 0,-4-10-154 16</inkml:trace>
  <inkml:trace contextRef="#ctx0" brushRef="#br1" timeOffset="66040.42">7028 9015 1106 0,'0'0'137'16,"0"0"-132"-16,0 0 0 15,-40 109 55-15,40-70 5 16,0 2-42-16,0 0-17 16,0-4-4-16,0-3 3 15,0-6-5-15,0-6-33 16,0-5-88-16,0-8-104 0,0-9-148 16,10 0-270-16</inkml:trace>
  <inkml:trace contextRef="#ctx0" brushRef="#br1" timeOffset="66256.53">7090 8982 1064 0,'0'0'163'0,"0"0"-149"15,0 0-13-15,0 0 61 16,-13 111 29-16,23-65-69 15,3-2-16-15,0-8-4 0,-1-8 0 16,0-6-4-16,-4-9-61 16,2-5-71-16,-1-8-193 15,1 0-203-15</inkml:trace>
  <inkml:trace contextRef="#ctx0" brushRef="#br1" timeOffset="66415.39">7245 8897 805 0,'0'0'0'0,"0"0"-194"16,0 0-7 0,0 0 167-16,0 0-66 0</inkml:trace>
  <inkml:trace contextRef="#ctx0" brushRef="#br1" timeOffset="67019.64">7406 9010 873 0,'0'0'93'0,"0"0"-55"15,0 0 153-15,0 0-63 16,0 0-60-16,0 0-46 16,-30-4-5-16,26 20-8 15,3 5 2-15,1 3 6 16,0 2-3-16,0 1 7 15,11-3 3-15,7-1-14 0,-5-5-1 16,-5-7-3-16,-3-5-3 16,-5-4 1-16,0-1 19 15,0-1 35-15,-5 2-4 16,-16 3-20-16,-11-3-21 16,-2 1-9-16,1-3-1 15,1 0-3-15,4 0-2 16,6 0-7-16,7 0-8 15,7-7-3-15,6-3-52 16,2-3-11-16,5-2 2 16,18 0-21-16,10 0 42 15,6 3 40-15,1 2-3 16,2 3-27-16,-5 3 27 0,-2-1 21 16,-2-1 2-16,-1-1 1 15,-4-3 3-15,1-2 2 16,-7-2 9-16,-6-1 9 15,-6 0 3-15,-4 0 11 16,-5-2 4-16,-1-1-5 16,0 0-1-16,-8 0 25 15,-6 3-16-15,3 6 9 16,2 3-12-16,2 6-14 16,3 0-1-16,2 14-18 15,0 16-8-15,2 8 3 16,0 6 4-16,2-7-2 15,14-3-4-15,3-7-2 16,4-9-1-16,1-6-2 0,-1-7-41 16,4-5-50-16,-2-8-87 15,-3-19-194-15,-9-6-479 16</inkml:trace>
  <inkml:trace contextRef="#ctx0" brushRef="#br1" timeOffset="67852.63">7732 8608 1253 0,'0'0'14'0,"0"0"-14"16,0 0 0-16,-8 80 77 16,21-18 3-16,4 9-48 15,-1 0 22-15,-2-5-9 16,-5-4-6-16,0-10-22 15,-4-11-6-15,-1-10 0 16,-3-13-2-16,1-8 2 16,-2-6 4-16,0-4-11 15,2 0 7-15,0-2 2 16,-1-19 0-16,4-10-12 16,3-5 0-16,4 1-2 15,3 3-1-15,3 8-10 16,4 6-3-16,1 10 2 15,1 8 2-15,-2 0 2 0,-4 8 5 16,-4 12 3-16,-6 3 0 16,-5 5-1-16,-3-1 4 15,0-2-2-15,-7-1 7 16,-11-3-5-16,-4-4 8 16,2-3-3-16,2-7-6 15,5-5 4-15,4-2-1 16,8 0-4-16,1-20-25 15,0-16-100-15,10-14-50 16,12-9 75-16,2-4-27 16,1-2-1-16,-1 3 20 15,-3 4 87-15,-2 13 21 16,-6 12 64-16,-4 15 78 16,-4 10-17-16,-5 7-22 0,0 1-36 15,0 0-24-15,0 0-14 16,0 27-8-16,0 17 8 15,-2 15 61-15,0 5-57 16,2 1-10-16,0-3 4 16,4-8-12-16,12-12-9 15,3-13-2-15,3-12-2 16,-1-6 2-16,4-10-4 16,2-1 2-16,-3-1 0 15,-1-18-2-15,-6-6-1 16,-4-3-4-16,-3-1 3 15,-7-1-6-15,-3 2 7 16,0 4 1-16,0 8 2 0,-3 6-2 16,-2 7 12-16,3 3 8 15,2 1-20-15,0 20 4 16,0 8-2-16,2 2 10 16,13 0-11-16,4-4-1 15,0-2-1-15,1-4-9 16,2-7-44-16,5-7-86 15,4-7-50-15,5 0-110 16,3-16-250-16</inkml:trace>
  <inkml:trace contextRef="#ctx0" brushRef="#br1" timeOffset="68753.06">8647 8607 1041 0,'0'0'229'15,"0"0"-201"-15,0 0-25 16,-41 87 65-16,41-24 32 16,10 4-48-16,7-3-31 15,-7-8 4-15,-5-7 11 16,-5-6-5-16,0-10-15 16,0-9-8-16,0-12 6 15,0-7 1-15,0-2-1 0,0-3-7 16,0 0 3-1,0-11-3-15,0-12-4 0,0-5-3 16,2-1-4-16,8 5 0 16,3 6-4-16,6 4-8 15,2 6 16-15,4 6-4 16,-1 2-1-16,-2 0-1 16,-2 10 4-16,-7 8 2 15,-4 4-2-15,-9 3 2 16,0 2 3-16,-4 0 7 15,-12-2 4-15,-5 0-2 16,0-5 7-16,-3-4-9 16,4-2-3-16,5-3-5 15,5-5-2-15,5-3 0 16,5-3-1-16,0-3-4 0,0-21-19 16,5-12-42-16,13-9-14 15,2 6 68-15,2 6-13 16,-3 10 4-16,2 12 19 15,1 4 2-15,1 7-2 16,1 4 1-16,3 19 1 16,1 9 19-16,1 0 3 15,2-5-8-15,4-9-6 16,0-9 3-16,-3-9-1 16,-2 0 0-16,-4-7 3 15,-7-13-4-15,-5-3-2 16,-8-1 1-16,-4-2-4 15,-2 1 3-15,0-4-1 16,-6-1 1-16,-10 0 1 0,-2 6-8 16,3 8 4-16,3 9-2 15,1 7 0-15,0 20-2 16,0 20 0-16,2 14 1 16,3 13 3-16,5 6 1 15,1 5-1-15,0 3 1 16,0-2 3-16,0-5 2 15,0-7-2-15,0-11 8 16,0-10 0-16,-18-12 0 16,-3-10 9-16,-1-9-6 15,-1-9-2-15,-1-6 5 0,4 0-7 16,-3-16-2 0,3-21-4-16,1-12-9 0,5-8 1 15,7-1-1-15,7 6 0 16,0 4-2-16,7 3-1 15,10 4-9-15,7 5-20 16,3 5-15-16,9 4-37 16,8 4-80-16,5 0-189 15,-1-1-325-15</inkml:trace>
  <inkml:trace contextRef="#ctx0" brushRef="#br1" timeOffset="69202.32">9653 8891 378 0,'0'0'862'16,"0"0"-790"-16,0 0 10 15,0 0 61-15,-92-36-53 16,67 39-64-16,-2 23-10 16,-1 11 7-16,2 9 0 15,6 9 3-15,7-1-7 16,12-6-12-16,1-9 1 15,11-11-1-15,14-12-6 16,9-11 3-16,3-5-4 16,-1-12 6-16,1-17-2 15,-5-9-4-15,-6-4 0 16,-5-1-5-16,-10-4-4 0,-4 2 9 16,-7-3-1-16,0-3 1 15,-1-3 1-15,-18-5 0 16,-6-1-1-16,-2-1 1 15,-1 12-1-15,4 11 2 16,9 14 8-16,7 16 7 16,2 8-1-16,0 26-16 15,2 21 0-15,4 17 10 16,0 7-7-16,13-4-3 16,13-8 0-16,3-8-1 15,-3-10-2-15,1-6-32 16,-6-9-51-16,-8-4-130 15,-12-7-201-15</inkml:trace>
  <inkml:trace contextRef="#ctx0" brushRef="#br1" timeOffset="70013.5">4161 10143 1045 0,'0'0'159'0,"0"0"-152"16,0 0-6-16,-25 82 46 15,25-20 53-15,0 9-32 16,0 3-50-16,0-7-12 0,5-9-1 15,0-9-2-15,0-9-1 16,-4-7-2-16,1-13 0 16,0-6-48-16,3-11-105 15,2-3-176-15,-3-17-179 16</inkml:trace>
  <inkml:trace contextRef="#ctx0" brushRef="#br1" timeOffset="70402.97">4145 10184 1147 0,'0'0'193'16,"0"0"-171"-16,0 0-17 15,0 0 67-15,0 0 5 0,0 0-72 16,3-60 3 0,0 80-7-16,-2 10 42 0,-1 7-3 15,0 8-11 1,-6 8-21-16,-9 1-8 0,-6-5 5 15,2-9-5-15,2-16-6 16,4-12 6-16,6-9 6 16,4-3 2-16,1 0 3 15,2-12-11-15,0-11-3 16,0-5 2-16,16 4 2 16,6 3-1-16,1 7 1 15,5 8-1-15,-2 6-1 0,4 5-4 16,4 19 5-1,-1 12 3-15,-3 8 2 0,-7-1-4 16,-4 1-1-16,-6 0 0 16,-3-5-3-16,-4-6 1 15,-5-6-65-15,2-9-104 16,3-9-62-16,0-9-243 16</inkml:trace>
  <inkml:trace contextRef="#ctx0" brushRef="#br1" timeOffset="70935.03">4445 10272 695 0,'0'0'757'0,"0"0"-757"0,0 0 1 16,0 0-1-16,-10 89 38 15,15-41-9-15,8-1-24 16,-1-1 0-16,2-3-4 15,-6 1-1-15,-5-5-10 16,-3-3-82-16,0-7-77 16,0-13-20-16,0-16-56 15,-5 0 88-15,-1-19 90 16,-3-14 67-16,1-5 13 16,3-2 44-16,1 4 81 15,4 5 64-15,0 6-76 16,0 4-58-16,12 1-2 0,5 2-19 15,6 2-15-15,6-1-6 16,1-3-5-16,2-1-15 16,-3-1 1-16,-5-2-2 15,-6 0-5-15,-9 2 4 16,-6 0 9-16,-3 3 30 16,0-1-13-16,-8 4 0 15,-2 4 4-15,5 6-3 16,2 2 2-16,1 4 1 15,2 0-31-15,0 23-3 16,0 16 0-16,0 14 2 16,8 6 9-16,4-1-11 15,3-3 0-15,2-3 0 16,1-4-1-16,-3-6-42 0,2-4-98 16,1-9-83-16,1-15-149 15,4-14-241-15</inkml:trace>
  <inkml:trace contextRef="#ctx0" brushRef="#br1" timeOffset="71334.55">5015 10235 1318 0,'0'0'29'15,"0"0"-23"-15,0 0 45 0,0 0 57 16,-90-30-54-1,73 30-43-15,-1 16-7 0,-2 10 9 16,1 8 1-16,3 2-10 16,6-3-2-16,8-5-2 15,2-5 0-15,0-3-1 16,20 0 1-16,5-1 0 16,7-1 0-16,3 0 2 15,5 1 1-15,2 1-3 16,-2 0 0-16,-6-3 0 15,-9 0 1-15,-11-8 0 16,-8-1-1-16,-6-1 2 16,0 1 6-16,-20 4 47 15,-21 5-8-15,-12-1-25 16,-9-1-15-16,0-3-5 0,7-6 0 16,8-6-2-16,15 0-11 15,12-3-42-15,18-17-112 16,6-6-155-16,33-14-457 15</inkml:trace>
  <inkml:trace contextRef="#ctx0" brushRef="#br1" timeOffset="71465.64">5340 10210 734 0,'0'0'814'0,"0"0"-814"16,0 0 3-16,0 0-8 0,0 0 4 15,0 0-213-15,-42 48-193 16</inkml:trace>
  <inkml:trace contextRef="#ctx0" brushRef="#br1" timeOffset="71618.32">5415 10503 1454 0,'0'0'156'16,"0"0"-148"-16,0 0 1 15,0 0 33-15,0 0-42 16,0 0-61-16,-59 0-216 16,76 0-26-16,-5 0-561 15</inkml:trace>
  <inkml:trace contextRef="#ctx0" brushRef="#br1" timeOffset="72800.89">6014 10398 1204 0,'0'0'80'16,"0"0"-72"-16,-22-80 46 15,22 58 26-15,6 4-53 16,13 4-25-16,2 10-1 15,3 4-2-15,1 0-6 16,2 22 7-16,-1 12 1 16,-2 4 9-16,-2 6 0 15,-6-1-3-15,-4 1-6 16,-5-3 4-16,-6-10-4 0,-1-11-1 16,0-8 3-1,0-12 2-15,0 0 0 0,0 0 13 16,0-13 37-16,0-18-35 15,0-10-17-15,0-5 1 16,0-5-2-16,0 0 1 16,2 3 1-16,15 6-2 15,5 8-2-15,1 12 0 16,2 13 2-16,-1 9 5 16,-1 0 1-16,-3 20 9 15,0 14 10-15,-3 8-12 16,-6 5-3-16,-4-3-8 15,-2 0 1-15,-1-9-4 0,-1-3-1 16,0-8-2-16,4-6-56 16,3-6-59-16,5-9-61 15,5-3-34-15,6-6-44 16,0-18 18-16,-4-6 21 16,-6 1 155-16,-6 3 62 15,-6 9 175-15,-3 5 102 16,-1 10-32-16,0 2-72 15,2 0-92-15,1 0-50 16,6 12-20-16,4 7 58 16,4 0-16-16,4-4-24 15,3-5-10-15,-1-5-2 16,-3-5-5-16,-5 0-5 16,-8 0 7-16,-6-8 28 0,-1-7 8 15,0-3-13-15,-11 1-12 16,-14 0-11-16,-5 5-9 15,-5 4-4-15,-2 4-1 16,5 4-3-16,9 0 2 16,8 0-2-16,9 0-9 15,6 7-17-15,0 2-12 16,16-4 4-16,10-2 11 16,9-3 2-16,6-8 5 15,2-13 9-15,-3-6 6 16,-5-2 0-16,-8 0 4 15,-9 1 3-15,-9 6 0 0,-8-2 2 16,-1 4 9-16,0 4 23 16,0-1 6-16,-10 0-7 15,1 3-12-15,-1 2-6 16,1 5 0-16,6 5 8 16,-1 2-9-16,3 0-12 15,-2 28-5-15,-1 14 0 16,4 17 12-16,0 2-7 15,0-2-3-15,5-2 3 16,5-12-2-16,0-3-3 16,-1-12 0-16,-1-12 0 15,-1-5-7-15,1-12-20 16,5-1-36-16,6 0-24 0,6-21-87 16,-2-9-130-1,-4-6-353-15</inkml:trace>
  <inkml:trace contextRef="#ctx0" brushRef="#br1" timeOffset="72923.72">6771 10309 1252 0,'0'0'170'0,"0"0"-147"15,0 0-14-15,0 0 56 16,0 0-65-16,0 0-44 16,66-8-62-16,-5 4-136 15,2-2-429-15</inkml:trace>
  <inkml:trace contextRef="#ctx0" brushRef="#br1" timeOffset="73600.5">7709 10290 1285 0,'0'0'110'16,"0"0"-97"-16,0 0 68 15,-101-24 22-15,86 24-63 16,0 10-32-16,-3 19-8 16,-2 8 1-16,0 4 10 15,7-3 11-15,6-9-12 16,5-7-3-16,2-10-1 16,2-6-4-16,15-6-2 0,11 0 7 15,7-17-1-15,9-11-1 16,-1-5-5-16,-1-7-4 15,-9-2-11-15,-5-3-3 16,-6-5 10-16,-8 0 8 16,-6-4 4-16,-8 1-4 15,0-5 1-15,-3 4 2 16,-21 1 0-16,-1 15 2 16,-2 15 15-16,3 15-1 15,2 8 2-15,2 28-10 0,3 15-8 16,6 16-1-1,11 5 0-15,0 3 3 0,19-1-1 16,11-7 1-16,5-8-3 16,6-7-2-16,-1-15 0 15,1-8-3-15,3-8 3 16,-3-10-9-16,-3-3-16 16,-7-3-5-16,-6-14-3 15,-5-6-16-15,-5-7 21 16,-3-4 18-16,-7-7-11 15,-5-2 18-15,0-1 3 16,-3 4 7-16,-12 11 21 16,4 9 13-16,5 10 16 15,5 10-5-15,1 0-41 16,0 19-11-16,0 17 0 16,6 9 13-16,4 2-8 15,2-4-5-15,-1-8-5 0,3-8-11 16,-2-7-52-16,-2-8-132 15,-4-12-181-15,0 0-328 16</inkml:trace>
  <inkml:trace contextRef="#ctx0" brushRef="#br1" timeOffset="73710.52">8060 9956 715 0,'0'0'310'15,"0"0"-260"-15,0 0-41 16,0 0-9-16,0 0-46 0,0 0-112 15,23 23-254 1</inkml:trace>
  <inkml:trace contextRef="#ctx0" brushRef="#br1" timeOffset="73904.61">8247 10087 427 0,'0'0'895'15,"0"0"-857"-15,0 0-21 16,0 0 2-16,45 81 62 15,-18-44-43-15,-2 5-28 16,-2-1-6-16,-4-2-1 16,-4-4-1-16,-2-6-2 15,-5-5-33-15,-1-7-90 16,-3-3-68-16,-3-10-192 16,-1-4-232-16</inkml:trace>
  <inkml:trace contextRef="#ctx0" brushRef="#br1" timeOffset="74102.39">8422 10116 1245 0,'0'0'178'16,"0"0"-166"-16,0 0 10 16,0 0 49-16,-68 97-21 15,63-59-37-15,3-2-9 0,2-6-4 16,0-6-19-1,0-6-81-15,7-8-87 0,6-10-133 16,1 0-236-16</inkml:trace>
  <inkml:trace contextRef="#ctx0" brushRef="#br1" timeOffset="74301">8536 10123 1281 0,'0'0'189'16,"0"0"-183"-16,-10 82 0 16,10-42 40-16,15-1-9 15,-2 2-29-15,1-12-8 16,-6-3-8-16,1-8-77 0,-6-11-82 16,-3-5-161-1,0-2-355-15</inkml:trace>
  <inkml:trace contextRef="#ctx0" brushRef="#br1" timeOffset="75218.97">8755 9843 1072 0,'0'0'225'16,"0"0"-201"-16,0 0-18 15,0 0-3-15,0 0 24 16,0 0-27-16,-7-4-68 0,7 24-106 15,0 6 6-15,0 0-267 16</inkml:trace>
  <inkml:trace contextRef="#ctx0" brushRef="#br1" timeOffset="75718.84">9059 10151 843 0,'0'0'192'15,"0"0"-174"-15,0 0-12 0,0 0 26 16,0 0 73-16,0 0-44 16,-36-44-39-16,4 46-11 15,-7 16-2-15,0 6 18 16,1 2 4-16,8 1 4 15,5-3 0-15,9-5-16 16,9-4-7-16,7-4-12 16,0-3-3-16,9-2 3 15,17-2 9-15,7-1 2 16,8-1-11-16,2-2 2 16,0 0 0-16,-4 3 1 15,-7 1-3-15,-14 2-3 16,-8 1 3-16,-6-3-2 15,-4 3 2-15,0 3 0 0,-20 3 42 16,-12 5 12-16,-12-3-23 16,-4 1-10-16,-6-3 2 15,1-1-3-15,6-4-12 16,10-6-4-16,12-2 1 16,12 0-5-16,10 0-4 15,3 0-60-15,10-13-89 16,21-5-122-16,11-7-32 15,5 1 48-15,3-5-136 16</inkml:trace>
  <inkml:trace contextRef="#ctx0" brushRef="#br1" timeOffset="75886.39">9235 10100 113 0,'0'0'989'15,"0"0"-889"-15,0 0-100 16,0 0 0-16,0 0 44 15,25 94 44-15,-15-48-67 16,3-2-17-16,1-1-4 16,-1-5-2-16,1-8-70 15,-1-9-127-15,-5-13-208 16</inkml:trace>
  <inkml:trace contextRef="#ctx0" brushRef="#br1" timeOffset="76900.02">9421 9926 881 0,'0'0'207'16,"0"0"-207"-16,0 0 6 15,0 0 21-15,0 0 39 16,0 0-40-16,0-4 13 16,-2 4 36-16,0 0 6 15,1 0-28-15,-1 0-29 0,2 0-10 16,0 0-5 0,0 0-3-16,0 0-3 0,0 0 6 15,0 0 12-15,-2 0 22 16,2 0-7-16,0 0-8 15,-1 0-17-15,-3 8-11 16,1 19-4-16,1 14 4 16,2 10 7-16,0 2-5 15,0 1 3-15,0-3-2 16,2-7-2-16,1-10-1 16,1-10 1-16,-3-8 2 15,-1-16-3-15,0 0 1 16,2 0 2-16,-2 0 1 15,3-5 2-15,1-15 0 0,3-7-6 16,3-1-2-16,4 2 0 16,7 7-8-16,3 6-6 15,7 10 13-15,2 3-2 16,0 2 1-16,-4 19 1 16,-6 6 2-16,-8 5 1 15,-10-2-3-15,-5-1 3 16,0-6 8-16,-18 0 6 15,-10-6 2-15,-4-2-8 16,0-6-5-16,4-5 1 16,9-4 0-16,6 0-1 15,10-17-3-15,3-14-35 16,0-12-25-16,23-6-14 0,3-2 14 16,6-1-9-16,-2 1 18 15,-1 1 21-15,-6 3 30 16,-4 5 3-16,-7 9 17 15,-4 11 19-15,-5 9 19 16,-3 9-2-16,0 4-10 16,0 4-25-16,0 31-16 15,0 18 4-15,5 14 41 16,5-1-26-16,4-1-14 16,2-6-4-16,1-10-1 15,5-11-3-15,1-14-2 16,4-13-1-16,3-11 1 0,2 0 4 15,1-23 2-15,0-9-5 16,-4-5-1-16,-6-6-10 16,-6 0 9-16,-12 6 1 15,-5-1 1-15,0 8 2 16,-6 9-2-16,-4 7 3 16,4 10 15-16,5 4-3 15,-2 4-16-15,1 23-3 16,2 9 3-16,0 5 5 15,2-6-5-15,18-6-4 16,5-6 2-16,5-7-23 16,6-6-55-16,8-9-47 15,3-1-82-15,6-9-153 16,3-13-166-16</inkml:trace>
  <inkml:trace contextRef="#ctx0" brushRef="#br1" timeOffset="77734.94">10451 9810 1026 0,'0'0'199'16,"0"0"-162"-16,0 0 54 15,0 0-34-15,0 0-48 16,-4 101 59-16,28-33-40 16,-1-3-7-16,-3-6 5 15,-7-5-3-15,-4-11-12 16,-8-12-3-16,1-11-8 15,-2-15 2-15,0-5 4 0,0 0 3 16,0 0 7-16,0-18-1 16,0-9-15-16,1-10-10 15,10-2 7-15,4 3-3 16,8 4-14-16,6 9-1 16,2 8 20-16,1 14-6 15,0 1 7-15,-4 10-3 16,-6 16-1-16,-9 9 4 15,-7 2 22-15,-6 4 2 16,0-7-5-16,-17-2 1 16,-5-4 1-16,-4-5-2 15,-2-9-6-15,2-4-8 16,6-3-3-16,7-7 1 16,6 0-3-16,4-15-1 0,3-11-39 15,0-11-48-15,16-1-22 16,9 0 6-16,3 5 24 15,3 9 40-15,-3 6 40 16,0 7 0-16,1 10 3 16,-4 1 1-16,2 3 13 15,-2 13 19-15,0 1 13 16,-1-6-2-16,-3-2-19 16,-1-9-6-16,-2 0 18 15,-2 0-1-15,-3-13-11 16,-3-3-5-16,-5 1 8 0,-5-3-10 15,0 0-5 1,0 0-5-16,-5-2-5 0,-7 5-1 16,2 3-5-16,2 9 0 15,1 3-2-15,-1 28-2 16,3 21 4-16,-2 20 2 16,7 14 2-16,0 8 2 15,0 7-1-15,14-4-2 16,0-1 3-16,0-15 0 15,-7-16 5-15,-6-22 1 16,-1-17 8-16,0-13 6 16,0-10-3-16,-16 0 11 15,-11-3 1-15,-10-17-25 16,-5-5-1-16,-1-7 6 16,3-5-6-16,6-6-3 15,9-4-3-15,15 0-3 0,10 2-1 16,7 1-8-16,24 1-21 15,13 1-41-15,15 0-36 16,6-4-196-16,0-1-278 16</inkml:trace>
  <inkml:trace contextRef="#ctx0" brushRef="#br1" timeOffset="78167">11684 9884 536 0,'0'0'670'0,"0"0"-594"0,0 0-10 16,-105-58 81-16,75 58-42 16,-2 0-62-16,0 13-24 15,6 11-9-15,0 10 9 16,10 4-6-16,6 6 1 16,7-3-4-16,3-1 2 15,0-7-6-15,21-10-4 16,10-10 0-16,2-11-2 15,3-2 2-15,-2-11 0 16,-4-16 1-16,-8-8-1 16,-5-6 1-16,-6-8-3 15,-7-6 1-15,-4-5 0 16,0-2 3-16,-11-1-2 0,-10 1 2 16,-8 1 1-16,-3 4 14 15,0 6-4-15,5 12-6 16,8 17-3-16,12 17 13 15,5 17-9-15,2 42-7 16,0 26-3-16,10 21 17 16,16 3-17-16,9-7-2 15,7-14 1-15,0-14-6 16,-3-16-52-16,-3-17-76 16,-13-11-309-16</inkml:trace>
  <inkml:trace contextRef="#ctx0" brushRef="#br1" timeOffset="80550.74">9065 6933 893 0,'0'0'194'0,"0"0"-119"16,0 0-23 0,0 0 22-16,0 0 0 0,0 0-34 15,0 0-31 1,41 22 37-16,-16 19-15 0,-3 1-15 16,-3-7-8-16,-5-13-2 15,-7-10 1-15,-4-7 30 16,-1-5 23-16,-2 0 21 15,5-10-14-15,9-30-18 16,14-20-35-16,19-25-10 16,16-19-3-16,16-12-1 15,13-13 0-15,7-5-3 16,-4 9-21-16,-10 24-44 16,-20 38-78-16,-24 45-232 15,-37 21-526-15</inkml:trace>
  <inkml:trace contextRef="#ctx0" brushRef="#br1" timeOffset="83112.94">3696 11594 565 0,'0'0'331'16,"0"0"-245"-16,0 0-16 15,0 0 7-15,0 0-28 0,0 0-6 16,-47 137 42-16,34-53-49 16,1 0-18-16,-1-3-8 15,0 2-6-15,1-6 1 16,-2-6-5-16,4-4 0 15,2-11-6-15,6-13-78 16,2-19-68-16,0-24-217 16,10-7-280-16</inkml:trace>
  <inkml:trace contextRef="#ctx0" brushRef="#br1" timeOffset="83360.14">3701 11557 1162 0,'0'0'141'0,"0"0"-141"0,0 0-14 15,0 0 14-15,45 104 48 16,-15-34 20-16,0 7-27 16,-1 3-11-16,-3-2-12 15,-2-4-7-15,-3-8-8 16,-3-5-3-16,-5-7-1 15,-6-1-4-15,-7-7-51 16,0-5-93-16,0-14-109 16,-9-14-211-16</inkml:trace>
  <inkml:trace contextRef="#ctx0" brushRef="#br1" timeOffset="84215.82">3533 12085 1072 0,'0'0'234'16,"0"0"-234"-16,0 0-72 16,0 0 72-16,94-55 12 15,-33 37-12-15,9 1-1 16,0-2-69-16,-3 2-24 16,-8 1-18-16,-10-3-10 15,-11 7 47-15,-14 2 17 0,-13-1 58 16,-11 1 59-1,0 0 114-15,-5 1-29 0,-14-2-3 16,-2 5-53-16,-3 3-21 16,3-1 9-16,0 4-24 15,6 0-24-15,2 0-13 16,1 9-13-16,4 6-1 16,3 9-1-16,5-1-3 15,0 6-3-15,8 1 5 16,14 4-1-16,6-3 0 15,4-1 2-15,5-3 1 16,-4-8 4-16,-6 1 0 16,-9-6-3-16,-11-7-2 15,-7-1 1-15,0-1-1 0,-4 4 8 16,-17 1 41 0,-9 1-13-16,-1-2-23 0,-1-6-7 15,8-3 1-15,7 0-3 16,7-7-4-16,9-9-16 15,1-11-30-15,13-6-38 16,22-5-16-16,12-2 38 16,10 0 44-16,3-3-6 15,0-1 12-15,-3 4 12 16,-12 7 4-16,-17 9 10 0,-12 9 9 16,-13 13 12-1,-3 2 47-15,0 0 1 16,-17 0-36-16,-6 5-23 0,-5 11-16 15,-3 7 1 1,4 1 2-16,7 0-4 0,7 2-7 16,10-2 0-16,3 1-5 15,0 0 4-15,15-5 1 16,10 0-2-16,5-4 5 16,1-2 1-16,0-4-2 15,-4 1-2-15,-6 1 2 16,-4-2 0-16,-6-3-2 15,-7 0 0-15,-4-1-3 16,0 2 3-16,-8 4 4 16,-17 5 31-16,-7-2 1 0,-4-2-15 15,2-8-14-15,5-1-5 16,4-4 3-16,9 0-5 16,2 0-1-16,8 0-10 15,4-6-34-15,2-8-57 16,13-3-102-16,22-6-116 15,7-3-36-15,5-3-87 16</inkml:trace>
  <inkml:trace contextRef="#ctx0" brushRef="#br1" timeOffset="84515.69">4614 11922 1112 0,'0'0'112'0,"0"0"-109"0,0 0 43 16,-38 87 49-1,38-57-31-15,3 2-34 0,15-4-21 16,3-7-5-16,2-7 4 16,-1-5-6-16,-2-9 1 15,-4 0 3-15,0 0 5 16,-5-9 14-16,-2-11 6 16,-5-4-3-16,-1-6-2 15,-3-2-14-15,0 4-9 16,0 4 0-16,-4 3-3 15,-3 6-7-15,1 4-34 16,0 5-31-16,6 5-92 16,0-2 9-16,0 3-160 0,12-4-155 15,3 0 245-15</inkml:trace>
  <inkml:trace contextRef="#ctx0" brushRef="#br1" timeOffset="85381.87">4787 11893 419 0,'0'0'236'15,"0"0"-70"-15,0 0 37 16,0 0-47-16,52 92-53 15,-36-52-45-15,-1-2-4 16,-2-5-26-16,-2-6-10 16,-2-6-3-16,-2-9-12 15,-2-5-1-15,-1-7 4 16,-1 0-1-16,0 0 5 16,2-13 2-16,5-11 14 15,-2-12-23-15,2-5-2 16,-1 1-1-16,-1 7-8 15,-1 10 3-15,-2 19 3 0,-1 4 0 16,3 0-22-16,3 17 15 16,5 10 9-16,2-1 9 15,0-5-4-15,1-5-4 16,-2-3 4-16,-3-10-4 16,-3-2 3-16,-2-1-3 15,-1 0 3-15,0-4 6 16,-3-16 0-16,3-7-10 15,0-6-3-15,-1-1-19 16,1 8-59-16,-3 6 61 16,-1 16 20-16,2 4-3 0,5 4-12 15,3 22 15-15,9 4 11 16,5 2 15-16,5-7-18 16,6-7-3-16,4-9-1 15,1-9 1-15,1-2-4 16,-4-20 4-16,-10-5 2 15,-8 2 2-15,-13-2-7 16,-9 0 6-16,0-1 1 16,-10-5-1-16,-11 3-5 15,-2-3 5-15,-3 2 10 16,6 11-6-16,7 5-1 16,5 10 17-16,5 5-7 15,1 20-21-15,2 20 0 0,0 18 21 16,6 11-9-1,13 6-1-15,1 2 4 0,2 4-12 16,-1 8 9-16,1-2-9 16,0 0 2-16,-4-10-4 15,-4-12-1-15,-6-15 0 16,-3-10 0-16,-4-17-30 16,-1-13-33-16,0-10-45 15,0 0 52-15,0-30 17 16,0-17-199-16,-7-16-47 15,-7-8 64-15,-6-5 25 16,-4-6 158-16,2 9 38 16,6 6 114-16,9 17 128 15,7 8-37-15,0 13-37 16,22 9-62-16,8 4-36 0,5 7-5 16,7 7 8-16,-2 2-25 15,-6 0-7-15,-10 15-18 16,-6 11-14-16,-14 3-6 15,-4 6-4-15,0 2 1 16,-13-2-4-16,-6 4-53 16,0-13-61-16,0-9-107 15,6-17-250-15</inkml:trace>
  <inkml:trace contextRef="#ctx0" brushRef="#br1" timeOffset="85574.02">5687 11775 1074 0,'0'0'248'0,"0"0"-235"16,0 0-5-16,0 0 66 15,32 87 7-15,-17-47-38 16,-1 1-34-16,-3-2-5 16,-2-2-3-16,-8 0-1 15,-1-8-45-15,0-1-102 16,0-4-122-16,-8-8-180 15</inkml:trace>
  <inkml:trace contextRef="#ctx0" brushRef="#br1" timeOffset="85775.71">5657 12025 920 0,'0'0'226'0,"0"0"-212"16,0 0 6-16,0 0 31 15,85-82-34-15,-48 82-13 16,0 0 0-16,-4 0 1 15,-4 13-4-15,-6 4-1 16,-6-4 0-16,-5 3-2 16,-4-2-2-16,-1 0-10 15,1-4-90-15,-1-3-112 16,5-7-53-16,1 0-123 16</inkml:trace>
  <inkml:trace contextRef="#ctx0" brushRef="#br1" timeOffset="86248.59">6038 11936 684 0,'0'0'270'16,"0"0"-235"-16,0 0 30 16,0 0 14-16,0 100-31 15,7-80-30-15,1 0-9 16,1-11-9-16,-2-1 8 16,-6-5-2-16,1-3 0 15,-2 0 10-15,0 0 51 16,0 0 1-16,-3-12-38 15,-7-7-30-15,0-7 8 16,1-4 2-16,3 1 8 16,2 4-3-16,4 2 2 15,0 6-10-15,7 7-7 0,11 4-3 16,4 6-3-16,0 0 2 16,1 16-1-16,-3 5 5 15,-2 8 1-15,-6 1 8 16,-4-3 0-16,-4 0 1 15,-4-7 7-15,0-9-11 16,0-7 0-16,0-4 16 16,0 0 26-16,0-15 16 15,0-12-51-15,0-9-6 16,0-1 0-16,12 3 0 16,4 1-3-16,4 8 2 15,5 6 2-15,4 8-6 16,1 9-2-16,2 2-3 0,-4 8-1 15,-3 14 3-15,-3 8-6 16,-3 0-36-16,-3 1-86 16,1-4-94-16,-2-7-250 15</inkml:trace>
  <inkml:trace contextRef="#ctx0" brushRef="#br1" timeOffset="86457.83">6689 11758 1274 0,'0'0'212'0,"0"0"-211"0,-4 87 8 16,4-46 41-16,9-4-6 16,2-1-31-16,-2-2-12 15,-4-8-1-15,-3-5-18 16,-2-1-88-16,0-9-147 15,0-9-315-15</inkml:trace>
  <inkml:trace contextRef="#ctx0" brushRef="#br1" timeOffset="86833.16">6714 11624 1290 0,'0'0'0'0,"0"0"-142"16,0 0 138-16,0 0 4 16,0 0 0-16,85 70-128 15,-65-46-53-15,-6 2 121 16,-6 1 49-16,0-3 11 16,-3-4 16-16,-2-1 51 15,1 0 21-15,1-1 2 16,0 2-9-16,3-3-25 15,1-1-10-15,-2-4 1 16,-3-5-4-16,-2-4 19 16,-2-3 13-16,0 0 31 15,0 0 19-15,-13 0-42 0,-12 0-55 16,-5 0-28-16,-4 0 0 16,1 0-1-16,4 7-1 15,9 5-19-15,7-4-52 16,10 1-139-16,3-2-104 15,0-7-315-15</inkml:trace>
  <inkml:trace contextRef="#ctx0" brushRef="#br1" timeOffset="88299.9">7301 11660 1280 0,'0'0'135'0,"0"0"-135"16,0 0-3-16,0 0 3 15,22 81 45-15,-1-34-34 16,-4-2-5-16,-6-3-3 16,-5-6 14-16,-6-7 13 15,0-10-7-15,0-9 5 16,0-6-7-16,0-4 9 15,0 0-2-15,0 0-2 16,0-8-14-16,8-14-12 16,9-6-22-16,7 1-9 0,5 3-4 15,4 7-4 1,5 7-12-16,1 9 7 0,2 1 4 16,0 9 25-16,-2 8 11 15,-2 3 4-15,-6 0 2 16,-7-3-1-16,-11-12 20 15,-8 0 34-15,-5-5 15 16,0 0 36-16,0 0-16 16,-15 0-36-16,-3-10-26 15,-2-4-15-15,3-5-2 16,4-5-11-16,4-7 0 16,4 1-7-16,5 0-29 15,0 3-29-15,4 11-28 16,17 5-81-16,6 8-60 0,5 3 15 15,0 0 86-15,-3 1 101 16,0 8 7-16,-4-5 25 16,-3-1 26-16,-4 1 84 15,-1 2 58-15,-2 5-76 16,2 2 34-16,-2 10-53 16,-2 4 4-16,-1 3-31 15,-4 4 2-15,-1-1-25 16,-7 4 3-16,0-8-5 15,0-5-6-15,-4-4 1 16,-7-6 1-16,-1-3-1 16,2-6 9-16,1-5 1 15,3 0-16-15,-1-9 2 0,4-15-12 16,3-13-5-16,0-2-8 16,15 1-10-16,10 4-1 15,3 8 15-15,3 2-17 16,0 6 2-16,4 6-2 15,1 9 7-15,-4 3 1 16,-4 0 16-16,-5 18-4 16,-6 4 6-16,-5 1 1 15,-5 1 2-15,-6-3-3 16,-1-2 4-16,0-5 6 16,-1 0 0-16,-13-1 3 15,1-4 1-15,-1-5-3 16,6 0-8-16,2-4 3 0,0 0 1 15,2-8-1-15,1-11-6 16,3-5-9-16,0-3-3 16,4 3 3-16,11 2 7 15,5 4-1-15,5 5-1 16,2 1 0-16,1 7 3 16,1 5-4-16,-2 0-2 15,-2 11 5-15,-4 8 2 16,-2 1 0-16,-6 0 1 15,-4 0 9-15,-5-5 2 16,-2-2-4-16,0-9-5 16,-2-4 1-16,0 0-2 0,0 0 8 15,0 0 1 1,2-8-2-16,2-14-9 0,8-9-17 16,7-3-8-16,7 1 4 15,10 3-16-15,10 9 29 16,6 5 8-16,2 3 0 15,-1 9-2-15,-6 1-5 16,-2-1 7-16,-8-1 1 16,-7 0 2-16,-10-1 1 15,-10-1 2-15,-10-2 21 16,0-4 32-16,-10-2-23 16,-14 2-10-16,-5 6-5 15,-3-1-16-15,3 5 4 16,8 3-9-16,2 0 1 0,9 21-1 15,5 13-3-15,5 13 1 16,0 13-2-16,18 12 4 16,8 7-1-16,-2 4 2 15,0 1-1-15,-6-7 0 16,-9-7 0-16,-8-13 1 16,-1-17 0-16,-10-13 3 15,-18-17 16-15,-12-3 22 16,-10-7 0-16,-8-4-14 15,-6-23-5-15,2-9-1 16,10-8-8-16,13-8-14 16,17-3-3-16,16 5 1 15,6-5-2-15,12 3-10 16,21-2-28-16,12-3-23 0,7-1-14 16,2-4-51-16,-2-5-212 15,-7-11-214-15</inkml:trace>
  <inkml:trace contextRef="#ctx0" brushRef="#br1" timeOffset="91180.63">11491 6113 168 0,'0'0'68'0,"0"0"-19"0,0 0 19 16,0 0 8-16,0 0 21 15,-28-89-3-15,27 77 27 16,-2 5-32-16,1 2 35 15,1 3-24-15,-2-1-17 16,0 3-27-16,-1 0-33 16,-2 4-6-16,-2 17 5 15,1 15 13-15,2 19 6 16,5 26-1-16,0 18 13 16,0 17 0-16,5 11-5 15,5 0-15-15,1-6-8 16,-1-3 1-16,-3-11-14 0,2-14-7 15,-6-9 1-15,-1-10-5 16,-2-10 0-16,0-6 2 16,0-13 0-16,-5-16-3 15,3-13 0-15,2-12-8 16,0-4-41-16,0-13-39 16,9-27-11-16,6-18-160 15,-2-16-76-15,-3-13-124 16</inkml:trace>
  <inkml:trace contextRef="#ctx0" brushRef="#br1" timeOffset="92348.65">11525 5945 722 0,'0'0'89'0,"0"0"-58"15,0 0-20-15,0 0 57 16,0 0 71-16,0 0-60 16,-34-18-35-16,34 18-23 15,0-2 6-15,0 2 24 0,0-1 0 16,0 0 1-16,0 1-15 15,0 0-8-15,23 0 5 16,16 0 18-16,14 0-5 16,14 0-21-16,14 0-10 15,10 0 0-15,4 0-1 16,4-6-2-16,-4 2-2 16,-2-1-5-16,-5 1 1 15,-8 1-2-15,-7 2-3 16,-3 1 2-16,2 0-1 15,-1 0 0-15,-4 0-3 16,-2 0 1-16,-3 0-1 16,1 0 1-16,4 0-1 0,3 0 1 15,8 0-1 1,0 0 2-16,4 0-1 0,-1 0 0 16,5 0 2-16,2 3 0 15,1-2 0-15,0-1 1 16,2 2 2-16,3-2-2 15,3 2-2-15,-1-2-2 16,-4 2-1-16,-4-2 0 16,-1 0-1-16,0 0 0 15,-2 0 2-15,-3 0 3 16,-5 0-3-16,-2 0 1 16,-1 0 1-16,0 0-1 0,-1 0 1 15,0-2 1 1,0 2-2-16,-1-2 3 0,3 2-3 15,0 0 0-15,-2 0-1 16,1 0-2-16,-1-2-1 16,1-1 2-16,1 1 1 15,2-2 0-15,0 0-3 16,0-1 3-16,-1 3 0 16,-5 1 1-16,0 1 1 15,-5 0-2-15,-4 0 0 16,-8 0 2-16,-8 0-1 15,-4 0 2-15,-7 0-2 16,-5 0 0-16,-1-1-1 16,-6-1 3-16,-3 1-3 15,1 1-2-15,0 0 2 0,1 0 0 16,3 0 0-16,0 0 0 16,-4 0-1-16,1 0-1 15,-5 0 2-15,-2 0 0 16,-1 0 1-16,-2 0-1 15,-1 0 0-15,-5 0-1 16,0 0 1-16,-5 0-1 16,-1 0 1-16,0 0 2 15,0 0 0-15,0 0 0 16,0 0-1-16,0 0 1 16,0 0 0-16,2 0-1 15,-2 0-1-15,0 0 0 0,0 0-1 16,0 0-1-1,1 0-3-15,5 0 5 0,2 0-2 16,0 0 2-16,4 0 0 16,0 0 0-16,1-7 1 15,2 0-1-15,1 0 1 16,-3-1-3-16,-5 3 2 16,-3 1-2-16,-5 2-7 15,0 2-20-15,0 0-27 16,0 0-75-16,-7-2-83 15,-12-7-176-15,-9-7-331 16</inkml:trace>
  <inkml:trace contextRef="#ctx0" brushRef="#br1" timeOffset="93865.85">16988 6004 137 0,'0'0'404'15,"0"0"-366"-15,0 0-37 0,0 0 30 16,0 0 67-16,0 0-13 16,-4-49-39-16,4 43-15 15,7-2 34-15,4-2 1 16,6 0-13-16,7-3-35 15,6 0-8-15,6 1 7 16,5-3 4-16,-1 5-5 16,-2-2-7-16,-6 3 5 15,-7 2 21-15,-8 3-19 16,-7 3 4-16,-6 1-5 16,-1 0-2-16,-2 0 2 15,-1 0 1-15,2 16 19 0,-1 17 52 16,-1 14-21-16,0 20-32 15,0 22 24-15,0 15-18 16,0 11-2-16,0 10-17 16,0 2 0-16,0-1 0 15,2-4-8-15,3-16-3 16,7-13 1-16,0-18-3 16,1-14-4-16,-3-12 3 15,-2-13-7-15,-4-10 0 16,-3-10 0-16,-1-7 0 15,0-5 0-15,0-2-12 16,0-1-27-16,-23-1-69 16,-12 0-81-16,-15-9-286 0</inkml:trace>
  <inkml:trace contextRef="#ctx0" brushRef="#br1" timeOffset="94830.07">12470 7620 531 0,'0'0'173'0,"0"0"-158"0,0 0-13 16,0 0 8-16,0 0 85 16,0 0-21-16,-95-42 9 15,83 40-23-15,2-2 29 16,0 0-12-16,-2-1-7 15,-3 1-14-15,0-1-24 16,-3 3 1-16,1 2-14 16,-3 0 0-16,-2 0-2 15,-3 0-10-15,-2 2-6 16,1 4 4-16,3-1 0 16,-1-4 2-16,7 1 11 15,0-2 11-15,6 0-2 0,6 0-1 16,1 0-3-16,4 0 5 15,0 0-9-15,0 0-14 16,5 0-4-16,19-2 1 16,16-7 19-16,20-2-10 15,13 1-1-15,13 1 1 16,11 6-4-16,18 3-2 16,17 0 1-16,21 1-4 15,15 10 2-15,11-1 8 16,7 3-6-16,3-4-3 15,2-1 3-15,-1 2-2 16,1-6 0-16,-2 1-4 16,-5-2-3-16,-9-2 3 0,-8 4 0 15,-12 1 2 1,-4-2-2-16,-2-1 2 0,-3-3 2 16,4 0-4-16,1-3-2 15,-5-9-1-15,-6 2 3 16,-11 3 4-16,-12 0-4 15,-8 5 2-15,-10 2 1 16,-3 0-3-16,-8 0 2 16,-4 0-2-16,-7 0 0 15,-12-6 0-15,-12 1-3 16,-15-3 3-16,-14 3-2 16,-12-1 0-16,-11 3-21 0,-1-2-17 15,0-9-22 1,-11-7-174-16,-21-14-245 0</inkml:trace>
  <inkml:trace contextRef="#ctx0" brushRef="#br1" timeOffset="95696.77">15578 4808 116 0,'0'0'119'16,"0"0"-41"-16,0 0-67 15,0 0-3-15,-90-32 10 16,70 22 33-16,2-1-29 15,2-2 11-15,6-1 14 16,4-1 40-16,0 0-19 16,3 0-9-16,-1 1 3 15,1 1-5-15,-1 4-20 16,0 5 26-16,1 4 16 16,-6 9-30-16,-1 28-40 0,-3 20 44 15,3 25 31 1,7 18-21-16,3 15-23 0,0 9-5 15,7 4 6-15,6-1 8 16,-1-9-19-16,2-12-13 16,3-19-10-16,-2-16-2 15,1-14 1-15,-6-12-2 16,-6-9-4-16,-4-7-1 16,0-10 1-16,0-7-33 15,0-8-73-15,-4-4-40 16,-10-13-86-16,-3-31-287 15</inkml:trace>
  <inkml:trace contextRef="#ctx0" brushRef="#br1" timeOffset="96596.52">15560 4674 91 0,'0'0'379'0,"0"0"-295"0,0 0-42 16,0 0 71-16,0 0 9 16,0 0-26-16,-45-55-16 15,45 53-23-15,0-6-19 16,0-1-9-16,0-1 2 16,5-4 5-16,5 3-2 15,3-4 8-15,7 5-19 16,9 0 8-16,13 2-1 15,19 2-5-15,24 2 1 16,28 4 0-16,20 0-5 16,21 0 1-16,15 0-5 0,18 0-6 15,20 1-2 1,22-1-3-16,21 2-6 0,3-2 6 16,5 1 7-16,-7 4-1 15,-5-4-1-15,-4-1-10 16,-11 0-1-16,-19 0 3 15,-28 0-1-15,-28-6 4 16,-26-1-4-16,-18-3 0 16,-19 3-2-16,-14 0 0 15,-20 2 0-15,-21 0 0 16,-14 4 0-16,-18-2 2 16,-4 1 0-16,-2-1 0 0,0 3 0 15,0-1-2 1,0 1 0-16,0 0 2 0,0-2-1 15,0 2-1-15,0 0 0 16,0 0 1-16,0 0-1 16,0-1 2-16,0 1-2 15,0 0-4-15,0 0-5 16,0 0 2-16,0 0 7 16,0 0 7-16,0 0-4 15,0 0-1-15,0 0 2 16,0 0-1-16,0 0-3 15,0 0-2-15,0 7-1 16,-7 26 3-16,0 17 11 0,6 16 16 16,1 12-6-1,0 11-8-15,10 3-10 0,7-1 3 16,1-9-6-16,-3-14 1 16,-3-15-1-16,-8-6 0 15,-4-4-3-15,0-2-45 16,-10-6-74-16,-11-3-54 15,-11-9-80-15,-8-12-330 16</inkml:trace>
  <inkml:trace contextRef="#ctx0" brushRef="#br1" timeOffset="97114.38">16723 6077 754 0,'0'0'163'0,"0"0"-162"16,0 0 16-16,0 0 5 15,0 0 107-15,0 0-69 16,101-27-43-16,-24 20 11 15,23 0 3-15,29 2-3 16,34-3 7-16,35 4 69 16,26 0-33-16,20-3-25 15,15 1-10-15,4-1-17 16,-15 4-11-16,-29 3-1 16,-41 0-3-16,-45 0-3 15,-41 0-1-15,-28 0-5 16,-27 0-24-16,-20 0-4 0,-13 0 3 15,-4 0-23-15,0 0-31 16,-11 0-82-16,-14 0-298 16</inkml:trace>
  <inkml:trace contextRef="#ctx0" brushRef="#br1" timeOffset="134887.75">12997 8554 844 0,'0'0'117'16,"0"0"-108"-16,0 0 6 15,0 0 78-15,0 0-16 16,0 0-43-16,0 0-14 16,0 0 9-16,72-3 5 15,-57-4 9-15,3-5-6 16,-2-4-13-16,0-4 11 15,-3-3 1-15,-1-3 7 16,-7 4-9-16,-2-1-10 0,-3 2 10 16,0 1-8-16,0 0-14 15,-1-1-3-15,-8 1-5 16,1 3 0-16,1 6-2 16,2 4-2-16,2 6 0 15,0 1-2-15,-1 0-8 16,-5 9-3-16,-4 20 13 15,-3 11 7-15,0 5 0 16,5 2-6-16,5-6 0 16,3-4 8-16,3-5-4 15,0-6 0-15,3-9 3 16,8-3-7-16,4-7 2 16,7-2 3-16,2-4 1 15,7-1-2-15,-1 0-5 16,-1 0 5-16,-5-3-4 0,1-2 0 15,-5-2-1-15,-1 2 0 16,-4 1-3-16,-5 3-65 16,-2 1-117-16,-1 0-112 15,0 0-271-15</inkml:trace>
  <inkml:trace contextRef="#ctx0" brushRef="#br1" timeOffset="135021.7">13438 8570 1130 0,'0'0'84'0,"0"0"-84"16,0 0-4 0,0 0-1-16,0 0 3 0,0 0-99 15,65-20-109-15,-38 12-59 16,-4 0-93-16</inkml:trace>
  <inkml:trace contextRef="#ctx0" brushRef="#br1" timeOffset="135572">13724 8405 460 0,'0'0'429'0,"0"0"-385"16,0 0-37-16,0-76 99 15,0 63 64-15,-10 4-93 16,-3 4-23-16,-4 5-38 16,-5 0-3-16,-1 14 19 15,-6 18-31-15,3 9 3 0,7 4-4 16,7-6 3-16,11-9-6 15,1-9 5-15,1-9-2 16,20-9 4-16,3-3 7 16,7-1-3-16,-1-17-4 15,-4-3 1-15,-4 1-2 16,-8-1-1-16,-6 5 4 16,-3-1-4-16,-3 2 3 15,-2 3 16-15,0 5 31 16,0 1-28-16,0 6 0 15,0 0-18-15,0 7-6 16,0 23-9-16,0 15 9 0,0 18 4 16,0 15-4-1,0 12 4-15,0 9-3 0,7 1 0 16,-3-2 0-16,-2-11 0 16,-2-13-2-16,0-18 1 15,-12-19 0-15,-4-10 5 16,-4-11 35-16,-4-9 4 15,-1-7-2-15,-1-8-7 16,0-20-10-16,6-12-4 16,7-7-12-16,10-2 0 15,3 0-4-15,0 3-4 16,16 5-2-16,9 3-4 16,7 4-27-16,6 0-27 15,6 4-45-15,1 3-152 16,-1-1-220-16</inkml:trace>
  <inkml:trace contextRef="#ctx0" brushRef="#br1" timeOffset="136739.41">15533 8245 422 0,'0'0'471'0,"0"0"-403"16,0 0-58-16,0 0 6 16,0 0 68-16,0 0-35 0,-7 17-2 15,1-10-7 1,1-4-2-16,-4-2 45 0,1-1 18 15,-4 0-27-15,-3 0-25 16,0-3-18-16,-1-14-10 16,-1-4 2-16,6-4-10 15,4 0-12-15,6 1-1 16,1 4 1-16,0 4-1 16,7 7 0-16,10 5-1 15,2 4-1-15,5 9-3 16,1 20 4-16,-1 8 0 15,-4 10 1-15,-7 3-3 16,-6 2 6-16,-7 4-3 16,0 0 1-16,-20-4 2 0,-9-4 0 15,-6-4-2-15,-5-7 4 16,-2-6-3-16,1-4 1 16,4-10 0-16,6-8 7 15,11-7-8-15,5-2 7 16,4-9 14-16,-2-17-19 15,2-8-4-15,8-3-3 16,3 1 3-16,2 5 0 16,17 6 0-16,7 5 0 15,6 5 0-15,3 8 0 16,5 5-1-16,2 2 0 16,0 0 1-16,-4 15-2 15,-3 4-1-15,-5 6-1 0,-5-1 2 16,-3 4 0-16,-2 1-13 15,-2-2-65-15,1-3-96 16,2-9-33-16,3-9-69 16,-3-6-158-16</inkml:trace>
  <inkml:trace contextRef="#ctx0" brushRef="#br1" timeOffset="137241.59">15774 8445 972 0,'0'0'213'15,"0"0"-154"-15,0 0-41 16,0 0 14-16,0 0 34 0,97-67-32 16,-59 67-24-16,-5 13-4 15,-6 10 8-15,-8 8-5 16,-9 3 2-16,-8 3-9 16,-2 1 5-16,-9 2-6 15,-10-4 4-15,-1-9-5 16,4-11 0-16,7-10-1 15,6-6 1-15,3 0 27 16,0-16-27-16,0-11-103 16,3-11 36-16,12 2 56 15,4 0 1-15,-1 2-25 16,-1 5 30-16,0 1 4 16,-4 6 1-16,-1 7 5 0,-2 4-3 15,-6 7 11 1,-1 4 21-16,-3 0 1 0,0 0-1 15,0 0 8-15,0 0-5 16,0 0-4-16,0 0-5 16,0 0-6-16,0 0 3 15,-6 12-4-15,0 9-2 16,-1 6 20-16,4 2-23 16,3-2-6-16,0 0-1 15,1-3-6-15,14 0-1 16,4-4-2-16,3-3 0 15,3-3 0-15,1-3-7 0,5-6-63 16,1-2-85 0,-1-3-112-16,0-1-309 0</inkml:trace>
  <inkml:trace contextRef="#ctx0" brushRef="#br1" timeOffset="137444.7">16367 8504 1189 0,'0'0'134'15,"0"0"-134"-15,0 0-16 16,0 0 16-16,0 0 25 16,110 0-17-16,-56 5-8 15,-1 2 0-15,1-3-20 0,-4-1-229 16,-5-3-183-16</inkml:trace>
  <inkml:trace contextRef="#ctx0" brushRef="#br1" timeOffset="138087.35">16931 8342 977 0,'0'0'78'0,"0"0"-61"16,0 0 64-16,0 0 37 16,0 0-58-16,28-86-35 15,-5 75-21-15,3 2 11 16,0 2 9-16,-3 4-19 16,-2 3 0-16,-4 0-2 0,-6 5-3 15,-5 9-1 1,-6 8 1-16,0 5 2 0,-13 2 27 15,-10 0-7-15,-6-1-19 16,3-6 14-16,3-7-6 16,7-6-6-16,8-5-1 15,6-4-1-15,2 0 5 16,0 0-8-16,6 0-9 16,17 0 6-16,9-1 3 15,8-3 1-15,3-1-1 16,2 4-3-16,-3 1-1 15,-8 0 2-15,-11 0 1 0,-12 10 1 16,-7 7-10 0,-4 6 10-16,-5 0 2 0,-18 1 14 15,-8 1 18-15,-3-1-8 16,0-3 2-16,1-1-5 16,4-7-14-16,7-2-3 15,9-5-6-15,6-5 0 16,7-1-10-16,0-4-99 15,2-21-63-15,16-8-398 16</inkml:trace>
  <inkml:trace contextRef="#ctx0" brushRef="#br1" timeOffset="138638.81">17309 8354 430 0,'0'0'563'0,"0"0"-478"16,0 0-82-1,0 0-3-15,0 0 126 0,0 0-77 16,46 105-13-16,-27-79-17 16,-1-4-8-16,2-8 5 15,-2-5-6-15,1-3 2 16,-3-6-5-16,-2 0-2 16,-2 0 4-16,-2 0-1 15,-2-13 8-15,-3-9 33 16,-2-3-28-16,-1-1 2 15,-2-2-1-15,0 1 4 16,0 4-5-16,-5 8-9 0,0 5 13 16,2 8 10-1,1 2-33-15,1 2-2 0,1 22-16 16,0 13 16-16,0 13 4 16,0 8-3-16,0 9-1 15,8 7 3-15,0 2-3 16,-1-1 1-16,-3-4-1 15,0-11 0-15,-4-10 2 16,0-10-2-16,0-8 7 16,-18-7 13-16,-4-5 8 15,-4-6-7-15,0-10 2 16,-4-4 6-16,2-2-8 16,-1-26-8-16,1-10-2 15,6-7-2-15,4-1-7 16,9 2 1-16,9 3-2 0,0 4-1 15,7 2 0 1,15 4-3-16,6-1-26 0,7 2-16 16,5 3-30-16,1 0-67 15,-1 3-156-15,-4 0-304 16</inkml:trace>
  <inkml:trace contextRef="#ctx0" brushRef="#br1" timeOffset="138842.93">17890 8350 1207 0,'0'0'215'0,"0"0"-215"16,0 0-25-16,0 0 25 15,102-8 8-15,-53 8-8 16,-4 0-5-16,-8 0-111 15,-12 1-159-15,-14-1-360 16</inkml:trace>
  <inkml:trace contextRef="#ctx0" brushRef="#br1" timeOffset="138988.94">17877 8557 1305 0,'0'0'0'0,"0"0"-117"15,0 0 117-15,112 0 3 16,-53 0-3-16,1-4-389 16,-7-7-111-16</inkml:trace>
  <inkml:trace contextRef="#ctx0" brushRef="#br1" timeOffset="139729.54">18805 8174 252 0,'0'0'1053'0,"0"0"-1032"15,0 0-16-15,0 0 45 16,0 0 58-16,0 0-96 15,-15-5-7-15,-2 5 9 16,-9 0 33-16,-10 5-14 16,-4-1 1-16,0 0 13 15,0-4-14-15,3 0-15 16,7 0 1-16,10 0-7 16,7 0-6-16,7 0 4 0,5 0-4 15,1 0-4-15,0 0-2 16,0 0-4-16,0 0 2 15,0 0 0-15,0 0 0 16,0 0 2-16,0 5-4 16,0 16 4-16,0 8 3 15,0 1-2-15,0 1 0 16,0-5-1-16,0-3 0 16,0-5 1-16,0-7 0 15,0-4 1-15,-2-5-2 16,2-2 0-16,0 0 0 15,0 0 0-15,0 0-4 0,0 0 2 16,12 0 2 0,9-9 0-16,11-7 6 0,5 4-6 15,0 3-2-15,-2 6-16 16,-2 3 4-16,-3 0 2 16,-2 12-2-16,-4 9 11 15,-3 3 2-15,-5 5-1 16,-5-1 2-16,-4 2 0 15,-7 0 0-15,0-1-1 16,-1 0 3-16,-18-3-1 16,-4-3 1-16,-6-4 6 15,-4-3 12-15,-3-4-2 16,-3-4-1-16,1-6-4 16,2-2-1-16,7 0-3 15,7 0-1-15,5-4-8 16,8 0-2-16,5 4 2 0,4-2-20 15,0 2-34-15,0-1-77 16,0-5-212-16,6-1-283 16</inkml:trace>
  <inkml:trace contextRef="#ctx0" brushRef="#br1" timeOffset="141823.25">17880 7774 781 0,'0'0'231'0,"0"0"-195"15,0 0 23-15,0 0 82 16,0 0-14-16,0 0-58 16,0 0-50-16,2-73-1 15,27 35-3-15,16-14 4 16,17-7-6-16,16-12 0 16,20-6-3-16,16-6-10 15,14-3 14-15,8 0 3 16,-7 4 16-16,-14 12-9 15,-22 16-14-15,-30 13 9 16,-23 18-12-16,-20 11-5 16,-10 4 7-16,-8 7 3 0,-2 1 14 15,0 0 3-15,0 0-23 16,0 0 0-16,0 0-6 16,0 0-10-16,0 0-17 15,0 0-61-15,0 0-107 16,0-4-134-16,0-7-507 15</inkml:trace>
  <inkml:trace contextRef="#ctx0" brushRef="#br1" timeOffset="142213.74">19283 6039 983 0,'0'0'170'0,"0"0"-108"15,0 0-16 1,0 0 34-16,0 0-80 0,0 0 16 16,-2 115-5-1,16-42 20-15,1 7-13 0,-2-1-2 16,-3-3-16-16,-3-4 6 16,-4-8-6-16,-3-7 2 15,0-13-8-15,0-7-22 16,0-14-108-16,0-16-100 15,0-7-126-15,2-17-311 16</inkml:trace>
  <inkml:trace contextRef="#ctx0" brushRef="#br1" timeOffset="142569.88">19505 6267 939 0,'0'0'122'0,"0"0"-118"15,0 0 5-15,0 0 22 16,0 0 15-16,-67 100 0 16,34-47-23-16,-2-2 15 15,-1-1 11-15,3-10-22 16,10-14-10-16,10-11-1 16,7-10 3-16,6-5 22 15,0 0-9-15,0 0-3 16,0 0-3-16,7-12-5 15,10-5-1-15,7 2-18 0,0 4 5 16,3 7-10 0,3 4 3-16,2 0 0 0,5 13-3 15,1 10-2-15,-2 1 5 16,-3 4 0-16,-3-2-11 16,-5 0-34-16,-2-3-150 15,-1-9-32-15,-3-7-73 16,-5-7-148-16</inkml:trace>
  <inkml:trace contextRef="#ctx0" brushRef="#br1" timeOffset="143386.1">19725 6432 512 0,'0'0'261'16,"0"0"-128"-16,0 0 8 15,0 0-59-15,0 0-80 0,0 0 3 16,3 35 2-16,15-6 4 15,2-4-10-15,4-6 14 16,-3-1 2-16,0-9 5 16,-5-8 2-16,-5-1-17 15,3 0-1-15,-2-7 14 16,-2-12 19-16,-2-3 10 16,-4-2-23-16,-4-4-7 15,0 2 36-15,0 0-23 16,-9 3-19-16,4 8 4 15,0 11 6-15,4 4 12 16,1 0-35-16,-2 19-20 0,2 17 15 16,0 16 5-16,0 10 1 15,0 7-1-15,2 5 4 16,8 2-1-16,-2 5-3 16,-2-9 0-16,0-10-2 15,-5-14 3-15,-1-15-1 16,0-14 4-16,0-10-3 15,0-6 37-15,-7-3 7 16,-4 0 0-16,-8 0 3 16,-6-13-39-16,-1-14-9 15,-3-14 4-15,6-8 1 16,4-4 3-16,8 2-8 16,8 9 0-16,3 7-1 0,0 11-6 15,19 9-13 1,10 4-33-16,11 4-31 0,8 2-9 15,10-3-62-15,0-3-97 16,1-4 40-16,-10-3 128 16,-5-1 74-16,-11-5 10 15,-7-1 5-15,-10 0 41 16,-6-3 63-16,-6 3 27 16,-4 5 10-16,-2 2-70 15,-16 6 75-15,-8 5-98 16,0 5-31-16,-4 2 19 15,1 11-19-15,3 15-22 16,4 1 6-16,9 5-6 16,4-3 1-16,9-3-2 0,0-7 1 15,2-7 0-15,12-4 0 16,2-8 1-16,0 0 7 16,4-8-4-16,0-12 4 15,-2 0-2-15,-5 3-4 16,-5 7 3-16,-3 7-5 15,0 3 1-15,5 0-4 16,4 0-4-16,4 4 2 16,5 8 1-16,4 2-136 15,3-3-75-15,-1-6-225 16</inkml:trace>
  <inkml:trace contextRef="#ctx0" brushRef="#br1" timeOffset="143654.04">20737 6283 1072 0,'0'0'244'0,"0"0"-242"16,0 0 12-16,0 0-14 15,0 0 3-15,-7 82 13 16,16-29-14-16,-1-3 5 0,-1-1-5 16,1-6 0-16,-1-5-2 15,0-8-4-15,-2-8-36 16,-2-13-162-16,1-9-245 16</inkml:trace>
  <inkml:trace contextRef="#ctx0" brushRef="#br1" timeOffset="143778.49">20814 6122 84 0,'0'0'0'0</inkml:trace>
  <inkml:trace contextRef="#ctx0" brushRef="#br1" timeOffset="144135.66">21012 6253 786 0,'0'0'182'0,"0"0"-173"16,-85 26 29-16,64-7 80 16,4 7-63-16,3 1-45 15,4 5-5-15,4-4 1 16,5-1 7-16,1-1-11 15,0-5-2-15,14-1 8 0,7-4-5 16,3-1 0 0,0-1 14-16,1-4-17 0,-3-3 9 15,-3 1-6-15,-9-3-1 16,-5-4 9-16,-5 1 8 16,0-1 83-16,0-1 32 15,-9 0-50-15,-9 1-20 16,-8 1-41-16,-5 1-19 15,4-1-4-15,4-2 0 16,4 0-13-16,8 0-95 16,8 0-125-16,3-9-29 15,1-14-462-15</inkml:trace>
  <inkml:trace contextRef="#ctx0" brushRef="#br1" timeOffset="144381.91">21174 6070 946 0,'0'0'216'15,"0"0"-176"-15,0 0-6 16,0 0-6-16,0 0-24 16,0 0 1-16,-4 89 26 15,14-31 6-15,-1 5-1 16,1-1-2-16,0-2-11 15,-2-4-19-15,3-7 0 16,-5-6-1-16,1-10-3 0,-3-6-11 16,0-9-158-1,-2-8-172-15,-1-10-241 0</inkml:trace>
  <inkml:trace contextRef="#ctx0" brushRef="#br1" timeOffset="144753.1">21319 6273 966 0,'0'0'203'0,"0"0"-196"15,0 0-5-15,0 0 0 16,0 0 1-16,0 0 5 16,0 72 12-16,-5-39 3 0,-10 1 14 15,-7-2-4 1,-1-2-1-16,-2-7-20 0,5-6-9 15,7-8 6-15,6-5-8 16,5-4 0-16,2 0 40 16,0 0-7-16,0 0-9 15,0 0-14-15,0 0-4 16,5 0-2-16,7 0-5 16,6 0 0-16,4 2-2 15,3 5 0-15,2 4 1 16,0 0 1-16,-1 2-7 15,3-1 6-15,3-2-144 0,3-4-2 16,1-3-115 0,1-3-96-16,0 0-86 0</inkml:trace>
  <inkml:trace contextRef="#ctx0" brushRef="#br1" timeOffset="145069.46">21701 6477 318 0,'0'0'345'0,"0"0"-258"16,0 0 54-16,-16-91 27 15,3 75-22-15,-2 6-71 16,0 8 20-16,-2 2-50 16,-3 7-9-16,2 15-24 15,-3 5-8-15,7 4 1 16,2 3 2-16,9-4-9 0,3-5 2 16,0-11-3-1,0-7 3-15,9-4 5 0,5-3-4 16,3 0 9-16,3-7-3 15,0-10 4-15,-3 1-4 16,-4 1-4-16,-1 5 2 16,-1 2-5-16,1 3 3 15,0 4-8-15,-2 1 5 16,3 0-1-16,2 1 0 16,2 9-6-16,-3 1 0 15,-7 2-237-15,-7-4-143 16,0 4-395-16</inkml:trace>
  <inkml:trace contextRef="#ctx0" brushRef="#br1" timeOffset="145657.26">19868 7280 558 0,'0'0'229'16,"0"0"-189"-16,0 0 127 15,0 0 19-15,0 0-134 16,0 0-52-16,0 15 9 15,7 32 34-15,5 12 19 16,1 2-45-16,0 1-4 16,-1-3-12-16,-2-7 3 15,-3-7-8-15,-6-8 4 16,-1-12-120-16,0-13-163 16,0-12-173-16</inkml:trace>
  <inkml:trace contextRef="#ctx0" brushRef="#br1" timeOffset="145799.93">19939 7093 962 0,'0'0'0'16,"0"0"-256"-16,0 0 196 15,0 0-75-15</inkml:trace>
  <inkml:trace contextRef="#ctx0" brushRef="#br1" timeOffset="146386.16">20143 7411 1137 0,'0'0'76'0,"0"0"-68"15,0 0-8-15,-9 87 7 16,9-50 3-16,0-4-5 15,0-5-1-15,0-10-1 16,3-8-3-16,1-3 3 16,-4-7-2-16,2 0 4 15,-1 0 42-15,8-11 18 16,4-16-4-16,5-14-49 16,2-12-9-16,0-3 1 15,-1 2-7-15,-5 13 3 0,-4 14 0 16,-4 17 2-16,-3 8-2 15,-3 2-9-15,3 18-17 16,2 13 20-16,4 9 6 16,3 0 1-16,4-4 0 15,4-5 3-15,2-7-4 16,0-11 3-16,-1-3-1 16,-1-10-2-16,1 0 0 15,-3 0-17-15,-3-16-6 16,0-6-7-16,-3-9 5 15,-4-3 17-15,-3-4 6 0,-5-4 0 16,0-2 2 0,0-1 3-16,-18 1 0 0,-1 9 7 15,3 12 33-15,3 9 51 16,6 14-15-16,3 0-49 16,1 9-30-16,-2 19 0 15,3 7 0-15,2 6 1 16,0 3 1-16,3 1-2 15,11 5 0-15,1 4 4 16,0 0-4-16,2 2 0 16,-4-4-48-16,-3-5-160 15,-7-10-229-15</inkml:trace>
  <inkml:trace contextRef="#ctx0" brushRef="#br1" timeOffset="146985.04">20435 7427 1255 0,'0'0'0'0,"0"0"-47"15,0 0 47-15,87-29 4 16,-31 20 1-16,8-2-1 16,-2 2-1-16,-10-2-3 15,-12 4 1-15,-18 1 3 16,-10 3-4-16,-9 0 3 15,-3 3-2-15,0 0 45 16,0 0 7-16,-19 4-30 0,-4 18-10 16,-3 5-13-16,7 1 0 15,6 4-1-15,9-3-6 16,4-2 3-16,5-5 3 16,20-3 2-16,8-5-1 15,6-8 0-15,8-6-21 16,0 0-26-16,3-10-10 15,0-8 47-15,-3-2 5 16,-9-2 4-16,-10 4 1 16,-11 1 0-16,-10 0 4 15,-7 0 4-15,0 1-2 16,-8-3 24-16,-12-1 17 16,1 7-7-16,3 3-14 0,6 8 21 15,4 2-8-15,3 0-36 16,2 0-3-16,-2 13-8 15,-3 13 6-15,1 10 2 16,0 9 0-16,3 9 3 16,2 8 8-16,0 2 7 15,0 2 24-15,0 3-9 16,4-2-17-16,3-2-12 16,-3-9 3-16,-1-9-6 15,-3-12 0-15,0-10-1 16,0-7 2-16,0-7-1 15,0-5-1-15,0-6-76 16,0 0-101-16,0-15-81 16,0-23-502-16</inkml:trace>
  <inkml:trace contextRef="#ctx0" brushRef="#br1" timeOffset="147818.91">21167 7467 1160 0,'0'0'85'0,"0"0"-78"16,0 0-3-16,0 0 40 15,113-48-17-15,-87 63-22 16,-3 16-1-16,-4 7 0 0,-8 2 9 16,-4-3 14-1,-5-7 20-15,-2-9-20 0,0-7-6 16,0-11-7-16,0-1-5 15,0-2 32-15,0 0 22 16,0-5-17-16,-2-18-15 16,-5-12-27-16,4 0-4 15,3-2 0-15,0 7-3 16,13 6 0-16,11 4-37 16,6 7-9-16,5 5-13 15,4 5-61-15,4 3 12 16,4 0-48-16,0 0-105 15,-4 0 66-15,-1 0 164 16,-12 0 34-16,-9 0 9 0,-9-3 8 16,-10-3 34-16,-2 0 88 15,0-3-31-15,-17 0 52 16,-6 3-61-16,-4 3-47 16,-3 3 11-16,2 0-16 15,4 8-15-15,6 7-8 16,3 4-11-16,3 2-11 15,6-1 4-15,2-5-4 16,4-7-4-16,0-3-1 16,0-5 1-16,0 0 2 15,8 0 4-15,8-13-4 16,0-8-34-16,-2 3-13 16,-6 4 17-16,0 5 24 0,-2 8-15 15,1 1-19 1,7 0 27-16,1 19 11 0,4 8 2 15,2 0 0-15,4-2 0 16,2-9 0-16,1-11 3 16,-1-5-1-16,-2-2 0 15,-5-17 4-15,-6-3 2 16,-7-6-5-16,-4-3 7 16,-3-4 0-16,0-5 34 15,0-5-23-15,0-4-11 16,-2-7 1-16,-6 3-2 15,-2 11-4-15,3 15 33 0,2 16 35 16,2 11-3 0,3 1-70-16,-3 28-6 0,3 14 6 15,0 13 1-15,0-1-1 16,9-1 0-16,3-3 0 16,2-7-2-16,-1-1-58 15,4-6-164-15,2-11-192 16</inkml:trace>
  <inkml:trace contextRef="#ctx0" brushRef="#br1" timeOffset="148237.4">22466 7180 126 0,'0'0'1354'0,"0"0"-1334"15,0 0-17-15,0 0 52 16,0 0 12-16,0 0-67 16,-100-54 5-16,77 54-9 15,-9 11 8-15,0 5 0 16,5-1 9-16,8-2-4 16,10-1 2-16,5 2-11 15,4 2 0-15,0 4-2 16,7 2 4-16,16 2-1 15,9-1 2-15,9 0-3 16,4-3 3-16,1-1-1 0,-2-2-2 16,-11-7 0-16,-14-4 1 15,-11-2 2-15,-8-4-2 16,0 1 0-16,-10 3 26 16,-22 1 9-16,-14 4 1 15,-9 1-28-15,1-5-8 16,7 2 1-16,6-5-2 15,12-2-24-15,9 0-34 16,16 0-63-16,4-9-133 16,29-11-322-16</inkml:trace>
  <inkml:trace contextRef="#ctx0" brushRef="#br1" timeOffset="148751.4">22586 7208 1271 0,'0'0'33'0,"0"0"-21"16,0 0-11-16,0 0 54 16,-23 92-30-16,23-56-8 15,0-10-14-15,2-6-1 16,13-9 8-16,3-3-8 16,2-8 11-16,0 0-6 15,0 0-1-15,-5-9 1 16,-6-5-1-16,-9-2-1 15,0-3 3-15,-15-2-7 16,-15 3 2-16,-7 2-3 0,0 4-3 16,4 7-1-16,9 5 4 15,11 0-4-15,9 0 0 16,4 0-30-16,7 0-63 16,22 0 63-16,9 0 22 15,5-1-3-15,2-14-7 16,-3-6 17-16,-6 0 5 15,-13-2 2-15,-8-1 3 16,-6 0 8-16,-8-2 24 16,-1 1 40-16,0 1 5 15,0 1-19-15,0 7-18 16,-1 4-22-16,-3 6-3 16,2 4 23-16,1 2-18 15,-1 0-25-15,-1 18-1 0,-3 20-6 16,6 13 7-1,0 7 0-15,0 3 1 0,4-1-2 16,11-2-22-16,2-2-132 16,5-12-111-16,4-11-312 15</inkml:trace>
  <inkml:trace contextRef="#ctx0" brushRef="#br1" timeOffset="148844.22">22952 7473 570 0,'0'0'580'15,"0"0"-445"-15,0 0-69 16,0 0 21-16,-24-78-87 0,0 75-31 15,-9 3-159 1,-9 0-392-16</inkml:trace>
  <inkml:trace contextRef="#ctx0" brushRef="#br1" timeOffset="150201.85">20879 8345 786 0,'0'0'450'15,"0"0"-438"-15,0 0-9 16,0 0 10-16,107-63 43 16,-69 34-41-16,-2-2-12 15,-4-2 5-15,-9 0 3 16,-7-5-3-16,-10 2 3 16,-6-3 6-16,0 0 1 15,-18 3 20-15,-2 3-22 16,1 9-4-16,6 7 2 15,3 11 20-15,3 6-18 16,-2 7-16-16,2 22 0 0,-3 15 0 16,3 10 0-16,7 4 1 15,0 4 3-15,0 6-3 16,13 0 6-16,4-3 2 16,3 0-4-16,-4-10 1 15,0-8-6-15,-5-13 2 16,-6-13-3-16,-1-11 2 15,-4-8 0-15,0-2 0 16,0 0 3-16,0-2 11 16,0-19 1-16,0-13 4 15,0-13-19-15,0 0-1 16,0 4 0-16,0 10 3 16,0 7-3-16,10 8 1 15,3 4-2-15,5 5 3 0,5 5-9 16,0 4 7-1,0 2-2-15,-1 23 2 0,0 8 1 16,-2 4 12-16,-4 3-11 16,-1-4-2-16,0-5 1 15,1-5-1-15,-2-9 0 16,5-9-17-16,-1-4-89 16,4-4-32-16,-2-6 36 15,-2-16-8-15,-4-3 49 16,-9-2-4-16,-5 3 14 15,0 6 51-15,0 9 15 16,0 6 115-16,-2 3-21 0,0 1-85 16,2 16-19-16,0 0 12 15,0-1-7-15,19-5-3 16,4-10 2-16,4-1 7 16,-2-4-3-16,-6-9-4 15,-8-2 6-15,-9-1 32 16,-2-1 54-16,-7-2-43 15,-18-1-46-15,-7-1 17 16,-4 1-26-16,0 1-2 16,5 5-1-16,7 6-2 15,9 8-25-15,7 1 7 16,5 20-24-16,3 5 14 16,0-1 17-16,23-3-26 0,13-7-2 15,13-10-15 1,6-5-40-16,6 0 12 0,0-11 2 15,-4-11 48-15,-8 0 34 16,-12 1 20-16,-14 6 55 16,-13 2-65-16,-10 3 11 15,0-2 53-15,-1-3 2 16,-18 0-1-16,0 1-14 16,1 4-30-16,0 2 15 15,5 4-13-15,0 4-23 16,4 0-8-16,0 0-2 15,-1 15-1-15,0 11-3 0,2 10 4 16,3 12 1 0,5 10 0-16,0 10 0 0,0 6 2 15,8 5-2-15,6 7 9 16,-1 0-4-16,-4-5-6 16,-3-6 6-16,-6-14-6 15,0-15 1-15,0-14 0 16,-10-14-1-16,-4-11 26 15,0-7 31-15,-6 0-10 16,-4-9-20-16,-4-16-15 16,-3-13-12-16,3-10 0 15,4-8 0-15,11-6 0 16,10 4-2-16,3 1-15 16,20 5-13-16,17 9-19 15,12 10-41-15,4 8-99 0,2 3-71 16,2 3-221-16</inkml:trace>
  <inkml:trace contextRef="#ctx0" brushRef="#br1" timeOffset="150535.22">22240 8286 941 0,'0'0'154'0,"0"0"-131"16,0 0 144-16,-95-46 15 15,59 46-91-15,2 1-44 16,2 19-21-16,7 8-14 15,3 1-11-15,7 1 4 16,8-2-4-16,6-9 0 0,1-6-2 16,0-5-1-16,0-7 2 15,11-1 1-15,17-5 0 16,8-18 15-16,6-5-9 16,-3 3-7-16,-10 4 4 15,-9 8 0-15,-8 9-3 16,-5 4 9-16,0 0-10 15,3 2 4-15,5 18 1 16,0 3-1-16,0 5 1 16,-3-3-5-16,-1-1-1 15,-1-5-35-15,0-3-158 16,1-8-124-16,-5-8-367 16</inkml:trace>
  <inkml:trace contextRef="#ctx0" brushRef="#br1" timeOffset="150801.6">22525 8062 1052 0,'0'0'479'0,"0"0"-447"16,0 0-3-16,0 0 61 15,0 0-76-15,0 0-12 16,75-67 1-16,-28 83-3 15,-2 8 2-15,-8 9-1 0,-11 3 8 16,-5 2-5 0,-11 2 0-16,-7-2-1 0,-3 4 1 15,0-1-7-15,-9 1 3 16,-6 2-72-16,4-4-166 16,1-6-211-16,4-1-362 15</inkml:trace>
  <inkml:trace contextRef="#ctx0" brushRef="#br1" timeOffset="150907.9">22790 8599 1461 0,'0'0'218'0,"0"0"-216"15,0 0 9-15,0 0 0 16,0 0-11-16,0 0-92 16,-26-29-323-16</inkml:trace>
  <inkml:trace contextRef="#ctx0" brushRef="#br1" timeOffset="160179.53">15729 4763 843 0,'0'0'218'16,"0"0"-195"-16,0 0-17 15,0 0 104-15,0 0 74 16,0 0-27-16,0 0-56 0,-10-39-52 16,4 1-31-16,5-12 21 15,1-12-9-15,0-16-22 16,0-16 4-16,1-10-4 15,9-7-8-15,4 6 9 16,-4 11-5-16,-3 19-3 16,-4 19-1-16,-3 18 1 15,0 15-3-15,0 6-1 16,0 7-32-16,0 6-15 16,0 0-30-16,0 2-90 15,0 1-142-15,4-5-268 16</inkml:trace>
  <inkml:trace contextRef="#ctx0" brushRef="#br1" timeOffset="160496.57">15929 3191 968 0,'0'0'147'15,"0"0"-113"-15,0 0-23 0,0 0 37 16,0 0-9-16,0 0-36 16,22 62 9-16,-2-8 41 15,0 0-40-15,0-3-5 16,-1-1-6-16,-6-3 2 15,-3-2-4-15,-7-3 0 16,-3-4-1-16,0-7-102 16,0-10-187-16,-11-10-210 15</inkml:trace>
  <inkml:trace contextRef="#ctx0" brushRef="#br1" timeOffset="160833.07">16001 3477 968 0,'0'0'137'0,"0"0"-126"16,0 0-8-16,0 0 18 15,106-90 36-15,-76 67-29 16,-4 3-17-16,-7 2 11 16,-8 4 10-16,-6-2-1 15,-3 0 11-15,-2-1-4 16,0 2 9-16,0 5-5 15,-2 3-8-15,-1 6 15 16,1 1-20-16,2 0-26 16,0 18-3-16,0 13 0 15,0 12 1-15,2 7 0 16,8-2 0-16,0-2-1 0,2-3 0 16,-1-1 0-16,1-3-1 15,0-4-8-15,3-1-104 16,0-7-92-16,-2-8-94 15,-1-8-213-15</inkml:trace>
  <inkml:trace contextRef="#ctx0" brushRef="#br1" timeOffset="162216.1">16521 3400 575 0,'0'0'167'0,"0"0"-125"15,0 0 48-15,0 0 27 16,0 0-37-16,0 0-26 16,-8-58-21-16,8 49 9 15,-2 1-6-15,-3 5 2 16,2 1 14-16,-6 2-17 16,-4 0 6-16,-2 0-25 15,-5 11-15-15,-1 8 2 16,4 7-3-16,1 5 1 0,6 2 5 15,5 7-6-15,5 2 4 16,0 1 12-16,5 0-10 16,12-9 8-16,3-7-12 15,3-8 0-15,1-6-4 16,6-7 6-16,2-5-4 16,3-1 0-16,5 0 0 15,-1-4-60-15,0-13-51 16,2-5-48-16,-6-5-166 15,-7-5-174-15</inkml:trace>
  <inkml:trace contextRef="#ctx0" brushRef="#br1" timeOffset="162423.78">16780 3357 905 0,'0'0'111'0,"0"0"-108"0,0 0-2 16,0 0 18-16,0 0 24 15,-15 78 3-15,17-36-17 16,8 0-18-16,0 1 3 16,-2-5-7-16,-1-4-6 15,-2-1 3-15,-2-9-4 16,-1-7 0-16,-2-4-49 16,0-9-137-16,0-4-138 15,0-3-60-15</inkml:trace>
  <inkml:trace contextRef="#ctx0" brushRef="#br1" timeOffset="162633.85">16782 3289 882 0,'0'0'293'16,"0"0"-244"-16,0 0-30 15,0 0 32-15,-19-78 40 16,44 72-85-16,7 6-6 15,4 0 0-15,-3 4-10 16,-3 13 10-16,-3 3-6 16,-7 0-78-16,-7 5-68 15,-10 1-128-15,-3 3-58 0</inkml:trace>
  <inkml:trace contextRef="#ctx0" brushRef="#br1" timeOffset="162782.26">16826 3528 214 0,'0'0'978'0,"0"0"-978"16,0 0 4-16,0 0-4 16,0 0 14-16,124 7-14 15,-80-1 0-15,-1 0-24 16,-4-1-246-16,-16-1-207 16</inkml:trace>
  <inkml:trace contextRef="#ctx0" brushRef="#br1" timeOffset="166081.96">16389 4103 723 0,'0'0'299'0,"0"0"-220"16,0 0-62-16,0 0 13 15,0 0 59-15,0 0 33 16,-20 0-22-16,20 0-46 16,0 1-15-16,0-1-13 15,0 0-14-15,0 0 6 16,0 0-11-16,0 0-7 16,11 2 2-16,20-2 4 15,19 0 3-15,18 0 3 16,14-2-8-16,8-10 3 15,-1-6-7-15,-5-2 2 16,-8-1 0-16,-8 0-1 16,-12 5 7-16,-18 2-4 15,-15 7-3-15,-14 4 3 16,-5 1-4-16,-2 0 1 0,-2 2 4 16,0-1-4-16,0 0-1 15,0-2-4-15,0-1-45 16,-3-5-68-16,-16 2-187 15,-8 1-267-15</inkml:trace>
  <inkml:trace contextRef="#ctx0" brushRef="#br0" timeOffset="178545.75">13410 9345 825 0,'0'0'129'15,"0"0"-120"-15,0 0 9 0,0 0 35 16,0 0 18 0,0 0-28-16,-29 21-30 0,18 7 29 15,-1 10-3-15,2 8 8 16,3 5-1-16,5 4-7 15,2 2 16-15,0-1-30 16,0-6-16-16,11-6-4 16,2-6-4-16,0-1 0 15,2-7 3-15,-3-2-4 16,-2-5-10-16,2-4-102 16,2-6-33-16,5-12-59 15,1-1-132-15</inkml:trace>
  <inkml:trace contextRef="#ctx0" brushRef="#br0" timeOffset="178962.66">13571 9547 1154 0,'0'0'115'16,"0"0"-105"-16,0 0 1 15,0 0 49-15,94-79-6 16,-50 74-35-16,-4 5-12 16,-8 0-6-16,-9 4-1 15,-9 16-1-15,-11 7 1 16,-3 9 0-16,-5 6 2 0,-23 7 4 16,-10 3 5-1,-3-1-7-15,-3-4 2 0,5-10-6 16,7-13 0-16,12-10 3 15,10-10 0-15,10-4 28 16,0 0 21-16,0 0-36 16,7-10-7-16,14-2 1 15,7-1-10-15,4 6 1 16,3 5-1-16,1 2 0 16,0 0-1-16,4 0-6 15,2 0-53-15,-2 0-81 16,0 5-10-16,-5-1-145 15,-6-4-146-15</inkml:trace>
  <inkml:trace contextRef="#ctx0" brushRef="#br0" timeOffset="179164.02">14095 9695 875 0,'0'0'151'0,"0"0"-142"16,0 0 26-16,0 0 33 15,0 0-45-15,0 0 18 16,-6 74-10-16,6-37-17 16,0 0-5-16,0 4-7 15,0-3-1-15,0-6-1 0,3-3-6 16,4-8-183-16,-1-12-87 16,1-7-204-16</inkml:trace>
  <inkml:trace contextRef="#ctx0" brushRef="#br0" timeOffset="179628.46">14199 9616 964 0,'0'0'225'0,"0"0"-178"15,0 0-45-15,0 0 10 16,50-82 48-16,-22 77-32 15,-1 3-22-15,-4 2-6 16,-4 0 0-16,-7 14 0 0,-6 4 0 16,-6 6 3-16,0 3-1 15,-8 0 1-15,-9-3-1 16,1-4 6-16,3-8-3 16,6-8 2-16,3-1 9 15,4-3 12-15,0 0 2 16,0 0-6-16,0 0-21 15,0 0-3-15,11 0 0 16,8-3-4-16,8-1 4 16,3 2 0-16,1 2-3 15,1 0 3-15,-3 0-2 16,-6 11 1-16,-7 1 1 0,-10 2-2 16,-6 6 2-16,0 4 1 15,-23 3 12-15,-9 3 9 16,-3 1-4-16,-2-1-15 15,3-2 1-15,6-4-4 16,8-4-14-16,5-7-135 16,9-8-101-16,2-5-275 15</inkml:trace>
  <inkml:trace contextRef="#ctx0" brushRef="#br0" timeOffset="179912.3">14559 9443 511 0,'0'0'675'0,"0"0"-642"16,0 0-28-16,0 0-5 16,101 4 41-16,-60 24 7 15,-3 5-36-15,-1 7-4 16,-7 4 17-16,-11 3 21 15,-9-1-14-15,-10 0-15 16,0-5 0-16,0-3-2 16,-16 0-7-16,-6-4-3 15,1-3-5-15,-1-3-2 16,3-10-123-16,6-8-56 0,3-10-237 16</inkml:trace>
  <inkml:trace contextRef="#ctx0" brushRef="#br0" timeOffset="180468.76">15022 9612 884 0,'0'0'172'0,"0"0"-153"15,0 0 24-15,0 0 48 16,0 0-46-16,0 0-38 16,33 0 1-16,-7 0 2 15,5 0 4-15,0 0-8 16,3 0-6-16,-2 0 0 15,-2 0-25-15,-4 0-169 0,-7 0-198 16</inkml:trace>
  <inkml:trace contextRef="#ctx0" brushRef="#br0" timeOffset="180712.47">15022 9785 721 0,'0'0'254'0,"0"0"-245"16,0 0-8-16,103 0 8 16,-64 0 7-16,2 0-9 15,3 0-7-15,-2-3-39 16,-7-1-154-16,-7-2-192 15</inkml:trace>
  <inkml:trace contextRef="#ctx0" brushRef="#br0" timeOffset="181362.43">15680 9599 795 0,'0'0'308'16,"0"0"-308"-16,0 0 10 16,0 0 6-16,0 0 36 15,0 0-44-15,39-61-3 16,-23 41 0-16,-3 1 16 15,-3-2 16-15,-1 1 4 16,-4 2 3-16,-2 1-11 16,-1 3-5-16,-2 5 15 15,0 3-3-15,0 4 3 16,0 2-5-16,0 0-19 0,0 0-13 16,0 0-6-16,0 0-4 15,0 5 0-15,0 14 4 16,0 8 0-16,0 8 3 15,0 1-3-15,5 3 6 16,2 0-5-16,0-5 1 16,1 1-3-16,-2-6 3 15,3-5 1-15,-4-6-3 16,-2-6 1-16,-3-3-1 16,0-3 2-16,0-2-3 15,0 1 1-15,0-1-1 16,-8 1-2-16,-9 0 1 15,-10 1 4-15,-1-5-3 0,-3 1 2 16,2-2 1-16,5 1-1 16,5-1-1-16,7 1 4 15,7 1-1-15,3-2-2 16,2 2 5-16,0-2-6 16,0 0 0-16,22 0 0 15,9 0 1-15,10-2 0 16,4-4 0-16,1 2-1 15,2 1 0-15,-3 1-4 16,0 2-75-16,-5 0-128 16,-5 0-220-16</inkml:trace>
  <inkml:trace contextRef="#ctx0" brushRef="#br0" timeOffset="183178.36">16253 9267 126 0,'0'0'462'0,"0"0"-341"15,0 0-86-15,0 0 67 16,0 0 34-16,0 0-22 16,0 0-59-16,0-14-23 15,0 14-11-15,0 0 4 16,0 0-3-16,0 23-21 16,0 23 4-16,0 22 22 15,0 17 40-15,0 7-35 16,13 2-18-16,3 1 16 0,4-1 5 15,-1-7-20-15,-3-14-9 16,-3-13-2-16,-3-18-3 16,-3-9 2-16,-1-7-2 15,-6-6-1-15,0-8 0 16,0-4-6-16,0-8-105 16,0 0-51-16,-3-17-34 15,-4-21-413-15</inkml:trace>
  <inkml:trace contextRef="#ctx0" brushRef="#br0" timeOffset="184044.89">16777 9422 107 0,'0'0'867'0,"0"0"-779"16,0 0-85-16,0 0 4 0,0 0 111 15,0 0-34 1,0-8-46-16,0 8-19 15,0 0 25-15,0 0 22 0,0 0-24 16,0 0-18-16,0 0 3 16,0 0-8-16,0 0-3 15,-12 0 0-15,-7 0-5 16,-7 0-5-16,-4 0-3 16,-2 0 15-16,3-1-2 15,6-2-9-15,3 2 5 16,8 1 0-16,4-2-3 15,3 2-2-15,5 0-6 16,0 0 2-16,0 0-3 16,0 0-2-16,0 0 1 15,0 0 1-15,0 0-3 16,0 0 3-16,0 0-3 16,0 3 2-16,-1 18-1 0,-1 8 2 15,0 3 0-15,2-1-1 16,0 0 1-16,-2-2 0 15,1-5 3-15,1-5-3 16,-2-6 0-16,2-6 1 16,0-3-3-16,0-4 1 15,0 0-4-15,0 0 5 16,0 0 0-16,0 0 4 16,0 0-4-16,13-11 4 15,7-3 3-15,7 1-5 16,1 5-2-16,3 2 0 0,-1 5-4 15,2 1 3-15,-2 0 0 16,-4 6-3-16,1 10 3 16,-6 2-2-16,-5 1 0 15,-4 0 0-15,-5-1 1 16,-7 0 1-16,0-1 1 16,0-3-2-16,-14 0 2 15,-6-1 4-15,-5 0 4 16,-3-2 4-16,-3 0-5 15,3-5 0-15,3-1 7 16,2-2-8-16,2-3 0 16,8 0-6-16,5 0 2 0,5 0-4 15,0 0-1 1,3 0-16-16,0 0-40 16,0 0-121-16,7 0-88 0,9 0-250 15</inkml:trace>
  <inkml:trace contextRef="#ctx0" brushRef="#br0" timeOffset="190943.57">17666 7524 962 0,'0'0'155'0,"0"0"-147"16,0 0 60-16,-21-87 39 16,21 39-69-16,0-17 1 15,1-19 8-15,12-21 3 16,3-28-14-16,2-26-2 15,7-39-6-15,4-28-12 16,10-30-16-16,12-25 19 16,11-14 12-16,8-3-15 15,2 8 0-15,5 25-16 16,5 34 0-16,8 33 4 0,4 30-2 16,-3 27 5-16,-6 22-6 15,-5 15 6-15,-9 14-10 16,-1 12 3-16,-4 7 0 15,-4 14 0-15,-13 11 1 16,-7 15 0-16,-13 15-1 16,-14 6 1-16,-7 9-5 15,-5 1 1-15,-3 0-6 16,0 0 9-16,0 0-9 16,0 0 9-16,0 0-1 15,0 0-9-15,0 6 9 16,0 3 1-16,0 0 0 15,0-3 4-15,0-2-4 0,0 0 0 16,0-3 2-16,0-1-2 16,0 2 0-16,0-2-8 15,0 0 8-15,0 0 4 16,0 0 3-16,0 0 4 16,-8 0-3-16,-3 0-4 15,-3-3-1-15,2-1-2 16,4 2-1-16,0-1 6 15,1 1-6-15,-3 1 0 16,0 1-4-16,-3 0 1 0,-1 0 3 16,4 3-4-1,2 7 0-15,3 0 1 0,3-5-2 16,2 1 5-16,0-3-2 16,0 1 4-16,0-2-2 15,0 4 0-15,0 2 1 16,0 5 2-16,0 3 0 15,-3-1-2-15,1-2 0 16,2-5 3-16,0-4-4 16,0-4 0-16,0 0 0 15,0 0 0-15,0 0 3 16,0 0-2-16,0 2-1 16,0 1-8-16,-1 2-45 15,-1 7-108-15,2 5-33 16,0-3-129-16,8-8-158 0</inkml:trace>
  <inkml:trace contextRef="#ctx0" brushRef="#br0" timeOffset="191348.6">19515 2995 881 0,'0'0'78'0,"0"0"-71"16,0 0 113-16,0 0 22 15,-30-83-59-15,28 78-9 16,1 5 2-16,1 0-70 16,0 12-6-16,0 24-3 15,0 17 3-15,0 14 55 16,0 6-39-16,0-1 3 16,0-5-13-16,0-1-2 15,0-8-1-15,0-6-3 0,-2-8-2 16,1-6-37-1,1-10-111-15,0-8-26 0,0-16-156 16,0-4-155-16</inkml:trace>
  <inkml:trace contextRef="#ctx0" brushRef="#br0" timeOffset="191745.73">19719 3099 852 0,'0'0'308'16,"0"0"-290"-16,0 0 23 0,0 0 29 16,0 0-32-1,0 0-3-15,-68 79-11 0,48-28-4 16,-2 0-4-16,-5-5-15 16,4-6 6-16,-1-10-6 15,1-10 3-15,6-7 5 16,1-9-5-16,4-4 6 15,0 0 13-15,4-2 7 16,2-11 8-16,3 0-31 16,3-1-6-16,0 4 8 15,3 1-9-15,16 1-2 16,3 6 1-16,8 2-10 16,5 0 8-16,7 7-1 15,3 8 4-15,1 4-2 16,-5 2 2-16,-4 2-1 0,-11-1-5 15,-4-1-5 1,-5-2-21-16,-4-6-81 0,-1-4-52 16,-2-9-100-16,0 0-138 15</inkml:trace>
  <inkml:trace contextRef="#ctx0" brushRef="#br0" timeOffset="191948.89">19917 3229 862 0,'0'0'225'16,"0"0"-214"-16,0 0-10 0,0 0 17 15,0 0 22-15,8 107-16 16,-1-73-14-16,-2-4-9 16,-2-3 1-16,-1-4-4 15,-1-5-13-15,-1-3-103 16,0-9-95-16,0-6-165 15</inkml:trace>
  <inkml:trace contextRef="#ctx0" brushRef="#br0" timeOffset="192128.91">20050 2957 911 0,'0'0'111'0,"0"0"-96"15,0 0 3-15,0 0 24 0,0 0-42 16,0 0-41-16,-13-8-57 16,19 26-43-16,0 0-101 15,-3-4-39-15</inkml:trace>
  <inkml:trace contextRef="#ctx0" brushRef="#br0" timeOffset="192326.06">20050 2957 883 0,'65'-23'130'0,"-65"23"-113"16,0 3-15-16,0 25 16 15,0 13 35-15,0 12 10 0,7 7-38 16,-5 1-18-16,1-2 6 16,-3-3-13-16,0-4 1 15,0-3-3-15,0-7-46 16,0-11-124-16,-12-11-152 15</inkml:trace>
  <inkml:trace contextRef="#ctx0" brushRef="#br0" timeOffset="193009.45">20062 3226 953 0,'0'0'174'0,"0"0"-169"0,0 0-4 15,0 0 9-15,0 0-3 16,0 0-7-16,88-62-2 16,-62 68-7-16,-3 8 8 15,0 0-2-15,-1 3 5 16,-2-1-2-16,-1 3 0 16,-4 2-5-16,-2 0 5 15,-5 4 0-15,-5 2 2 16,0-1 16-16,-3-2-2 15,0-2 4-15,0-7-3 16,0-6-5-16,0-5 12 16,-3-4 0-16,2 0 37 0,-4 0 8 15,0-6-22-15,-3-12-24 16,0-8-12-16,4-1-10 16,2-3 6-16,2 2-5 15,0 6-1-15,4 6-1 16,6 4 0-16,0 7-2 15,2 5 1-15,-1 0-10 16,3 0 7-16,0 18-9 16,2 6 13-16,-1 5-3 15,-5 4-1-15,-2-1 4 16,-3-4 2-16,-3-6 1 16,1-8-2-16,-3-6-1 15,0-5 0-15,0-3 6 16,0 0-4-16,0 0 23 15,0-3 39-15,2-19-1 0,1-9-38 16,2-9-22-16,5 0 0 16,5 3-3-16,2 8 5 15,0 8-5-15,1 9 0 16,-3 8 1-16,0 4-3 16,2 0-4-16,-2 7 1 15,0 11 0-15,-2 3 2 16,-1 2 0-16,-4 1 3 15,-4-1-4-15,-1-1-2 16,-3-2-64-16,2-4-30 16,-1-4-75-16,1-6-130 15,2-6-112-15</inkml:trace>
  <inkml:trace contextRef="#ctx0" brushRef="#br0" timeOffset="193627.79">20687 3407 381 0,'0'0'228'0,"0"0"-192"15,0 0 23-15,0 0 81 16,0 0-9-16,0 0-27 16,0 0-36-16,9-8 0 0,-3-4-12 15,1-5-8-15,1-3-24 16,2-4-2-16,-3-2 12 16,-4 1-22-16,-3 1 0 15,0 2 10-15,0 0 13 16,-3 6-11-16,-8 3-5 15,-3 5-17-15,-1 4 4 16,0 2 0-16,0 2-6 16,-3 6 0-16,-1 17-1 15,-1 8 1-15,5 8 4 16,5 2-2-16,8 1 13 16,2-1-8-16,0-6 7 15,15-4-4-15,9-6-6 16,3-5 1-16,2-8 1 15,3-4-4-15,-3-8 4 0,-3 0-6 16,1 0-20-16,-2-5-66 16,1-11-80-16,-5-7-127 15,-1-3-325-15</inkml:trace>
  <inkml:trace contextRef="#ctx0" brushRef="#br0" timeOffset="194143.32">21438 3010 943 0,'0'0'107'0,"0"0"-107"0,0 0 53 15,0 0 78-15,0 0-46 16,0 0-70-16,-100-41-1 16,76 60-10-16,-3 5 3 15,4 1-4-15,3 3 10 16,5-2-13-16,5-2 2 16,3-2-2-16,5-4-1 15,2-3 1-15,0 2-2 16,16-2 2-16,9 0 4 15,7 1-4-15,4 1 4 0,1-2-3 16,1 2 3-16,0-1-4 16,-7 1 0-16,-7-3 0 15,-8-1-3-15,-8-2 3 16,-6-4-3-16,-2 0 3 16,0 2 15-16,-13 2 44 15,-14-1 7-15,-6 0-21 16,-6-3-9-16,0-3-23 15,1-2-5-15,7-2-4 16,4 0-4-16,6 0-3 16,10-11-48-16,8-5-120 15,3-3-78-15,14 0-208 16,15-2-239-16</inkml:trace>
  <inkml:trace contextRef="#ctx0" brushRef="#br0" timeOffset="195241.7">21588 3200 953 0,'0'0'166'16,"0"0"-160"-16,0 0 21 15,-8 76 40-15,8-48-16 16,0-1-4-16,14-5-28 16,2-5 2-16,-1-5-4 15,-5-6-11-15,-2-3 15 16,-1-3-14-16,-4 0 12 15,4 0 42-15,0-12-9 0,-2-10-23 16,-5-4-8-16,0 1-20 16,-12-1 15-16,-16 2-16 15,-7 5 1-15,3 4-2 16,7 6-7-16,6 9 8 16,9 0-7-16,6 0 5 15,2 11-5-15,2 4-1 16,0 3 1-16,13-3 0 15,14-4-12-15,6-7 11 16,4-4 6-16,4 0 2 16,-5-16 9-16,-3-8-9 15,-5-3-2-15,-9-5-1 0,-7 3-3 16,-7-2 6-16,-5 1 4 16,0 1-1-16,0 4 1 15,-7 0 1-15,-3 3-1 16,4 6 16-16,3 7-8 15,-1 4 1-15,4 5-1 16,-2 0-12-16,1 2-6 16,1 21-20-16,-2 18 26 15,2 14 3-15,0 5 7 16,0 1 0-16,3-4 10 16,9-6-19-16,3-7 9 15,0-9-10-15,4-9 2 16,-5-10 0-16,0-6-2 0,1-5-3 15,-3-5 2-15,3 0-18 16,0-6 12-16,1-16 0 16,3-7-4-16,-6-7 9 15,-3-4-3-15,-4 2 5 16,-6 0-1-16,0 5 2 16,0 7-1-16,0 10 1 15,0 8 0-15,0 7 16 16,0 1-17-16,0 6-11 15,0 15-9-15,0 7 20 16,0 1 0-16,9-2 2 16,1-5 1-16,4-6 0 15,-2-1-3-15,-2-6 0 0,-4-6-2 16,-2-2 1-16,-3-1-3 16,-1 0-9-16,0 0 7 15,0 0 4-15,0-1 2 16,0-15-2-16,2-4 1 15,-2 0-5-15,0 3 6 16,0 2 0-16,0 8 3 16,1 3-1-16,-1 2-2 15,2 2 1-15,-2 0-5 16,0 0 7-16,0 0-3 16,0 0 0-16,2-4 1 15,0 2-1-15,-1-5 0 16,6-2 0-16,-3 1 3 15,2-1-1-15,-2 1 6 0,-3 0 10 16,1 1-14-16,-1 1 14 16,-1 0-15-16,2 1-2 15,-2 2 7-15,1 0-5 16,-1 3-3-16,0 0 0 16,3 0-2-16,-3 0-2 15,0 0-3-15,0 0-2 16,0 0 5-16,0 0-36 15,1 0-36-15,2 0-116 16,2 0 8-16,0 0-117 0,0 0-338 16</inkml:trace>
  <inkml:trace contextRef="#ctx0" brushRef="#br0" timeOffset="195578.96">22279 2973 827 0,'0'0'29'16,"0"0"-15"-16,0 0 97 15,0 0 3-15,0 0-46 16,0 0-28-16,-15-36-8 0,13 36 13 15,2 0-9-15,0 0-4 16,0 8-32-16,0 16-13 16,0 9 13-16,0 6 11 15,0 4-8-15,0 4 3 16,2 2-1-16,3 2-6 16,0 1 1-16,-5-2-4 15,0-4-26-15,0-3-85 16,0-9-110-16,0-13-105 15,0-12-319-15</inkml:trace>
  <inkml:trace contextRef="#ctx0" brushRef="#br0" timeOffset="195858.34">22117 3196 1066 0,'0'0'123'16,"0"0"-117"-16,0 0 2 15,0 0 27-15,78-88 11 16,-43 82-33-16,-1 6 1 16,-1 0-10-16,-1 6-1 15,0 14 6-15,-2 1-8 16,0 5 9-16,-5 1 2 16,-3-1-8-16,-5 2 6 15,-7-2-10-15,-4-1-2 16,-6-3 2-16,0-1 0 15,0-4-45-15,0-3-56 0,-3-8-177 16,-7-6-175-16</inkml:trace>
  <inkml:trace contextRef="#ctx0" brushRef="#br0" timeOffset="195954.15">22437 3088 258 0,'0'0'0'0</inkml:trace>
  <inkml:trace contextRef="#ctx0" brushRef="#br0" timeOffset="196558.76">22590 3229 852 0,'0'0'131'16,"0"0"-102"-16,0 0 44 15,-50 105 22-15,50-75-37 16,0-4-39-16,4-5-10 16,10-7-3-16,-2-4-6 15,-3-5 0-15,-5-5 9 16,-1 0-3-16,1 0 13 16,-4-2 1-16,0-16 2 15,0-8-9-15,0-6-10 16,-14-5 10-16,3-4-5 0,-1-1-8 15,7 2 10-15,4 7-9 16,1 7 21-16,0 5 15 16,14 7-32-16,5 4 4 15,4 7-9-15,4 3-1 16,3 0-1-16,-1 15-3 16,-3 10 0-16,-4 9 5 15,-5 2 0-15,-4 0 2 16,-6-3-2-16,-5-7 3 15,-2-4-2-15,0-6-1 16,0-8 0-16,0-4-2 16,0-4 7-16,0 0-5 0,0 0 15 15,0 0-6 1,0-17 5-16,0-10-14 0,0-5 0 16,8-1 3-16,0 1 3 15,-1 8-6-15,0 6 5 16,-3 7-3-16,0 7 23 15,1 1 7-15,-2 3-18 16,1 0-14-16,2 0-3 16,4 6-8-16,3 12 11 15,1 3-8-15,-2 0 6 16,0 3-2-16,-4-1-50 16,-2-1-37-16,1 0-95 15,-4-8-189-15,-1-5-75 16</inkml:trace>
  <inkml:trace contextRef="#ctx0" brushRef="#br0" timeOffset="196958.18">23175 3059 952 0,'0'0'148'15,"0"0"-136"-15,0 0 54 16,0 0 66-16,0 0-100 15,0 0-16-15,-106-44-1 16,82 57-11-16,0 3 3 16,7-1 10-16,6-2-12 15,4 1 0-15,7-1-5 0,0 0-1 16,0 0-1-16,4 1 4 16,14 0 4-16,4 3-1 15,3-2-1-15,0 0 3 16,-4-2-2-16,-2 0-2 15,-7-2-2-15,-4-2 3 16,-3-2-2-16,-5 0 25 16,0 2-4-16,-3 2 12 15,-16 2 29-15,-6 1-19 16,-4-2-21-16,-2-2-16 16,-4-1-3-16,-2-1-5 15,-1-4-16-15,-3-1-59 16,-2 4-100-16,-9 0-168 0,-8 7-324 15</inkml:trace>
  <inkml:trace contextRef="#ctx0" brushRef="#br0" timeOffset="197559.32">21018 4056 623 0,'0'0'179'0,"0"0"-106"16,-1-78 119-16,-6 42-37 16,0-7-80-16,0 1-17 15,6-1-14-15,1 7 1 16,0 6 0-16,0 9-20 15,0 9-9-15,0 7 3 0,0 3-19 16,0 2-3-16,1 2-15 16,11 22-14-16,5 17 30 15,3 18 0-15,0 11 2 16,-3 7 6-16,0 1-5 16,-6-3 0-16,0-6 1 15,-7-10 2-15,-2-10-4 16,-2-13 1-16,0-12 6 15,0-8 37-15,-12-6-3 16,-4 1 3-16,-6-4-7 0,-4-2-27 16,0-5 3-1,1 0-12-15,0-3 3 0,3-20-4 16,2-9-27-16,7-8-66 16,13-1-73-16,0 4-41 15,17 6-91-15,16 2-125 16</inkml:trace>
  <inkml:trace contextRef="#ctx0" brushRef="#br0" timeOffset="197892.19">21207 4113 439 0,'0'0'362'0,"0"0"-317"16,0 0 18-16,0 0 119 16,0 0-83-16,96-76-42 15,-73 48-35-15,-1 0-9 16,-8 1-6-16,-3 1 10 15,-8 0-4-15,-3 1-1 16,0 0 14-16,0-1-9 0,-3 5 12 16,-8 6-5-16,7 6 13 15,-2 6 1-15,5 3-12 16,-1 0-26-16,1 13-22 16,-2 20 10-16,0 12 12 15,3 8 9-15,0 3-8 16,0-4 7-16,9-3-6 15,2-3-2-15,1-5 0 16,2-7-1-16,1-5-9 16,3-10-115-16,3-7-59 15,2-12-62-15,2 0-176 0</inkml:trace>
  <inkml:trace contextRef="#ctx0" brushRef="#br0" timeOffset="199042.73">21588 4002 548 0,'0'0'479'0,"0"0"-428"16,0 0-24-16,0 0 42 16,-25 114-3-16,25-73-18 15,0-5-30-15,7-9-12 16,10-7 10-16,1-5-13 16,1-6 14-16,-6-6 3 15,-1-3-8-15,-5 0 31 16,-3-2 7-16,-2-10 5 15,-2-1-20-15,0-7-20 0,-5 0 5 16,-12-3-18-16,-1-5 2 16,0 4-5-16,4 2 1 15,6 2-13-15,6 6 6 16,2 2-15-16,0 1 3 16,8 2-5-16,11 0-5 15,8 3 23-15,5 2 2 16,-3 4 1-16,1 0 1 15,-2 15-4-15,-5 8 0 16,-3 5 1-16,-2 4 3 16,-3 1 2-16,-5-3 5 15,-5-2 6-15,-3-2 5 0,-2-8-11 16,0-4 3-16,0-8-4 16,0-4-2-16,0-2 5 15,0 0-2-15,0 0 11 16,1-13 14-16,6-16-30 15,3-14-13-15,2-4-11 16,3 6-24-16,-3 7 11 16,0 14 32-16,-4 9 2 15,-2 6 2-15,3 5-17 16,1 0 11-16,3 9 6 16,2 15-20-16,4 10 19 15,-1 2-1-15,1 0 6 16,0-3-1-16,5-4-2 0,-1-7 1 15,1-8-4-15,1-8 6 16,0-6 0-16,2 0 1 16,0-18-1-16,-1-6 12 15,-4-4-10-15,-5 2-2 16,-6-3 12-16,-9 2-15 16,-2-2 11-16,0-1-1 15,-10 1 8-15,-5 9-3 16,4 7 1-16,-3 7-2 15,4 6-13-15,-1 0-1 16,-2 6-5-16,0 20 4 16,-2 10-4-16,1 9 3 0,4 6 2 15,6 5 0 1,2 5 2-16,2 4 1 0,0 0-2 16,0-2 3-16,0-6-2 15,0-10 3-15,0-8-4 16,-10-12 0-16,-7-7 5 15,-5-10-6-15,-1-4 17 16,-3-6-16-16,2 0 19 16,4-12-4-16,5-18-16 15,8-9-2-15,7-6-14 16,5-1-14-16,24 0-11 16,6 1-2-16,5 1-10 15,3 1 32-15,2-1 0 0,4 0 1 16,-2 2 19-1,-1 3 2-15,-1 1 14 0,-9 5 22 16,-8 6-15-16,-11 7 10 16,-12 5-22-16,-5 4 14 15,0 3 21-15,0 5-20 16,-3 0 1-16,-6 3-15 16,-1 0-8-16,0 0 5 15,0 2-3-15,0 11-3 16,2 10 0-16,1 2 2 15,4 7 5-15,3-2 2 16,0-1-7-16,4-3 10 16,15-6-10-16,1-4-2 15,5-5-1-15,5-4-1 0,2-3-21 16,5-4-82-16,1 0-154 16,-1-12-285-16</inkml:trace>
  <inkml:trace contextRef="#ctx0" brushRef="#br0" timeOffset="199344.67">22747 3915 1054 0,'0'0'126'0,"0"0"-118"16,-15-80 102-16,15 55 26 15,0 0-60-15,2 5-21 16,9 3-29-16,6 1 3 16,0 3 5-16,0 4-12 15,-1 4-11-15,3 5-11 16,-1 0 0-16,2 16-3 16,-2 11-3-16,1 6 4 15,-6 9 1-15,-3 9-3 16,-4 8 2-16,-6 8-19 15,0 4-111-15,0-2-115 16,-9-9-298-16</inkml:trace>
  <inkml:trace contextRef="#ctx0" brushRef="#br0" timeOffset="199474.25">22931 4414 1040 0,'0'0'439'15,"0"0"-422"-15,0 0 37 16,0 0 13-16,0 0-66 15,0 0-1-15,0-60-174 16,0 39-252-16</inkml:trace>
  <inkml:trace contextRef="#ctx0" brushRef="#br0" timeOffset="205378.79">20385 4854 1072 0,'0'0'44'0,"0"0"-43"15,0 0 19-15,0 0 47 16,0 0-15-16,0 0-52 16,0 0-26-16,0 0 26 15,3 107 7-15,2-50 12 16,2 2-11-16,-2-3-5 15,-4-7 0-15,1-6-3 16,-2-4-4-16,0-5-68 16,0-7-148-16,-13-13-94 15,-8-13-323-15</inkml:trace>
  <inkml:trace contextRef="#ctx0" brushRef="#br0" timeOffset="205549.25">20442 4683 1005 0,'0'0'0'16,"0"0"-213"-16,0 0 39 16,0 0 173-16,0 0 0 15,23 102-172-15</inkml:trace>
  <inkml:trace contextRef="#ctx0" brushRef="#br0" timeOffset="205942.1">20577 5006 23 0,'0'0'901'15,"0"0"-877"-15,0 0-22 16,-15 87 5-16,15-55 19 15,0-3 20-15,3-6-21 16,4-9-3-16,-1-5-2 16,-4-5 10-16,0-4-3 0,0 0 25 15,-1 0 16 1,4-23 17-16,0-11-64 0,0-5-16 16,-1-5-2-1,-2 3 10-15,-2 4-9 0,1 13 16 16,2 10 3-16,-1 8-15 15,0 6 6-15,3 0-14 16,5 7-25-16,7 17 14 16,5 8 7-16,1 6 4 15,0-3 0-15,2 2-5 16,-2-6-68-16,-1-3-37 16,5-6-106-16,-1-10-49 15,2-11-56-15,2-1-115 16</inkml:trace>
  <inkml:trace contextRef="#ctx0" brushRef="#br0" timeOffset="206440.47">21076 4841 703 0,'0'0'217'16,"-48"-78"-159"-16,28 46 42 16,2 7 62-16,7 7-70 15,2 9 5-15,4 6-44 16,2 3-16-16,1 0-16 15,-2 20-21-15,3 18-20 16,1 21 20-16,0 13 15 16,1 7-4-16,15 6 2 15,0-4-12-15,3-3 21 0,-1-4-14 16,-2-3-6 0,-3-2-2-16,-9-3 0 0,-4-7 0 15,0-10 0-15,-10-11-8 16,-6-12-20-16,-8-12-42 15,1-10-21-15,0-4 8 16,-5-26-35-16,5-16-97 16,1-14 39-16,2-7 113 15,4-2 57-15,4-1 6 16,8 2 33-16,4 0 24 16,3 9 60-16,20 7 4 15,7 14-31-15,7 10-39 16,3 11-14-16,2 12 11 15,1 1-15-15,-1 6-6 16,-1 18-13-16,-5 4-4 0,-6 5-1 16,-5 1-3-16,-6 2 2 15,-6-3-8-15,-5-3-2 16,-3-4-1-16,-5-3-39 16,0-3-51-16,-1-8-60 15,-10-8-136-15,0-4-222 16</inkml:trace>
  <inkml:trace contextRef="#ctx0" brushRef="#br0" timeOffset="207108.68">21242 4997 1069 0,'0'0'151'16,"0"0"-151"-16,0 0-5 15,0 0 5-15,51 78 31 16,-30-35-12-16,0-3-3 15,-5-5-10-15,-6-10-1 16,-2-5 4-16,-6-9-1 16,1-5 0-16,-3-5 8 15,0-1 4-15,2 0 41 16,-2-1 8-16,0-22-11 16,0-11-39-16,2-9-19 15,1-2 2-15,0 4 0 16,4 7-1-16,2 9-2 15,2 9-3-15,1 6-3 16,1 10 5-16,4 0-1 16,1 6-6-16,4 17 1 0,-2 7 2 15,2 2 6-15,-4-1-1 16,1-3 1-16,-3-4 2 16,-2-5-1-16,-2-8-2 15,-2-1 0-15,-4-6-65 16,3-2-47-16,-1-2 11 15,4 0 15-15,1-4-46 16,-1-9 28-16,-2-5 32 16,-3-8 20-16,-3-2 49 15,-2-5 4-15,-2-1 25 0,0 7 44 16,0 3 15 0,0 6 8-16,-2 0-25 0,-1 3-11 15,0 5 4-15,-1 2-19 16,4 5 19-16,0 2-1 15,0 1-16-15,0 0-20 16,-1 0-5-16,1 0-11 16,0 0-7-16,0 19-18 15,0 11 18-15,10 10 1 16,0 2 10-16,0 0-9 16,0-5 1-16,-1-4-3 15,-3-5 4-15,1-8-3 16,-3-4-1-16,2-6-3 15,-5-4-46-15,1-4-90 16,1-2-32-16,-3-2-105 0,0-20-127 16</inkml:trace>
  <inkml:trace contextRef="#ctx0" brushRef="#br0" timeOffset="207259.98">21789 4707 602 0,'0'0'595'16,"0"0"-595"-16,0 0-107 16,0 0 87-16,0 0-91 15,0 0 5-15,17 23-233 16</inkml:trace>
  <inkml:trace contextRef="#ctx0" brushRef="#br0" timeOffset="207456.51">21941 4744 990 0,'0'0'126'16,"0"0"-112"-16,0 0-14 16,0 79 70-16,0-28-23 15,0 8-16-15,0 2-16 16,0 4 2-16,5-2-10 16,-3-1-7-16,-2-6 0 15,0-7-45-15,0-8-112 16,-10-19-237-16,3-13-305 15</inkml:trace>
  <inkml:trace contextRef="#ctx0" brushRef="#br0" timeOffset="207767.92">21967 5095 5 0,'0'0'834'0,"0"0"-834"16,0 0-20-16,118-84 20 15,-86 63 71-15,-9 4-31 16,-11 6-3-16,-9 6 14 16,-3 1 74-16,0 0-16 15,-10 1-54-15,-6 3-10 0,0 0 11 16,3 0-16 0,3 7-24-16,5 12-9 0,1 6-1 15,4 5 12-15,0 5-7 16,11-4-3-16,7-3-4 15,7-4-1-15,1-9 7 16,3-4-5-16,0-5-5 16,-6-4-35-16,-1 0-57 15,-7-1-37-15,-9-1-112 16,-6 4-226-16</inkml:trace>
  <inkml:trace contextRef="#ctx0" brushRef="#br0" timeOffset="208112.77">20632 5545 833 0,'0'0'437'0,"0"0"-437"16,0 0-60-16,0 0 60 16,117-13 53-16,-29 9-3 15,19 1-27-15,18 3-20 16,5 0 25-16,4 0 14 0,-5 0-19 16,-9 0 1-16,-11 0-20 15,-14 5 0-15,-14 2-2 16,-13 2-2-16,-19-1-1 15,-15-3-8-15,-12 1-82 16,-12-4-44-16,-10-2-220 16,-7 0-103-16</inkml:trace>
  <inkml:trace contextRef="#ctx0" brushRef="#br0" timeOffset="208423.31">20759 5637 853 0,'0'0'251'0,"0"0"-251"15,0 0-13-15,102-7 13 16,-33 7 113-16,19 0-67 15,15 0-25-15,10 0 27 16,5 0-1-16,-4 0-20 16,-5 0 2-16,-7 0-22 15,-7 0 1-15,-10 0 9 16,-7 0-15-16,-10 0-2 16,-13 0-55-16,-10-7-137 0,-12-4-316 15</inkml:trace>
  <inkml:trace contextRef="#ctx0" brushRef="#br0" timeOffset="208908.39">22632 4897 1165 0,'0'0'160'16,"0"0"-160"-16,0 0-36 16,0 0 32-16,0 0 4 0,0 0 17 15,67 103 8 1,-41-63-16-16,-4-7-8 0,-7-7 20 16,-8-12 22-16,-2-6-10 15,-3-7 9-15,-1-1 22 16,1 0 22-16,9-5-17 15,13-26-22-15,20-14-10 16,17-13-34-16,11-7-3 16,-4 1 0-16,-6 6-19 15,-14 6-40-15,-15 12-54 16,-18 8-164-16,-15 9-410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0:46:27.6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14635 4628 482 0,'0'0'190'15,"0"0"-136"-15,0 0-36 16,0 0-7-16,0 0 78 16,0 0 2-16,0 0-9 15,0 0-30-15,-17-81-5 16,17 73 3-16,0 3 4 15,0 2-6-15,0 2 13 16,0 1-20-16,-1 0-32 16,1 0-9-16,-2 15-19 15,2 27 19-15,-1 23 8 16,1 20 14-16,0 22-1 0,0 10 5 16,0 2-16-1,4-8 10-15,-1-11-6 0,1-18-9 16,-1-12 6-16,0-10-5 15,1-15 9-15,-2-10-9 16,-1-8-4-16,1-8 0 16,-2-7-1-16,0-3-1 15,0-6 1-15,0 0 3 16,0-3-8-16,0 0-32 16,0 0-40-16,0-12-32 15,0-13-164-15,0-11-211 16</inkml:trace>
  <inkml:trace contextRef="#ctx0" brushRef="#br0" timeOffset="1532.52">14769 4703 496 0,'0'0'121'16,"0"0"-88"-16,0 0-23 16,0 0 71-16,0 0 40 15,0 0-32-15,-75-51 4 16,70 49-48-16,3 1-4 16,-2-5 18-16,1 2 6 15,2 0-15-15,-3-3-26 16,2 1 16-16,-1-1 9 15,0 0-19-15,-1 1 1 16,1 0-6-16,0 0-8 16,-1-2 8-16,0 2-13 0,0-1-8 15,2 1 7 1,1 1-4-16,1 1 11 0,0 0-4 16,0 3-6-16,0 0 4 15,0 1-10-15,0 0 2 16,0 0-4-16,0 0 1 15,0 0-1-15,0 0 0 16,0 0 1-16,0 0-4 16,0 0 4-16,0 0-1 15,0 0 0-15,0 0 0 16,11 0 0-16,11 0 20 16,7 0-8-16,1 0 2 15,3 0-13-15,4 0 2 0,3 0 1 16,7 0-2-16,0 0 2 15,3 0-4-15,-2 2 0 16,1 2 3-16,-2-2-3 16,-2 0 0-16,5 0 2 15,2-2 1-15,2 1-2 16,1-1-1-16,-2 0 2 16,-3 0-6-16,-1 0 3 15,-1 0 1-15,-1 0-1 16,3 0 1-16,0 0 0 15,4 0 0-15,-1-3 1 16,-1 1-5-16,-1-2 7 0,0 2-3 16,-2 2 0-16,3 0-1 15,-1 0 1-15,5 0 1 16,0-1 2-16,1 1-2 16,0 0-1-16,-2-1 0 15,-3 1 0-15,3-1 2 16,0-3-2-16,7 2 0 15,3 0 3-15,4-3-3 16,3 2 0-16,-4-3-1 16,4-1-3-16,3 0 4 15,1-1 0-15,-3 1 0 16,-3 5 0-16,-5-1-1 16,-7-1 1-16,-6 4 0 0,-7 0-3 15,-3 0 6-15,-4 0-3 16,-4 0 0-16,5 0 2 15,-2 0-3-15,0 0 1 16,-1-2 0-16,-4-1-1 16,-3 1 3-16,-6 0-2 15,-3 2 0-15,-1 0 1 16,-3 0-2-16,4 0 1 16,2 0 0-16,5-3-1 15,1 2 1-15,4-1 1 16,-2 1-1-16,-3-1-1 15,-7-1-2-15,-6 3 3 0,-4 0 0 16,-6 0-1 0,-2-1 3-16,2 1-2 0,-4 0 0 15,0 0 3-15,0 0-3 16,0 0 0-16,0 0 0 16,0 0-3-16,0 0 3 15,0 0 0-15,0 0 0 16,0 0 2-16,0 0-5 15,0 0 3-15,0 0 0 16,0 0-3-16,0 0-1 16,0 0 4-16,0 0 0 15,0 0 1-15,0 0-4 16,0 0 3-16,0 13 0 16,0 12 5-16,0 11-5 15,0 12 7-15,0 10 4 0,0 10-8 16,3 7 16-1,-2 7-9-15,-1 1-2 0,0-1 8 16,0-9-16-16,0-12 10 16,0-10-3-16,0-7-4 15,0-6 0-15,0-4-2 16,0-7 0-16,5-6-2 16,2-5 3-16,-4-2-2 15,0-3 0-15,-2-2-2 16,-1-3-7-16,0 0-51 15,0-2-60-15,-14-4-166 16,-9-7-304-16</inkml:trace>
  <inkml:trace contextRef="#ctx0" brushRef="#br0" timeOffset="2316.26">15158 5697 180 0,'0'0'196'0,"0"0"-180"16,0 0-12-16,0 0 22 16,0 0 88-16,0 0-2 15,-91 9-21-15,82-8-22 16,2-1 25-16,1 0 2 15,3 0 15-15,-3 0-27 16,5 0-22-16,1 0 6 16,0 0 21-16,0 0-18 15,0 0-16-15,15-2-27 16,20-9-17-16,22-2 13 16,21 2-21-16,19 3 10 15,16 4-10-15,7 0-1 0,13 3 1 16,13 0-3-16,9-2 0 15,11 1 16-15,-1-1 2 16,3-1 0-16,-2-4-6 16,4-4-10-16,7-5 4 15,3-7-6-15,1-3 1 16,-4 0 7-16,-11 0-5 16,-16 5 7-16,-20 2 1 15,-26 7-7-15,-29 4-1 16,-28 4-3-16,-23 3 0 0,-18 2-2 15,-6 0-7 1,0 0-28-16,-1 0-13 0,-30 0-84 16,-24 0-107-16,-23 0-421 15</inkml:trace>
  <inkml:trace contextRef="#ctx0" brushRef="#br0" timeOffset="3066.19">16745 4525 1205 0,'0'0'125'0,"0"0"-99"16,29-83 40 0,17 32 18-16,25-12-13 0,19-9-26 15,17-5-15-15,11-4-11 16,5 0-4-16,-4 1 6 16,-6 5-13-16,-16 10-2 15,-18 16 0-15,-21 13-4 16,-25 15 3-16,-16 10-5 15,-10 6 1-15,-7 4-2 16,0 1-9-16,0 0-22 16,-2 0-47-16,-14-2-94 15,-1-3-147-15,0-6-130 0</inkml:trace>
  <inkml:trace contextRef="#ctx0" brushRef="#br0" timeOffset="3501.75">17882 3388 1175 0,'0'0'175'0,"0"0"-149"16,0 0 52-16,0 0-12 15,0 0-66-15,0 0 7 16,65 56-7-16,-16-10 14 0,-3 5-1 15,-4-1-12 1,-7-7-1-16,-6-2 5 0,-7-11-5 16,-8-6 5-16,-7-8 4 15,-4-5 5-15,-3-8 14 16,0-1-4-16,0-2 4 16,2 0 14-16,0 0 3 15,0-18-6-15,2-17-12 16,2-17-23-16,6-10 0 15,-2-4-3-15,3-2 0 16,-3 7-2-16,-2 8 5 16,0 16-4-16,-4 12 0 15,1 12-7-15,-2 8 6 16,1 4-30-16,0 1-30 0,6 0-54 16,4 15-171-1,7 14 105-15,-1 6-131 0,1 5-49 16,-3-2-12-16</inkml:trace>
  <inkml:trace contextRef="#ctx0" brushRef="#br0" timeOffset="4449.1">18446 3487 199 0,'0'0'192'0,"0"0"-14"16,0 0 33-16,0 0-10 15,0 0-25-15,0 0-68 16,68-11-18-16,-68 6 17 16,0 3-27-16,0 2-17 15,0 0-18-15,0 0-27 16,0 0-11-16,-7 2-7 15,-3 21 0-15,-2 10 14 0,2 7-13 16,7 1 2-16,3-6-3 16,0-3 2-16,19-6-4 15,1-6 2-15,2-6-3 16,1-4-7-16,0-9-29 16,6-1-17-16,1-3-32 15,-2-16-52-15,1-4 13 16,-8 0-28-16,-8-4 88 15,-2 1 56-15,-8-6 11 16,-2-1 44-16,-1 1 40 16,0 5 2-16,3 7 2 15,-2 8-2-15,1 8-10 0,5 4-33 16,6 0-41 0,7 0 1-16,8 4 7 0,4 13 0 15,0 2 9-15,-5 6-19 16,-7-1 0-16,-7 3-2 15,-7-2-1-15,-2-4 3 16,-4-3 3-16,0-9 4 16,0-3-5-16,0-6 1 15,0 0 9-15,0 0 5 16,0 0-8-16,0-6-9 16,5-14-10-16,6-9-79 15,5-3-1-15,2 0 62 16,0 5 2-16,-1 7 11 15,-5 11 12-15,-3 5 3 16,-3 4 7-16,1 0-6 0,3 13 14 16,3 6 25-16,0 3-15 15,6 1 3-15,1-3-16 16,5-5 2-16,5-7 2 16,5-4-6-16,4-4 3 15,-4 0 0-15,-4-8-12 16,-3-7 15-16,-9-5-12 15,-5-1 2-15,-6 1 2 16,-4-1 8-16,-4-2 8 16,0 0 12-16,-7 2-9 15,-4 8-2-15,3 7-22 16,2 6 0-16,-1 2-3 0,-6 32-13 16,-4 20 13-1,0 21 0-15,4 20 4 0,8 18-3 16,5 13 0-16,0 7-1 15,10-4 2-15,4-20 2 16,2-18-4-16,-10-28 1 16,-2-23 3-16,-4-20 24 15,0-14-7-15,-10-6 18 16,-13-10 32-16,-11-25-42 16,-3-12-7-16,1-11-8 15,2-8-5-15,7-2 3 16,5 1-12-16,11 11-6 15,8 5 5-15,3 7-10 16,6 5-21-16,23 1-17 16,11 6-20-16,13 5-25 0,9 5-101 15,3 1-145-15,-2-3-363 16</inkml:trace>
  <inkml:trace contextRef="#ctx0" brushRef="#br0" timeOffset="5216.97">19786 3486 1199 0,'0'0'99'0,"0"0"-11"15,0 0 11-15,0 0-54 0,0 0-43 16,-20 78 25 0,20-32-14-16,5-6-10 0,18-10 6 15,8-7-7-15,-1-8 6 16,0-8-8-16,-2-7 11 15,-2 0-11-15,0-13 16 16,-1-13 5-16,-7-6-8 16,-9-6-7-16,-9 0-6 15,-7-2 2-15,-26 3-2 16,-12 4 0-16,0 7 9 16,1 8-9-16,12 12-2 15,9 6 1-15,5 15-20 16,4 21 17-16,10 8-4 0,4-1 8 15,16-9-12 1,20-10-14-16,9-13 0 0,7-11-40 16,3 0 55-16,-4-17 6 15,-5-10 5-15,-8-7-18 16,-12-2 18-16,-9-2 3 16,-8-2 0-16,-8 1-1 15,-1-2-1-15,0 4 17 16,-3 4-15-16,-6 7 4 15,2 11 12-15,4 11 5 16,0 4-24-16,-1 1-9 16,3 25-29-16,-2 12 38 15,1 8 2-15,0 2 2 16,2-1 1-16,0-8-5 0,0-6 5 16,0-11-5-1,4-11 0-15,-1-5 4 0,-3-5-3 16,0-1 1-16,1 0 8 15,1 0 0-15,2 0 13 16,4-7-7-16,6-10-13 16,6-2 9-16,3 0-12 15,3 6-2-15,1 9-2 16,0 4-7-16,0 0 7 16,-1 13-1-16,-2 10-4 15,-4 5 8-15,-10 6-2 16,-10 0 3-16,0 0 16 15,-13-3-9-15,-9-4 11 16,-1-7-8-16,1-7-5 16,2-4 10-16,1-4-15 0,6-5-19 15,3 0-124-15,8-14-103 16,2-13-224-16</inkml:trace>
  <inkml:trace contextRef="#ctx0" brushRef="#br0" timeOffset="5533.21">20395 3468 1122 0,'0'0'90'0,"0"0"-71"15,0 0 27-15,0 0-13 0,0 0 26 16,95 66-34-16,-72-35-24 16,-1 1 8-16,-3-4-8 15,-5-3 1-15,0-7 2 16,-2-6-1-16,-4-5-6 15,0-7-7-15,-2 0-12 16,0-6 22-16,1-13 10 16,-4-9-4-16,-3-5-6 15,0-4 0-15,0-5 9 16,0 1-4-16,-5 5 3 16,0 5 2-16,2 10 13 15,3 6-5-15,0 3-18 16,0 6-2-16,0 3-14 15,0 3-98-15,11 0-119 16,6 0-139-16,1 0-55 0</inkml:trace>
  <inkml:trace contextRef="#ctx0" brushRef="#br0" timeOffset="5676.69">20779 3349 822 0,'0'0'55'0,"0"0"25"15,0 0 65-15,2 99-52 16,-1-60-27-16,-1 2-36 15,0-2-28-15,0-5 7 16,0-5-9-16,0-5-76 16,0-15-204-16,0-9-302 15</inkml:trace>
  <inkml:trace contextRef="#ctx0" brushRef="#br0" timeOffset="5827.46">20918 3097 156 0,'0'0'1070'0,"0"0"-1070"16,0 0-39-16,0 0-10 15,0 0-75-15,0 0-101 16,-1 87-255-16</inkml:trace>
  <inkml:trace contextRef="#ctx0" brushRef="#br0" timeOffset="6716.66">20975 3399 120 0,'0'0'937'0,"0"0"-918"16,0 0-12-16,-45 91 81 15,40-50-3-15,5 0-40 16,0-4-16-16,13-6-21 16,11-12 17-16,4-7-15 15,2-9 16-15,1-3-1 16,0-3 13-16,-4-18-8 15,-5-6-10-15,-8-5 15 16,-11-1 17-16,-3-2-39 16,-6 2 7-16,-21 0-12 15,-5 1-7-15,-1 7-1 0,3 9-3 16,6 6-13 0,8 10-14-16,5 0-51 0,8 11-49 15,3 4-6-15,9-3-128 16,21-8-45-16,6-4 53 15,3 0-51-15,0-9 228 16,-4-5 79-16,-9 3 325 16,-4 3 42-16,-7 4-238 15,-4 4-16-15,-1 0 26 16,3 8-75-16,2 14-19 16,0 7 18-16,0 1-21 15,0 3-4-15,0-4-1 16,-2-5-6-16,0-7-12 15,-3-8 0-15,-1-5 4 16,-2-4-14-16,3 0 6 0,5-7 25 16,3-14-18-16,3-10-9 15,-4-7-9-15,-1 0 1 16,-6 3 2-16,-5 11-4 16,-5 9-1-16,0 9 6 15,0 6-8-15,0 0-11 16,0 18-29-16,0 11 40 15,0 4 1-15,0-2 1 16,15-8-1-16,7-4-1 16,4-9-1-16,9-3 1 15,7-7 11-15,7 0-6 16,-1-14 3-16,-6-5-8 0,-10-1 0 16,-11 2-1-16,-7-1 2 15,-9-1-1-15,-5 0 0 16,0-2 2-16,0-1-8 15,-9 4 5-15,1 3 1 16,2 8 0-16,2 5-17 16,4 3 1-16,0 0 5 15,0 6-4-15,0 15-5 16,0 9 18-16,2 1 2 16,10 1 0-16,-1-4 4 15,0-5-2-15,-5-5 26 16,-2-6 3-16,-4-3 8 15,0-3-13-15,-4 1 7 0,-20 2 7 16,-9-1-3 0,-12-1-22-16,-5 0-7 0,-2-6-8 15,0-1-1-15,2 0-83 16,3-15-106-16,-1-18-373 16</inkml:trace>
  <inkml:trace contextRef="#ctx0" brushRef="#br0" timeOffset="8898.26">2315 6202 608 0,'0'0'132'16,"0"0"-77"-16,0 0 9 15,0 0 64-15,0 0-20 16,0 0-29-16,0 0-44 16,0-51 29-16,0 51-23 0,-2 0-12 15,-2 0-17-15,-6 12-10 16,-6 20-1-16,1 17-1 15,2 11 0-15,6 10-1 16,7 9 2-16,0 4 8 16,0 2 8-16,17-7-5 15,0-5 1-15,1-11-13 16,2-11 4-16,-2-7-3 16,1-9 1-16,1-4-4 15,2-8 1-15,4-8-10 16,6-8-116-16,2-7-173 15,-1-14-144-15</inkml:trace>
  <inkml:trace contextRef="#ctx0" brushRef="#br0" timeOffset="9380.53">2922 6481 932 0,'0'0'85'16,"0"0"-83"-16,0 0 47 15,0 0 78-15,0 0-40 16,0 0-40-16,-43-79-22 16,23 79 8-16,-2 0-23 15,-4 17-10-15,0 19 0 0,-1 12-1 16,4 10 1-16,8 0 1 15,8-6-1-15,7-7-1 16,0-13-1-16,10-10-3 16,9-8 1-16,2-11 4 15,6-3 12-15,1-3 5 16,3-21-6-16,-5-4-6 16,-2-9 0-16,-8 0-5 15,-4 0-11-15,-9-1 8 16,-3 2 3-16,0 3 3 15,0 7 3-15,0 12-5 16,0 8 13-16,0 6 3 16,0 0-17-16,0 21-27 15,4 10 25-15,8 7 0 0,1 2 4 16,2 0-1-16,2 1-1 16,0-4-2-16,3-1-11 15,-1-4-129-15,0-11-149 16,-1-12-133-16</inkml:trace>
  <inkml:trace contextRef="#ctx0" brushRef="#br0" timeOffset="9563">3181 6621 1028 0,'0'0'101'0,"0"0"-88"15,0 0-6 1,0 0 10-16,0 95 9 0,0-50-21 15,0-3 3-15,0-6-7 16,0-5-2-16,0-8 1 16,3-8-180-16,9-11-172 15,1-4-147-15</inkml:trace>
  <inkml:trace contextRef="#ctx0" brushRef="#br0" timeOffset="10315.07">3698 6501 371 0,'0'0'176'15,"0"0"-162"-15,0 0-6 16,0 0-2-16,0 0 21 16,0 0 28-16,0-22-24 15,3 13 53-15,-2 1 25 0,-1-2 7 16,0 0-46-16,0-3 7 15,0 2-16-15,0-4-21 16,0 1-11-16,0-2 12 16,0-1 0-16,-4 3-11 15,-3 3 9-15,4 4-7 16,1 5-4-16,-1 0-8 16,3 2-15-16,0 0-5 15,-2 11-13-15,2 21-9 16,0 12 19-16,0 8 5 15,0 1-2-15,0-4 0 16,5-5 4-16,4-4-8 16,-5-9 6-16,2-10-2 0,-5-7 2 15,-1-9-1-15,0-2-1 16,0-3 7-16,0 0 0 16,0 0 11-16,0-5-2 15,0-19-12-15,0-7-3 16,0-2-1-16,9 2-9 15,10 3 5-15,5 8-21 16,4 7 24-16,4 10-6 16,3 3-9-16,1 5 16 15,0 13-6-15,-3 2 2 16,-7 2 1-16,-8-1-2 16,-8-2-1-16,-9-3 6 0,-1-1 0 15,-1 0 12 1,-25 4 30-16,-12-1-2 0,-4 2-24 15,-1-5-15-15,3-4 3 16,9-6-4-16,4-5-35 16,6-1-147-16,10-27-97 15,8-16-257-15</inkml:trace>
  <inkml:trace contextRef="#ctx0" brushRef="#br0" timeOffset="10545.49">4006 6253 908 0,'0'0'124'16,"0"0"-104"-16,0 0-6 15,94 78 97-15,-56-32-36 16,-5 2-29-16,-4 4 20 16,-8 5-53-16,-9 1 8 15,-9 0-6-15,-3-4-5 16,-2-4-10-16,-16-9 7 15,-2-10-2-15,2-7-5 16,4-12-204-16,6-12-105 16,4-1-192-16</inkml:trace>
  <inkml:trace contextRef="#ctx0" brushRef="#br0" timeOffset="10726.17">4559 6455 1262 0,'0'0'201'0,"0"0"-195"0,0 0-6 15,117-3 6-15,-67 3-5 16,0 0-1-16,-3 0-26 16,-12 0-183-16,-18 0-274 15</inkml:trace>
  <inkml:trace contextRef="#ctx0" brushRef="#br0" timeOffset="10867.63">4552 6683 1153 0,'0'0'218'0,"0"0"-218"16,0 0-42-16,0 0 42 16,127-10 0-16,-57-2-45 15,3 0-221-15,-5 0-190 16</inkml:trace>
  <inkml:trace contextRef="#ctx0" brushRef="#br0" timeOffset="11430.62">5313 6539 1046 0,'0'0'254'0,"0"0"-237"16,0 0 73-16,0 0-50 15,0 0 14-15,43-94-24 16,-29 70-10-16,-4 1 13 16,-2-5-9-16,-3-2 2 15,-3-1 1-15,-2-4-23 16,0 3 8-16,0 6-8 16,0 9-2-16,0 7 7 15,0 10 1-15,-2 0 1 16,2 0-8-16,0 0-3 15,-1 13-4-15,-1 18-4 0,2 10 8 16,0 7 3-16,0 4 0 16,0-1-3-16,6-3 2 15,4-1 1-15,2-6-3 16,-3-3 0-16,-3-7 0 16,-2-6-1-16,-3-7 3 15,-1-5-2-15,0 0 0 16,-18 2-5-16,-7-4 4 15,-4 0-21-15,0-8 22 16,0-3-1-16,4 0 3 16,3 0 1-16,7-9 4 15,6 0-6-15,6 2 7 16,3 4-2-16,0-4 4 0,7-2 1 16,20-3-10-1,6-1 8-15,10 1-8 0,3 3 0 16,-1 1-2-1,3 4 1-15,-3-3-3 0,-5 5 2 16,-6 0-47-16,-7 2-70 16,-7 0-190-16,-10 0-118 15</inkml:trace>
  <inkml:trace contextRef="#ctx0" brushRef="#br0" timeOffset="13363.61">5846 6077 516 0,'0'0'46'0,"0"0"1"15,0 0 24-15,0 0 27 16,0 0 27-16,-8-84-56 16,8 73-12-16,0 4 40 15,0 3-55-15,0 4 3 16,-2 0-43-16,2 24-2 16,0 25 0-16,0 22 29 0,0 18 11 15,5 5 19 1,7 2 2-16,3-7-31 0,0-8-4 15,-2-6-9-15,1-6-12 16,-7-16 1-16,-3-9-5 16,-4-10 0-16,0-6 3 15,0-7-4-15,0-7 2 16,2-7-2-16,2-7-90 16,2 0-56-16,4-11-71 15,7-19-343-15</inkml:trace>
  <inkml:trace contextRef="#ctx0" brushRef="#br0" timeOffset="14196.02">6318 6432 509 0,'0'0'260'15,"0"0"-194"-15,0 0-1 16,0 0 45-16,0 0 7 16,0 0-20-16,8-13-24 15,1-3-43-15,0-3-22 16,3-4 7-16,0-1 18 15,-2-1 4-15,0-2-10 16,-4-2-6-16,1 3 3 0,-2 1 1 16,-3 3-4-1,0 5 3-15,-2 5-15 0,0 6 18 16,0 4-9-16,0 2-9 16,0 0-9-16,0 0-8 15,0 10 1-15,0 20 1 16,0 17 6-16,0 7 4 15,5 7-1-15,3-1-3 16,4-6 6-16,-1-2-6 16,-1-8 1-16,1 0-1 15,-3-8 3-15,-3-7-3 16,-5-6 3-16,0-10-2 16,0-4 5-16,0-3-5 15,-9 0 3-15,-6-3 9 16,-5 0-13-16,-3-3 6 0,-2 0-1 15,-2 0-5-15,1-12 8 16,2-2-8-16,6 2 2 16,6 5 1-16,7 2-1 15,5 4 20-15,0-1 1 16,0 2-19-16,3-4-4 16,24-1 1-16,18-4-1 15,15 0 1-15,7 0 4 16,3-2-5-16,1 2 0 15,-6 0 1-15,-9 2-1 0,-7 3 0 16,-12 1-6-16,-9 3-57 16,-6 0-66-16,-9 0-91 15,-9 0-247-15</inkml:trace>
  <inkml:trace contextRef="#ctx0" brushRef="#br0" timeOffset="20029.12">17186 5641 990 0,'0'0'44'0,"0"0"-33"0,0 0 20 16,0 0 92-16,0 0-30 16,0 0-38-16,0 0-33 15,0-14 15-15,0 14 10 16,0-3 4-16,0 3-13 16,0 0-23-16,0 0 0 15,0 0-10-15,0 0-1 16,0 0 3-16,0 0-2 15,6 8 15-15,4 3-5 16,6 2-7-16,7 4 22 16,13 0-22-16,10 3-4 0,11 1 5 15,12 0-8-15,8-1 2 16,8-4 0-16,7-3-2 16,7-4 4-16,4-5-5 15,4-3 0-15,-3-1 0 16,-5 0 0-16,-13 0-3 15,-10-4 2-15,-13-3-1 16,-14-3 2-16,-11 1 0 16,-12 1 0-16,-8-1-1 15,-5 2 2-15,-5 3 4 16,-4-1-2-16,-2 5-2 16,-2-1 5-16,0 1-6 15,0-1 1-15,0 1 1 16,0-2 1-16,0 2-3 0,0 0 0 15,0 0 3-15,0-2-3 16,0 2 0-16,-9-1 2 16,-8-2-2-16,-2 0 0 15,-3 0 0-15,5 0 1 16,7-2 2-16,1 1-1 16,3-1-2-16,1 1 1 15,2 1-2-15,1 1 3 16,2 1-3-16,0 1 1 15,0 0-8-15,0 0 7 16,0 0-11-16,3 0 3 16,10 6 5-16,4 4 8 15,-2-2-3-15,-5-1-1 0,-4-2 4 16,-6 1-6 0,0 2 2-16,0 1 0 0,-16 7 8 15,-6-1-5-15,1 0-3 16,0-3 0-16,8-4-7 15,5 0-97-15,6-3-140 16,2-5-246-16</inkml:trace>
  <inkml:trace contextRef="#ctx0" brushRef="#br0" timeOffset="20795.2">18972 5906 357 0,'0'0'520'0,"0"0"-499"15,0 0-16-15,0 0 135 16,0 0 31-16,0 0-47 16,65-45-108-16,-38 14 12 15,-4-2 14-15,-4 0-12 16,-6-1-9-16,-2-4-17 16,-4-1 4-16,-1 2 5 15,-6-1-13-15,0 5 25 16,0 4-18-16,0 9-3 15,-6 5 5-15,2 10 6 16,0 5-5-16,-1 0-10 16,-2 16-14-16,-1 22 14 0,-2 15 0 15,3 10 2-15,7 1-4 16,0 0 5 0,0-8-3-16,15-4 0 0,2-10 2 15,3-8-2-15,-2-8 0 16,-1-10-10-16,0-8 6 15,-3-5-50-15,2-3-112 16,-1-13-135-16,-3-21-318 16</inkml:trace>
  <inkml:trace contextRef="#ctx0" brushRef="#br0" timeOffset="20940.21">19251 5325 687 0,'0'0'0'16,"0"0"-49"-16,0 0 5 16,0 0 24-16,66 84 19 15,-42-51-198-15</inkml:trace>
  <inkml:trace contextRef="#ctx0" brushRef="#br0" timeOffset="21831.08">19424 5621 489 0,'0'0'91'0,"0"0"9"16,3 80-13-16,4-51-2 16,-3-2-7-16,2-1-42 15,-2-5 11-15,0-4-23 16,-2-8 8-16,-1-4 11 0,-1-2-9 16,0-3 15-16,0 0 8 15,2 0 16-15,-2 0 22 16,2-6-13-16,-2-16-36 15,3-14-42-15,2-7 0 16,1-2 1-16,1 5-5 16,0 8 4-16,-4 14-8 15,0 9 4-15,-1 5 0 16,-2 4 0-16,4 0-10 16,0 11-4-16,10 15 14 15,4 4 1-15,4 3 5 16,1 0-6-16,3-1 0 0,-1-5-4 15,1-3 5-15,1-5-1 16,3-5 0-16,2-8-15 16,2-6-9-16,2 0-51 15,0-12 5-15,-3-9 11 16,-5-7-17-16,-4-3 6 16,-6-6 70-16,-8-7 0 15,-5-1 15-15,-5 0-8 16,0 2 18-16,-11 0 16 15,-6 6 16-15,-3 3-19 16,-1 8 14-16,5 5-21 16,4 6 16-16,2 10-18 15,6 2-5-15,1 3-15 0,0 0-9 16,-2 20-1-16,0 15 1 16,4 15 0-16,1 10-6 15,0 5 12-15,4 4-6 16,11 2 25-16,5-2-22 15,2-4 4-15,2-4-7 16,-1-3 3-16,-5-9-4 16,-6-7 1-16,-7-9 0 15,-3-9-1-15,-2-8 1 16,0-8-1-16,-7-6-31 16,-11-2-57-16,-4-2-81 15,-5-17-28-15,-1-7-35 0,-4-5 3 16,-1-5 77-16,1-5 57 15,7-4 75-15,8-5 21 16,12 1 97-16,5 0 48 16,11 5-31-16,20 7 17 15,4 9-21-15,2 5-59 16,3 10 67-16,-2 4-75 16,2 7 11-16,-1 2-16 15,-1 2-8-15,-3 13 14 16,-3 4-32-16,-6 2-1 15,-6 0 1-15,-6 2-11 16,-5 2-1-16,-6-4-8 16,-1 1 8-16,-2-3 4 0,0 1-4 15,0-5-146 1,-7-7-119-16,-7-8-238 0</inkml:trace>
  <inkml:trace contextRef="#ctx0" brushRef="#br0" timeOffset="22326.59">20179 5572 1214 0,'0'0'30'16,"0"0"-27"-16,0 0-3 16,0 0 1-16,0 0 1 15,0 0 11-15,72 109-13 0,-59-74 10 16,-1-3 8-1,-4-5-3-15,-1-5-2 0,-3-4-1 16,-1-5-5-16,-3-7 7 16,1-3 28-16,-1-2-23 15,0 0-6-15,0-1-12 16,0 0 17-16,0 0 4 16,0 0 29-16,0 0-3 15,0-2-2-15,0-12 1 16,0-5-39-16,4-4-3 15,2-1 1-15,3 0-6 16,1 1-4-16,2 1 4 16,1 4 2-16,1 2-1 0,-5 9-2 15,0 3-6-15,-4 4 6 16,3 0-1-16,2 10 1 16,4 10-6-16,-3 5 11 15,3 2-4-15,-6 1 0 16,2 2 5-16,-2-3-5 15,-3-3 0-15,0-3 3 16,0-5-12-16,0-3 9 16,1 0-76-16,-3-7-93 15,0-5-36-15,1-1-170 16,-3-4-127-16</inkml:trace>
  <inkml:trace contextRef="#ctx0" brushRef="#br0" timeOffset="22610.66">20614 5656 844 0,'0'0'54'16,"0"0"-11"-16,0 0 123 15,0 0-100-15,0 0-63 16,0 0 4-16,-5 63 16 16,5-29 9-16,0 1-25 0,5-2 11 15,3-1-15-15,0-5 2 16,-1-1-5-16,2-7 0 16,-3-5-3-16,1-7-187 15,-2-7-193-15</inkml:trace>
  <inkml:trace contextRef="#ctx0" brushRef="#br0" timeOffset="22883.26">20771 5273 1263 0,'0'0'85'0,"0"0"-85"0,0 0 0 16,0 0 9-16,0 0 3 16,13 114 32-16,1-54-25 15,-1 2-16-15,-3-2 7 16,-1-5-10-16,-5-2 2 16,-4-2 3-16,0-2-5 15,0-1-2-15,-11-11-123 16,-2-13-163-16,4-17-172 15</inkml:trace>
  <inkml:trace contextRef="#ctx0" brushRef="#br0" timeOffset="23211.91">20808 5740 109 0,'0'0'712'16,"0"0"-667"-16,0 0-15 16,0 0 48-16,109-42 23 15,-64 29-63-15,1-1-13 16,-4 4 4-16,-13 1-22 15,-13 3 6-15,-11 3 12 16,-5 0 0-16,0 0 20 16,0-2 13-16,-10 0-33 15,-3 2 14-15,-4 3-28 16,1 0-10-16,-4 3 5 16,1 14-6-16,6 7 0 15,3 0 4-15,8 2 4 16,2-4 23-16,0-1-11 0,12-2-12 15,13-5 6-15,5-3-9 16,6-8 4-16,2-3-9 16,-2 0-2-16,-4-6-45 15,-9-11-107-15,-9-8-147 16,-14-5-436-16</inkml:trace>
  <inkml:trace contextRef="#ctx0" brushRef="#br0" timeOffset="23348.97">20831 5449 1286 0,'0'0'0'0,"0"0"-95"16,0 0 56-16,100-27 23 0,-48 25-214 16,-1 0-407-16</inkml:trace>
  <inkml:trace contextRef="#ctx0" brushRef="#br0" timeOffset="24379.5">21286 5420 449 0,'0'0'218'0,"0"0"-208"16,0 0 90-16,0 0 22 16,0 0-29-16,-10-86 19 15,10 80-61-15,0 2 11 16,-2 4 28-16,1 0-31 16,1 3-59-16,0 26-4 15,0 13 4-15,0 15 4 16,0 6 1-16,0-2-4 0,4-5 9 15,8-8-10-15,3-8 0 16,4-10 0-16,-1-6 0 16,-1-7-3-16,-1-7 2 15,0-6 0-15,-5-4 0 16,2 0-27-16,-1-9 15 16,2-13-9-16,-5-3 12 15,-2 1 10-15,-4 6 2 16,-3 7 3-16,0 7 5 15,0 4 14-15,3 0-24 16,3 0-10-16,4 4-8 16,7 7 15-16,6-3 6 0,4-3-2 15,1-5 7-15,-3 0-3 16,-1 0 7-16,-9 0-6 16,-6-2-5-16,-6-3 16 15,-3 1 7-15,0-5 11 16,0-4-12-16,-6-4 33 15,-7 2-45-15,1 3-3 16,1 3-8-16,4 7 2 16,4 2-2-16,-2 6-19 15,-2 23 13-15,0 15 2 16,2 14 4-16,2 9 0 16,3 10-1-16,0 7 1 15,0 3 0-15,0 2 0 16,5-10 2-16,-3-16 0 15,-2-21-2-15,0-22 5 0,0-13 32 16,-9-7 24-16,-6 0 36 16,-6-6-32-16,-10-17-41 15,0-11-16-15,1-11 1 16,4-7-9-16,6-2-4 16,10 5-29-16,10 7-51 15,4 3-95-15,28 0-197 16,6-3-490-16</inkml:trace>
  <inkml:trace contextRef="#ctx0" brushRef="#br0" timeOffset="24996.05">21926 5503 708 0,'0'0'608'16,"0"0"-608"-16,0 0-14 15,0 0 14-15,0 0 15 16,72 107 9-16,-50-53-5 16,-6-2-6-16,-5-1-7 15,-8-7 9-15,-3-8 9 16,0-9-11-16,0-10 3 16,0-9-5-16,0-6 22 15,-2-2 1-15,2 0 2 16,-3 0 7-16,-4-1 0 15,-5-17-14-15,1-9-21 0,1-7-8 16,5-2-3-16,5 3-6 16,0 8-14-16,0 5 11 15,12 8-6-15,4 7-5 16,4 5 14-16,2 0-5 16,-2 11-6-16,0 12 11 15,-3 3 3-15,-1 1 4 16,-2 1 2-16,-3-5 0 15,-4-4 2-15,-4-7-2 16,-3-6 0-16,0-3 2 16,0-3 1-16,0 0 2 0,0 0 11 15,0 0 2-15,0-3 23 16,0-16-12-16,0-12-24 16,0-7 1-16,0-6-3 15,9-1-6-15,10 4 3 16,1 8 0-16,0 12 0 15,-1 9-7-15,0 9 3 16,1 3-2-16,-1 5 5 16,-2 15-1-16,1 4 0 15,-4 5 2-15,-2 3 2 16,-2-2-2-16,-5-2-1 16,-3 0 0-16,-1-5-73 15,-1-3-140-15,6-8-135 0,-1-7-205 16</inkml:trace>
  <inkml:trace contextRef="#ctx0" brushRef="#br0" timeOffset="25378.48">22655 5707 1076 0,'0'0'124'0,"0"0"-113"16,0 0 60-16,0 0 52 15,0 0-61-15,-104-64-41 16,83 64-19-16,-1 6 3 16,0 18 5-16,4 4-7 15,4 4 10-15,6-1-3 0,8-5-6 16,0-5-8-16,0-7 0 16,5-7 3-16,9-4 0 15,0-3 2-15,6 0 4 16,4-12 12-16,1-7-17 15,2-8-2-15,-4-2-34 16,1-1 10-16,-6 2-18 16,-4 8 27-16,-6 9 11 15,-5 6-14-15,1 5-31 16,0 4-16-16,0 19 24 16,1 5 43-16,-1 0-1 15,2 2-60-15,1-7-94 16,1-7-80-16,2-7-172 0</inkml:trace>
  <inkml:trace contextRef="#ctx0" brushRef="#br0" timeOffset="26211.15">22769 5681 561 0,'0'0'184'0,"0"0"-132"16,0 0 110-16,0 0 22 15,0 0-107-15,0 0-68 16,21-7-9-16,-15 40 71 15,-3 3-32-15,0-2-13 16,2-7 13-16,-2-10-20 16,1-6-7-16,-2-8-8 0,-1-3 1 15,-1 0 5 1,4 0 6-16,2-1 17 0,5-16 9 16,0-3-36-16,4-9-6 15,0 0-2-15,2-3-48 16,-2 2-45-16,-2 5 66 15,-2 7-9-15,-4 5 5 16,-3 11 11-16,-1 2 17 16,3 8-10-16,-2 12-4 15,3 6 19-15,3-2 8 16,-2-3-7-16,4-5 3 16,0-5-3-16,3-5-1 15,0-5 8-15,-4-1-7 16,3 0 13-16,-1-4-5 15,-2-10-6-15,-1-4 1 0,-2-1-4 16,-3 1-29-16,-2 4 12 16,-1 7 17-16,-2 3 2 15,2 4 0-15,-1 0-2 16,4 0-8-16,5 2-6 16,3 9 14-16,6-1-1 15,4-1 4-15,6-3 2 16,4-4 6-16,-1-2-6 15,-2 0 9-15,-10 0-14 16,-8-11 2-16,-7-2 8 16,-5-1-3-16,0 2 4 0,0-2 17 15,-8 4 1-15,-4 0-6 16,7 3-23 0,0 7-2-16,5 0-3 0,0 0 3 15,-4 9-11-15,1 20 4 16,0 13 9-16,-1 11-4 15,4 8 6-15,0 7-2 16,0 6 15-16,0-1-5 16,0-5 2-16,-1-12-3 15,-1-17-9-15,-5-15 26 16,-6-10 44-16,-9-9-4 16,-10-5 41-16,-4 0-62 15,-1-4-1-15,5-21 5 16,7-9-27-16,8-10-5 15,12-8-17-15,5-2-9 0,5 4 8 16,21 5-19-16,7 9-2 16,7 7-35-16,2 2-13 15,2 10-45-15,-5 3-115 16,-7 8-103-16,-13 5-367 16</inkml:trace>
  <inkml:trace contextRef="#ctx0" brushRef="#br0" timeOffset="26578.28">20194 6412 1254 0,'0'0'276'0,"0"0"-276"16,0 0-71-16,167-49 71 16,-11 29 67-16,38-3-18 15,38-1-31-15,31-7 0 16,14-1 26-16,12-4 4 15,-10 5-6-15,-23 5-33 0,-33 8-9 16,-53 6-1-16,-44 6-33 16,-48 4-59-16,-41 2-139 15,-37-2-190-15,-27 0-347 16</inkml:trace>
  <inkml:trace contextRef="#ctx0" brushRef="#br0" timeOffset="32193">10566 3239 736 0,'0'0'284'0,"0"0"-269"16,0 0 92-16,0 0-5 0,0 0-32 16,0 0-41-1,92-89-26-15,-61 58 5 0,0-2-6 16,-7 3 0-16,-5 2 2 16,-6 0-2-16,-4 3 5 15,-6 5 0-15,-3 2-7 16,0 3 16-16,-8 5-6 15,-9 2-3-15,-3 8-7 16,-2 0 1-16,-4 17 3 16,-4 12-4-16,-1 13 0 15,1 11 5-15,4 10 30 16,4 5 15-16,5 0-24 16,12-6-12-16,5-10-1 15,0-8 15-15,17-10-18 0,6-10-1 16,7-7-9-16,3-8 0 15,6-8-1-15,3-1-1 16,3-6-25-16,2-18-90 16,0-4-70-16,-4-5-108 15,-6-3-164-15</inkml:trace>
  <inkml:trace contextRef="#ctx0" brushRef="#br0" timeOffset="32398.71">10982 3137 708 0,'0'0'308'15,"0"0"-212"-15,0 0 5 16,0 0 24-16,0 0-22 16,0 0-58-16,-10-17-35 0,32 37 1 15,6 9 22-15,2 2-7 16,-1 7-15-16,-1 0-3 16,-1 1-8-16,-4-4 2 15,-1 0-5-15,-5-4 1 16,-4-3-101-16,-1-9-73 15,-6-6-110-15,1-12-229 16</inkml:trace>
  <inkml:trace contextRef="#ctx0" brushRef="#br0" timeOffset="32609.51">11158 3187 280 0,'0'0'817'0,"0"0"-690"0,0 0-62 15,0 0 57-15,0 0-46 16,0 0-62-16,-82 89-2 16,67-29-5-16,2-5-6 15,3-4 4-15,4-7-5 16,6-9-1-16,0-9-3 16,6-13-141-16,17-11-96 15,3-2-154-15</inkml:trace>
  <inkml:trace contextRef="#ctx0" brushRef="#br0" timeOffset="32888.51">11373 2921 1103 0,'0'0'167'16,"0"0"-147"-16,0 0 66 15,0 0 63-15,0 0-123 16,0 0-23-16,-28 69-3 16,29-3 6-16,8 1 2 15,1 0-2-15,0-9 5 16,5-8 7-16,3-8-17 16,4-12 0-16,1-9-1 0,1-7-4 15,-2-10-55-15,-4-4-117 16,-4 0-57-16,-6-6-299 15</inkml:trace>
  <inkml:trace contextRef="#ctx0" brushRef="#br0" timeOffset="33076.36">11268 3217 1220 0,'0'0'309'0,"0"0"-297"16,0 0-11-16,0 0 32 15,0 0-7-15,0 0-9 16,100-17-4-16,-44 13-13 16,-7-2 0-16,-8 1-117 15,-9 2-109-15,-9 3-73 0,-8 0-194 16</inkml:trace>
  <inkml:trace contextRef="#ctx0" brushRef="#br0" timeOffset="33725.96">11666 3304 632 0,'0'0'384'0,"0"0"-298"16,0 0 26-16,0 0 6 15,0 0 3-15,0 0-70 16,42-54-10-16,-42 45 10 16,0 1 2-16,-2 4-21 0,-16 3-23 15,-3 1-3-15,1 0-1 16,2 2-1-1,3 12-1-15,7 1-3 0,3 2 1 16,5 0-4-16,0 2 3 16,1 0-3-16,18-3 1 15,6-2 0-15,8-6 0 16,6-8-14-16,6 0-43 16,0 0-42-16,2-9-79 15,-5-4-15-15,-7 0-65 16,-9 1 41-16,-6-1 126 15,-11 0 46-15,-8 0 47 16,-1-2 146-16,0-3 97 0,-10-1-56 16,-1 1-40-16,1 5-36 15,5 6 10-15,3 4-32 16,2 3-39-16,0 0-34 16,0 3-16-16,4 15 4 15,9 9 6-15,0 3 20 16,1 2-17-16,-4-4-10 15,0-3 0-15,-4-6-2 16,0-7-1-16,-2-8 1 16,-1-2-3-16,1-2 0 15,1 0 2-15,3-18 2 16,3-7 0-16,-1-5 2 16,-2 2-4-16,-2 4 4 15,1 6-3-15,0 6-1 0,-2 7 3 16,4 5-6-16,1 0-5 15,3 12-1-15,2 11 9 16,-2 3 1-16,2-1 4 16,-2-3-5-16,1 0 0 15,-2-8-1-15,0 0-62 16,1-5-50-16,2-7-122 16,3-2-117-16,2-3-183 15</inkml:trace>
  <inkml:trace contextRef="#ctx0" brushRef="#br0" timeOffset="33996.44">12393 2990 959 0,'0'0'139'15,"0"0"-125"-15,0 0 94 16,0 0 24-16,0 0 11 15,0 0-49-15,-43-71-56 16,43 71-21-16,0 19-17 16,0 18 0-16,13 9 25 15,0 8-8-15,1-1-12 16,1-3-4-16,-2-4 1 16,-1-4-3-16,-4-2 1 0,-5-4-72 15,-3-6-151-15,0-9-197 16</inkml:trace>
  <inkml:trace contextRef="#ctx0" brushRef="#br0" timeOffset="34244.8">12263 3218 1222 0,'0'0'122'16,"0"0"-71"-16,0 0 50 15,0 0-37-15,0 0-26 16,125-74-23-16,-79 74-12 15,-5 0-1-15,-3 8-2 16,-7 15 0-16,-6 6 0 16,-8 2 9-16,-7 2-6 0,-4-3 0 15,-4-4 3-15,-2-6-6 16,0-7 0-16,2-8-2 16,1-1-99-16,9-4-104 15,1 0-156-15,7-17-163 16</inkml:trace>
  <inkml:trace contextRef="#ctx0" brushRef="#br0" timeOffset="34742.57">12771 3169 377 0,'0'0'694'16,"0"0"-622"-16,-7 97 10 16,7-57 24-16,0-2 7 0,0-8-62 15,9-4-30-15,4-10-11 16,1-8-6-16,-4-7 2 15,0-1-6-15,-6-2 5 16,0-14 17-16,-4-7-19 16,0-3 2-16,-5-6-1 15,-11-3-2-15,3-5-1 16,7 6 0-16,2 4 1 16,4 7 0-16,4 9-1 15,12 6-2-15,6 8 0 16,0 0-8-16,1 18 7 15,3 13 1-15,-3 4 1 16,-3 1-1-16,-5-2 3 16,-5-5-2-16,-3-7 3 0,-6-7-2 15,-1-7 3 1,0-5-2-16,0-3 2 0,0 0 38 16,0-15-3-16,0-12-34 15,0-6 1-15,0-2-6 16,0 2 22-16,7 3 0 15,10 6 3-15,6 3-13 16,3 6-10-16,1 7-1 16,1 8-1-16,-4 0-4 15,-3 5 1-15,-4 13-2 16,-3 2 1-16,0 1-11 16,1-4-46-16,4 0-102 0,10-5-223 15,4-8-379 1</inkml:trace>
  <inkml:trace contextRef="#ctx0" brushRef="#br0" timeOffset="35120.01">13612 3230 132 0,'0'0'983'16,"0"0"-941"-16,0 0-6 16,0 0 114-16,0 0 21 15,0 0-94-15,-64 32-49 16,52-41-15-16,1-5 15 15,1-3 10-15,4-7-21 16,2-5-9-16,4-9 5 0,0-9-12 16,4-2 8-16,10 2-9 15,5 7 2-15,4 8-4 16,-1 13 0-16,0 5 2 16,-2 8 0-16,0 6 0 15,-2 0-1-15,2 2-2 16,0 23 0-16,2 19 3 15,-4 18 3-15,-1 14-1 16,-6 13 21-16,-7 4-4 16,-1 0 4-16,1-10-14 15,1-13-8-15,0-12 4 16,1-18-5-16,0-11-1 16,-1-11-1-16,-4-8-65 15,3-8-49-15,-2-2-189 0,1-8-233 16</inkml:trace>
  <inkml:trace contextRef="#ctx0" brushRef="#br0" timeOffset="35346.8">13970 2912 1532 0,'0'0'58'15,"0"0"-48"-15,0 0 0 16,0 0 36-16,135-37-5 16,-73 35-35-16,-2 2-5 0,-4 0-2 15,-6 0-18-15,-9 0-66 16,-5 0-147-16,-15 0-162 16,-13 0-357-16</inkml:trace>
  <inkml:trace contextRef="#ctx0" brushRef="#br0" timeOffset="35545.08">14286 2897 1199 0,'0'0'148'0,"0"0"-148"16,0 0 0-16,0 0 82 16,7 124 43-16,13-56-68 0,1 7-49 15,-4 3 3-15,-2-5-10 16,0-9 0-16,-3-10-2 15,-2-9-7-15,-3-13-140 16,-4-12-136-16,0-19-381 16</inkml:trace>
  <inkml:trace contextRef="#ctx0" brushRef="#br0" timeOffset="37725.55">14436 3033 461 0,'0'0'825'0,"0"0"-800"0,0 0-23 16,-8 87 34-1,16-31 64-15,9 5-26 0,-4-3-48 16,-3-6-15-16,-3-3 16 16,-4-10-2-16,-1-12-5 15,-2-12-12-15,0-7-3 16,0-8 4-16,0 0 27 15,0-16 4-15,0-13-30 16,7-11-8-16,5-10-2 16,1-2 0-16,0 1-5 15,3 10 4-15,-3 14 0 16,0 12-1-16,0 11 2 16,3 4-3-16,0 6 2 0,4 19 1 15,-1 10 0-15,-1 2 6 16,-1 3-6-16,1-5 4 15,1-4-4-15,2-9 3 16,1-8-3-16,0-8 0 16,1-6 0-16,0 0 2 15,1-11-1-15,-1-10-2 16,-4-5 1-16,-5-1-1 16,-8 1 0-16,-6-2 1 15,0 2 0-15,-12 2-2 16,-8 7 1-16,1 8 1 15,3 9 0-15,4 1 1 16,2 24-1-16,5 7 4 16,5 7 2-16,0 2 5 0,8-2-8 15,10-5 1 1,3-6-4-16,2-10-2 0,5-8 2 16,4-8 0-16,2-2-7 15,0-8-6-15,1-11-7 16,-1-5-5-16,-2-3 8 15,-5 0-1-15,-5-2 18 16,-6 2 0-16,-5 3 3 16,-6 7-3-16,-2 8 2 15,-1 9-2-15,-1 0 0 16,1 15 4-16,3 12-1 16,4 3 17-16,4 1-17 0,0-7 9 15,4-6-7-15,3-6-3 16,-2-7 0-16,-1-5 1 15,-7 0-1-15,-5 0 2 16,-5 0-3-16,0-2 6 16,-2-7-7-16,-15-5 0 15,-6-1 0-15,-3-3-2 16,-2-4 2-16,4-1 0 16,7-1-4-16,9 3 4 15,8 0 0-15,0 2-2 16,8 2 0-16,13 4-2 15,6 5 4-15,4 6-1 16,1 2 3-16,1 8-2 16,-1 14 0-16,-4 8 0 15,-3 6 7-15,-7 2-6 0,-4 0 7 16,-5-2 0-16,-5-7-1 16,-4-6 1-16,0-6-8 15,0-9 1-15,0-5 1 16,0-3 1-16,0 0-2 15,0-11 1-15,0-12 3 16,0-7-6-16,0-8 1 16,0 2-1-16,0 2 0 15,3 9-10-15,13 6-6 16,2 9 17-16,-1 6-3 16,1 4 3-16,-3 0-2 15,2 5 0-15,-4 12 0 0,-1 1 2 16,-4 2 0-16,1-4 0 15,-1-4 0-15,0-2 0 16,2-10 0-16,4 0-4 16,1 0 4-16,3-10-5 15,0-5 5-15,-3-1 0 16,1-3 1-16,-5-2-1 16,-1-1 1-16,-3 1 0 15,-2 1 0-15,-5 7 0 16,0 5-1-16,0 7 5 15,0 1 1-15,-12 0 3 16,-1 12-6-16,-2 5 1 16,3 5 4-16,4-1-6 0,1 0 6 15,2 0-3-15,-1 0-5 16,0 2 12-16,2-4-7 16,2-2 2-16,2-4-1 15,0-2-6-15,0-4 2 16,10-3-2-16,10-2 0 15,5-2 3-15,2 0-3 16,0 0 0-16,1 0-3 16,2 0-6-16,-1 0-4 15,-5 0-7-15,1-2-23 16,-2 0-17-16,-2-1-63 16,-1-2-103-16,-3 1-4 0,-4 1-46 15,-6-2 163 1,-5 1 113-16,-2-1 6 0,0-2 48 15,0-1 70-15,0 2-6 16,0-2-38-16,0 5-21 16,-4-1-12-16,1 2-14 15,1 1-28-15,2 1 2 16,0 0-6-16,0 0 0 16,0 0 0-16,0 0 2 15,0-1 0-15,0 1 52 16,0-2 23-16,0 1 23 15,0-1-34-15,0 0-29 16,0 1-21-16,0-1-14 16,0 2 5-16,0-1 0 15,0 0-7-15,0-3 11 0,0-1 3 16,0-1 5-16,4-3-2 16,1 0-7-16,2-2-4 15,-1 2 2-15,2 1-7 16,-1 2 3-16,-4 2-2 15,0 1-3-15,-3 3 7 16,2 0-4-16,-2 0 3 16,2 0-6-16,1 9 0 15,2 12 0-15,1 8 19 16,-5-1-8-16,2-1 1 0,1-3-6 16,1-5-1-1,0-3 0-15,-2-8-4 0,-1-3 1 16,-1-3-1-16,-1-2-1 15,0 0 5-15,3-7-1 16,0-13-2-16,3-3-4 16,2-4 3-16,3-1-1 15,-1 1 0-15,0 5-1 16,-2 9 1-16,-2 8-1 16,3 5-1-16,0 0 0 15,1 18 1-15,-3 5 1 16,0 1 6-16,-1-2-5 15,-5-6 1-15,1-1-2 16,-2-3 0-16,0-1-1 16,0-4-1-16,0-1 2 0,0-3 0 15,0-3 1 1,0 0 2-16,0-5-3 0,0-13-12 16,0-4 3-16,7-3-4 15,1 5 4-15,-1 4 3 16,-4 11 6-16,2 5 1 15,-2 0-1-15,2 0 0 16,3 12 3-16,1 2 0 16,-2 1 0-16,-4-1-3 15,0-7-1-15,1-2-3 0,-1-5-65 16,2 0-82 0,6 0-156-16,5-7-125 0</inkml:trace>
  <inkml:trace contextRef="#ctx0" brushRef="#br0" timeOffset="38326.25">16642 3167 1378 0,'0'0'101'15,"0"0"-75"-15,0 0 68 16,0 0 2-16,0 0-37 15,0 0-38-15,14-89-9 16,-3 72-5-16,-3-1 18 0,-3-1-2 16,0 5-11-16,-2-1 2 15,0 4-9-15,-1 0 1 16,0 4 5-16,-2 2-8 16,0 2 3-16,0 3 0 15,0 0-6-15,0 0 2 16,0 0-2-16,0 21-3 15,0 17 2-15,0 13 2 16,0 12 7-16,-2 4-1 16,0 0-2-16,2-1 7 15,0-4-9-15,-1-5 0 16,1-6-4-16,-3-7 4 0,-1-10-3 16,-2-8 0-1,-6-6 1-15,-5-7-4 0,-3-4 3 16,-4-2 0-16,1-4 0 15,2-3 4-15,-1 0-4 16,3 0 2-16,4-7 0 16,2-2-1-16,6-2-1 15,4 2 0-15,3 0 1 16,0-3 1-16,16-1-2 16,13-3 0-16,6 1 3 15,5 6-3-15,4 2 0 16,-1 5-4-16,1 2 2 15,-4 0-15-15,-4 0-11 16,-2 0-12-16,-5 3-18 16,-5 3-10-16,-2-1-48 0,-5 5-119 15,-7-1-56-15,-10-1-242 16</inkml:trace>
  <inkml:trace contextRef="#ctx0" brushRef="#br0" timeOffset="38595">15538 4017 1486 0,'0'0'169'0,"0"0"-167"0,110 0-2 15,-21 0 6-15,18 0 33 16,17 0 9-16,6-6-32 16,-10-3-13-16,-17 3-3 15,-22 4-2-15,-17 1-69 16,-12 1-73-16,-12-3-215 16,-14 0-498-16</inkml:trace>
  <inkml:trace contextRef="#ctx0" brushRef="#br0" timeOffset="38690.69">16596 3946 1281 0,'0'0'60'0,"0"0"-60"0,0 0-160 15,0 0-160-15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0:47:22.24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18650 3110 625 0,'0'0'307'0,"0"0"-285"15,0 0-3-15,0 0 104 16,0 0-28 0,0 0-45-16,0 0-26 0,28-36-4 15,-23 19 67-15,-3 3-23 16,-2-5-1-16,0-3-22 16,0-5-9-16,-11 1-20 15,-2-4-8-15,-4 1 9 16,1 5-4-16,-1 5-8 15,2 8-2-15,1 7-1 16,-2 4 2-16,-3 6 3 16,-6 22-2-16,0 18 1 15,3 12-2-15,3 15 0 0,3 3 0 16,6 1 1 0,10-10 1-16,0-13-4 0,6-13 1 15,11-9 1-15,4-11-2 16,2-5 2-16,2-5-1 15,-1-7 1-15,1-4-13 16,0 0 8-16,1-19-8 16,2-10 7-16,-5-10-10 15,-3-7 1-15,-7-3 6 16,-3-4 6-16,-7-2 3 16,-3 1 4-16,0 6-1 15,0 10-2-15,0 13 2 16,0 10-3-16,0 8 17 0,0 7-7 15,0 0 11-15,0 10-21 16,0 26-13-16,0 10 13 16,6 10 3-1,2 1 3-15,3-5-5 0,2-8-1 16,0-4-4-16,2-8-15 16,0-6-91-16,0-8-63 15,3-10-118-15,0-8-138 16</inkml:trace>
  <inkml:trace contextRef="#ctx0" brushRef="#br0" timeOffset="517.83">18905 3036 1055 0,'0'0'147'0,"0"0"-110"0,0 0 27 15,0 0 11-15,0 0-43 16,0 0-31-16,69-55-1 15,-43 59 0-15,-6 19 2 16,-3 12-2-16,-7 6 11 16,-6 6 0-16,-4 2 19 15,0 0-26-15,-11-6-4 16,-3-8 10-16,-2-9-5 16,5-12 1-16,4-8-3 15,2-2-1-15,5-4 2 16,0-2-4-16,0-19-24 0,7-9-46 15,11-8 41-15,4 0 28 16,5-2-5 0,-1 2-5-16,1 3 10 0,0 2 2 15,-6 4-1-15,-4 4 8 16,-4 8-8-16,-6 3 15 16,-3 4 27-16,-3 2 3 15,-1 4 5-15,0 2-9 16,0 2 2-16,0 0-9 15,0 0-34-15,-1 11-7 16,-4 16 7-16,-2 9 8 16,4 6 5-16,3-2-8 15,0-3-1-15,0-6 4 16,10-6-8-16,6-3 0 16,4-3-4-16,2-7-1 0,3-1 0 15,4-5-58-15,1-5-71 16,3-1-57-16,-3 0-205 15,-2-18-244-15</inkml:trace>
  <inkml:trace contextRef="#ctx0" brushRef="#br0" timeOffset="691.32">19509 3178 1215 0,'0'0'95'0,"0"0"-76"15,0 0 19-15,0 0 2 16,0 0-29-16,87-9 1 15,-35 4-9-15,-1 2-1 16,1 1-2-16,-3-1-1 0,-6 2-76 16,-9-1-117-16,-10-1-140 15,-14 1-203-15</inkml:trace>
  <inkml:trace contextRef="#ctx0" brushRef="#br0" timeOffset="907.39">19654 2973 455 0,'0'0'692'0,"0"0"-692"16,0 0 2-16,0 0 4 0,-3 125 47 16,21-70-30-1,2-1-21-15,-3-1 5 0,-4-6-7 16,-1-5-5-16,-2-6-60 15,-2-9-139-15,1-10-65 16,-1-13-212-16</inkml:trace>
  <inkml:trace contextRef="#ctx0" brushRef="#br0" timeOffset="1413.51">19975 2854 1032 0,'0'0'0'15,"0"0"20"-15,0 0-14 16,22 130 90-16,-11-69-61 16,-1 0-28-16,-3 0 12 15,-3-6 1-15,-4-14-8 16,0-8-2-16,0-12-8 15,0-9 0-15,0-5 5 16,0-7-1-16,0 0 8 16,0 0 13-16,0-17 25 15,0-13-28-15,3-11-21 0,5-7-3 16,4 1-2 0,5 7-12-16,3 9-5 0,2 15 6 15,1 11 13-15,0 5 0 16,2 4-12-16,1 20 12 15,-5 5 0-15,-4 3 3 16,-7 2-4-16,-9 0 2 16,-1-1-1-16,0-1 28 15,-16-2 5-15,-6-5 16 16,-3-2-12-16,0-6-18 16,3-5 4-16,2-5-18 15,5-5 2-15,5-2-7 16,5 0-14-16,3-6-109 0,2-15-90 15,7-7-101 1,16-10-159-16</inkml:trace>
  <inkml:trace contextRef="#ctx0" brushRef="#br0" timeOffset="1930.42">20347 3071 882 0,'0'0'202'0,"0"0"-180"16,0 0 21-16,0 81 39 15,0-45-25-15,7-2-26 16,7-3-15-16,-1-8-12 16,2-4 7-16,-1-5-7 15,-1-7 6-15,-1-6-8 16,-2-1 1-16,-1 0 14 0,-2-5-6 16,0-11 0-16,-4-4-1 15,-3-3-2-15,0-4 6 16,0-3 9-16,0-2-7 15,-6 0 1-15,-1 6-5 16,0 8 3-16,3 8 16 16,2 10 1-16,2 0-32 15,0 15 0-15,0 23-12 16,0 10 12-16,3 11 4 16,7 6-3-16,5 2 2 15,-1 5-1-15,-1 4-1 16,-1 0-1-16,-5-2 2 15,-6-7-6-15,-1-6-1 16,0-14 1-16,-13-10 2 0,-6-13 2 16,-2-10 39-16,-3-7-5 15,-1-7-17-15,0 0-2 16,0-23-7-16,2-10-7 16,-1-8 1-16,6 0-2 15,4-1 0-15,9 1-6 16,5 2-11-16,0-1-2 15,17-3-56-15,15 1-65 16,5-1-75-16,1-4-147 16,-1-1-395-16</inkml:trace>
  <inkml:trace contextRef="#ctx0" brushRef="#br0" timeOffset="2094.09">20762 3078 1342 0,'0'0'118'16,"0"0"-118"-16,0 0 0 16,0 0 11-16,94-4-11 15,-51 19 1-15,1-2-1 16,-2 0-124-16,-10-8-143 16,-12 0-372-16</inkml:trace>
  <inkml:trace contextRef="#ctx0" brushRef="#br0" timeOffset="2264.23">20861 3271 28 0,'0'0'1515'16,"0"0"-1515"-16,0 0-42 16,0 0 42-16,0 0-5 15,0 0-2-15,122 12-150 16,-73-12-125-16,-8 0-260 15</inkml:trace>
  <inkml:trace contextRef="#ctx0" brushRef="#br0" timeOffset="2865.87">21207 3231 1208 0,'0'0'6'0,"0"0"5"16,0 0-11-16,0 0 55 16,37 78-33-16,-12-68-10 15,0-4-11-15,-3-6 21 16,-3 0-13-16,-3-8 3 16,-1-13 9-16,-1-6-5 0,-1-7 21 15,-2-7-2 1,3-3-10-16,-4-7-4 15,2 0-15-15,-4 3 7 16,2 6 5-16,0 15-16 0,-2 12 8 16,1 13-7-16,1 2-3 15,3 7-2-15,2 15-12 16,4 5 14-16,-2 0 4 16,-4-1 0-16,-3-10-4 15,-2-5 0-15,-4-5 3 16,-4-6 0-16,0 0 1 15,0 0-1-15,0 0 10 16,0-2-9-16,0-9 5 16,-7-4-9-16,-7-1-7 15,1 3 5-15,-1 5-12 16,1 8 3-16,-2 0 11 16,0 24 8-16,-1 18 3 0,-1 14 10 15,5 7 9-15,7-4 10 16,5-10-12-16,0-9-15 15,15-14-1-15,8-9-9 16,6-10 6-16,4-7 3 16,4 0-1-16,1-5 17 15,0-11-16-15,-9 0-10 16,-3-1-2-16,-8 4-3 16,-4 2-31-16,-10 1-79 15,-4 3-147-15,-3-1-361 16</inkml:trace>
  <inkml:trace contextRef="#ctx0" brushRef="#br0" timeOffset="8062.41">18666 4440 708 0,'0'0'234'16,"0"0"-214"-16,0 0 28 16,0 0 86-16,0 0-44 15,0 0-37-15,0 0-25 16,0 0 38-16,-5 0 10 15,5-3-21-15,0-9-8 16,5-2-42-16,3-4 1 16,4 0 10-16,1 1-15 15,4 1 4-15,0 5-3 16,0 2 1-16,-1 5-3 0,3 4 0 16,1 0-3-16,-2 13 3 15,-1 12-7-15,-3 9 7 16,-7 7 0-16,-3 3 2 15,-4 5 1-15,0-1 2 16,-17-3-2-16,-3-3-1 16,-3-8 0-16,4-8-2 15,3-8 2-15,6-9 2 16,7-5-2-16,3-4 0 16,0 0 1-16,0-11-3 15,16-15-11-15,7-8-15 16,6-2 23-16,1-4-5 15,2 2-4-15,-2 3-8 0,-2-1 9 16,-1 1 8-16,-5 3 3 16,-6 2 1-16,0 4-1 15,-8 0 6-15,0 3-6 16,-4 5 5-16,-3 6 3 16,-1 4 18-16,0 5-4 15,0 3 0-15,0 0-6 16,0 0-16-16,0 0 11 15,-13 7-10-15,-2 10-1 16,-5 12 4-16,1 6-1 16,4 7-3-16,4 5 10 15,2 1-10-15,8-4 10 16,1-4-9-16,0-5 1 16,7-8-4-16,6-3-2 0,3-7 1 15,3-4 1-15,-1-6-43 16,4-4-9-16,0-3-15 15,2 0-55-15,0-7-11 16,-3-9 28-16,-3 0 57 16,-7-2 35-16,-5 0 15 15,-5 5 9-15,-1 3 5 16,0 6 66-16,0 4 24 16,0 0-31-16,0 1-40 15,0 18-30-15,0 5 15 16,0 3 17-16,0-5-13 15,13-5-20-15,6-5 9 16,3-5-1-16,1-7-1 0,0 0 8 16,0 0-9-16,-2-16 13 15,-4-4 19-15,-7-2-14 16,-7-3 16-16,-3 1 2 16,0 0-16-16,-19 2-9 15,-2 2-16-15,-1 6 5 16,2 5-8-16,3 7-4 15,2 2 1-15,3 5-4 16,4 17-42-16,5 4-56 16,3-1-103-16,0-5-59 15,17-5-171-15</inkml:trace>
  <inkml:trace contextRef="#ctx0" brushRef="#br0" timeOffset="8254.74">19500 4622 792 0,'0'0'352'0,"0"0"-338"16,0 0 16-16,0 0 49 15,0 0-5-15,15 97-22 16,-15-66-34-16,0 0-10 16,0-3-5-16,0-4-3 15,-1-1-51-15,-3-6-88 16,4-9-187-16,0-8-147 15</inkml:trace>
  <inkml:trace contextRef="#ctx0" brushRef="#br0" timeOffset="9112.61">19716 4382 1040 0,'0'0'146'16,"0"0"-134"-16,0 0 44 16,0 0 9-16,0 0-61 15,0 0 5-15,13 86 27 16,3-48 1-16,-2-7-11 16,5-3-23-16,-3-8 13 0,3-5-9 15,0-6-5-15,1-6 1 16,1-3 6-16,3 0-7 15,-1-6 9-15,0-7-11 16,-1-6 7-16,-3-1-6 16,-5-4 3-16,-4-4-5 15,-3-3 1-15,-5 0 0 16,-2 0 6-16,0 6-5 16,-2 4 7-16,-6 7 9 15,1 8 15-15,4 5-1 16,1 1-18-16,2 0-5 0,-1 3-8 15,-1 19-11 1,0 13 11-16,0 10 4 0,2 3-2 16,0 4-4-16,0-1 5 15,12 0-2-15,-4 0 0 16,2-1-1-16,-4-6 0 16,-5-6 0-16,-1-13 3 15,0-8-3-15,0-7 0 16,-5-4 4-16,-5-1 8 15,-2-3-1-15,-2-2 1 16,-4 0-2-16,2 0-6 16,1-14 3-16,3-5-7 15,7-8-11-15,5-1-19 16,0-2 2-16,7 1-13 0,13 1 4 16,1 7 5-16,1 3 6 15,0 4 13-15,0 7 13 16,-1 4 0-16,1 3 1 15,0 0-1-15,-2 0 0 16,0 9 3-16,0 2-2 16,0-2 0-16,1-1 2 15,-1-4 7-15,0-4-7 16,-2 0 6-16,2 0 8 16,-3-12-2-16,-1-4 18 15,-3-1 5-15,-7 0-11 16,-6-2 29-16,0 2-13 15,-15-3-26-15,-10-1-5 0,-2 5-9 16,-1 1-1-16,6 9-1 16,3 4-1-16,3 2 0 15,4 0-9-15,1 9-42 16,4 7-77-16,7 0-90 16,0-6-163-16,0-7-232 15</inkml:trace>
  <inkml:trace contextRef="#ctx0" brushRef="#br0" timeOffset="9430.06">20347 4197 1235 0,'0'0'137'0,"0"0"-116"16,0 0 79-16,0 0-42 16,0 0-43-16,0 0-15 15,98 43 9-15,-63 3 8 16,-2 10-12-16,-7 5 23 16,-11 4-5-16,-5-1-8 15,-10 0-4-15,0-2-7 16,-7-4 0-16,-18 0-7 0,-8-2 3 15,-12-2-41 1,-14-1-84-16,-11-6-149 0,-11-5-270 16</inkml:trace>
  <inkml:trace contextRef="#ctx0" brushRef="#br0" timeOffset="9964.2">18507 4235 1105 0,'0'0'89'0,"0"0"-63"15,0 0 81-15,0 0 41 16,0 0-81-16,0 0-31 16,-75-17-28-16,48 45 2 15,0 15 28-15,2 19-13 16,8 18-4-16,6 10 3 15,9 7-2-15,2-5-3 16,12-12-10-16,25-17-9 16,15-13-2-16,15-11-5 15,8-6 5-15,5-5-18 16,-1-5-83-16,-2-11-135 16,-11-7-219-16</inkml:trace>
  <inkml:trace contextRef="#ctx0" brushRef="#br0" timeOffset="14944.62">18152 4759 897 0,'0'0'73'16,"0"0"-70"-16,0 0 15 0,0 0 93 15,0 0-18 1,-86 0-28-16,69 6-11 0,-4-3-10 16,-3 3 5-16,-7-2-12 15,-1-3-7-15,-4-1 6 16,1 0-7-16,0 0 0 15,2-9 1-15,3-9-4 16,3-6 1-16,3-8-9 16,6-9-7-16,3-6 1 15,6-5-11-15,8-2 4 16,1-3-2-16,1 0-3 16,18 0 0-16,6 0 1 15,7-2 2-15,3 4-4 16,6-2 4-16,3 0 0 0,3 2-3 15,4-2 3 1,-2 0-1-16,2 1-2 0,-8 8 0 16,-3 7 0-16,-5 6-3 15,-8 9 3-15,-6 6 0 16,-7 7 3-16,-6 5-5 16,-6 5 2-16,-2 1 0 15,0 2 0-15,0 0-2 16,0 0 2-16,0 0 0 15,0 0-11-15,-3 0 10 16,-12 7-1-16,-7 10 2 16,-5-3 2-16,-1 4-1 15,-4 0-1-15,0 1 3 0,2-3 2 16,4-4-6-16,7-2 1 16,9-7 0-16,5-1-2 15,5-2 4-15,0 0-2 16,0 0 0-16,0 0 3 15,7-3-3-15,11-10 0 16,6-4 1-16,4-1-1 16,0 3 1-16,2 3-1 15,2 1 0-15,0 4-2 16,-3 4 1-16,-6 3 1 16,-5 0-3-16,-4 0 2 15,-4 7-6-15,0 7 7 0,-4 4 0 16,0 2 0-1,-2 4-2-15,2 4 2 0,0 4-24 16,2 7-112-16,2 3-77 16,-3 0-75-16,-3-2-254 15</inkml:trace>
  <inkml:trace contextRef="#ctx0" brushRef="#br0" timeOffset="17861.22">17195 6151 689 0,'0'0'128'0,"0"0"-95"0,0 0 69 16,0 0 51-16,0 0-45 16,0 0-66-16,13-69-2 15,-9 54 31-15,-4-2-12 16,0-1-19-16,0 1-13 16,-6-3-10-16,-8 3-1 0,-5 1-2 15,-3 6 5 1,-3 9-19-16,-2 1 8 0,-1 13-8 15,-2 25 0-15,1 13 0 16,8 14 2-16,8 6 3 16,7 1 0-16,6-6-5 15,0-10 2-15,7-12-5 16,12-9 3-16,2-11 0 16,1-7-2-16,1-6 2 15,-1-8-2-15,0-3 2 16,0 0-18-16,-1-14 15 15,1-12-7-15,-2-7 4 16,-1-8 4-16,-6-5-4 16,-5-6 6-16,-4-1 0 15,-4 0 2-15,0 5-4 16,0 8 3-16,0 14-1 0,0 11 11 16,0 9 17-16,0 6-1 15,0 4-27-15,0 23 2 16,0 14-2-16,0 9 14 15,4 6-9-15,0-2-3 16,-1-4 1-16,3-5-3 16,0-5 0-16,2-9-6 15,4-5-18-15,5-9-74 16,2-8-69-16,5-9-70 16,3 0-103-16,-4-16-81 15</inkml:trace>
  <inkml:trace contextRef="#ctx0" brushRef="#br0" timeOffset="18627.29">17436 6230 797 0,'0'0'211'16,"0"0"-117"-16,0 0-30 15,0 0 8-15,0 0-20 16,0 0-13-16,103-52-18 16,-77 63 5-16,-5 13 2 15,-6 7-14-15,-8 4 3 16,-7 2-6-16,0 1-10 15,-7-2 3-15,-12-1 7 16,-2-4-8-16,1-7-3 16,5-7-4-16,3-8 0 0,7-9 7 15,2 0-3 1,3-9 0-16,0-17-54 0,7-5 18 16,14-4 27-16,4-1-24 15,2 1 16-15,1 4-2 16,1 1 6-16,-1-1 9 15,-3 3 3-15,-4 1 1 16,-7 0 4-16,-4 5-1 16,-4 3 8-16,-3 8 34 15,-3 3 1-15,0 5 17 16,0 1-12-16,0 2-4 16,0 0-15-16,-7 0-30 15,-3 15 11-15,-3 11-4 16,1 7-9-16,4 11 13 0,1 4-4 15,5 0 6-15,2-1-13 16,0-9 4-16,2-5-4 16,8-8-2-16,4-4 2 15,0-5-5-15,2-4-41 16,2-4-15-16,2-7-35 16,3-1-23-16,4-3 14 15,-2-14-66-15,-3-3 16 16,-5 1 98-16,-5 0 49 15,-9 8 6-15,-3 6 16 16,0 1 91-16,0 4 37 16,0 0-73-16,0 19-51 15,0 6 30-15,0 5 5 0,0-2-29 16,7-3 2 0,10-6-7-16,5-9 11 15,0-4-8-15,-2-6-8 0,-1 0 9 16,-6-6-1-16,-3-10 27 15,-9-2 4-15,-1-6-16 16,-6 2-1-16,-21-2-24 16,-5 2-13-16,-1 3 8 15,3 6-9-15,6 4 0 16,8 6-3-16,5 3-12 16,5 1-19-16,5 18-66 15,1-1-88-15,4-1-80 0,16-6-261 16</inkml:trace>
  <inkml:trace contextRef="#ctx0" brushRef="#br0" timeOffset="18818.38">18128 6339 1182 0,'0'0'112'0,"0"0"-107"16,0 0 33-16,0 0 30 15,98-37-56-15,-39 22-3 16,2 4-9-16,-2-1-6 16,-4 0-48-16,-8 2-106 15,-10 1-148-15,-12 2-127 16</inkml:trace>
  <inkml:trace contextRef="#ctx0" brushRef="#br0" timeOffset="19042.21">18320 6146 930 0,'0'0'139'16,"0"0"-130"-16,0 0 2 0,0 96 45 15,13-49-10 1,3 4-25-16,-6-1-20 0,-1-5 6 15,1-6-7-15,-1-6-83 16,1-6-154-16,-2-11-164 16</inkml:trace>
  <inkml:trace contextRef="#ctx0" brushRef="#br0" timeOffset="20443.58">18624 6070 1013 0,'0'0'90'0,"0"0"-82"0,0 0 4 16,9 110 41-16,2-65-14 15,-1 0-21-15,-3-4-12 16,-2-6 8-16,-5-8 0 15,0-11-14-15,0-7 12 16,0-6-4-16,0-3 2 16,0 0 27-16,0 0-11 15,-2-15 0-15,1-13-17 16,1-8-6-16,0-3-6 16,0 3-1-16,20 6-2 15,6 9 5-15,6 11-1 0,3 7 1 16,1 3 1-1,-1 4-5-15,-2 20 5 0,-3 7 0 16,-7 4 0-16,-9 4-3 16,-9 1 3-16,-5-6 0 15,-1-1 3-15,-20-3 0 16,-6-6 23-16,-3-1 10 16,-3-5-14-16,1-7-3 15,7-4-13-15,8-6-3 16,8-1 3-16,5 0-5 15,4-16-2-15,0-11-44 16,18-5-30-16,7-3 30 16,7 2-30-16,0 4 2 0,1 3 51 15,-3 7 22 1,-5 10 2-16,-3 7-2 0,-3 2 3 16,-2 15 2-16,-4 12 31 15,-2 3-13-15,1 1 6 16,0-3-1-16,2-7-12 15,0-8 5-15,1-4 4 16,1-6-8-16,-2-3-2 16,0 0 1-16,-3-7 2 15,-2-8-7-15,-4-2 20 16,-3-1-12-16,-2-1-1 16,0 0 10-16,0 2-12 0,0 4-2 15,-6 6 12 1,3 4-11-16,2 3 7 0,-1 0-22 15,0 19-16-15,-1 13 16 16,1 11 3-16,2 9-2 16,0 6 2-16,0 10-1 15,0 1 3-15,0 0-3 16,0-10 4-16,0-14-7 16,0-12 5-16,0-12 0 15,-6-5 23-15,-8-5-9 16,-2-6 12-16,-5-3-3 15,0-2-8-15,-3 0-3 16,0-14-6-16,3-7 2 16,4-5-9-16,7-7 1 15,10-2-4-15,0 1 0 16,5-2-4-16,15 3-2 0,3 4-2 16,5 4-17-16,-2 3 4 15,4 7-24-15,-1 2-4 16,1 4-24-16,-2 0-41 15,-1 2 21-15,-7-1-2 16,-2-1 22-16,-5 1 21 16,-6 1 50-16,-1-1 2 15,-6 1 0-15,0 1 4 16,0-2-3-16,0 2 3 16,0-1-3-16,-2-1 11 15,-3 1 4-15,0 0 24 0,1 1-5 16,0 2 13-16,2-1 15 15,1 5-4-15,-2 0-5 16,3 0-26-16,0 0-25 16,0 0 8-16,0 0-5 15,0 0-2-15,0 0-4 16,0 5 4-16,0 12 2 16,0 5 35-16,3 1-28 15,3-3 1-15,5-4-3 16,3-7-11-16,4-3 11 15,1-4-7-15,-1-2-1 16,0 0 12-16,-2-8-11 16,-3-10 15-16,-3-3 6 15,-7 1-5-15,-3-4 12 16,0 7-18-16,-3 1 2 0,-19 4-6 16,-5 3-7-16,-6 6-6 15,3 3 2-15,3 0-8 16,9 5 8-16,6 5-40 15,6 2-23-15,6-3-27 16,0-1-82-16,6-5-22 16,16-3-150-16,3-2-74 15</inkml:trace>
  <inkml:trace contextRef="#ctx0" brushRef="#br0" timeOffset="21194.35">19065 6164 302 0,'0'0'148'16,"0"0"-145"-16,0 0 4 0,0 0 28 15,0 0-19-15,0 0-12 16,-11-8-4-16,11 8 6 16,0-1 48-16,0 1 12 15,0 0-14-15,0 11-27 16,0 12 74-16,0 8-11 15,0 8-65-15,0 4-22 16,0-3 2-16,0 1-3 16,0-8-5-16,0-5-85 15,0-8-127-15,0-10-115 16</inkml:trace>
  <inkml:trace contextRef="#ctx0" brushRef="#br0" timeOffset="21481.32">19224 6183 682 0,'0'0'128'16,"0"0"-119"-16,0 0-4 16,0 0 14-16,0 0 67 15,0 88-26-15,0-46-52 0,-1-1-7 16,-2-2-2-16,1-5-32 16,0-2-171-16,2-10-153 15</inkml:trace>
  <inkml:trace contextRef="#ctx0" brushRef="#br0" timeOffset="21727.68">19579 6214 1160 0,'0'0'57'0,"0"0"-49"15,0 0-8-15,128-14 9 16,-79 14-9-16,3 0-13 16,-5 0-199-16,-9 0-189 15</inkml:trace>
  <inkml:trace contextRef="#ctx0" brushRef="#br0" timeOffset="21906.82">19749 6342 707 0,'0'0'653'0,"0"0"-653"15,0 0-49-15,0 0 49 16,0 0 6-16,93 0-6 15,-45 4-190-15,-5-1-135 16,-6-3-112-16</inkml:trace>
  <inkml:trace contextRef="#ctx0" brushRef="#br0" timeOffset="22446.16">20166 6287 927 0,'0'0'266'0,"0"0"-266"16,0 0 0-16,0 0 31 16,0 0-2-16,0 0-18 15,78-37-5-15,-65 17-3 16,-1-5 14-16,-5-5 15 16,-4-2-15-16,1-3 27 15,-3-2-8-15,1 5-19 16,1 4 11-16,3 10 8 15,-2 7-2-15,6 10-34 16,2 1-5-16,2 1 0 16,5 19-4-16,1 4 6 15,-1 2 2-15,-2-1 1 0,-4-5 0 16,-1-7 0 0,-5-4 3-16,-2-4-3 0,-4-5 3 15,-1 0-2-15,0 0 12 16,0 0-2-16,0-11-11 15,-10-4-3-15,-5-1-4 16,-3 2 6-16,-4 4-9 16,-1 4 10-16,-1 6 11 15,-3 0-4-15,2 26 6 16,-2 18 2-16,4 14-9 16,7 0 31-16,9-2-16 15,7-10 2-15,0-12 6 16,17-7-22-16,12-12 4 15,15-12-6-15,8-3-1 0,7-7 1 16,-3-11-5-16,-7 2-43 16,-9 4-48-16,-10 2-114 15,-11 3-203-15,-16 4-431 16</inkml:trace>
  <inkml:trace contextRef="#ctx0" brushRef="#br0" timeOffset="23243.08">16577 5677 794 0,'0'0'302'16,"0"0"-229"-16,0 0-62 16,0 0 17-16,-21 141 70 15,25-60 23-15,16 8-70 0,4 10-1 16,-2 3-4-16,-5 1-20 15,-7-5 6-15,-3-9-22 16,-6-7-6-16,-1-6-1 16,0-7-2-16,-1-13-1 15,-7-12 0-15,2-15-24 16,6-14-42-16,0-10-74 16,0-5-61-16,2-23-71 15,5-20-412-15</inkml:trace>
  <inkml:trace contextRef="#ctx0" brushRef="#br0" timeOffset="24292.76">16736 5817 773 0,'0'0'116'0,"0"0"-96"16,0 0 20-16,0 0 94 16,0 0-25-16,0 0-57 15,-14-18 9-15,14 16 30 16,0 2-9-16,0-1-15 0,0-1-40 15,0 2-8-15,0 0-1 16,14 0-14-16,18 0 7 16,12 0 17-16,8 0-20 15,8-1 11-15,8 0-10 16,9-3-5-16,8 0 9 16,1 1-12-16,-1 2 10 15,-3 1-7-15,-3 0 1 16,-3 0 4-16,-2 0-9 15,-3 0 2-15,-2 0 6 16,0 0-7-16,3 0 2 16,3 0 3-16,-1 0-1 15,1 0-6-15,-3 0 1 16,3 0 0-16,9 0-2 0,6-5 8 16,8-2-6-16,8-4 0 15,1 2 4-15,0 0-4 16,-3 1 0-16,-6 1 0 15,-4-1 0-15,-5 4 7 16,-4-1-7-16,-5 4 0 16,-7 0 5-16,-6-1-14 15,-6 0 9-15,-3 0 0 16,-2 1-4-16,2 0 8 16,0-1-4-16,3-1 0 15,4 1 0-15,0-2-1 16,0 1 1-16,4 1 0 15,-4-2-4-15,2 1 7 0,-4 0-3 16,-2 0 0-16,-3 0 5 16,-1 0-5-16,0-1 0 15,1-1 0-15,3-2 2 16,-5-2-1-16,-1 1-1 16,-1 0 0-16,-8-1-5 15,-2 2 2-15,-5 0 3 16,-9 2 0-16,-5 3-4 15,-8 1 7-15,-7 0-3 16,-4 1 0-16,-6 0 4 16,0 0-4-16,0-2 0 0,0 2 3 15,0 0-1-15,0 0 2 16,0 0-3-16,0 0-1 16,0 0 5-16,0 0-6 15,0 0 1-15,0 0 0 16,0 0 1-16,0 0-1 15,0 0 0-15,0 0-1 16,0 9-6-16,0 16 7 16,0 16 1-16,-1 13 3 15,-3 15 8-15,3 11-3 16,1 4 4-16,0 7 1 16,1-4-13-16,14-6 3 0,-2-9-4 15,1-7 4 1,-6-14-2-16,-4-9-2 0,-4-6-2 15,0-5-13 1,-26-5-53-16,-12-6-102 0,-14-10-254 16</inkml:trace>
  <inkml:trace contextRef="#ctx0" brushRef="#br0" timeOffset="25559.31">16846 6951 597 0,'0'0'139'0,"0"0"-135"15,0 0 34-15,0 0 91 16,0 0-17-16,0 0-17 15,-41 0-4-15,40-2 15 16,-1 2-21-16,2-1 10 16,0-1-25-16,0 2-27 0,0-3-5 15,0 2-18 1,0-1 8-16,13 1-8 0,12-2-12 16,14-1 24-16,9-2-14 15,11 1-13-15,6-1 11 16,7 1-14-16,3 3 8 15,0 2-5-15,-1 0 0 16,1 0-2-16,0 0-1 16,0 0 0-16,2 0 6 15,-3 0-4-15,-4-2-2 16,3-2 0-16,2 0 3 16,0-1 3-16,0 1-8 0,0 1 0 15,-2 0-5 1,1-1 10-16,0 1-5 0,-1 0 0 15,3 0 3-15,-4 0-6 16,-1 1 3-16,-2 1 0 16,-4-1-1-16,-3 2 6 15,-2-3-5-15,1 2 0 16,-5-2 6-16,-1-2-4 16,-3 3-2-16,0-3 2 15,2 1-4-15,1 4 7 16,1-4-5-16,5 1 0 15,-3-1 5-15,2-1-11 16,1 1 6-16,-3-2 0 16,3 1-1-16,-3-1 5 15,-2 0-4-15,0 2 0 0,-5-1 2 16,1 0-4 0,0 2 2-16,-1 1 0 0,-5 1 1 15,1 1 5-15,2-4-5 16,3 2-1-16,0-2 5 15,-3-1 0-15,0 3-5 16,-5-3 0-16,-4 3 3 16,-4-1-3-16,3 0 0 15,1 1 0-15,2-5 4 16,-1 2-1-16,0-3-3 16,-5 0 2-16,-6 3-5 15,-2 0 6-15,-11 0-3 0,-3 3 0 16,-4 0 0-16,-3-1 1 15,-2 1 0-15,1 1 0 16,3-2 14-16,1 1-13 16,2 1 4-16,-1-1-4 15,4-1 2-15,0 0-5 16,4 0 1-16,3-1 0 16,1-1 3-16,-1 2 1 15,-6 0-4-15,-7 2 0 16,-6 1 1-16,-3-2-4 15,0 2 3-15,0 0-2 16,0 0-7-16,-12 0-43 16,-20 0-37-16,-11 2-105 15,-17-2-500-15</inkml:trace>
  <inkml:trace contextRef="#ctx0" brushRef="#br1" timeOffset="32209.82">16266 3379 549 0,'0'0'93'0,"0"0"-92"0,0 0 5 15,0 0 103-15,0 0 39 16,0 0-25-16,0 0-56 16,0 0-32-16,-13 0-5 15,54-5 1-15,19-8 1 16,24-4 5-16,23-11-16 15,19-5-1-15,18-3-9 16,10-2-9-16,-5 7-2 16,-17 9-2-16,-25 14-2 15,-30 4-64-15,-24 4-99 16,-23 0-93-16,-20 0-108 16</inkml:trace>
  <inkml:trace contextRef="#ctx0" brushRef="#br1" timeOffset="32524.36">16564 3485 809 0,'0'0'118'16,"0"0"-108"-16,0 0-5 0,0 0-1 15,127-69 13-15,-56 52 12 16,10-1-13-16,12-1-7 16,5 3-8-16,5-2-2 15,-3-1-8-15,-5-1-52 16,-7-1-80-16,-12-1-102 15,-17-2-13-15</inkml:trace>
  <inkml:trace contextRef="#ctx0" brushRef="#br1" timeOffset="32874.25">17422 3015 643 0,'0'0'122'16,"0"0"-109"-16,0 0 28 15,0 0 49-15,0 0-32 16,0 0-47-16,0-9-10 16,26 24 35-16,3 5-6 15,5 1-15-15,-1 5 19 16,-3 1 8-16,-4 1-7 15,-8 2 0-15,-10-1-7 16,-7-1-1-16,-1 1 5 0,-14-1-8 16,-17 4 27-1,-8 2-19-15,-7 1-27 0,1 0-1 16,5 2-4-16,5 3-3 16,9 3-131-16,2 2-109 15,0-3-205-15</inkml:trace>
  <inkml:trace contextRef="#ctx0" brushRef="#br1" timeOffset="34842.92">10454 7369 577 0,'0'0'108'0,"0"0"-91"16,0 0 30-16,0 0 73 15,0 0-6-15,0 0-21 16,-9-17-54-16,8 17-5 16,-1 0 6-16,-4 0-10 0,-7 6-2 15,-4 19 2-15,-7 12-4 16,0 11 22-16,1 16 17 16,1 8-29-16,6 10 11 15,2 7 3-15,9 0-25 16,4-5-4-16,1-10-17 15,3-12 6-15,14-10-7 16,2-6-1-16,3-9-1 16,1-4-1-16,-2-6 0 15,3-6-34-15,-1-5-75 16,3-8-49-16,3-8-142 16,-2-4-165-16</inkml:trace>
  <inkml:trace contextRef="#ctx0" brushRef="#br1" timeOffset="35823.19">10765 7764 1031 0,'0'0'112'0,"0"0"-53"15,0 0-36-15,0 0 24 16,0 0 34-16,56-76-39 0,-15 71-11 16,4 2-8-16,-2 3-16 15,-7 0 8-15,-8 8-15 16,-13 13 1-16,-6 7-5 16,-9 10 8-16,0 6-2 15,-21 3 17-15,-9 5-14 16,-3-6 5-16,-1-5-6 15,4-9-2-15,9-9 3 16,5-10-3-16,10-6-2 16,4-3 0-16,2-4 3 15,0 0-6-15,13-5-14 16,14-13-6-16,7-5 5 16,2-4 5-16,-1-2-2 0,0 2-2 15,-3-5-9 1,-2 2 25-16,-1-2 1 0,-6 2 0 15,-4 3 1-15,-4 2 1 16,-7 7 2-16,-1 1 9 16,-5 0-4-16,-2 6 28 15,0 0-8-15,0 3-11 16,0 3 14-16,0 2-10 16,0 3-2-16,0 0 3 15,0 0-13-15,0 0-1 16,0 0-9-16,-6 0 0 15,-4 12 9-15,-2 7 1 16,-1 3-4-16,2 6 1 16,-1 4-6-16,2 5 15 0,3-2-8 15,4 2-5-15,1-4 3 16,2-4-6-16,0-1 1 16,2-4-4-16,8-2 7 15,5-3-5-15,0-5 1 16,1-2 0-16,3-3-1 15,0-1-3-15,1-2-3 16,2-4-8-16,-1-2-20 16,3 0 10-16,0 0-1 15,-2-8 6-15,-3-3 8 16,-5 2 2-16,-3 2 3 16,-4 4 5-16,-4 2-1 15,-3 1 1-15,0 0 1 16,1 0-17-16,6 2 12 15,3 7 6-15,3-1 1 0,2-4 5 16,2-1-3-16,0-3-2 16,-2 0 3-16,-2-3 1 15,-1-10 7-15,-5-2 0 16,-7 0 4-16,0 0 28 16,-5 3-19-16,-13 3-4 15,-8 0-18-15,0 3-2 16,1 4 15-16,-1 2-16 15,4 0-2-15,2 11-6 16,2 10-3-16,7 4-40 16,5 1-33-16,6-3-52 15,7-7 6-15,18-5-128 0,7-11-157 16</inkml:trace>
  <inkml:trace contextRef="#ctx0" brushRef="#br1" timeOffset="36140.18">11653 7900 892 0,'0'0'112'15,"0"0"-79"-15,0 0 104 16,0 0-36-16,0 0-65 16,0 0-5-16,72-26-12 15,-29 18 2-15,4 1-4 16,2-2-13-16,0 0 1 16,-1-1-5-16,-9 2-2 15,-3 1 1-15,-11 2-64 16,-5 4-115-16,-7-1-75 15,-8-2-145-15</inkml:trace>
  <inkml:trace contextRef="#ctx0" brushRef="#br1" timeOffset="36378.12">11919 7614 356 0,'0'0'572'16,"0"0"-555"-16,0 0-12 16,0 0 14-16,0 0 99 15,-3 94-52-15,10-45-19 16,0 2-25-16,-5 2-12 16,-2-3-8-16,0-4 2 15,0-4-4-15,0-6-87 0,0-7-137 16,0-11-207-1</inkml:trace>
  <inkml:trace contextRef="#ctx0" brushRef="#br1" timeOffset="36907.29">12223 7646 1021 0,'0'0'150'0,"0"0"-148"0,0 0 1 15,0 80 18-15,7-36 33 16,3 0-28-16,-1-1-14 16,-4-2-4-16,-3-6 0 15,-2-4 19-15,0-9-15 16,0-6 3-16,-2-7 8 15,-1-4-7-15,1-4 11 16,2-1 5-16,-2 0 2 16,1-3 5-16,-1-12-31 15,2-4-6-15,0-1-2 16,0 2-14-16,15 2 2 16,7 2 4-16,3 6 7 15,3 4-7-15,-1 4 5 16,-3 0-10-16,-3 0 3 15,-5 12-3-15,-7 4 11 0,-5 5-2 16,-4 2 0-16,0 2 4 16,-7 0 11-16,-15-3 6 15,-4 1 7-15,-4-3-14 16,-2-3 11-16,2-6-2 16,3-4-15-16,9-2 5 15,9-3-8-15,9-2-1 16,0 0-10-16,7-8-92 15,18-15-143-15,8-7-142 16,2-4-13-16</inkml:trace>
  <inkml:trace contextRef="#ctx0" brushRef="#br1" timeOffset="37223.37">12545 7739 734 0,'0'0'145'15,"0"0"-89"-15,0 0 60 16,7-93 20-16,-4 75-54 15,2 6-28-15,-3 4-29 16,0 7 20-16,-2 1-5 16,1 1-40-16,3 21 8 15,-1 7 29-15,2 9 12 16,-3 4-25-16,-1 4-6 16,-1 2 3-16,0 1-9 15,0-4-3-15,0-6-4 0,2-7-2 16,3-7-2-16,4-4 2 15,1-5 1-15,8-8-8 16,2-1 2-16,7-7 0 16,1 0-6-16,4-2-50 15,1-14-42-15,-3-7-100 16,-7-6-174-16,-12-4-299 16</inkml:trace>
  <inkml:trace contextRef="#ctx0" brushRef="#br1" timeOffset="37369.58">12552 7877 1094 0,'0'0'88'0,"0"0"-62"15,0 0-25-15,0 0 12 16,0 0 9-16,103-22-22 16,-55 22-8-16,-2 0-161 15,-5 0-70-15,-7 0-87 16</inkml:trace>
  <inkml:trace contextRef="#ctx0" brushRef="#br1" timeOffset="37547.53">12972 7935 697 0,'0'0'163'16,"0"0"-120"-16,0 0 69 15,-12 98-15-15,5-64-20 16,0 3-34-16,-1 1-41 0,1-5 6 15,3-4-8-15,0-7-42 16,4-7-117-16,0-8-145 16,0-7-433-16</inkml:trace>
  <inkml:trace contextRef="#ctx0" brushRef="#br1" timeOffset="38406.16">13329 7732 406 0,'0'0'777'0,"0"0"-730"16,0 0-39-16,0 0 21 15,0 0 6-15,0 0-33 16,0 47 37-16,12-9-23 15,0-3-8-15,2-5 6 16,0-6-5-16,3-7-5 16,0-7-4-16,3-4 5 15,0-6 3-15,2 0 11 16,-1-6-15-16,-4-13 3 16,-3-4-7-16,-4-5-3 15,-6-4 0-15,-2 0-2 0,-2 0 5 16,0 4 1-16,-2 5 6 15,-5 3 0-15,1 7-2 16,2 9 10-16,4 2 9 16,0 2-24-16,0 3-8 15,0 22-7-15,0 12 15 16,0 11 17-16,0 10-12 16,0 4 2-16,0 3 19 15,0 4 5-15,0 2-13 16,-6-8-7-16,-5-5-1 15,-5-13 5-15,-2-11-10 16,-2-8 9-16,1-10 17 0,2-5-22 16,4-8 5-1,7-3-5-15,0 0-4 0,3-14 7 16,3-13-12-16,0-7-20 16,0-7-3-16,19-3-29 15,0 4-8-15,5 4 11 16,1 6 2-16,-1 13 13 15,-4 7 20-15,-3 7 14 16,-4 3 0-16,-1 0-3 16,1 13 3-16,4 3 15 15,-1 1-6-15,4-3 7 16,0-2-10-16,2-8-4 16,-2-4 8-16,-1 0-8 0,-4 0 12 15,-1-13 9 1,-2-5 7-16,-3-5 12 0,-6-3-12 15,-3 2 18-15,0 0-10 16,-18-1-28-16,-9 2 10 16,-3 5-9-16,-4 5-9 15,6 7 5-15,5 6-7 16,4 0-6-16,5 6 2 16,5 10 4-16,7 4-14 15,2 2-35-15,2-1-61 16,14-1-21-16,8-5-116 15,1-7-78-15,2-8-206 0</inkml:trace>
  <inkml:trace contextRef="#ctx0" brushRef="#br1" timeOffset="38669.41">13943 7871 1164 0,'0'0'68'0,"0"0"-57"16,0 0 13-16,0 0 18 16,0 0-5-16,0 0 3 15,115 20-17-15,-80-16-11 0,-3-1-10 16,-3 2 0-1,-3-4-4-15,1 1-7 0,-3-2-135 16,-1 0-105-16,-3 0-281 16</inkml:trace>
  <inkml:trace contextRef="#ctx0" brushRef="#br1" timeOffset="39439.08">14683 7759 957 0,'0'0'253'0,"0"0"-233"0,0 0-3 16,0 0 85-16,0 0-33 16,0 0-58-16,-11-36 24 15,8 29-6-15,-6-4 7 16,-2 0 13-16,-4 2-27 15,-2 1-4-15,-3 8 16 16,-5 0-25-16,-2 22 4 16,-1 15-2-16,1 14-5 15,6 3 6-15,8-1-9 16,10-9 3-16,3-11-6 16,0-11 0-16,12-8-1 15,6-7-1-15,6-7 2 16,4 0 12-16,2-12-7 0,-2-10-5 15,-3-3-5-15,-5-6-6 16,-2-2 9-16,-7-1-1 16,-3-1-9-16,-4 1 11 15,-3 10-1-15,-1 10 2 16,0 8-2-16,0 6-5 16,0 0 4-16,0 18-18 15,0 13 21-15,0 9-1 16,0 0 2-16,0-3 0 15,9-8 1-15,6-8-1 16,5-6-1-16,0-8 0 16,2-5 0-16,1-2 6 0,0 0-4 15,0-12 5 1,2-7-3-16,-6-4-2 0,-2-4-1 16,-4-5-1-16,-4-2 1 15,-2-2 0-15,-6-4-1 16,-1-1 0-16,0-2-2 15,0-2 0-15,-11 6 2 16,-3 6 1-16,2 9 0 16,4 12 7-16,3 9 0 15,3 3 2-15,-1 6-10 16,-2 26-2-16,2 11 2 16,1 14 9-16,2 1-7 15,0 0 4-15,0-4-6 16,10-4 0-16,2-6 0 15,3-9-3-15,2-7 2 0,-3-9-15 16,-1-7-40-16,3-9-62 16,0-3-154-16,-2-4-69 15,-9-22-491-15</inkml:trace>
  <inkml:trace contextRef="#ctx0" brushRef="#br1" timeOffset="39597.36">14774 7754 1246 0,'0'0'186'16,"0"0"-157"-16,0 0-29 0,0 0 2 16,0 0 9-1,0 0 16-15,127-9-27 0,-75 9-76 16,-5 0-93-16,-9 0-121 16,-8-10-242-16</inkml:trace>
  <inkml:trace contextRef="#ctx0" brushRef="#br1" timeOffset="40184.58">15457 7692 1112 0,'0'0'93'16,"0"0"-93"-16,0 0-5 15,0 0-3-15,0 0-17 16,0 0-38-16,31 31-72 16,-21-13-124-16,-3-2-101 15</inkml:trace>
  <inkml:trace contextRef="#ctx0" brushRef="#br1" timeOffset="40355.18">15590 7910 1182 0,'0'0'46'16,"0"0"-36"-16,0 0-2 0,-24 76 26 16,8-46-9-16,0-2-21 15,5-2-4-15,8-1-8 16,3-7-74-16,0-2-156 16,1-10-214-16</inkml:trace>
  <inkml:trace contextRef="#ctx0" brushRef="#br1" timeOffset="40838.89">16282 7515 959 0,'0'0'117'0,"0"0"-91"16,0 0 17-16,0 0 70 15,0 0-23-15,0 0-48 16,-29-41-27-16,29 41-4 16,0-1 28-16,0 1-2 15,0 0-24-15,0 0 16 16,0 0 2-16,0 0-4 15,0 0-1-15,0 0-19 0,-1 0-7 16,-1 8-4 0,1 16 4-16,1 12 1 0,0 10 21 15,0 6-18 1,0 5 9-16,0 1 1 0,0 1 1 16,0-6-6-16,1-5-5 15,6-9 2-15,2-10-6 16,0-6 3-16,1-9-7 15,2-3 4-15,5-7 0 16,3-4-2-16,6 0-6 16,6-4-30-16,0-15-24 15,-2-4-58-15,-5-8-106 16,-8-6-153-16</inkml:trace>
  <inkml:trace contextRef="#ctx0" brushRef="#br1" timeOffset="41000.81">16138 7783 1226 0,'0'0'114'0,"0"0"-114"15,0 0 0-15,0 0 26 16,96-19 1-16,-28 17-23 16,7-3-4-16,5-4-77 15,-1-3-144-15,-4-3-91 16,-11-3-166-16</inkml:trace>
  <inkml:trace contextRef="#ctx0" brushRef="#br1" timeOffset="41355.79">16981 7569 985 0,'0'0'94'0,"0"0"-71"15,0 0 73-15,0 0 19 16,0 0-18-16,0 0-40 16,-17-27-26-16,2 27 12 15,-5 0-12-15,-8 0-3 16,-4 15-5-16,0 14-4 16,-3 8 0-16,1 7 4 0,9 1-12 15,7-2 8 1,13-3-16-16,5-9-2 0,3-5 6 15,19-5-6-15,7-6-1 16,4-5 8-16,6-4-7 16,0-6 0-16,5 0-1 15,-1 0-48-15,-1-10-29 16,-5-4-70-16,-7-3-105 16,-12-5-202-16</inkml:trace>
  <inkml:trace contextRef="#ctx0" brushRef="#br1" timeOffset="41527.05">16869 7767 764 0,'0'0'483'0,"0"0"-477"16,0 0-3-16,0 0-3 16,0 0 31-16,0 0-11 15,88-1-18-15,-44 2-2 16,5-1-30-16,4 0-103 15,4-1-142-15,-4-12-147 16</inkml:trace>
  <inkml:trace contextRef="#ctx0" brushRef="#br1" timeOffset="42004.64">17524 7576 660 0,'0'0'508'0,"0"0"-456"16,0 0 10-16,0 0 91 15,0 0-38-15,0 0-73 16,-1-20-21-16,17 20-13 16,11-2 11-16,7 0 18 15,-1-2-20-15,-3-1-9 16,-5 4-1-16,-6 0-5 16,-6-1 1-16,-5 2-3 15,-6 0 0-15,-2 0-3 16,0 0 0-16,0 0-5 15,-9 10 1-15,-14 17 7 16,-10 8 19-16,-14 9-13 0,-6 2-3 16,-5 4 4-16,3-5-7 15,7-5 0-15,11-13 8 16,10-11-7-16,10-7 16 16,9-6-1-16,5-3-3 15,3 0 4-15,0 0-6 16,0 0-3-16,7 0 3 15,19-8-8-15,14-2 9 16,16-6-5-16,7 3-7 16,4 2 1-16,5 1-1 15,0 3 0-15,-4 2 0 16,-11 5-1-16,-12 0-9 16,-15 5-42-16,-14 12-62 0,-15-1-152 15,-1 1-113 1,-30-1-520-16</inkml:trace>
  <inkml:trace contextRef="#ctx0" brushRef="#br1" timeOffset="43055.33">14986 7317 535 0,'0'0'268'15,"0"0"-142"-15,0 0-2 0,0 0 26 16,0 0-62 0,0 0-72-16,50 41 8 0,-16 15 44 15,3 15-2-15,5 14-22 16,-1 9 7-16,-1 5-2 16,-5 2-17-16,-8-3-7 15,-14-9 0-15,-13-5-13 16,-8-8-3-16,-30-5-9 15,-11-6 0-15,-6-8-4 16,1-9-9-16,1-8-75 16,-5-5-156-16,-10-8-181 15</inkml:trace>
  <inkml:trace contextRef="#ctx0" brushRef="#br1" timeOffset="45656.86">11021 8628 722 0,'0'0'102'0,"0"0"-87"16,0 0 18-16,0 0 126 15,0 0-34-15,0 0-56 16,0-5-34-16,0 5 16 16,0 0 1-16,0 0 0 15,0 0 1-15,0 0-19 16,0-3-1-16,0 3-3 0,0-1-8 15,8-1 4-15,5-2-3 16,7-1 0-16,7 0 4 16,3 0-15-16,3-1-5 15,3 1-2-15,2 1-3 16,2 2 2-16,2-1 1 16,0 2-1-16,-2-2 3 15,-2 1-6-15,-3 0 0 16,1-3 5-16,-1 2-4 15,-2 0 2-15,1-1 1 16,-3 4-3-16,0-1 2 16,0 1-3-16,0 0 0 15,1 0-1-15,-1 0 2 0,3 0-2 16,1 0 3-16,-1 0-1 16,1 0-1-16,3 0-1 15,-5 0 0-15,2 0 0 16,-2 0 4-16,3 0-4 15,0 0 0-15,-1 0 3 16,4 0-1-16,4 0-2 16,2 0 2-16,0 0 1 15,-1 0 0-15,-4 0-3 16,-1 0 0-16,-1 0 2 16,2 0-3-16,1 0 1 15,0 0 0-15,1-3 3 16,-1-1-2-16,-2-1-1 0,-4 4 0 15,1-1-5-15,-3-1 4 16,1 3 1-16,-1-3 0 16,-1 0-3-16,-2 0 6 15,-1 0-3-15,0 0 0 16,1 0 0-16,-3 1 0 16,0-2 0-16,-2 1 0 15,2 1-1-15,-2-1 1 16,-1-1 0-16,4 0-1 15,-2-1 7-15,1 1-6 16,2 0 0-16,-1 0-1 16,0 1-1-16,3-1 3 15,2 1-1-15,0 0 0 16,-1 0 3-16,-2 3-4 0,-2 0 1 16,-1 0 0-16,-3 0 0 15,-1 0 1-15,-3 0 1 16,0 0-2-16,0-2 3 15,-2 0-4-15,2-1 1 16,1 1 0-16,-1 0-2 16,-2 0 2-16,-1 1 0 15,0 1-1-15,-1-2 6 16,1 2-9-16,2 0 4 16,1 0 0-16,2 0 0 15,1 0 1-15,0-1-1 16,2 0 0-16,1 1 3 0,-3-2-6 15,-3 2 3-15,0 0 0 16,0-1-2-16,-2 1 0 16,5-3 2-16,-1 2 0 15,2 1 2-15,1-3-3 16,-2 2 1-16,2-3 0 16,2 3-3-16,2-3 3 15,0-1 0-15,2 1 0 16,-4 0 3-16,-4-1-3 15,-3 0 0-15,-7 3 0 16,-1-2-1-16,-3 3 3 0,-3-2-2 16,1 0 0-16,-3 1 3 15,2 0-2-15,-3 0-1 16,-2 2 0-16,2-2-2 16,-2 2 3-16,-1 0-1 15,0 0 0-15,0 0-3 16,0 0 1-16,0 0-51 15,-10 0-60-15,-13 0-148 16,-14 4-217-16</inkml:trace>
  <inkml:trace contextRef="#ctx0" brushRef="#br1" timeOffset="46888.33">10131 8630 55 0,'0'0'112'0,"0"0"-48"15,0 0-34-15,0 0 5 16,-97-53 25-16,77 50 40 16,-2-1-2-16,4 2-28 15,0 0 22-15,-1 2-23 16,3 0-4-16,-4 0 5 15,-4 0-18-15,-6 4 17 16,-6 13-3-16,-7 7-17 16,-14 8 17-16,-16 9-10 15,-19 10-4-15,-15 9 5 0,-15 2-6 16,-5 4 0-16,3-1-2 16,9-5-16-16,13-4 15 15,11-9-24-15,21-11-8 16,19-7-7-16,22-12-7 15,19-10 0-15,10-4-2 16,0-3-6-16,0 0 3 16,5 0-6-16,11 0 9 15,12-1 7-15,-2-10-7 16,-2 0-21-16,-1 1-10 16,-1 0-30-16,-2-1-24 15,0 4-40-15,-2-3-41 16,-5 3-204-16,-9-2-390 15</inkml:trace>
  <inkml:trace contextRef="#ctx0" brushRef="#br1" timeOffset="47518.57">5972 9359 1107 0,'0'0'147'16,"0"0"-117"-16,0 0-30 16,0 0 4-16,0 0 35 0,18 88 46 15,13-29-63 1,3 7-6-16,0 3-9 0,-6 1-4 16,-5 1 3-16,-4-1-6 15,-6 0-10-15,-5-9-85 16,-1-13-59-16,-2-19-111 15,-1-17-102-15</inkml:trace>
  <inkml:trace contextRef="#ctx0" brushRef="#br1" timeOffset="47780.01">6316 9394 1066 0,'0'0'137'0,"0"0"-119"16,0 0-6-16,-49 93 22 15,41-35 54-15,3 5-17 16,0 2-35-16,3 1-20 16,-1-1-8-16,0 0-7 15,1-4 1-15,-2-5-2 16,4-9-8-16,0-11-91 15,0-8-53-15,0-9-159 16,3-13-155-16</inkml:trace>
  <inkml:trace contextRef="#ctx0" brushRef="#br1" timeOffset="48254.82">6684 9738 896 0,'0'0'180'16,"0"0"-120"-16,-55-79-20 16,48 46 48-16,7 1 11 15,0-2-67-15,20 4-17 16,8 6-6-16,6 6-4 16,-1 11-3-16,-3 7-1 15,1 4-1-15,-8 28 13 16,-1 10 7-16,-8 9 9 15,-5 3-13-15,-8-1-2 16,-1-4 7-16,0 0-11 16,-6-5-2-16,-9-5-2 0,-4-5-6 15,1-7 0 1,-2-6-2-16,2-6 8 0,3-6-15 16,2-4 1-16,0-5-49 15,5 0-69-15,0-18-67 16,5-10-325-16</inkml:trace>
  <inkml:trace contextRef="#ctx0" brushRef="#br1" timeOffset="49106">6915 9708 979 0,'0'0'148'0,"0"0"-128"15,0 0 25-15,0 0 45 16,0 0-28-16,0 0-51 16,51 0-3-16,-29 23 18 15,-5 5-2-15,-6 2-5 16,-2 0 8-16,-3-6-20 16,-4-4 2-16,0-7 2 15,0-7-10-15,-2-3 4 16,0-3-4-16,1 0-1 15,-1 0 11-15,2-12 2 16,3-15-13-16,1-9-19 16,1-2-2-16,3 4 21 15,0 6-4-15,1 8 1 0,-1 5 0 16,0 7-2-16,1 8 3 16,-1 0 0-16,2 8-2 15,-3 14 4-15,0 7 19 16,-1 1-7-16,1-4 0 15,-2-4-9-15,-2-7 8 16,0-6-4-16,-3-4-7 16,-1-3 6-16,1-2-4 15,-2 0 8-15,3-7 7 16,2-12-6-16,4-8-11 16,-3-4-4-16,2 6-8 15,-3 9-11-15,-3 6 15 16,0 10 5-16,4 0-5 0,3 14-17 15,6 13 25-15,8 4 14 16,5-5-8-16,8-6 4 16,6-12-2-16,1-8-4 15,4 0 7-15,-4-20-9 16,-2-8 5-16,-10-3-1 16,-7-2-5-16,-11 0 2 15,-8-2-1-15,-5-1 0 16,0 0 3-16,-17 0-3 15,-4 1 0-15,-1 4-2 16,3 6 0-16,5 10 6 16,2 10 4-16,6 5 7 15,3 11-17-15,2 23 5 16,1 17 1-16,0 10 8 0,3 9-9 16,10 11 21-16,1 10-2 15,-6 5-5-15,0 6-2 16,-2 0-8-16,-2-7-5 15,-2-11 3-15,-2-11-2 16,0-19-4-16,0-14 0 16,-6-19 0-16,2-11-1 15,1-7-10-15,1-3-12 16,1-4-6-16,-3-23-30 16,-2-16-214-16,-4-17-52 0,-2-5-223 15</inkml:trace>
  <inkml:trace contextRef="#ctx0" brushRef="#br1" timeOffset="49309.01">7533 9806 1120 0,'0'0'111'0,"0"0"-80"16,98-91 36-16,-47 78 61 16,-5 11-46-16,-7 2-49 15,-13 8-14-15,-12 12 3 16,-12 3 2-16,-2 4 1 15,-9 4-13-15,-12-1-6 16,-6 1-6-16,0 1-3 16,2-4-113-16,4-9-207 0,5-17-318 15</inkml:trace>
  <inkml:trace contextRef="#ctx0" brushRef="#br1" timeOffset="49404.11">7752 9905 786 0,'0'0'0'16</inkml:trace>
  <inkml:trace contextRef="#ctx0" brushRef="#br1" timeOffset="49919.36">5612 10556 1145 0,'0'0'110'16,"0"0"-88"-16,0 0-21 15,0 0 27-15,0 0 95 16,74 111-53-16,-40-58-30 16,4 2-22-16,-3-2-15 15,-4 0 3-15,-3 0-6 0,-9-3-3 16,-5 0-42-16,-8-6-62 15,-4-8-26-15,-2-12-64 16,0-17-75-16,0-7-95 16</inkml:trace>
  <inkml:trace contextRef="#ctx0" brushRef="#br1" timeOffset="50149.97">6059 10583 1085 0,'0'0'157'0,"0"0"-139"0,0 0 14 15,0 0 34-15,0 0 2 16,-31 104-10-16,17-45-23 16,4 1-19-16,-1-4-15 15,4 0 2-15,3 1-3 16,4-8-69-16,0-2-94 15,3-18-217-15,17-18-179 16</inkml:trace>
  <inkml:trace contextRef="#ctx0" brushRef="#br1" timeOffset="50268.1">6159 10940 461 0,'0'0'661'15,"0"0"-661"-15,0 0-68 16,0 0-17-16,0 0-101 15,0 0-181-15</inkml:trace>
  <inkml:trace contextRef="#ctx0" brushRef="#br1" timeOffset="50653.7">6380 10650 1178 0,'0'0'141'0,"0"0"-141"0,0 0 0 15,13 93 12 1,9-39 39-16,2 2-16 0,4 2-27 16,-5-4-7-16,-3-1 6 15,-4-9-6-15,-2-18 0 16,-8-9-1-16,0-14 4 15,-5-3 6-15,1-9 15 16,1-19 28-16,2-9-37 16,-1-8-14-16,-3-3 13 15,-1 0-10-15,0-1-4 16,0 6-2-16,0 8-12 16,0 15-21-16,0 11-44 15,0 9-39-15,14 0-51 16,11 0-33-16,7 0 11 0,1 6-99 15,2-6-5-15</inkml:trace>
  <inkml:trace contextRef="#ctx0" brushRef="#br1" timeOffset="51354.69">6792 10717 339 0,'0'0'391'15,"0"0"-139"-15,0 0-59 16,0 0-104-16,0 0-13 16,0 0-23-16,-70-11-10 15,56 21-9-15,3 4-13 16,3 9-10-16,6 4-1 15,2 4 4-15,0 4 4 16,11-2-8-16,8-1-2 16,1-5 2-16,3-5-8 15,-4-5 0-15,-6-6 8 0,-6-6-7 16,-7-1-2-16,0-3 4 16,0 2-5-16,-11 0 22 15,-13 2 11-15,-6 4-30 16,-2-5 4-16,7-2-7 15,5-1 1-15,9-1-2 16,7 0-4-16,4-4-3 16,0-13-31-16,11-9-83 15,15-4 38-15,6 0 64 16,4 2-2-16,-1 2 18 0,1 6 4 16,-5 5 3-1,-2 2 0-15,-2 4 3 0,-7 5 11 16,-2-2-2-16,-3 3-5 15,-5 0 2-15,-2-1-2 16,-4 1 8-16,-1 2 5 16,-3-2-4-16,0-2 13 15,0 1 2-15,0-1-8 16,0 1-2-16,0 1-16 16,0 1 0-16,0-2 2 15,0 4-8-15,0-3 3 16,0 2-4-16,-2-2 0 15,1 3 10-15,1 0 1 16,-2-2 0-16,0 2-3 16,-1 0-7-16,1 0 5 15,1 0-6-15,1 0-1 0,-4 2-3 16,-1 15 3-16,-2 11 14 16,4 3-5-16,3 0-8 15,0 0 8-15,5-4 1 16,9-3-10-16,4-1 15 15,2-6-15-15,0-3 2 16,2-6-2-16,-1-4 0 16,1-4 1-16,1 0-1 15,5-13-10-15,0-8-33 16,2-2-53-16,0 1-62 16,-5-4-86-16,-5 0-211 0</inkml:trace>
  <inkml:trace contextRef="#ctx0" brushRef="#br1" timeOffset="51753.98">7364 10657 786 0,'0'0'113'0,"0"0"-77"0,0 0 70 16,0 0 38-16,0 0-54 15,0 0-17-15,-35-61-13 16,32 58 9-16,-3 3-18 16,-4 7-23-16,1 21-26 15,-3 16 17-15,5 17 12 16,7 13-19-16,0 19 31 15,0 14-6-15,0 9-22 16,0 2 5-16,10-3-19 16,4-8 3-16,3-14-8 15,-3-12 4-15,-3-24 0 16,-4-20 0-16,-7-10-12 16,0-14-14-16,0-5-38 15,-11-8-80-15,-7 0-46 0,-1-27-83 16,-1-17-235-16</inkml:trace>
  <inkml:trace contextRef="#ctx0" brushRef="#br1" timeOffset="52386.99">7180 11227 764 0,'0'0'147'16,"22"-99"-129"-16,5 52 16 16,9 6 30-16,3 6 11 15,-2 14-59-15,-4 5-2 16,-9 8 8-16,-5 8 0 15,-3 0-11-15,-1 0 0 16,-2 2-1-16,-1 7-5 16,1 1 2-16,-1 4-5 0,1 4 1 15,0 5 0 1,0 5 12-16,-4 2 16 0,1 1-12 16,0-3-2-16,-4-9 7 15,0-6-6-15,-2-5-5 16,-1-8-3-16,4 0-4 15,3-11 21-15,3-15 5 16,0-9-19-16,2-8-7 16,-5-4-2-16,-3 0 2 15,-5 10-1-15,-2 10-4 16,0 12 18-16,0 10 25 16,0 2-14-16,0 3-30 0,0 10-5 15,0 21 5 1,1 11 10-16,8 2-2 0,2-2-2 15,6-9-6-15,4-11 0 16,2-12-4-16,7-10-42 16,3-13-5-16,4-21-38 15,-4-8-2-15,-4-5 53 16,-10-1 37-16,-6-3 1 16,-5-3 3-16,-6-2 5 15,-2-1 12-15,0 0 20 16,-22 4 0-16,-3 6 7 15,1 11 30-15,6 17-20 16,6 17 13-16,6 6-17 16,4 36-51-16,2 22 19 0,0 16-6 15,2 0 0-15,20-4-15 16,6-14-1-16,3-13 0 16,1-16-4-16,-3-10-25 15,-4-12-59-15,-7-9-104 16,-9 0-140-16,-9-10-423 15</inkml:trace>
  <inkml:trace contextRef="#ctx0" brushRef="#br1" timeOffset="52736.14">5824 11513 1211 0,'0'0'137'0,"0"0"-137"15,0 0-1-15,0 0 1 16,0 0 55-16,178-23 22 15,-59 23-27-15,24-3-29 0,21-10-14 16,16-9 10 0,17-5 19-16,4-2-5 0,-1 3-23 15,-13 2-5-15,-15 7-3 16,-23 5-42-16,-31 4-91 16,-24 4-197-16,-34-1-281 15</inkml:trace>
  <inkml:trace contextRef="#ctx0" brushRef="#br1" timeOffset="52865.68">7997 11265 1701 0,'0'0'0'0,"0"0"-171"16,0 0 59-16,0 0 97 0,0 0-45 15,0 0-511 1</inkml:trace>
  <inkml:trace contextRef="#ctx0" brushRef="#br1" timeOffset="66652.89">10006 9547 762 0,'0'0'321'0,"0"0"-270"15,0 0-48-15,0 0 27 16,0 0 60-16,0 0-19 16,0 0-40-16,0 0-6 15,0-11 27-15,0-2-38 16,0-4-3-16,0-2 13 15,0 2 4-15,-4-2-14 16,-6-1-7-16,-6 0-6 16,-3 3 7-16,-2 1-6 15,-3 6 2-15,4 7-3 16,-3 3 1-16,0 15 0 0,-3 25-2 16,3 16-4-16,3 15 4 15,8 4-2-15,7 2 2 16,5-7-1-16,0-8 2 15,0-12-2-15,15-13-5 16,2-11 6-16,1-11-2 16,1-11-7-16,-1-4 9 15,2-4-4-15,2-18 4 16,3-10 1-16,-3-6-1 16,-1-6-20-16,-4-5 13 15,-3-1-27-15,-8-1 20 16,-2 3 12-16,-4 4 2 0,0 10 2 15,0 14 0-15,0 10 2 16,0 10 33-16,0 0-29 16,0 19-8-16,0 16-2 15,4 7 2-15,6 2 13 16,4-6-13-16,3-5 0 16,1-7 0-16,4-3-2 15,0-8 1-15,-2-5-5 16,5-3-129-16,-1-7-114 15,2-5-228-15</inkml:trace>
  <inkml:trace contextRef="#ctx0" brushRef="#br1" timeOffset="68835.72">10397 9401 228 0,'0'0'157'0,"0"0"-90"16,0 0-6-16,0 0 56 15,0 0 11-15,0 0-47 16,0 0 15-16,-29-81 29 16,23 77-23-16,1 4-22 15,-2 0-19-15,-5 0-13 16,-6 17-23-16,-3 16-15 16,-1 14 21-16,3 15-13 15,6 13 4-15,6 7 15 16,4 1-14-16,3 6 8 0,0-6-22 15,5-4-5-15,12-11-4 16,3-12 3-16,5-15-6 16,-1-9 0-16,4-10-75 15,0-13-54-15,0-9-63 16,-1-2-139-16,-3-27-200 16</inkml:trace>
  <inkml:trace contextRef="#ctx0" brushRef="#br1" timeOffset="69701.73">10485 9632 1020 0,'0'0'185'0,"0"0"-168"15,0 0-1-15,0 0-16 16,0 0 34-16,0 0 25 15,119-33-34-15,-79 41-18 16,-5 17-4-16,-8 4-2 16,-9 5 2-16,-9 7 8 15,-9 5-7-15,0 1 6 16,-13 6 0-16,-12 0-9 16,-4-6 3-16,0-9 1 15,6-14-5-15,8-8 0 0,8-13-29 16,7-3-15-1,0-23 11-15,11-17-160 0,9-10 8 16,3 0 83-16,4 5-50 16,-4 5 10-16,1 7 92 15,-6 7 50-15,-1 4 16 16,-4 0 66-16,-5 3 46 16,1-2 6-16,-2-1-12 15,-3 4-29-15,0 3-14 16,-4 6 9-16,0 6-5 15,0 3 3-15,0 0-37 16,0 0-33-16,0 0-4 16,0 0-5-16,0 7-7 15,0 10 0-15,0 4 1 0,0 7 0 16,0 0 0-16,0 2-1 16,0 2 1-16,0-1 1 15,0-2-2-15,2-7-2 16,4-2-1-16,6-5-3 15,-1-4-58-15,5-3-37 16,0-4-15-16,1-4-61 16,2 0-15-16,-3 0-37 15,1-2 81-15,-5-7 91 16,-1 3 54-16,-6 2 3 16,-1 1 48-16,-4 3 61 15,0 0 16-15,0 16-3 16,3 10 70-16,0 4-91 0,4 1-70 15,2-2-7-15,2-8-18 16,2-5 5-16,1-9-1 16,-3-4 17-16,-1-3 14 15,0 0 20-15,-3-12 15 16,-2-11 5-16,-5-5-21 16,0 2 5-16,0-2-30 15,-16 4-12-15,-6 4-9 16,-4 2-14-16,0 6 3 15,3 6-3-15,3 6-4 16,3 0-5-16,5 4-72 16,9 11-45-16,3 0-23 15,1-4-49-15,21-7-135 0,7-4-115 16</inkml:trace>
  <inkml:trace contextRef="#ctx0" brushRef="#br1" timeOffset="69911.44">11183 9816 1013 0,'0'0'159'0,"0"0"-156"16,0 0 4-16,0 0 41 16,85-15-10-16,-30 11-21 15,6-2-9-15,1-3-8 0,-3 1-2 16,-2-3 2-16,-4-1-60 15,-5 2-115-15,-10-3-103 16,-17 4-208-16</inkml:trace>
  <inkml:trace contextRef="#ctx0" brushRef="#br1" timeOffset="70154.19">11482 9559 836 0,'0'0'336'0,"0"0"-321"15,0 0 0 1,-5 80-8-16,5-25 49 0,0 5-35 16,5 2-12-16,0 3-7 15,-3-5 1-15,1-6-3 16,0-9-9-16,4-13-171 15,0-13-150-15,2-13-127 16</inkml:trace>
  <inkml:trace contextRef="#ctx0" brushRef="#br1" timeOffset="70632.5">11689 9527 1074 0,'0'0'136'0,"0"0"-136"15,0 0 0-15,-3 102 6 16,13-58 12-16,3 0 2 16,-1-4-16-16,-4-2 1 15,-5-7 5-15,0-7-8 16,-3-10 4-16,0-5-4 15,0-6 0-15,0-3 3 0,0 0 4 16,0-6 38 0,0-14-6-16,0-4-41 15,1-5-9-15,7 0 9 0,8 5-10 16,5 4-7-16,4 7-14 16,4 4 30-16,0 9-3 15,-3 0-2-15,-1 2 4 16,-5 18-5-16,-5 3 0 15,-7 4 7-15,-5 1 2 16,-3 5 15-16,-6-4 20 16,-16 3 0-16,-6-2 30 15,-4-3-21-15,0-5-11 16,6-6-18-16,6-7-15 16,9-9 2-16,8 0-4 15,3-16-21-15,0-21-192 0,19-12-132 16,3-5-135-1</inkml:trace>
  <inkml:trace contextRef="#ctx0" brushRef="#br1" timeOffset="70918.53">12022 9525 797 0,'0'0'212'0,"0"0"-164"15,0 0 52-15,0 0 20 16,0 0-29-16,0 0-91 15,4-11 0-15,3 38 0 16,3 11 72-16,-1 7-46 0,-2 4-12 16,-4 2-5-1,0 0 7-15,0 0 2 16,0-7-17-16,0-1 1 0,2-6-1 16,0-7 2-16,2-7-1 15,-1-11-2-15,6-8-12 16,6-4 3-16,4-2-30 15,7-20-36-15,-1-11-41 16,-3-5-121-16,-7-4-142 16</inkml:trace>
  <inkml:trace contextRef="#ctx0" brushRef="#br1" timeOffset="71072.14">11955 9788 1204 0,'0'0'0'16,"0"0"-10"-16,0 0 10 16,110-57-3-16,-52 37 0 15,0-1-326-15,-5-3-161 16</inkml:trace>
  <inkml:trace contextRef="#ctx0" brushRef="#br1" timeOffset="71332.27">12360 9440 973 0,'0'0'242'0,"0"0"-198"0,0 0-44 16,0 0 0-16,0 0 15 16,0 0 45-16,88 66-37 15,-47-21-10-15,-8 8 18 16,-7 5 10-16,-10 4-13 15,-11 5-15-15,-5-5-6 16,0 0-1-16,-15-9-4 16,-1-9 0-16,5-10-2 15,3-11-75-15,4-10-125 16,2-13-326-16</inkml:trace>
  <inkml:trace contextRef="#ctx0" brushRef="#br1" timeOffset="72184.17">12846 9744 803 0,'0'0'218'0,"0"0"-197"15,0 0 30-15,0 0 99 16,0 0-40-16,0 0-59 16,-29 0-28-16,29 0 11 15,0 0 0-15,14 0-9 16,13 0 10-16,8 0 4 16,7 0-15-16,10 0-11 15,4-10-7-15,3-3 0 16,-4 2-3-16,-8 0-3 0,-10 3-3 15,-11 2-66-15,-7 2-104 16,-7-1-26-16,-9-2-147 16,-3-3-256-16</inkml:trace>
  <inkml:trace contextRef="#ctx0" brushRef="#br1" timeOffset="72388.46">13111 9544 1078 0,'0'0'122'0,"0"0"-115"15,-4 88-7-15,4-42 5 16,7 4 19-16,3 2-13 16,-2 1-10-16,0-1-1 15,1-8 0-15,-2-7-131 16,1-12-184-16,0-13-180 15</inkml:trace>
  <inkml:trace contextRef="#ctx0" brushRef="#br1" timeOffset="72883.58">13364 9467 1052 0,'0'0'254'0,"0"0"-254"16,0 0 0-16,0 0 0 15,0 0 5-15,7 90 26 16,5-39-17-16,-2 0-12 16,-3 0 13-16,-2-4 14 15,-2-5-17-15,-3-6-6 16,0-7-5-16,0-11 2 15,0-10-2-15,0-5 1 16,0-3-2-16,0 0 7 16,0-6 0-16,5-17-7 0,4-6-11 15,1-4-44 1,4 6 42-16,4 8-12 0,-1 5 8 16,4 7-4-16,2 6 20 15,-1 1 1-15,-2 0-1 16,-2 10-4-16,-3 9 5 15,-5 4 4-15,-4 6 32 16,-6 2-3-16,0 5 8 16,-16 0 23-16,-10-1-19 15,-3-5-14-15,-4-6-8 16,1-3-13-16,3-3-7 16,6-7-1-16,7-5-2 15,4-6-25-15,5 0-135 0,4-25-172 16,3-18-348-16</inkml:trace>
  <inkml:trace contextRef="#ctx0" brushRef="#br1" timeOffset="73148.96">13736 9376 1377 0,'0'0'43'16,"0"0"-43"-16,0 0 0 0,-55 123 59 16,55-52 1-16,0 5-16 15,0 6-25-15,4-4 0 16,6 1-6-16,0-4-10 16,2-10 1-16,1-9-4 15,4-13-4-15,2-13-61 16,1-10-106-16,-2-10-65 15,-2-10-255-15</inkml:trace>
  <inkml:trace contextRef="#ctx0" brushRef="#br1" timeOffset="73899">13921 9518 1170 0,'0'0'148'0,"0"0"-148"16,0 0 4-16,0 0-4 16,-5 98 56-16,23-52-29 15,2-4-16-15,4-8-3 16,3-10-6-16,-4-8 2 16,3-6-3-16,-5-7 0 15,-3-3 5-15,-1 0 1 16,-5-13 3-16,-2-3 1 15,-7-4-7-15,-3-3 4 0,0-3-5 16,0-5 0 0,0 1-3-16,-8 5 3 0,0 6 2 15,1 8-3-15,4 6 8 16,0 5-2-16,3 0-8 16,0 0-13-16,0 26-2 15,0 11 15-15,0 15 4 16,6 2 1-16,1 6-4 15,-2 3 7-15,-2 3 2 16,-3 0 5-16,0-5 6 16,0-7-8-16,-10-11 0 15,-7-11 2-15,0-8 10 16,-1-11 8-16,3-5-14 16,0-7-14-16,2-1 5 15,-1-9-8-15,4-20-4 16,7-12-1-16,3-12-28 0,0-3-19 15,17-2-15-15,8 9 9 16,3 6-17-16,0 12 43 16,3 8 22-16,-7 9 3 15,0 6-13-15,-4 6 16 16,-3 2 0-16,0 0-2 16,-2 12 4-16,-2 6 6 15,0-1 21-15,-1-4-1 16,5-7-13-16,3-4 8 15,3-2 12-15,0-3-14 16,-4-12-3-16,-6-1-2 16,-6 1 22-16,-7 0 6 15,0 1-5-15,-7-3-7 0,-11 2-7 16,-7 3-20-16,0 3 2 16,-2 6-5-16,5 3 1 15,4 0-3-15,1 6-42 16,10 7-78-16,7-2-91 15,0-5-147-15,4-4-198 16</inkml:trace>
  <inkml:trace contextRef="#ctx0" brushRef="#br1" timeOffset="74095.03">14503 9714 1287 0,'0'0'76'0,"0"0"-57"16,0 0-19-16,104-20 62 16,-59 16-36-16,2 1-22 15,-2 3-4-15,1 0-45 16,2 0-80-16,-3 0-104 16,0-5-240-16</inkml:trace>
  <inkml:trace contextRef="#ctx0" brushRef="#br1" timeOffset="74766.42">15184 9553 828 0,'0'0'239'0,"0"0"-208"16,0 0 39-16,0 0 57 15,0 0-17-15,-99-37-65 16,75 44-24-16,-1 15 6 15,1 7 1-15,-2 4 8 16,8 3-6-16,3 0-10 16,4-4-5-16,8-7-2 15,3-4-10-15,0-6 0 16,2-7-1-16,13-6-2 16,3-2 1-16,4 0-1 15,2-7 0-15,-1-12-18 0,-1-9-15 16,-6-5 11-16,-4 2 4 15,-5-1 6-15,-2 7 11 16,-3 6 1-16,-2 11 2 16,0 3 0-16,0 5-1 15,0 4-1-15,3 20-3 16,4 8 3-16,2 5 28 16,5-5-18-16,1-5 3 15,4-8-8-15,1-6-3 16,1-7 3-16,4-6-4 15,2 0 3-15,-2-7 5 16,2-13-7-16,-2-7 4 0,-7-3-6 16,-1-5-2-1,-5-3-1-15,-7-3 4 0,-5-3-1 16,0-1 0-16,-2 1 3 16,-13 3 0-16,-2 3-3 15,-2 6 2-15,5 12 2 16,2 11 1-16,4 9 13 15,1 0-11-15,-3 27-5 16,2 16-2-16,-1 11 2 16,6 6-2-16,3 0 10 15,0-3-7-15,9-6 0 16,7-8-2-16,6-12 1 16,3-8-2-16,2-9 0 15,1-7-12-15,-1-6-54 16,0-1-137-16,-2-3-88 0,-7-15-322 15</inkml:trace>
  <inkml:trace contextRef="#ctx0" brushRef="#br1" timeOffset="74920.77">15219 9514 1100 0,'0'0'254'16,"0"0"-254"-16,0 0-20 15,0 0 20-15,114-19 0 16,-61 11-68-16,1-4-197 16,-5-3-135-16</inkml:trace>
  <inkml:trace contextRef="#ctx0" brushRef="#br1" timeOffset="75198.57">15613 9172 974 0,'0'0'196'0,"0"0"-158"16,0 0-36-16,0 0 18 15,0 0 68-15,92 98-8 16,-52-37-54-16,-3 2-8 16,-9 1 22-16,-8-1 20 15,-8-3-4-15,-9-2-17 0,-3-6-17 16,-3-5-10-1,-15-7-1-15,-6-5-6 0,4-6-5 16,4-5 0 0,4-8-2-16,7-8-79 0,2-8-152 15,0 0-55-15,-1-20-319 16</inkml:trace>
  <inkml:trace contextRef="#ctx0" brushRef="#br1" timeOffset="75430">16040 9475 1325 0,'0'0'53'16,"0"0"-39"-16,0 0-14 15,103-11 66-15,-66 8-47 16,0-1-19-16,-2-1-51 16,-8-3-141-16,-12-2-273 15</inkml:trace>
  <inkml:trace contextRef="#ctx0" brushRef="#br1" timeOffset="75598.12">16031 9656 1367 0,'0'0'0'0,"0"0"-8"15,0 0 6-15,121-24 0 16,-68 9-73-16,-1-1-208 16,-5 3-269-16</inkml:trace>
  <inkml:trace contextRef="#ctx0" brushRef="#br1" timeOffset="76197.66">16571 9512 828 0,'0'0'156'16,"0"0"-138"-16,0 0 5 15,0 0 91-15,0 0-16 16,0 0-57-16,89 33-31 16,-72-46 6-16,-6-7 17 15,-2-2-10-15,-5-5 0 16,-2-4-7-16,0 0 9 16,-2-1 2-16,2 4-21 15,1 5 6-15,2 6 4 0,3 6-1 16,2 6 2-16,2 5-17 15,0 0-2-15,1 3 1 16,2 12 2-16,-2 4 5 16,-3 0 5-16,-1-3-9 15,0-4 7-15,-3-3-7 16,-2-4-2-16,-1-3 1 16,-3-2 2-16,0 0 0 15,0 0 5-15,0 0-1 16,-2-4-2-16,-11-3-4 15,-3-1-1-15,-2 1 2 16,-4 4-1-16,-1 3 1 16,-2 0-2-16,-2 13 0 15,2 18-2-15,0 7 4 0,7 6 19 16,8 4 24-16,8-4-12 16,2-3 6-16,7-10-8 15,21-8-18-15,9-11 1 16,10-9-10-16,-2-3-1 15,-3 0-3-15,-8-12-1 16,-5-1-13-16,-7 0-33 16,-2-1-51-16,-4 1-106 15,-6-2-200-15,-6-1-455 16</inkml:trace>
  <inkml:trace contextRef="#ctx0" brushRef="#br1" timeOffset="78000.39">9755 10971 542 0,'0'0'200'16,"0"0"-165"-16,0 0 34 16,0 0 75-16,0 0-6 15,0 0-68-15,7-18-41 16,-6 6 6-16,1-2 26 15,-2-6-7-15,0 0-14 16,0-6 2-16,-13 1-13 16,-4-1-26-16,-3 6 2 15,0 4 6-15,-4 8-4 16,1 8 24-16,-4 2-24 16,0 31-5-16,1 15 2 15,4 17-3-15,8 2 10 16,13 8-6-16,1 0-3 0,4-10 0 15,15-9 0-15,5-18-4 16,1-13 1-16,1-11-2 16,0-13 2-16,-1-1-6 15,-4-4-7-15,0-22-14 16,-3-9-4-16,-3-8 10 16,-2-17-5-16,-3-3-13 15,-3-2 5-15,-4 2 10 16,-3 12 25-16,0 12 3 15,0 15 0-15,0 7 5 16,0 17 33-16,0 0-7 16,0 17-34-16,0 16 0 0,2 8 18 15,10 3-5 1,3-6-13-16,5 2 6 0,0 0-6 16,2-2-13-16,1-4-113 15,2-6-144-15,1-15-183 16</inkml:trace>
  <inkml:trace contextRef="#ctx0" brushRef="#br1" timeOffset="78730.53">10091 10877 1061 0,'0'0'302'15,"0"0"-265"-15,0 0-32 0,0 0-5 16,0 0 37-16,0 0-2 15,105 7-32-15,-82 20-3 16,-7 8 0-16,-13 7 2 16,-3 4 9-16,-5 7 3 15,-18 0-14-15,-2-7 7 16,1-7-7-16,7-16-5 16,7-11-47-16,9-12-2 15,1 0 19-15,0-21-7 16,15-16-99-16,10-9 16 15,7-2 56-15,4 2 9 16,6 3-7-16,-2 1-19 0,1 2 58 16,-8 3 28-16,-7 5 11 15,-5 4 32-15,-10 12 50 16,-5 7 8-16,-6 5 45 16,0 4-23-16,0 0-28 15,-14 13-20-15,-4 14-46 16,-2 9-7-16,3 8 7 15,3 0 14-15,6 3-7 16,5 2-22-16,3-4-11 16,0-7 0-16,8-7-3 15,9-10 0-15,1-9-2 16,4-5-10-16,1-7-25 16,3 0-26-16,-1-10-28 15,-2-10 3-15,-1-6 4 16,-4 6-2-16,-5 0 36 15,-3 9-24-15,-4 7 59 0,-3 4 11 16,-3 7-14-16,2 16 18 16,1 9 114-16,4 1-48 15,1-6-40-15,7-5 5 16,3-7-1-16,3-6 2 16,0-9-4-16,0 0 1 15,-7-6 10-15,-2-12 38 16,-7-1-14-16,-5-5 4 15,0 2-9-15,-7 0-16 16,-16 4-18-16,-6 5-10 16,-4 4-14-16,-2 3 5 0,6 2-5 15,9 1-7 1,10 3-14-16,10 0-61 0,0 0-107 16,7 0-77-16,16 0-188 15</inkml:trace>
  <inkml:trace contextRef="#ctx0" brushRef="#br1" timeOffset="78938.2">10892 11031 1358 0,'0'0'59'0,"0"0"-59"0,0 0 0 16,0 0 40-16,115-13 2 15,-58 10-38-15,-5 0-4 16,-2 3-2-16,-3 0-57 16,-7-2-127-16,-5 2-152 15,-13-3-184-15</inkml:trace>
  <inkml:trace contextRef="#ctx0" brushRef="#br1" timeOffset="79135.48">11158 10891 257 0,'0'0'848'0,"0"0"-848"16,0 0 0-16,-7 113 0 16,12-72 1-16,8 5-1 15,1 3-18-15,-4-3-179 16,0-4-84-16,1-9-154 15</inkml:trace>
  <inkml:trace contextRef="#ctx0" brushRef="#br1" timeOffset="79967.28">11601 10940 967 0,'0'0'182'0,"0"0"-147"0,-32-83 42 16,16 63 76-16,-3 5-73 15,-3 8-35-15,-3 7-2 16,-5 0-18-16,-3 22-4 16,1 13-5-16,2 10-7 15,8 5 11-15,9 2-5 16,11 0-10-16,2-2 0 15,3-13-5-15,15-10-1 16,8-14-1-16,0-13-4 16,4 0 6-16,2-15-8 0,-3-16-15 15,-3-9-5 1,-4-1-9-16,-3-2 1 0,-8 4 35 16,-1 10-29-16,-1 13 19 15,-6 7 11-15,4 9-4 16,-1 5-6-16,4 22-16 15,9 7 26-15,4 3 9 16,7-4-9-16,5-10 3 16,4-9-1-16,-1-10 0 15,-5-4-2-15,-4-4 3 16,-9-17-1-16,-3-4-2 16,-5-6-17-16,-6 1 15 15,-6-3 2-15,0 0 0 0,0-5 3 16,-3 1-2-1,-9 5 1-15,2 8-2 0,2 12-2 16,3 10 1 0,1 2-18-16,3 8 16 0,-1 16 5 15,1 11-2-15,1-2 1 16,0 0 3-16,0-5-4 16,0-4 4-16,0-7-4 15,0-5 0-15,0-7 4 16,0-5-4-16,0 0 0 15,3 0 5-15,5-4-5 16,5-9 16-16,6-1-15 16,3 1-1-16,7 3 0 15,2 5-3-15,6 5 0 0,-1 0 3 16,-2 12-4-16,-4 10 4 16,-10 7 4-16,-12 3 1 15,-8 4 21-15,0 1-2 16,-17-3 1-16,-9-8-1 15,-1-1 0-15,1-9-5 16,4-5-13-16,5-7-6 16,7-4 0-16,3 0-11 15,6-12-77-15,1-21-130 16,0-14-117-16,16-2-35 16,7-4 61-16</inkml:trace>
  <inkml:trace contextRef="#ctx0" brushRef="#br1" timeOffset="80214.27">12188 10797 606 0,'0'0'264'0,"0"0"-172"0,0 0 37 16,16-94 14-16,-12 79-34 15,-4 8-25-15,0 5-16 16,0 2-16-16,0 0-38 16,3 23-5-16,0 14-2 15,3 16 30-15,-3 8-19 16,1 9 0-16,2 0 2 15,1-1 0-15,2-10-15 16,7-11-5-16,2-14 4 16,4-15-4-16,0-10-2 0,-1-8-1 15,3-1-59 1,-3-7-55-16,1-15-123 0,-6-9-185 16</inkml:trace>
  <inkml:trace contextRef="#ctx0" brushRef="#br1" timeOffset="80371.49">12176 10997 1221 0,'0'0'56'16,"0"0"-56"-16,0 0-27 16,0 0 16-16,123-8 11 15,-72 7-226-15,-5 1-121 0,-4 0 5 16</inkml:trace>
  <inkml:trace contextRef="#ctx0" brushRef="#br1" timeOffset="80566.21">12614 11055 1148 0,'0'0'89'15,"0"0"-87"-15,0 0 3 16,117-27 62-16,-67 17-35 15,7-3-26-15,0 5-5 16,0 2-1-16,-4 3-75 16,-8-5-142-16,-8 3-268 15</inkml:trace>
  <inkml:trace contextRef="#ctx0" brushRef="#br1" timeOffset="80748.91">12921 10804 835 0,'0'0'375'0,"0"0"-369"15,0 0 2-15,-10 107-7 16,10-58 19-16,7 6-13 16,2 1-6-16,-3-6-2 15,3-2-80-15,-2-13-128 16,-1-9-222-16</inkml:trace>
  <inkml:trace contextRef="#ctx0" brushRef="#br1" timeOffset="81932.25">13070 10719 927 0,'0'0'132'0,"0"0"-119"16,0 0-4-16,31 110 19 0,-21-64 18 15,-3-1-15-15,-3-1-26 16,-4-4 0-16,0-2-2 16,-1-9-3-16,-11-6 7 15,2-9-3-15,3-11 3 16,2-3 6-16,3 0 1 15,2-11 26-15,0-11-33 16,5-7-6-16,14-2 0 16,6-6-1-16,1 7-22 15,1 6 19-15,1 8-2 16,-2 8 5-16,-4 8 0 16,-2 0 1-16,-7 17 2 15,-3 13 28-15,-8 8 8 0,-2 2 0 16,0 3-8-1,-5-3 1-15,-11-2-11 0,-2-9-8 16,-2-3-3-16,2-5-6 16,1-10-3-16,5-4 2 15,4-7-3-15,5 0-1 16,3-15-37-16,0-20-68 16,8-14 16-16,12-7-32 15,0 2-34-15,2 4 15 16,-2 10 20-16,-2 7 18 15,-1 12 103-15,-5 6 23 16,-2 10 95-16,0 5 11 16,0 0-63-16,2 17 47 15,-1 6-3-15,4 2-50 0,2 2-11 16,2 0-12-16,4-7-14 16,0-5-5-16,4-8-4 15,0-7 4-15,-1 0-8 16,-2 0-2-16,-4-10-3 15,-3-4-4-15,-6-1 4 16,-2-2 0-16,-6-3-5 16,-3-4 8-16,0 0-4 15,0 1 0-15,-12 1 4 16,1 9 2-16,1 6 10 16,-1 7 0-16,5 11-10 15,-1 17-10-15,4 14 5 16,3 10 8-16,0 7 6 0,0 7-1 15,0 5-9-15,10-1 0 16,-2-6-3-16,-1-6-2 16,-5-2-2-16,-2-8-1 15,0-5 2-15,-12-9-1 16,-10-7 1-16,0-8 2 16,-1-8-2-16,-4-2 15 15,-1-7 9-15,-2-2-13 16,3 0-6-16,5-15-6 15,9-12 2-15,11-9-4 16,2-8-3-16,15-3 2 16,18-7-32-16,8-1-21 0,1 3-25 15,1 1-19 1,-3 13 9-16,-5 6 43 0,-6 9 38 16,-7 10 8-16,-6 6-6 15,-6 7 6-15,-1 3 4 16,-4 21 17-16,0 9 47 15,-1 2-7-15,5-3-23 16,1-6-2-16,3-10-16 16,4-7-6-16,2-9 0 15,-1 0-2-15,2-6 5 16,-3-12-1-16,-6-2-4 16,-7-4 18-16,-4 5 8 15,0-3-4-15,-15 4-11 0,-5-2-15 16,-2-4-7-1,0 4-1-15,5 3-3 0,4 7-16 16,6 7-73-16,5 3-94 16,2 0-141-16,0 0-242 15</inkml:trace>
  <inkml:trace contextRef="#ctx0" brushRef="#br1" timeOffset="82105.03">14006 11045 802 0,'0'0'504'16,"0"0"-443"-16,0 0-45 0,0 0 100 16,103-18-61-1,-70 16-46-15,4 1-9 0,1-2-10 16,3 0-81-16,-2-8-106 16,3 1-186-16,-3-3-439 15</inkml:trace>
  <inkml:trace contextRef="#ctx0" brushRef="#br1" timeOffset="82897">14621 10860 824 0,'0'0'295'16,"0"0"-230"-16,0 0 12 15,0 0 39-15,0 0-7 16,0 0-45-16,-103-50-49 0,78 80-3 15,0 8 22-15,2 6 1 16,8 1-9-16,5-2-9 16,6-6-7-16,4-6-8 15,0-16 0-15,1-8-4 16,15-7 1-16,0-1 1 16,4-19-1-16,2-6-21 15,-5-5-10-15,-2 1 2 16,-5 0-1-16,-3 8 11 15,-2 5 13-15,-4 8 7 16,2 6-1-16,1 3-6 16,6 0-7-16,3 20 9 15,6 9 5-15,3 4 26 16,-1-1-9-16,3-3 2 0,3-12-7 16,1-7-8-16,2-10-2 15,-1 0 6-15,-4-17-8 16,-5-7 0-16,-6-3-7 15,-2-2-1-15,-5-7 5 16,-1-1 3-16,-6-4 0 16,0-5 0-16,0 2-4 15,-11 3 1-15,3 15-13 16,-1 15 4-16,2 11 6 16,0 11-35-16,0 20 41 15,2 11 3-15,5-1 0 16,0-2 3-16,0-5-1 0,0-7-4 15,3-8 4-15,2-7-5 16,-1-8 2-16,-1-1 0 16,1-3-2-16,3 0 5 15,5 0-1-15,5-5 3 16,5-2-7-16,4-2 1 16,6 6-1-16,3 3 0 15,2 0-3-15,-5 12 3 16,-6 10-1-16,-6 7 1 15,-10 1 2-15,-10 5 16 16,0-2 6-16,-8-3-1 0,-17-6-4 16,-7-6 7-1,1-5-6-15,-3-4-7 0,8-5-2 16,3-4-10-16,12 0 1 16,6-7-2-16,5-21-34 15,0-12-78-15,15-6-110 16,10-2-15-16,5-6-172 15,4 4-260-15</inkml:trace>
  <inkml:trace contextRef="#ctx0" brushRef="#br1" timeOffset="83131.34">15164 10613 778 0,'0'0'144'16,"0"0"-52"-16,0 0 90 15,0 0-61-15,0 0-37 16,0 0-70-16,-4 37 17 0,1 19 36 15,1 8-23-15,2 3 0 16,0 3 3-16,0 3-14 16,0-6-15-16,0-9-10 15,0-21-5-15,9-10-2 16,7-14 1-16,9-13-2 16,6 0-21-16,4-17-24 15,-1-10-85-15,-2-3-100 16,-8-3-160-16,-13-8-279 15</inkml:trace>
  <inkml:trace contextRef="#ctx0" brushRef="#br1" timeOffset="83289.03">15080 10837 1241 0,'0'0'165'0,"0"0"-165"0,0 0 7 16,0 0-7-16,0 0 7 15,120-15-7-15,-68 6-160 16,3-1-98-16,-3-6-154 16</inkml:trace>
  <inkml:trace contextRef="#ctx0" brushRef="#br1" timeOffset="83463.41">15623 10844 1198 0,'0'0'177'0,"0"0"-172"16,0 0-3-16,107-43 25 16,-70 32-5-16,0 4-22 15,-2 1-46-15,-7 2-81 16,-6-1-115-16,-8 3-305 16</inkml:trace>
  <inkml:trace contextRef="#ctx0" brushRef="#br1" timeOffset="83634.64">15796 10910 231 0,'0'0'862'0,"0"0"-862"16,0 0-11-16,0 0 11 16,0 0 3-16,0 0-3 15,68 0-56-15,-51 0-160 16,-2 0-94-16,-4-7-181 15</inkml:trace>
  <inkml:trace contextRef="#ctx0" brushRef="#br1" timeOffset="84530.09">16138 10840 951 0,'0'0'260'0,"0"0"-226"0,0 0-18 16,0 0 22-1,0 0 45-15,0 0-16 0,64 75-51 16,-49-80-7-16,-5-12 0 16,-6-6-6-16,2-7 3 15,-3-6-1-15,2-6-5 16,2-4 7-16,3-4-6 16,3 5 3-16,2 9-4 15,-1 13 2-15,-3 13-3 16,-1 8 1-16,0 2-11 15,0 2 5-15,2 11 0 16,1 2 6-16,-4-3 0 0,1-1 0 16,-3-5 0-1,-4-3 1-15,0-3 1 0,-1 1 0 16,-2-1 1-16,0 0-1 16,0 0 2-16,-7 0 1 15,-11 0 4-15,-7 0-9 16,-5 0 2-16,-4 20 9 15,3 10 18-15,2 13-2 16,4 5 16-16,10 8-8 16,10-5 11-16,5-6 0 15,8-7-23-15,20-11-4 16,13-10-13-16,4-16-2 16,2-1-2-16,-5-9-2 15,-7-11-13-15,-9 4-32 16,-10-4-33-16,-12 6-43 15,-4 0-121-15,-10 2-217 0</inkml:trace>
  <inkml:trace contextRef="#ctx0" brushRef="#br1" timeOffset="85029.3">14949 10434 198 0,'0'0'1048'15,"0"0"-942"-15,0 0-93 0,0 0 90 16,0 0 38-16,0 0-41 15,-17-66-55-15,1 90-28 16,-16 30-7-16,-21 26 23 16,-18 24 9-16,-12 5-20 15,-11 11 7-15,-4 5-1 16,-1-1-7-16,10-10-10 16,16-17-6-16,23-16-5 15,18-22-2-15,19-15-52 16,11-17-35-16,2-14-60 15,-5-13-286-15,-14-3-724 16</inkml:trace>
  <inkml:trace contextRef="#ctx0" brushRef="#br1" timeOffset="85614.35">12295 10555 1236 0,'0'0'201'0,"0"0"-147"16,0 0-26-16,0 0 49 15,-93-7-1-15,55 57-34 16,-9 22 1-16,-5 21-10 15,-4 16-10-15,-8 20 7 16,-10 5-12-16,-11 6-3 16,-5-8-2-16,3-19-8 15,15-26 0-15,20-30-5 16,26-27-2-16,17-16-3 16,9-14-62-16,25-7-46 15,24-30-92-15,16-22-287 16</inkml:trace>
  <inkml:trace contextRef="#ctx0" brushRef="#br1" timeOffset="87962.96">16121 5753 811 0,'0'0'119'0,"0"0"-60"15,0 0 8-15,0 0 20 16,0 0-10-16,0 0-33 15,0 0-38-15,22-23-2 16,1 39 8-16,3 8 15 16,-6 3-14-16,-4 1 2 15,-6-4 4-15,-3-5 17 16,-3-8 5-16,-3-6-21 16,1-3 26-16,-2-2 4 15,1 0 17-15,12-14 10 0,10-24-25 16,20-26-36-16,17-21-12 15,14-17-2-15,11-7-1 16,3 3-1-16,2 11-14 16,-12 22-41-16,-13 30-40 15,-11 29-101-15,-14 14-83 16,-17 36-230-16</inkml:trace>
  <inkml:trace contextRef="#ctx0" brushRef="#br1" timeOffset="89412.43">10047 12401 372 0,'0'0'413'16,"0"0"-299"-16,0 0-95 15,0-90 33-15,0 57 77 16,0 3-29-16,0 0-36 15,-4 6-23-15,-8 2-14 16,-4 8 1-16,3 9-17 16,-1 5 28-16,-4 3-25 15,1 24-14-15,-6 20-2 16,4 10-5-16,3 6 6 16,8-3-1-16,8-6 1 15,0-13-2-15,5-14 0 16,8-7-4-16,6-14 4 0,1-6 1 15,5 0 2-15,5-17 10 16,0-12-10-16,-2-11-13 16,-8-1 13-16,-6 0 0 15,-7 1 1-15,-6 8-1 16,-1 11 2-16,0 11 2 16,0 10-4-16,0 6-19 15,6 28-18-15,4 13 37 16,4 7 9-16,8-7-5 15,5-10-2-15,3-11-3 16,3-12 1-16,1-8 0 0,-4-6 4 16,0 0-1-16,-4-20 6 15,-7-6 2 1,-4-8-3-16,-8-10 2 0,-5-9-4 16,-2-8-4-16,0-10 6 15,-5 2-6-15,-10-2-1 16,-4 2 3-16,1 7-4 15,1 10 12-15,6 19-10 16,2 17 28-16,6 14 50 16,3 2-80-16,0 31-9 15,0 18 9-15,5 15 0 16,6-1 4-16,3 2-4 16,-1-1 0-16,2-1 0 15,0-2 1-15,0-6-2 16,2-8-106-16,1-12-26 15,4-10-78-15,0-10-67 0,-2-15-198 16</inkml:trace>
  <inkml:trace contextRef="#ctx0" brushRef="#br1" timeOffset="91314">10539 12213 620 0,'0'0'240'0,"0"0"-188"16,0 0 50-16,0 0-27 15,0 0 7-15,0 0-79 16,-26-13 9-16,26 56-12 15,4 11 21-15,5 10-1 16,-2-7-13-16,-3-11-3 16,-1-5 0-16,-1-14-4 15,-2-13 2-15,0-5 4 16,0-9-5-16,0 0 3 16,0 0 12-16,4-11 48 15,1-18-27-15,2-11-31 0,3-4-6 16,3-2 0-16,2 5-2 15,2 15-14-15,1 5-10 16,4 17 19-16,4 4 0 16,3 18-6-16,1 12 6 15,2 3 5-15,-2-2 4 16,-5-8-1-16,-5-9-1 16,-8-8 2-16,-9-3 2 15,-3-3 22-15,0 0 83 16,0-3 40-16,-12-21-61 15,-5-6-73-15,-1-6-4 16,-3-4 9-16,-1 3-12 16,3 10-8-16,8 7 2 0,5 13-4 15,6 4 1-15,0 3-25 16,24 6-79-16,11 14 55 16,16 8 44-16,5-3 6 15,3-5-92-15,-1-9 3 16,-4-11 56-16,-9 0 20 15,-13-13 6-15,-16-1 7 16,-11-2 14-16,-5 3 2 16,-7 2 29-16,-10-2 15 15,-7 7-16-15,2 6-8 16,0 0-16-16,4 9-14 16,3 21-3-16,5 4-3 15,5 9 0-15,5-6-2 16,0-4 2-16,10-8-8 0,6-9 4 15,3-10 0-15,1-6 4 16,0 0 3-16,1-20 3 16,-4-4-6-16,-5-6-7 15,-7 4 7-15,-5-5 4 16,0 1-1-16,0 1-1 16,0 5-2-16,0 7-4 15,0 10 3-15,0 7-4 16,0 5-20-16,4 21-8 15,7 3 33-15,6 6 1 0,2-6 0 16,0-8-1 0,5-8 0-16,1-9-3 0,-2-4 2 15,-2 0 0 1,-4-17 2-16,-4-4 3 0,-3-8-1 16,-7 2-2-16,-3-1 7 15,0 10-7-15,0 10 7 16,0 5-1-16,0 3-5 15,0 0-2-15,0 0-22 16,2 23-17-16,11 14 33 16,4 10 6-16,6-1 5 15,4-8-5-15,5-15 0 16,1-7-4-16,1-16 4 16,-4 0 0-16,-4-20 10 15,-2-10-9-15,-4-6 8 0,-5-1-5 16,-9-1 4-16,-6 5 0 15,0 0 1-15,0 6-3 16,-4 8 0-16,-3 4 5 16,2 15 9-16,4 0-13 15,-2 17-7-15,2 27-8 16,1 17 7-16,0 11 1 16,0 2 1-16,0 3 1 15,0 1-1-15,-2-1 0 16,-8-3-1-16,-9-14 3 15,-4-14-3-15,-2-15 2 16,1-14 9-16,2-10-7 16,3-7 28-16,6 0 3 15,6-22-18-15,7-20-17 0,0-16-14 16,10-19-5-16,13 0-2 16,8-3-32-16,2 0-7 15,3 9 3-15,3 5 38 16,0 8 19-16,-3 18 2 15,-4 13-2-15,-1 13 5 16,-7 11-1-16,1 3 7 16,1 8-4-16,-3 16 6 15,0 9 20-15,-4 0-14 16,-4 0-10-16,-7-6 2 16,-6-3 0-16,-2-1 9 0,-3-7 14 15,-19 1 3 1,-4-3 0-16,3-7-24 0,1-4-10 15,8-3 0-15,5 0-3 16,4-7-11-16,5-16-104 16,0-7-98-16,10-3-226 15,18-2-457-15</inkml:trace>
  <inkml:trace contextRef="#ctx0" brushRef="#br1" timeOffset="91541.12">12408 11871 1136 0,'0'0'134'0,"0"0"-90"0,0 0 87 16,0 0-72-16,0 0-46 16,-47 97 8-16,58-38-9 15,9 1-3-15,-2 0-9 16,0 0 1-16,-2 0-1 15,-5-4-1-15,-3-5-69 16,-4-4-138-16,-4-14-253 16</inkml:trace>
  <inkml:trace contextRef="#ctx0" brushRef="#br1" timeOffset="92694.62">12243 12290 1193 0,'0'0'146'0,"0"0"-146"16,0 0 4-16,0 0-4 16,52-77 5-16,-14 64-5 15,1 0-4-15,-3 6-27 16,-6 3 4-16,-5 0-3 16,1 4 17-16,-5 0 13 15,3 0 2-15,0 4-2 16,2 9 18-16,-1 11 5 15,-3 6 38-15,-4 8-31 16,-5 1-14-16,-8 2 4 0,-5-6-11 16,0-6 1-1,-3-3 3-15,-9-9-5 0,1-10 7 16,4-4 20-16,4-3-6 16,1 0 0-16,0-10-14 15,2-19-15-15,0-16-22 16,0-11-1-16,18 5-8 15,8 4-43-15,2 14 38 16,2 13 27-16,0 7 0 16,-3 11-12-16,-3 2 10 15,-3 8 0-15,0 12 5 16,-2 4-1-16,-2 2-11 16,-2 11 13-16,-4-3 1 15,-2 3 2-15,-2-7 2 16,-1-8 5-16,1-11-3 0,2-7-2 15,1-4 0 1,3 0 0-16,2-10 0 0,2-15-1 16,0-7-5-16,-6-8 6 15,-3-4 2-15,-5 3 3 16,-3 2-2-16,0 15 26 16,0 10 29-16,-3 8 4 15,2 6 31-15,-1 0-66 16,2 11-24-16,0 15-2 15,0 3 6-15,0-2 0 16,9 0-7-16,2-6 0 16,2-4 0-16,1-5-3 0,-2-5 3 15,1-3-4-15,3-4-11 16,3 0-3-16,4-11-13 16,3-9-36-16,-1-2-28 15,-4-7 44-15,-3 4 28 16,-9-5 19-16,-4 6 4 15,-2 4 1-15,-3 10 0 16,0 0 25-16,0 6 23 16,0 1-21-16,0 0-6 15,0-1 4-15,-1 1-4 16,-2 3 7-16,-1-4-26 16,-1 4 10-16,2-3 11 0,-2 3-2 15,2 0 14-15,-1-3-6 16,2 3-10-16,1 0 4 15,1 0-10-15,0 0-4 16,0 0-4-16,0 0-6 16,0 0 0-16,0 0-1 15,0 0 2-15,0 0-4 16,0 0 5-16,0 0-2 16,-2 0 2-16,2 0-1 15,0 0 1-15,0 0-2 16,-2 0 2-16,1 0 0 15,-6 0-2-15,-3 6 0 16,-2 11 4-16,1 4-4 0,4 8 8 16,5 2-1-1,2 2 3-15,0 1 5 0,0-8-7 16,12 5 5-16,3-7-5 16,4-5-7-16,3-5 1 15,4-12 0-15,3-2-1 16,6 0 4-16,1-13 0 15,0-6-3-15,-3-5-2 16,-3 1-39-16,-5-1-49 16,-3-3-95-16,-6 4-133 15,-9-3-490-15</inkml:trace>
  <inkml:trace contextRef="#ctx0" brushRef="#br1" timeOffset="95344.21">20752 4713 819 0,'0'0'163'0,"0"0"-89"16,0 0-43-16,0 0 57 15,0 0 8-15,0 0-42 16,-12-51-37-16,12 51-17 16,0 0-7-16,0 0 5 15,0 15 1-15,4 17 2 16,1 14 18-16,4 11-3 15,-2 14 3-15,-3 8 2 16,6 6-21-16,-3-1 16 0,1-7 5 16,-1-11-20-1,-2-15 16-15,0-11-15 0,0-11 6 16,-3-12 14-16,-2-8-13 16,0-4 10-16,0-4 4 15,0 2-7-15,0-3 35 16,0 0-21-16,0 0-12 15,0 0 9-15,0 0-22 16,0 0 6-16,0 0-8 16,0 0 4-16,0 0-8 15,0 0 1-15,0 0 0 16,0 0-2-16,0 0 11 0,0-2-7 16,-2-9 8-1,-6-6-5-15,-2-2 3 0,-4-3-8 16,1 1 3-16,-2 3-4 15,-1 1 4-15,2 4-3 16,1 4 0-16,1 3 8 16,3 5-11-16,8 1 3 15,-1 0 0-15,2 0 0 16,0 0-5-16,0 0 0 16,0 9 2-16,0 4-3 15,0 3 2-15,10 0 4 16,2-3 0-16,-2-5-5 15,-2-4 3-15,0 0 2 16,-1-4 0-16,1 0-4 16,2 0 0-16,3 0 4 0,1 0-1 15,5-10-3-15,3-8 0 16,-1-4 4-16,-4-6 0 16,-4 0 8-16,-6 2-11 15,-6 4 3-15,-1 7 0 16,0 7 0-16,0 8 8 15,0 0-4-15,0 0-4 16,0 5-9-16,0 19 8 16,0 12-4-16,0 14 5 15,-11 10-5-15,-4 8-41 16,-2 2-134-16,-1-4-219 16,-2-10-407-16</inkml:trace>
  <inkml:trace contextRef="#ctx0" brushRef="#br1" timeOffset="101176.66">18191 2547 707 0,'0'0'141'0,"0"0"-96"0,0 0 24 16,0 0 6-16,0 0 13 15,0 0-28-15,0 0-6 16,-5-30-48-16,5 47-6 15,0 31 0-15,2 30 10 16,1 26 33-16,-1 15 36 16,-2 1-62-16,0-8 5 15,0-14-17-15,5-16-1 16,0-16-2-16,0-11 5 16,-3-8-6-16,-2-9-1 0,0-8 3 15,0-12-3 1,0-7 0-16,0-9 0 0,0-2-2 15,0-2-61-15,6-24-9 16,6-14-208-16,-2-14-175 16</inkml:trace>
  <inkml:trace contextRef="#ctx0" brushRef="#br1" timeOffset="102310.01">18307 2520 515 0,'0'0'92'0,"0"0"-65"16,0 0 12-16,0 0 64 15,0 0-4-15,0 0-28 16,-32-18-37-16,32 18 14 16,0 0-5-16,0 0-7 15,0 0 18-15,0 0-21 16,0 0-3-16,0 0-13 16,0 0-14-16,13 0 7 0,7 0 24 15,12 5 16-15,9 0-22 16,7-3-18-1,5 0 15-15,5-2 7 0,3 0-21 16,1 0 22-16,3 0-21 16,0 0-7-16,2 0 5 15,-1 0-6-15,2 0 0 16,-1 0-4-16,1 0 6 16,-1 0-6-16,2 0 0 15,0 1 0-15,5 2-2 16,0 0 9-16,3-3-7 15,6 0 0-15,8 0 1 16,6-3 0-16,1-5-1 16,-4-2 0-16,-9 4 5 0,-8 1 1 15,-10 1-4 1,-5 2 5-16,-2 0-3 0,-3 2 4 16,1 0-8-16,2 0 1 15,4 0-2-15,3 0 8 16,0 0-7-16,0 2 0 15,-2 2 3-15,1-1-8 16,3 0 5-16,1-2 0 16,2-1-7-16,1 0 14 15,0 0-7-15,-1 0 0 16,-3 0 6-16,-8 0-7 16,-2 0 1-16,-3-1 0 0,-2-3 3 15,-2-2 4 1,-4 2-6-16,-6-1 2 0,-9 3 4 15,-4 0-2-15,-4 2-5 16,-3-1 0-16,0 1-3 16,-3 0 8-16,5 0-5 15,1 0 0-15,-2 0 2 16,6 0-3-16,-2 0 1 16,0 0 0-16,-3 0-8 15,-2 0 12-15,-5 0-4 16,-5 0 0-16,-4 0 5 15,-3 0-7-15,-2 0 2 16,-1 0 0-16,-2 0-1 16,0 0 9-16,0 0-8 15,0 0 0-15,0 0 8 0,0 0-6 16,0 0-2-16,0 0 2 16,0 0 28-16,0 0-16 15,0 0 8-15,0 0 1 16,0 0-23-16,0 0 15 15,0 0-15-15,0 0-4 16,0 0 3-16,0 20-21 16,4 20 21-16,6 28-4 15,0 20 10-15,1 10 4 16,-1 0-9-16,-2-11 0 0,-1-7 1 16,2-11 8-16,-3-8-9 15,1-8 0-15,-2-11 9 16,-3-8-12-16,-2-9 3 15,0-6 0-15,0 0-5 16,-6-6-12-16,-18-5-114 16,-18-8-178-16,-20-19-678 15</inkml:trace>
  <inkml:trace contextRef="#ctx0" brushRef="#br1" timeOffset="103182.73">18519 3657 554 0,'0'0'88'15,"0"0"-86"-15,0 0 84 16,0 0 58-16,0 0-24 16,0 0-39-16,-79-6-45 15,69 6-1-15,2 0 24 0,-2 0-10 16,2 0-5-16,1 0-7 16,2 0-19-16,5 0 24 15,0 0-14-15,0 0-3 16,0 0 14-16,0 0-17 15,0 0 6-15,0 0-8 16,0 0-17-16,6 0 4 16,18 0-5-16,17 0 9 15,22 0 11-15,23 0-12 16,20 5 9-16,18-1-12 0,11 3-1 16,15-2 2-16,14-5-6 15,14 0 2-15,15 0-4 16,6-4 7-16,2-4-7 15,-12 4 7-15,-14-1-1 16,-7-1 1-16,-16 1-7 16,-9-3 1-16,-8 1-5 15,-17-2 3-15,-6-1 1 16,-11 0-3-16,-11-2 8 16,-14 0-6-16,-13 2 2 15,-19 2-1-15,-10 3 2 16,-11 3-1-16,-9 0-1 15,-4 2 0-15,-2 0-39 16,-1 0-26-16,0 0-97 16,-1 0-36-16,-6 0-172 0,0-2-289 15</inkml:trace>
  <inkml:trace contextRef="#ctx0" brushRef="#br1" timeOffset="129520.2">16723 8282 884 0,'0'0'102'15,"0"0"-94"-15,0 0-5 16,0 0 34-16,0 0 100 16,0 0-31-16,0 0-34 15,-88-31-23-15,81 29 0 16,2 2-12-16,2-1-3 16,3 1 9-16,0 0-11 15,0 0-1-15,0 0-9 16,0-3-21-16,0 3 4 0,25-4-5 15,21-3 1 1,26-4 23-16,24-4-23 0,12-4 7 16,13-5-7-16,6 0 1 15,2-2-2-15,-11 6 0 16,-12 3 0-16,-21 6-1 16,-27 6-16-16,-21 4-59 15,-20 1-20-15,-12 0-104 16,-5 0-17-16,-14 0-55 15,-24 0-196-15</inkml:trace>
  <inkml:trace contextRef="#ctx0" brushRef="#br1" timeOffset="129821.18">16814 8413 922 0,'0'0'249'16,"0"0"-214"-16,0 0-30 16,0 0-4-16,0 0 104 15,0 0-24-15,97-22-35 16,-12 0-20-16,18-2-3 15,10-3-5-15,2 1-16 0,-5 4-1 16,-8 1-1-16,-10 6-73 16,-16 1-131-16,-17-1-198 15,-18 1-433-15</inkml:trace>
  <inkml:trace contextRef="#ctx0" brushRef="#br1" timeOffset="129921.09">17902 8158 875 0,'0'0'0'0</inkml:trace>
  <inkml:trace contextRef="#ctx0" brushRef="#br0" timeOffset="136271.53">6276 2711 521 0,'0'0'196'16,"0"0"-181"-16,0 0-10 15,0 0 29-15,0 0 45 16,0 0 19-16,0 0-43 15,-3 43-13-15,-1-40 0 0,-1 0 23 16,-3 1 2 0,-1-1-19-16,-4 0-8 0,-2-3 6 15,-2 0 2-15,1-4-10 16,0-13-6-16,5-9-11 16,1 1-14-16,5-4-4 15,5 2-2-15,0 3 5 16,0 3-6-16,6 3-6 15,6 5 1-15,5 3 5 16,1 8-1-16,6 2-4 16,-1 2-4-16,4 20 6 15,-4 11-6-15,-1 9 4 16,-3 8 5-16,-10 2 0 16,-7 3 3-16,-2-6 2 0,-4 0-4 15,-17-3 6-15,-4-6-7 16,-5-2 2-16,-2-7 2 15,4-5 0-15,2-9 0 16,6-8 0-16,5-6 4 16,1-3 4-16,1 0-4 15,2-6 2-15,-1-11-4 16,2-6-4-16,4-1-3 16,2 0 1-16,4 0-4 15,0 5 2-15,0 0 2 16,12 5-4-16,0 3 1 15,4 3 3-15,3 4-8 16,1 3 2-16,5 1 5 0,2 0-1 16,2 8-1-16,3 9 1 15,-2 3-1-15,-1 1 0 16,-4 2 3-16,-6 5 0 16,-5 0 0-16,-4 2 0 15,-3-1-8-15,-5-4-27 16,-2 0-56-16,0-6-34 15,0-5-115-15,1-10-137 16</inkml:trace>
  <inkml:trace contextRef="#ctx0" brushRef="#br0" timeOffset="136802.19">6508 2945 561 0,'0'0'533'0,"0"0"-475"15,0 0-29-15,0 0 14 16,0 0 1-16,0 0-3 16,76-31-20-16,-50 31-1 15,0 10-14-15,-5 11-1 16,-4 1-5-16,-7 6 0 16,-7 5-1-16,-3 4 1 15,0-3 3-15,-13-4-3 16,-1-9 10-16,6-10-10 15,3-8 4-15,4-3-4 0,1-11 0 16,0-19-70 0,0-9-26-16,16-2 68 0,4 1-3 15,2 4-12-15,0 6 10 16,-2 5 3-16,-2-1 30 16,-3 5 0-16,-3 4 2 15,-5 4 30-15,-3 3 30 16,-4 6 16-16,0 2-1 15,0 2 7-15,0 0 6 16,0 0-27-16,0 0-35 16,0 0 2-16,0 0-25 15,-8 10-4-15,-4 9 8 16,1 8-8-16,0 3-1 16,7 0 0-16,4 1 0 0,0-5-2 15,0 1 1-15,15-2 1 16,2-3 0-16,4-2-2 15,3-4-4-15,2-3-83 16,4-2-71-16,0-6-72 16,-2-5-316-16</inkml:trace>
  <inkml:trace contextRef="#ctx0" brushRef="#br0" timeOffset="137037.22">7038 3024 979 0,'0'0'171'15,"0"0"-171"-15,0 0 0 16,0 0 10-16,89 0 39 16,-38 0-19-16,8 0-25 15,0 0 3-15,0-3-7 16,-8-3 0-16,-6 1-2 15,-10 1-75-15,-8 1-177 16,-9 3-88-16,-11-1-211 16</inkml:trace>
  <inkml:trace contextRef="#ctx0" brushRef="#br0" timeOffset="137324.12">7249 2904 834 0,'0'0'237'16,"0"0"-210"-16,0 0-19 0,0 0 19 15,0 0-11 1,0 0 4-16,-7 87 35 0,13-41-40 15,-2-1-3-15,-2-1-10 16,-1-3 1-16,1-6-3 16,2-4-1-16,0-5-60 15,3-10-180-15,0-9-266 16</inkml:trace>
  <inkml:trace contextRef="#ctx0" brushRef="#br0" timeOffset="137885.54">7560 2845 1131 0,'0'0'165'16,"0"0"-155"-16,0 0-3 15,0 0 57-15,0 0-26 16,0 0-37-16,38-40 1 16,-12 40-2-16,-5 0 0 15,-4 1-3-15,-4 11 2 16,-5 4-9-16,-2 3 9 16,-5 5-5-16,-1 2 6 15,0-3 5-15,-10-1 0 16,0-8 2-16,2-4-7 15,3-7 3-15,5 0 1 16,0-3-4-16,0 0-18 0,0-3-7 16,5-10-33-16,12-1-3 15,4-2 52-15,4 6 6 16,5 1 0-16,2 4-8 16,2 4-22-16,-6 1 21 15,-4 0 5-15,-8 12 4 16,-4 4 2-16,-9 7-4 15,-3 6 5-15,0 3 14 16,-17 0 12-16,-6 5 22 16,-9-6 9-16,-4 0-5 15,-1-5 0-15,2-4-33 16,8-5-6-16,9-8-9 16,8-4-4-16,6-5 0 0,4 0-72 15,0-16-61-15,10-10-300 16,12-8-36-16</inkml:trace>
  <inkml:trace contextRef="#ctx0" brushRef="#br0" timeOffset="138486.45">8004 2862 1140 0,'0'0'107'0,"0"0"-100"15,0 0-6-15,0 0 2 0,0 0 32 16,21 84-17 0,-8-55-8-16,4-4 5 0,1-6-4 15,2-6 9-15,2-4-3 16,-1-7-6-16,1-2-5 16,0 0 3-16,2-10-5 15,-6-4 3-15,-1-5-7 16,-6-2 1-16,-2 0 2 15,-6-2-1-15,-3 0-2 16,0-5 5-16,0 3-4 16,-12 1 7-16,-1 4 3 15,3 6 19-15,1 8-6 0,6 4 19 16,2 2-21 0,-1 0-22-16,2 2-7 0,-2 22 2 15,2 11 5-15,0 12 3 16,0 6-3-16,0 8 2 15,8 6-2-15,4 0 1 16,-3 1 0-16,-1-9 1 16,-5-4-2-16,-3-12 0 15,0-6 2-15,0-6-1 16,-14-7 9-16,-7-4 18 16,-4-3-6-16,-3-7 6 15,-2-5-11-15,-2-5 1 0,0 0 5 16,3-15-9-1,3-8-4-15,6-1-8 16,7-1 1-16,6-1 1 0,7 2-4 16,0-2 0-16,0 0-2 15,17-3-12-15,8 0-16 16,8-3-30-16,9-2-58 16,4-2-121-16,3-4-159 15,-4 2-394-15</inkml:trace>
  <inkml:trace contextRef="#ctx0" brushRef="#br0" timeOffset="138921.17">8479 2912 864 0,'0'0'289'16,"0"0"-284"-16,0 0-2 15,0 0 7-15,0 0 26 16,114-8-10-16,-66 5-25 15,-1 1 2-15,-3 0-3 16,-8 2-65-16,-7 0-190 16,-14 0-258-16</inkml:trace>
  <inkml:trace contextRef="#ctx0" brushRef="#br0" timeOffset="139130.88">8491 3120 946 0,'0'0'161'0,"0"0"-161"16,0 0-2-16,124-19 2 16,-71 16 9-16,1 0-6 15,-1 1-3-15,-5 0-17 16,-6-3-212-16,-6-1-154 15</inkml:trace>
  <inkml:trace contextRef="#ctx0" brushRef="#br0" timeOffset="140104.12">9238 2895 588 0,'0'0'177'15,"0"0"-133"-15,0 0 48 0,0 0 46 16,0 0-46-16,0 0-51 16,34-45-6-16,-24 27-5 15,1-2 22-15,-1 1 9 16,1-2-16-16,-1-2-23 16,-3 2 33-16,0-1-26 15,2 2-1-15,-6 4-14 16,1 8 9-16,-3 2 11 15,-1 3-15-15,0 1 1 16,0 2-2-16,0 0-12 16,0 0 5-16,0 0-11 15,0 0-4-15,0 11 4 0,0 13 0 16,-3 10 2 0,-2 7 2-16,3 1-4 0,2 0 3 15,0 1-2-15,0-3 0 16,2-1-1-16,5-3 3 15,1-3-3-15,-1-4 0 16,0-5 3-16,-4-7-3 16,0-4 0-16,-3-6 1 15,0-2-1-15,0-4 1 16,0-1-1-16,0 3 3 16,0-3-3-16,0 0-5 15,-10 0 5-15,-12 0 6 0,-6 0-1 16,-1 0-4-1,1 0 1-15,3-3-2 0,3-1 4 16,0 1-2-16,4-2-2 16,5 3 0-16,3-1 4 15,8 3-4-15,0 0 5 16,2-2-4-16,0 2 1 16,0 0-4-16,17 0 4 15,10 0-2-15,9-1 6 16,10-1-3-16,5-2 2 15,1 0-3-15,6 1-1 16,-5-1 2-16,-3 0-3 16,-3 2 0-16,-10 1-4 0,-7-3-4 15,-7 2-44-15,-8 0-13 16,-5 0-54-16,-5 2-40 16,-5 0-91-16,0-1-250 15</inkml:trace>
  <inkml:trace contextRef="#ctx0" brushRef="#br0" timeOffset="145954.66">7099 254 565 0,'0'0'285'0,"0"0"-226"15,0 0-33-15,0 0 21 16,0 0 51-16,0 0-1 15,0 0-23-15,0-5-36 16,0 5-8-16,0 0 5 16,0 0-2-16,0 0-13 15,0 0-8-15,0 8-12 16,0 15 3-16,-7 15-2 16,-2 10 7-16,3 6 8 0,4 10 7 15,2 3-8-15,0 3-1 16,8-4 3-16,8-6-17 15,0-9 5-15,4-13-5 16,2-8 0-16,-1-6 2 16,3-4-2-16,0-7-94 15,-2-6-41-15,4-7-90 16,-1 0-159-16</inkml:trace>
  <inkml:trace contextRef="#ctx0" brushRef="#br0" timeOffset="146387.07">7369 505 948 0,'0'0'156'0,"0"0"-92"16,0 0-6-16,0 0 15 15,0 0-26-15,0 0-25 16,82-61-8-16,-38 61 12 15,-2 0 6-15,-6 7-11 16,-7 15-14-16,-10 4-7 16,-6 10 0-16,-12 6 0 15,-1 6 1-15,-14 7 1 16,-17-3 0-16,-7-5 5 0,-1-11 0 16,4-15 3-1,10-9-3-15,8-8 7 0,11-4 2 16,6 0 22-16,0-11-8 15,0-7-24-15,19-1-1 16,7 3-5-16,6 4 0 16,4 6 0-16,3 3-4 15,3 3 2-15,1 0 2 16,1 0-4-16,-3 3 4 16,-4 7-55-16,-2 2-81 15,-3 2 7-15,-5-5-128 16,-4-5-127-16</inkml:trace>
  <inkml:trace contextRef="#ctx0" brushRef="#br0" timeOffset="146560.6">7986 698 890 0,'0'0'199'0,"0"0"-122"16,0 0 42-16,0 0-22 15,0 0-78-15,0 0-10 16,0 49-9-16,0-13 12 15,0 0-3-15,0 0-9 16,0-6-1-16,0-2-50 16,11-9-80-16,3-8-136 15,-2-8-219-15</inkml:trace>
  <inkml:trace contextRef="#ctx0" brushRef="#br0" timeOffset="147019.84">8088 551 1116 0,'0'0'184'0,"0"0"-155"15,0 0-9-15,0 0 12 16,0 0 10-16,0 0-11 16,90-50-19-16,-61 50-11 15,-6 12-1-15,-4 9 0 16,-9 5-1-16,-7 6 0 15,-3 1 1-15,-2 0-12 16,-12-4 26-16,-5-6-6 0,2-8 4 16,5-6-2-16,4-6-1 15,6-3 4-15,2 0-3 16,0 0 2-16,0 0-5 16,4-5-6-16,11-6 5 15,7 2-6-15,2 4-1 16,4 2 1-16,-1 3-2 15,-1 0 2-15,-6 0 0 16,-4 1 5-16,-5 11-4 16,-6 5 8-16,-5 1-2 15,0 4 11-15,-7 7-8 16,-13 0 4-16,-5-1-4 0,-1-1-9 16,2-3-1-1,2-5-29-15,2-6-79 0,3-6-82 16,4-7-194-16,2-3-353 15</inkml:trace>
  <inkml:trace contextRef="#ctx0" brushRef="#br0" timeOffset="147286.88">8321 466 890 0,'0'0'299'0,"0"0"-271"15,0 0-25-15,0 0 6 16,0 0 40-16,98 3 4 16,-61 27-17-16,-2 9-3 0,0 3 14 15,-7 7 0-15,-6-2-12 16,-6 2-7-16,-6-1-15 16,-9-2 1-16,-1-4-2 15,0-2-11-15,-5-7-1 16,-8-8 0-16,-1-7-4 15,4-6-78-15,3-9-78 16,4-3-96-16,3-15-177 16</inkml:trace>
  <inkml:trace contextRef="#ctx0" brushRef="#br0" timeOffset="147611.45">8968 545 817 0,'0'0'282'0,"0"0"-259"16,0 0-17-16,0 0 56 16,0 0-6-16,0 0-15 15,59 8-8-15,-27-3-17 0,0-3-13 16,-2 3-3-16,-1-2-3 16,-6 0-94-16,-10-1-226 15,-11-2-261-15</inkml:trace>
  <inkml:trace contextRef="#ctx0" brushRef="#br0" timeOffset="147785.81">8909 750 1148 0,'0'0'191'0,"0"0"-191"0,0 0-19 15,0 0 19-15,0 0 6 16,128 15-6-16,-70-15-11 15,-2 0-155-15,-11-2-117 16,-7-7-236-16</inkml:trace>
  <inkml:trace contextRef="#ctx0" brushRef="#br0" timeOffset="148486.82">9618 585 489 0,'0'0'288'15,"0"0"-269"-15,0 0 22 16,0 0 102-16,0 0-3 16,0 0-77-16,48-45-13 15,-29 25 10-15,-3-1-10 16,-2-1 2-16,-6 2-1 16,-4 2-12-16,-1 3-4 0,-3 3-8 15,0 4 0-15,0 4-3 16,0 3-3-16,0 1-1 15,0 0-13-15,0 0-7 16,0 0-3-16,0 0-13 16,0 10 16-16,0 10 0 15,0 11 1-15,0 2 4 16,5 5-1-16,0-2-4 16,4 0 6-16,-3-1-6 15,1-2 0-15,-3-6 1 16,-2-6 2-16,0-8-3 15,-2-4 0-15,0-1-1 16,0-3-8-16,-2 1-31 16,-10-3 15-16,-2-1-4 15,-5-2 29-15,-1 0 2 0,-3 0 4 16,2-2-6-16,4-3 6 16,7 1-2-16,4 2 0 15,5 0 9-15,1 2-2 16,0-1-6-16,0 1-5 15,7 0-1-15,14-2 1 16,7 0 3-16,11 2 1 16,6-4-3-16,4 3 3 15,2-1-4-15,1 1 0 16,-3 0-75-16,-1-3-60 0,-5 0-34 16,-5-4-152-1,-11-4-175-15</inkml:trace>
  <inkml:trace contextRef="#ctx0" brushRef="#br0" timeOffset="148816.59">10161 208 1111 0,'0'0'59'0,"0"0"-34"16,0 0 48 0,0 0-9-16,0 0-43 0,0 0-14 15,0 87-7-15,12-23 87 16,-2 3-57-16,0-3 5 16,-1 2-3-16,-5 0-19 15,-2 3-6-15,-2-2-1 16,0-2-6-16,-3-5 0 15,-9-8-6-15,0-7-123 16,4-9-4-16,3-15-91 16,3-10-92-16,2-11-220 15</inkml:trace>
  <inkml:trace contextRef="#ctx0" brushRef="#br0" timeOffset="150118.93">10523 547 603 0,'0'0'274'15,"0"0"-236"-15,0 0 0 16,0 0 77-16,0 0 15 16,0 0-32-16,17-13-57 15,-6 1-31-15,-1-3 15 16,0-1 0-16,-2 3-2 16,-1 1 17-16,-2-1-12 15,0-1 1-15,0 2-11 16,-3 1-12-16,-1 7 7 15,1 3 13-15,-2 1 5 16,0 0-11-16,0 0-20 0,0 0 0 16,0 0-1-1,0 18-5-15,0 9 6 0,-3 8 3 16,1 8-2-16,0 2 3 16,2 0-3-16,0 2 0 15,0-7-2-15,0-2 5 16,0-7-4-16,0-7 0 15,0-7 1-15,0-6 2 16,0-5-3-16,0-5-9 16,0-1 3-16,-7 0 6 15,-4 0 11-15,-4 0-6 16,-2-11-2-16,1-2-1 0,0-3 2 16,3 2-3-1,3 0 2-15,3 3-3 0,5 1 2 16,2 5 4-16,0 1-3 15,0 1 4-15,9 1-7 16,14-2 1-16,11 2-2 16,7 2 0-16,7 0 1 15,0 0 0-15,1-1 0 16,-1 0-1-16,-2-1-51 16,-5 2-88-16,-10-1-122 15,-12-1-359-15</inkml:trace>
  <inkml:trace contextRef="#ctx0" brushRef="#br0" timeOffset="160106.09">4749 3790 660 0,'0'0'191'16,"0"0"-106"-16,0 0-6 15,0 0-60-15,0 0-14 16,0 0-5-16,32 122 62 15,-13-59-1-15,-1 1 8 16,-1-5-23-16,-4-2-16 16,-1-3-5-16,-2-4-8 15,-7-5-2-15,-1-6-9 0,-2-9-6 16,0-7-3 0,0-11-128-16,0-12-130 0,-4 0-132 15</inkml:trace>
  <inkml:trace contextRef="#ctx0" brushRef="#br0" timeOffset="160346.85">4778 3877 896 0,'0'0'190'0,"0"0"-148"15,-17-87 36-15,17 66 9 16,10 4-17-16,15 2-40 15,5 6-18-15,2 5-12 16,1 4 0-16,-1 0-6 16,0 8 4-16,-3 12-3 15,-5 9-11-15,-6 13-45 0,-12 14-48 16,-6 5-119-16,-6-2-215 16</inkml:trace>
  <inkml:trace contextRef="#ctx0" brushRef="#br0" timeOffset="160549.75">4858 4178 929 0,'0'0'129'0,"0"0"-122"16,0 0 43-16,0 0-26 16,0 0-3-16,0 0-1 15,107-5-10-15,-62 5-5 0,0 0-5 16,-2 0 1-1,-2 0-1-15,-6-9-75 0,-8-2-109 16,-5-4-49-16,-9-1-42 16,-6-3 38-16</inkml:trace>
  <inkml:trace contextRef="#ctx0" brushRef="#br0" timeOffset="160706.15">5244 4046 205 0,'0'0'192'0,"0"0"0"16,0 0 13-16,0 0-46 15,0 0 17-15,0 0-81 16,-32-52-85-16,32 69-10 15,6 13 0-15,7 9 6 0,2 3 2 16,-2-2-6-16,-1-2 0 16,-2-2 0-16,-3-4-4 15,0-6-115-15,-6-9-166 16,-1-10-161-16</inkml:trace>
  <inkml:trace contextRef="#ctx0" brushRef="#br0" timeOffset="160861.79">5209 3843 935 0,'0'0'0'0,"0"0"-42"16,0 0 30-16,0 0-35 0,0 0-83 15,22 101-223-15</inkml:trace>
  <inkml:trace contextRef="#ctx0" brushRef="#br0" timeOffset="161447.26">5383 4057 837 0,'0'0'211'0,"0"0"-197"16,0 0-9-16,0 0 28 15,0 109 20-15,7-75-30 16,2 1-13-16,1-8-3 15,1-8-3-15,-6-8-2 16,-2-9 1-16,-1-2 0 16,-1 0 11-16,1-2 11 15,0-17 13-15,0-10-28 0,1-6-5 16,-2-4-2-16,3 0-3 16,1 6 0-16,0 8-2 15,0 9 2-15,0 9-6 16,0 7 0-16,3 0-3 15,3 13-10-15,3 16 19 16,2 6 4-16,2 0 1 16,0-1-5-16,2-6 1 15,2-9-1-15,0-7 3 16,3-8-3-16,-2-4 2 16,-1 0-1-16,-1-8 0 15,0-8-1-15,-1-4-6 0,-3-2-15 16,-4-7-5-16,-6-4 26 15,-4-8 3-15,-3-5 1 16,0-5-3-16,-5-2 2 16,-12 9 16-16,0 4 13 15,1 12 26-15,4 12 3 16,5 7 13-16,4 8-24 16,3 1-36-16,0 10-14 15,0 28-18-15,0 13 18 16,0 7 1-16,10 1 0 15,5-4 1-15,2-6-2 0,-1-5 0 16,3-7-2 0,1-5-50-16,-1-8-140 15,-6-12-116-15,-3-12-312 16</inkml:trace>
  <inkml:trace contextRef="#ctx0" brushRef="#br0" timeOffset="161600.84">5699 3994 1294 0,'0'0'111'0,"0"0"-103"16,0 0 40-16,0 0-34 15,0 0-9-15,0 0-6 16,80-10 1-16,-33 17-87 16,-2 4-115-16,-9-2-364 0</inkml:trace>
  <inkml:trace contextRef="#ctx0" brushRef="#br0" timeOffset="162632.32">5852 4107 394 0,'0'0'106'0,"0"0"-72"15,0 0 45-15,0 0 62 16,0 0-52-16,0 0-27 16,-25-21-4-16,22 15-3 15,-1-3-8-15,-2-2 10 16,-1 1-1-16,1-3-23 16,-4 4 42-16,-2-2-29 15,-1 2-13-15,2 3 4 16,-2 1-15-16,5 4 5 15,0 1 7-15,-2 0-19 16,-3 9-15-16,-3 21-4 16,3 10-3-16,3 6 6 15,7-1-2-15,3-6 1 0,0-6 0 16,14-4-2-16,10-7-1 16,4-7-2-16,7-6-9 15,9-7-104-15,5-2-61 16,-1-5-194-16,-5-13-188 15</inkml:trace>
  <inkml:trace contextRef="#ctx0" brushRef="#br0" timeOffset="163196.85">6525 3982 718 0,'0'0'120'15,"0"0"-114"-15,0 0 52 16,0 0 118-16,0 0-83 15,0 0-44-15,-7-81-17 0,-6 69 29 16,-1 4-19 0,-4 2-22-16,-4 6 2 0,-3 2-16 15,-3 23-4 1,-2 13-1-16,3 7 2 0,7 5-1 16,8-1-1-16,7-3-1 15,5-7-1-15,0-6 1 16,11-9-9-16,5-6 5 15,4-9-3-15,0-7 7 16,2-2-6-16,0-4 2 16,-1-16 2-16,-2-6-20 15,-4-6 15-15,-5 0 1 16,-3 2 6-16,-4 3 5 16,-2 5 4-16,1 6-6 0,-2 9 14 15,1 5 0 1,2 2-17-16,3 2-11 0,4 16-11 15,3 7 22-15,4 0 6 16,-2 1-3-16,1-2-6 16,-3-3-37-16,0-3-89 15,-1-8-130-15,-2-7-109 16</inkml:trace>
  <inkml:trace contextRef="#ctx0" brushRef="#br0" timeOffset="164013.2">6650 4008 714 0,'0'0'168'16,"0"0"-103"-16,0 0 28 16,0 0-29-16,0 0-62 0,0 0 20 15,20 36 30-15,-5-9-38 16,-2 0-3-16,-3-3-7 16,-1 0 2-16,-4-4 0 15,0-5-5-15,-3-5 6 16,-1-5-6-16,-1-4-1 15,3-1 5-15,-2 0 1 16,2-7 7-16,3-17-11 16,0-14-2-16,2-8-8 15,1-4 7-15,-4 2-1 16,0 7 2-16,-2 11 1 0,-1 14 1 16,-2 11 15-1,1 5-11-15,5 14-6 0,2 17-2 16,5 8 2-16,1 2 17 15,0-6-11-15,5-8 1 16,-1-6-4-16,3-4-1 16,-4-6 1-16,4-6-3 15,-1-5 0-15,-2 0-6 16,-1-2-31-16,-3-13-17 16,-4-3 6-16,-6 3 6 15,-1 1 24-15,-3 7-2 16,0 4 20-16,0 3 0 15,0 0-6-15,0 1-20 16,7 14 26-16,4 2 12 16,3-3 6-16,8-5 1 0,5-8-9 15,0-1 11-15,0-1-7 16,-3-17 0-16,-3 0-2 16,-8-4-4-16,-5 2 7 15,-5 1-4-15,-3 0 12 16,0 2 28-16,0-1-22 15,-11 2-14-15,-2 2 10 16,3 6 4-16,1 8-27 16,3 13-2-16,2 23 0 15,1 15 0-15,3 10 2 16,0 3 1-16,0 3 1 16,10 3-2-16,3-2 1 0,-3-3-3 15,-3-8 1-15,-4-10 1 16,-3-7-1-16,-4-9 4 15,-20-5 21-15,-6-7 26 16,3-8-6-16,1-8 1 16,4-3 8-16,3-10-4 15,2-17-34-15,4-9-12 16,7-6-5-16,3-3-3 16,3 3 0-16,7 3-39 15,18 0-51-15,13 1-99 16,3 1-78-16,4 1-371 15</inkml:trace>
  <inkml:trace contextRef="#ctx0" brushRef="#br0" timeOffset="164513.62">7786 3967 1228 0,'0'0'53'16,"0"0"-50"-16,0-87 28 15,1 54 55-15,8 1-28 16,-3 4-44-16,-2 2 4 16,-3 6 20-16,-1 1 2 15,0 7 1-15,0 5-19 0,0 7 4 16,0 0-16-16,0 0-10 15,0 0-2-15,0 19 1 16,0 15 1-16,-1 15 1 16,1 9-1-16,0 9 0 15,0 0 3-15,0-2-1 16,1-6-2-16,4-10 0 16,-3-6-5-16,-2-13-20 15,0-11-32-15,-3-6 32 16,-15-8 25-16,-6-5 0 15,-8 0 15-15,-1 0-8 0,1-7 0 16,5-7 9 0,9-1 9-16,9 2-3 0,6 4-1 15,3 2-21 1,6 3 0-16,21 0-2 0,10 4-7 16,9 0 3-16,3 0-77 15,5 0-57-15,-1 2-59 16,-1-2-133-16,-7 0-174 15</inkml:trace>
  <inkml:trace contextRef="#ctx0" brushRef="#br0" timeOffset="164764.7">8392 3855 868 0,'0'0'438'0,"0"0"-438"16,0 0-6-16,0 0 6 15,0 0 10-15,29 121 41 16,-7-68-40-16,-2-5 0 16,-7-4-9-16,-1-7 2 15,-5-5-4-15,-6-7-14 16,-1-7-111-16,0-8-171 15,-1-10-119-15</inkml:trace>
  <inkml:trace contextRef="#ctx0" brushRef="#br0" timeOffset="164920.63">8394 3718 771 0,'0'0'0'0,"0"0"-9"16,0 0-34-16,0 0 31 16,32 79-134-16</inkml:trace>
  <inkml:trace contextRef="#ctx0" brushRef="#br0" timeOffset="165496.37">8543 4044 875 0,'0'0'94'0,"0"0"-88"16,0 0 5-16,-3 92 31 15,13-75 10-15,3-4-25 16,-3-6-23-16,-2-5 19 16,-1-2-1-16,-2 0-2 15,4-9 24-15,-2-9-26 16,2-9-8-16,1-4-1 0,0-3-8 15,-1 0 1 1,-1 8-2-16,-2 8 2 16,0 6-2-16,-3 7 0 0,4 5-3 15,-1 0 1-15,8 17-9 16,1 11 11-16,3 7 12 16,-1 4-10-16,1-3 8 15,2-4-9-15,1-8 0 16,0-6-1-16,1-9-1 15,-2-6-17-15,0-3-49 16,2 0-76-16,-3-16-2 16,2-10-61-16,-3-6-41 15,-6-4 22-15,-5-4 152 16,-7-4 73-16,0-3 174 16,-7-1-42-16,-10 1 21 0,-1 5 19 15,1 6-15-15,1 9-13 16,6 7-31-16,1 11-24 15,6 6 0-15,1 3-24 16,2 5-65-16,0 24-9 16,0 13 9-16,10 12 11 15,4 2-9-15,0-1 1 16,0-5-3-16,-1-7-1 16,1-3-32-16,-3-9-133 15,-4-5-210-15,-4-8-362 16</inkml:trace>
  <inkml:trace contextRef="#ctx0" brushRef="#br0" timeOffset="166082.06">8884 4035 1149 0,'0'0'0'0,"0"0"5"15,0 0-8-15,0 0 6 16,107 11-1-16,-49-11 15 15,6-4-17-15,-2-14 3 16,-10 0-1-16,-9 3 2 16,-16 3 2-16,-15 1-4 15,-9 4 5-15,-3 0 12 16,-3-1 1-16,-16 5 23 0,-1 3-18 16,-2 0-7-1,5 1 10-15,6 12-2 0,5 0-15 16,6 4-3-16,0 1-8 15,3-1 4-15,18 0-2 16,8-3-2-16,6-5 2 16,8-5 1-16,9-4-3 15,5 0-13-15,0-17 13 16,-7 1-4-16,-15 3-2 16,-13 5-19-16,-15 2 25 15,-7 0 9-15,0-1 1 16,-12-5-7-16,-7-3 18 0,-1-3 3 15,0-2 8-15,4 7-4 16,4 2 0 0,5 6-6-16,2 5-1 0,2 11-21 15,1 18-7-15,2 16 7 16,0 8 8-16,0 3 8 16,7 8 2-16,5 1-2 15,-2-3 7-15,-2-3 8 16,-5-9-19-16,-1-11-1 15,-2-10-7-15,0-12-4 16,0-8 3-16,0-4-1 16,0-5-4-16,0 0-17 15,0-6-62-15,-2-19-93 16,-5-15-60-16,1-12-181 16</inkml:trace>
  <inkml:trace contextRef="#ctx0" brushRef="#br0" timeOffset="166879.75">9568 3967 874 0,'0'0'154'16,"0"0"-132"-16,53-81 88 15,-29 67 10-15,2 8-29 16,1 6-43-16,2 19-15 16,-3 14 8-16,-6 6-9 15,-5 1-17-15,-8 0-1 16,-4-3-1-16,-3-5-4 15,0-8-7-15,-3-8 7 0,-5-7-5 16,-2-7 9 0,-1-2 12-16,1-2-8 0,3-16-13 15,4-2-4-15,3 3-11 16,0 3-21-16,10 8 1 16,14 5-46-16,6-1-21 15,7 0-14-15,5-4-50 16,8-3-69-16,3-5 116 15,1-4 110-15,-7-2 5 16,-14 0 55-16,-16 4-23 16,-13 1 72-16,-4 4 58 15,-7 2-48-15,-14 0-29 16,-3 4-19-16,-5 4-18 0,2 1-7 16,2 0-11-1,3 12-19-15,7 13 1 0,2 7-11 16,8 1 0-16,5 2-2 15,0-8-2-15,11-9-1 16,11-7 2-16,4-11-14 16,-1 0 6-16,-4-5-14 15,-1-15-2-15,-3-4 7 16,-2-3-13-16,-3 6-4 16,-4 8 33-16,-3 4 2 15,-3 7 1-15,-1 2 0 16,6 0-13-16,3 14 13 0,5 8 12 15,5 2 9 1,3-4-3-16,3-4-2 0,4-8-1 16,2-8-1-16,-1 0-13 15,1-14 14-15,-5-10-9 16,-4-4 1-16,-7-5 12 16,-8-5-6-16,-7-5 11 15,-1-3-3-15,0-3-3 16,-9 1 0-16,-8 2-1 15,0 9-7-15,3 10 3 16,6 13 12-16,5 10 23 16,1 4-29-16,2 16-19 15,0 20-3-15,0 19 3 16,10 8 3-16,4-3-3 16,3-3-3-16,3-12-6 0,3-11-86 15,10-8-98 1,9-12-72-16,6-14-181 0</inkml:trace>
  <inkml:trace contextRef="#ctx0" brushRef="#br0" timeOffset="167279.13">11002 3678 1306 0,'0'0'65'0,"0"0"-60"15,0 0 45-15,-92 3 30 0,75 20-45 16,4 2-23 0,6 4-12-16,6-2 3 0,1 0-3 15,0-1 0-15,7-1-1 16,7 2 4-16,7-1-3 16,3-2 0-16,3-3 0 15,0-1 5-15,-3-4-1 16,-6-2-1-16,-7-3 16 15,-5-1 6-15,-6-1 8 16,0 2 1-16,-12-1-3 16,-15 2 5-16,-11-2-11 15,-4-2-20-15,0-5-2 16,3-3 1-16,8 0-5 16,6 0 1-16,8-9-28 15,12-3-37-15,5 1-61 0,12-2-134 16,20-4-50-16,9-3-3 15,3-2 8-15</inkml:trace>
  <inkml:trace contextRef="#ctx0" brushRef="#br0" timeOffset="167762.15">11086 3877 545 0,'0'0'609'16,"0"0"-515"-16,0 0-74 16,0 0 15-16,0 0 108 15,0 0-59-15,17 75-58 16,-4-59-7-16,2-3-5 0,5-7 4 15,0-3-3 1,-1-3-6-16,-3 0 0 0,-1-3-4 16,-5-10 0-16,-6-2 5 15,-4-2-9-15,-2 0 7 16,-24-2 4-16,-7 5-12 16,-3 3 2-16,-1 9-2 15,9 2-2-15,6 0 1 16,9 1-4-16,9 1 4 15,4 1-4-15,4-3-34 16,19 0-19-16,10-6 32 16,4-14-32-16,3-5 2 15,-1-3 39-15,-6 0 17 16,-8-1 6-16,-5 4 8 16,-7 0 41-16,-4 1 0 0,-2 3-13 15,-3 4 2 1,-2 5-9-16,-2 4-3 0,0 5 2 15,0 3-1-15,0 0-11 16,0 13-22-16,0 20 2 16,0 15 5-16,0 13 9 15,0 4 1-15,-3 0-10 16,1 0-1-16,1-3-5 16,-2-11-1-16,3-11-27 15,0-13-67-15,19-22-168 16,11-5-155-16,2-11-181 15</inkml:trace>
  <inkml:trace contextRef="#ctx0" brushRef="#br0" timeOffset="167838.22">11494 4022 975 0,'0'0'258'15,"0"0"-232"-15,0 0-24 16,0 0-4-16,0 0-240 16</inkml:trace>
  <inkml:trace contextRef="#ctx0" brushRef="#br2" timeOffset="180026.67">12385 2648 710 0,'0'0'103'0,"0"0"-19"16,0 0-44-16,0 0 63 16,0 0 22-16,0 0-64 15,0 0-39-15,-19-23 2 16,19 23 19-16,0 0 6 16,-1 0-12-16,-4 0-22 15,-5 10-1-15,-6 15-3 16,-2 9-1-16,0 8 3 0,1 1-7 15,4 5 0 1,6 2 1-16,4-1 1 0,3 0-2 16,0-1 6-16,7-5-6 15,7-1 5-15,3-6-11 16,3-2 8-16,2-3-8 16,-2-3 0-16,-2-6 0 15,1-2 0-15,-4-8-10 16,0-7-121-16,1-5-46 15,-2 0-160-15,1-21-205 16</inkml:trace>
  <inkml:trace contextRef="#ctx0" brushRef="#br2" timeOffset="180575.84">12629 2871 791 0,'0'0'165'0,"0"0"-91"15,0 0 72-15,0 0-34 16,-13-77 9-16,13 64-65 15,18 0-38-15,3 6-15 16,5 3 3-16,3 4-5 16,2 0 1-16,-3 21 6 0,-1 6-8 15,-3 4 4-15,-8 5-3 16,-9 8 0-16,-7 5 3 16,0 5-4-16,-26-2 1 15,-10-4 1-15,-7-8 1 16,-6-12-1-16,4-9-2 15,5-7 11-15,8-8-1 16,11-4 5-16,8 0 25 16,7 0-9-16,5-7-4 15,1-3-10-15,0-1-11 0,3-1-4 16,15 0 6-16,9 3-6 16,4 1-2-16,10 4 2 15,2 1-1-15,5 3-1 16,4 0 0-16,-1 0-3 15,-1 0 1-15,-9 0 1 16,-4 0-5-16,-6 0-29 16,-10 0-84-16,0 0-55 15,-7 0-85-15,-2 0-168 16</inkml:trace>
  <inkml:trace contextRef="#ctx0" brushRef="#br2" timeOffset="180764.91">13114 3072 657 0,'0'0'458'0,"0"0"-424"15,0 0-32-15,0 0 2 16,0 83 32-16,0-51-3 16,0 1-23-16,0 0-6 15,0-4-3-15,0-4-1 16,0-4-2-16,0-7-164 15,1-9-210-15</inkml:trace>
  <inkml:trace contextRef="#ctx0" brushRef="#br2" timeOffset="181291.19">13358 3053 518 0,'0'0'209'16,"0"0"-86"-16,0 0-10 15,0 0-4-15,0 0-16 0,0 0-49 16,33-27-16-16,-14 24 3 16,7-1-6-16,5 2-15 15,5-3 1-15,4 1-10 16,4-1 2-16,1-3-3 15,-5 1-1-15,-7 1-86 16,-5-1-130-16,-14 1-150 16</inkml:trace>
  <inkml:trace contextRef="#ctx0" brushRef="#br2" timeOffset="181561.84">13756 2810 662 0,'0'0'116'0,"0"0"-64"15,0 0 50-15,0 0 7 16,0 0-46-16,0 0-51 16,0 4-7-16,0 18 4 15,5 11 35-15,2 6-10 16,1 5-13-16,-3-1-16 15,0 1-2-15,0-1-1 16,-4-5-2-16,-1-3-1 16,0-8-172-16,0-11-131 0,0-9-383 15</inkml:trace>
  <inkml:trace contextRef="#ctx0" brushRef="#br2" timeOffset="181859.05">13943 2670 1067 0,'0'0'114'15,"0"0"-114"-15,0 0 0 0,0 0 2 16,0 0 15-1,107 97 19-15,-78-43-21 0,-5 4 6 16,-5 4 23 0,-7 1-16-16,-8-1-2 0,-4-2-11 15,0-6-5-15,-1-6-8 16,-17-7-1-16,-6-4-2 16,-8-6-83-16,-8-8-192 15,-7-9-386-15</inkml:trace>
  <inkml:trace contextRef="#ctx0" brushRef="#br2" timeOffset="185010.94">14497 2978 762 0,'0'0'297'15,"0"0"-271"-15,0 0-4 16,0 0 102-16,0 0-24 16,0 0-26-16,0 0-41 15,-2-19-31-15,2 25-2 16,0 16 0-16,0 10 1 16,0 0 10-16,0 3-4 15,0-6 6-15,8-5-5 16,-1-8-2-16,-4-8 33 15,2-5-7-15,0-3 12 16,5 0 20-16,13-16-11 16,18-19-1-16,18-15-30 15,13-9-12-15,11-4-1 0,4 1-8 16,3 6 1-16,-4 3-2 16,-14 15-1-16,-18 14 0 15,-18 12-37-15,-15 12-86 16,-13 1-176-16,-8 16-143 15</inkml:trace>
  <inkml:trace contextRef="#ctx0" brushRef="#br2" timeOffset="212920.01">12576 618 620 0,'0'0'161'0,"0"0"-138"16,0 0-6-16,0 0 36 15,0 0 10-15,0 0-6 0,0 0-26 16,3-78 9-16,-3 65 11 16,0 3-21-16,0-2 11 15,0-2 7-15,-5 1-21 16,-4-4-12-16,1 2-7 15,-2 0 2-15,0 4 20 16,0 4-16-16,0 5-9 16,-4 2 7-16,1 0-12 15,-2 1-1-15,-3 16-3 16,1 11 3-16,-1 6 0 16,2 9-5-16,3 6 6 15,2 4 1-15,4-4 2 16,5-5-3-16,2-6-4 0,0-10 4 15,0-5-1-15,10-5 1 16,-1-5 0-16,-1-5-1 16,2-2 4-16,0-3-6 15,1-3 1-15,5 0 2 16,4-5-5-16,3-14 2 16,6-7-8-16,-1-4-5 15,-3-2 7-15,-5-5 6 16,-5 0 3-16,-3-1 0 15,-5 6 0-15,-4 4 1 16,-1 10 3-16,-1 7-3 16,-1 5 23-16,0 6 25 15,0 0-20-15,0 0-29 0,0 0-4 16,0 8-15-16,0 14 16 16,0 10 3-16,0 2 2 15,7-1-1-15,3-1-1 16,3-4 0-16,1-3-2 15,-1-4-26-15,2-5-61 16,4-8-118-16,4-8-113 16</inkml:trace>
  <inkml:trace contextRef="#ctx0" brushRef="#br2" timeOffset="213118.79">12907 585 980 0,'0'0'237'16,"0"0"-237"-16,0 0-35 15,0 0 35-15,0 0 11 16,85 1-5-16,-38 5 8 16,4-1-14-16,-4-2-155 15,-10-2-171-15,-15-1-217 16</inkml:trace>
  <inkml:trace contextRef="#ctx0" brushRef="#br2" timeOffset="213284.01">12994 708 1025 0,'0'0'163'15,"0"0"-163"-15,0 0-117 16,0 0 117-16,0 0 8 15,120 13-8-15,-71-9-217 16,-3-4-187-16</inkml:trace>
  <inkml:trace contextRef="#ctx0" brushRef="#br2" timeOffset="214038.54">13455 540 855 0,'0'0'223'0,"0"0"-143"0,0 0 9 15,0 0-24-15,0 0 2 16,30-84-42-16,-5 76-23 16,4 5-2-16,0 3-1 15,-2 3 0-15,-5 19-5 16,-7 7-11-16,-8 6 17 16,-7 7-1-16,0 4 5 15,-19 6-2-15,-11 0 1 16,-5-5-3-16,-5-9-2 15,3-14 2-15,5-11 6 0,9-12 2 16,8-1 0 0,5-4 27-16,5-16 7 0,5-2-17 15,0-1-2-15,12 3-9 16,12 1-13-16,8 6 4 16,5 4-5-16,4 7 0 15,-2 2-2-15,3 2-3 16,0 13 3-16,-2 0-5 15,-2 3-110-15,-3 3-13 16,-11-3-170-16,-3-1-178 16</inkml:trace>
  <inkml:trace contextRef="#ctx0" brushRef="#br2" timeOffset="214226.62">13931 666 760 0,'0'0'411'0,"0"0"-369"16,0 0-42-16,0 0-3 16,0 0 3-16,30 77 24 15,-11-35-20-15,1-3-2 16,-2-2-2-16,-2-6-136 16,-5-10-128-16,-1-9-274 15</inkml:trace>
  <inkml:trace contextRef="#ctx0" brushRef="#br2" timeOffset="-214744.16">14281 373 1071 0,'0'0'161'0,"0"0"-161"16,0 0-11-16,0 0 11 16,-14 88 4-16,18-45-3 15,9-2 13-15,-4-3-8 16,-1-1-4-16,-5-6 2 16,-3-6-4-16,0-6 0 15,0-9 3-15,0-4-2 16,0-5 3-16,0-1 10 0,0 0 5 15,0-4 11-15,0-13-2 16,0-8-25-16,0 1-6 16,9 0 3-16,9 4-5 15,9 5-9-15,5 3 7 16,4 8 4-16,0 4 1 16,-3 0-2-16,-4 10 4 15,-3 14-9-15,-6 8 9 16,-5 2 0-16,-10 4 5 15,-5 0 5-15,0-4 18 16,-12-4-4-16,-10-5 12 16,-3-3 15-16,-3-6-7 0,-2-5-11 15,2-7-23-15,4-4-1 16,3 0-9-16,4-9-4 16,6-15-93-16,11-7-47 15,0-7-195-15,16 0-210 16</inkml:trace>
  <inkml:trace contextRef="#ctx0" brushRef="#br2" timeOffset="-214560.12">14792 551 1173 0,'0'0'261'0,"0"0"-261"16,0 0-23-16,0 0 23 15,0 0 14-15,97 0 0 16,-57 0-14-16,-5 4-48 16,-9 1-181-16,-13-3-219 15</inkml:trace>
  <inkml:trace contextRef="#ctx0" brushRef="#br2" timeOffset="-214410.56">14835 734 1374 0,'0'0'0'0,"0"0"-126"16,0 0 126-16,97-9 0 15,-49-2-39-15,1-1-223 16,-4-2-293-16</inkml:trace>
  <inkml:trace contextRef="#ctx0" brushRef="#br2" timeOffset="-213942.64">15304 416 1296 0,'0'0'62'16,"0"0"-49"-16,0 0 16 16,0 0 4-16,0 0-4 0,78-76-25 15,-39 76-4 1,-4 0-4-16,-12 10 0 0,-6 11-4 15,-8 7-3-15,-8 2 7 16,-1 5-5-16,-5-1 9 16,-13-5 14-16,-6-5-13 15,6-7 2-15,5-8 16 16,6-4-17-16,7-5 2 16,0 0-4-16,0 0-8 15,13-2-16-15,10-7 8 16,5 2-8-16,3 3 0 15,0 4-21-15,-2 0 16 0,-2 10 20 16,-3 11 1 0,-7 6 7-16,-4 2-1 15,-10 0-8-15,-3 0 10 0,0-4 47 16,-15-3 22-16,-3-4 23 16,-6-3-24-16,-3-2-5 15,-2-5-17-15,-3-2-22 16,0-3-7-16,3-3-12 15,1 0-3-15,1 0-2 16,2 0-47-16,0-7-66 16,0-2-200-16,2 1-509 15</inkml:trace>
  <inkml:trace contextRef="#ctx0" brushRef="#br2" timeOffset="-210127.53">11990 3647 588 0,'0'0'215'0,"0"0"-185"16,0 0-23-16,0 0 78 16,0 0 10-16,0 0-19 15,0 0-28-15,0 0-20 16,0-9 8-16,0 9 6 16,0 0-13-16,0 0 5 15,0 0-1-15,0 0-8 16,0 0 2-16,-2 0-9 15,-1 0 3-15,0 0-5 16,-2 0-9-16,0 0 3 16,-2 0-2-16,-1 0-5 15,-2 3 5-15,-1 10-8 0,1 4 2 16,0 6 6 0,1 8-6-16,-1 9 5 0,1 14 2 15,4 8 15-15,2 7-5 16,3 1-5-16,0-4 8 15,7-3-9-15,9-5-12 16,1-3 10-16,-1-4-11 16,3-6 1-16,-4-7 0 15,0-3 1-15,-3-8-2 16,0-5 0-16,-1-6-18 16,-1-3-89-16,0-9-54 15,2-4-69-15,-2-6-143 16</inkml:trace>
  <inkml:trace contextRef="#ctx0" brushRef="#br2" timeOffset="-209143.55">12269 3942 638 0,'0'0'219'0,"0"0"-137"16,0 0 27-16,0 0 19 15,0 0-51-15,0-85-16 16,4 67-29-16,9 3-10 16,2 5-5-16,4 6-13 15,2 4 1-15,1 0 0 16,3 13-3-16,-1 11 7 15,-1 6 3-15,-1 3-4 16,-9 3-5-16,-3 5 0 16,-7 0 5-16,-3 0-8 15,0 0 0-15,-18-5 5 0,-6-3 3 16,-2-1 2-16,-6-5-5 16,2-1-2-16,0-6 10 15,5-10-7-15,6-1-1 16,6-7 17-16,8 0-4 15,2-2 4-15,3 0-3 16,0 0-8-16,0 0-7 16,0 0 7-16,0 0-11 15,0 0 6-15,0 0-2 16,0 0-2-16,0 0 1 16,0 0-1-16,0 0-2 15,0 0 0-15,0 0-5 16,0 0 5-16,0 0 5 15,0 0-2-15,0 0 16 16,0 0-1-16,0 0 2 0,0 0-2 16,0 0-15-16,0 0 3 15,0 0-5-15,0-2-1 16,5 0 1-16,7-1 0 16,2-3 1-16,7 3-2 15,6 0 3-15,8-1-2 16,6 0-1-16,8-2 1 15,6 0 1-15,4-3 0 16,-3 0-2-16,-4 2 1 16,-12 0 0-16,-8 4-2 0,-14 1-1 15,-8 2-9 1,-6 0-39-16,-4 0-48 0,0 0-72 16,0 0-61-16,-5 0-254 15</inkml:trace>
  <inkml:trace contextRef="#ctx0" brushRef="#br2" timeOffset="-208775.61">12796 4077 345 0,'0'0'554'15,"0"0"-484"-15,0 0-44 16,0 0 114-16,0 0-22 16,0 0-57-16,-6 0-21 15,6 0-20-15,0 0 0 16,4 0 4-16,15 0-8 15,10 0 9-15,5-4-7 16,7-3-16-16,7-2 2 16,2-2-4-16,0 0 3 15,-3 0-6-15,-9 2-13 0,-8 5-111 16,-6-1-70 0,-10 4-98-16,-13-2-149 0</inkml:trace>
  <inkml:trace contextRef="#ctx0" brushRef="#br2" timeOffset="-208496.13">13046 3835 287 0,'0'0'675'0,"0"0"-585"15,0 0-48 1,0 0 13-16,0 0-26 0,0 0 6 16,-7 64 32-16,7-20-33 15,0 1-18-15,0-1 4 16,0-1-18-16,0-2 4 16,-2-2-6-16,0 0-9 15,2-6-116-15,0-7-189 16,0-11-300-16</inkml:trace>
  <inkml:trace contextRef="#ctx0" brushRef="#br2" timeOffset="-207944.8">13215 3990 1031 0,'0'0'142'0,"0"0"-120"16,0 0 20-16,0 0 14 15,38-89-7-15,-10 78-30 16,2 6-11-16,-2 2 1 16,-3 3-3-16,-5 0 6 15,-6 15-10-15,-7 4-1 16,-6 7 13-16,-1 2-4 15,0 7 8-15,-18 1-15 0,-7 0 13 16,-3-3-15 0,1-7 5-16,6-9-6 0,8-8 8 15,6-3-3-15,7-6 10 16,0 0 0-16,0 0-10 16,7 0 1-16,10-11-6 15,7-2 3-15,0 5-8 16,5 2 7-16,-1 6-4 15,1 0 2-15,-6 0-4 16,-3 10 3-16,-5 7-3 16,-8 5 4-16,-4 2 4 15,-3 2 16-15,0 0-3 16,-3-3 2-16,-10-1 4 0,-4-1 6 16,-4-4-8-16,0 0-7 15,-3-1-8-15,3-5-3 16,2-3-6-16,6-4-2 15,4-4-64-15,5 0-65 16,4-6-39-16,0-16-216 16,0-9-224-16</inkml:trace>
  <inkml:trace contextRef="#ctx0" brushRef="#br2" timeOffset="-207578.3">13584 3946 881 0,'0'0'205'0,"0"0"-172"0,0 0 78 15,0 0-2-15,0 0-2 16,0 0-52-16,0-49-39 16,0 49-9-16,0 0-7 15,0 13-1-15,0 16 1 16,0 8 27-16,1 5-5 15,2 0-6-15,-1 1-11 16,0-2 0-16,1 2 1 16,-3 1-5-16,0 0 3 0,0-4-2 15,0-10-2 1,3-11 0-16,6-8 2 0,4-5-2 16,6-6 5-16,4 0-2 15,4-6-3-15,1-13-9 16,1-4-53-16,0-6-42 15,-2-6-24-15,-3-1-110 16,-9 0-206-16</inkml:trace>
  <inkml:trace contextRef="#ctx0" brushRef="#br2" timeOffset="-207414.72">13564 4100 1224 0,'0'0'75'0,"0"0"-69"0,0 0-6 16,0 0 34 0,0 0 9-16,111-3-31 0,-67 3-12 15,-6 0-54-15,-3 0-177 16,-7-4-194-16</inkml:trace>
  <inkml:trace contextRef="#ctx0" brushRef="#br2" timeOffset="-207228.6">14055 4146 1147 0,'0'0'137'0,"0"0"-135"16,2 90 8-16,-2-45 0 15,0 1-2-15,0-4-8 16,0-4-1-16,0-8-154 15,0-9-194-15</inkml:trace>
  <inkml:trace contextRef="#ctx0" brushRef="#br2" timeOffset="-206596.27">14184 4144 822 0,'0'0'249'15,"0"0"-203"-15,0 0 57 0,0 0-29 16,0 0-11 0,0 0-36-16,48 0 7 0,-9 0 19 15,6 0-27-15,3 0-4 16,4 0-10-16,0-3-9 16,-3 0 0-16,-6 1-3 15,-8-3-2-15,-5 2-73 16,-6 0-60-16,-4-3-101 15,-6-3-113-15,-2-1-199 16</inkml:trace>
  <inkml:trace contextRef="#ctx0" brushRef="#br2" timeOffset="-206229.72">14734 3828 485 0,'0'0'325'0,"0"0"-273"16,0 0 13-16,0 0 21 16,0 0 10-16,0 0-21 15,0-20-24-15,0 20-29 16,0 0 0-16,0 0-6 0,0 7-8 15,3 17 17 1,4 9 45-16,-1 7-8 0,1 3-17 16,2 5-11-1,-5-1-3-15,2-4-12 0,-3 2-12 16,0-4 0-16,-1-2-7 16,0-4 1-16,-1-4-1 15,-1-5-35-15,0-5-95 16,2-5-68-16,1-7-198 15</inkml:trace>
  <inkml:trace contextRef="#ctx0" brushRef="#br2" timeOffset="-204876.65">15035 4169 473 0,'0'0'180'0,"0"0"-107"16,0 0 45-16,0 0 15 16,0 0-17-16,0 0-52 15,-2 0-16-15,2 0-8 16,5 0-1-16,5 0 6 15,7-8 4-15,3 0-1 16,3-1-17-16,4 1-18 16,2 2-3-16,-1 0-8 15,0-1-2-15,-1 5 0 16,-2 0-52-16,-3 0-78 16,0 2-53-16,-5-2-180 15,-4-3-70-15</inkml:trace>
  <inkml:trace contextRef="#ctx0" brushRef="#br2" timeOffset="-204243.89">15496 3970 462 0,'0'0'480'0,"0"0"-415"15,0 0 12-15,0 0 46 16,0 0-38-16,5-78-13 16,10 61-36-16,6 4-15 15,2 3-11-15,3 5 8 16,1 3-5-16,0 2 3 16,-6 2 2-16,-2 14-9 15,-7 6 0-15,-4 3 3 16,-8 5 3-16,0 4-1 15,-13 3-13-15,-16 2 10 0,-7 1-8 16,-8 1 0-16,-1-4 0 16,1-8 3-16,9-10-6 15,11-6 3-15,10-9-1 16,9-2 2-16,5-2 8 16,0 0 3-16,5-6-1 15,19-9-13-15,5 0 5 16,5 2-4-16,1 4-2 15,-2 1 1-15,2 3 4 16,-1 2-5-16,-1 2 6 16,-1 1-6-16,-2 0 0 15,-4 0-1-15,-5 6 1 16,-4 3-26-16,0 2-62 16,-3-3-79-16,0 0-15 0,0-7-134 15,-3-1-115-15</inkml:trace>
  <inkml:trace contextRef="#ctx0" brushRef="#br2" timeOffset="-203929.89">15945 3815 1082 0,'0'0'100'15,"0"0"-84"-15,0 0 73 16,0 0-12-16,0 0-28 0,0 0-47 15,-12-12 2 1,15 47-4-16,6 8 43 0,-5 9-18 16,2-4-12-16,-2 0-4 15,2-6-4-15,-2-3-2 16,3-5-1-16,-2-9 0 16,2-4 0-16,-1-5-1 15,3-6 1-15,1-3-2 16,4-7 1-16,4 0-2 15,3 0-7-15,3-9-62 16,-1-8-10-16,-5-1-31 16,-3-3-41-16,-5-1-110 0,-7-1-140 15</inkml:trace>
  <inkml:trace contextRef="#ctx0" brushRef="#br2" timeOffset="-203762.94">15889 4030 1055 0,'0'0'229'0,"0"0"-221"16,0 0-2-16,0 0-6 15,0 0 29-15,0 0-15 16,124-28-14-16,-78 19-2 16,-4-3-121-16,-5-2-114 15,-9-3-157-15</inkml:trace>
  <inkml:trace contextRef="#ctx0" brushRef="#br2" timeOffset="-203477.74">16133 3674 1040 0,'0'0'117'16,"0"0"-100"-16,0 0 47 15,0 0-20-15,0 0-1 16,0 0-35-16,64-12 5 15,-36 42 12-15,-1 17 6 16,-4 11 29-16,-4 14-5 16,-8 9 4-16,-5 1-4 15,-6 1-20-15,0-4-13 0,-9-4-10 16,-14-2-11-16,-7-7 6 16,-7-5-7-16,-9-6-4 15,0-5-24-15,-6-2-65 16,0-10-153-16,-2-9-228 15</inkml:trace>
  <inkml:trace contextRef="#ctx0" brushRef="#br2" timeOffset="-199594.76">11739 3490 756 0,'0'0'123'0,"0"0"-103"15,0 0 21-15,0 0 84 16,0 0-12-16,0 0-31 16,0-28-44-16,0 28-21 15,0 0 4-15,0 0-4 0,0 0-2 16,-1 4-1-16,-6 27-14 16,2 19 27-16,-2 20 44 15,4 20-46-15,2 13-2 16,1 6-2-16,0 9 1 15,0 2 3-15,0-3-5 16,3-6-2-16,1-9-7 16,0-13-7-16,-2-13 4 15,-2-9 0-15,0-14-5 16,0-13 2-16,0-12-4 16,0-12 1-16,0-8-2 15,0-4 1-15,0-4-4 16,0 0-23-16,0-15-45 15,0-18-151-15,-3-13-46 16,-1-10-173-16</inkml:trace>
  <inkml:trace contextRef="#ctx0" brushRef="#br2" timeOffset="-197730.88">11729 3545 499 0,'0'0'102'0,"0"0"-41"16,0 0 37-16,0 0-4 16,0 0 13-16,0 0-37 15,-24-40 20-15,24 40-11 16,0 0-5-16,-2 0-13 15,2 0-14-15,0 0-7 0,0 0-4 16,0 0 5 0,0 0-1-16,0 0-13 0,0 0-3 15,0-1-1-15,0 1-8 16,0 0 3-16,6 0-15 16,10 0 6-16,9 0 6 15,8 0 14-15,7 0-1 16,7-3-11-16,2-1-9 15,2-1 0-15,-1 0-5 16,-1 4 2-16,-7 0-4 16,-4 1-1-16,-5 0 3 15,-2 0-3-15,0 0 0 0,1 0 2 16,2 0-2-16,-1 1 2 16,0 2 0-16,3 0-1 15,2-1 4-15,1 1-4 16,0-2 2-16,-2 2 3 15,-2 0-5-15,3 0 2 16,-4-1-1-16,4 0 0 16,0-2 6-16,-2 0-8 15,1 0 1-15,-3 0 4 16,-1 0-4-16,-1 0 3 16,0 0-3-16,-2-2-1 15,3-2 2-15,-1 2-1 16,0-1 1-16,0 0-2 0,-1 3-2 15,4 0 2-15,3 0 0 16,4 0 0-16,2 0 0 16,1 0 2-16,0 0 1 15,-1 0-3-15,1 0-1 16,0 0 1-16,-2 0 0 16,1 0 5-16,-1 0-4 15,-3 0 0-15,1 0-1 16,-2 0 0-16,0-5 0 15,1 0 0-15,2 1 3 16,2 1-2-16,-4 1 0 16,0 2-1-16,0 0 0 15,0 0-1-15,2 0-3 16,-2 0 4-16,-2 0 0 0,1 0-2 16,-1 0 1-16,4-1 1 15,0 0 0-15,0-1-3 16,0-1 4-16,-6 3-1 15,1-2 0-15,0-1 0 16,0 2 2-16,3-4-2 16,2 2 1-16,1-1-4 15,2 1 5-15,-2 1-2 16,2 1 1-16,-4 1-1 16,2-2 1-16,-1 2-1 15,-2 0 0-15,-2 0 4 0,-4-1-4 16,3-1 0-1,2 2 2-15,3-2 0 0,3 0-4 16,5-1 3 0,3-1-1-16,-3 0 0 0,2 0 0 15,-7 1-2-15,-5-1-1 16,1-1 3-16,-8 1 0 16,0-1-1-16,2-1 1 15,-1 3 0-15,3 0-1 16,-1-2 0-16,-1 2 1 15,-1 0 0-15,0 0 0 16,-2 1 0-16,-3 2 0 16,1-1-1-16,-3 1 2 15,-2 0-1-15,4 0 0 0,-3 0 2 16,3-1-1 0,0-1 2-16,-1 1-3 0,-1-1 0 15,1 1 0-15,-1 1-1 16,-2 0 2-16,2 0-1 15,-4 0 0-15,-1-2 2 16,-2 2-2-16,0-2 0 16,-4 2-1-16,1-1 1 15,-3 0 0-15,-1-1 1 16,2 1-1-16,-2-1 1 16,-1 0-1-16,0 2 0 15,-1 0-1-15,-4 0 1 16,0 0 0-16,-4 0 0 0,-1 0-1 15,0 0 1-15,1 0 0 16,2 0-2-16,-2 0 3 16,0 0-1-16,1 0 0 15,-2 0 1-15,1 0-3 16,0 0 2-16,-1 0 0 16,0 0-2-16,-1 0 2 15,1 0-2-15,-1 0 2 16,1 0-4-16,0 0 3 15,-2 4-3-15,3 6 4 16,-1 8 1-16,1 8 2 16,1 10 0-16,-4 9 5 0,0 8-2 15,0 3 6 1,0 12-1-16,0 8-1 0,-2 7 8 16,-6 5-2-16,-4-4-2 15,1-7 4-15,0-8-14 16,3-8 5-16,3-4 8 15,1-10-5-15,4-11 0 16,0-7-11-16,0-9 1 16,0-7 0-16,0-2 2 15,2-2-4-15,0-4 0 16,-2-2-1-16,0-2 0 16,0-1-21-16,0 0-18 15,0 0-20-15,0 0-24 16,-8 0-43-16,-16-4-255 15</inkml:trace>
  <inkml:trace contextRef="#ctx0" brushRef="#br2" timeOffset="-195610.65">11666 4844 432 0,'0'0'135'15,"0"0"-84"-15,0 0 135 16,0 0-17-16,0 0-14 15,0 0-51-15,-5 0-43 16,5 0 7-16,0 0 1 16,0 0 1-16,0 0-16 15,0-1-18-15,0 1 0 16,10 0-8-16,12-2-12 16,6 1 21-16,9-2-12 15,3 3-11-15,5 0 3 16,5 0-4-16,5-1-4 0,7-3 0 15,5 0-2 1,2-1 3-16,1-1-3 0,-1 1-2 16,-4 2 3-16,-3 2-5 15,1-1-2-15,-1-1 1 16,1-1 0-16,6-2 5 16,0-3-6-16,-4 0 0 15,-5 1 0-15,-6 0-1 16,-5 4 0-16,-1-1 0 15,-2 3 1-15,-1-2 1 16,-1 3-2-16,-1 1 0 16,4-1-2-16,3 1 6 15,4-1-4-15,-1 1 4 0,4 0-4 16,0 0 4-16,5 0-4 16,-1 0 0-16,-2 0 3 15,-4 0 0-15,-3 0-2 16,-1 0 0-16,0 0 2 15,2 0 0-15,5 0-1 16,-3 0 1-16,-2 0-1 16,-6-2 0-16,-2 0-2 15,-6 1 0-15,-3-1 0 16,0 1 4-16,0-1-4 16,3 1 2-16,4-1-2 15,2-1 1-15,2 2 1 16,-2-1 1-16,1 2-1 0,-1-1 1 15,-2-1-2-15,1 1 0 16,1-2 1-16,0 0 0 16,-2 1-1-16,3 1 0 15,-1-2 1-15,-3 3 1 16,-4-2-2-16,-3 1 2 16,-1 1-3-16,-1 0 2 15,0 0 0-15,2 0 0 16,6-2-1-16,0 1 4 15,4-1-1-15,-1 0 0 16,-2 2-4-16,-2 0 0 16,-5 0-2-16,-2 0 2 0,-2 0-2 15,-5 0 2 1,3 0-1-16,-3-3 1 0,3 2 0 16,1-1 1-16,-1 1-1 15,-1 1 0-15,-1 0 1 16,-3-1-2-16,0 1 1 15,-4 0 0-15,-1 0 0 16,1 0 0-16,-4-2 0 16,1 2 3-16,-2 0-2 15,0-1-1-15,2-1 0 16,3-1 3-16,3 2-6 16,4-2 5-16,0-1-2 15,0 4 0-15,-4-3 3 16,0 3-1-16,-3 0-2 0,1 0 0 15,-1 0 1 1,-4 0 1-16,1 0-2 0,-2 0 0 16,0 0 2-16,-2 0 4 15,2 0 6-15,-2-1-11 16,3-1 5-16,3 2-4 16,0-1-2-16,1-1 0 15,0 1 3-15,-3 1-2 16,-2 0-1-16,-5 0 1 15,-1-2-5-15,-3 2 5 16,1 0-1-16,-2-1 0 16,0 1 2-16,0 0-1 15,2-1-1-15,1 1 0 16,1 0-1-16,1-2 2 16,-3 1-1-16,0 1 0 0,0 0 1 15,-2 0-2-15,-2 0 1 16,3 0 0-16,-3 0-2 15,1 0 2-15,-4 0 0 16,1 0 0-16,-1 0 1 16,0 0-2-16,0 0 1 15,0 0 0-15,0 0-3 16,0 0 3-16,0 0 0 16,0 0 0-16,2 0 2 15,-1 0-3-15,-1 0 3 16,2 0-1-16,-2 0 3 0,0 0-1 15,0 0 0 1,0 0 5-16,0 0-6 0,0 0 4 16,0 0-6-1,0 0 0-15,0 0-2 0,0 0 3 16,0 0-1-16,0 0 0 16,0 0 1-16,0 0-1 15,0 0 0-15,0 0 0 16,0 0-1-16,0 0 0 15,0 0 1-15,0 0 0 16,0 0 3-16,0 0-1 16,0 0-1-16,0 0-1 15,0 0 4-15,0-8-4 16,-3-4 3-16,-7-9-3 0,0-11-1 16,-2-10-2-16,5-16-2 15,2-13-42-15,1-18-17 16,-2-9-49-16,-9-2-315 15</inkml:trace>
  <inkml:trace contextRef="#ctx0" brushRef="#br2" timeOffset="-192598.39">11435 4291 744 0,'0'0'137'0,"0"0"-113"16,0 0-10-16,0 0 45 15,0 0 28-15,0 0-14 16,0 0-9-16,0 0-35 16,0 0-8-16,-5 1-10 15,-14 10-5-15,-10 4 13 16,-11 2 4-16,-9 4-7 15,-2-1 0-15,-7 3 2 16,-7-1 4-16,-9 2-1 16,-7 2 4-16,-8-1 2 15,-4 0 5-15,-4-1-8 16,-4 1-5-16,-2 4-8 0,-1 2 0 16,0 4 1-16,2 0-12 15,4 1 11-15,-1 2-7 16,2 4-1-16,-2 6 5 15,-1 7-6-15,-5 7 8 16,-4 3 3-16,-7-1-9 16,-1 1 8-16,-1-4-8 15,1 3-1-15,0 1 4 16,0 3 2-16,0 0 2 16,-2 3-3-16,-2 0-5 15,3-4 7-15,-2 3-7 16,-1-5 1-16,4-2 11 15,4-2-14-15,6-2 5 0,6-1 2 16,6 4-5-16,6 3 11 16,2-1-8-16,4 4-4 15,4-2 2-15,3-1-4 16,-10 9 0-16,-8 2 0 16,-9 2-1-16,-6 4 1 15,-1-4 3-15,-4-3 1 16,-3 4 0-16,-7 3-2 15,-3-2-1-15,5 1 6 16,4 3-4-16,5 3 2 16,10 5-5-16,4 1 0 15,2 2 0-15,4-2 0 16,2 0 0-16,7-1 0 0,6-3 2 16,3-5-2-16,7-2 2 15,2-3-2-15,9-3 0 16,6-4 0-16,2 0 0 15,1 7 0-15,-1-1 3 16,-3 1-3-16,0-2 0 16,3-6-1-16,1-2-1 15,5-5 1-15,3-3 1 16,1-5-1-16,5-5-1 16,2-8 2-16,1-6 0 0,4-2 0 15,4-5 2 1,1-3-1-16,5-3 0 0,-1-6-1 15,7-3 0-15,1-3 0 16,4-4 0-16,2-1-2 16,2-2 1-16,2-1 0 15,-1-1-1-15,1-1 2 16,0 0 0-16,0-2 3 16,0 0-3-16,0 0 1 15,0 0 2-15,0 0-3 16,0 0 0-16,0 0 3 15,0 0-1-15,0 0 2 16,0 0 10-16,0 0 0 16,0-8 6-16,0-6-8 15,0-4-5-15,-2-3-7 0,-2-3 2 16,1-2-2-16,0-1 0 16,1 0 0-16,2 2-3 15,0 4 2-15,0 5 1 16,0 9 3-16,0 4-2 15,0 3 2-15,0 0-3 16,0 0-8-16,0 0 4 16,0 0-5-16,0 12-1 15,0 12 8-15,0 7 2 16,0 3 3-16,7 1-3 16,1-8 2-16,4-5-4 15,1-4 2-15,6-4-24 0,7-7-34 16,11-7-81-16,8-3-134 15,2-24-188-15</inkml:trace>
  <inkml:trace contextRef="#ctx0" brushRef="#br2" timeOffset="-191914.6">1616 9309 856 0,'0'0'79'16,"0"0"-69"-16,0 0 7 15,0 0 48-15,0 0-13 16,0 0-47-16,-16 56 54 16,12-8 3-16,3 11-28 15,-3 8 0-15,4 10 10 16,-1 6 0-16,1 6-8 0,0-4-16 16,0-9-10-16,0-15-5 15,0-18 3-15,1-15-6 16,11-9 0-16,1-5-2 15,2-6 2-15,4-6-4 16,1-2-3-16,7 0-11 16,1-17-32-16,1-8-34 15,-3-4-49-15,-4-8-84 16,-11 0-90-16</inkml:trace>
  <inkml:trace contextRef="#ctx0" brushRef="#br2" timeOffset="-191714.82">1566 9724 1055 0,'0'0'207'0,"0"0"-199"16,0 0 4-16,0 0-9 15,99-55 7-15,-48 47-5 16,7 3-5-16,1 3-1 15,5 2-110-15,-7-4-158 16,-10 0-259-16</inkml:trace>
  <inkml:trace contextRef="#ctx0" brushRef="#br2" timeOffset="-191552.99">1974 9691 1293 0,'0'0'59'0,"0"0"-59"16,0 0-55-16,0 0 53 16,101 23 2-16,-55-11-4 15,-1 0-273-15,-9 0-152 16</inkml:trace>
  <inkml:trace contextRef="#ctx0" brushRef="#br2" timeOffset="-191379.48">2024 9942 933 0,'0'0'449'0,"0"0"-449"0,0 0-48 15,0 0 48-15,0 0 7 16,0 0-7-16,117-54-9 16,-75 45-104-16,2 0-39 15,-3-2-32-15,-4-4-140 16</inkml:trace>
  <inkml:trace contextRef="#ctx0" brushRef="#br2" timeOffset="-191032.44">2393 9685 928 0,'0'0'119'0,"0"0"-110"16,0 0-3-16,0 0 46 15,0 0-9-15,19 97-11 16,1-64-11-16,0-5-12 15,0-2-3-15,1-10 1 16,-5-4-3-16,-1-9 2 16,0-3-1-16,-3 0 5 15,-1-18 19-15,-2-7-6 16,-6-6 35-16,-3-3-10 16,0-1-7-16,-12 1 0 15,-12 4 13-15,-5 3-21 0,-4 7-24 16,4 8 3-16,6 6-3 15,5 6-7-15,4 0 2 16,2 4-4-16,4 13-31 16,3 6-91-16,5 2-22 15,0 1-26-15,10-5-121 16,12-8-176-16</inkml:trace>
  <inkml:trace contextRef="#ctx0" brushRef="#br2" timeOffset="-190861.88">2785 9648 1241 0,'0'0'21'0,"0"0"-21"0,0 0-1 15,0 0-9-15,0 0-154 16,0 0-104-16,-2 31-339 15</inkml:trace>
  <inkml:trace contextRef="#ctx0" brushRef="#br2" timeOffset="-190682.65">2928 9816 899 0,'0'0'401'0,"0"0"-387"0,0 0-7 16,-16 88 11-16,8-53 18 15,-1 2-19-15,1 0-17 16,1-2-1-16,2-5-74 16,0-5-101-16,0-10-291 15</inkml:trace>
  <inkml:trace contextRef="#ctx0" brushRef="#br2" timeOffset="-190282.03">3402 9529 1033 0,'0'0'188'16,"0"0"-166"-16,0 0-7 15,0 0 32-15,0 0 44 16,0 0-42-16,-17-4-33 16,14 29-2-16,-2 16 17 15,-2 13 43-15,1 5-29 0,0 9-24 16,3-1 4-16,3 3-14 15,0 1-6-15,0-7-1 16,15-6-4-16,5-10-3 16,2-11-22-16,5-9-73 15,3-11-92-15,2-14-47 16,1-3-241-16</inkml:trace>
  <inkml:trace contextRef="#ctx0" brushRef="#br2" timeOffset="-189849.24">3643 9774 1143 0,'0'0'131'15,"0"0"-114"-15,0 0-2 16,45-89 56-16,-5 73 17 15,3 4-67-15,-2 9-18 16,-5 3 11-16,-9 0-8 16,-9 13-5-16,-8 11-2 15,-7 9 2-15,-3 8 2 16,-11 9 3-16,-23 5-5 16,-7 7 17-16,-9-2-11 15,3-8-3-15,3-14 8 16,12-13 6-16,15-16 9 0,10-3 14 15,7-6-3-15,0 0-17 16,0-2-13-16,14-11-5 16,12-4 3-16,6 2 2 15,3 1 3-15,0 4-6 16,-1 5-2-16,4 5-5 16,-5 0 2-16,2 5-4 15,-5 10 3-15,0 3-35 16,-3 1-69-16,0 0-124 15,-4-6-132-15,-4-4-451 16</inkml:trace>
  <inkml:trace contextRef="#ctx0" brushRef="#br2" timeOffset="-189643.46">4221 9926 1072 0,'0'0'391'0,"0"0"-382"15,0 0-4-15,0 0 9 16,0 0 25-16,-21 83-17 16,21-46-14-16,-2-1-5 15,-2 0-3-15,1-1-3 16,0-3-89-16,1-7-86 16,2-10-170-16,0-10-219 15</inkml:trace>
  <inkml:trace contextRef="#ctx0" brushRef="#br2" timeOffset="-189452.02">4349 9938 1073 0,'0'0'323'16,"0"0"-323"-16,0 0-38 15,0 0 38-15,101-10 16 16,-54 4-15-16,3-3-1 15,4 1-74-15,-1-6-122 16,-6 1-63-16,-7-2 73 16,-11-5-170-16</inkml:trace>
  <inkml:trace contextRef="#ctx0" brushRef="#br2" timeOffset="-189285.4">4773 9734 761 0,'0'0'257'15,"0"0"-122"-15,0 0-27 16,0 0-10-16,0 0-64 15,0 0-28-15,-9 57 6 16,13-15 29-16,6 1-35 16,-1-1-3-16,5-3-3 15,0-5-5-15,-3-6-131 16,-1-10-102-16,-3-9-299 16</inkml:trace>
  <inkml:trace contextRef="#ctx0" brushRef="#br2" timeOffset="-188999.83">4883 9601 1303 0,'0'0'12'0,"0"0"2"15,0 0-14-15,0 0 24 16,112 14 21-16,-70 16-8 15,0 9 10-15,-5 9-2 16,-7 2-3-16,-5 7-1 16,-7 2-7-16,-8-1-10 15,-10-5 2-15,0-5-18 0,-5-11-1 16,-18-5-7-16,-4-7-3 16,-6-7-11-16,-1-3-97 15,-4-12-177-15,-3-3-330 16</inkml:trace>
  <inkml:trace contextRef="#ctx0" brushRef="#br2" timeOffset="-187464.58">1069 10612 946 0,'0'0'185'16,"0"0"-162"-16,0 0-2 15,0 0 37-15,0 0 3 16,0 0-35-16,0 0-26 15,0 38 0-15,0 11 23 16,0 12 25-16,0 14-19 0,0 4 1 16,0 5-8-1,0-3 9-15,0-7-25 0,0-15-4 16,4-19 4 0,10-10-6-16,2-13-1 0,2-7 1 15,7-4 0-15,4-6-9 16,1 0-75-16,2-6-13 15,1-21-30-15,-2-8-114 16,-10-12-218-16</inkml:trace>
  <inkml:trace contextRef="#ctx0" brushRef="#br2" timeOffset="-187260.21">1019 11004 1127 0,'0'0'236'16,"0"0"-226"-16,0 0-10 16,0 0 0-16,0 0 0 15,0 0 26-15,137-6-26 16,-76 1 0-16,-5 1-12 16,-4-1-185-16,-11-2-162 15,-15 5-319-15</inkml:trace>
  <inkml:trace contextRef="#ctx0" brushRef="#br2" timeOffset="-187103.62">1432 11005 1185 0,'0'0'313'0,"0"0"-313"0,0 0-44 16,0 0 44-16,0 0 5 15,97-1-5-15,-60 1-5 16,-3 0-144-16,-12 3-122 15,-16 5-272-15</inkml:trace>
  <inkml:trace contextRef="#ctx0" brushRef="#br2" timeOffset="-186934.01">1437 11256 1203 0,'0'0'163'0,"0"0"-163"0,0 0-76 15,0 0 76-15,94 0 1 16,-47 0-1-16,3 0-169 16,-1-8-143-16,-10-6-232 15</inkml:trace>
  <inkml:trace contextRef="#ctx0" brushRef="#br2" timeOffset="-186700.67">1812 10860 1183 0,'0'0'160'15,"0"0"-160"-15,0 0-10 0,0 0 10 16,0 0 21 0,20 100 10-16,-5-42-9 0,-3 2 20 15,-6 0-14-15,0-3-13 16,-3-5-7-16,-3-11-8 15,1-6 3-15,-1-6-3 16,0-5-99-16,0-6-52 16,-1-8-259-16</inkml:trace>
  <inkml:trace contextRef="#ctx0" brushRef="#br2" timeOffset="-186144.27">2150 10914 1193 0,'0'0'143'16,"0"0"-136"-16,0 0-4 15,0 0-3-15,0 0 0 16,0 0-37-16,3 0-40 16,9 13-110-16,-4 4-219 15</inkml:trace>
  <inkml:trace contextRef="#ctx0" brushRef="#br2" timeOffset="-185982.56">2273 11166 862 0,'0'0'556'0,"0"0"-556"0,-43 90 5 16,26-54 3-16,3-2-3 15,3 3-5-15,5-4-52 16,2-5-87-16,4-9-217 15</inkml:trace>
  <inkml:trace contextRef="#ctx0" brushRef="#br2" timeOffset="-185633.57">2701 10681 1229 0,'0'0'156'16,"0"0"-154"-16,0 0-2 15,0 0 36-15,0 0 16 16,-52 89-26-16,51-31 0 15,1 14-1-15,0 17 16 16,0 10 8-16,5 6-11 16,8-6-16-16,6-12-16 15,6-12-1-15,0-17-5 0,5-14-2 16,0-14-6-16,2-11-65 16,1-12-132-16,1-7-123 15,-6-7-590-15</inkml:trace>
  <inkml:trace contextRef="#ctx0" brushRef="#br2" timeOffset="-182349.87">3436 10775 911 0,'0'0'145'15,"0"0"-130"-15,0 0 14 16,0 0 91-16,0 0-35 16,0 0-21-16,-46 0-28 15,26 2 13-15,-5 1-4 16,-5 0-2-16,-2-3-9 16,-1 3-4-16,1-2-7 15,4 3-9-15,4-3-8 16,9 1-2-16,3-2-4 15,4 3 2-15,5-3-2 16,0 0 0-16,0 3-5 16,2 1 4-16,-2 5-7 0,-3 7 1 15,0 8 2-15,1 4 5 16,-2-2 0-16,4 1-1 16,1-6 1-16,2-5 0 15,0-3-2-15,0-5 2 16,0-2 3-16,0-3-1 15,0-3-4-15,0 0-3 16,0 0 5-16,0 0-1 16,0 0-4-16,0 0-4 15,10 0 4-15,10 0 5 16,11-6 10-16,5 2-9 16,6 4-1-16,-2 0-7 15,-1 0-1-15,-6 10 4 16,-5 4 0-16,-6 7-8 0,-8-1 11 15,-6 2 0-15,-8-1 1 16,0-2 0-16,-2 1 0 16,-20 1 7-16,-6 2 24 15,-7-5-10-15,-6-2-4 16,2-2-10-16,0-3-5 16,6-4-2-16,8-3 0 15,8-4-4-15,7 4-18 16,10-4-76-16,0 5-136 15,22-3-171-15,15-2-74 16</inkml:trace>
  <inkml:trace contextRef="#ctx0" brushRef="#br2" timeOffset="-182153.93">3730 11105 1032 0,'0'0'282'15,"0"0"-273"-15,0 0-7 16,0 0 11-16,-22 77 29 16,19-50-7-16,0 3-35 15,2 0 0-15,-2 0-7 16,0 1-98-16,-3-2-132 16,-4-11-294-16</inkml:trace>
  <inkml:trace contextRef="#ctx0" brushRef="#br2" timeOffset="-178984.02">4045 11024 737 0,'0'0'180'15,"0"0"-123"-15,0 0-28 16,0 0 99-16,0 0-30 16,0 0-48-16,0 0-27 15,-4 0-19-15,22-3 5 16,10-5 22-16,11-1-18 16,4-4-8-16,2 3-5 15,2 4-2-15,-4-1-30 16,-2 4-136-16,-6 2-114 15,-8-3-130-15</inkml:trace>
  <inkml:trace contextRef="#ctx0" brushRef="#br2" timeOffset="-178451.37">4421 10893 879 0,'0'0'250'0,"0"0"-185"15,0 0-55-15,0 0 31 16,0 0 2-16,0 0-27 16,32-65-9-16,-6 59-3 15,-1 5 0-15,-1 1-3 0,-2 0-1 16,-5 0-1-16,-4 8 0 16,-4 7-4-16,-8 1 5 15,-1 3 3-15,0 7-3 16,-10 0 3-16,-8 3-3 15,0-5 8-15,-1-4 9 16,2-6-11-16,8-5 2 16,2-5 1-16,4-4-9 15,3 0 1-15,0 0-1 16,0 0-10-16,12 0 10 16,9-7 4-16,7-2-2 15,5 1-2-15,3 5 0 0,-1 3-1 16,-5 0-3-16,-6 0-3 15,-7 14 3-15,-7 6-1 16,-9 4 5-16,-1 2 0 16,0 4 0-16,-21-4 32 15,-8 2 6-15,-8-4 20 16,-3 2 1-16,-2-9-26 16,0-4-16-16,11-2 2 15,2-5-18-15,9-2 1 16,6-2-2-16,8-2-31 15,6 0-88-15,0-10-29 16,17-14-284-16,11-8-132 16</inkml:trace>
  <inkml:trace contextRef="#ctx0" brushRef="#br2" timeOffset="-178165.83">4766 10659 989 0,'0'0'280'16,"0"0"-254"-16,0 0-26 15,0 0 0-15,0 0 10 16,127 5 22-16,-63 30-4 16,-1 10-11-16,-6 8 20 15,-14 3-3-15,-11 6 12 16,-12 1-18-16,-10 4-4 0,-10-4-5 15,0-5-3-15,-18-5 0 16,-9-7-16-16,-1-9 0 16,0-7-1-16,0-9-89 15,4-9-91-15,0-12-112 16,1-2-198-16</inkml:trace>
  <inkml:trace contextRef="#ctx0" brushRef="#br2" timeOffset="-172902.69">1118 12093 613 0,'0'0'231'16,"0"0"-187"-16,0 0-36 0,0 0 48 16,0 0 76-16,0 0-14 15,0 0-69-15,-21-71 11 16,21 68 18-16,0 3-17 15,0 0-13-15,0 0-19 16,-3 0-25-16,3 0-4 16,0 17-12-16,0 12 9 15,0 19 3-15,0 13 4 16,6 13 10-16,1 9-11 16,-1 4 1-16,-1-3-4 0,0-7 4 15,-2-14-4 1,3-15 1-16,1-15 0 0,-1-16-1 15,2-8 0-15,2-5-2 16,4-4-2-16,3 0-12 16,3 0-30-16,1-4 5 15,3-13-44-15,1-9-36 16,-4-5-122-16,-4-2-118 16</inkml:trace>
  <inkml:trace contextRef="#ctx0" brushRef="#br2" timeOffset="-172692.05">1021 12347 1271 0,'0'0'91'0,"0"0"-91"15,0 0-22-15,0 0 15 16,0 0 7-16,0 0 18 15,125-16-18-15,-71 12 0 16,-5 4-50-16,-3-4-136 16,-11-1-136-16,-13 1-326 15</inkml:trace>
  <inkml:trace contextRef="#ctx0" brushRef="#br2" timeOffset="-172524.69">1398 12347 1270 0,'0'0'152'0,"0"0"-152"16,0 0-85-16,0 0 85 15,0 0 4-15,100-3-4 16,-60 11-114-16,-5-2-166 16,-12 1-237-16</inkml:trace>
  <inkml:trace contextRef="#ctx0" brushRef="#br2" timeOffset="-172353.08">1525 12544 1118 0,'0'0'168'0,"0"0"-168"16,0 0-154-16,0 0 154 15,0 0 4-15,120-52-4 16,-75 38-298-16,-6 0-137 15</inkml:trace>
  <inkml:trace contextRef="#ctx0" brushRef="#br2" timeOffset="-171985.56">1785 12167 1262 0,'0'0'151'16,"0"0"-142"-16,0 0-1 0,0 0 20 15,0 0-1-15,0 0-23 16,82-33-4-16,-48 49 0 16,-1 14-1-16,-6 3 2 15,-10 14-1-15,-13 4 0 16,-4 6-1-16,-25 0 0 16,-12-4 1-16,-2-17 0 15,1-12 5-15,12-13-5 16,7-11 50-16,8 0-1 15,6 0-21-15,5-7 0 16,0-7-24-16,3-2-1 16,16-1-1-16,6 0 1 15,3 7 7-15,3 3-10 0,11 7-1 16,2 0 0-16,-1 0-4 16,1 0 3-16,-4 10-15 15,-3 0-101-15,-2 1-87 16,-5-8-99-16,-5-3-407 15</inkml:trace>
  <inkml:trace contextRef="#ctx0" brushRef="#br2" timeOffset="-171822.21">2306 12137 1268 0,'0'0'85'0,"0"0"-85"0,0 0-96 16,0 0 64-16,0 0-48 16,0 0-253-16</inkml:trace>
  <inkml:trace contextRef="#ctx0" brushRef="#br2" timeOffset="-171685.76">2417 12381 1326 0,'0'0'56'16,"0"0"-56"-16,-83 111-29 16,59-65 28-16,3 0-51 0,2 1-299 15</inkml:trace>
  <inkml:trace contextRef="#ctx0" brushRef="#br2" timeOffset="-167853.71">2928 11997 746 0,'0'0'269'0,"0"0"-210"16,0 0-26-16,0 0 33 15,0 0 13-15,0 0-34 16,0 0-16-16,-7 0-25 15,4 3 1-15,2 22-2 16,-1 15 17-16,1 15 30 0,1 16-1 16,0 5-30-1,0 1-1-15,16-3-7 0,3-8-2 16,2-12-8-16,5-4 0 16,-1-7-1-16,0-2-2 15,2-7-103-15,1-5-35 16,0-15-172-16,1-14-251 15</inkml:trace>
  <inkml:trace contextRef="#ctx0" brushRef="#br2" timeOffset="-167285.73">3505 12257 1149 0,'0'0'54'0,"0"0"-54"16,0 0 8-16,4-79 24 15,3 54 29-15,0 5-47 16,-4 0-10-16,-3 3 16 16,0 3 17-16,-3 3 0 15,-13 3 8-15,-4 1-27 16,-2 0-4-16,-3 7-11 15,1 0 3-15,-1 7 5 0,2 9-6 16,1 5-3 0,6 2-4-16,1-2-1 0,5 1 3 15,7-1-1-15,3-5-4 16,0 1 4-16,5 0-5 16,17-4 5-16,4 4-1 15,7-3-1-15,6-1 3 16,-1 3 3-16,2 1-1 15,-3 4-2-15,-7 3 0 16,-4 5-3-16,-11-2 2 16,-9 3-1-16,-6-3 2 15,0 0 0-15,-10-7 1 16,-11-4 17-16,-5 1 6 16,-2-10 11-16,-4-4 19 15,-1-3-18-15,0 0-4 0,1-16-10 16,3-8-10-16,9-2 5 15,7 2-15-15,6-3-1 16,7 4-1-16,0 2-1 16,11 2-11-16,17-4-44 15,8 5-35-15,9 5-74 16,5-1-63-16,2 5-168 16</inkml:trace>
  <inkml:trace contextRef="#ctx0" brushRef="#br2" timeOffset="-167090.27">3928 12307 1233 0,'0'0'270'0,"0"0"-264"16,0 0-3-16,0 0-3 16,0 0 17-16,-4 117-6 15,4-73-6-15,0 2-3 16,0-5-4-16,0-6-11 15,0-9-136-15,3-6-63 16,2-11-195-16</inkml:trace>
  <inkml:trace contextRef="#ctx0" brushRef="#br2" timeOffset="-163789.49">4178 12291 1145 0,'0'0'124'0,"0"0"-98"15,0 0-14-15,0 0 60 16,0 0-9-16,0 0-63 15,0 0 7-15,29 0-6 0,3 0 0 16,4-1 4 0,0-2-4-16,3-3-2 0,-1 3-107 15,2-1-74-15,2-7-144 16,-5-2-191-16</inkml:trace>
  <inkml:trace contextRef="#ctx0" brushRef="#br2" timeOffset="-163071.73">4893 11993 1234 0,'0'0'122'0,"0"0"-114"0,0 0-2 16,0 0 95-16,0 0-21 15,0 0-43-15,-33-8-35 16,14 8 4-16,-3 0 11 16,-6 8-7-16,-3-3-6 15,-4 3 14-15,-3-2-7 16,2 1 0-16,-1 1-8 16,9-2 0-16,8-3-3 15,11 0 2-15,6-3 0 16,3 0-2-16,0 0 0 15,0 0-3-15,0 0-1 16,0 0-7-16,0 0 8 16,0 0-2-16,3 0 4 15,6 3-1-15,-3 4 4 0,2 2-2 16,-2 5 0-16,-2 4 0 16,0 1 0-16,-4 5 0 15,0-4 0-15,0-1 1 16,0-8 0-16,0-3 2 15,0-3-3-15,0-5 3 16,0 0-3-16,0 0 0 16,0 0 1-16,0 0-3 15,0 0 2-15,2 0-2 16,8 0-6-16,8 0 4 16,11 0 4-16,5-5 1 15,7 1 0-15,2 4-1 16,-2 0-3-16,-7 0 3 0,-3 16 0 15,-11-3-5 1,-5 4 4-16,-7 0 1 0,-6 3 0 16,-2 1 0-16,-3 6 2 15,-19-4 14-15,-8 3 6 16,-4-3-7-16,-3-3 2 16,-1-6-3-16,-1-1-5 15,7-5 0-15,6-5-8 16,7-3 2-16,8 0-3 15,8 0-24-15,3 0-11 16,0-8-61-16,19-11-186 16,13-12-79-16,8-4-119 0</inkml:trace>
  <inkml:trace contextRef="#ctx0" brushRef="#br2" timeOffset="-162754.7">4994 11875 1139 0,'0'0'186'0,"0"0"-159"15,0 0-25-15,0 0 8 16,0 0 31-16,0 0 1 16,110-17-1-16,-60 45 7 15,0 5-29-15,-7 7 2 0,-4 7-2 16,-7 3 1-16,-10 3 8 15,-11 1-12-15,-11 1 1 16,0 4 1-16,-10-5-13 16,-13-4 1-16,-6-6-2 15,-1-5-2-15,-2-6-4 16,3-5-1-16,3-12-50 16,4-5-98-16,6-8-108 15,6-3-193-15</inkml:trace>
  <inkml:trace contextRef="#ctx0" brushRef="#br2" timeOffset="-152451.11">6883 3429 945 0,'0'0'0'0,"0"0"0"15,0 0-4-15,0 0 4 16,0 0-68-16,0 0-111 16,0 0-123-16</inkml:trace>
  <inkml:trace contextRef="#ctx0" brushRef="#br2" timeOffset="-150231.4">18987 5015 1078 0,'0'0'119'0,"0"0"-111"16,0 0-3-16,0 0 4 16,0 0 12-16,0 0 19 15,-32 5-31-15,32-5-3 16,0 0-6-16,0-3-74 15,0-24-207-15</inkml:trace>
  <inkml:trace contextRef="#ctx0" brushRef="#br2" timeOffset="-148874.77">20112 2582 521 0,'0'0'99'16,"0"0"-52"-16,0 0-7 15,0 0 24-15,0 0 16 16,0 0 2-16,-55-66-31 16,50 63-26-16,0 0-6 15,0 0 9-15,0 1 28 16,-3-1-23-16,-3 1-20 0,0 2 5 15,-6 0-18-15,0 0 9 16,-4 0-2-16,-1 7-3 16,0 2 4-16,5 4-4 15,3 0-4-15,0-1 12 16,0 1-8-16,1 2-3 16,0 3 17-16,1 3-14 15,2 2 19-15,2 2-12 16,-1 4-7-16,5 3 23 15,-3 4-11-15,0 1 4 16,0 2 6-16,0 0-17 16,0 1 10-16,1-2-14 15,2 0 1-15,0-2 8 16,4 0-9-16,0-1 12 0,0 0-1 16,0-1-13-16,10 0 6 15,1 3-6-15,0-2-1 16,2-1 13-16,-1-3-14 15,0-1 3-15,1 3 2 16,-1-5 0-16,1 0-4 16,-2-4 1-16,3-1-1 15,-2-5 4-15,1 1-5 16,-1-4 1-16,-1-4-2 16,3 1 8-16,0-3-7 0,2-3-1 15,-1-1 0-15,3-4 19 16,1-1-19-16,-1 0 8 15,0 0-1-15,2 0-2 16,-2 0-2-16,-2 0-3 16,1 0 2-16,0-3 4 15,-2-6-3-15,3-3-3 16,-1 1 0-16,0-2 7 16,-1-4-7-16,1-2 0 15,-1-6 3-15,0-7-1 16,0-4-2-16,1-3 0 15,-2-5 0-15,-1 2 0 16,-3 0 0-16,-4 2 0 16,-2 2 1-16,-5 0-4 15,0 0 3-15,0 1 0 0,0-4 0 16,0-1 1 0,-7-3-1-16,-5-1 0 0,1 2 1 15,-4 3-5-15,-2 7 0 16,-5 3 4-16,-1 6-5 15,0 4-11-15,-1 5 16 16,4 0-2-16,0 4 6 16,3 0-5-16,2 2 1 15,2 2-3-15,-1 2-3 16,3 5-62-16,-3 1 7 16,1 0-26-16,-1 20-16 15,5 3-71-15,-1 3-113 0,0-4-189 16</inkml:trace>
  <inkml:trace contextRef="#ctx0" brushRef="#br2" timeOffset="-135893.39">5493 10394 822 0,'0'0'204'15,"0"0"-131"-15,0 0-55 16,0 0 46-16,0 0 46 0,0 0-32 15,0 0-17-15,0 0-25 16,-45-80-14-16,45 76 32 16,0 4-13-16,-1 0-9 15,-1 0-16-15,2 15-16 16,0 29-1-16,0 28 1 16,5 26 24-16,5 13 0 15,1 5-21-15,1-5 2 16,-2-7-1-16,0-7-3 15,-1-17 6-15,-2-11-7 16,-3-11 0-16,1-13-1 16,-3-10 1-16,0-11 2 15,-2-10-2-15,0-10-3 16,0-2-7-16,0-2-86 0,0-13-45 16,0-27-69-16,-10-23-388 15</inkml:trace>
  <inkml:trace contextRef="#ctx0" brushRef="#br2" timeOffset="-134992.98">5473 10394 810 0,'0'0'234'16,"0"0"-185"-16,0 0-45 16,0 0 10-16,0 0 88 15,0 0-13-15,-35-16-39 16,35 16-17-16,0 0 5 16,0 0 15-16,0 0-13 15,0 0-10-15,0 0-13 16,10 0 1-16,22 0-3 15,15 0 42-15,16 0-13 16,14 0-24-16,17-6-10 16,13-3-2-16,11 0-3 15,8 2-5-15,3 1 0 0,3-1-3 16,5 3 1-16,3-1 4 16,4 1 0-16,-1 1 4 15,3-1 9-15,1-3-3 16,-3-1-6-16,-1-3-6 15,-10-2-2-15,-9 1-1 16,-11 1 3-16,-16 1 0 16,-16 2 2-16,-17 2-5 15,-19 1 5-15,-15 3-2 16,-12 0 1-16,-10-1 1 16,-5 2-1-16,-3 1 3 15,0 0-4-15,0 0 5 16,0 0-4-16,0 0 0 15,0 0-2-15,0 0 1 16,6-4-1-16,4 2 1 0,1-2 0 16,3 2-3-16,-1-1 3 15,1 3 0-15,-1-2-4 16,0 1 6-16,-4 1-3 16,-2-3 1-16,-4 3 0 15,-2 0 3-15,-1 0-3 16,0 0 0-16,0 0-1 15,0 0 4-15,0 0-3 16,0 0 0-16,0 0 2 16,0 0-4-16,0 0 2 15,0 0 0-15,0 0-2 16,0 0 1-16,0 0 0 0,0 0-3 16,0 0 1-16,0 11 3 15,0 22-3-15,3 26 3 16,3 16 29-16,-2 16-16 15,2 8 3-15,-3 2 9 16,0-10-15-16,2-5 4 16,2-20-13-16,1-12 1 15,2-13-2-15,0-14 0 16,-1-6 0-16,-4-6 1 16,-2-1-1-16,-3-8-15 15,0-2-58-15,-10-1-46 16,-17-3-217-16,-9 0-539 15</inkml:trace>
  <inkml:trace contextRef="#ctx0" brushRef="#br2" timeOffset="-134577.09">6730 11454 871 0,'0'0'273'0,"0"0"-221"15,0 0-18-15,0 0 90 16,0 0-9-16,0 0-61 16,46-4-26-16,11 4 21 15,18 2 1-15,12 0-6 16,10-2-26-16,13 0 2 16,11 0-12-16,9-4 1 15,7-7-4-15,-5-3-2 16,-9 2-3-16,-12 2 0 0,-16 1-46 15,-13 2-113-15,-15-6-196 16,-15 2-395-16</inkml:trace>
  <inkml:trace contextRef="#ctx0" brushRef="#br2" timeOffset="-134489.72">8424 11263 1182 0,'0'0'154'16,"-95"0"-154"-16,41 13-970 15</inkml:trace>
  <inkml:trace contextRef="#ctx0" brushRef="#br2" timeOffset="-126842.79">9573 8019 918 0,'0'0'95'16,"0"0"-68"-16,0 0-5 16,0 0 73-16,0 0 16 15,0 0-36-15,0 0-44 16,-27-20-31-16,27 29-9 16,2 14 9-16,14 7 1 15,3 6 37-15,-2-1-21 16,-1-5-13-16,-3-6 7 0,0-9-3 15,-4-6 8-15,-4-5 4 16,0-4-11-16,-1 0 0 16,6 0 8-16,13-16 5 15,14-22 11-15,16-14 0 16,12-13-23-16,4-6-1 16,1 2-8-16,-6 10-1 15,-14 13 0-15,-13 15-5 16,-16 17-42-16,-12 6-114 15,-9 8-41-15,0 0-45 16,-20 12-206-16</inkml:trace>
  <inkml:trace contextRef="#ctx0" brushRef="#br2" timeOffset="-126509.64">9862 7907 811 0,'0'0'151'0,"0"0"-127"16,0 0-14-16,0 0 2 16,0 0 48-16,-13 83 15 15,13-35-2-15,3 6-35 0,7-1-21 16,0-3 8 0,-2-9 9-16,-3-12-2 15,-1-8 3-15,-1-9 30 16,-1-7-26-16,-1-5-14 0,5 0 22 15,7-20 3-15,9-18-8 16,9-11-32-16,8-9-8 16,5-2-1-16,1-4-1 15,1 5-1-15,1 4-1 16,-2 10-7-16,-3 12-91 16,2 9-107-16,-8 7-126 15,-7 6-309-15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0:53:16.587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7087 4634 792 0,'0'0'307'0,"0"0"-275"0,0 0-1 16,0 0 43-1,0 0-37-15,0 0-37 0,0 0-4 16,0 0-9-16,0 38 2 16,2 12 11-16,4 18 29 15,1 8 59-15,0 7-18 16,-4-1-33-16,1-3-25 15,2-8-7-15,-3-10-1 16,2-9-7-16,-3-13 3 16,-2-12-53-16,0-11-21 15,0-11-36-15,0-5-96 16,3-16 54-16,2-16-337 16</inkml:trace>
  <inkml:trace contextRef="#ctx0" brushRef="#br0" timeOffset="399.21">7230 4898 485 0,'0'0'194'16,"0"0"-161"-16,0 0 43 16,0 0-28-16,0 0 36 15,21 120 38-15,-5-58-52 16,4 4 2-16,-1-7-37 15,2-11-17-15,1-12-5 16,0-14-13-16,-2-9 0 16,0-7 12-16,-1-6-9 15,-5 0 17-15,3-12-7 16,-5-13 4-16,-4-10 8 0,-8-8 5 16,0-15-3-16,-3-7 16 15,-20-3-7-15,-6 3-9 16,-4 7 0-16,-4 11-26 15,1 13-2-15,7 13-4 16,2 12 5-16,5 7-7 16,6 2 4-16,0 5-49 15,3 18-28-15,5 5-8 16,4 7 3-16,4 2-49 16,0 4-36-16,21-1-7 15,5-6-40-15,7-6-113 16</inkml:trace>
  <inkml:trace contextRef="#ctx0" brushRef="#br0" timeOffset="1133.36">7954 4899 26 0,'0'0'1005'0,"0"0"-920"15,0 0-47-15,0 0 61 16,0 0 4-16,-32-85-46 16,19 71-25-16,0 6-20 15,-2 1-4-15,-2 6 20 0,0 1-17 16,-1 1 1-16,-2 14-7 16,1 4-3-16,6-1 0 15,5 1-4-15,8-2 0 16,0 2-3-16,1 0 4 15,19 6 1-15,8 1 2 16,1 2 5-16,5 0-6 16,-4 1-1-16,-5-1 1 15,-7-2-2-15,-6-2 0 16,-10-3-9-16,-2 2 2 16,-9-2-4-16,-15 1 12 15,-12 1 2-15,-2-5-2 16,-2-7 8-16,3-7-2 0,5-4-3 15,4-4 3 1,3-18 2-16,3-5-8 0,8 2-6 16,11 6 0-16,3 5-13 15,10 4 4-15,19 8 3 16,7 0 12-16,11 2 0 16,9-1 0-16,3-2 1 15,3-6-1-15,-1-3 3 16,-6-5-3-16,-8 0 1 15,-11 0 4-15,-9-2-4 16,-8 2 2-16,-8 0 1 16,-6 2-3-16,-3 0 5 15,-2 1 4-15,-2 1-9 16,-17-2 3-16,-5 3-4 0,-3 1 0 16,-1 2 11-16,3 6 11 15,3 3-12-15,5 1-6 16,5 27-3-16,4 9 3 15,8 10 13-15,0 2-11 16,15-1-4-16,12-8 1 16,6-9-3-16,6-8-1 15,1-10-8-15,0-6-41 16,2-7-43-16,-4 0-64 16,0-22-144-16,-4-8-277 15</inkml:trace>
  <inkml:trace contextRef="#ctx0" brushRef="#br0" timeOffset="1950.17">8536 4881 954 0,'0'0'254'16,"0"0"-215"-16,0 0 30 16,0 0 41-16,0 0-36 15,-92 44-40-15,84-8-4 16,3 6 3-16,5 2-8 15,0-2-3-15,0-4-11 16,9-8-9-16,8-5 0 16,9-8-2-16,3-7-3 15,9-4 1-15,4-6-22 0,4 0-18 16,1-15-16-16,-2-11-39 16,-7-6 16-16,-11-2-9 15,-9 1 30-15,-9 6 60 16,-9 10 7-16,0 7-2 15,0 6 33-15,0 4 27 16,0 1-53-16,-2 24-5 16,-2 7 7-16,1 8 2 15,3-6-16-15,0-8 2 16,13-6-1-16,3-9 0 16,3-6 0-16,-3-5-2 15,1 0-4-15,-4-6-17 16,-1-9-1-16,-8-4 5 0,-4-5 16 15,0-2-3-15,-10-4 3 16,-12 0 2-16,-7 0 5 16,2 7 12-16,4 3 16 15,8 9 9-15,8 4 19 16,7 1-14-16,0 2-21 16,0-1-24-16,17 1 1 15,6 4-3-15,6 0-1 16,3 11 0-16,1 17 1 15,-3 9 7-15,-5 9 12 16,-5 0 4-16,-5-1-9 16,-6-10-1-16,-2-13-3 15,-6-10-5-15,-1-5-3 16,0-7-1-16,0 0 15 0,0 0 14 16,0-9-8-16,-7-16-16 15,-1-10-5-15,5-11-1 16,3 1 0-16,0 2 0 15,8 6 1-15,8 12-3 16,3 9 3-16,-4 8-1 16,3 8 0-16,1 2 0 15,0 20 0-15,0 8 7 16,0 5 0-16,-2 2 0 16,1-1-5-16,-1-2-3 15,1-6 1-15,2-5-27 16,0-6-63-16,4-11-130 15,1-6-39-15,1 0-159 0,0-23-286 16</inkml:trace>
  <inkml:trace contextRef="#ctx0" brushRef="#br0" timeOffset="2565">9425 5041 838 0,'0'0'232'0,"0"0"-88"16,0 0-45-16,0 0-59 15,0 0-9-15,-59 93 15 16,59-61-20-16,0-5-12 15,1-5-3-15,14-6 1 16,2-9-8-16,3-4 2 16,3-3-4-16,2-5 9 15,1-16 0-15,-6-6-8 0,-4-8 4 16,-4-5-7 0,-8-6 6-16,-4-4-1 0,0 1 5 15,-17-3 3-15,-8 0 5 16,-7 0-5-16,-1 5 3 15,-1 7 15-15,6 11-12 16,6 12 4-16,9 12-16 16,3 5-1-16,4 30-4 15,6 18 0-15,0 11-4 16,6 1 2-16,20-9 0 16,6-9 0-16,4-9-15 15,5-13-6-15,-1-11-11 16,0-9-11-16,-2 0 31 0,-1-23 4 15,-5-3 8 1,-5-3 0-16,-3-3 4 0,-5 3-3 16,-7 1 1-16,-5 6 3 15,-6 4 12-15,-1 7-11 16,0 6 13-16,0 5-7 16,0 0-12-16,0 5-9 15,0 15 2-15,-4 5 7 16,1 6 1-16,3 1 3 15,0 1-4-15,3 2 1 16,13-1-1-16,2-2 7 16,-1-5-3-16,-3-4 5 15,-4-8 15-15,-7-6-8 16,-3-3 2-16,0 0-4 0,-2 0-11 16,-16 3 15-16,-9 0-13 15,-4-3-5-15,-7-1-24 16,-2 1-35-16,-8 3-111 15,-7 1-123-15,-7 3-390 16</inkml:trace>
  <inkml:trace contextRef="#ctx0" brushRef="#br0" timeOffset="2849.42">7939 5743 1344 0,'0'0'161'0,"0"0"-155"16,0 0-5-16,0 0 39 15,142 0 14-15,-22 0 13 16,23-1-35-16,14-8-16 15,0 0-11-15,-8 3-5 16,-15 2 0-16,-22 0-50 0,-25 0-202 16,-27-4-372-1</inkml:trace>
  <inkml:trace contextRef="#ctx0" brushRef="#br0" timeOffset="2971.4">9348 5632 1382 0,'0'0'33'0,"0"0"-33"16,0 0-75-16,0 0-128 15,0 0-476-15</inkml:trace>
  <inkml:trace contextRef="#ctx0" brushRef="#br1" timeOffset="12979.15">7106 6537 356 0,'0'0'186'15,"0"0"-79"-15,0 0-25 16,0 0 18-16,0 0-25 16,0 0-8-16,0 0 29 15,0-32-17-15,0 32-15 16,0 0-30-16,0 17-34 16,4 21 1-16,5 16 58 0,1 6 5 15,1 1-50-15,0-6-6 16,-2-6-5-16,-1-6-3 15,-4-8 0-15,-4-6 0 16,0-5-20-16,0-4-93 16,-2-11-94-16,-10-9-163 15,-2-2-252-15</inkml:trace>
  <inkml:trace contextRef="#ctx0" brushRef="#br1" timeOffset="13397.47">7120 6458 536 0,'0'0'509'0,"0"0"-461"15,0 0-9-15,0 0 33 16,0 0-13-16,0 0-20 15,0-22-26-15,10 22-12 16,12 0 5-16,8 12 4 16,8 4 18-16,6 5-8 15,5 1-2-15,0 5 2 0,2-3-12 16,-8-1-3-16,-6 0-1 16,-12 1-3-16,-10-2-1 15,-11 5 4-15,-4 4 18 16,-7 5 58-16,-20 2-31 15,-10 2-21-15,-6 0 8 16,-4 0-18-16,0 1-6 16,4-4-10-16,5 0 2 15,10-5-8-15,12-5-4 16,11-4-39-16,5-4-56 16,8-8-98-16,24-11-79 15,6 0-249-15</inkml:trace>
  <inkml:trace contextRef="#ctx0" brushRef="#br1" timeOffset="13730.23">7722 6514 1029 0,'0'0'121'0,"0"0"-91"16,-23-78 42-16,23 53 17 16,0 4 10-16,18 5-44 15,6 7-43-15,4 7-7 16,2 2 3-16,0 14-1 0,0 14 10 16,-6 10-2-16,-4 5-8 15,-9 2 4-15,-4 4-2 16,-6 1-6-16,-1 2-3 15,0-1-2-15,-3 0 1 16,-10-3-24-16,0-1-106 16,1-4-6-16,5-2-74 15,4-7-100-15,3-5-123 16</inkml:trace>
  <inkml:trace contextRef="#ctx0" brushRef="#br1" timeOffset="13987.13">7877 7178 594 0,'0'0'227'0,"0"0"-155"0,0 0-19 16,0 0 9-16,-11 87 12 15,11-78-27-15,8-6-15 16,-3-1 7-16,0-2 19 16,-3 0-4-16,1-2 40 15,1-13-19-15,-3-5-30 16,1-4-1-16,-2 4-28 15,0 0-5-15,0 6-2 16,0 4-9-16,-3 5-1 16,-3 3-15-16,3 2-63 15,-4 0-91-15,3 9-55 0,-3 4-209 16</inkml:trace>
  <inkml:trace contextRef="#ctx0" brushRef="#br1" timeOffset="23445.4">486 3850 385 0,'0'0'294'0,"0"0"-251"0,0 0 6 15,0 0 55-15,0 0 7 16,0 0-11-16,0 0-25 16,0-2-3-1,0 1-14-15,0 1 10 0,0 0 10 16,0 0-21-16,0 0-10 16,0 0-11-16,0 0-6 15,0 0 5-15,0 0-9 16,0 0 0-16,0 0-1 15,0 0-16-15,0 0 11 16,0 0-6-16,0-2-9 16,2 1 6-16,-2 1-6 0,0 0 2 15,1 0-2-15,1 0-2 16,-1-1 1-16,3 1-4 16,-4 0 0-16,2 0 4 15,-2 0-3-15,0 0 1 16,1 0 5-16,1 0-6 15,2 0 2-15,4 0 1 16,6 0-4-16,12 0 8 16,3 0-6-16,0 0 2 15,5 0-4-15,-6 0 1 16,2 0-1-16,1 0 4 16,0 0-4-16,-3 0 3 15,1 0 3-15,0-2-4 16,-3 0 3-16,0 1-3 15,-3-1 2-15,2 1-2 0,0 1-2 16,2 0 6 0,3 0-6-16,3-1 2 0,2-1 1 15,-1 2 0-15,-3 0-3 16,0 0 0-16,-3 0 0 16,0 0 1-16,-1 0-1 15,1 0 0-15,-1 0 1 16,-2 0 1-16,1 2-2 15,0-2 0-15,-1 0 3 16,4 0-2-16,1 0 0 16,2 0-1-16,-2 0 1 15,-2 0 1-15,-2 0-2 0,-5 0 0 16,-3 0 3-16,-1 0-3 16,-1 0 0-16,-2 0 0 15,0 0 1-15,-1 0 0 16,2 0-1-16,0 0 0 15,2 0 2-15,-1 0-2 16,3 0 0-16,-3 0 0 16,4 0 0-16,-2 0 3 15,2 0-3-15,1 0 0 16,3 0 1-16,1 0-1 16,2 0 0-16,-1 0 1 15,0 0-5-15,0-2 5 16,-1-2-1-16,2 2 0 15,3-5 0-15,0 2 0 16,1-1 0-16,5 1 0 0,-3 1-1 16,1 1 0-16,-1 1 1 15,-1 1 0-15,-2-1 4 16,0 2-5-16,-3 0 1 16,2 0 0-16,-3 0-2 15,-1-1 5-15,0 1-3 16,0-2 0-16,1 2 2 15,-1-1-2-15,1-1 0 16,1 1 0-16,-1-2-1 16,0 1 3-16,-1-1-2 0,0 0 0 15,0 0 1 1,2 0-1-16,0-1 0 0,1-1 0 16,0 3 0-16,1-2 1 15,-4 1-1-15,-2 0 0 16,-3 3 4-16,0-1-5 15,1-1 1-15,3 2 0 16,1-2-1-16,2 2 2 16,-2 0 0-16,-1 0-1 15,1 0 1-15,0 0-1 16,2 0 0-16,3-2 0 16,-3-2-2-16,-1 3 1 15,0-1 1-15,-2 2 0 16,1-3 1-16,1 2-4 15,-4 0 3-15,-2-1 0 0,-4 2-3 16,1 0 3-16,-5 0 0 16,-1 0 0-16,1-1 2 15,-2 1-1-15,2 0-1 16,-2 0 0-16,0 0-2 16,0 0 3-16,-4-2-1 15,1 2 0-15,-1-1 2 16,-3 1-2-16,4 0 0 15,-1 0 2-15,2 0-4 16,1-2 3-16,-4 2-1 16,-4-1 0-16,1 1 0 15,0 0 0-15,-2 0 0 0,2 0 0 16,-2 0-1 0,0 0 1-16,0 0-1 0,0 0 1 15,0 0-5-15,0 0-5 16,0 0-34-16,0 1-46 15,-7 12-116-15,-14-4-201 16,-5-1-489-16</inkml:trace>
  <inkml:trace contextRef="#ctx0" brushRef="#br1" timeOffset="27413.99">10388 2686 453 0,'0'0'217'0,"0"0"-148"0,0 0-3 15,7-77 35-15,-7 68 50 16,0 5-33-16,0 4-12 16,0-2-15-16,0 2-17 15,0 0-6-15,0 0-16 16,0 13-33-16,-11 25-11 15,-5 26 25-15,0 14 6 16,4 6-16-16,5 0-10 16,7-4 1-16,0-5-3 15,5-9-9-15,14-12 1 16,-1-10-3-16,6-9-4 0,-1-8 4 16,2-6-42-1,3-8-47-15,4-10-84 0,3-3-98 16,-3-15-321-16</inkml:trace>
  <inkml:trace contextRef="#ctx0" brushRef="#br1" timeOffset="27811.48">10658 2894 1247 0,'0'0'157'16,"0"0"-130"-16,0 0 35 0,0 0 23 15,35-84-44-15,5 79-30 16,5 5-3-16,-2 0 4 16,-4 14-8-16,-12 9 2 15,-11 7-6-15,-12 3 0 16,-4 10-3-16,-24 6 6 16,-18 4-1-16,-7-2-2 15,-3-8 3-15,5-12-3 16,10-16 2-16,15-11 9 15,11-4 1-15,11 0 2 16,0-4 2-16,7-14-1 16,19-5-14-16,11-1 2 15,7 3 0-15,-1 8-2 16,2 4 1-16,0 5-2 16,-1 4-1-16,-4 0 1 0,-7 0-10 15,-4 10-67-15,-4 3-48 16,-7 1-120-16,-4-4-151 15,-6 0-309-15</inkml:trace>
  <inkml:trace contextRef="#ctx0" brushRef="#br1" timeOffset="27981.63">11104 3036 1106 0,'0'0'152'15,"0"0"-119"-15,0 0 33 16,0 0 6-16,0 0-43 15,0 0 4-15,-8 113-7 0,6-74-18 16,1-5-8-16,-1-2-1 16,2-6-99-16,0-6-43 15,0-5-135-15,0-14-264 16</inkml:trace>
  <inkml:trace contextRef="#ctx0" brushRef="#br1" timeOffset="28445.41">11288 2795 962 0,'0'0'274'0,"0"0"-244"15,0 0-29-15,0 0 10 0,0 0 9 16,0 0-18-16,12 59 28 15,-2-23 7-15,1-2-26 16,0-3 10-16,-1-5-2 16,0-7-15-16,1-6 4 15,1-5-7-15,3-5 2 16,3-3 9-16,1 0-6 16,-4-11 2-16,0-5-3 15,-5-3-5-15,-5-2 4 16,0-5-3-16,-5-1-1 0,0 2 1 15,0 3-1 1,0 9 5-16,0 7 9 0,0 4 23 16,-2 2 7-16,2 0-28 15,0 0-16-15,0 18-6 16,0 9 6-16,0 9 15 16,0 5-11-16,0 0 1 15,0-1-4-15,0 1-1 16,0-6-6-16,0-2-59 15,5-8-97-15,4-11-61 16,3-11-169-16</inkml:trace>
  <inkml:trace contextRef="#ctx0" brushRef="#br1" timeOffset="28726.21">11567 2699 1100 0,'0'0'213'0,"0"0"-162"16,0 0-45-16,0 0 5 15,0 0 10-15,0 0 56 16,84 75-33-16,-47-30-24 16,-7 7-10-16,-12 2 4 15,-6 2 5-15,-9 0-2 16,-3-2-4-16,0-10-12 15,-10-4 3-15,-6-8-4 0,-4-4 0 16,1-4-2-16,2-4-75 16,2-8-117-16,4-11-112 15,0-1-302-15</inkml:trace>
  <inkml:trace contextRef="#ctx0" brushRef="#br1" timeOffset="28950.01">11962 2890 911 0,'0'0'550'0,"0"0"-536"0,0 0-1 16,0 0-13-16,119-19 15 15,-74 19-15-15,-2 0-1 16,-4 1-144-16,-14 6-258 16</inkml:trace>
  <inkml:trace contextRef="#ctx0" brushRef="#br1" timeOffset="29115.19">12030 3106 1257 0,'0'0'182'0,"0"0"-182"0,0 0-56 16,0 0 56-16,90-4 0 15,-39-3-83-15,-2-2-230 16,-8-5-310-16</inkml:trace>
  <inkml:trace contextRef="#ctx0" brushRef="#br1" timeOffset="30376.63">12562 2904 499 0,'0'0'797'16,"0"0"-741"-16,0 0-47 0,0 0 61 15,0 0 41-15,0 0-72 16,40-41-36-16,-28 29 4 15,-4-1 13-15,-3-2 17 16,0 2-4-16,-3-3-10 16,-2 1-6-16,0-1-2 15,0 0-8-15,0 0-4 16,0 5 4-16,0 2-4 16,-2 7 11-16,2 0-5 15,0 2 2-15,0 0-2 16,0 0-8-16,0-1 1 15,0 1-2-15,0 0 3 0,0 0-2 16,0 0-1-16,0 0 0 16,-1 0 0-16,1 0 0 15,0 0 0-15,-2 0 0 16,2 0 1-16,-2 0-2 16,2 0 1-16,0 0 0 15,0 0-3-15,0 0 6 16,0 0-3-16,0 0 0 15,0 0 2-15,0 0-4 16,0 0-1-16,0 0 3 16,0 0 0-16,0 0 2 15,0 0-2-15,0 0 0 16,0 0 0-16,0 0-2 0,0 3 3 16,0 1-1-1,-1 1 0-15,1 0 1 0,0 0-1 16,0 1 0-16,0-3 0 15,0 0 0-15,0 0-1 16,0-2 3-16,0-1-7 16,0 3 8-16,0-3-4 15,0 2 1-15,0 3 0 16,0 1-2-16,0 4 3 16,0 1-1-16,0 5 0 15,0 1 2-15,0 1-2 16,0-2 0-16,0 2 3 0,0-3-3 15,0-1 0 1,0-4-3-16,-9-2 3 0,-2-4-9 16,-8 3 9-16,-6-3 6 15,-3-1-2-15,-1-2 2 16,4-1-3-16,2 0 1 16,4-7 5-16,6-11-6 15,3-3 3-15,5-3-4 16,5-3 4-16,0-2-8 15,0 4 2-15,15-1-2 16,5 7 0-16,2 2 2 16,0 7 0-16,2 7-1 15,0 3-1-15,-3 0 1 16,3 16 1-16,0 11 0 16,-4 8-3-16,-4 6 3 0,-6 7 0 15,-5 4 1-15,-5 2 1 16,0-1 0-16,-3-3-2 15,-10-9 0-15,-4-3-1 16,-5-5 5-16,-1-5-4 16,-4-3 8-16,0-6-5 15,1-3 2-15,0-7-2 16,6-7-1-16,4-2 4 16,3 0-5-16,1-9 3 15,0-9-2-15,2-6-1 16,5-1-1-16,3-1 0 15,2 2-2-15,0 1-1 0,13 4 2 16,3 6 0 0,2 0 0-16,2 9-2 0,5 4 3 15,3 0 0-15,4 2 0 16,0 13 0-16,-3 5 0 16,-1 3 0-16,-1 1 0 15,-4 2 3-15,-1-3-3 16,-4-3 0-16,-3-3-1 15,-2-6 0-15,0 0 1 16,-6-5-1-16,2-1 0 16,-2-3-39-16,-1-2-10 15,1 0-20-15,-4 0-55 16,-3-14-168-16,0-3-276 16</inkml:trace>
  <inkml:trace contextRef="#ctx0" brushRef="#br1" timeOffset="34446.92">13204 2489 461 0,'0'0'73'0,"0"0"-33"15,0 0 58-15,0 0 13 16,0 0 5-16,0 0-37 16,0 0 9-16,-5-58-22 15,4 58 15-15,1 0-41 16,0 0-29-16,0 7-11 0,0 24-13 15,0 23 13-15,0 30 33 16,1 18-11-16,11 10 14 16,-1 2-2-16,5-8-10 15,-1-10-9-15,-1-11-12 16,2-15 2-16,-3-13-4 16,-1-13 1-16,-4-10-1 15,-2-7-1-15,0-7-2 16,-3-8-23-16,1-6-57 15,-1-6-27-15,0 0-103 16,0-21-82-16,-3-14-359 16</inkml:trace>
  <inkml:trace contextRef="#ctx0" brushRef="#br1" timeOffset="34808.97">13413 2627 932 0,'0'0'163'0,"0"0"-141"15,0 0-9-15,0 0-5 0,0 0 62 16,-74 114-15-16,53-52-13 16,-4 7 5-16,-2 8-17 15,-1 0 12-15,-2-2-7 16,-2-4-25-16,3-10 3 16,0-8-11-16,6-11-2 15,3-12 0-15,5-6-18 16,7-10-66-16,2-8-46 15,6-6-107-15,0-17-171 16</inkml:trace>
  <inkml:trace contextRef="#ctx0" brushRef="#br1" timeOffset="35508.83">13896 2838 587 0,'0'0'335'16,"0"0"-307"-16,0 0-19 0,0 0 22 15,0 0 74-15,0 0-29 16,-30 28-26-16,20-28-21 16,-3 0 5-16,-4 0 15 15,-1-6-22-15,-2-9-7 16,1-3 0-16,2-3-6 16,5-1 6-16,5-1-19 15,4 0-1-15,3 4 6 16,0 3-5-16,0 7-2 15,7 4-9-15,8 5 10 16,5 0 0-16,2 17-2 16,2 9-1-16,-1 8 1 15,-3 6 2-15,-6 7-1 16,-10 1 1-16,-4 3-3 16,0-1 2-16,-18-7 2 0,-7-6 1 15,-3-4 5-15,-4-9 0 16,-4-4 14-16,1-7-16 15,1-6 1-15,2-4 4 16,3-1-5-16,6-2 0 16,7 0 5-16,3-5-9 15,7-7 2-15,4-5-3 16,2-4-2-16,0-2-2 16,18-1 4-16,9-1-2 15,5 4-3-15,3 8 7 16,0 7-4-16,-3 6 2 15,0 2-2-15,-1 18-1 0,1 7 2 16,-2 0 1-16,1 0 1 16,-5-1-1-16,0-5-6 15,0-3-94-15,-1-7-48 16,2-7-93-16,-2-4-112 16</inkml:trace>
  <inkml:trace contextRef="#ctx0" brushRef="#br1" timeOffset="35700.43">14152 2743 616 0,'0'0'635'16,"0"0"-627"-16,0 0 6 15,-11 91-14-15,22-42 12 16,12 9-2-16,2 1-3 15,1 3-7-15,-4-1-3 16,-5-5-179-16,-5-9-329 16</inkml:trace>
  <inkml:trace contextRef="#ctx0" brushRef="#br1" timeOffset="39358.17">12440 4759 711 0,'0'0'144'0,"0"0"-125"16,0 0 39 0,0 0 57-16,0 0-7 0,0 0-23 15,0 0-44-15,0-29-1 16,0 29 7-16,-2 0-8 15,1 0 16-15,-2 0-20 16,-3 0-23-16,-2 7-7 16,-4 21 11-16,-4 12-12 15,-1 17 1-15,3 14-4 16,7 9 2-16,7-1 5 16,0-9-6-16,7-12 2 15,17-17-4-15,4-11 0 16,7-12 8-16,2-11-6 15,3-7 5-15,0 0-2 0,1-21-5 16,-8-9-2-16,-5-14-7 16,-11-6 9-16,-8-13 7 15,-9-5-6-15,-2 0 1 16,-27 2 5-16,-11 9 1 16,-6 5-1-16,-2 12 0 15,7 11-4-15,11 13-3 16,7 13-6-16,7 3 4 15,6 3-4-15,4 15-29 16,6 7-39-16,0 4-60 16,16-1-13-16,17 0-62 15,8-6-87-15,5-1-169 16</inkml:trace>
  <inkml:trace contextRef="#ctx0" brushRef="#br1" timeOffset="39876.11">13316 4805 690 0,'0'0'367'15,"0"0"-305"-15,0 0-53 16,0 0 72-16,0 0 20 0,-17-80-30 15,11 73-22 1,-3-1-19-16,-1 4-3 0,-1 2 6 16,-5 2-15-16,-6 0 1 15,-2 6-17-15,0 12-1 16,4 4 1-16,5 0-1 16,8-1 1-16,6 2-4 15,1-2 3-15,1 6-1 16,18 4 0-16,7 2 2 15,6 3-1-15,3 0 0 16,2-1-1-16,-2-3 0 16,-3-7-2-16,-9-8 2 15,-7-5 1-15,-12-5 0 16,-4-4-2-16,0 2 1 16,-6-1 0-16,-21 2 1 0,-6 1 31 15,-8-5-18-15,-2-2 2 16,0 0 3-16,-2 0-6 15,3-8-13-15,5 0 1 16,10 0-2-16,12 4-11 16,12-1-38-16,3 0-32 15,11-2-115-15,23-4-105 16,6-4-118-16,2-1 16 16</inkml:trace>
  <inkml:trace contextRef="#ctx0" brushRef="#br1" timeOffset="40841.49">13478 4899 663 0,'0'0'462'15,"0"0"-426"-15,0 0-30 16,0 0 42-16,-46 98 18 16,46-64-26-16,4 0-20 15,15-4-9-15,3-6-6 16,3-7-3-16,-2-10-1 15,0-7 1-15,0 0 11 16,-4-7-8-16,-5-12 5 16,-8-7 6-16,-6-1 46 15,-1-3 21-15,-26 1-43 0,-10-3-22 16,-5 5 4-16,-1 8-14 16,5 5-8-1,7 11-6-15,13 3-2 0,8 0 6 16,10 9-2-16,0 9-44 15,15 2-24-15,20-7-7 16,9-4-6-16,4-9-18 16,0 0 36-16,-1-9 14 15,-5-8 32-15,-10-3 21 16,-11 0 5-16,-11 2 2 16,-8 0 22-16,-2-2 48 15,0 4-8-15,0 3 0 16,-3 4-4-16,0 2-7 0,-1 6-10 15,4 1-28 1,0 0-9-16,0 0-2 0,0 0-8 16,0 0-1-16,0 0 0 15,-2 0-1-15,1 0 1 16,-1 0 1-16,1 1 5 16,-1 8 1-16,-2 3-7 15,1 8 16-15,0 4-5 16,1 7-5-16,2 5 1 15,0 4 1-15,0-1-3 16,0-1 3-16,5-7-8 16,4-5 7-16,-5-5-3 15,2-5-2-15,-3-2-1 16,0-4 0-16,1-1-1 0,-3-1 1 16,1-5-1-16,0 0 0 15,-2-1 1-15,0-2 1 16,0 0 1-16,0 0 0 15,0 0 1-15,1-2 8 16,1-13 0-16,2-8-5 16,0-4-5-16,-2-1-1 15,2-6-1-15,-3-3 0 16,1-7 0-16,2-2-1 16,0-1 4-16,-1 0-3 15,-1 4 0-15,-2 4 2 16,0 1-2-16,0 4 1 15,0 0 0-15,-5 3-1 0,-2 2 1 16,0 4-1 0,1 7 3-16,-1 5 0 0,2 8 0 15,2 3 3-15,-1 2-3 16,3 0-3-16,-1 0-1 16,2 0-1-16,-3 7-3 15,-1 10 1-15,0 7 2 16,-3 4 2-16,4 5-26 15,1-2-27-15,2 4-40 16,0-1-83-16,2 1-41 16,6-6-134-16,0-8-188 15</inkml:trace>
  <inkml:trace contextRef="#ctx0" brushRef="#br1" timeOffset="41309.28">13885 4921 852 0,'0'0'117'15,"0"0"-91"-15,0 0 52 16,0 0 18-16,0 0-52 0,0 0-42 15,-10 63 33-15,10-20-11 16,6-1-11-16,8-2-5 16,0-7-2-16,2-8-5 15,-1-6 4-15,-2-7-3 16,0-8-1-16,-1-4 0 16,2 0 16-16,0-14 6 15,-2-8 0-15,1-8-1 16,-6-4 7-16,-4-1 8 15,0 2 24-15,-3 1-37 16,0 5-13-16,0 5-1 16,0 11 9-16,0 5 1 15,0 4-5-15,0 2-15 16,0 0-2-16,0 0-4 16,0 9-10-16,0 9 13 0,7 4 2 15,2-2-34-15,3 1-102 16,3-2 9-16,3-9-196 15,6-5-188-15</inkml:trace>
  <inkml:trace contextRef="#ctx0" brushRef="#br1" timeOffset="41618.29">14232 4672 187 0,'0'0'814'0,"0"0"-756"0,0 0-30 15,0 0 79-15,0 0-20 16,0 0-78-16,-26 0 1 16,26 41-6-16,6 12 18 15,2 2 4-15,4 5-3 16,-2-2-3-16,3-3-6 15,3-2-5-15,-1-8-2 16,3-9-7-16,-3-10 0 16,0-9-1-16,0-6-48 15,-6-5-47-15,-5-6-60 0,-4 0-161 16,0-9-270-16</inkml:trace>
  <inkml:trace contextRef="#ctx0" brushRef="#br1" timeOffset="41873.85">14165 4925 859 0,'0'0'259'15,"0"0"-258"-15,0 0 11 16,0 0-12-16,94-63 16 16,-54 60-12-16,0 3 2 15,-5 0-6-15,-3 14 3 16,-5 5-2-16,-7 4 0 0,-5 2 0 15,-4 3 2-15,-5 1-3 16,-5 3 0-16,-1-3-5 16,0-3 1-16,0-4-19 15,0-6-107-15,0-5-112 16,0-7-357-16</inkml:trace>
  <inkml:trace contextRef="#ctx0" brushRef="#br1" timeOffset="42013.97">14511 4779 1167 0,'0'0'0'0,"0"0"-69"16,0 0 11 0,0 0-85-16,0 0-157 0,0 0-37 15</inkml:trace>
  <inkml:trace contextRef="#ctx0" brushRef="#br1" timeOffset="42557.29">14699 5014 896 0,'0'0'75'16,"0"0"-60"-16,0 0 29 16,0 0 35-16,0 0-35 15,0 0-35-15,-7 72 2 16,17-72 11-16,-1 0-7 15,-6 0-11-15,-3 0 7 0,0 0 34 16,0-2 6 0,-3-15-18-16,-9-7-23 0,-2-6-8 15,2-4 2-15,5 4-2 16,3 8 12-16,4 3 10 16,0 6-8-16,1 2-11 15,18 4-4-15,3 5-2 16,2 2 0-16,4 2-11 15,-2 20 9-15,-2 7 1 16,-5 5 2-16,-5 7-1 16,-6-1 1-16,-6-6 0 15,-2-9 1-15,0-8 3 16,0-9 9-16,0-7 17 0,0-1 8 16,0 0 26-16,-2-4-2 15,-1-19-13-15,1-14-40 16,2-10-9-16,0 2 3 15,0 3 0-15,15 9-3 16,4 7 0-16,4 8-5 16,3 9 2-16,0 6 2 15,1 3 1-15,-2 9 0 16,-2 15 0-16,-3 10-2 16,-6 7 1-16,-7 7-2 15,-6 2-16-15,-1 0-74 16,-1-2-99-16,-20-9-144 0,-9-8-346 15</inkml:trace>
  <inkml:trace contextRef="#ctx0" brushRef="#br1" timeOffset="42824.26">12848 5504 1084 0,'0'0'156'16,"0"0"-156"-16,90 1-35 0,11-1 35 15,34 0 21-15,35-13 1 16,21-5-9-16,8 0-8 15,-6 4 1-15,-21 2-6 16,-29 7-52-16,-30 0-321 16</inkml:trace>
  <inkml:trace contextRef="#ctx0" brushRef="#br1" timeOffset="46109.26">5002 7781 704 0,'0'0'381'0,"0"0"-326"0,0 0-41 16,0 0-8-16,0 0 14 15,0 0-2-15,0 0-13 16,0 35 24-16,10 20 1 16,1 12-3-16,-2 5-17 15,-2 3 5-15,1-2 3 16,2-3-10-16,-2-12-6 15,2-8 0-15,0-8-2 16,0-8-2-16,2-11-8 16,1-4-63-16,1-10-23 15,2-6-78-15,1-3-60 0,-3-11-104 16</inkml:trace>
  <inkml:trace contextRef="#ctx0" brushRef="#br1" timeOffset="46401.62">5184 8261 926 0,'0'0'193'0,"0"0"-182"16,0 0-9-16,0 0 13 15,0 0 8-15,0 0 11 16,73-16 24-16,-34 7-35 16,-1-2-5-16,-2 0-8 15,-8-1 4-15,-3 1-9 16,-8 2-3-16,-6 1 4 0,-1 0-2 15,-4 2 3-15,-5 0 1 16,-1 1-4-16,0 1 10 16,0 0-9-16,0 2 0 15,0 1 7-15,0 1-12 16,0 0-3-16,0 0-12 16,0 0-52-16,-10 3-89 15,-4 10-182-15,-7 2-194 16</inkml:trace>
  <inkml:trace contextRef="#ctx0" brushRef="#br1" timeOffset="46710.04">5126 8461 624 0,'0'0'251'15,"0"0"-219"-15,0 0 25 16,0 0 55-16,0 0-36 16,0 0-33-16,0 0-29 15,79-49-9-15,-43 35 11 0,2 1-14 16,1-1 1-1,-3 0-3-15,2 0-19 0,-8 6-47 16,-5-1-144 0,-7 3-19-16,-5-1-93 0</inkml:trace>
  <inkml:trace contextRef="#ctx0" brushRef="#br1" timeOffset="46972.88">5445 7960 953 0,'0'0'151'0,"0"0"-133"16,0 0-8 0,0 0 43-16,0 0-3 0,0 0-50 15,-12 13 3-15,36 37-3 16,1 11 30-16,-2 2-12 15,-6 1-11-15,-7-1-4 16,-4-2-3-16,-6-5-1 16,0-4-56-16,0-10-149 15,-3-11-147-15</inkml:trace>
  <inkml:trace contextRef="#ctx0" brushRef="#br1" timeOffset="47306.34">5545 8162 901 0,'0'0'180'0,"0"0"-165"16,0 0-15-16,0 0 6 16,89-96 25-16,-68 72-15 15,-2-1-10-15,-7 3 3 16,-4 0 1-16,-6 5 45 15,-2 2-10-15,0 2 1 16,0 6 0-16,0 4-1 16,0 3 24-16,0 0-40 15,0 8-29-15,0 21-17 16,0 14 17-16,0 8 5 0,0 1-1 16,7 1-4-16,0-3 0 15,3-3-2-15,4-4-90 16,3-5-63-16,3-11-123 15,3-18-170-15</inkml:trace>
  <inkml:trace contextRef="#ctx0" brushRef="#br1" timeOffset="47722.5">6140 7942 1031 0,'0'0'135'0,"0"0"-116"0,0 0-5 16,0 0 45-16,0 0 6 16,0 0-25-16,-95-49-22 15,80 53-13-15,0 14-2 16,-2 6 2-16,4 3-5 16,4 2 0-16,8 2 2 15,1-2-2-15,0-2 3 16,3 0-2-16,11-3 2 15,4-1-6-15,3-4 5 16,5 1-2-16,0-5 0 0,-2-3 2 16,-7-3-2-1,-6-3 5-15,-6-5-1 0,-5 1 4 16,0-2 23-16,0 3 19 16,-12 2 21-16,-14 2-28 15,-11 2-19-15,-7 0-18 16,1-4-3-16,5-2-1 15,6-3-2-15,9 0-23 16,11 0-79-16,12-2-71 16,0-10-186-16,17-7-326 15</inkml:trace>
  <inkml:trace contextRef="#ctx0" brushRef="#br1" timeOffset="47872.99">6398 7816 1262 0,'0'0'74'16,"0"0"-74"-16,0 0-14 15,0 0 13-15,0 0-84 16,0 0-139-16,-69 54-235 16</inkml:trace>
  <inkml:trace contextRef="#ctx0" brushRef="#br1" timeOffset="48022.96">6393 8109 1366 0,'0'0'93'0,"0"0"-92"0,0 0 0 16,0 0-1-16,0 0-11 16,0 0-155-16,-27 18-101 15,45-16-384-15</inkml:trace>
  <inkml:trace contextRef="#ctx0" brushRef="#br1" timeOffset="49958.41">6960 8079 482 0,'0'0'84'0,"0"0"-70"15,0 0 28-15,0 0 57 16,0 0-27-16,0 0-22 16,-12-4 6-16,12 4 49 15,0-2 28-15,0 2-44 16,0 0-25-16,3 0-6 0,16 0-19 15,7 0 19-15,13 0-15 16,6 0-16-16,7 0-14 16,3 0-9-16,2-2 6 15,-7-1-7-15,-10 2-3 16,-8 0 0-16,-16-1 0 16,-9 2 0-16,-3 0 1 15,-4 0 0-15,0 0 12 16,0 0 8-16,0-2 13 15,0 2-2-15,0-1-16 16,0 0 3-16,0-2-11 16,-4-3-8-16,-1-2 0 15,-3-1 0-15,-2-2 0 16,2-1 2-16,-2-2-2 0,1-2 0 16,3 1 2-16,2-2 0 15,2 6-3-15,2 1 1 16,0 5 0-16,0 2-1 15,7 0-3-15,10 1 4 16,3 2 0-16,0 5-8 16,0 17 3-16,-1 9 0 15,-3 9 5-15,-4-2-1 16,-4 0 4-16,-1-5-4 16,-4-4 1-16,-1-6-3 15,-2-8 2-15,0-6-3 16,0-5 4-16,0-4 4 15,0 0 0-15,0 0 6 16,0-7 4-16,0-19-8 0,0-11-4 16,0-8-2-16,0-2 0 15,3 5-2-15,12 6-4 16,3 7 5-16,5 13-8 16,-4 9 7-16,1 7 2 15,0 0-4-15,1 21-4 16,-3 12 8-16,-1 1-2 15,-4 1 2-15,-3-2 0 16,-3-4 4-16,-4-4-8 16,-3-6 4-16,0-7 0 15,0-5 1-15,0-3 1 16,0-4-1-16,0 0 7 16,0 0-7-16,0-4 13 0,0-18-10 15,0-9-3-15,0-4-1 16,0 0 2-16,0 5-2 15,5 6-2-15,4 7 2 16,4 4-2-16,0 7 0 16,4 5 2-16,1 1-3 15,4 1 1-15,-2 18 2 16,-1 7 0-16,-2 4 1 16,-6 1-1-16,-1-2 0 15,-3-1 0-15,0-3-3 16,-4-4 3-16,2-4-1 0,0-6-33 15,2-6-72-15,4-5-52 16,4 0 31-16,4-14-14 16,1-14-42-16,-2-6-12 15,-4-4 92-15,-8 5 45 16,-6 1 58-16,0 8 72 16,0 9 97-16,0 4 32 15,0 10 2-15,0 1-86 16,0 0-59-16,0 0-31 15,0 0-26-15,0 20 3 16,0 10 5-16,8 3 20 16,3-2-8-16,3-2-6 15,3-8-3-15,2-6-10 16,3-9 4-16,-1-6-3 0,3 0-3 16,0-3 2-16,2-15 8 15,-4-6-10-15,-4-6-2 16,-4-4 0-16,-8-7 1 15,-5-4-2-15,-1 2-2 16,0 9 3-16,0 13 2 16,-6 12 9-16,5 8 7 15,-2 1-16-15,0 24-18 16,3 14 18-16,0 10 14 16,0 0-13-16,7-8 4 15,9-6-5-15,6-8-1 16,2-8 0-16,-2-9-7 15,0-8-17-15,-3-1-18 0,0 0-3 16,-1-16 10-16,-2-8-28 16,-2-6 20-16,-6-3 31 15,-5-3-5-15,-3-2 18 16,0-3 7-16,-7 0-5 16,-8-1 8-16,-2 3 7 15,0 7 15-15,5 8 1 16,2 8 6-16,7 12 32 15,1 4-15-15,2 3-51 16,0 30-2-16,0 15-3 16,0 14 31-16,10 1-13 15,4-2-15-15,1-9 4 0,0-8-6 16,2-10 0-16,-2-8-2 16,-1-10 0-16,-4-5-17 15,1-7-41-15,-3-4-38 16,-3 0-3-16,2 0 6 15,0-8-10-15,-3-14-71 16,2-5-30-16,-6-3-3 16,0-2-18-16</inkml:trace>
  <inkml:trace contextRef="#ctx0" brushRef="#br1" timeOffset="50322.3">8515 7975 346 0,'0'0'267'0,"0"0"-30"16,0 0-72-16,0 0-35 15,0 0-54-15,0 0-33 16,-3-69-12-16,3 63 7 0,0 3-12 15,0 1 5-15,0 2-8 16,0 0-2-16,0 0 1 16,0-1-11-16,0 1 2 15,3 0 1-15,-3 0-10 16,0 0 6-16,0 0-9 16,0 0 1-16,0 0 5 15,0 0-2-15,0 0-1 16,0 0 1-16,0 0-1 15,0 0 1-15,0 0-5 16,0 0 0-16,1 13-14 16,8 6 14-16,2 3 26 15,-3 1-18-15,1-5-6 16,-2-2 2-16,-1-4-4 0,1-3 0 16,-2 0 2-16,2-4-2 15,-4-1-1-15,1-2-7 16,-1-1-97-16,2-1-30 15,7 0-107-15,1-7-106 16,3-17-382-16</inkml:trace>
  <inkml:trace contextRef="#ctx0" brushRef="#br1" timeOffset="50588.42">8719 7739 983 0,'0'0'169'0,"0"0"-144"15,0 0 34-15,0 0 4 0,0 0-36 16,0 0-22-16,-14 48-4 16,14 6 67-16,0 11-18 15,10 11 1-15,8 9 3 16,3 6-15-16,0 4-14 16,1 2-12-16,-3-2-4 15,-2-8-9-15,-3-13 0 16,-2-16-1-16,-4-17-29 15,-3-17-26-15,0-11-53 16,-5-13-84-16,0-3-74 16,0-24-95-16</inkml:trace>
  <inkml:trace contextRef="#ctx0" brushRef="#br1" timeOffset="51172.11">8692 8175 780 0,'0'0'210'16,"-4"-86"-109"-16,15 55-43 15,19 7 7-15,8 7-18 16,4 8-7-16,0 8-4 16,-6 1-3-16,-7 10 6 15,-6 16-18-15,-8 4 5 16,-8 5-22-16,-7 2 10 16,0 2-10-16,-12-4-4 15,-3-9 0-15,5-11-59 16,5-11-32-16,5-4 56 15,0-11 14-15,0-20-129 0,14-15-176 16,1-6 183-16,1-8 30 16,-4 0 71-16,-2-2 42 15,2 6 56-15,-4 10 11 16,-1 13 69-16,-4 16 63 16,-2 12-12-16,-1 5-40 15,0 11-107-15,0 26-30 16,0 10 90-16,-1 8-36 15,1-1-34-15,0-8 0 16,1-5-5-16,13-13-18 16,4-7 2-16,1-10-8 0,2-8-1 15,5-3 0 1,2 0 4-16,4-17-4 0,0-10-21 16,-5-1-25-16,-9-2-6 15,-7 3 47-15,-9 7 5 16,-2 5 3-16,0 6-1 15,0 7 27-15,0 0 20 16,0 2-13-16,0 0-19 16,0 0-14-16,0 2 2 15,0 11 3-15,7 2-1 16,3-2-4-16,0-1-3 16,1-3-3-16,3 0-32 15,3-2-54-15,4-5-104 16,6-2-64-16,2 0-373 15</inkml:trace>
  <inkml:trace contextRef="#ctx0" brushRef="#br1" timeOffset="51538.35">9671 8005 875 0,'0'0'140'15,"0"0"-138"-15,0 0 52 16,0 0 97-16,0 0-53 15,0 0-45-15,-87 11-25 16,72-25 6-16,4-8 5 16,4-9-23-16,4-4-2 15,3-6-10-15,0 1-4 0,0 3-3 16,6 7 3 0,11 6 8-16,0 3 0 0,1 8 0 15,-3 5 5-15,0 7-3 16,-2 1-5-16,3 9 10 15,2 19 12-15,0 15 16 16,1 18 4-16,-4 9-5 16,-4 4-4-16,-1 4-20 15,-3-2-8-15,0-1-3 16,-4-5-4-16,-1-6-6 16,-2-10 0-16,0-9-61 15,0-12-109-15,0-16-132 16,3-16-485-16</inkml:trace>
  <inkml:trace contextRef="#ctx0" brushRef="#br1" timeOffset="51904.32">9944 7900 1321 0,'0'0'70'16,"0"0"-66"-16,97-23 0 15,-54 23 63-15,-6 11-25 16,-5 15-34-16,-12 7-8 16,-8 2-2-16,-12 3 2 15,0 3 3-15,-25 2-2 0,-17-5 19 16,-3-4-10-16,1-9 1 16,9-10 33-16,15-8 16 15,8-5-6-15,10-2-6 16,2 0-21-16,7 0-10 15,25-11-11-15,13-8 1 16,16-5 3-16,4 1-10 16,3 2-1-16,6 2 1 15,2 0 0-15,1 5-4 16,-6 3 4-16,-9 5-32 16,-14 6-57-16,-13 0-101 15,-11 0-130-15,-16 0-488 16</inkml:trace>
  <inkml:trace contextRef="#ctx0" brushRef="#br1" timeOffset="53471.24">2193 6345 893 0,'0'0'208'16,"0"0"-144"-16,-92 9-54 16,87-9 18-16,5 0 79 15,9 2-58-15,30 2-47 16,29 3 51-16,33 4 2 16,27-2-20-16,22-5-21 15,21-4-14-15,9-4 14 16,6-16-8-16,-11 1-2 15,-18 1-4-15,-25 3-1 0,-32 3-65 16,-26 3-97 0,-27 2-36-16,-32 3-134 0,-15 3-135 15</inkml:trace>
  <inkml:trace contextRef="#ctx0" brushRef="#br1" timeOffset="53704.94">2099 6782 1423 0,'0'0'0'0,"100"0"-12"16,19-17-10-16,39-12 22 15,25-1 20-15,13-5 7 16,6 7 2-16,-2 4-21 15,-12 4-8-15,-9 9-60 16,-23 1-164-16,-31 0-327 16</inkml:trace>
  <inkml:trace contextRef="#ctx0" brushRef="#br1" timeOffset="53826.97">4120 6551 675 0,'0'0'994'0,"0"0"-994"15,0 0-133 1,0 0-121-16,0 0-169 0,0 0-189 16</inkml:trace>
  <inkml:trace contextRef="#ctx0" brushRef="#br1" timeOffset="56870.56">10084 2297 589 0,'0'0'110'16,"0"0"-34"-16,0 0 5 15,0 0-56-15,0 0-25 16,0 0 0-16,-25 88 62 0,25 8 96 16,2 24-85-16,0 19-36 15,-1 9-9-15,-1 0-21 16,0-8 2-16,0-16-8 15,0-17 0-15,3-20 0 16,6-18 2-16,-1-18-6 16,1-15-2-16,1-12-81 15,-2-11-86-15,0-13-78 16,2-6-68-16</inkml:trace>
  <inkml:trace contextRef="#ctx0" brushRef="#br1" timeOffset="57819.86">10168 2435 492 0,'0'0'186'0,"0"0"-92"16,0 0-53-16,0 0-17 16,0 0 11-16,0 0 64 15,-62-56 19-15,62 49-56 0,0 0-13 16,0 3-12-16,12 1-21 16,11 1-9-16,16 1 0 15,16-2 13-15,22 0 0 16,30-2 3-16,25 1 2 15,23-1-14-15,12 2 8 16,17 0 2-16,12 2-5 16,8 1 0-16,13 0-8 15,2 0-4-15,-6 9 22 16,-9 7-17-16,-11 4-1 16,-3-2 1-16,0 0-9 15,-1-1 0-15,-7-4-3 16,-4-1 3-16,-16-3 5 0,-12-6-5 15,-6-1 4 1,-7-2 1-16,-5 0-3 0,-3-8-3 16,-9-5 1-16,-8 0 0 15,-12 2-5-15,-13 2 9 16,-16 3-4-16,-19-1 0 16,-16 6 1-16,-14 0-3 15,-10 1 2-15,-7-2 0 16,-2 2-2-16,-1 0 7 15,1 0-4-15,2 0-1 16,-2-1 4-16,3 1-3 16,-3-2-1-16,1 0 0 15,0 2 0-15,-1-1 3 0,-1 1-3 16,-1-2 0-16,2 1 4 16,0-2-4-16,2-1 0 15,3-5 0-15,2 0-2 16,0-2 3-16,-1 3-1 15,-3-1 0-15,-1 0 4 16,0 1-5-16,1-1 1 16,-5 0 0-16,2 3 4 15,-3-3-2-15,2 2-2 16,-2 3 1-16,0-1 1 16,0 4-2-16,0 1 0 15,0 0-1-15,0 0-1 16,0 0-3-16,0 0 0 15,0 4 2-15,-5 25 3 0,-10 18 0 16,0 23 29 0,2 20-19-16,3 12 4 0,4 5-6 15,6-4-2-15,0-15-1 16,10-14-3-16,10-14-1 16,-1-15 0-16,-4-9 0 15,-5-6-2-15,-5-4-2 16,-5-4-64-16,0 0-66 15,-13-5-35-15,-23-7-140 16,-17-7-306-16</inkml:trace>
  <inkml:trace contextRef="#ctx0" brushRef="#br1" timeOffset="58353.84">10519 3889 372 0,'0'0'122'16,"0"0"-122"-16,0 0-41 16,0 0 41-16,0 0 2 15,0 0 38-15,-72-4 65 16,72 4-36-16,0 0-31 15,4 0-19-15,16 0 28 16,13 0 34-16,17 0-19 16,22 0-7-16,25 0 19 0,25 0-10 15,29 0 4-15,29-6-9 16,24-7-43-16,25-1 2 16,22-2 1-16,6-5-3 15,11-1-2-15,-2-6 0 16,1 2 0-16,-3 2-6 15,-14 6-4-15,-28 7-1 16,-26 9-1-16,-30 2-2 16,-27 0-28-16,-15 3-110 15,-22-3-172-15,-20 0-236 16</inkml:trace>
  <inkml:trace contextRef="#ctx0" brushRef="#br1" timeOffset="58490.62">14825 3687 1456 0,'0'0'0'0,"0"0"-253"16,0 0-455-16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0:55:39.32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18996 855 384 0,'0'0'121'16,"0"0"-97"-16,0 0 65 16,0 0 25-16,0 0-32 15,0 0-41-15,0 0-41 16,0 0 5-16,3 30-3 16,-12 24 62-16,-7 15 28 15,-4 7-12-15,-4 2-15 16,3-1-9-16,0-5-43 15,3-6-4-15,5-12-8 16,0-11 0-16,-1-13 1 16,2-9-2-16,4-9-39 15,6-9-99-15,2-3-106 16,0-23 22-16</inkml:trace>
  <inkml:trace contextRef="#ctx0" brushRef="#br0" timeOffset="266.19">18994 878 836 0,'0'0'107'16,"0"0"-65"-16,0 0 45 16,0 0 19-16,0 0-56 15,0 0-50-15,12 27 0 16,5 29 31-16,7 7-7 0,0 1-12 15,1-2-2-15,0 0-4 16,-3-3-3-16,-4 1-2 16,-7-2-1-16,-7-3-15 15,-4-8-65-15,0-6-145 16,-10-13-105-16,-12-14-237 16</inkml:trace>
  <inkml:trace contextRef="#ctx0" brushRef="#br0" timeOffset="649.79">18897 1368 360 0,'0'0'664'0,"0"0"-664"0,0 0-5 16,95-67 5-16,-50 41 20 15,3 2 0-15,-3 0-8 16,-3 1-8-16,-6-1-1 15,-11 1-3-15,-5-3 2 16,-7-4 3-16,-1-1-2 16,-7-6 2-16,-5-1 2 15,0 1 13-15,0 4 10 16,-7 9 13-16,0 8 2 16,3 10 9-16,2 6-7 15,1 0-47-15,-3 16-10 0,2 21 4 16,-1 19 6-16,3 10 18 15,0 4-18-15,0 1 9 16,0 0-8-16,3-3 1 16,3-5 0-16,0-9-2 15,1-10 0-15,-4-13-30 16,2-8-57-16,0-11-113 16,2-11-29-16,1-1-85 15</inkml:trace>
  <inkml:trace contextRef="#ctx0" brushRef="#br0" timeOffset="891.02">19408 970 764 0,'0'0'172'0,"0"0"-70"16,0 0-70-16,0 0-26 15,0 0-3-15,0 93 102 16,6-27-51-16,4 6-22 15,0-4-16-15,4-4 4 16,3-9-14-16,0-7 3 16,1-10-8-16,-1-10-1 15,-2-5 0-15,-2-8-52 16,-1-3-62-16,-3-6-133 16,-2-6-197-16</inkml:trace>
  <inkml:trace contextRef="#ctx0" brushRef="#br0" timeOffset="2032.22">20306 1288 736 0,'0'0'163'15,"0"0"-147"-15,0 0-1 16,0 0 87-16,41-87 18 0,-38 68-52 16,-3-2-38-1,0 0-6-15,-2 1 15 0,-15 1-3 16,-5 5-4-16,-4 6-2 15,-4 8-30-15,-2 5 14 16,-3 27 0-16,-1 14-12 16,5 12 2-16,9 6 1 15,14-4-5-15,8-6 1 16,0-14-1-16,18-9 1 16,7-13 3-16,6-10 1 15,2-8-2-15,2 0 10 16,0-21-13-16,-5-15-7 15,-4-5-5-15,-5-5 9 16,-10-4-17-16,-4 6 14 16,-7 7-1-16,0 11 7 0,0 11-1 15,0 10 2-15,0 5-2 16,0 6-19-16,0 24-14 16,6 10 33-16,5 8 2 15,9-3 0-15,5-9 0 16,7-7 1-16,5-12 1 15,1-11-1-15,-1-6-4 16,-4-4-3-16,-4-23-13 16,-6-9-1-16,-7-9 18 15,-10-3-10-15,-6-3 10 16,0-1 0-16,0-3 1 16,-10-3 3-16,-2 3-3 15,4 9 1-15,1 15 3 16,3 15-1-16,3 16 11 0,1 9-14 15,0 30-36-15,-2 19 36 16,2 12 8-16,0 4-2 16,0 2 0-16,0-10-5 15,0-7-1-15,6-13 0 16,2-12 0-16,-3-15 3 16,-2-9-1-16,-1-8-1 15,-2-2 7-15,1-2 8 16,-1-18 9-16,4-18-25 15,1-9 2-15,3-2-2 16,5 4-2-16,6 7-3 0,3 12 3 16,3 8-11-1,5 8 4-15,-1 8 4 0,2 2-2 16,0 8 4-16,-2 16-2 16,-2 7 5-16,-11 4 0 15,-4 3 1-15,-10-2-1 16,-2-3 6-16,0-4 4 15,-11-7 10-15,-9-4 11 16,-2-4 4-16,-4-5-15 16,2-5-16-16,0-4 3 15,3 0-7-15,9-8-29 16,6-24-60-16,6-9-117 16,7-6-173-16,18 1 5 15</inkml:trace>
  <inkml:trace contextRef="#ctx0" brushRef="#br0" timeOffset="2868.94">21070 1157 628 0,'0'0'184'16,"0"0"-143"-16,0 0 47 15,25 115 25-15,-20-65-18 16,4-4-23-16,4-5-24 16,6-9-21-16,-1-10-12 15,0-6 2-15,-3-9-8 16,-7-6-5-16,-1-1 5 15,0 0 7-15,-4-15-4 16,1-13-4-16,-4-12-7 16,0-4 4-16,-7-5-5 15,-11 4-10-15,-6 7 5 0,4 11 2 16,3 11-2-16,6 13-1 16,1 3 4-16,1 6-3 15,1 16-8-15,3 1 11 16,5 1 0-16,0-4-3 15,1-2 4-15,15-6 1 16,2-6 0-16,6-6 2 16,-1 0 3-16,3-8 4 15,3-11 0-15,0-3-9 16,-6-3 1-16,-1 6-1 16,-7 2 3-16,-4 5-3 0,-2 6 0 15,-5 6 0-15,0 0-2 16,1 4-14-16,2 17 7 15,3 8 8-15,0-2 1 16,2 2 4-16,2-5-2 16,2-5-1-16,2-2 8 15,-1-6-3-15,1-7-1 16,-1-4 3-16,0 0-4 16,1-4 5-16,-3-15-2 15,0-5-2-15,-4-4 1 16,-2-6-4-16,-2 1 2 15,-5 3-1-15,-2 6-2 16,0 11 10-16,0 9 18 16,0 4 3-16,0 0-32 15,0 16-26-15,0 17 23 0,8 11 3 16,5-2 4-16,7-1 1 16,4-10-1-16,2-6-2 15,4-3 5-15,2-13-5 16,1-7 5-16,-2-2 3 15,-7-18-8-15,-3-15-2 16,-4-9-5-16,-7-5-8 16,-6-5-2-16,-4-4 1 15,0-2 7-15,-11-3-3 16,-8 5 10-16,3 9 0 16,3 14 2-16,3 16 17 15,4 11 21-15,5 6-40 0,-2 7-6 16,-3 22-6-16,3 14 12 15,3 8 4-15,0 6-4 16,0 0 1-16,9-2-3 16,4 0-16-16,-2-3-92 15,-1-8-139-15,-6-14-316 16</inkml:trace>
  <inkml:trace contextRef="#ctx0" brushRef="#br0" timeOffset="3020.96">21737 1212 1193 0,'0'0'75'16,"0"0"-68"-16,0 0 11 15,0 0-5-15,0 0-13 16,0 0-15-16,124-14-125 0,-74 11-139 16,6 2-289-16</inkml:trace>
  <inkml:trace contextRef="#ctx0" brushRef="#br0" timeOffset="4282.51">22292 1088 966 0,'0'0'95'0,"0"0"-86"0,0 0 47 15,0 0 47-15,0 0-20 16,0 0-47-16,-1-4-14 16,1 4 4-16,0 0-3 15,0 0-8-15,0 0-10 16,0 0-5-16,0 0 8 16,0 0-2-16,0 0 0 15,0 0 6-15,0 0-7 16,0 0 3-16,0 0-1 15,0 0-6-15,0 0 4 16,0 0-5-16,0 0 0 16,0 0 0-16,0 0 2 15,0 0 0-15,0 0-2 0,0 0 2 16,0 0 0-16,0 0-2 16,0-1 2-16,0 1 5 15,0 0 4-15,0 0 7 16,0 0-3-16,0 0-10 15,0 0-2-15,0 0-2 16,0 0-1-16,0 0 2 16,0 0-1-16,0-3 0 15,0 3 1-15,0 0-1 16,0 0 9-16,0-1-6 16,0-3 15-16,0-1-4 15,0 1-14-15,0 1 2 0,0-1-1 16,0-1-1-16,0-1 1 15,0-1-1-15,0-1-1 16,0 1 2-16,0 0 2 16,0 4-1-16,0-1 5 15,0 2-4-15,0 2 10 16,0 0-7-16,0 0-3 16,0 0-1-16,0 0-1 15,0 0 0-15,0 0-2 16,0 0 2-16,0 0-2 15,0 0 0-15,0 0 0 16,0 0 0-16,0 0-5 16,3 12-5-16,4 17-2 0,1 10 10 15,2 8 2 1,2 1 3-16,0 2-2 0,-1-5 6 16,-1-6-7-16,-2-5 4 15,-1-8-2-15,-2-10-1 16,-3-7 0-16,-2-8 0 15,0-1 0-15,0 0 6 16,0 0-2-16,0 0 6 16,0 0 4-16,0-14 13 15,0-11-14-15,-4-10-14 16,-3-6 1-16,0-5-1 16,0-1 3-16,4-2-3 0,1 2 0 15,2 3 1-15,0 8-1 16,0 12 1-16,0 10-1 15,0 8 0-15,0 5-1 16,0 1-1-16,2 0-2 16,6 12-10-16,10 17 7 15,4 9 5-15,2 8 2 16,0-3 0-16,-3 1 1 16,0-5-1-16,-2-2 0 15,-4-8 1-15,-4-6-2 16,-2-8 1-16,-4-6 0 15,-2-7 3-15,-3-2-2 16,2 0 3-16,-2 0 3 16,3 0-3-16,4-19 6 15,6-9 11-15,0-13-19 0,3-3 2 16,-4 0-3-16,-2 6 0 16,0 2-1-16,-3 6 2 15,4 7-2-15,-4 10 0 16,-4 6 0-16,-2 6-2 15,3 1-1-15,2 6-9 16,4 18 4-16,2 8 0 16,0 7 7-16,-4 1-1 15,-6 2-3-15,-2 8 0 16,0 6-56-16,0 1-130 16,0-8-208-16,0-17-700 15</inkml:trace>
  <inkml:trace contextRef="#ctx0" brushRef="#br0" timeOffset="4400.43">22891 1424 1264 0,'0'0'220'0,"0"0"-215"15,0 0-5-15,0 0 0 16,0 0-4-16,0 0-127 16,-7-73-225-16,13 62-419 15</inkml:trace>
  <inkml:trace contextRef="#ctx0" brushRef="#br0" timeOffset="5499.1">23155 1102 855 0,'0'0'436'15,"0"0"-436"-15,0 0-9 16,0 0 9-16,0 0 39 16,-38 125 12-16,36-60-19 15,2-1-16-15,0-2-5 16,15-11-4-16,7-13-3 16,1-8 2-16,0-14-2 0,1-7 6 15,-4-9-6-15,-2 0 8 16,2-15 4-16,-3-15 2 15,-2-12 6-15,-10-9-11 16,-5-7-13-16,-6-3-3 16,-23 7 1-16,-3 7-1 15,0 15 0-15,6 9-4 16,6 12 6-16,4 11-33 16,6 0-36-16,4 17-42 15,6 7 44-15,0 0-14 16,16-3-35-16,18-8 32 15,6-6-4-15,2-7 47 16,-2 0 23-16,-3-20 19 0,-2-4 23 16,-5-6 13-1,-8 0 18-15,-9-2 5 0,-8-1 33 16,-5-1-12-16,0 2-6 16,0 3-35-16,0 12 8 15,0 8 16-15,-1 9 2 16,-3 0-65-16,-2 26-25 15,-5 20 25-15,5 7 18 16,2 6-2-16,4-4-6 16,0-7-5-16,12-7-3 15,7-4 3-15,-1-7-4 16,2-8 3-16,-5-8 1 0,-2-7-3 16,-1-7-2-1,-2 0-14-15,3-5 1 0,1-16 5 16,-1-5-15-16,-1-4 3 15,-4 0-7-15,-3 7 9 16,1 10 14-16,-3 6 3 16,-2 7 1-16,3 0-15 15,2 19-10-15,3 6 25 16,1 2 11-16,5-2-5 16,2-7 1-16,1-3 3 15,4-10-1-15,0-5 7 16,-1 0 3-16,0-7-4 15,-5-14-2-15,-3-5 9 16,-3 1 5-16,-4-3 1 16,-5 1-9-16,-1 0 4 0,0 3-8 15,0 8-1 1,0 8 3-16,0 8-14 0,0 0-3 16,0 21-38-16,-5 24 29 15,-3 22 8-15,-1 14 2 16,2 9 2-16,3 4-1 15,-2 3-2-15,3 0 0 16,0-7-1-16,-2-15 1 16,0-20 3-16,-3-19-2 15,-1-20-1-15,-1-11 19 16,-2-5 29-16,-1 0 26 16,-7-17-22-16,-3-15-37 15,1-13 1-15,2-11-8 0,8-9-6 16,7-4-2-16,5 2-4 15,0 5-20-15,11 8-9 16,17 7-15-16,6 12-73 16,14 6-87-16,1 6-138 15,2 10-22-15,-5 0 52 16</inkml:trace>
  <inkml:trace contextRef="#ctx0" brushRef="#br0" timeOffset="5578.73">23966 1370 466 0,'0'0'488'15,"0"0"-201"-15,0 0-150 16,0 0-33-16,0 0-61 15,0 0-43-15,0 0-108 16,6-39-325-16</inkml:trace>
  <inkml:trace contextRef="#ctx0" brushRef="#br0" timeOffset="7431.79">17268 1385 9 0,'0'0'670'15,"0"0"-580"-15,0 0-59 16,0 0 25-16,0 0 68 16,0 0-17-16,0 0-36 15,-7-12-33-15,11 6-18 16,14-3 9-16,12-3-21 15,15 0 10-15,17-3 14 16,17-2-6-16,18 1 3 0,15-2-7 16,11-2-12-1,2 2 8-15,-10 5-11 0,-18 2 2 16,-26 3-9-16,-23 7-3 16,-18-1 3-16,-15 1 2 15,-8 1-1-15,-4 0 0 16,-3 0 1-16,0 0 10 15,0-3 18-15,-2-2 4 16,-11-2-16-16,-7-4-18 16,-2 0 3-16,-3 3-4 15,1-3 3-15,-1 2-4 16,2 0 0-16,1 2 2 16,4-1 5-16,5 4-5 15,6 0 0-15,5 4 5 16,2 0-5-16,0 0 4 0,0 0-4 15,0 0-7-15,0 0 0 16,0 0-2-16,6 0 9 16,4 10 0-16,7 2 0 15,-3 0 0-15,1-1-1 16,-2 4 1-16,-3 1-2 16,1 4-23-16,-7 7-106 15,-4 13-23-15,0 7-166 16,-22 4-176-16</inkml:trace>
  <inkml:trace contextRef="#ctx0" brushRef="#br0" timeOffset="8330.87">17377 2573 702 0,'0'0'115'0,"0"0"-107"0,0 0 28 15,0 0 108-15,0 0-9 16,0 0-67-16,-42-15-45 15,42 12-19-15,10 3-2 16,15-1 16-16,12 1-7 16,11 0 1-16,14 0-2 15,12-1 12-15,8-5-13 16,7-3 2-16,4 0 7 16,3-1-4-16,-2 1-7 15,-10-1 2-15,-13 2-8 16,-22 1 0-16,-18 3-1 0,-14 3 3 15,-11-1-3 1,-6 2 4-16,0 0 13 0,0-2 47 16,0 2-16-16,0-2-10 15,0-3-11-15,-6-2-15 16,-4-1-8-16,0 1-4 16,-1-1-1-16,3 4 0 15,-1-2 1-15,2-1 0 16,0 3 0-16,0-1 3 15,4 1-1-15,1 2-1 16,1 2-1-16,1 0 3 16,0-1-3-16,0 1 3 15,0 0-3-15,0 0-7 16,0 0 1-16,4 0 6 0,6 0-2 16,-1 9 2-16,-1 0-6 15,-5 3 1-15,1 2-13 16,-4 2-85-16,1 3-23 15,3-2-52-15,6-7-254 16</inkml:trace>
  <inkml:trace contextRef="#ctx0" brushRef="#br0" timeOffset="11730.64">19006 2388 804 0,'0'0'107'16,"0"0"-60"-16,0 0-1 0,0 0 72 15,0 0-20 1,0 0-45-16,0 0-36 0,-29-16-11 16,29 16-6-16,0 0 0 15,0 0 0-15,8 0 1 16,11 0 7-16,7 0 15 15,9 0 16-15,6 0-12 16,2-8-7-16,0 2-8 16,-1 1 3-16,0 3-8 15,-8-1-1-15,-4 3-4 16,-10 0 2-16,-8 0-8 16,-8 0 4-16,-2 0-3 15,-2 0 1-15,0 7-2 16,0 7 4-16,-18 11 31 15,-11 8-5-15,-9 8-4 0,-7 10-13 16,-4 2-2-16,1-2-3 16,0-4-2-16,-1-7-2 15,4-7 6-15,4-8-5 16,13-9 6-16,13-7-5 16,7-8 4-16,8-1 2 15,0 0 4-15,0 0 5 16,0 0-1-16,5-13-10 15,6-1-6-15,4 1-1 16,4 3-2-16,6 4 1 16,2 4-4-16,6 2 6 0,2 0 0 15,2 2-3-15,1 15 3 16,1 2-3-16,0 2-4 16,-3 3-33-16,-1-1-49 15,-1-6-29-15,-3-5-77 16,3-11-40-16,-4-1 44 15,-5-3 9-15,-3-13 106 16,-6-3 68-16,-4 0 8 16,-2-1 45-16,-1 1 91 15,-1-3 32-15,1-2-80 16,0-3 24-16,1 1-3 16,0-3-37-16,0 4-21 15,-1 1-15-15,-6 8 10 16,-3 6-8-16,0 4 10 0,0 2 10 15,0 4-39-15,-2 0-2 16,-4 0-13-16,-4 4-4 16,0 16-9-16,-2 9 9 15,4 9 0-15,2 2 1 16,6 2 1-16,0-6-4 16,7-2 5-16,14-6-3 15,5-5 0-15,7-5-38 16,6-7-25-16,5-9-49 15,1-2-22-15,0-9-80 16,-5-16-22-16,-10 0-40 16,-11-3 151-16,-13-1 125 15,-6 0 16-15,0-3 123 16,-2-1 8-16,-6 3 47 0,3 3-36 16,4 9-13-16,1 6-50 15,0 6-35-15,0 6-8 16,0 0-44-16,6 0-8 15,12 5 5-15,6 12-4 16,-3 3 13-16,1 4-12 16,-6 2 2-16,-5-4-6 15,-6-1 2-15,-3-3 0 16,-2-6 1-16,0-2 1 16,0-6 7-16,0-2-2 15,0-2 3-15,0 0 7 0,0 0-8 16,0 0-6-1,0 0-3-15,3-9-5 0,7-5-62 16,7-4 8-16,3 4 6 16,5 4 26-16,0 1-11 15,-1 4 28-15,-3 4 7 16,-1 1 6-16,-3 0-2 16,-3 0 3-16,-4 8 2 15,-2 1 5-15,0 4-1 16,2-4 0-16,0-3 7 15,-1-3-3-15,-1-1 1 16,0-2 16-16,2 0 16 16,-1-13 16-16,-4-7-12 15,-5-5 15-15,0-2-4 0,-5 0-31 16,-16 0 0-16,-3 6-13 16,-5 5-5-16,3 5-11 15,2 8-2-15,4 3-14 16,2 0 13-16,4 17-65 15,7 3-39-15,7 6-19 16,0-3-25-16,19-7-50 16,13-5-89-16,6-8-254 15</inkml:trace>
  <inkml:trace contextRef="#ctx0" brushRef="#br0" timeOffset="13579.86">20988 2436 744 0,'0'0'192'16,"0"0"-171"-16,0 0-3 15,0 0 42-15,0 0 49 16,0 0-59-16,-55-64-27 0,37 64-8 16,-4 0-11-1,-2 10-3-15,-1 5 4 0,7 1-2 16,5-2-2-16,4 1 0 16,8 0-1-16,1 4-3 15,0 5 3-15,18 1 2 16,9 3 4-16,3-2-5 15,5-4 2-15,2 0 2 16,-1-4-4-16,-4-2 0 16,-6 1 0-16,-10-2 1 15,-11-1-4-15,-5 1-2 16,0-2 0-16,-21-1 4 16,-10-1 14-16,-6-5 11 15,-1-5 6-15,5-1 2 16,6 0 2-16,10-9-15 15,7-5-5-15,10-2-12 0,0-5-3 16,14-2-23-16,17-4-11 16,10-1-13-16,10-1 17 15,9-2 3-15,1 0 17 16,-6 4 10-16,-12 3 1 16,-14 8 4-16,-16 5 1 15,-10 5 3-15,-3 3 13 16,0 2 16-16,0 1 14 15,0 0-15-15,0 0-9 16,-7 0-27-16,-10 22-1 16,-7 16 0-16,3 5 3 0,3 6 2 15,13-7-5-15,5-10 6 16,4-3-6-16,22-8 0 16,15-7 8-16,8-7-8 15,4-7-1-15,1 0-32 16,-9 0-55-16,-11-14-68 15,-7-4-139-15,-9-2-220 16</inkml:trace>
  <inkml:trace contextRef="#ctx0" brushRef="#br0" timeOffset="14863.02">21725 2666 1236 0,'0'0'90'0,"0"0"-90"15,0 0 0-15,52-78 11 16,-33 53 24-16,3-4-11 16,-4 0-22-16,-3 0 3 15,-5-2-2-15,-8 2-2 16,-2 1 2-16,0 1-3 15,-9-2 4-15,-6 1 2 16,0 4 0-16,3 7 5 16,4 8 9-16,5 8-7 15,0 1-13-15,-3 3-1 0,1 21-20 16,-1 12 20-16,2 9 2 16,4 5-1-16,0 4 2 15,0 1-1-15,10-2 4 16,4-6-5-16,1-7 0 15,0-6 3-15,-3-9-2 16,-2-8 3-16,-6-6-4 16,0-8 2-16,-4-3 1 15,0 0-3-15,0 0 6 16,0 0 4-16,2 0 2 16,-1-3 15-16,1-14 12 15,-1-7-39-15,2-7 4 0,-2-2-3 16,-1-2-2-16,3 4 1 15,0 4 0 1,3 10 2-16,-3 8-2 0,2 5-7 16,-1 4 4-16,0 0-10 15,6 4 2-15,4 16 5 16,4 6 2-16,2 2 4 16,2 2 0-16,1-3 1 15,3-6 1-15,3-4-1 16,3-8 4-16,5-7-4 15,4-2-1-15,-2-2-3 16,0-16-8-16,-6-6-14 16,-4-6 15-16,-9-2-8 0,-7-2 3 15,-6 0 13 1,-7 7-7-16,0 8 6 0,0 10 1 16,-7 9 2-16,-3 0-5 15,-3 11 5-15,-1 18 0 16,4 7 8-16,4 5-1 15,2 0-1-15,4-4-2 16,0-3-3-16,7-9 0 16,8-6-1-16,5-9-10 15,-2-4-41-15,3-6-12 16,-1 0-22-16,-2-11-8 16,-3-7 35-16,-3-5 31 15,-5-3 13-15,-3-6 14 16,-1-5 13-16,3 4 12 15,0 5 18-15,8 5-1 0,2 8-26 16,6 5-1-16,4 7-14 16,0 3-1-16,-1 1 6 15,0 20 1-15,-3 8 20 16,-3 6-1-16,-6 2-10 16,-7 1 12-16,-4-5 9 15,-2-4-11-15,0-9-2 16,0-10 0-16,-2-3 0 15,1-5-7-15,1-2-8 16,0 0 4-16,0 0-3 16,0-3-3-16,14-22-7 15,7-10-112-15,7-3 19 0,2-2 10 16,-1 12-5 0,-2 10 44-16,-6 9 16 0,-4 9 20 15,-4 0 8-15,1 13 18 16,-3 8 42-16,5 4 1 15,2-4-30-15,0-5-5 16,4-4 8-16,-2-5 4 16,2-7 14-16,0 0-11 15,-2 0 4-15,-2-13 3 16,-3-5 3-16,-6-1-10 16,-8-5 11-16,-1-4-13 15,-1-1-15-15,-20-2-23 16,-6 3 1-16,-2 7-2 0,-5 9-9 15,0 10 7-15,-1 2-21 16,2 11-47-16,4 14-28 16,6 5-62-16,13 4-104 15,5-4-109-15</inkml:trace>
  <inkml:trace contextRef="#ctx0" brushRef="#br0" timeOffset="15216.26">21556 3126 1278 0,'0'0'8'16,"0"0"-8"-16,111-13 0 16,-28 6 27-16,23 0 39 15,18 3-35-15,11 0 11 16,11 1-15-16,-6-3-20 15,-13 1-7-15,-14-1-10 0,-20 0-93 16,-20-5-197-16,-16-4-427 16</inkml:trace>
  <inkml:trace contextRef="#ctx0" brushRef="#br0" timeOffset="15335.15">23269 2967 1009 0,'0'0'433'15,"0"0"-433"-15,0 0-136 16,0 0 25-16,0 0-382 0</inkml:trace>
  <inkml:trace contextRef="#ctx0" brushRef="#br0" timeOffset="51310.14">11984 2023 516 0,'0'0'294'0,"0"0"-206"15,0 0-59-15,0 0 78 16,0 0 21-16,0 0-27 16,0 0-24-16,-49-60-30 15,49 40 3-15,0 0-36 16,10 1-7-16,7 1 8 15,3 2-15-15,3 8 3 16,1 3 0-16,-3 5-3 0,1 0-3 16,-7 7-7-16,-1 17-2 15,-9 7 2-15,-5 7 7 16,0 0 3-16,-7-2 0 16,-13-3 3-16,-4-5-3 15,1-3 2-15,1-5-1 16,2-6 8-16,8-7-8 15,6-4 3-15,4-3 3 16,2 0 0-16,0 0 8 16,0-4-15-16,0-10-9 15,8 1 1-15,8-1 4 16,2 6 0-16,3 5-26 0,8 3 29 16,0 0 1-1,-3 12-3-15,-3 11-8 0,-6 5-1 16,-12 6 6-16,-5-3 6 15,0 1 5-15,-23-4-3 16,-5-5 37-16,-9-4 10 16,-4-3 6-16,-2-6-2 15,1-4-15-15,4-1-13 16,5-5-10-16,6 0-12 16,9 0 1-16,5 0-4 15,7-3-16-15,6 3-43 16,0-4-62-16,2 0-103 15,16-2-278-15</inkml:trace>
  <inkml:trace contextRef="#ctx0" brushRef="#br0" timeOffset="51528.73">12279 2274 925 0,'0'0'165'16,"0"0"-154"-16,0 0 3 16,0 86 27-16,-7-61-3 15,-4 1-26-15,1 1-9 0,0 0-3 16,2-3-26-16,2-6-170 16,6-9-75-16,0-8-158 15</inkml:trace>
  <inkml:trace contextRef="#ctx0" brushRef="#br0" timeOffset="52221.74">12736 2003 1103 0,'0'0'67'0,"0"0"-43"0,0 0 7 16,0 0 45-1,0 0 25-15,0 0-37 0,0-2-19 16,0 2 5-16,-4 0 4 16,-5 0-7-16,-10 0-17 15,-8 0-21-15,-2 0 0 16,-7 0-9-16,4 0 6 15,6 0-2-15,4-3-3 16,5 2 2-16,4-1-2 16,6 1-1-16,4 0 0 15,1 1 2-15,2 0-2 16,0 0 0-16,0 0-7 0,0 0 7 16,0 0-6-16,-1 5-4 15,-5 20 4-15,2 5 6 16,-3 5 2-16,0-3-2 15,2-3 4-15,0-7-6 16,1-4 4-16,1-7-2 16,3-5 0-16,0-3-4 15,0-3 2-15,0 0-13 16,0 0-12-16,12 0 10 16,7-11 17-16,5-2-3 15,7-1 0-15,2 4-17 16,0 6-1-16,2 4 1 15,-3 0 3-15,-2 5 11 0,-6 15-1 16,-9 4-3 0,-6 3 5-16,-9 3-2 0,0-2 7 15,-9-1 20-15,-13-5 1 16,-6-4 13-16,-9 0-5 16,-6-3-17-16,-5-1-7 15,3-6-4-15,7-1 2 16,4-5-3-16,11-2 0 15,5 0-20-15,8-7-42 16,8-8-89-16,2-3-96 16,15-4-270-16</inkml:trace>
  <inkml:trace contextRef="#ctx0" brushRef="#br0" timeOffset="52423.16">12917 2226 930 0,'0'0'266'0,"0"0"-259"15,0 0-6-15,-20 93 19 16,20-57 9-16,0-2-16 16,0-1-7-16,0-2-6 15,0-8-77-15,0-6-178 16,6-8-203-16</inkml:trace>
  <inkml:trace contextRef="#ctx0" brushRef="#br0" timeOffset="52694.21">13231 2006 1195 0,'0'0'155'0,"0"0"-137"16,0 0-12-16,0 0-2 15,0 0 1-15,0 0 78 16,13 122-40-16,-1-75-23 0,-1 2-6 16,-2-6-6-16,-1-3-3 15,-3-6-5-15,-1-3 0 16,-4-5-84-16,0-2-144 15,-6-4-178-15</inkml:trace>
  <inkml:trace contextRef="#ctx0" brushRef="#br0" timeOffset="92180.18">2429 5501 576 0,'0'0'123'16,"0"0"-39"-16,0 0 45 0,0 0-22 15,0 0-14 1,0 0-36-16,0 0-28 0,9-92 14 15,5 72 15-15,3 0-28 16,1 0-20-16,2 4 11 16,-1 5 17-16,0 10-31 15,-3 1-7-15,2 9-9 16,3 24 2-16,-7 15 7 16,-4 13 6-16,-10 10-5 15,0 3 0-15,-14-5 3 16,-12-9-4-16,1-12 0 15,2-12 4-15,4-11-4 16,5-10 1-16,7-10 0 16,5-5 10-16,2 0 4 15,0-20-15-15,3-14-24 0,14-3-20 16,3-4 34-16,2-1-16 16,1 3-22-16,2-3 24 15,0 3 21-15,1 0-5 16,-3 1 4-16,0 5 3 15,-4 5 1-15,-3 2 6 16,-2 7-2-16,-4 5 7 16,-4 5 27-16,-6 6 3 15,0 2-2-15,0 1-10 16,0 0-5-16,0 0-6 16,0 0-2-16,-6 5-5 15,-11 17 7-15,-5 7-17 0,-2 9 6 16,2 4-6-16,3 3 5 15,5-1 1-15,7-3-6 16,3 1 9-16,4-7-7 16,0-6-3-16,12-4 3 15,8-5-2-15,4-2-1 16,3-3 0-16,8-4-10 16,-1-5 8-16,3-3-80 15,2-3-68-15,-6 0-178 16,-8-11-215-16</inkml:trace>
  <inkml:trace contextRef="#ctx0" brushRef="#br0" timeOffset="92376.52">2882 5686 305 0,'0'0'812'15,"0"0"-779"-15,0 0-19 16,0 0 7-16,0 0 31 15,112-16-15-15,-60 14-16 16,3 1-17-16,2 1-3 16,-2 0-2-16,-5 0-1 15,-8 0-61-15,-9 0-203 16,-14 1-180-16</inkml:trace>
  <inkml:trace contextRef="#ctx0" brushRef="#br0" timeOffset="92609.18">3160 5485 1031 0,'0'0'53'0,"0"0"-48"15,0 0-5-15,4 82 5 16,8-38 16-16,2 4-13 15,-4-2-1-15,-2-3-3 16,0-3-3-16,-2-2 0 0,-2-6-1 16,2-8-224-16,-2-11-229 15</inkml:trace>
  <inkml:trace contextRef="#ctx0" brushRef="#br0" timeOffset="93230.52">3509 5455 979 0,'0'0'61'0,"0"0"-61"0,0 0 0 16,8 93 7-16,8-47 3 15,1 0-10-15,2-3 8 16,1-5-6-16,0-9 0 16,-2-7-2-16,1-9-2 15,-4-6 2-15,-1-6 2 16,-1-1 0-16,1 0 10 16,4-16 6-16,-4-6-12 15,-2-6 3-15,-4-2-8 16,-4-5 7-16,-4 2 18 15,0 2 16-15,0 8-8 16,0 6 14-16,-5 9 26 16,3 7-38-16,1 1-11 15,1 0-25-15,0 9-20 0,0 22 14 16,0 10 6-16,0 15 0 16,1 9 1-16,9 7-1 15,0 9 2-15,2-3 0 16,-2-4-2-16,-1-11 1 15,-6-10-2-15,-3-9 1 16,0-10 0-16,-3-7-2 16,-14-6 5-16,-5-8 4 15,-8-8 31-15,-5-5 1 16,-4 0-12-16,-1-20 8 16,5-11-1-16,7-7-8 0,6 0-17 15,8 0-3 1,11 6 2-16,3 6-6 0,3 6-2 15,19 2 0-15,10-1-21 16,10 3-61-16,10 1-77 16,1 0-58-16,-1-4-298 15</inkml:trace>
  <inkml:trace contextRef="#ctx0" brushRef="#br0" timeOffset="93477.68">3984 5718 969 0,'0'0'197'0,"0"0"-196"15,0 0 0-15,0 0 33 16,112-17 4-16,-50 13-24 15,1-1-10-15,-8 3-4 16,-7 2-1-16,-9 0-20 16,-10 0-275-16,-14 0-188 15</inkml:trace>
  <inkml:trace contextRef="#ctx0" brushRef="#br0" timeOffset="93687.38">4211 5501 1100 0,'0'0'135'15,"0"0"-135"-15,0 0 0 16,-13 118 5-16,18-67 0 16,6 3 2-16,1-3-6 15,-2-3 2-15,0-6-6 16,0-8-112-16,0-12-230 15,-1-10-387-15</inkml:trace>
  <inkml:trace contextRef="#ctx0" brushRef="#br0" timeOffset="94246.73">4618 5610 812 0,'0'0'177'0,"0"0"-177"15,0 0 0-15,0 0 50 16,0 0-9-16,0 0-17 16,17 2 1-16,-17-2 27 15,0 0 50-15,0 0 10 16,0-2-18-16,0-15-32 0,0-6-53 15,2-4-7-15,5-1 2 16,3 2-2-16,5 2-1 16,2 5 1-16,3 6 0 15,3 6-4-15,2 7-4 16,-1 3-4-16,-1 28 7 16,-9 13-9-16,-7 11 12 15,-7 6 0-15,-4 4 0 16,-20 1 7-16,-9-6-7 15,-6-7 0-15,-2-11 2 16,-1-12 1-16,2-11-3 16,3-6 2-16,7-10-1 15,5-3 4-15,7 0-2 0,4-20 1 16,9-6-4 0,5-2-8-16,0-1-1 0,9 7 7 15,13 5 1-15,4 11 0 16,4 6 1-16,5 0-5 15,5 9 4-15,1 8-4 16,-2 4 2-16,-2-1 2 16,-3 0-10-16,-2-5-142 15,-1-3-40-15,-4-7-198 16</inkml:trace>
  <inkml:trace contextRef="#ctx0" brushRef="#br0" timeOffset="94746.86">4953 5552 1248 0,'0'0'14'16,"0"0"-14"-16,0 0 0 15,0 0 16-15,0 0 17 16,122 3-16-16,-75-1-2 15,-7-2 6-15,-4 0 15 16,-7 0-19-16,-5 1-12 16,-7 0 6-16,-7 1-8 15,-7 2-3-15,-3 1-2 16,0 6 1-16,0 8 1 0,-13 8 19 16,-15 4-11-16,-11 1 0 15,-5 2-5-15,-2-5-2 16,-1-2 1-16,3-5 0 15,4-6-2-15,10-5 4 16,9-3-3-16,11-7 5 16,4-1 2-16,6 0 29 15,0-8 3-15,0-11-38 16,9-7 7-16,9 2-11 16,6 3 4-16,2 5-2 0,6 7 0 15,1 9-6-15,4 0 4 16,4 12-1-16,0 14 3 15,-1 8-1-15,-1 2 1 16,-4 3-5-16,-4 0 4 16,-3-1-11-16,-5-2-121 15,-5-9-87-15,-4-12-309 16</inkml:trace>
  <inkml:trace contextRef="#ctx0" brushRef="#br0" timeOffset="94939.96">5437 5709 826 0,'0'0'400'0,"0"0"-385"0,0 0-15 16,105-12 9-16,-58 9-5 15,-2 3-1-15,-2 0-3 16,-4 0-6-16,-7 0-226 15,-14 0-159-15</inkml:trace>
  <inkml:trace contextRef="#ctx0" brushRef="#br0" timeOffset="95105.49">5483 5888 1286 0,'0'0'0'0,"0"0"20"15,0 0-19-15,120-20 4 16,-59 13-5-16,-2-1-151 16,-6 0-237-16,-5-3-219 15</inkml:trace>
  <inkml:trace contextRef="#ctx0" brushRef="#br0" timeOffset="95354.97">6114 5385 1123 0,'0'0'62'0,"0"0"-62"0,0 0 0 16,1 91 46-16,15-34 10 15,0 4-23-15,-3-1-19 16,-1-2-9-16,-2-6 0 15,0-8-3-15,-1-6 0 16,-1-10-4-16,1-10-96 16,-2-10-156-16,3-8-229 15</inkml:trace>
  <inkml:trace contextRef="#ctx0" brushRef="#br0" timeOffset="95680.93">6353 5534 897 0,'0'0'165'16,"0"0"-161"-16,-2 119 3 15,7-74 45-15,19-4 1 16,6-6-40-16,5-12-1 16,0-10-9-16,0-9 4 15,-5-4 1-15,-5-4 7 16,-5-16 26-16,-5-9 20 15,-6-5 7-15,-6-7-14 16,-3-4 2-16,-10-5-2 16,-19-2-16-16,-6 2-36 15,0 13 5-15,0 14-7 0,4 17-3 16,0 6-1-16,4 10-1 16,2 12 0-16,4 4-58 15,8 0-181-15,-1-5-235 16</inkml:trace>
  <inkml:trace contextRef="#ctx0" brushRef="#br0" timeOffset="97046.63">2024 6608 1060 0,'0'0'117'0,"0"0"-98"16,41-78-18-16,-8 60 8 0,3 7 65 15,-2 11-45 1,-4 0-24-16,-7 6-5 0,-4 17-13 16,-9 7 13-16,-9 9 2 15,-1 7 1-15,-10 0 2 16,-14-4 7-16,-1-9-1 15,3-12-3-15,5-12 5 16,8-6 36-16,8-3 23 16,1 0-19-16,0 0-27 15,0-3-15-15,10-11-4 16,7 1-7-16,6 1-2 16,1 3 0-16,0 5 2 15,0 4-4-15,-2 0 3 0,0 10-7 16,-4 10 4-16,-3 4 2 15,-7 1-1-15,-6 0 3 16,-2 0 3-16,-2-5 2 16,-17 4 17-16,-9-4 8 15,-3 2-17-15,-1-4-5 16,4-3-7-16,4-5 0 16,8-5-1-16,7-5-56 15,9-2-97-15,0-23-134 16,20-12-421-16</inkml:trace>
  <inkml:trace contextRef="#ctx0" brushRef="#br0" timeOffset="97480.6">2514 6673 1207 0,'0'0'60'0,"0"0"-58"0,0 0 47 15,0 0 50-15,109-19-75 16,-83 26-24-16,-4 17-14 15,-8 7 5-15,-12 10 9 16,-2 5 6-16,-7 5 1 16,-17-5 6-16,3-7-10 15,0-15-3-15,11-12 0 16,9-8-23-16,1-4 20 16,1-17-35-16,19-19-43 15,9-8-12-15,3-3 83 0,-3 1 9 16,0 3 0-16,-6 5 1 15,-2 1 8-15,-4 9-5 16,-4 4 31-16,-5 6 18 16,-3 7 16-16,-5 8 20 15,0 3-10-15,0 0-20 16,0 0-58-16,0 9-3 16,0 18 3-16,0 6 8 15,-2 6-7-15,2-1-1 16,0-3 0-16,14-4 0 15,4-4-1-15,7-3-71 16,4-6-136-16,3-9-77 16,-2-9-275-16</inkml:trace>
  <inkml:trace contextRef="#ctx0" brushRef="#br0" timeOffset="97634.52">3093 6765 1227 0,'0'0'91'15,"0"0"-86"-15,0 0-5 16,0 0 27-16,0 0-14 16,110-5-8-16,-55 10-4 15,7 2-2-15,-2 0-5 16,-3-2-252-16,-10-5-350 16</inkml:trace>
  <inkml:trace contextRef="#ctx0" brushRef="#br0" timeOffset="98148.98">3564 6552 1109 0,'0'0'166'16,"0"0"-166"-16,0 0-6 16,0 0 6-16,-10 115 9 15,28-67-1-15,2-4 0 16,2-7-2-16,1-7-4 15,1-8-1-15,3-9 5 16,-2-7-3-16,0-6 15 16,0 0-17-16,2-5 12 15,-4-16-3-15,-1-5-3 0,-7-3-5 16,-7-5 6-16,-6-2-6 16,-2-1 4-16,0 3-2 15,-9 4 6-15,2 11 18 16,0 10 14-16,1 6 1 15,6 3-37-15,-1 21-6 16,1 21-12-16,0 19 12 16,0 10 1-16,8 8 1 15,9 3 1-15,-2 4-2 16,0-6 3-16,-4-12-4 16,-4-15 3-16,-5-15-2 15,-2-14 3-15,-3-6 46 0,-16-7-20 16,-6-7 23-16,-3-4-1 15,-4 0-23-15,0-10-2 16,0-15-22-16,6-6-3 16,6-3-2-16,11-1-4 15,9 4-2-15,2-1-26 16,26 2-48-16,16 2-31 16,8-1-142-16,-2 0-305 15</inkml:trace>
  <inkml:trace contextRef="#ctx0" brushRef="#br0" timeOffset="98346.34">4159 6839 1481 0,'0'0'0'0,"0"0"6"15,0 0-6-15,122-29 13 16,-50 17-11-16,0 4 0 15,-7 5-4-15,-8 3-58 16,-8 0-138-16,-11 0-129 16,-16 0-251-16</inkml:trace>
  <inkml:trace contextRef="#ctx0" brushRef="#br0" timeOffset="98534.51">4433 6614 1325 0,'0'0'52'16,"0"0"-51"-16,0 0-1 15,-6 121 3-15,10-60 7 16,8 2-10-16,1-4 1 16,-2-7-2-16,2-14-113 15,-3-13-266-15</inkml:trace>
  <inkml:trace contextRef="#ctx0" brushRef="#br0" timeOffset="99028.36">4838 6572 1418 0,'0'0'0'15,"0"0"-15"-15,0 0 15 16,0 0 26-16,115 5-7 16,-66-5-8-16,-1-5-9 15,-4-4 5-15,-4 0-2 16,-10 0-4-16,-10 3 4 16,-10 4-1-16,-9 2 3 15,-1 0 3-15,0 0-8 0,0 0 3 16,-6 21-1-16,-14 11 8 15,-10 15 5-15,-11 6-12 16,-4 2-2-16,-1-2 0 16,1-10-1-16,5-11 1 15,8-12-2-15,7-5 0 16,8-10 7-16,10-5-6 16,4 0 5-16,3 0 14 15,0-8 9-15,1-11-28 16,18-2 0-16,4 4-1 15,8 4-1-15,5 8-4 16,4 5 1-16,4 4 2 16,1 20-6-16,-3 6 5 15,-5 4 0-15,-7 3-6 16,-5 0-11-16,-3 0-147 0,-4-11-83 16,-1-8-338-16</inkml:trace>
  <inkml:trace contextRef="#ctx0" brushRef="#br0" timeOffset="99217.06">5642 6730 1418 0,'0'0'49'0,"0"0"-37"16,0 0-12-16,119-6 3 15,-74 6-3-15,-2 0-75 16,-6 0-192-16,-16 0-315 16</inkml:trace>
  <inkml:trace contextRef="#ctx0" brushRef="#br0" timeOffset="99365.22">5620 6954 1400 0,'0'0'3'0,"0"0"-3"0,0 0-5 16,104 0-3-1,-35-11-48-15,3-3-345 0</inkml:trace>
  <inkml:trace contextRef="#ctx0" brushRef="#br0" timeOffset="100029.24">6584 6490 1126 0,'0'0'200'0,"0"0"-195"0,0 0-3 16,0 0 74-16,0 0-15 15,0 0-56-15,-34-9 4 16,-1 9 38-16,-5 2-4 16,0 0 5-16,3-1-19 15,5-1-8-15,7 0 1 16,9 0-10-16,6 0-4 16,6-1-2-16,2-5-6 15,2-2 0-15,0-1-3 16,0 0 1-16,0 1 1 15,0 5 2-15,0-1 0 16,0 4-1-16,0 0-1 16,0 0-7-16,0 20-3 0,2 11 11 15,-2 9 5 1,0 2-3-16,0-1-1 0,0-8 1 16,0-10-1-16,0-8 1 15,0-7-2-15,0-5 0 16,0-2-5-16,5-1 4 15,14-1 1-15,7-13 7 16,11-4-6-16,1 1-1 16,-1 2-3-16,-2 8-9 15,-1 5-5-15,-2 2-1 16,-5 13 17-16,-1 14 1 16,-7 4-2-16,-6 4-2 0,-10 0 8 15,-3-2-3 1,0-4 10-16,-20-5 0 0,-10-2 24 15,-8-6 8-15,-4-4-8 16,-3-4-12-16,4-4-14 16,6-2-6-16,4-2-3 15,5 0-2-15,7 3-13 16,3 3-81-16,3 3-218 16,-3 0-410-16</inkml:trace>
  <inkml:trace contextRef="#ctx0" brushRef="#br0" timeOffset="101445.59">1936 7596 424 0,'0'0'572'0,"0"0"-524"16,0 0-42-16,0 0 65 16,0 0 67-16,0 0-47 0,-9-10-64 15,9 9-8-15,6 1 1 16,10 0 20-16,9-4 19 15,9 3-8-15,4-3-2 16,5 4-22-16,8-3-9 16,8 3 5-16,5 0-20 15,5 0 9-15,2 0-2 16,2 0-9-16,-3 0 8 16,-6 0-1-16,-3 0-3 15,-2 0 5-15,1 0-5 16,2 0 10-16,-2 0-4 15,-2 0-10-15,-3-1 9 16,-1-3-4-16,-2-3-5 16,0 5 3-16,0-1-2 15,0-1-1-15,-4 1 1 0,1 0-1 16,0-1-1-16,2 1 0 16,1 2-2-16,3 1 1 15,1 0 0-15,-1 0 1 16,-1 0 4-16,-2 0-3 15,-3 0 2-15,-6 0-2 16,-1 0-1-16,0 0 6 16,-1 0-6-16,6 0 6 15,5 0 3-15,2 0-7 16,2 0 7-16,1 0-8 16,-3 0 0-16,1 0 5 15,2 0-2-15,0 0-3 0,1-3 8 16,-1-2-8-16,-3-2 9 15,-6-2-9-15,-3-2-1 16,-5 0 1-16,-1 4 0 16,-4 0-1-16,-2 2 2 15,-1 2 3-15,-2-2-5 16,2 2 0-16,1 1 1 16,4 0-4-16,3 0 3 15,4 0 0-15,3 0 2 16,-1-1 1-16,6-1-3 15,2 4 0-15,1-2 1 16,-2 0 0-16,-1 2 1 16,-2 0-2-16,-1 0 0 0,-6-1 4 15,1-2-3 1,-2 0 0-16,0-2 1 0,3 1-3 16,1-2 3-16,8-2 1 15,3 1 5-15,1-2-3 16,3 3 0-16,-5-1-5 15,-5 1 2-15,-5 2-6 16,-2 1 3-16,-4 0 1 16,-2 0 0-16,-8 0 1 15,-8 1-2-15,-7 2 1 16,-7-3 0-16,-2 2-3 16,-5-1 4-16,1 1-3 0,-2 1-2 15,0 0-26 1,0 0-28-16,0 0-54 0,-12 0-132 15,-17 0-275-15</inkml:trace>
  <inkml:trace contextRef="#ctx0" brushRef="#br1" timeOffset="118775.23">2763 8294 324 0,'0'0'191'16,"0"0"-72"-16,0 0 2 15,0 0 16-15,0 0-12 0,0 0-53 16,0 0-38-16,0 0-34 16,0-27-25-16,0 45 7 15,0 13 18-15,0 13 31 16,-7 3-21-16,-7 4-1 16,-3 0-3-16,-4 1-2 15,2-6 0-15,0-10 0 16,4-7-3-16,6-15 0 15,2-7 2-15,5-5-2 16,2-2 8-16,0 0-7 16,0 0 3-16,0 0-5 15,0 0-6-15,0 3-6 16,10 2-7-16,10 2 19 16,8 0 0-16,7-3 1 0,5-4 1 15,2 0 15-15,-3-4-13 16,-6-10 4-16,-8 1-7 15,-6-1 1-15,-8-2 5 16,-6-3 4-16,-5 1 12 16,0-6 11-16,0 0-5 15,-5 2 15-15,-5-4-11 16,-1 6-1-16,2 3 6 16,3 6-23-16,2 7 19 15,3 2-4-15,1 2-30 16,0 0-1-16,0 21-38 15,0 18 39-15,0 15 10 16,0 9-5-16,1 5-2 0,3-2 1 16,-2-6 0-16,-1-2-5 15,-1-7 1-15,0-2-9 16,0-3-153-16,0-10-36 16,0-14-250-16</inkml:trace>
  <inkml:trace contextRef="#ctx0" brushRef="#br1" timeOffset="119278.12">3053 8685 1190 0,'0'0'52'0,"0"0"-48"15,0 0-4-15,0 0 22 16,0 0-10-16,107 9-2 15,-83 18-10-15,-3 6-4 16,-11 1 2-16,-7 3 2 16,-3 0 1-16,0 0 0 15,-13-7 13-15,-1-9-4 16,6-7-10-16,3-13 0 16,3-1 12-16,2-9-12 15,0-21-59-15,8-11-49 16,13-6 76-16,2-3 21 15,0 3-13-15,1 0 21 0,-2 8 3 16,-4 4 13 0,0 7 7-16,-6 6 12 0,-2 7 10 15,-7 7 12-15,-3 3 14 16,0 5-5-16,0 0 0 16,0 0-23-16,0 0-19 15,-3 0-20-15,-4 9 6 16,-3 10 2-16,1 6-9 15,0 10 0-15,4 3-1 16,5 2 0-16,0-4 1 16,0-3 0-16,11-5-1 15,5-3-7-15,4-4 7 0,2-5-7 16,4-4-76-16,6-7-66 16,1-5-117-16,3 0-203 15</inkml:trace>
  <inkml:trace contextRef="#ctx0" brushRef="#br1" timeOffset="119451.76">3611 8805 983 0,'0'0'277'15,"0"0"-271"-15,0 0 0 16,0 0 40-16,0 0 20 16,126-35-25-16,-68 19-28 15,0 4-13-15,-2 3 0 16,-8 2-1-16,-8 6-32 0,-10 1-129 15,-9 0-162-15,-15 0-148 16</inkml:trace>
  <inkml:trace contextRef="#ctx0" brushRef="#br1" timeOffset="119661.15">3887 8599 890 0,'0'0'294'15,"0"0"-265"-15,0 0-29 16,0 0 0-16,0 0 4 16,0 0 24-16,2 85-6 15,1-43-15-15,-3 0 2 0,0-3-9 16,1-3 4-16,-1-1-4 16,3-4-41-16,0-8-231 15,0-8-244-15</inkml:trace>
  <inkml:trace contextRef="#ctx0" brushRef="#br1" timeOffset="120124.04">4132 8488 1280 0,'0'0'81'16,"0"0"-80"-16,0 0 7 15,0 0 52-15,99-43-38 0,-69 45-22 16,-3 20-3-16,-7 6-5 16,-10 8 8-16,-8 3 0 15,-2 3 9-15,-6-1-4 16,-10-10-5-16,1-9 8 16,5-12-4-16,3-7 6 15,6-3-2-15,1 0 5 16,0-6-5-16,0-12-8 15,0-5-3-15,4 3-4 16,15-1 6-16,3 8 1 16,3 6-7-16,3 5 2 15,-1 2 4-15,-2 5-3 16,-3 16 0-16,-7 8-8 0,-7 3 12 16,-8 3 12-16,0 0-4 15,-8-2 14-15,-17-3 1 16,-7-3 30-16,-5-3-21 15,2-4-25-15,0-2-2 16,3-3-5-16,7-5-1 16,5-2 0-16,10-8-69 15,10 0-177-15,0-23-216 16</inkml:trace>
  <inkml:trace contextRef="#ctx0" brushRef="#br1" timeOffset="120848.54">5050 8674 1400 0,'0'0'134'0,"0"0"-134"15,0 0 4-15,0 0 20 16,90-26 6-16,-31 21-27 15,-4 3-3-15,-8 2-5 16,-8 0-102-16,-13 0-135 16,-12 3-214-16</inkml:trace>
  <inkml:trace contextRef="#ctx0" brushRef="#br1" timeOffset="121018.76">5091 8908 1080 0,'0'0'416'0,"0"0"-416"0,0 0-42 16,0 0 42-16,108-20 14 15,-50 11-14-15,6-3-26 16,-2 3-156-16,-8-3-84 16,-13 1-133-16</inkml:trace>
  <inkml:trace contextRef="#ctx0" brushRef="#br1" timeOffset="121281.64">5732 8400 562 0,'0'0'821'16,"0"0"-821"-16,0 0-24 15,0 0 24-15,32 112 78 16,-15-52 6-16,-4 9-35 16,-3 0-35-16,-1-2-14 15,-8-6 7-15,2-10-7 16,-3-7-2-16,0-8-1 16,0-8-142-16,0-10-98 15,0-14-318-15</inkml:trace>
  <inkml:trace contextRef="#ctx0" brushRef="#br1" timeOffset="121974.74">6290 8445 1171 0,'0'0'260'16,"0"0"-259"-16,0 0 9 16,0 0 26-16,0 0 54 15,0 0-67-15,-51-16-23 0,30 16 6 16,-5 0 20 0,-2 0 4-16,-2 3-7 0,3-3-3 15,3 0 6-15,10 0-6 16,4 0-15-16,4 0 7 15,3 0-12-15,3 0 0 16,0 0 0-16,0 0 6 16,0 0-9-16,0 0 3 15,0 0 0-15,0 0-4 16,0 0 4-16,-1 5-5 16,-5 14 3-16,-7 10-2 15,-2 6 4-15,-3-2 0 16,3-5 4-16,6-8-5 15,4-8 1-15,5-5 0 16,0-4 0-16,0-3-6 0,0 0 2 16,0 0-3-1,0 0 3-15,8 0 1 0,13 0 6 16,9-4 9-16,5-5-11 16,0 5 2-16,0 4-5 15,-1 0 2-15,-1 5-10 16,-1 17 9-16,-7 9-2 15,-5 6 1-15,-7 4-1 16,-8 0 5-16,-5-3-2 16,0-8 6-16,-15-2-2 15,-10-3 20-15,-5-3 0 16,-5-4-1-16,-5-2 4 0,-4-2-12 16,4-6 1-1,2-6-4-15,1-2-10 0,5 0 1 16,4-2-3-16,6-11-8 15,7 2-36-15,7 1-34 16,6-2-75-16,0 4-272 16</inkml:trace>
  <inkml:trace contextRef="#ctx0" brushRef="#br1" timeOffset="133956.42">4566 8563 205 0,'0'0'140'0,"0"0"-97"16,0 0-7-16,0 0 86 16,0 0 44-16,0 0-31 15,0-13-36-15,0 13-36 16,-2 0-2-16,2 0-16 16,0 0-16-16,0 0 3 15,0-2-3-15,0 1-6 16,10-1-6-16,12-1-10 15,6-3 8-15,5 2 13 16,1-2-19-16,0 3-6 16,-1 0-1-16,0-1 0 15,-1-2 1-15,-5 3 0 0,-6 0-2 16,-9 2-1 0,-7 1-1-16,-5 0-2 0,0 0-5 15,0 0 8-15,0 15 7 16,-11 11 12-16,-5 7 13 15,0 4-17-15,-1 6-14 16,1 1 8-16,-3 5-6 16,-1 2 1-16,-5-1 0 15,3-6-2-15,0-6 1 16,4-9-1-16,6-9-2 16,4-9 5-16,5-3-4 15,1-3 2-15,2-3 2 16,-2 0 6-16,2-2 49 15,0 1-36-15,-2 1-8 16,2 0-4-16,0-2-12 0,0 1 3 16,0-1 5-16,0 0-1 15,0 0 25-15,0 0-11 16,0 0-18-16,0 0 9 16,0 0-9-16,0 0 0 15,0 0-1-15,0 0-2 16,0 0 0-16,0 0 0 15,9 0 0-15,4-3 9 16,9-2-8-16,5 3-1 16,1 2 0-16,0 0 1 15,1 0-1-15,-1 4 0 16,1 5 1-16,-6 0-4 0,0-1 3 16,-6-1 0-1,-7-1 0-15,-1-3-1 0,-8 0 1 16,-1-2-7-16,0 3-44 15,0 3-124-15,0-1-68 16,0-3-175-16</inkml:trace>
  <inkml:trace contextRef="#ctx0" brushRef="#br1" timeOffset="137608">717 9301 455 0,'0'0'80'0,"0"0"-66"15,0 0 7-15,0 0 116 16,0 0 10-16,0 0-63 15,-18 6-44-15,18-6 16 0,0 0 19 16,0 0-17-16,11-4-15 16,16-11-18-16,15-9 7 15,23-11 10-15,19-9-17 16,16-6-7-16,14-7-4 16,7-1-7-16,-2 4 1 15,-8 7-6-15,-16 10-2 16,-22 10-4-16,-19 13-2 15,-17 4-5-15,-14 9-56 16,-10 1-42-16,-9 0-91 16,-4 0-6-16,0 0-71 15,-22 1 5-15</inkml:trace>
  <inkml:trace contextRef="#ctx0" brushRef="#br1" timeOffset="137971.26">877 9423 325 0,'0'0'520'0,"0"0"-453"0,0 0-67 15,0 0 4-15,0 0 27 16,96-64 48-16,-43 40-45 16,12-6-7-16,9-5 5 15,7-6 4-15,3-3-11 16,5-6-12-16,1-3-6 16,-4 3-3-16,-11 7-2 15,-13 11-4-15,-19 7-2 16,-11 6-74-16,-12 6-15 15,-8 1-45-15,-6 3-22 16,-6-3-59-16,0 0-213 16</inkml:trace>
  <inkml:trace contextRef="#ctx0" brushRef="#br1" timeOffset="138389.25">1571 8688 939 0,'0'0'115'15,"0"0"-113"-15,0 0 0 16,0 0 8-16,0 0 39 15,0 0-29-15,12-7-17 16,14 7 7-16,5 0 1 0,2 0-6 16,0 5 2-16,1 2 2 15,-2 1-8-15,3 1 11 16,-3 0 0-16,-2 2-11 16,-7-2 7-16,-6 0-8 15,-7 0 4-15,-5-2-4 16,-5 4 7-16,0 9 5 15,0 6 22-15,-14 11 24 16,-9 7-26-16,-7 2-20 16,-5 7-6-16,-2 4-3 15,0 7-2-15,2 1-2 16,6-2-10-16,6-6-289 0,5-16-261 16</inkml:trace>
  <inkml:trace contextRef="#ctx0" brushRef="#br1" timeOffset="148819.82">3232 9855 518 0,'0'0'100'0,"0"0"-70"16,0 0 71-16,0 0 18 16,0 0 0-16,0 0-37 15,0 0 6-15,0-13-4 16,0 13-5-16,0 0-7 16,-3 0-12-16,2 0-28 15,1 0-9-15,-2 0-13 16,2 0 2-16,0 0-9 15,-3 0 2-15,-2 0-2 16,-5 2 2-16,-2 14-4 16,-1 3-2-16,-4 11-1 15,5 3 2-15,1 7 1 16,2 0 1-16,7-1 1 0,2-6-3 16,0-4 2-16,6-7-6 15,9-7 3-15,5-2 1 16,1-5-3-16,4-2 8 15,-1-4 1-15,3-2-5 16,-4 0 0-16,-3-2-2 16,2-12-23-16,-4-3 19 15,-1-6-1-15,-3-3-2 16,-7-3 5-16,-3-5 3 16,-4-1 0-16,0-5-3 15,0 3 5-15,-10 3-2 0,-5 9 0 16,-2 4 3-1,-3 6 12-15,3 6 6 0,3 3-14 16,0 3-2-16,1 2-5 16,1 1 0-16,0 0-2 15,-1 0-6-15,3 5 8 16,5 0-5-16,0 0-12 16,5-3-38-16,0 3-31 15,0-1 1-15,4 2-24 16,12 1-37-16,7-4-144 15,6-3-153-15</inkml:trace>
  <inkml:trace contextRef="#ctx0" brushRef="#br1" timeOffset="150168.14">4939 9815 374 0,'0'0'333'0,"0"0"-236"15,0 0-56-15,0 0 68 16,0 0 21-16,0 0-45 16,0-6-39-16,0 6 2 15,0 0 12-15,0 0-7 16,0 0 0-16,-6 0-21 15,-11 0-20-15,-2 0-1 16,-5 1-3-16,-3 7 7 16,-1 0-3-16,0-1 0 15,2-3 5-15,4 1-5 16,8-5-3-16,5 0 9 0,8 0 6 16,-1 0 4-16,2 0-8 15,0 0-16-15,0 0 8 16,0 0-6-16,0 0-2 15,0 0 3-15,0 0-5 16,0 0-2-16,0 0 0 16,0 0 0-16,0 0 0 15,0 0-5-15,0 2 3 16,0-2 2-16,0 6-9 16,0 7 7-16,-5 5-1 15,-2 9 3-15,0 2 2 16,-1-6-2-16,2 1 0 0,-3-4 0 15,4-2 3-15,0-4-3 16,4-6 0-16,1-1 0 16,0-5 3-16,0-2-3 15,0 0 0-15,0 0-4 16,0 2 3-16,0-2-2 16,0 0 1-16,0 0-10 15,0 0 12-15,10 0 4 16,11-2 10-16,7-7-8 15,6 2-3-15,0 3-3 16,1 2 0-16,-2 2-4 16,-1 0 2-16,-3 0 1 15,-5 13-5-15,-3 1 3 16,-7 3-7-16,-4 2 10 16,-3 3 5-16,-5-3-4 0,-2-1 1 15,0-2-1-15,-17 0 0 16,-8-3 13-16,-7 2-7 15,-4-1 16-15,4-6 0 16,2-1-6-16,5-4 5 16,5-1-7-16,4-2-15 15,5 0 6-15,6 0-6 16,3 0-2-16,2 0-2 16,0 0-57-16,0 0-85 15,0 0-161-15,-11 0-359 0</inkml:trace>
  <inkml:trace contextRef="#ctx0" brushRef="#br1" timeOffset="150934.26">2703 9715 461 0,'0'0'109'0,"0"0"-99"15,0 0 10-15,0 0 70 16,0 0 31-16,0 0-46 16,20-59-34-16,-17 52 16 15,1 3 26-15,-4 0-34 0,0 4 16 16,0 0 14 0,0 0-19-16,0 0-20 0,0 0-10 15,0 13-24-15,-7 21 1 16,1 26 4-16,-3 25 8 15,2 15 40-15,4 5-15 16,0-2-4-16,1-14-23 16,2-16 1-16,0-11 9 15,0-15-23-15,0-13 1 16,2-7-4-16,1-7 1 16,-1-7-2-16,-1-4 0 15,-1-5-5-15,2-4-82 0,-2 0-82 16,1-16-31-1,2-21-277-15</inkml:trace>
  <inkml:trace contextRef="#ctx0" brushRef="#br1" timeOffset="151985.32">2788 9639 951 0,'0'0'86'16,"0"0"-81"-16,0 0 55 15,0 0 59-15,0 0-42 16,0 0-41-16,0-10-14 15,0 10 7-15,0 0 5 16,0 0 8-16,0 0-6 16,7 0-12-16,6 0 1 15,11 0 7-15,6 0-9 16,5 0 7-16,3-1-17 16,3-1-5-16,1 1 5 15,-1 0-8-15,1-2 5 16,0 1-6-16,-1 0-3 0,7 0 5 15,-2-1-5-15,5-2 0 16,-3 1 0-16,1-1 3 16,-1 1-4-16,1-2 6 15,0 6-5-15,5-2 5 16,-1 2-6-16,5 0 0 16,-2 0 2-16,1 0-1 15,2 0 2-15,-3 0-3 16,-1 0 0-16,-3 0 1 15,-4 0 1-15,-4 0-1 16,-2 0-2-16,-2 0 4 16,0 0-3-16,2 0 0 15,-2 0 4-15,3 0-3 16,-1 0-1-16,2 0 1 16,3-3 1-16,3 0 2 0,2 2-5 15,1-4 1-15,4 1-2 16,0-1-1-16,-3 0 3 15,-1 2 0-15,-3 0-2 16,-5 0 0-16,0 2 2 16,-7-1 1-16,-3 2-1 15,-4-1 0-15,-3-1 0 16,-2 1 0-16,-4-2 1 16,-3 1 0-16,-2-1 0 15,-2 2-1-15,-1 0 3 0,-3-1-3 16,-1 0 0-1,4-1 0-15,-1 1 0 0,2-2 3 16,0 2-3-16,-2 0 0 16,-1-1 1-16,0 3-1 15,-5-2 0-15,-1 2 0 16,-2 0-3-16,-4 0 3 16,0 0 0-16,0 0-5 15,0 0-2-15,0 0 7 16,0 0 5-16,0 0-5 15,0 0 0-15,0 6-2 16,0 20 2-16,0 11 12 16,-4 14 25-16,-1 5-25 15,4 7-5-15,1 8 18 16,0 3-5-16,0 1-9 0,0-6-1 16,0-7-7-1,0-10-1-15,4-5 0 0,0-8-2 16,-1-6 2-16,-3-5-1 15,0-4-1-15,0-8-2 16,0-3 2-16,0-4-32 16,-10-1-47-16,-10-8-146 15,-12 0-260-15</inkml:trace>
  <inkml:trace contextRef="#ctx0" brushRef="#br1" timeOffset="153201.31">2873 10494 559 0,'0'0'181'0,"0"0"-171"15,0 0 2-15,0 0 118 16,0 0-48-16,0 0-50 16,-4-3 12-16,4 3 48 15,-4 0 0-15,-2 0-13 16,-4 0-18-16,-4 0-19 15,-1 0-7-15,-1 5-3 0,0-3 22 16,3-1 0-16,0 2-17 16,4-3 4-16,2 0-12 15,3 0-13-15,2 0-1 16,2 0-10-16,0 0 8 16,0 0-5-16,0 0-6 15,0 0 12-15,0 0-9 16,0 0-2-16,0 0-1 15,3 0 1-15,9 0-1 16,8 0 6-16,12 0-1 16,11 0 9-16,9 0-10 15,6 0-2-15,4 0 5 16,2-3-8-16,0-2 2 0,2 1 2 16,1-1-2-16,-4 1-1 15,0-1-2-15,-8 1-1 16,-10 1-1-16,-5 1-1 15,-7 0 3-15,-1 2 0 16,0-2 2-16,1 2-3 16,4 0 1-16,5 0 0 15,3 0 7-15,5 0-6 16,2 0 7-16,0 0-7 16,0 0 1-16,-2 0-1 15,0 0-1-15,2 0 0 16,0 0 1-16,-4 0 1 0,-1-2-1 15,-5-1 1-15,-7 1 1 16,-3 2-1-16,-6-2-2 16,0 0 0-16,-1 2-1 15,-1-2 4-15,5 1-3 16,1 1 0-16,2 0 4 16,5 0-6-16,1-1 2 15,3 1-3-15,-2-2 2 16,3 1-2-16,0 1 3 15,0-2 0-15,1 0 2 16,-1 2-7-16,3-2 5 16,-1-1 0-16,1-1 1 15,-2 0 1-15,-3 1-2 0,-1-1 0 16,-4 1 3-16,0 0-4 16,-3 0 1-16,-4 1 0 15,-1-1 1-15,-2 0 2 16,0 0-3-16,-2 0 0 15,1 0 2-15,-4 2-1 16,-3-2-1-16,-4 0 1 16,-4 1 3-16,-5 2-3 15,-1-1 3-15,-3 1-4 16,0 0 1-16,0 0 3 16,1-2-4-16,-1 2 0 15,0 0-1-15,0 0 0 16,0 0-8-16,0 0-32 15,0 0-48-15,0 0-146 0,0-1-425 16</inkml:trace>
  <inkml:trace contextRef="#ctx0" brushRef="#br1" timeOffset="156283.28">9673 5966 715 0,'0'0'198'0,"0"0"-153"0,0 0 39 16,0 0 46-16,0 0-18 15,0 0-35-15,0 0-16 16,0 0-20-16,-12-15-11 16,7 15 0-16,-8 18-27 15,-7 21-2-15,-7 20 22 16,2 14 2-16,3 13-14 15,11 1 7-15,4 1-1 16,5-9-5-16,2-7-12 16,0-5 4-16,12-9-4 0,1-7 0 15,2-9-1-15,-1-7-9 16,3-6-76-16,1-9-107 16,2-15-139-16,1-5-183 15</inkml:trace>
  <inkml:trace contextRef="#ctx0" brushRef="#br1" timeOffset="156684.9">9901 6271 1165 0,'0'0'75'0,"0"0"-51"16,0 0-16-16,0 0 0 15,-19 106 64-15,19-51-44 16,0-4-16-16,12-3-3 16,2-8-7-16,5-10-2 15,1-6 0-15,0-10-1 16,1-6 0-16,0-8 1 16,4 0 9-16,2-13 7 15,0-14-8-15,0-8 4 16,-8-7-7-16,-3-8-2 15,-13-3 0-15,-3-7 4 16,-9 2 28-16,-20 4 13 16,-12 7-47-16,-2 14 21 15,0 12 5-15,4 10-14 0,8 10-13 16,10 1 1-16,6 0-2 16,7 17-3-16,4 8-13 15,4 9-61-15,2 4-114 16,18-2-163-16,5-1-176 15</inkml:trace>
  <inkml:trace contextRef="#ctx0" brushRef="#br1" timeOffset="156936.51">10303 6467 1082 0,'0'0'240'0,"0"0"-240"0,0 0 5 15,0 0 18-15,106-15 34 16,-56 14-40-16,4-2-10 16,-5 3-5-16,-3-1-3 15,-10-1 1-15,-4 2-66 16,-7 0-58-16,-6-2-135 15,-8-1-197-15</inkml:trace>
  <inkml:trace contextRef="#ctx0" brushRef="#br1" timeOffset="157216.72">10542 6296 922 0,'0'0'175'15,"0"0"-170"-15,0 0 6 16,0 0 57-16,0 0-44 16,0 0 68-16,0 93-42 0,0-51-36 15,0 0 11-15,-3-3-18 16,-3-1-1-16,-1-5-6 15,4-4-4-15,0-2-34 16,3-7-158-16,0-8-251 16</inkml:trace>
  <inkml:trace contextRef="#ctx0" brushRef="#br1" timeOffset="157733.39">10676 6237 787 0,'0'0'517'0,"0"0"-495"0,0 0 11 16,0 0 33-16,0 0-20 16,0 0-32-16,109-75-4 15,-77 75-9-15,-8 2 0 16,-3 15-2-16,-11 4-5 15,-7 6 6-15,-3 3 12 16,0 2-10-16,-15-3 5 16,-5-4-1-16,-3-5 4 15,4-8 4-15,1-3-14 16,6-5 12-16,4-3-3 0,4-1-8 16,4 0 4-16,0 0-4 15,0 0-1 1,7 0-6-16,15-5 5 0,8-7 1 15,5 3 1-15,2 4 0 16,-4 5-2-16,-3 0 1 16,-6 0-4-16,-8 14 2 15,-7 3-2-15,-6 3 4 16,-3 1 6-16,0 0 6 16,-10 0 7-16,-12-1 12 15,-6 0 8-15,-2 0-20 16,-2-6-15-16,3-1 4 15,8-2-8-15,6-5-1 16,8-3-3-16,5-3-75 16,2 0-154-16,4-1-36 15,16-18-281-15</inkml:trace>
  <inkml:trace contextRef="#ctx0" brushRef="#br1" timeOffset="158083.22">11145 6192 952 0,'0'0'261'0,"0"0"-246"15,0 0 66-15,0 0 69 0,0 0-75 16,0 0-62 0,0-17-13-16,0 22-9 0,0 15 9 15,0 13 2-15,0 8 18 16,0 7-3-16,0 0-10 15,-3 1 14-15,3-4-7 16,0-9-12-16,0-6 1 16,0-8-1-16,9-6-2 15,6-1 0-15,3-6 1 16,2-6-1-16,4-2 0 16,1-1 2-16,0 0-7 15,0 0-27-15,-5-3-51 16,-3-7-55-16,-4-2-45 15,-10-4-136-15,-3 1-236 16</inkml:trace>
  <inkml:trace contextRef="#ctx0" brushRef="#br1" timeOffset="158225.73">11116 6418 1156 0,'0'0'109'0,"0"0"-96"15,0 0-13-15,0 0 8 16,113-34-8-16,-69 30-17 16,-3 1-190-16,-6-1-122 15</inkml:trace>
  <inkml:trace contextRef="#ctx0" brushRef="#br1" timeOffset="158499.75">11674 6380 1208 0,'0'0'147'0,"0"0"-141"16,0 0-6-16,0 0 56 15,0 106-10-15,0-71-30 16,0-4-11-16,0 0-1 16,0-6-4-16,-1 1-15 0,-6-5-225 15,1-6-201 1</inkml:trace>
  <inkml:trace contextRef="#ctx0" brushRef="#br1" timeOffset="159316.14">12275 6095 700 0,'0'0'274'15,"0"0"-144"-15,0 0-4 16,0 0 1-16,0 0-12 15,0 0-46-15,0-2-14 16,-6 2 2-16,-7 0-29 16,-7 0-5-16,-5 0-14 15,-5 5-8-15,1-1 8 0,0-2-3 16,0 0-1-16,3-2 3 16,0 0-5-16,7 0 2 15,8 0-1 1,4 0-2-16,6 0 5 0,1 0-5 15,0 0 1-15,0-2-3 16,0 2-1-16,0 0 1 16,0 0 0-16,0 0-3 15,0 0 1-15,0 17-6 16,0 8 8-16,0 9 2 0,-2 0-2 16,-1-1 0-1,-1-6 2-15,1-5 1 16,1-7-3-16,0-10 0 0,2-1 0 15,0-4-1-15,0 0-1 16,0 0-4-16,0 0-2 16,12 0 7-16,14-5 1 15,7-7 4-15,3 1-4 16,2 2-6-16,-3 8-13 16,-1 1 0-16,-5 0 2 15,-6 20 7-15,-4 5 9 16,-6 5 1-16,-3 3 1 15,-8 0 5-15,-2-1-6 16,0-4 20-16,-9-4 3 16,-5-2-3-16,-7-8 3 15,-3 1-3-15,-4-6-8 16,0-5 0-16,0-3-11 0,1-1-1 16,5 0 0-16,6 0-3 15,6-5-28-15,8-7-46 16,2-3-144-16,16-3-254 15</inkml:trace>
  <inkml:trace contextRef="#ctx0" brushRef="#br1" timeOffset="159509.76">12410 6365 1406 0,'0'0'56'0,"0"0"-28"0,0 0-28 15,0 0 74-15,89-5-39 16,-54 2-33-16,-2 0 4 16,-3 0-6-16,-3 0-7 15,-2-2-123-15,-2-2-94 16,-4-4-116-16,-4-3-176 16</inkml:trace>
  <inkml:trace contextRef="#ctx0" brushRef="#br1" timeOffset="159999.69">12858 6104 866 0,'0'0'331'0,"0"0"-316"16,0 0 27-16,0 0 77 15,0 0-45-15,0 0-69 16,0-2-1-16,0 22-4 15,0 10 80-15,0 5-32 16,0 5-13-16,0 0-17 16,0-4-10-16,8-6 3 15,4-6-9-15,3-7-2 16,0-7 0-16,4-5 1 16,-1-5 0-16,0 0 0 15,2 0 0-15,-3-11-1 16,1-10-3-16,-2-5-1 0,-4-3 0 15,-6-3-5-15,-5-1 7 16,-1 0 1-16,0 2 2 16,0 7-1-16,-4 6 2 15,-2 9 1-15,2 6 12 16,2 3 1-16,2 0 3 16,0 3-19-16,0 20-7 15,0 13 7-15,0 16 6 16,0 0 3-16,0 3-9 15,0-4-1-15,3-7 1 16,7-5 0-16,0-6-10 16,2-6-44-16,0-11-158 0,1-8-79 15,2-8-230 1</inkml:trace>
  <inkml:trace contextRef="#ctx0" brushRef="#br1" timeOffset="160299.57">13269 6035 1137 0,'0'0'115'16,"0"0"-106"-16,0 0 33 16,0 0-4-16,0 0-8 0,0 0 52 15,4 117-41-15,-3-61-1 16,1 1-12-16,1-2-7 15,4-6-7-15,-2-11-13 16,3-10 8-16,2-7-9 16,0-7 1-16,2-8-3 15,5-5 4-15,5-1-6 16,1 0 4-16,2-13-83 16,-1-11-31-16,-5-6-27 15,0-7-141-15,-11-6-265 16</inkml:trace>
  <inkml:trace contextRef="#ctx0" brushRef="#br1" timeOffset="160445.93">13215 6271 1228 0,'0'0'107'16,"0"0"-107"-16,0 0 0 15,0 0 18-15,126-25-18 16,-67 14-7-16,-1-2-113 15,-6-4-103-15,-9-4-155 16</inkml:trace>
  <inkml:trace contextRef="#ctx0" brushRef="#br1" timeOffset="160699.54">13571 5897 1190 0,'0'0'65'0,"0"0"-57"16,0 0 39-16,0 0-13 16,0 0 22-16,0 0-4 15,106 84-7-15,-84-39 8 16,-4 7-1-16,-2 6-2 16,-12 8-20-16,-4 3 1 15,0 0-23-15,-13-2-1 16,-17-6-7-16,-12 1-3 15,-12-4-152-15,-8-5-304 16</inkml:trace>
  <inkml:trace contextRef="#ctx0" brushRef="#br1" timeOffset="164334.07">6366 9532 930 0,'0'0'110'16,"0"0"-110"-16,0 0 0 0,0 0 69 15,0 0 29 1,97 56-52-16,-62-46 2 0,2-1-2 16,-5-4-9-16,-2-2 9 15,-4-3 6-15,1 0-8 16,2-2-2-16,3-13-8 15,3-4-14-15,3-7 6 16,1-4-4-16,2-5-10 16,0-2 4-16,-5-3-7 15,-2-1-1-15,-3 0-3 16,1-5-3-16,-2 0 5 16,1-4-5-16,0-1 4 0,3-3 6 15,2-2-10 1,5-4 9-16,-1-4 1 0,-2-7-11 15,-2-6 13-15,-10 0-13 16,-1-2 1-16,-4 1 14 16,-4 4-16-16,0-1 6 15,1 2 9-15,1 1-10 16,3-1 6-16,-2-1-7 16,2-3-2-16,-4 3 3 15,0 1-4-15,-1 1 4 16,-1 2-4-16,-4 4 2 15,-2 4-2-15,-1 4 2 16,-1 4 2-16,4 0 1 0,3 0-5 16,2-5-1-1,1 2 0-15,-1-1 2 0,0 3-3 16,-3 6 1-16,-2 11 0 16,-2 6-1-16,-1 7 2 15,-2 5-1-15,-1 1 0 16,2-2 5-16,2 1-9 15,4-3 4-15,3-1 0 16,1 0-2-16,4 2 2 16,-3 1 0-16,1 4-3 15,-2 4 7-15,-4 0-8 16,5 3 4-16,3 0 0 16,4-4 0-16,10 1 0 0,0 0 0 15,3 3-1-15,3-1 4 16,0 4-3-16,1 1 0 15,0 0 0-15,-1-2-4 16,-1 2 6-16,3 2-2 16,0-1 0-16,0 2-1 15,-1 0 1-15,0-2 1 16,-3 3 0-16,-6-3-1 16,-6 3-3-16,-8-3 3 15,-5 3 0-15,-3-1-2 16,-4 3 2-16,-3 0 0 15,-1-1 1-15,-3 1-1 16,-1 0 0-16,0 0 1 16,0 0 0-16,0 0 1 0,0 0 2 15,0 0-4 1,0 0 2-16,0 0-3 0,0 0 1 16,0 0 0-16,0 0-2 15,0 0 2-15,0 0-1 16,0 0 1-16,0 0-1 15,0 0-4-15,0 0 6 16,0 0-1-16,-1 0 0 16,-3 0 4-16,-1 0-4 15,-7 0 4-15,-2-5-3 16,-6 1 2-16,-2-3-2 16,0 0 2-16,0 3-3 0,-2-3 3 15,2 3-3-15,3-1 0 16,4 1-1-16,3 2-1 15,6 1 2-15,2 0 0 16,4-1 1-16,0 2 2 16,0 0-3-16,0-1 1 15,0 1 1-15,0 0 0 16,0 0-2-16,0 0-2 16,0 0 1-16,0-2-6 15,0 2 4-15,0 0 0 16,0 0-3-16,4 0 6 15,2 0 0-15,11 0 0 16,2 3 1-16,0 3 3 16,3 3-3-16,-2 2-1 15,2-1-1-15,-1 2 1 0,0 0 0 16,-1 1 1-16,-3-2-5 16,-2 0 6-16,-4-4-2 15,-2-1 0-15,-2-3 2 16,-3 0-2-16,-2-1 0 15,-1 1 2-15,1-3-7 16,-2 1 10-16,0-1-4 16,0 2 1-16,0-2 0 15,0 3 2-15,-3 1-4 16,-16 7 2-16,-4 2-1 0,-7 4 2 16,3 0-3-1,4 0 0-15,3-1-6 0,5 2-14 16,5-1-30-16,6 3-29 15,4 0-97-15,0-7-153 16,14-5-311-16</inkml:trace>
  <inkml:trace contextRef="#ctx0" brushRef="#br1" timeOffset="181177.8">3176 11042 651 0,'0'0'171'0,"0"0"-158"15,0 0 16-15,0 0 33 16,0 0 44-16,0 0-10 16,0 0-27-16,0 0-13 15,0-24-15-15,0 10-6 16,0-2 12-16,10-5-34 15,4 0-4-15,1 2-2 16,5 6 4-16,2 2-3 16,1 5-7-16,2 3-1 15,-4 3 0-15,1 0-10 0,-5 6 5 16,-5 16-4 0,-2 4-1-16,-7 6 4 0,-3 7 6 15,0 0 8-15,-6-1-8 16,-13-5-7-16,-1-6 7 15,-3-1 9-15,-1-8 2 16,4-3-4-16,3-5-3 16,6-5 3-16,6-3 0 15,5-2-6-15,0 0 17 16,0 0-9-16,0 0-4 16,0 0-1-16,8-5-4 15,6-6 0-15,6 1 0 16,6-1-3-16,3 2-2 15,1 5 5-15,2 4-10 0,-4 0-3 16,-3 7-4-16,-1 13 12 16,-10 2-3-16,-4 3-4 15,-4 1 3-15,-6 1 9 16,0-2 1-16,0 0-1 16,-16-4 5-16,-4-1 24 15,-3-4 9-15,-6 1-3 16,-3-7 11-16,1-3-3 15,-3-3-4-15,1-4-3 16,0 0-18-16,2 0-4 16,8-8-5-16,3-1-9 15,7 2 8-15,4 1-8 16,6 3-2-16,3 1-13 0,0 2-44 16,0 0-73-16,7 0-95 15,13 0-239-15,10 0-31 16</inkml:trace>
  <inkml:trace contextRef="#ctx0" brushRef="#br1" timeOffset="182622.93">4676 11108 498 0,'0'0'371'0,"0"0"-293"15,0 0-75-15,0 0 65 16,0 0 61-16,0 0-44 15,17-17-55-15,-7 1-10 16,-1-1 20-16,1-3 5 16,0 0-4-16,0-3 6 0,-1 3-23 15,-2 0 6 1,-1 0-4-16,0 2-15 0,0 4 3 16,-2 4 3-16,-3 4 10 15,2-2-6-15,-3 2-14 16,2 3-2-16,-2-3 2 15,0 4-6-15,0 2 10 16,0 0 2-16,0 0-12 16,0 0 3-16,0 0-2 15,0 0-1-15,0 0-1 16,0 0 0-16,0 0-3 16,0 0-1-16,0 0-8 15,0 6 7-15,0 13 4 16,0 8 1-16,0 10 23 0,0 10-23 15,-2 2 4 1,2 1 0-16,0 2-3 16,0-6 10-16,0-7-11 0,0-1 3 15,0-8-2-15,-1-6 1 16,1-7 0-16,-2-7 0 16,2-4-1-16,0-2 1 15,-1-2-1-15,1 0-1 16,-2-2 7-16,2 0-5 15,-2 0 6-15,0 0-2 16,1 0-2-16,-4 3 3 16,-3-3-7-16,-6 2 9 15,-3 2-2-15,0-1-7 0,1-1 0 16,1 0 6 0,-2-2-4-16,4 0 3 0,-3 0-5 15,5 0 1-15,5 0 0 16,0 0 3-16,5 0-3 15,1 0 3-15,-2 0-2 16,2 0 5-16,0 0-6 16,0 0 0-16,0-2 3 15,0 2-2-15,0 0 1 16,0-1 2-16,0 1-1 16,0 0 2-16,0-1-6 15,0-1-2-15,9-1 1 16,7-1 2-16,7 1 4 15,7-1-5-15,5 4-3 16,4 0 2-16,1 0 1 0,5 0 0 16,-1 0-3-16,-1 2 2 15,-4-2 1-15,-7 0 2 16,-9 0 3-16,-10 0-9 16,-6 0 4-16,-5 0 0 15,-2 0 3-15,0 0 0 16,0 0-2-16,0 0 0 15,0 0 2-15,0 0-1 16,0 0-2-16,0 2-3 16,0 1-13-16,0-1-53 15,0 3-112-15,0 1-265 16,-12 3-431-16</inkml:trace>
  <inkml:trace contextRef="#ctx0" brushRef="#br1" timeOffset="185744.25">2717 10534 545 0,'0'0'103'16,"0"0"-66"-16,0 0 65 15,0 0 43-15,0 0 23 16,0 0-60-16,0-31-47 15,0 27 3-15,0-1-10 16,0 2 11-16,0 0-9 16,0 2 0-16,0 1-26 15,0 0-4-15,0 0-17 0,0 0-4 16,0 0 2-16,-3 0-7 16,3 0-2-16,-1 6-12 15,1 20 9-15,-2 17 5 16,2 19 18-16,0 11-6 15,0 5 1-15,0 8-7 16,-1 0 2-16,-2-2 2 16,-1-7-4-16,-2-7 7 15,0-12-6-15,0-6 0 16,-3-1 4-16,2-10-11 16,1-2 13-16,-1-10-12 15,4-3 1-15,-1-10 1 0,3-3 1 16,-1-4-4-1,1-1 2-15,1-5 0 0,-2 2-1 16,2-3-1-16,-1 2 4 16,1-1-3-16,-3 3-1 15,2 1 0-15,-1-4 1 16,2 1 1-16,-1 3-2 16,1-5 1-16,-2 3 1 15,2 1 0-15,0-2-2 16,-2 1 0-16,2-1 3 15,0 0-2-15,0 0-1 16,0-3 0-16,0 5 3 16,0-4-3-16,0 1 0 15,0-1 0-15,0 1 1 16,0 0 0-16,0 0-1 16,0 0 0-16,0 0 2 0,0 0-2 15,0 1 0-15,0 2-1 16,0-3 0-16,0 5 1 15,0-6 0-15,0 5-1 16,0 1 4-16,0-4-2 16,0 1-1-16,0 2 0 15,0 0 1-15,2-1-1 16,0 1 0-16,-1-3-1 16,1-4 0-16,-1 0 1 15,2 0-1-15,-3 3 3 16,1-3-3-16,-1 0 1 0,0 0 0 15,2 0-1-15,-2 0 4 16,1 0-3-16,-1 0 5 16,2 0-5-16,-2 0 10 15,1 0-5-15,-1 0 0 16,2 0 3-16,-2 0-8 16,2 0 7-16,-2 0-4 15,2 0-1-15,-2 0 3 16,3 0-4-16,4 0 0 15,1 0 4-15,6 0-4 16,0 0 0-16,6-3 3 16,2-1-3-16,3 1 5 15,4-1-5-15,-1 1 2 0,0 0-2 16,-1 3 1 0,-2 0-2-16,-2 0 0 0,2 0 2 15,-6 0 0-15,1 0-2 16,-3 0 0-16,-1 0 0 15,1 0 1-15,0 0-1 16,0 0 0-16,1 0 1 16,6 0 0-16,-1 0-1 15,4 0 0-15,5 0 1 16,0 0 2-16,4 0-3 16,-1 0 0-16,2 0 1 15,1 0-4-15,3 0 3 16,0 0-2-16,4 0-1 15,4 0 4-15,3 0-1 0,1 0 0 16,1 0 3-16,-2 0-7 16,-5 0 6-16,-4 0-3 15,-3 0 2-15,-3 0-2 16,-1 3 2-16,-2-3 1 16,-1 3 0-16,1-3-1 15,0 0-1-15,2 2 1 16,1 0-1-16,3-1 0 15,3 1 1-15,1-1-1 16,-1 2 4-16,4-3-3 16,3 3-1-16,4-3 0 15,3 3 0-15,1-3 2 16,-3 0-2-16,-1 0 0 0,-4 0-1 16,-2 0 1-1,-4 0-3-15,-2 0 3 0,-4 0 0 16,-1 0 1-16,0 0-1 15,-1 0 0-15,-2 0 3 16,-2 0-6-16,-4 0 3 16,-3 0 0-16,-3 0-2 15,-2 0 4-15,-1 0-2 16,-3 0 0-16,1 0 3 16,0 0-4-16,-1 0 1 15,1 0 0-15,4-3-2 16,2 3 4-16,-1-3-2 0,1 3 0 15,-1-3 3 1,-2 2-3-16,-4-2 0 0,-1-1 0 16,2 4-2-16,-3-3 4 15,0-1-2-15,-2-1 0 16,0 4 4-16,-2-2-5 16,0-1 1-16,-2 0 0 15,4 1-2-15,-3 1 4 16,2-2-2-16,-1 4 0 15,2-4 1-15,0 3-2 16,-4 1 1-16,-2-2 0 16,0 2-2-16,-5 0 2 15,-1 0 0-15,0 0 0 16,0 0 2-16,0 0-2 16,0-2 1-16,0 2-1 0,0 0 6 15,0 0-5-15,0-2 8 16,0 0 2-16,0-9-6 15,0-4 3-15,0-5-8 16,-3-11 0-16,-4-2 2 16,-3-5 0-16,3-6-2 15,-1-2 0-15,0 3 1 16,1-5-1-16,1-1 0 16,-1-2 1-16,0-2-3 15,1-8 3-15,-1-5-1 0,-2-1 0 16,3-1-1-1,-3 12 0-15,2 6 1 0,3 11 0 16,-2 6-3-16,2 3 5 16,-2 3-2-16,1 1 0 15,2-1 0-15,-1 1-3 16,1 2 3-16,2 5 0 16,-1 4 0-16,1 3 0 15,-2 1 0-15,3 2 0 16,-1-1 1-16,1-2-1 15,0 3 0-15,-2-7 0 16,2 3-1-16,0-2 1 16,0 2 0-16,0 1-2 15,0 0 4-15,0 3-2 16,0 1 0-16,0 2 0 16,0 0 0-16,0 3 0 0,0-2 0 15,0 5-1-15,0-3 2 16,0 3-1-16,0 0 0 15,-1 0-4-15,-1 0 2 16,-1 0-7-16,-2 3-35 16,-9 21-42-16,-7 16-68 15,-13 7-213-15,-9-1-402 16</inkml:trace>
  <inkml:trace contextRef="#ctx0" brushRef="#br1" timeOffset="192410.82">9279 8559 544 0,'0'0'380'16,"0"0"-341"-16,0 0-33 16,0 0 57-16,0 0 28 15,0 0-25-15,0 0-66 16,0-2 0-16,3 48 20 15,7 8 26-15,3 8-7 16,1-1-20-16,1-9-13 16,1-9 7-16,1-12-7 15,2-9-4-15,-5-9 4 16,0-6-6-16,1-5 2 16,-2-2 3-16,2-2 3 0,1-18 4 15,-3-11-5-15,-3-4-6 16,-3-3 8-16,-6-6-9 15,-1 2 2-15,0-3 4 16,-1 2-5-16,-8 7 7 16,2 8-3-16,3 8-1 15,0 9 16-15,2 7 14 16,1 4-1-16,1 0-33 16,0 19-27-16,0 25 27 15,0 23 19-15,0 15 4 0,0 10-10 16,7 6-9-1,-1 5 4-15,-2 4 7 0,-3-4-9 16,-1-13 0-16,0-18-4 16,-1-18 1-16,-13-13 9 15,-1-14 12-15,-2-10 10 16,2-9-10-16,0-8-5 16,-5 0 8-16,-1-10-9 15,-5-16-16-15,1-8 5 16,2-8-6-16,6-8-1 15,7-1 0-15,8 1-2 16,2 5 1-16,2 1 1 16,18 6-4-16,4 1 1 15,2 6 1-15,5 3 1 16,2 5-24-16,2 1-62 0,4 4-41 16,-3 3-93-16,-1-3-146 15,-5-1-530-15</inkml:trace>
  <inkml:trace contextRef="#ctx0" brushRef="#br1" timeOffset="192577.91">9875 8757 13 0,'0'0'1296'16,"0"0"-1274"-16,0 0-10 15,0 0-12-15,0 0 0 16,114-6 0-16,-75 23-5 0,-3-1-159 15,-9 1-212-15,-17 4-283 16</inkml:trace>
  <inkml:trace contextRef="#ctx0" brushRef="#br1" timeOffset="192726.16">9936 9046 1279 0,'0'0'168'0,"0"0"-168"16,0 0-36-16,0 0 17 15,0 0 19-15,86 0-7 16,-27 0-121-16,4-4-81 16,1-12-99-16,-9 0-226 15</inkml:trace>
  <inkml:trace contextRef="#ctx0" brushRef="#br1" timeOffset="193175.76">10526 8626 1158 0,'0'0'121'16,"0"0"-87"-16,0 0-7 15,0 0 24-15,58-82 29 16,-24 80-52-16,1 2-27 16,-5 3 1-16,-8 18-2 15,-7 8 0-15,-12 6 0 16,-3 7 1-16,-3 3 1 15,-21 1 4-15,-3-8-1 0,1-9-4 16,3-13 13-16,6-7 1 16,8-6 23-16,7-3-18 15,2 0-4-15,0 0-7 16,7-1-9-16,15-13 0 16,6 1 4-16,9 0-1 15,1 7-6-15,3 6 1 16,-3 0 2-16,-4 8-1 15,-8 10-2-15,-9 3-2 16,-12 8 5-16,-5 1 4 16,-5 3 28-16,-22-1-8 15,-8 1-8-15,-5-4-7 16,0-4-8-16,0-3 2 0,7-6-3 16,8-5-27-16,8-7-74 15,12-4-108-15,5-15-120 16,0-17-657-16</inkml:trace>
  <inkml:trace contextRef="#ctx0" brushRef="#br1" timeOffset="193626.04">10925 8770 784 0,'0'0'511'0,"0"0"-447"15,0 0-60-15,0 0 50 16,0 0 35-16,0 0-53 0,99 18-18 15,-85 11-10-15,-7 5-3 16,-3 2 0-16,-4 1-5 16,0 1 0-16,-10-3 0 15,-4-10 5-15,6-7-5 16,3-12-44-16,5-6-9 16,0 0 39-16,7-21-69 15,12-11-54-15,2-7 23 16,3-2 36-16,-4 1-31 15,-2 8 96-15,-4 1 13 16,-4 9 48-16,-7 5 81 16,-2 3-16-16,-1 5-10 15,0 3-24-15,0 3-3 16,0 2-18-16,0 1-18 0,0 0 2 16,-4 0-21-16,-9 21-13 15,0 10 16-15,-2 11-10 16,7 5 0-16,6 2-8 15,2-4-6-15,0-2 0 16,20-6-1-16,5-4 0 16,5-9-18-16,5-5-57 15,0-9-44-15,4-10-94 16,-6 0-191-16</inkml:trace>
  <inkml:trace contextRef="#ctx0" brushRef="#br1" timeOffset="193816.99">11414 8911 1225 0,'0'0'178'15,"0"0"-172"-15,0 0-3 16,0 0 36-16,93-16 2 16,-44 13-33-16,1 2-8 15,1-3-3-15,-2-1-44 16,-4-2-119-16,-10-1-120 15,-9-2-233-15</inkml:trace>
  <inkml:trace contextRef="#ctx0" brushRef="#br1" timeOffset="194030.19">11619 8690 306 0,'0'0'956'15,"0"0"-940"-15,0 0-2 16,0 0-11-16,-17 98 49 16,26-54-1-16,4-1-42 15,0-1-7-15,0-5-4 16,-2 0-10-16,-3-6-84 16,-1-5-78-16,0-11-167 15,-2-9-186-15</inkml:trace>
  <inkml:trace contextRef="#ctx0" brushRef="#br1" timeOffset="194576.12">11855 8637 1309 0,'0'0'115'15,"0"0"-110"-15,0 0-4 16,0 0 32-16,0 0 11 16,93-14 0-16,-56 8-37 15,-5 0 1-15,-7 3-4 0,-5 1 1 16,-7 2 4-16,-1 0-6 16,-4 0 2-16,-2 0 5 15,-3 0-8-15,-3 0 1 16,0 0-3-16,0 7-2 15,0 13 2-15,-9 15 27 16,-11 7-1-16,-3 10-9 16,-3 0-13-16,-1-2 3 15,2-5-4-15,-1-9-2 16,8-10 1-16,3-11 0 16,7-8-1-16,6-5 1 15,2-2-2-15,0 0 12 0,0-18-12 16,0-11-3-1,2-8-1-15,11 1 4 0,2 5 3 16,2 9-3-16,1 8 0 16,2 10 1-16,4 4-1 15,2 0 0-15,3 18 0 16,1 9 0-16,-2 4 0 16,-1 2 0-16,-3-1-2 15,-3-2 2-15,0-4-44 16,-4-2-87-16,-1-7-93 15,-3-7-155-15,-1-9-447 16</inkml:trace>
  <inkml:trace contextRef="#ctx0" brushRef="#br1" timeOffset="194764.45">12366 8832 1300 0,'0'0'152'0,"0"0"-152"16,0 0-7-16,0 0 7 16,0 0 29-16,94-4-25 15,-55 4-4-15,0 0-82 16,2 0-66-16,-1 0-107 16,-5-7-209-16</inkml:trace>
  <inkml:trace contextRef="#ctx0" brushRef="#br1" timeOffset="195477.06">13232 8524 350 0,'0'0'922'0,"0"0"-855"16,0 0-40-16,0 0 93 15,0 0-12-15,0 0-61 16,-30-37-29-16,24 37-4 16,-8 0 2-16,-4 0 2 15,-6 0-15-15,-2 0 5 0,-1 0 8 16,-1 0-9 0,1 1 6-16,3 1-1 0,4-2-10 15,5 0 10-15,5 0-7 16,2 0-4-16,5 0 3 15,3 0-3-15,0 0 2 16,0 0-3-16,0 0 0 16,0 0-2-16,0 0 2 15,0 0 0-15,0 0-1 16,0 0-4-16,-3 9 1 16,-3 10-3-16,-4 8 7 15,-2 6 8-15,1 0-8 0,1-1 0 16,1-3 2-1,-1-7-1-15,7-6-1 0,0-7 2 16,1-3 2-16,2-5-8 16,0-1 4-16,0 0-11 15,10 0 11-15,8 0 0 16,9 0 12-16,5-12-12 16,3-1 4-16,4 2-7 15,0 2 3-15,0 7-1 16,-4 2 0-16,-3 7-5 15,-7 17 5-15,-5 2 1 16,-5 2-3-16,-7 5-1 16,-6-2 4-16,-2-2 0 15,-2-1 2-15,-20-2 2 16,-5-5 12-16,-11-2 1 0,-4-4-5 16,-3-1 11-16,0-5-7 15,5-3-10-15,8-4 5 16,6-2-9-16,9 0-1 15,4 0-1-15,6 0-34 16,7 0-18-16,0 0-63 16,0 0-237-16,0-4-667 15</inkml:trace>
  <inkml:trace contextRef="#ctx0" brushRef="#br1" timeOffset="200443.68">6986 9782 642 0,'0'0'182'0,"0"0"-141"15,0 0-10-15,0 0 53 16,0 0 23-16,0 0-57 15,0 0-50-15,0 0 10 16,0 38-10-16,2 12 64 16,3 4-19-16,4-2-32 15,2-9 5-15,6-9-13 16,3-11 1-16,1-8 2 16,1-6-7-16,1-7 7 15,1-2-2-15,-2-3 0 16,1-15 1-16,-4-6 1 0,-3-5-8 15,-6-4 0 1,-6-2-5-16,-4 1 5 0,0-1 0 16,0 1 0-16,-12 3 3 15,0 3-3-15,4 7 0 16,3 10 6-16,2 6-5 16,3 3 9-16,-2 2-10 15,2 0-10-15,0 10-10 16,0 22 20-16,0 17 10 15,0 14 19-15,0 6-21 16,0 6 4-16,0 3 13 16,0 6 2-16,0-4-14 15,4-5-8-15,-3-15-3 16,-1-15 2-16,0-13-2 16,0-9 2-16,0-9 25 0,-8-3-13 15,-1-7 1-15,3-1-10 16,-4-3 17-16,-3 0 25 15,-3-6-21-15,-6-11-22 16,2-7 1-16,0-5-5 16,2-5 4-16,7 2-6 15,2 2 0-15,9 1-3 16,0 2 3-16,0 3 0 16,13-2-2-16,7 2-4 15,11 0 3-15,3 0-50 16,8 2-63-16,6 1-39 15,1-1-120-15,-5 2-146 0</inkml:trace>
  <inkml:trace contextRef="#ctx0" brushRef="#br1" timeOffset="200624.22">7496 9933 475 0,'0'0'752'15,"0"0"-718"-15,0 0-17 16,0 0-17-16,94-20 32 16,-53 20-32-16,0 0-1 15,-1 7-41-15,-7 5-129 16,-14-2-262-16</inkml:trace>
  <inkml:trace contextRef="#ctx0" brushRef="#br1" timeOffset="200790.42">7553 10145 900 0,'0'0'452'0,"0"0"-452"15,0 0-14-15,0 0 14 16,0 0 13-16,124-12-13 16,-69 8-89-16,-1 1-200 0,-18-1-268 15</inkml:trace>
  <inkml:trace contextRef="#ctx0" brushRef="#br1" timeOffset="205992.17">8056 9911 403 0,'0'0'125'0,"0"0"-84"0,0 0 20 15,0 0 85-15,0 0-43 16,0 0-25 0,0 0-37-16,22-72 11 0,-22 72-8 15,2 0-27-15,1 18-10 16,4 15 71-16,3 9-1 16,5 6-37-16,3-3-28 15,5-6-6-15,6-6 3 16,0-8-1-16,0-11-4 15,-2-3 5-15,-2-8-9 16,-3-3 12-16,-5 0-6 16,-1-9-4-16,-4-12 11 15,-2-9-5-15,-6-9-7 16,-4-5 5-16,0-9 6 0,-22-1 5 16,-8 4 32-16,-9 2-35 15,-3 9 1-15,0 11 11 16,6 12-26-16,7 8 4 15,6 8-9-15,5 8-2 16,3 21 0-16,-2 20-3 16,3 13-62-16,4 8-102 15,-1 5-168-15,-6-1-118 16</inkml:trace>
  <inkml:trace contextRef="#ctx0" brushRef="#br1" timeOffset="206991.74">7227 10884 36 0,'0'0'531'0,"0"0"-431"0,0 0-70 16,0 0 64-16,0 0 12 16,0 0-26-16,2-44-11 15,-2 41-6-15,0 3 6 16,0 0-23-16,0 0-38 16,0 22-2-16,0 12 38 15,0 11 25-15,0 6-46 16,0 2-19-16,10-4 2 15,3-9 7-15,4-9-7 16,1-10 0-16,1-8-2 16,1-5 2-16,-2-6-6 15,2-2 0-15,0 0 15 16,0-13-15-16,-1-11 3 0,-6-3-6 16,-1-1 3-16,-5-2 0 15,-3-1-2-15,-2-1-4 16,-2 3 6-16,0 1-2 15,0 2 5-15,-10 5 6 16,2 6-8-16,1 6 12 16,4 4 4-16,0 5 8 15,3 0-25-15,-3 12-12 16,0 22 12-16,2 16 18 16,-1 15-1-16,2 7-9 15,0 3-3-15,0 1-1 16,6-1 12-16,1 0-16 0,0-4 1 15,-4-10 0 1,-3-10-1-16,0-19 0 0,-1-9 5 16,-16-6-2-16,-3-3 21 15,-4-4 4-15,-2-7 2 16,-1-3-1-16,-1-3-2 16,-1-21 0-16,5-2-19 15,5-7-7-15,7 0 7 16,8 2-8-16,4 4-1 15,0-1-3-15,10 5-1 16,15-1 2-16,4 2-4 16,10-1-60-16,7 3-77 0,6-8-101 15,-3-1-267-15</inkml:trace>
  <inkml:trace contextRef="#ctx0" brushRef="#br1" timeOffset="207162.99">7861 11121 1442 0,'0'0'102'15,"0"0"-102"-15,0 0-2 16,100-13 1-16,-57 13 1 16,2 3-18-16,-1 9-169 15,-14 0-153-15,-17-3-354 16</inkml:trace>
  <inkml:trace contextRef="#ctx0" brushRef="#br1" timeOffset="207308.57">7931 11309 1385 0,'0'0'140'0,"0"0"-140"16,0 0-46-16,0 0 46 15,0 0 0-15,97-10-32 16,-54 10-194-16,-4 0-190 15</inkml:trace>
  <inkml:trace contextRef="#ctx0" brushRef="#br1" timeOffset="210573.26">8845 10903 233 0,'0'0'137'0,"0"0"-87"15,0 0 8-15,0 0 39 16,0 0 12-16,0 0-22 16,0 0-13-16,0 0 11 15,0 0 14-15,0 0-13 16,0 0-12-16,0 0-9 15,0 0 3-15,0 0 0 16,-1 0-13-16,-3 0-11 16,3 0 3-16,-6 0-12 0,-5 0 2 15,-4 0-22-15,-10 0-11 16,-4 3-1-16,-2 5 1 16,-4-2 0-16,1 1-2 15,-1-3-1-15,7 3 0 16,7-4 0-16,5 0 2 15,9-3 3-15,3 0 7 16,5 0 4-16,0 0-4 16,0 0-9-16,0 0 3 15,0 0-5-15,0 0 1 16,0 0-3-16,0 0 1 16,0 0-1-16,0 2 0 15,0-2-4-15,0 1 3 16,0 5-5-16,-7 8 4 15,-3 11 1-15,-5 14 2 0,-2 5 1 16,2-1-2-16,4-3 0 16,2-5 0-16,5-12 0 15,1-8-3-15,3-7 3 16,0-6-8-16,0-2 8 16,0 0 1-16,0 0 0 15,0 0-2-15,9-2 2 16,9-12 7-16,7-2 3 15,4-6-10-15,4 6 1 16,4 4-2-16,0 5 1 16,3 7-5-16,-5 0 4 15,0 6-15-15,-5 14 10 0,-5 8-2 16,-3 2 4-16,-8-1 2 16,-7 5-3-16,-7-4 4 15,0-3 0-15,-3 0 0 16,-20-3 5-16,-7-1-4 15,-5-3 14-15,-7-1 7 16,-3-5-13-16,2-4 10 16,1-6-14-16,6-2 4 15,8-2-2-15,8 0-4 16,7 0 1-16,7 0-4 16,5 0-1-16,1 0 1 15,0 0-38-15,0 0-47 16,0 0-149-16,17 0-223 0,3-9-396 15</inkml:trace>
  <inkml:trace contextRef="#ctx0" brushRef="#br1" timeOffset="212438.64">10841 10007 226 0,'0'0'66'0,"0"0"-34"16,0 0 35-16,0 0 53 16,0 0 42-16,0 0-44 0,12-53-19 15,-12 52-7-15,0 1 42 16,0 0-48-16,0 0-22 16,0 0-27-16,-9 10-21 15,-7 22 38-15,0 17 9 16,2 12-34-16,8 11-4 15,6 5 5-15,0 6 1 16,0 2 1-16,11-4-9 16,4-8-2-16,1-10-8 15,0-8-11-15,-3-8 4 16,-1-5-4-16,0-7-2 16,-6-7 0-16,3-4-29 15,-2-7-31-15,-2-8-106 16,1-8-10-16,2-1-175 15,-2-18-117-15</inkml:trace>
  <inkml:trace contextRef="#ctx0" brushRef="#br1" timeOffset="212972.89">11178 10210 1082 0,'0'0'47'0,"0"0"-44"16,0 0 7-16,0 0 12 16,0 0 7-16,-9 81 60 15,9-38-62-15,2 1-10 16,8-10 8-16,0 0 7 15,-1-5-10-15,1-2-11 16,-2-10 11-16,-1-1-14 16,1-8-5-16,2-4 3 15,3-1-3-15,4-3 0 16,5 0 14-16,3 0-14 16,4-5 4-16,-1-6-6 15,-1-6 1-15,-1-4-2 16,-4-3-6-16,-5-5 0 0,-6-5 2 15,-7-6 8 1,-4 1 0-16,0-1 0 0,-19 1 0 16,-6 3 9-16,-7 1-3 15,-3 5 3-15,-2 2 5 16,4 5-15-16,6 8 5 16,9 6-8-16,8 6-6 15,0 3-2-15,1 10-13 16,1 22 19-16,1 14-6 15,7 13-71-15,0 6-73 16,22-2-81-16,8-11-213 16</inkml:trace>
  <inkml:trace contextRef="#ctx0" brushRef="#br1" timeOffset="213174.36">11612 10436 1120 0,'0'0'82'0,"0"0"-75"16,0 0 1-16,0 0 33 15,-10 90 3-15,9-57-26 16,1-3-12-16,0-4-6 16,0-8-15-16,0-7-55 15,13-5-73-15,2-6-103 16,6 0-90-16</inkml:trace>
  <inkml:trace contextRef="#ctx0" brushRef="#br1" timeOffset="213573.85">11848 10200 390 0,'0'0'736'0,"0"0"-646"16,0 0-77-16,0 0-4 15,0 0 34-15,0 0 62 16,3 108-59-16,11-71-30 0,4-4-8 16,2-7 11-1,3-9-14-15,1-9-2 0,0-5 4 16,-3-3-1-16,0 0 9 16,-4-16-8-16,-1-2 3 15,-4-9 1-15,-8-2 6 16,-4-4 2-16,0-4-8 15,-1-3 0-15,-20 2 16 16,-5-2-15-16,-4 6-7 16,1 7 8-16,4 9-13 15,7 10-6-15,3 8 4 16,3 0-7-16,2 18 3 16,2 8-10-16,6 4-64 15,2-2-32-15,7 0-64 16,16-2-68-16,4-7-100 15,3-6-178-15</inkml:trace>
  <inkml:trace contextRef="#ctx0" brushRef="#br1" timeOffset="213743.3">12258 10266 694 0,'0'0'272'15,"0"0"-209"-15,0 0 33 16,3 95 13-16,-3-61-29 15,0 0-35-15,0 0-32 16,0-6-11-16,0-4-2 16,0-3-24-16,0-7-96 0,0-8-156 15,5-6-191-15</inkml:trace>
  <inkml:trace contextRef="#ctx0" brushRef="#br1" timeOffset="214388.7">12830 10022 1245 0,'0'0'80'0,"0"0"-75"0,0 0 13 16,0 0 96-1,0 0-52-15,0 0-44 0,-72 27 1 16,46-18 7-16,-3 0 13 16,-3-3-8-16,-1-1-16 15,-1-5 6-15,4 0-7 16,4 0-9-16,9 0 4 16,5 0-8-16,5 0 4 15,4 0-5-15,3 0 3 16,0 0-4-16,0 0 1 15,0 0-4-15,0 0 3 16,-4 0-7-16,1 15 4 16,1 6 3-16,-1 3 1 15,1 0 0-15,0 0 0 0,1-3 1 16,-1-1 0-16,1-5 0 16,-1-5-1-16,2-6 0 15,0-2-1-15,0-2 0 16,0 0-6-16,0 0-8 15,13 0 15-15,11 0 12 16,7-7-2-16,10-1-10 16,2 0-4-16,1 5-1 15,-4 2 0-15,-5 1-7 16,-9 0 8-16,-9 4 3 16,-7 8-2-16,-8 5 2 15,-2 3-3-15,0 1 4 16,-10-1 10-16,-12 3 1 0,-4 0 10 15,-8 0-16-15,-6-1-3 16,-3 1-1-16,2-4 0 16,4-2-2-16,8-4-18 15,10-5-85-15,7-8-92 16,11 0-175-16,1-23-261 16</inkml:trace>
  <inkml:trace contextRef="#ctx0" brushRef="#br1" timeOffset="214688.45">13037 9902 1297 0,'0'0'95'15,"0"0"-88"-15,0 0 1 16,0 0 68-16,0 0-39 15,0 0 2-15,112 40-7 16,-82 1 3-16,-5 5 8 16,-5 3-16-16,-10-1-19 15,-6 4 13-15,-4 2-14 16,0-1-7-16,-14-1 0 16,-11-6-1-16,-7-1-16 15,-10 0-74-15,-6-1-175 16,-12-4-163-16,-12-4-386 0</inkml:trace>
  <inkml:trace contextRef="#ctx0" brushRef="#br1" timeOffset="-214142.23">11169 11064 664 0,'0'0'164'15,"0"0"-124"-15,0 0 56 16,0 0 29-16,0 0-16 15,0 0-11-15,-8-36-25 16,5 36-28-16,-3 3 6 16,-1 28-27-16,-7 16 28 0,0 22 7 15,1 9-26 1,3 5-1-16,2 2-8 0,5-3-5 16,1-3 2-16,2-11-19 15,0-13-2-15,15-11 3 16,6-12-3-16,1-8-15 15,3-11-41-15,7-6-52 16,5-7-66-16,3-9-79 16,1-21-328-16</inkml:trace>
  <inkml:trace contextRef="#ctx0" brushRef="#br1" timeOffset="-213655.75">11487 11204 401 0,'0'0'962'15,"0"0"-874"-15,-8-99-77 16,31 78 0-16,11 6 40 16,2 10 1-16,1 5-42 15,-2 0-7-15,-10 18-3 16,-6 11-3-16,-11 9 2 15,-8-2 0-15,0 4 1 16,-17 4 9-16,-8-7-7 0,-4 0 6 16,3-8-2-16,3-7-5 15,11-10 3 1,5-8-2-16,7-4-2 0,0 0 0 16,0 0-3-16,15-3 3 15,11-4 9-15,8-4-7 16,7 9-2-16,2 2-1 15,-2 0-1-15,-3 3 2 16,-8 13-1-16,-10 5 1 16,-8 2 0-16,-12 1 16 15,0 1 15-15,-14 0 15 16,-14 1-14-16,-9-2-12 16,-5-1-8-16,0-5 0 15,2-3-8-15,7-5-3 16,8-6-1-16,5-2-2 0,11-2-37 15,8 0-53-15,1-12-89 16,16-10-272-16,14-5-312 16</inkml:trace>
  <inkml:trace contextRef="#ctx0" brushRef="#br1" timeOffset="-213473.53">11920 11433 328 0,'0'0'872'15,"0"0"-824"-15,0 0-14 16,2 97 68-16,-1-54-14 16,-1 0-40-16,0 0-32 0,0-5-16 15,0-4 0-15,0-6-69 16,6-10-120-16,1-13-221 16,7-5-315-16</inkml:trace>
  <inkml:trace contextRef="#ctx0" brushRef="#br1" timeOffset="-212858.87">12420 11249 602 0,'0'0'844'0,"0"0"-805"16,0 0-20-1,0 0 15-15,0 0 51 0,0 0-41 16,-40-27-44-16,20 27 2 16,-9 3 13-16,-4 4-3 15,-4 2 7-15,0-3-6 16,4-5 4-16,4 0-6 16,7-1-3-16,11 0 2 15,6 0-9-15,4 0 1 16,1 0-2-16,0 0-10 15,0 0 6-15,0 0 4 16,0 0 0-16,0 0 0 0,0 0 0 16,1 7 1-1,5 8-2-15,3 1 4 0,-2 3-5 16,-4 1 3-16,-1-3-1 16,-2-1 0-16,0-8 0 15,0-3 2-15,0-3 0 16,1-2 1-16,1 0-6 15,1 0 1-15,8 0 0 16,7 0 2-16,9 0 2 16,7 0 0-16,5 0-2 15,-1 2-2-15,-2 9-1 16,-8 5 3-16,-10 0-3 16,-6 8 1-16,-6-1 4 15,-6 4 3-15,0-3 9 16,-11-4-6-16,-9-1 11 0,-5-1-4 15,-5-2-7-15,0 1-3 16,0-6-4-16,3-4-1 16,7-2 0-16,9-5-34 15,5 0-42-15,6-9-60 16,6-15-297-16,18-9-371 16</inkml:trace>
  <inkml:trace contextRef="#ctx0" brushRef="#br1" timeOffset="-212681.12">12535 11396 1213 0,'0'0'179'15,"0"0"-170"-15,0 0 34 16,-15 100 65-16,12-59-36 16,1 3-42-16,0-4-25 15,2-8-4-15,0-1-2 16,0-7-81-16,9-10-156 15,6-12-174-15</inkml:trace>
  <inkml:trace contextRef="#ctx0" brushRef="#br1" timeOffset="-212462.95">12791 11247 1478 0,'0'0'36'0,"0"0"-25"16,-17 125-11-16,17-76 49 15,12-1-20-15,8-4-29 16,0-3-7-16,0-9-108 16,0-11-73-16,-1-10-146 15,-6-11-311-15</inkml:trace>
  <inkml:trace contextRef="#ctx0" brushRef="#br1" timeOffset="-212208.99">12997 11047 1434 0,'0'0'78'15,"0"0"-78"-15,0 0 0 16,87 15 57-16,-43 14 19 15,4 15-47-15,-6 3-11 16,-13 5-3-16,-9 2 9 16,-10 1-15-16,-10 2-8 15,0-5-1-15,-10-5 0 16,-15-3-19-16,-6-6-41 16,-8-7-60-16,-9-3-101 15,-7-4-194-15</inkml:trace>
  <inkml:trace contextRef="#ctx0" brushRef="#br1" timeOffset="-211875.45">11546 12006 1376 0,'0'0'40'15,"0"0"-40"-15,157 0 0 16,-57 0 71-16,23 0-1 16,22 0-19-16,10 0-6 15,1 0-1-15,-6 0-22 16,-20-4-11-16,-19 4-7 15,-25-5-3-15,-25 1-2 16,-25 0-7-16,-16 1-46 16,-16 1-29-16,-4-4-50 15,-10 1-53-15,-18-3-250 16</inkml:trace>
  <inkml:trace contextRef="#ctx0" brushRef="#br1" timeOffset="-206374.96">15809 5117 734 0,'0'0'259'15,"0"0"-178"-15,0 0-65 16,0 0 80-16,0 0 7 15,0 0-28-15,0 0-54 16,0 0-13-16,-47 52 5 16,46 19 45-16,1 13-32 15,0 1-1-15,0-5 3 16,0-10-15-16,3-15-5 16,12-16-1-16,3-11-6 15,1-10 7-15,-1-5-8 16,2-10 1-16,0-3 7 15,3 0 3-15,3-16 7 16,-1-13-12-16,-1-12-3 0,-3-7 6 16,-8-8-8-16,-11-6 2 15,-2-1-3-15,-8-3 0 16,-18 5 0-16,-3-1 2 16,-3 9-1-16,1 12 1 15,3 8 1-15,4 18-3 16,6 10 0-16,2 5-2 15,4 1-3-15,3 22-7 16,8 8-10-16,1 8-34 16,0 5-33-16,20 1-66 15,10 1-32-15,4-5-115 16,1-7-132-16</inkml:trace>
  <inkml:trace contextRef="#ctx0" brushRef="#br1" timeOffset="-206177.41">16156 5472 753 0,'0'0'482'0,"0"0"-458"16,0 0-4-16,0 0-20 16,113-2 46-16,-58-5-21 15,1 3-20-15,-5 1-5 16,-11 3-9-16,-7 0-76 15,-6 0-173-15,-10 0-149 0</inkml:trace>
  <inkml:trace contextRef="#ctx0" brushRef="#br1" timeOffset="-205961.75">16376 5309 880 0,'0'0'341'16,"0"0"-341"-16,0 0 6 16,0 0 2-16,-22 109 24 15,22-65-4-15,9 3-20 0,-2-2-8 16,2-5 0 0,1-4-10-16,-2-2-114 0,3-10-105 15,-1-9-215-15</inkml:trace>
  <inkml:trace contextRef="#ctx0" brushRef="#br1" timeOffset="-205493.49">16606 5206 1127 0,'0'0'113'0,"0"0"-111"0,0 0 9 15,0 0 11 1,91-59 14-16,-55 59-24 0,-9 0-12 16,-9 15-6-16,-9 7 1 15,-9 5-1-15,0 2 6 16,-7 0 4-16,-11 0 13 16,-1-6 4-16,6-10-2 15,5-5 10-15,6-5-6 16,2-3-15-16,0 0-8 15,0 0-1-15,12 0-12 16,8 0 13-16,6 0 3 16,4 0 0-16,-2 4-3 0,-5 8-1 15,-5 7-5 1,-4 4 7-16,-8 7-1 0,-6 4 12 16,0 2 24-16,-12 0 9 15,-13-1 12-15,-6-6-20 16,-6-3 9-16,-2-5-23 15,1-6-10-15,8-6 1 16,8-4-14-16,8-5 2 16,10 0-2-16,4-2-26 15,1-19-95-15,28-12-152 16,13-9-312-16</inkml:trace>
  <inkml:trace contextRef="#ctx0" brushRef="#br1" timeOffset="-205330.08">17290 5300 1311 0,'0'0'191'15,"0"0"-191"-15,0 0-7 16,0 0 7-16,0 0 3 16,106 2-3-16,-75 11-142 15,-9 0-200-15,-16 1-336 16</inkml:trace>
  <inkml:trace contextRef="#ctx0" brushRef="#br1" timeOffset="-205177.57">17307 5540 1318 0,'0'0'233'0,"0"0"-233"0,0 0 6 16,0 0 0-16,0 0 6 15,135-39-12-15,-71 29-26 16,-4 0-229-16,-5-1-206 15</inkml:trace>
  <inkml:trace contextRef="#ctx0" brushRef="#br1" timeOffset="-204722.94">17875 5188 263 0,'0'0'1166'16,"0"0"-1104"-16,0 0-23 0,0 0 2 15,81-91-3 1,-28 83-2-16,-3 8-33 0,-8 0-3 16,-15 12-4-16,-14 12-10 15,-12 8 12-15,-1 4-8 16,-24 3 10-16,-15-2 13 16,-2-4-11-16,5-13 5 15,13-6-1-15,11-7-1 16,9-5 4-16,3-2-9 15,0 0-4-15,12 1 0 16,14 1 3-16,10 1 1 16,2 2 0-16,0 0 0 15,-4 6 0-15,-5 2-3 16,-8 5 2-16,-8 2 0 16,-9 0-14-16,-4 2 13 0,-2-4 2 15,-20-1 40-15,-10-4 14 16,-6-1 6-16,-10 0-22 15,-4-3-9-15,1-3-19 16,6-1 3-16,10-3-13 16,8 0 2-16,12 0-9 15,5-2 4-15,9 3-50 16,1 5-31-16,0 1-181 16,0 4-132-16,0 1-229 0</inkml:trace>
  <inkml:trace contextRef="#ctx0" brushRef="#br1" timeOffset="-204425">17235 5930 1343 0,'0'0'169'16,"0"0"-169"-16,100-37 0 16,-5 24 9-16,30-2 31 15,15 0-22-15,12-1-2 0,-9 3-13 16,-15 0 5 0,-24 7-8-16,-29 5-7 0,-26 1-17 15,-18 0-117-15,-21 0-103 16,-10 0-110-16,-15 4-144 15</inkml:trace>
  <inkml:trace contextRef="#ctx0" brushRef="#br1" timeOffset="-204227.81">17362 6041 521 0,'0'0'972'0,"0"0"-972"15,0 0 26-15,145-12-26 16,-36 5 60-16,15-3-35 16,8 3-19-16,-5 0-5 15,-17 2-1-15,-11 4-69 16,-19-1-179-16,-13-1-87 16,-18-3-223-16</inkml:trace>
  <inkml:trace contextRef="#ctx0" brushRef="#br1" timeOffset="-204101.47">18540 5904 1470 0,'0'0'47'0,"0"0"-36"15,0 0-5 1,0 0-6-16,0 0-54 0,0 0-249 16,-1-27-547-1</inkml:trace>
  <inkml:trace contextRef="#ctx0" brushRef="#br1" timeOffset="-182365.3">1058 12396 551 0,'0'0'124'16,"0"0"-98"-16,0 0 38 15,0 0 86-15,0 0-27 16,0 0-47-16,0 0-10 16,0-69-3-16,0 66-18 15,0 3-3-15,0 0-9 0,0 0-10 16,0 0-4-1,0 0-19-15,0 10-7 0,0 20 0 16,5 13 7-16,5 14 19 16,0 7-12-16,1 7-3 15,2-1-1-15,-3-2 2 16,-1-5-4-16,1-7 2 16,-3-12 0-16,2-11-1 15,-1-8-2-15,-2-12 0 16,3-4-1-16,-1-2 1 15,3-7 0-15,3 0 5 16,5 0-5-16,4 0 0 16,4-17-38-16,1-6-60 15,-1-4-85-15,-5-10-175 16,-12-3-370-16</inkml:trace>
  <inkml:trace contextRef="#ctx0" brushRef="#br1" timeOffset="-182177.49">1194 12628 1284 0,'0'0'152'0,"0"0"-152"16,0 0 9-16,0 0-9 16,0 0 7-16,0 0 7 15,97-40-14-15,-48 31 0 16,0 1-2-16,-4-1-130 0,-6 2-140 15,-14 1-240-15</inkml:trace>
  <inkml:trace contextRef="#ctx0" brushRef="#br1" timeOffset="-182021.81">1464 12646 1214 0,'0'0'132'0,"0"0"-132"15,0 0-90-15,0 0 90 16,0 0 0-16,109-13-45 16,-79 11-311-16,-10-1-258 15</inkml:trace>
  <inkml:trace contextRef="#ctx0" brushRef="#br1" timeOffset="-181865.6">1521 12819 1552 0,'0'0'0'16,"0"0"-46"-16,0 0-25 16,0 0 71-16,0 0-10 15,112-57-122-15,-62 30-146 16,-4-2-282-16</inkml:trace>
  <inkml:trace contextRef="#ctx0" brushRef="#br1" timeOffset="-181515.01">1852 12421 219 0,'0'0'1300'16,"0"0"-1276"-16,0 0-23 15,0 0-1-15,0 0 24 16,0 0-7-16,71-57-17 16,-35 70-1-16,-6 20-1 15,-10 11-9-15,-15 7 9 16,-5 12-5-16,-22 2 7 15,-14-5 4-15,-6-10-4 16,3-17 8-16,16-16-6 16,10-13 14-16,7-1 34 15,6-3-3-15,0 0-18 16,0 0-19-16,17-14-8 0,10-5 7 16,19-8-2-16,5-4-6 15,5 4-1-15,-1 0-1 16,-10 8 1-16,-3 5-2 15,-8 4-32-15,-6 6-57 16,-7 2-78-16,-6 2-90 16,-6-3-203-16</inkml:trace>
  <inkml:trace contextRef="#ctx0" brushRef="#br1" timeOffset="-181165.67">1210 13225 1109 0,'0'0'166'0,"0"0"-160"16,102-46-6-16,-40 22 72 16,10-4 34-16,14-4-50 15,8-2-4-15,5-3-20 0,-2 0 2 16,-6 8-12-16,-15 4-17 16,-14 6-5-16,-15 5-1 15,-21 7-1-15,-7 1 0 16,-11 2-19-16,-5 1-53 15,1-4-66-15,-4-3-41 16,0-4-219-16</inkml:trace>
  <inkml:trace contextRef="#ctx0" brushRef="#br1" timeOffset="-178732.52">3345 12224 575 0,'0'0'208'0,"0"0"-190"0,0 0-13 16,0 0 64-16,0 0 77 15,0 0-49-15,0 0-35 16,0 0-7-16,0 0 17 16,0 0 8-16,0 0-13 15,0 0-21-15,0 0-15 16,-5 0-11-16,-6 3-6 15,-6 10-6-15,-4 4-4 16,0 0 4-16,1 6-5 16,2 4 2-16,1 7 4 15,2 6-4-15,3 2-1 0,7 2-1 16,5 0 1 0,0-7-3-16,5-1 6 0,13-4-2 15,8-3-3-15,3-5-1 16,5-8 1-16,4-5-2 15,4-11-2-15,-1 0 2 16,-2-7 2-16,-3-17 3 16,-8-3-2-16,-8-6 1 15,-10 3 6-15,-10 3-1 16,0-2-7-16,-9 5 9 16,-15-4 7-16,-7 8-13 15,-2 4 15-15,-2 7-14 0,5 7-3 16,0 2-1-16,5 0 0 15,3 11-2-15,0 9 0 16,5 7-5 0,6 3 1-16,11 3-30 0,0-1-68 15,20 0-88-15,16-8-55 16,12-8-192-16</inkml:trace>
  <inkml:trace contextRef="#ctx0" brushRef="#br1" timeOffset="-175759.97">4599 12385 956 0,'0'0'210'16,"0"0"-209"-16,0 0 5 16,0 0 19-16,0 0 7 15,0 0-12-15,0 0-11 0,50 0 2 16,-22 0 5-16,3 0-13 15,2 0-2-15,0 0 0 16,5 0-1-16,-2 0-35 16,4-8-164-16,-2-1-131 15,-4 2-61-15</inkml:trace>
  <inkml:trace contextRef="#ctx0" brushRef="#br1" timeOffset="-175250.09">5072 12237 865 0,'0'0'132'0,"0"0"-77"0,0 0 54 16,0 0-14-1,0 0 1-15,0 0-77 0,37-57 10 16,-19 51-16-16,1 4-5 16,-1 2 3-16,-1 0-11 15,-4 2 1-15,1 15-3 16,-4 5 2-16,-5 8 0 15,-5 8 1-15,0 1 4 16,-4-4 0-16,-13-5-2 16,-1-5 10-16,3-10-8 15,5-3 8-15,3-10-9 16,5-1 6-16,2-1-7 16,0 0 2-16,0 0-5 15,7 0-7-15,12-6 7 16,9-4-1-16,5 4 1 0,5 0 0 15,-4 6-6-15,-3 0 1 16,-7 12 1-16,-6 6-6 16,-8 8 6-16,-7 3-4 15,-3 2 8-15,0-1 4 16,-13-4-2-16,-6-4 25 16,-1-3 8-16,-4-8 28 15,1-2 4-15,0-5-35 16,1-4-19-16,2 0-3 15,0 0-9-15,1-4 0 16,3-8-1-16,4 4-40 16,2 2-42-16,5 2-82 0,2 4-47 15,-6 0-298 1</inkml:trace>
  <inkml:trace contextRef="#ctx0" brushRef="#br1" timeOffset="-171734.76">6176 3815 469 0,'0'0'230'0,"0"0"-205"15,0 0-25-15,0 0 0 16,0 0 13-16,0 0 52 15,25-15 50-15,-14 14-22 16,-4 1-48-16,-1 0-15 16,3 1-19-16,2 14 22 15,7 2-16-15,2 1 2 0,0-2 1 16,2-5-10-16,-3-6-1 16,1-5-2-16,2 0 2 15,3-5 16-15,0-15-3 16,2-5-9-16,1-2 5 15,-2 0-13-15,-1 5 4 16,-5 11-7-16,-4 5 0 16,-2 6-4-16,-1 0-6 15,4 2 5-15,1 11 3 16,2 3 6-16,2 1-1 16,-2-5-1-16,-1-3-3 15,-1-2 10-15,-1-5-2 16,3-2 3-16,3 0 4 0,2-6-5 15,5-8-3-15,-5 1-1 16,-3 4-6-16,-4 3 4 16,0 6-5-16,-1 0 0 15,5 0-1-15,4 0 3 16,0 10 1-16,3 1-2 16,-1-2 0-16,2-2 3 15,-3-2-2-15,-2-2 3 16,0-2-1-16,2-1-1 15,3 0 9-15,5 0 2 16,1-4-7-16,0-5 2 16,-1-2-9-16,-3-1 2 15,1 3-6-15,-4 0 6 16,-4 4-2-16,-2 5 0 0,-1 0 0 16,-1 2-1-16,3 15 2 15,1 1 0-15,3-1 5 16,1-4-4-16,-2-4 0 15,-5-6 5-15,-4-3-5 16,0 0 14-16,4 0-8 16,0-7-4-16,-2-4 7 15,-6 2-7-15,-5 4 7 16,-4 4-10-16,0 1 3 16,4 0-6-16,5 0 2 15,8 0 0-15,7-2 3 0,7-4 0 16,0 0-2-1,-1 3 6-15,-2 0-4 0,-1 3-1 16,0 0-1 0,-2-1-1-16,-1-1 3 0,-1-1-1 15,-4 3-2-15,2 0 0 16,-3 0 3-16,2 0-4 16,0 0 1-16,-1 0 0 15,2 0 0-15,1 0 3 16,-2 0-3-16,2 0 2 15,-3 0 1-15,-4 2-5 16,-2 4 2-16,0 1 0 16,1 1-4-16,-1-1 6 0,0-2-2 15,1-2 1-15,-3-3 3 16,4 0-3-16,2 0-1 16,0 0 0-16,0 0-4 15,-2 0 5-15,0 0-1 16,3 0 0-16,4 0-1 15,0 0-1-15,1 1 2 16,1 3 0-16,-1-4 0 16,5 0 1-16,-1 0-1 15,1 0 0-15,-2-2 4 16,-3 0-5-16,0 1 1 16,1-2 0-16,3 2 1 15,3-4 0-15,0-1 0 16,2 0-1-16,-4-2 4 0,-3 4-5 15,1-1 1 1,-3 2 0-16,2 0 0 0,0 0 2 16,0 1-2-16,-5 2 2 15,-3 0 0-15,-2 0-2 16,-3 0 0-16,-1 2 0 16,3 6 0-16,0-4 2 15,2 2-2-15,4-4 2 16,0-2 0-16,2 0 5 15,-2 0-7-15,0 0 0 16,0 0 4-16,2-5-3 16,3 2-1-16,-1-1 0 0,-3 2 4 15,0 1-5-15,-5 1 1 16,1 0 0-16,-3 0-1 16,2 0 1-16,-1 0 0 15,-3 0 0-15,-2 0-1 16,0 0 0-16,0 0 1 15,0 0 0-15,3 0-1 16,1 1 2-16,1-1-1 16,0 0 0-16,2 0-1 15,1 0 1-15,3 3 0 16,5-3 0-16,0 0 0 16,3 0 0-16,-1 0 0 15,-3 0-3-15,-3 0 6 0,-2 0-3 16,0 0 0-1,4 0 1-15,1 3-1 0,4 0 0 16,0 0 0 0,1-1 1-16,1-1 1 0,-5 4-2 15,-2 1 0-15,-4 0 0 16,-1-1 1-16,-3 0-1 16,1-1 0-16,0 3 0 15,3-2 2-15,2-1-2 16,2 2 4-16,4-2-4 15,-2 1 8-15,-1 0-3 16,2-3 1-16,-2 1 0 16,0 0-1-16,2 2 1 15,0-1-3-15,1 1-1 0,4-1 2 16,1 1-4-16,0-2 3 16,-2 0 1-16,-6-3-2 15,-2 0 12-15,-1 0 3 16,-2 0-9-16,-3 0 6 15,-9 0-10-15,-4 0-2 16,-6-3-1-16,-3 3 1 16,0 0-3-16,0-1 1 15,0 1-16-15,-3 5-111 16,-24 14-245-16,-18 4-320 16</inkml:trace>
  <inkml:trace contextRef="#ctx0" brushRef="#br1" timeOffset="-164815.55">5826 12176 736 0,'0'0'206'0,"0"0"-104"0,0 0-82 16,0 0 38-16,0 0 70 16,0 0-34-16,0 0-52 15,0 0-13-15,-30-26-6 16,30 26-13-16,0 0 6 16,0 3-15-16,8 14 18 15,9 9 45-15,5 11-31 16,3 7 17-16,3 10-30 15,3 0-12-15,0 0 11 16,3-1-9-16,-1-9-4 16,1-5 0-16,-3-6-4 15,-6-10-2-15,-5-2 0 16,-3-4 2-16,-7-7-4 0,-3-3 2 16,0 0-7-16,-6-7-28 15,1 0-64-15,-2 0-81 16,0 0-16-16,0-18-101 15</inkml:trace>
  <inkml:trace contextRef="#ctx0" brushRef="#br1" timeOffset="-164436.36">6083 12187 1014 0,'0'0'181'0,"0"0"-139"16,0 0-29-16,0 0 48 16,0 0 64-16,0 0-47 15,-20-9-41-15,20 9-15 16,-1 0-17-16,-4 18 5 15,-3 10 34-15,-6 15 7 16,-3 10-15-16,-1 1-15 16,0 6 3-16,-1-6-4 15,1-6-13-15,4-9 7 0,3-8-12 16,1-6-1 0,1-1-2-16,3-4 0 0,4-6-3 15,2-1-42-15,0-6-86 16,10-3-153-16,11-4-190 15</inkml:trace>
  <inkml:trace contextRef="#ctx0" brushRef="#br1" timeOffset="-164341.39">6147 12646 1344 0,'0'0'0'15,"0"0"-442"-15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1:00:35.58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9742 4489 86 0,'0'0'607'16,"0"0"-607"-16,0 0-582 16</inkml:trace>
  <inkml:trace contextRef="#ctx0" brushRef="#br0" timeOffset="3129.34">11465 4063 257 0,'0'0'587'16,"0"0"-502"-16,0 0-67 15,-25-97 27-15,24 79 57 16,1 5 1-16,0 8-25 16,0 5-25-16,0 0-44 15,0 13-9-15,0 29-6 0,0 19 6 16,0 15 30-16,0 7 3 15,0-2-18-15,0-5-11 16,0-11 0-16,0-9-3 16,0-9-1-16,-11-10-3 15,0-8-73-15,-2-10-75 16,1-12-195-16,-2-7-183 16</inkml:trace>
  <inkml:trace contextRef="#ctx0" brushRef="#br0" timeOffset="3530.32">11394 4013 1107 0,'0'0'85'0,"0"0"-61"16,0 0-9-16,0 0 7 16,0 0 7-16,110-38 3 15,-83 59-6-15,-9 11-20 16,-10 6-3-16,-8 11 11 15,0 4-7-15,-15 1 1 16,-15-3-5-16,-5-8-3 16,0-12 24-16,4-7-24 15,10-16 10-15,8-5-1 0,6-3 3 16,7-9 1 0,0-13-13-16,0-2 0 0,12-2 1 15,8 9-1-15,5 2-1 16,1 6 0-16,3 8 1 15,1 1-3-15,2 6-1 16,-4 20 4-16,1 10 4 16,-6 8 4-16,-4 3 1 15,-6 0-5-15,-3-5-3 16,0-6-2-16,-3-5 1 16,-2-6-77-16,-4-6-57 15,-1-9-157-15,0-10-198 16</inkml:trace>
  <inkml:trace contextRef="#ctx0" brushRef="#br0" timeOffset="3765.19">11753 4181 99 0,'0'0'1099'0,"0"0"-1036"16,0 0-63-16,0 0 0 15,0 0 0-15,0 0 61 16,65 113 2-16,-45-60-48 16,-1 0-9-16,-5-4-1 15,-5-4-4-15,-4-7-2 16,-5-5-73-16,0-5-44 0,-12-10-115 16,-4-12-129-1</inkml:trace>
  <inkml:trace contextRef="#ctx0" brushRef="#br0" timeOffset="4096.03">11833 4288 945 0,'0'0'42'16,"0"0"-38"-16,89-35 98 16,-47 20-13-16,-1 0-52 15,-4-1-23-15,-10 6-11 16,-9 0 3-16,-11 2-4 15,-7-1 4-15,0-1 29 16,-2 3 16-16,-9-2-18 0,-2 6-4 16,4 3 30-16,4 0-19 15,0 0-29-15,1 12-11 16,-1 13 0-16,2 12 10 16,3 8 6-16,0 5-10 15,0 3-1-15,3-5 1 16,9-3-6-16,1-5 0 15,-1-5-3-15,0-6-37 16,1-8-114-16,2-9-46 16,2-11-197-16</inkml:trace>
  <inkml:trace contextRef="#ctx0" brushRef="#br0" timeOffset="4496.58">12361 4172 1105 0,'0'0'77'16,"0"0"-42"-16,0 0 34 15,0 0 9-15,-96-8-10 16,80 14-34-16,3 6-20 16,-2 8-14-16,0 5 4 15,1 4-4-15,3 3 0 16,2-2 1-16,6-5-6 15,3 1 5-15,0-5-1 0,3 0-2 16,16-1 6 0,1-2 0-16,5-4-3 0,2 1 1 15,-2-6-3-15,-2-1 4 16,-6-1 2-16,-7-5-1 16,-7 3-2-16,-3-2 1 15,0 4 2-15,-21 5 40 16,-10 4 4-16,-7 0-26 15,-4-3-9-15,4-2-6 16,1-5-6-16,9-3-2 16,3-3-3-16,12 0-104 15,10-14-88-15,3-14-271 16</inkml:trace>
  <inkml:trace contextRef="#ctx0" brushRef="#br0" timeOffset="4628.59">12535 4187 692 0,'0'0'634'0,"0"0"-634"15,0 0-67-15,0 0 61 16,0 0-91-16,0 0-283 16</inkml:trace>
  <inkml:trace contextRef="#ctx0" brushRef="#br0" timeOffset="4778.88">12621 4423 949 0,'0'0'531'0,"0"0"-510"0,0 0-14 16,0 0-2-16,0 0-5 16,0 0-94-16,-41-2-212 15,55 2-268-15</inkml:trace>
  <inkml:trace contextRef="#ctx0" brushRef="#br0" timeOffset="5549.2">13101 4265 866 0,'0'0'208'0,"0"0"-194"0,0 0-7 16,0 0 45-16,0 0-11 15,0 0-17-15,13 8 7 16,-12-8-2-16,1 0 30 16,2-5 18-16,2-17-19 15,2-10-47-15,4-5-3 16,0-6-8-16,1 1 3 15,-1 4-3-15,-2 8 1 16,0 9 1-16,-5 11-2 16,0 10-1-16,2 0-7 15,4 18-16-15,6 12 24 16,3 3 10-16,2 0-8 0,2-6 3 16,-4-6-5-1,-4-6 1-15,-3-7 1 0,-6-4 0 16,-5-2-2-16,-2-2 7 15,0 0 1-15,0-12 2 16,-13-5-10-16,-8 2-7 16,0 0 7-16,-4 3 0 15,3 3 1-15,2 5-1 16,3 4 4-16,1 0 1 16,-1 24-5-16,0 10 4 15,5 10 2-15,4 4 5 16,7 2 7-16,1-5-5 15,0-6-7-15,16-11 2 16,6-6 3-16,5-7-5 0,1-5 4 16,2-4-7-16,0-3 7 15,-3-2-6-15,0-1-2 16,-3 0 0-16,-2 0-2 16,0 0 0-16,-3 0-47 15,-3-4-84-15,-1-3-27 16,-1-2-145-16,-3 0-135 15</inkml:trace>
  <inkml:trace contextRef="#ctx0" brushRef="#br0" timeOffset="7361.66">9422 3975 10 0,'0'0'442'15,"0"0"-324"-15,0 0-31 0,0 0-18 16,0 0 34-16,0 0 6 15,19-62 19-15,-18 58-34 16,-1 1-13-16,0 3 13 16,0 0-5-16,0 0-29 15,0 0-27-15,-17 7-14 16,-12 17 6-16,-17 13-4 16,-9 7 1-16,-5 7-5 15,-2 8 3-15,0 3-8 16,4 4 3-16,1 2 3 0,3-2-9 15,6-3-2 1,5-7-3-16,8-9 3 0,6-4 0 16,9-10-6-1,5-3 3-15,7-9-4 0,2-4 2 16,5-7-4-16,1-5 2 16,0-4 0-16,0-1 0 15,0 0 1-15,0 0 7 16,0 0 5-16,0-7 0 15,0-13 4-15,0-6-11 16,5-3-5-16,1-2 2 16,-2 2-1-16,1 3-2 15,0 5 1-15,0 1 1 16,-2 7-2-16,-1 2 0 16,0 3 2-16,-1 4-5 15,1 2 4-15,-2 1-1 0,0 1 1 16,0 0-1-16,0 0-1 15,0 0 0-15,0 0-2 16,0 0 2-16,0 0-4 16,0 7-2-16,0 12 5 15,0 0 4-15,-5 4-2 16,3-3 1-16,0-6 0 16,2-3 3-16,0-5-4 15,0-5 2-15,0-1 0 16,0 0 0-16,2 0 0 15,15 0-1-15,8-1-1 16,7-8 2-16,1-4-2 16,4 2-35-16,5-2-72 0,8 0-140 15,6-2-214-15</inkml:trace>
  <inkml:trace contextRef="#ctx0" brushRef="#br0" timeOffset="8445.07">16577 3247 6 0,'0'0'997'16,"0"0"-894"-16,0 0-95 15,0 0 11-15,0 0 53 16,0 0-21-16,0 0-29 0,-104 53-9 16,77 7 10-1,0 9-3-15,5 3-4 0,2 2 10 16,10-4-11-16,9-3-9 16,1-7-6-16,14-8 0 15,17-8-1 1,9-13-6-16,8-8-83 0,9-12-53 15,7-11-156-15,1-2-230 16</inkml:trace>
  <inkml:trace contextRef="#ctx0" brushRef="#br0" timeOffset="8711.02">17009 3283 1095 0,'0'0'169'16,"0"0"-169"-16,0 0-5 16,92-7 5-16,-40 31 5 15,0 13 11-15,-7 11-9 16,-12 9 2-16,-14 6-3 16,-16 0 1-16,-3 3-5 15,-13-3-1-15,-21-4 6 16,-6-7-7-16,-7-7 2 15,1-9-7-15,2-9-46 0,14-9-115 16,13-17-122 0,16-2-223-16</inkml:trace>
  <inkml:trace contextRef="#ctx0" brushRef="#br0" timeOffset="9011.29">17649 3193 896 0,'0'0'360'16,"0"0"-325"-16,0 0-34 16,-94 7 10-16,69 24 9 15,4 10 7-15,3 13-1 16,2 8-4-16,12 3-15 15,4 0 3-15,0-7-6 0,8-2 2 16,12-7-5-16,5-1-1 16,3-5 0-16,4-7-12 15,7-6-118-15,1-12-53 16,0-11-180-16,-2-7-316 16</inkml:trace>
  <inkml:trace contextRef="#ctx0" brushRef="#br0" timeOffset="9278.7">17947 3293 1117 0,'0'0'123'0,"0"0"-116"0,0 0-7 15,0 0 1-15,117-28 3 16,-73 54-2-16,-3 9-1 15,-4 11 8-15,-10 7 2 16,-12 7 9-16,-11 0 3 16,-4 4-3-16,-9-1-7 15,-16-1 1-15,-2-6-6 16,-3-10-4-16,2-7-4 16,1-8-6-16,8-9-85 0,9-11-177 15,10-11-203 1</inkml:trace>
  <inkml:trace contextRef="#ctx0" brushRef="#br0" timeOffset="9610.52">18826 3161 1176 0,'0'0'85'0,"0"0"-76"0,0 0-9 15,-88-15 69-15,68 36-11 16,-2 17-47-16,2 14 11 16,4 13-4-16,3 9 5 15,10-1-11-15,3-2-3 16,0-5 0-16,7-7-9 15,13-5-1-15,4-8 0 16,2-6-8-16,3-11-126 16,1-11-35-16,-2-13-178 15,1-5-231-15</inkml:trace>
  <inkml:trace contextRef="#ctx0" brushRef="#br0" timeOffset="9877.46">18974 3298 247 0,'0'0'929'15,"0"0"-903"-15,0 0-22 16,0 0-4-16,91-36 2 16,-40 54 7-16,4 11-6 15,1 6 7-15,-5 5 0 16,-9 5 3-16,-12 4 1 15,-14 3 1-15,-13-1-8 16,-3 0 4-16,-11-2-9 0,-14-5-1 16,0-4-1-1,-2-9-2-15,4-8-54 0,5-10-139 16,8-13-261-16</inkml:trace>
  <inkml:trace contextRef="#ctx0" brushRef="#br0" timeOffset="10084.1">19735 3393 1158 0,'0'0'416'0,"0"0"-416"16,0 0-49-16,98-15 45 0,-47 6 8 15,4 4-8-15,-4 1-102 16,-11-3-194-16,-18-4-736 16</inkml:trace>
  <inkml:trace contextRef="#ctx0" brushRef="#br0" timeOffset="10238.94">19697 3600 1211 0,'0'0'268'16,"0"0"-268"-16,0 0-109 16,0 0 109-16,116-4 0 0,-39-7-9 15,1-2-231-15,-10-4-365 16</inkml:trace>
  <inkml:trace contextRef="#ctx0" brushRef="#br0" timeOffset="11427.52">20778 3272 783 0,'0'0'263'16,"0"0"-225"-16,0 0 12 16,0 0 45-16,0 0 16 15,0 0-28-15,0-50-30 0,0 43-1 16,0 3-21-1,0-2 4-15,0-1-6 0,0 3-14 16,0 0 0-16,-7-1 1 16,-2 2-16-16,-2 0 7 15,-6 3-4-15,-4 0-3 16,-5 0 1-16,1 0 1 16,0 12-1-16,2 4-1 15,1 12 0-15,1 5 0 16,4 8 1-16,3 5 0 15,9-2 1-15,5-3 1 16,2-5-2-16,22-7 2 16,10-4-1-16,10-10 8 15,2-6-5-15,2-8-1 0,-3-1 1 16,-2 0-4-16,-5-6-2 16,-4-5 0-16,-9 1 0 15,-5 0-54-15,-10-1-60 16,-8 1-131-16,-2-2-269 15</inkml:trace>
  <inkml:trace contextRef="#ctx0" brushRef="#br0" timeOffset="12198.35">17019 4144 18 0,'0'0'1256'16,"0"0"-1209"-16,0 0-47 15,0 0-12-15,0 0 12 16,0 0 0-16,10 7-12 15,5 0-117-15,7-1-106 16,5-6-300-16</inkml:trace>
  <inkml:trace contextRef="#ctx0" brushRef="#br0" timeOffset="12395.82">18032 4173 1226 0,'0'0'0'16,"0"0"-500"-16,0 0 138 15</inkml:trace>
  <inkml:trace contextRef="#ctx0" brushRef="#br0" timeOffset="12565.36">19165 4068 1128 0,'0'0'0'15,"0"0"-378"-15,0 0-8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1:00:55.17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18164 3379 505 0,'0'0'351'16,"0"0"-298"-16,0 0-12 15,0 0 106-15,0 0-24 16,0 0-53-16,0 0-24 16,24-9 0-16,-19 3 20 15,0-3-9-15,0-2-7 16,2-2-18-16,-1-2-9 16,1-1 0-16,0-1-7 0,-4 2 1 15,-3-2-5 1,0-1-1-16,0 0 2 0,-3-3-8 15,-9 3-2-15,0 2-3 16,0 5 3-16,1 5-2 16,-4 6-1-16,-5 0 1 15,-7 17-1-15,-5 19 1 16,-3 12-1-16,3 6 0 16,9 3 0-16,8-3 0 15,7-4 0-15,8-4 1 16,0-4-3-16,0-8 2 15,8-7 0-15,7-8-1 16,4-4 2-16,1-7-1 0,3-4 0 16,0-4-12-1,2 0 11-15,2-7-7 0,-2-10 4 16,0-4-6-16,-1-6-2 16,-4-4 6-16,-4-10 4 15,-4-3-6-15,-5-4 8 16,-2 3 1-16,-2 5 0 15,-1 7 4-15,0 8-2 16,-2 12 20-16,0 7-3 16,0 6-5-16,0 0-12 15,0 4-3-15,0 22-7 16,0 13 3-16,0 6 8 16,3 1-2-16,2-6-2 15,1-4 0-15,3-5-1 0,2-3 1 16,1-6-9-16,4-4-43 15,1-6-74-15,11-7-81 16,3-5-35-16,1-7-270 16</inkml:trace>
  <inkml:trace contextRef="#ctx0" brushRef="#br0" timeOffset="500.03">18529 3369 1182 0,'0'0'131'0,"0"0"-96"15,0 0 99-15,0 0-44 16,0 0-48-16,0 0-38 16,69-53 1-16,-39 56-4 0,-2 18-1 15,-3 9 12-15,-8 5-8 16,-10 2-3-16,-7 6-1 16,0 0 0-16,-12-3-2 15,-8-5 3-15,-2-9-1 16,4-12 0-16,6-6-1 15,5-5 1-15,7-3-1 16,0 0-1-16,0-14-7 16,4-16-42-16,12-5-56 15,6-6 83-15,3-1 14 16,0 1-5-16,2 2 15 16,-6 3 1-16,-1 4 7 0,-4 8-3 15,-6 4 28-15,-4 7 0 16,0 5 3-16,-6 3 3 15,0 5-1-15,0 0-9 16,0 0 1-16,0 0-16 16,0 0-12-16,-7 17-1 15,-6 7 3-15,-3 8 5 16,1 6-1-16,7 2-7 16,5 0 9-16,3-4-6 15,0-5-3-15,8-5-1 16,12-6-1-16,7-5 1 15,1-7-6-15,4-3-36 16,2-5-33-16,-3 0-90 0,0-13-118 16,-8-15-302-16</inkml:trace>
  <inkml:trace contextRef="#ctx0" brushRef="#br0" timeOffset="850.76">18922 3011 1282 0,'0'0'116'0,"0"0"-105"16,0 0 82-16,0 0-19 15,0 0-58-15,0 0-13 16,90-61-1-16,-55 78-4 0,-10 10-2 16,-10 7-5-1,-13 4 0-15,-2 8 4 0,-12 2 4 16,-16-4-4-16,-2-10 4 15,5-13-1-15,6-12 2 16,11-6 12-16,6-3 21 16,2 0 0-16,0 0 3 15,0 0-16-15,5 0-14 16,15 0-2-16,7-8 6 16,8 1-7-16,4 1-3 15,0 2 0-15,3 4-40 16,0 0-64-16,0 0-127 15,-5 2-125-15,-12 7-312 16</inkml:trace>
  <inkml:trace contextRef="#ctx0" brushRef="#br0" timeOffset="1070.16">19203 3503 1098 0,'0'0'382'0,"0"0"-382"16,0 0 4-16,0 0-4 15,114-20 26-15,-56 14-15 16,-2 3-11-16,-4 2 2 16,-10 1-4-16,-7 0-39 0,-9 0-138 15,-6 0-66-15,-8 0-198 16</inkml:trace>
  <inkml:trace contextRef="#ctx0" brushRef="#br0" timeOffset="1287.28">19492 3300 1161 0,'0'0'144'16,"0"0"-144"-16,0 0-18 15,0 0 18-15,-3 84 33 16,3-43-17-16,6 3-11 0,1-2-3 16,0-1-2-16,-4-5 0 15,0-3-26-15,4-9-124 16,0-6-138-16,1-9-158 16</inkml:trace>
  <inkml:trace contextRef="#ctx0" brushRef="#br0" timeOffset="1783.1">19830 3164 1074 0,'0'0'100'0,"0"0"-97"16,0 0-3-16,0 0 0 15,0 0 9-15,18 78 33 16,-11-29-20-16,-6 0-6 16,-1-1 2-16,0-1-6 15,0-6-11-15,0-12 5 16,0-7-4-16,0-11-1 16,0-9 3-16,0-1-2 15,0-1 3-15,0 0 11 16,0-3 16-16,0-21 50 15,2-4-78-15,10-4-2 16,5 1 3-16,6 5-10 16,4 5 0-16,2 6-3 0,2 9 2 15,-1 6 3-15,-1 0 3 16,-4 7-5-16,-4 12 3 16,-4 3-6-16,-5 2 8 15,-9 0 10-15,-3 1 10 16,0-1 4-16,-10-2 12 15,-9-3 13-15,-2 0-10 16,-3-3-25-16,0-2-5 16,0-3-9-16,4-3 0 15,5-5-27-15,3-3-130 0,6 0-89 16,6-25-263 0</inkml:trace>
  <inkml:trace contextRef="#ctx0" brushRef="#br0" timeOffset="2267.12">20236 3300 1157 0,'0'0'123'0,"0"0"-113"16,0 0 14-16,0 0 40 16,0 0-19-16,104 19-18 15,-87 9-16-15,-10 7-7 16,-7 6 0-16,0 2-3 15,-14 2 6-15,-10-4 0 16,1-9 5-16,4-11-8 16,9-12-3-16,5-6 3 0,5-3-3 15,0 0 3-15,2-12-4 16,13-15-28-16,2-10-35 16,2-3 58-16,2-2 5 15,-3 3 4-15,-1 3-1 16,0 1-1-16,-2 6 7 15,-5 7-2-15,-2 4 17 16,-3 6 7-16,-3 4-1 16,-1 4 17-16,-1 2-4 15,0 2 1-15,0 0-16 16,0 0-28-16,0 5-3 16,0 11 2-16,0 9 1 15,-1 6 11-15,1 4-10 0,0-1 1 16,0-1 0-16,3-3-1 15,7-1-2-15,3-5-7 16,4-2-68-16,4-9-60 16,3-8-78-16,1-5-161 15,-1 0-143-15</inkml:trace>
  <inkml:trace contextRef="#ctx0" brushRef="#br0" timeOffset="2420.67">20629 3407 1166 0,'0'0'108'15,"0"0"-83"-15,0 0 48 16,0 0-21-16,0 0-22 0,115-23-23 16,-65 21-5-16,6-2-2 15,2 2 0-15,-3 2-10 16,-6 0-124-16,-11-2-219 16,-12 0-296-16</inkml:trace>
  <inkml:trace contextRef="#ctx0" brushRef="#br0" timeOffset="2616.25">20920 3248 1269 0,'0'0'91'16,"0"0"-91"-16,0 0-19 0,0 0 19 15,0 0 21 1,0 0-9-16,36 110-7 0,-26-72-3 15,-1 1-2-15,-1-3-62 16,2-4-168-16,-1-10-225 16</inkml:trace>
  <inkml:trace contextRef="#ctx0" brushRef="#br0" timeOffset="3184.45">21284 3317 1190 0,'0'0'203'0,"0"0"-203"16,0 0 0-16,0 80 1 15,7-55 4-15,11-7 5 16,2-5-3-16,-1-7-1 16,-5-6-3-16,-3 0 13 15,-3-5 3-15,-1-14-1 16,-2-7 7-16,0-9-13 15,-2-3 18-15,4-7-21 16,1 0-7-16,2 5 4 16,0 10-5-16,-1 15 0 15,-2 10-1-15,-1 5-7 16,2 4-5-16,6 16-13 16,1 7 13-16,0 1 12 15,0-3 2-15,-1-5 3 0,-3-5-3 16,-5-7 0-16,-2-4-4 15,-2-4 2-15,-2 0-5 16,0 0 5-16,0 0 0 16,0-7-30-16,0-6-19 15,-7 0 27-15,-5-2-6 16,-3 4 18-16,0 5-2 16,-3 6 4-16,-1 0 8 15,-2 23 2-15,-2 8 15 16,-1 11 9-16,7 7-2 0,7 0 3 15,7-2-1 1,3-5-2-16,6-9-9 16,16-6-2-16,5-9 2 0,8-5-13 15,5-9 11-15,2-4-13 16,3 0-2-16,-1-4-91 16,-1-13-47-16,-3-3-92 15,-6-1-281-15</inkml:trace>
  <inkml:trace contextRef="#ctx0" brushRef="#br0" timeOffset="3366.15">21923 3324 1248 0,'0'0'287'0,"0"0"-286"0,0 0 1 15,0 0 6-15,0 0 6 16,85-2 1-16,-43 2-15 15,-7 6 0-15,-3-3-131 16,-9-1-68-16,-6-2-213 16</inkml:trace>
  <inkml:trace contextRef="#ctx0" brushRef="#br0" timeOffset="3516.04">21929 3507 525 0,'0'0'877'16,"0"0"-877"-16,0 0-70 0,0 0 69 16,139-21 1-1,-82 11-209-15,2-3-241 0</inkml:trace>
  <inkml:trace contextRef="#ctx0" brushRef="#br0" timeOffset="3848.51">22499 3362 1284 0,'0'0'9'16,"0"0"0"-16,0 0-1 15,-23 82 26-15,29-52-6 16,17-4-9-16,6-7-9 0,7-8 12 16,-1-10-7-1,0-1 11-15,-5-3-9 0,-3-14 5 16,-5-2 28-16,-7-2-5 15,-5-2 1-15,-6-1 2 16,-4-3-14-16,0-4-1 16,-11-1-12-16,-13-2-17 15,-2 6 2-15,-1 6-6 16,2 7 0-16,2 9 0 16,-1 6-7-16,1 0 3 15,-2 12-1-15,5 10-40 16,5 2-69-16,5 2-119 15,4-6-180-15</inkml:trace>
  <inkml:trace contextRef="#ctx0" brushRef="#br0" timeOffset="5482.07">16707 4532 767 0,'0'0'249'0,"0"0"-219"15,0 0-3-15,0 0 112 16,0 0-20-16,0 0-49 16,-22-21-15-16,20 16-15 15,2 1 16-15,-2 0-22 16,2 0-3-16,0 1 0 16,0-2-7-16,0-1-7 15,0 0-13-15,0 0 2 16,0-1 2-16,0 0-6 15,0 2 5-15,0-2-5 16,10 2-2-16,2-1 0 0,5 0-3 16,2 2 3-16,0 3 0 15,0 1 0-15,-2 0-1 16,-1 5-3-16,-2 17-1 16,-2 3 4-16,-8 9-1 15,-4 5 2-15,0 1 0 16,-3 3 0-16,-15-5 3 15,-6-3-1-15,3-5-2 16,-4-6 4-16,1-4-1 16,4-3 0-16,0-4-3 15,6-6 2-15,4 0-2 16,7-6 0-16,3-1 1 16,0 0 6-16,3-11-7 15,21-19-2-15,9-8-11 0,9-7 6 16,3-1 7-16,-1 2-6 15,-1-1-1-15,-1 3 4 16,-4 1 6-16,-4 0-2 16,-3 3-1-16,-4 3 4 15,-3 5-3-15,-6 5 0 16,-8 8-1-16,-3 6 7 16,-5 7 1-16,-2 2 4 15,0 2-2-15,0 0-10 16,0 0 1-16,-13 5 1 15,-6 16 0-15,-7 11 6 16,0 6-6-16,3 6 2 16,4 0 1-16,8-1-3 0,7-4 10 15,4-6-7 1,0-2 2-16,12-8 0 0,8-2-7 16,7-5 0-16,3-2 0 15,3-5-2-15,4 1 1 16,2-4-34-16,1-1-29 15,2-4-66-15,-1-1-139 16,-1 0-130-16</inkml:trace>
  <inkml:trace contextRef="#ctx0" brushRef="#br0" timeOffset="5898.76">17458 4622 1391 0,'0'0'77'15,"0"0"-75"-15,0 0 21 16,0 0 25-16,0 0-19 16,135-5 8-16,-65 5-23 15,0 0-11-15,-5 0-1 16,-6-2 2-16,-7-2-4 16,-10-1 1-16,-13-1 6 15,-9 2-5-15,-11 1-2 16,-4-3 0-16,-5 0 9 15,0-1-4-15,0-2 19 16,0 2-2-16,-10-2-20 16,-4 0-3-16,1 3 1 15,-2-1 0-15,0 4 15 0,2 0-15 16,4 3 6-16,3 0 1 16,4 0-6-16,0 0 5 15,2 1-6-15,0 9 0 16,0 1-1-16,0 2 6 15,0-4-5-15,0 4 0 16,0-3 1-16,0 1-3 16,0-1-13-16,7 3-56 15,-1-3-106-15,3-4-136 16,3-5-337-16</inkml:trace>
  <inkml:trace contextRef="#ctx0" brushRef="#br0" timeOffset="6160.46">18280 4412 1258 0,'0'0'147'0,"0"0"-132"15,0 0 6-15,0 0 17 16,0 0-27-16,0 0 47 15,17 124-16-15,-4-78-23 16,0-2 4-16,-1-5-12 16,-2-3-11-16,-3-1 1 0,-3-6-1 15,0-7-59-15,-4-6-89 16,2-10-131-16,-1-6-269 16</inkml:trace>
  <inkml:trace contextRef="#ctx0" brushRef="#br0" timeOffset="6319.49">18352 4216 1153 0,'0'0'85'0,"0"0"-85"16,0 0-5-16,0 0-21 0,0 0-215 15,0 0 37-15,43 59-244 16</inkml:trace>
  <inkml:trace contextRef="#ctx0" brushRef="#br0" timeOffset="6898.67">18484 4480 650 0,'0'0'401'0,"0"0"-372"16,0 0-6-16,0 0 80 15,0 104-20-15,5-70-26 16,7-2-28-16,-2-3-14 15,0-7 3-15,-4-7-9 0,1-6 0 16,-4-6 3-16,0-3-9 16,1 0 16-16,1-3 21 15,2-13-1-15,3-10-26 16,0-5-12-16,0-7 1 16,-2-3-1-16,0-1 0 15,-2 10-1-15,-3 11 5 16,-2 11-4-16,1 8 7 15,-2 2-8-15,0 12-13 16,4 16 13-16,0 9 0 16,7 5 11-16,3-2 0 15,6-7-8-15,8-6 1 16,3-9 0-16,4-5-2 16,2-8 6-16,2-5-7 15,-1 0-2-15,-4-9-7 0,-6-10-23 16,-4-2-5-16,-8-6 9 15,-6-1 7-15,-7-4 4 16,-3-5-13-16,0-5 16 16,-5-3 8-16,-13-5 5 15,-5-1 2-15,1 1 5 16,-1 7 16-16,6 9 39 16,6 15-25-16,5 10 7 15,6 9-1-15,0 10-43 16,0 28-4-16,0 14 4 15,3 14 10-15,9-3-4 16,1-1-6-16,3-4 0 0,0-4-1 16,-1-4-29-16,-3-5-99 15,-6-7-110-15,-3-14-402 16</inkml:trace>
  <inkml:trace contextRef="#ctx0" brushRef="#br0" timeOffset="8034.7">18913 4543 1270 0,'0'0'205'15,"0"0"-205"-15,0 0-17 16,0 0 17-16,0 0 31 16,138-9-16-16,-78 2-11 0,0-7-4 15,-5 0 5-15,-12 2 1 16,-14 5-1-16,-14 5 1 15,-13-1-6-15,-2 3 13 16,0 0 41-16,-5 0-26 16,-10 0-6-16,-4 0-13 15,-1 14-7-15,1 4 0 16,8 2-1-16,5 2-1 16,6 1 0-16,0 3-1 15,14-5 1-15,15-1 0 16,11-7-9-16,12-6-5 15,10-7-5-15,1 0-12 0,-1-10 18 16,-10-9 9-16,-14 0 4 16,-11 1-4-16,-13 3 1 15,-11 0 3-15,-3 1 3 16,0-4-3-16,-17 0 12 16,-4-1-7-16,-3-1-5 15,2 7 12-15,4 5-2 16,3 5 9-16,4 3-19 15,0 1 2-15,1 22-4 16,5 14 2-16,2 8 0 16,3 13 13-16,0 4-6 15,0 3 3-15,6-3-5 16,4 0 5-16,-4-6-9 0,-2-8 1 16,-2-9-2-1,-2-12 3-15,0-12-3 0,-6-7 5 16,-11-4 1-16,-8-4 4 15,-9 0 1-15,-1-3-10 16,3-19 4-16,7-10 0 16,10-5-5-16,13-1-7 15,2-2-22-15,24 2-14 16,14 0 1-16,11-2-5 16,5-1 4-16,1-2-22 15,1 2 40-15,3-5 25 16,-1 3 6-16,-4 1 4 15,-14 4 58-15,-12 7-27 16,-15 7-4-16,-13 7 0 0,0 2 7 16,0 3-21-16,-16 2-6 15,0 5-10-15,0 5-3 16,3 0 0-16,0 1-2 16,1 16-2-16,2 6-1 15,5 1-2-15,5-1 3 16,0 1-3-16,1-4 2 15,16-2-43-15,2-6-32 16,3-3-64-16,-3-6-65 16,1-3-58-16,-3 0 11 15,-7-1 6-15,0-11 246 16,-5-2 2-16,0-3 182 16,2 1 31-16,1-1-13 0,2 5-54 15,3 2-65-15,5 3-20 16,2 7-43-16,1 0-13 15,3 0 3-15,-1 20-1 16,-3 8 13-16,0 5 7 16,-5 1-19-16,-8 2 10 15,-5-4-9-15,-2-6-9 16,0-9 4-16,-11-5 34 16,-3-8 10-16,-2-4 26 15,5 0-9-15,-1-4-20 16,5-19 7-16,4-12-36 15,3-7-8-15,1-2-10 0,18 5-5 16,6 6 0-16,2 11 1 16,-1 5-14-16,5 5-9 15,-1 7-29-15,-1 5-64 16,-6 0-140-16,-10 11-271 16</inkml:trace>
  <inkml:trace contextRef="#ctx0" brushRef="#br1" timeOffset="12664.05">16986 5546 864 0,'0'0'78'16,"0"0"-67"-16,0 0 83 16,0 0 29-16,0 0-23 15,0 0-42-15,0-21-24 16,0 21 7-16,0 0-13 16,0 7-15-16,0 19-13 15,2 14 22-15,2 8 50 16,0 3-33-16,-1-2-26 15,-1-2-3-15,-2-1-9 16,0-2 4-16,0-6-5 16,0-5-2-16,0-8-2 15,0-5-86-15,0-4-73 16,0-9-41-16,0-7-295 0</inkml:trace>
  <inkml:trace contextRef="#ctx0" brushRef="#br1" timeOffset="13115.07">16885 5515 293 0,'0'0'785'0,"0"0"-724"0,0 0-51 15,0 0 57 1,0 0 5-16,0 0-49 0,32-11 3 16,-3 11-5-1,4 3 22-15,7 12 19 0,5 5-26 16,6 7 1-16,2 4-15 16,-1 6-10-16,-4-1 2 15,-4 1-5-15,-9-2-5 16,-7-3 4-16,-6 1-5 15,-10-5-1-15,-7 1 1 16,-5-1 6-16,-4 2 12 16,-19 0 11-16,-9 2-3 15,-4-4 2-15,-6 3-8 16,-3-3-9-16,-4-2-4 16,3-2-10-16,2-5 8 15,8-3-8-15,10-6 0 16,11-3 0-16,8-3-2 0,6-3-21 15,1-1-47-15,0 0-105 16,25-3-55-16,11-16-203 16</inkml:trace>
  <inkml:trace contextRef="#ctx0" brushRef="#br1" timeOffset="14196.64">17695 5850 972 0,'0'0'142'0,"0"0"-133"16,0 0 65-16,0 0 33 15,0 0-49-15,0 0-35 16,-7 0-12-16,15 0 10 16,9-1 11-16,4-2 12 15,11 2-9-15,5-2-18 16,10 2-12-16,8-2 5 16,7 2-9-16,3-2-1 15,0-1 0-15,-4 0 0 0,-8-1 0 16,-3-4-1-1,-6-1 3-15,-6 0-1 0,-6-2-1 16,-9 2 0-16,-6 3 1 16,-10 3 5-16,-5 0-6 15,-2 2 5-15,0 1-1 16,0 0 3-16,0 0 10 16,0-3-15-16,-4 1 8 15,-2-1-7-15,-1 1-1 16,-2 1-2-16,3 2-1 15,-1 0 1-15,3 0 1 16,1 0 0-16,3 0 8 16,0 0-7-16,0 0 0 15,0 0-2-15,0 0-1 16,0 0 1-16,0 6-5 16,0 7 4-16,0 4-9 15,0 0-122-15,0 0-66 0,10-6-187 16</inkml:trace>
  <inkml:trace contextRef="#ctx0" brushRef="#br1" timeOffset="14665.37">18721 5802 1109 0,'0'0'219'0,"0"0"-219"0,0 0-7 16,0 0 7-16,89-43 27 15,-48 24-9-15,-5 2-15 16,-10 0-3-16,-7-4 7 16,-7-3-6-16,-5-5 11 15,-4 0-1-15,-3-4-7 16,0 3 40-16,-3 1-24 15,-13-3-9-15,0 2 1 16,-3 1-7-16,2 5 13 16,4 8 2-16,4 8 8 15,8 5 10-15,-1 3-14 16,2 0-24-16,0 21-4 16,0 18 4-16,2 19 3 0,13 7 12 15,5 7-10 1,0 3 23-16,2 7-11 0,-4-1-1 15,-1-1-3-15,-7-5-11 16,-2-7-2-16,-4-10 0 16,-4-8 1-16,0-10-4 15,0-8-28-15,0-10-61 16,0-5-152-16,0-9-34 16,0-8-287-16</inkml:trace>
  <inkml:trace contextRef="#ctx0" brushRef="#br1" timeOffset="14937.75">18854 5768 1043 0,'0'0'284'16,"0"0"-249"-16,0-85 2 16,29 66 42-16,11 9-45 15,7 10 9-15,0 0-30 16,-5 19 20-16,-9 9-16 15,-8 5-5-15,-12 1 7 16,-9 0-9-16,-4-1-10 16,0-1 7-16,-10-6-7 15,-5-2-3-15,-2-7-2 16,7-6-14-16,3-7-75 16,7-4-69-16,0-3-17 15,21-16-201-15,6-7-196 0</inkml:trace>
  <inkml:trace contextRef="#ctx0" brushRef="#br1" timeOffset="16046.62">19251 5812 702 0,'0'0'230'16,"0"0"-114"-16,0 0 20 15,0 0-3-15,82-81-51 16,-72 66-6-16,-6 2-5 16,-4 4-20-16,0 0 5 15,-7 3-28-15,-8 2-16 16,-3 4 0-16,-1 0-10 15,-1 6 3-15,2 19-5 16,5 9 5-16,7 3-7 0,6 1 2 16,0-3 0-1,19-6-4-15,10-7 1 0,9-7-1 16,1-7-18-16,3-8-36 16,-3 0-11-16,-7-5-54 15,-8-10 16-15,-7-6 38 16,-6 0 33-16,-7-4 36 15,-2-2 5-15,-2-2 11 16,0 1 56-16,0 3-14 16,0 4-6-16,0 6 30 15,8 4-52-15,8 5-9 0,3 5-15 16,5 1-1 0,3 0-2-16,-3 12-2 0,2 7 0 15,-4 1 14-15,-6 3-12 16,-6-1-1-16,-8 0 6 15,-2-3-7-15,-3 0 17 16,-16 0-17-16,-3-4 1 16,1-4 5-16,3-3-3 15,8-7-3-15,4-1-1 16,6 0-4-16,0-17-9 16,6-8-117-16,11-5 43 15,9-1 84-15,2-2-20 0,2-3 22 16,2-1 1-1,0 2 1-15,-5 0 11 0,-8 5 6 16,-3 3 2 0,-10 3 24-16,-6 4-8 0,0 3 22 15,0 2-16-15,0 2-3 16,-2 3-14-16,-2 1-14 16,2 5 2-16,2 4 13 15,0 0-25-15,0 0 7 16,0 0-8-16,-1 17-9 15,1 21 8-15,0 17 1 16,0 15 6-16,0 8 11 16,0 5-7-16,0 8 6 15,6-1-8-15,4 1-1 16,3-5-10-16,4-12 3 16,2-10 0-16,-1-21-4 15,0-17 1-15,2-19-13 0,4-7 4 16,3-13 4-16,-1-21 3 15,-4-12 5-15,-7-4 0 16,-13-4 4-16,-2 0-4 16,-14 0 0-16,-19 0-1 15,-11 1 4-15,-5 7-3 16,-2 7 0-16,8 12 3 16,11 12-7-16,13 7 2 15,11 7 2-15,8 1-3 16,0 0-3-16,7 0-23 15,22 1-27-15,7 3 13 16,7-4-2-16,2-1 6 0,-1-19 31 16,-5-4 6-16,-3-3 2 15,-4-1 7-15,-8 3 2 16,-9 3 8-16,-11 7 15 16,-4 8 8-16,0 0 9 15,0 6-18-15,-6-1-20 16,-6 2 6-16,-1 0-15 15,-2 10 2-15,0 15-8 16,1 10 5-16,8 5-1 16,6 7 0-16,0-3 6 15,13-5-12-15,12-7 3 16,7-8-40-16,5-10-62 16,3-9-102-16,5-5-264 0</inkml:trace>
  <inkml:trace contextRef="#ctx0" brushRef="#br1" timeOffset="16446.48">20416 5612 1020 0,'0'0'328'0,"0"0"-285"16,0 0 24-16,0 0 17 16,0 0-36-16,0 0-18 15,-71 103-16-15,71-63 9 16,8-2-9-16,12-10-12 15,5-3-2-15,2-10 6 16,8-11-6-16,2-4 2 0,1-4-1 16,-2-18-1-16,-5-5-1 15,-7-4-2-15,-4-4 1 16,-8-4-4-16,-9 0 6 16,-3 0-4-16,0 3-7 15,-14 1 11-15,-3 5 11 16,3 11-8-16,4 6 9 15,3 13 13-15,5 0-9 16,0 0-16-16,2 25-14 16,0 11 14-16,0 10 4 15,0 0-1-15,0-5 2 16,9-7-4-16,1-3-2 16,-2-3 0-16,0-5-68 15,-5-3-120-15,-3-9-202 0</inkml:trace>
  <inkml:trace contextRef="#ctx0" brushRef="#br1" timeOffset="16595.32">20577 5727 1302 0,'0'0'92'16,"0"0"-88"-16,0 0-4 15,87-46 0-15,-38 36-6 16,3 4-94-16,-1 2-112 0,-4 2-81 15,-7-1-48 1</inkml:trace>
  <inkml:trace contextRef="#ctx0" brushRef="#br1" timeOffset="17446.21">21199 5543 1100 0,'0'0'13'16,"0"0"-12"-16,0 0 6 16,0 0 0-16,0 0-6 15,0 0 6-15,-3-4 34 16,-1 2 54-16,1 1 5 16,-3-1-15-16,-1 1-50 0,1 0 0 15,3 1 3-15,1 0-22 16,1 0-4-16,-4 0-8 15,-6 0 2-15,0 0-6 16,-4 2 0-16,0 7 3 16,3 2 2-16,4 0-5 15,4-2 0-15,4 3 0 16,0 0-9-16,9 4 5 16,8 2 8-16,1 2-2 15,3-2 6-15,1 0-8 16,0 0 0-16,-2-3-3 15,-1-2 3-15,-9-4 0 0,-6-1 0 16,-4-4 3-16,0 2 2 16,-4 1 11-16,-18 2 27 15,-10 1 17-15,-3-3-37 16,-3 0-3-16,3-4-19 16,4-1 3-16,5-2-7 15,9 0 3-15,5 0-50 16,11-1-27-16,1-8-23 15,16-3-141-15,16 0 54 16,8 0 120-16,5-2-18 16,2-1-1-16,2-2 86 15,6-3 8-15,5-4 54 16,5-5 77-16,0 0-1 0,-10 0-57 16,-13 7 35-16,-17 6-52 15,-18 7-31-15,-7 1 41 16,-1 2-11-16,-20 0-28 15,-6 1-16-15,-2-1-13 16,0 6 8-16,4 0-14 16,5 0 1-16,3 6-1 15,5 4-2-15,2 1 2 16,6 0 0-16,2 1-7 16,2 2 4-16,0 0-4 15,5-1 1-15,15 2 6 16,9 1-2-16,4-2 2 0,2 3 8 15,0 2-8 1,-5 2 6-16,-3 5-6 0,-9 2 0 16,-8 4-1-1,-8-1 4-15,-2 1-3 0,-5 1 2 16,-15-1-1-16,-5 0 0 16,-4-1-1-16,-2-4-58 15,2-7-227-15,11-16-364 16</inkml:trace>
  <inkml:trace contextRef="#ctx0" brushRef="#br1" timeOffset="17575.63">21933 5731 1716 0,'0'0'31'16,"0"0"-29"-16,0 0 5 0,0 0-7 15,0 0-46 1,0 0-283-16,-4-13-498 0</inkml:trace>
  <inkml:trace contextRef="#ctx0" brushRef="#br1" timeOffset="18629.58">16695 6943 281 0,'0'0'400'0,"0"0"-287"15,0 0-41-15,-7-81 80 16,6 63-13-16,-1 6-27 16,0 6-37-16,0 6-3 15,2 0-51-15,0 17-21 16,0 19 0-16,0 14 14 16,9 8 9-16,2 1-15 0,3-6-4 15,-6-5-4 1,-2-11 1-16,-3-8-1 0,-3-13 3 15,0-7-3-15,0-5 0 16,0-4 3-16,0 0 2 16,0 0 12-16,0-8 3 15,0-13 7-15,0-8-27 16,3-1 0-16,8 2 0 16,13 2 0-16,6 6-6 15,6 9 5-15,3 8 1 16,0 3-3-16,-4 3-1 15,-5 15-1-15,-5 8 2 0,-6 6 1 16,-9-3-8-16,-9 2 10 16,-1-4 2-16,-6-6 18 15,-16-1 19-15,-8-4 13 16,-7 0-9-16,-5-4-10 16,-3-4-17-16,1 0-3 15,6-2-11-15,11-3-2 16,11-3 0-16,9 0-3 15,7 0-22-15,0-1-56 16,19-19-125-16,12-7-298 16,7-9-88-16</inkml:trace>
  <inkml:trace contextRef="#ctx0" brushRef="#br1" timeOffset="18962.68">17024 6692 1211 0,'0'0'159'16,"0"0"-138"-16,0 0 20 15,0 0 6-15,0 0 9 16,0 0-50-16,102-13-6 16,-88 31 0-16,-10 4-7 15,-4 5 7-15,0 1 8 16,-19 1-7-16,-11 0 4 0,-4-5-4 15,4-6 7 1,7-7-4-16,9-8 13 0,11-3 21 16,3 0 3-1,5 0-23-15,27-6-14 0,16-8 13 16,13 1-16-16,5 1-1 16,-2 6-3-16,-2 4-53 15,-6 2-61-15,-7 0-87 16,-14 9-138-16,-18 5-217 15</inkml:trace>
  <inkml:trace contextRef="#ctx0" brushRef="#br1" timeOffset="19120.32">17235 7123 1143 0,'0'0'121'0,"0"0"-104"16,0 0-17-16,97-5 30 15,-42-1-30-15,7 1-11 16,2 1-99-16,-3-3-147 16,-8-2-215-16</inkml:trace>
  <inkml:trace contextRef="#ctx0" brushRef="#br1" timeOffset="19696.41">17838 6817 1185 0,'0'0'163'0,"0"0"-146"0,0 0-1 15,0 0 27-15,0 0-31 16,0 0 26-16,-10 107-21 16,0-68-10-16,-3-1 0 15,-4-6 4-15,-2-4-2 16,2-6-8-16,3-9 3 15,4-3-4-15,5-7 0 16,3-3 2-16,2 0-2 16,0 0-9-16,0 0-3 15,0-6-22-15,6-8-10 16,5 1 10-16,4 3 30 16,4 3 4-16,2 7-5 15,4 0 5-15,5 0-1 0,2 10 5 16,3-3-4-16,2-3 0 15,-3-2 2-15,-6-2-5 16,-8 0-5-16,-9 0-7 16,-5-3 15-16,-6-7 2 15,0-4 6-15,0-1 4 16,-7 0 12-16,-3 0-1 16,-2 0 3-16,2 0-5 15,5 2 2-15,0 8-10 16,5 0 23-16,0 5-2 15,0 0-18-15,0 6-16 16,0 18 3-16,2 9-3 0,6 6 15 16,-2 5-12-16,-2-3 2 15,3-1-5-15,-5-4-2 16,1-1-3-16,-3-3-93 16,0-5-105-16,0-3-84 15,0-10-291-15</inkml:trace>
  <inkml:trace contextRef="#ctx0" brushRef="#br1" timeOffset="20129.93">18356 7058 1157 0,'0'0'83'0,"0"0"-71"15,0 0 64-15,0 0 42 16,0 0-43-16,0 0-41 16,-27-66 5-16,8 66-10 15,-4 7-21-15,-4 18 11 16,3 4-7-16,3 5 4 16,6 2-1-16,5-6-8 15,10-5-4-15,0-5-3 16,0-7-3-16,8-6 3 15,9-5 0-15,4-2-8 0,4-2-1 16,1-15-7 0,-2-10 6-16,0-2 7 0,-4-4-4 15,-3 0 7-15,-2 6 0 16,-5 8 5-16,-3 4 0 16,-4 11-4-16,2 4 2 15,3 0-3-15,4 12 0 16,3 12 6-16,1 2-6 15,2 2-2-15,-2-2 2 16,4-2-101-16,2-5-117 16,6-9-103-16,4-10-310 15</inkml:trace>
  <inkml:trace contextRef="#ctx0" brushRef="#br1" timeOffset="20412.4">18865 6953 1170 0,'0'0'82'0,"0"0"-39"16,0 0 82-16,0 0-19 15,-105-21-49-15,81 37-31 16,-1 6 4-16,2 3-3 16,4 4-2-16,4 0-1 15,8 1-12-15,7-1 3 16,0-1-10-16,10-2 1 0,12-2-3 15,5-4 1 1,2-3-4-16,-1-6 0 0,2-3-4 16,2-3-10-1,0-5-32-15,3 0-45 0,2 0-108 16,-2-8-79-16,-3-12-329 16</inkml:trace>
  <inkml:trace contextRef="#ctx0" brushRef="#br1" timeOffset="20585.41">19265 7048 1085 0,'0'0'495'0,"0"0"-494"16,0 0 9-16,0 0-10 0,110-15 14 15,-58 15-14-15,-6 0-108 16,-10 0-159-16,-14 0-230 15</inkml:trace>
  <inkml:trace contextRef="#ctx0" brushRef="#br1" timeOffset="20747.12">19288 7133 1273 0,'0'0'225'0,"0"0"-225"0,0 0-30 16,0 0 30-1,94 4 0-15,-39-2-100 16,-7-2-168-16,-4 0-208 0</inkml:trace>
  <inkml:trace contextRef="#ctx0" brushRef="#br1" timeOffset="21412.08">20050 6803 802 0,'0'0'271'15,"0"0"-187"-15,0 0 19 16,0 0 64-16,0 0-62 16,0 0-63-16,-13-33-39 0,15 55 3 15,9 16 2-15,6 9 41 16,-3 8-35-16,-1 0 7 15,-3-1-18-15,-3-4-3 16,-3-2 0-16,-2-6-3 16,-2-9-19-16,0-7-61 15,2-13-94-15,0-11-96 16,4-2-203-16</inkml:trace>
  <inkml:trace contextRef="#ctx0" brushRef="#br1" timeOffset="21762.04">20261 6841 1151 0,'0'0'60'0,"0"0"-57"0,0 0 13 16,0 0 37-16,-85 57-14 15,59-26-26-15,3-1-9 16,-2-3 39-16,4-5-4 15,2-5-18-15,6-7 8 16,6-4 3-16,4-5 18 16,3-1-15-16,0 0-17 15,0 0 9-15,0 0-16 16,1 0-8-16,16 0 7 16,8 0-1-16,7 6 6 15,4-2-1-15,2 3-9 0,-2 1-3 16,1 1-2-16,-3 1 0 15,-4 3-3-15,-5-1-30 16,-7-3-50-16,-3 2-91 16,-5-5-37-16,-3-4-220 15</inkml:trace>
  <inkml:trace contextRef="#ctx0" brushRef="#br1" timeOffset="22204.29">20430 6567 1189 0,'0'0'179'16,"0"0"-140"-16,0 0 8 15,0 0-18-15,0 0 6 0,0 0-29 16,96-24 2 0,-80 39-8-16,-10 7-6 0,-6 3 6 15,0 7 6-15,-22-1 7 16,-5 0 29-16,-5-6-8 15,8-8 0-15,9-9 4 16,10-5-6-16,5-3 18 16,0 0-33-16,3 0-16 15,22 0 3-15,16-6-2 16,14-7 6-16,10 1-8 16,5-3-16-16,-8 0-29 15,-10 4-38-15,-17 5-98 16,-22 6-187-16,-13 0-384 15</inkml:trace>
  <inkml:trace contextRef="#ctx0" brushRef="#br1" timeOffset="22978.68">16347 6677 846 0,'0'0'110'0,"0"0"-92"0,-22-79 42 15,22 56 82 1,0 3-39-16,0 8-15 0,0 8-44 15,0 4 7-15,0 12-33 16,0 36-6-16,0 26 27 16,3 25 32-16,1 12-43 15,-2 10-14-15,-2 1 21 16,0-2-16-16,0-4-17 16,-6-17 2-16,5-15-4 15,1-18-2-15,0-22 2 16,0-13-31-16,0-11-56 15,5-14-128-15,5-6-92 0,0-21-128 16</inkml:trace>
  <inkml:trace contextRef="#ctx0" brushRef="#br1" timeOffset="24062">16521 6427 884 0,'0'0'145'0,"0"0"-141"16,0 0 7-16,0 0 138 15,0 0-3-15,0 0-58 16,-35-33-42-16,35 33-4 16,0 0-8-16,0 0 0 15,0 0-8-15,0 0-12 16,17 0 3-16,9 4 18 16,15 5 2-16,12 2-13 15,12-2-17-15,12 0 16 16,7-1-10-16,4-4-10 0,4 0 8 15,5-4-10 1,0 0-1-16,-1 0 6 0,-1 0-4 16,-3 0-2-1,-4 0 3-15,-1 0-3 0,-3 0 6 16,-1 0-6-16,0 3 1 16,-2 1 2-16,1 1-2 15,1-1-2-15,0-1 1 16,6 0-3-16,4-3 2 15,5 0 1-15,6 0 0 16,-1 0-2-16,0 0 6 16,1 0-4-16,-3-7 0 15,0-2 3-15,-4-2-1 16,-5-1-2-16,-2 2 1 16,-8-1-2-16,-3 4-1 15,-9-1 1-15,-5 3 1 16,-2 1-2-16,-1 1 1 0,0-3 1 15,4 2 0-15,-3-3 0 16,2 3-1-16,-5 3 1 16,-1 1-1-16,-4 0 2 15,-1 0-1-15,-3 0 0 16,3 0 4-16,0 0-4 16,2-7-2-16,6 2 2 15,2-5 4-15,1 1-2 16,-1 2-3-16,-6 0 1 15,-6 2-3-15,-7 1 1 0,-7 0 0 16,-4 1 2 0,-4 2 0-16,-5 0 1 0,-2-1-1 15,0-2 0-15,-1 0 0 16,2 1-2-16,1 1 2 16,0 0 0-16,0 0 0 15,0 2 3-15,-3 0-3 16,-7 0 0-16,-5 0 0 15,-5 0-4-15,-5 0 7 16,0 0-3-16,0 0 0 16,0 0 0-16,0 0 0 15,0 0 0-15,0 0 2 16,0 0 1-16,0 0-3 16,0 0-2-16,0 21-1 15,0 14 3-15,0 15 9 0,0 12-6 16,0 9 1-16,0 11 14 15,0 6-16-15,6-1 8 16,3-1-7-16,-1-5 1 16,1-11-4-16,-3-9 0 15,-2-11 0-15,-4-13-1 16,0-6-12-16,0-9-20 16,-10-3-41-16,-17-2-86 15,-10-8-202-15</inkml:trace>
  <inkml:trace contextRef="#ctx0" brushRef="#br1" timeOffset="25381.57">16295 7727 741 0,'0'0'103'0,"0"0"-95"0,0 0 73 16,0 0 118-16,0 0-116 16,0 0-44-1,-15 0-3-15,27 0 12 0,10 0-6 16,9 0 37-16,13 0-10 15,6 0-20-15,10 0-17 16,11 0-9-16,11 0 6 16,11 0-12-16,8 0 3 15,6 0-11-15,1-7-8 16,4-3 7-16,0 1-3 16,-3 2-3-16,-9-1 7 15,-8 2-8-15,-9 2 6 16,-9 0-2-16,-3-1-3 0,-5 1 2 15,3-1-2 1,4 1 0-16,1-2 7 0,4 4-9 16,0-1 2-16,0 1 3 15,0 0-1-15,1 0-1 16,0 0-1-16,-2 2-1 16,-4-1 0-16,1-1 1 15,1 0 1-15,0-4 4 16,-1 1-4-16,-1 0 4 15,-2 1-3-15,-6-1-3 16,-2 2 5-16,1-1-5 16,-2 1 4-16,3-2-5 15,0-2 1-15,4 0-2 0,3-6 1 16,1 2-3-16,-1 2 3 16,-5 2-2-16,-12 3 2 15,-8 4 0 1,-5-2 0-16,-6 1 1 0,1 1-1 15,-2-4 0-15,2 3-1 16,1-4 2-16,4 1 1 16,2 0-2-16,-1-2 3 15,-1 0-2-15,-5 2-1 16,-3 3 0-16,-3-1-1 16,-1 1 4-16,3-1-3 15,4 1 0-15,4-1 1 16,4-2 1-16,3 0-2 15,1-1 0-15,-1-1-2 16,-5 0 1-16,-4-1 1 0,-6 2 0 16,-5 1-1-16,-5-1 1 15,-2 1 1-15,1-2 0 16,-2 1 1-16,-2 1 1 16,-2 3 4-16,-5 0-5 15,-1 1 1-15,-3 0-6 16,-3 0 3-16,-4 0 0 15,0 0 0-15,0 0-9 16,0 0-9-16,0 0-37 16,0 0-89-16,-7-2-168 15,-7-11-280-15</inkml:trace>
  <inkml:trace contextRef="#ctx0" brushRef="#br1" timeOffset="26560.78">21851 6490 959 0,'0'0'246'16,"0"0"-215"-16,0 0-26 16,100-42 23-16,-51 46 24 15,2 24-6-15,0 17-6 16,-8 13-23-16,-10 4 3 0,-11 4-10 16,-10-5-4-1,-12-7-12-15,0-7 17 0,-18-12-8 16,-8-13 7-16,5-10-6 15,-1-8 25-15,7-4 4 16,5-4 3-16,5-20 8 16,5-11-32-16,0-13-10 15,17-5 4-15,10-4-2 16,6 3-7-16,2 11 3 16,-3 11-4-16,0 13-1 15,-8 9-7-15,2 10 9 16,-1 0 3-16,0 0-11 0,2 0 5 15,-1 0-10 1,-3 0 1-16,2 0 13 0,-9-3-2 16,-1-6 4-16,-3 1 0 15,-9-2 7-15,-3 3 1 16,0-1-5-16,-1 4 5 16,-15 0 14-16,-2 4-20 15,-4 0 5-15,-2 13-3 16,0 15 0-16,3 13 12 15,7 4-5-15,7 4-3 16,7-6 2-16,0-4-9 16,18-5-1-16,11-5 0 15,6-8-3-15,7-6-9 0,4-7-45 16,5-8-50 0,-3 0-77-16,-6-6-140 15,-9-13-239-15</inkml:trace>
  <inkml:trace contextRef="#ctx0" brushRef="#br1" timeOffset="28677.07">22764 6632 313 0,'0'0'547'16,"0"0"-411"-16,0 0 1 15,0 0 18-15,0 0-45 16,0 0-86-16,0-39-21 16,6 75 16-16,4 9 32 15,2 5-5-15,3-4-31 16,0-2 27-16,-1-6-22 15,-2-13-8-15,-5-9-2 0,-3-7-7 16,-2-6-2 0,-2-3 8-16,0 0-7 0,1 0 20 15,2-19-6-15,1-11-10 16,3-6-4-16,1-6 0 16,4 0-2-16,-1 5 0 15,1 11-12-15,-2 9 8 16,-1 11-8-16,1 6 6 15,-2 4 6-15,5 19-11 16,1 8 11-16,1 5 0 16,-2-4 7-16,2-7-5 15,-3-7-2-15,-4-6 0 16,-1-8 3-16,-4-4 1 16,-3 0-4-16,3 0 11 0,3-4-11 15,2-14 17-15,0-8-17 16,1-6 0-16,-2-4-3 15,-3-1 5-15,3 4-2 16,-5 9 0-16,-1 11 6 16,1 11-6-16,-2 2 0 15,2 2-8-15,3 22 2 16,2 8 6-16,4 4 12 16,4-3-7-16,2-5 1 15,8-7-6-15,7-9 0 16,0-7 2-16,1-5 5 0,-1 0-3 15,-9-5-4-15,-1-11 0 16,-7-4-2-16,-8 0-4 16,-7-3 6-16,0-1-2 15,-5 0 1-15,-11 3-11 16,3 8 11-16,-2 6-2 16,4 7 2-16,1 2-4 15,3 16 5-15,5 8 0 16,2-1-4-16,0-2 4 15,9-2 0-15,11-7-1 16,9-5 6-16,5-7-12 16,5-2 7-16,-1 0-27 15,-4-8-5-15,-6-5-19 0,-8-3-13 16,-6-2 33-16,-8-5-2 16,-1-1 33-16,-3-1 0 15,-1-1 2-15,1 8 7 16,-2 7-7-16,0 8 25 15,0 3-7-15,0 5-20 16,2 19 0-16,1 7 48 16,4 3-14-16,0-2-11 15,1-11-15-15,-2-5 4 16,0-7-7-16,0-6-1 16,-2-2-4-16,-3-1 6 15,2 0-2-15,4 0 8 16,4-9-9-16,0-10 3 15,1-2-6-15,-4-1-24 0,0 0 18 16,1 3-8 0,-2 0 5-16,-3 10 5 0,0 3 0 15,-1 6 3-15,2 10-1 16,5 14 0-16,3 7 2 16,6-3 17-16,2-4-15 15,7-10 12-15,2-6-10 16,1-8-2-16,-6 0 5 15,-3-10 2-15,-9-11-13 16,-6-5 4-16,-4-6-7 16,-3-5 7-16,0-6-15 15,0-2-3-15,-1-1-11 16,-8 5-7-16,-1 15 23 16,4 9 2-16,1 15 5 0,2 2-8 15,-3 12 9-15,3 15 0 16,0 7-2-16,3 3 14 15,0-7-7-15,0-6 0 16,5-9 0-16,2-6-3 16,-3-4 3-16,0-4 0 15,-4-1 16-15,0 0-15 16,0 0 11-16,0 0 0 16,3 0 1-16,-1-7 24 15,1-5-34-15,-2-3 0 16,-1 5 3-16,0 0 2 15,0 7-3-15,0 1 13 16,0 2-1-16,0 0-7 0,0 0-10 16,0 0-8-16,0 0 2 15,0 11-4-15,0 7 10 16,0 3 4-16,3 3 0 16,1 2 9-16,-2 1-9 15,-1-3 0-15,-1-3-3 16,0-4 2-16,0-8-3 15,0-5 0-15,0-3 2 16,0-1-2-16,0 0 3 16,0 0-2-16,0 0 13 15,6 0-13-15,2-11 16 16,6-13-9-16,2-8-5 16,4 0-4-16,0 6 1 0,2 7-17 15,4 9 16-15,0 3-13 16,4 7 14-16,-3 0 0 15,-2 3-1-15,-2 19-4 16,-6 2 4-16,-6 1 1 16,-7 2-2-16,-4-5 0 15,-1 2 2-15,-18-7 0 16,-1-4 1-16,-5 1 3 16,2-9-2-16,3 0-2 15,3-4 0-15,6-1-8 16,7 0-4-16,4-3-11 15,0-15-16-15,0-7-84 16,20-8 0-16,3-4 49 0,2 2 24 16,-2 0-13-16,-4 6 51 15,-2 5 12-15,-5 10 3 16,-6 3 28-16,-2 10 38 16,-3 1-24-16,2 8-45 15,0 13 7-15,3 8 36 16,-1 3-6-16,0 3-28 15,0-3 19-15,3-7-22 16,-3-8 2-16,-1-8-6 16,-1-6 9-16,-3-3-9 15,0 0 11-15,0 0 27 16,0 0 39-16,0-10-26 0,1-14-11 16,11-10-41-1,8 1 4-15,6 2-5 0,2 4 0 16,2 5 1-16,0 6 5 15,-3 7-4-15,-4 5 0 16,-3 4 4-16,-3 4 0 16,-2 20-3-16,-4 9 14 15,-1 8 16-15,-4 1 1 16,-5-5-16-16,-1-11-13 16,0-10-1-16,0-10-1 15,0-6-3-15,0 0 8 16,2-6-2-16,-2-19-6 15,0-10-2-15,0-6-18 16,0 0 10-16,0-3-42 0,0 7 4 16,-5 10-8-16,0 5-44 15,0 13 8-15,4 5-45 16,-3 4 25-16,1 0-54 16,-3 0-187-16,-1 7 86 15</inkml:trace>
  <inkml:trace contextRef="#ctx0" brushRef="#br1" timeOffset="29097.54">22741 7077 1131 0,'0'0'215'0,"0"0"-213"16,0 0 2-16,0 0 6 15,23 87 70-15,-8-22-10 16,-2 4-35-16,-3 4-12 16,-5-4-12-16,-2-4-8 15,-3-7-6-15,0-10-13 16,0-13-86-16,-6-14-72 15,-6-13-145-15,-3-8-79 16</inkml:trace>
  <inkml:trace contextRef="#ctx0" brushRef="#br1" timeOffset="29744.1">22724 7348 1200 0,'0'0'38'0,"0"0"-20"15,135-44-17-15,-65 20 58 16,2 4-36-16,-11 2 2 16,-15 1-19-16,-19 2-5 15,-13-2 7-15,-10 1-5 16,-4-5 16-16,0 0 38 16,-1 1-24-16,-9 7-5 15,1 5 5-15,4 5 9 16,0 3-8-16,0 2-34 0,-3 21 0 15,-1 17-2 1,3 11 6-16,1 4 11 0,2 4-7 16,3 0 5-16,0-5-5 15,0-7-6-15,4-13-2 16,5-13 0-16,-1-12 3 16,-5-6 1-16,-1-3-2 15,3 0 0-15,4-9 12 16,4-16-12-16,2-13 7 15,2-6-9-15,1-1 4 16,-1 5-9-16,-2 7 1 16,-3 13 4-16,-6 13-9 15,0 7 5-15,0 0-3 16,5 19 1-16,3 16 2 16,4 7 4-16,1-2 0 15,-1-3 0-15,3-12-1 0,-4-5 7 16,4-13-6-16,-4-5 0 15,-4-2-3-15,-2-3 1 16,0-17-5-16,-1-7-7 16,-3-7 13-16,0-1-1 15,-1 2 2-15,-3 4 1 16,0 13 5-16,-3 8 9 16,0 8 14-16,4 0-21 15,0 5-8-15,5 16 2 16,3 6-2-16,3 2 0 15,0-6-1-15,0-3-7 0,2-9-92 16,1-11-147 0,-3 0-215-16</inkml:trace>
  <inkml:trace contextRef="#ctx0" brushRef="#br1" timeOffset="29855.26">23551 7156 701 0,'0'0'115'15,"0"0"-115"-15,0 0-160 16,0 0-22-16</inkml:trace>
  <inkml:trace contextRef="#ctx0" brushRef="#br1" timeOffset="30211">23947 7193 637 0,'0'0'715'0,"0"0"-681"15,0 0-22-15,-91-22 88 16,72 22-14-16,6 0-64 16,1 2-9-16,2 11-13 15,2 2 5-15,1 1-9 16,5 1 4-16,2-2-2 16,0 0 1-16,0 0-2 15,15 3 3-15,7-1 3 16,2 0 1-16,-1-1 5 0,-5-5-6 15,-6-6 16-15,-7-1 18 16,-5-4-24-16,0 0 12 16,0 0 2-16,-3 4-20 15,-19 0 11-15,-11 3-11 16,-9-2-5-16,-5 0-2 16,-3 1-18-16,-5 0-44 15,-6 2-103-15,-4 7-164 16,-1-1-153-16</inkml:trace>
  <inkml:trace contextRef="#ctx0" brushRef="#br1" timeOffset="30494.74">22428 7853 467 0,'0'0'988'15,"0"0"-980"-15,102-20 16 16,-12 9-24-16,28-4 60 16,25-2-16-16,16 1-15 15,6 3-20-15,-4 3 13 16,-18 5-22-16,-16 4-10 15,-24 1 8-15,-33 0-105 0,-23 0-118 16,-25 0-79 0,-21 0-139-16</inkml:trace>
  <inkml:trace contextRef="#ctx0" brushRef="#br1" timeOffset="30793.25">22447 8031 258 0,'0'0'1144'0,"0"0"-1144"16,139 0-20-16,-25-6 20 15,22-6 95-15,12-2-67 16,17-1-23-16,10-5 9 16,-1 3-8-16,-8 1 14 15,-25 3-17-15,-32 6-3 16,-35 2-154-16,-36 0-249 16,-31-3-471-16</inkml:trace>
  <inkml:trace contextRef="#ctx0" brushRef="#br1" timeOffset="41160.06">20875 3915 783 0,'0'0'370'0,"0"0"-318"0,0 0-32 15,0 0 96-15,0 0-11 16,0 0-80-16,0 0-25 15,-24-30-1-15,36 47-10 16,8 15 11-16,3 9 3 16,4 6 3-16,3 6-1 15,2 0-4-15,1 0 11 16,2-3 2-16,-3-8-12 16,-5-6 14-16,-7-8-2 15,-7-9-9-15,-4-4 14 16,-4-7-16-16,-4-3 0 0,-1-4 12 15,0 1-5-15,0-2 21 16,0 0-4-16,0 0-23 16,-3 0-3-16,-13 0-1 15,-6-5-95-15,-4-1-102 16,8 1-65-16,9 0-168 16</inkml:trace>
  <inkml:trace contextRef="#ctx0" brushRef="#br1" timeOffset="41493.29">21345 4246 1106 0,'0'0'82'15,"0"0"-75"-15,0 0 38 16,0 0 66-16,0 0-13 16,0 0-75-16,-3-24-23 15,3 42-14-15,0 17 14 16,0 14 2-16,0 6 19 16,4 3-19-16,6-4 9 15,0-8-11-15,4-3 0 0,-3-11-2 16,-1-6 2-1,-3-8-9-15,-2-8-85 0,-4-8-68 16,-1-2-155-16,0-12-141 16</inkml:trace>
  <inkml:trace contextRef="#ctx0" brushRef="#br1" timeOffset="41657.49">21335 3933 1163 0,'0'0'0'0,"0"0"-214"15,0 0 185-15,0 0 28 0,20 89-154 16,-1-52-260-16</inkml:trace>
  <inkml:trace contextRef="#ctx0" brushRef="#br1" timeOffset="42307.69">21501 4307 670 0,'0'0'331'16,"0"0"-325"-16,0 83 9 16,2-48 25-16,10 5 17 15,1 1 4-15,1-2-44 16,-4-4 8-16,-2-10 5 0,-5-7-13 15,0-11 7 1,-3-5 4-16,2-2 7 0,0 0 38 16,0-2 1-16,3-17-2 15,0-11-63-15,1-10-4 16,3-6-3-16,-1-2-2 16,-1 0 0-16,-2 4-2 15,0 10 6-15,-2 10-4 16,0 11 0-16,-1 7 3 15,2 6-9-15,-1 8-9 16,6 19-9-16,2 9 23 16,2 5 2-16,4 0 3 15,0-6-4-15,1-5 5 16,4-7-2-16,1-6-2 0,2-8 1 16,4-5 7-1,1-4-8-15,-2 0 4 0,-2 0-4 16,-5-13 5-16,-6-4-4 15,-3 0-2-15,-5-7 1 16,-6-5 3-16,-1-6-3 16,0-6 1-16,-4-4-2 15,-12-3 6-15,0 6-8 16,-3 1 4-16,2 8 2 16,2 7 18-16,5 5-21 15,3 13 23-15,4 3 0 16,3 5-20-16,0 0-4 15,0 9-17-15,0 16 10 0,0 12 1 16,3 8 8-16,7 0-2 16,4 3 0-16,0-3 4 15,0 0-12-15,2-3-11 16,-2-1-86-16,-2-5-102 16,-3-9-164-16,-6-11-373 15</inkml:trace>
  <inkml:trace contextRef="#ctx0" brushRef="#br1" timeOffset="42961.03">21874 4403 1217 0,'0'0'122'0,"0"0"-122"16,0 0-29-16,0 0 29 15,114-4 0-15,-42 4 11 16,8 0-9-16,0-2 0 15,-5-8-1-15,-14-1 15 16,-21 2-7-16,-18 4-5 16,-17-1-2-16,-5 1 15 15,-2-1 49-15,-17-4-23 16,-2 5-20-16,-4 2-15 16,-2 3 6-16,5 0-14 15,2 16 2-15,5 12-4 16,7 8 1-16,8 2 1 0,0 0-1 15,14-5 2-15,15-8-1 16,13-6 0-16,7-14-24 16,0-5-6-16,0 0 1 15,-11-18 25-15,-7-1 4 16,-13-2 0-16,-6 1 7 16,-9 1 2-16,-3 1-9 15,0 0 14-15,0-2 8 16,-12 2 0-16,-2 2-6 15,-1 5-2-15,2 4 10 16,6 5-24-16,1 2-1 16,2 0-1-16,0 21-10 15,1 12 12-15,1 11-2 16,2 6 5-16,0 2-3 0,3 5 0 16,14-3 6-16,2-2-2 15,-3-7 16-15,-4-6-9 16,-7-7 1-16,-5-8-1 15,0-6 21-15,-18-5 3 16,-6-6-6-16,-6-1 10 16,-3-6-21-16,-2 0-7 15,-1 0 3-15,4-13-13 16,8-5 5-16,3 0-6 16,11 3-2-16,7-3-7 15,3 0-33-15,3-2-35 16,24-6-89-16,10 0-75 15,8-7-249-15</inkml:trace>
  <inkml:trace contextRef="#ctx0" brushRef="#br1" timeOffset="43840.59">22612 4418 736 0,'0'0'500'15,"0"0"-489"-15,0 0 39 16,0 0 37-16,55-80-18 15,-32 79-50-15,4 1-17 16,-2 10-2-16,0 14 18 16,-2 4 4-16,-6 4 12 15,-5-2-26-15,-7-5-2 0,-5-5 0 16,0-4-6-16,0-6 29 16,-7-2-2-16,-8-1 11 15,-1-6 4-15,0 0-20 16,0-1-2-16,4 0-5 15,5-9-15-15,4-10 4 16,3-7-4-16,0-6-25 16,23 0-9-16,9-2-45 15,7 8-11-15,2 6-41 16,1 6-33-16,-3 4 1 16,-6 4 74-16,-4 0 81 15,-4 0 8-15,-5 0 11 16,-4 1 54-16,-6 0 5 15,-3 3-21-15,-5-1 22 16,-2 1 27-16,0 0 5 0,-2-2-28 16,-10 1-62-1,-5 1 8-15,-2 2 2 0,-3 5-23 16,-2 18 9-16,6 5-4 16,1 5 3-16,7 0 9 15,6-5-15-15,4-3 5 16,0-7-7-16,6-6 5 15,11-5-5-15,1-5 2 16,2-2-2-16,-2-4 0 16,3-15-12-16,-4-6-7 15,-4-2-20-15,-5 0-13 16,-3 6 33-16,-3 6-28 16,-2 7 20-16,0 8 21 0,0 0-13 15,0 21-31-15,4 9 50 16,3 7 1-16,9-5 16 15,2-6 5-15,10-6-15 16,4-13 2-16,7-7 6 16,4 0 3-16,1-17 1 15,-8-4-18-15,-7-7 10 16,-14-4-5-16,-8-4-2 16,-7-6 11-16,0-5 5 15,0-3-4-15,-10-6 7 16,-9-1-15-16,0-5 6 15,3 11-4-15,1 13-6 0,7 18 42 16,4 13-8 0,4 7-19-16,-2 15-19 0,2 24-27 15,0 21 27-15,0 8 15 16,0 1-12-16,9-3 4 16,1-8-6-16,0-6-1 15,0-6 0-15,-4-10-78 16,-3-8-129-16,-3-10-132 15,0-9-336-15</inkml:trace>
  <inkml:trace contextRef="#ctx0" brushRef="#br1" timeOffset="45226.36">22737 4879 1195 0,'0'0'0'0,"0"0"5"16,0 0-5-16,99 4 45 15,-66 21-30-15,-3 10 21 16,-6 6-16-16,-8 2 34 15,-7 5-39-15,-9-1 11 16,0-3 3-16,-6-5-13 16,-7-11 7-16,0-11 0 15,1-8 12-15,2-6 28 16,0-3-12-16,0 0-11 0,-2-7-11 16,1-17-19-16,4-14 3 15,7-9-13-15,0-6-1 16,7 6 1-16,13 4 0 15,3 10-2-15,4 6-1 16,1 6-8-16,1 5 3 16,-3 4-11-16,1 2-48 15,-2 7 9-15,-1 3-25 16,-4 0 0-16,-3 0 22 16,-4 0 8-16,-3 9 43 15,-4-1 3-15,-2 2-19 16,-2 1 11-16,-2 1 15 15,0 5 41-15,0 10 16 0,0 4-26 16,0 7 37 0,-2 7-11-16,2-1-21 0,0-6 0 15,5-7-20-15,9-10-3 16,-1-11-7-16,0-3-1 16,2-7 7-16,-1 0 7 15,-1-8 2-15,-1-12 7 16,-5-5-17-16,-4-8 5 15,-3 1 4-15,0-2-17 16,-6 1 17-16,-13 2-17 16,-5 4 4-16,2 3-10 15,6 10 3-15,6 8-9 0,3 6 3 16,4 0-13-16,1 7-27 16,2 10-35-16,0-3-57 15,20-3-58-15,10-5 19 16,5-6-28-16,0 0-17 15,-4 0 76-15,-10 0 146 16,-4 0 95-16,-9 0 87 16,-2 0-23-16,0 2-23 15,2 11-16-15,1 7-35 16,4 5-29-16,0 6-5 16,1-3-14-16,1-2-14 15,-2-5 14-15,3-8-19 16,-5-5 1-16,-5-7 13 0,1-1-13 15,0 0 17 1,0-8 4-16,1-9-16 0,-5-5 9 16,-3-2-16-1,0-4-4-15,-6-1-1 0,-13 2-10 16,-4 7-4-16,-2 7 2 16,3 8-2-16,2 5-6 15,3 0 8-15,3 14-3 16,4 9 0-16,6 2-13 15,4-1 13-15,8-1-2 16,19-8-18-16,10-8 12 16,2-7-13-16,4 0-9 15,0-19 25-15,-3-8-39 16,-3-5 42-16,-8 0 2 0,-11 5 1 16,-8 2 2-16,-9 1 1 15,-1-2 8-15,0-4 11 16,-13-5-12-16,-5-2 5 15,-3 0-6-15,4 2 2 16,0 8 8-16,5 13-16 16,6 8 17-16,2 6-11 15,2 9-7-15,2 24-11 16,0 17 11-16,0 9 0 16,2-3 12-16,9 0-11 15,3-6-1-15,0-5 0 0,-3-4-8 16,-1-5-51-1,-5-8-150-15,-4-10-212 16,2-12-376-16</inkml:trace>
  <inkml:trace contextRef="#ctx0" brushRef="#br1" timeOffset="45494.32">23606 4930 553 0,'0'0'751'0,"0"0"-751"15,0 0 0-15,0 0 35 16,103-35 8-16,-60 35-29 16,3 0 9-16,-2 13 20 15,-4 6 36-15,-6 0-1 0,-7 1-34 16,-9-1-6-16,-7-2-21 16,-7-4 2-16,-4 1 2 15,0-3-20-15,0 0 7 16,-10 0-7-16,-9-2 3 15,-2 0-8-15,-6-3-44 16,-3-3-90-16,-3-1-146 16,-1-1-281-16</inkml:trace>
  <inkml:trace contextRef="#ctx0" brushRef="#br1" timeOffset="45842.43">22727 5559 391 0,'0'0'830'16,"0"0"-830"-16,131-31 0 16,-53 19 99-16,12 0-12 0,17-1-59 15,12-1 14-15,3 2-20 16,-9 5-8-16,-16 5-14 16,-21 2-3-16,-21 0-66 15,-18 0-70-15,-18 0-61 16,-19 3-76-16,0 0-149 15,-24 2 153-15</inkml:trace>
  <inkml:trace contextRef="#ctx0" brushRef="#br1" timeOffset="46073.07">22839 5774 839 0,'0'0'547'0,"89"0"-547"0,-9-2 0 15,25-9 51-15,19 1-3 16,2 1-31-16,-2 3-17 16,-10 3-3-16,-18 0-141 15,-19-3-181-15,-18-3-374 16</inkml:trace>
  <inkml:trace contextRef="#ctx0" brushRef="#br1" timeOffset="46170.2">23971 5674 134 0,'0'0'351'0,"0"0"-351"0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1:02:03.3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5480 7046 479 0,'0'0'122'0,"0"0"-107"16,0 0-6-16,0 0 89 15,0 0 5-15,0 0-16 16,0 0-33-16,15 0-36 16,18-8 9-16,25-10 36 0,21-9 8 15,32-11-41 1,26-8 1-16,29-11-2 0,19-6-4 15,9-3-13-15,-3 5-8 16,-19 11 1-16,-27 13-5 16,-28 13-3-16,-26 9 1 15,-23 8-64-15,-23 5-58 16,-29 2-146-16,-16 0-94 16</inkml:trace>
  <inkml:trace contextRef="#ctx0" brushRef="#br0" timeOffset="299.89">5574 7291 460 0,'0'0'641'0,"0"0"-604"16,0 0-37-16,149-60 0 16,-49 20 4-16,22-6 6 15,25-8 22-15,22-8 6 16,16-4-19-16,8 1 0 0,-8 6-13 16,-19 12-4-16,-26 12-4 15,-25 14 1-15,-23 9-101 16,-25 4-179-16,-23 3-187 15</inkml:trace>
  <inkml:trace contextRef="#ctx0" brushRef="#br0" timeOffset="419.52">7376 6699 1457 0,'0'0'0'16,"0"0"-99"-16,0 0-538 15,0 0 71-15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1:03:22.97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17489 1153 13 0,'0'0'877'16,"0"0"-777"-16,0 0-2 16,0 0 2-16,0 0 11 15,0 0 25-15,0 0-57 0,-17-15-47 16,20 14-25-16,18-4-6 16,16-1 9-16,23-1 4 15,18-5-6-15,16 0 9 16,16-4-2-16,4 0-7 15,-2-2 19-15,-10 3-22 16,-22 4-1-16,-20 8-4 16,-19 0 1-16,-18 3-5 15,-11 0 1-15,-11 0-44 16,-1 0-60-16,-3 6-70 16,-17 1 17-16,-3-4-252 15</inkml:trace>
  <inkml:trace contextRef="#ctx0" brushRef="#br0" timeOffset="274.07">18604 723 1080 0,'0'0'165'0,"0"0"-109"15,0 0-56-15,0 0-10 16,0 0 10-16,0 76 19 16,0-15 31-16,2 4-34 0,-2-2-12 15,0-3 1 1,0-1-3-16,0-4 0 0,0-2-2 16,-7-7-3-1,0-6-28-15,6-10-119 0,1-12-72 16,0-11-182-16</inkml:trace>
  <inkml:trace contextRef="#ctx0" brushRef="#br0" timeOffset="619.22">18890 883 1055 0,'0'0'130'15,"0"0"-127"-15,-45 82-3 0,33-26 0 16,7 3 28-16,5 1-13 16,0-9-10-16,22-9-5 15,5-11 3-15,6-14 2 16,1-9-4-16,-1-8 5 16,-4 0 14-16,-5-16-6 15,-7-9 3-15,-6-10 38 16,-11-2 51-16,0-6-50 15,-7 2-6-15,-18-3-15 16,-7 6-23-16,0 8-12 16,5 9-5-16,7 10-4 15,7 10-15-15,6 1-47 0,7 1-92 16,0 15 1-16,14-1-134 16,17-8-104-16</inkml:trace>
  <inkml:trace contextRef="#ctx0" brushRef="#br0" timeOffset="883.48">19493 658 1010 0,'0'0'225'15,"0"0"-213"-15,0 0-9 16,0 0-1-16,-21 111 17 0,21-38 16 15,0 11-5 1,0 7-1-16,0-1 23 0,-2-3-10 16,-3-6-27-16,2-5-8 15,-4-5-5-15,-1-9-2 16,-2-6-3-16,-2-15-157 16,1-17-177-16,-3-17-429 15</inkml:trace>
  <inkml:trace contextRef="#ctx0" brushRef="#br0" timeOffset="1037.71">19320 889 1241 0,'0'0'78'0,"0"0"-78"0,0 0-74 16,0 0 6-16,0 0-5 15,0 0-250-15</inkml:trace>
  <inkml:trace contextRef="#ctx0" brushRef="#br0" timeOffset="1189.77">19696 1140 1454 0,'0'0'95'16,"0"0"-95"-16,0 0 9 15,0 0-7-15,0 0-2 0,0 0-59 16,-55 8-271-16,70-1-203 16</inkml:trace>
  <inkml:trace contextRef="#ctx0" brushRef="#br0" timeOffset="1556.51">20253 819 1058 0,'0'0'90'16,"0"0"-65"-16,0 0 29 16,85-31 49-16,-38 20-52 15,4 7-46-15,5 1 2 16,-3 3-7-16,2 0 2 15,-4 3-6-15,-6 10-10 0,-11-1-211 16,-15-2-270-16</inkml:trace>
  <inkml:trace contextRef="#ctx0" brushRef="#br0" timeOffset="1768.12">20587 801 952 0,'0'0'204'0,"0"0"-204"16,0 0-4-16,-26 80 4 16,23-30 40-16,3 7-16 0,0 3-13 15,0 2-5 1,4-2-4-16,1-2 0 0,-1-4-2 16,0-5 0-16,-1-5-136 15,4-14-178-15,3-11-222 16</inkml:trace>
  <inkml:trace contextRef="#ctx0" brushRef="#br0" timeOffset="2399.84">20831 1272 64 0,'0'0'1071'15,"0"0"-1015"-15,0 0-38 16,0 0 52-16,28-87 35 15,-21 66-35-15,-4 3-28 0,0 0-8 16,-3 0 9-16,0 2-6 16,0 1-6-16,0 3 4 15,-7 7-21-15,1 5 10 16,5 0-23-16,-6 0-1 16,0 8 0-16,-1 16-3 15,-2 5 3-15,7 5 0 16,3-3 0-16,0-1-1 15,7-6 1-15,19-2-4 16,11-9-5-16,8-6-27 16,9-7-19-16,2 0-41 15,5-6-43-15,-6-12-3 16,-5-1 19-16,-10-2-11 0,-10-2 38 16,-11-2 82-16,-11-1 14 15,-8 2 33-15,0 3 62 16,-4 7 47-16,-12 7-34 15,-4 7-18-15,-6 0-16 16,0 16-53-16,-3 7-1 16,3 2 16-16,6 5-12 15,5-1-11-15,7-1 2 16,4-2-14-16,4-5 0 16,0-2-1-16,7-8 0 15,14-5 0-15,6-6 0 16,5 0 13-16,0-13-11 0,-2-8 0 15,-7-3 2-15,-8 3-3 16,-5 1 2-16,-6 3 2 16,-3 7-5-16,-1 4 11 15,0 6-9-15,0 0-2 16,0 0-7-16,5 9-12 16,9 7 14-16,9 3-16 15,12-6-209-15,12-8-26 16,7-5-353-16</inkml:trace>
  <inkml:trace contextRef="#ctx0" brushRef="#br0" timeOffset="3416.31">21722 1102 1085 0,'0'0'81'0,"0"0"-43"16,0 0 53-16,-90 21-27 15,75 9 6-15,6 5-49 16,9 0-8-16,0-7-13 15,20-6 3-15,12-7 3 16,9-10 7-16,2-5-6 16,2-3 0-16,0-19 0 15,-8-7-4-15,-7-7 5 16,-8-1-6-16,-12-3 4 16,-7 1-1-16,-3-2-1 15,0 0 1-15,-8-8 7 16,-9 3 17-16,1 5-3 15,2 8 9-15,6 16-8 0,1 10-4 16,5 7-14-16,-1 0-9 16,-2 26-18-16,0 12 14 15,-2 14 4-15,4 2 0 16,1 0 1-16,2-2 0 16,0-7-2-16,5-6 1 15,5-13-2-15,2-11 2 16,-5-8-4-16,-1-7-6 15,4 0 7-15,4-7 3 16,1-17 5-16,3-4 1 16,-1-5-4-16,-3 4-2 15,-1 4 2-15,-3 6-2 0,-4 10 2 16,1 8-2 0,-2 1-2-16,2 8-7 0,4 14-3 15,1 8 10-15,4 0 2 16,-2-3 0-16,6-4 0 15,7-8 2-15,1-5-2 16,9-5 0-16,2-5 1 16,-1 0-3-16,0-5 1 15,-2-11-32-15,-8-2 14 16,-5-1 16-16,-6-6 3 16,-7-2-2-16,-8-1 5 15,-2 4-3-15,0 7 0 16,-13 7-8-16,-4 10 8 15,-2 0 6-15,1 10-3 16,0 11-4-16,3 6 1 0,5 3 0 16,6 0-2-16,4 0 2 15,0-4-1-15,10-6-1 16,7-3-94-16,3-6-108 16,7-9-32-16,1-2-122 15,3-6 197-15,-5-15-13 16,-6-4-71-16,-3 0 245 15,-4 0 302-15,-1 3 7 16,-3 4-109-16,-2 7-42 16,2 6-49-16,3 5-35 0,5 0-47 15,4 2-24 1,6 17-2-16,1 10 7 0,1 5-8 16,-3 3 0-1,-9 1 4-15,-8-5 0 0,-9-6 1 16,0-9 2-16,0-9 22 15,-9-7 105-15,-1-2-25 16,-1-4-16-16,-2-16-38 16,2-14-37-16,9-7-7 15,2-11-5-15,2-2-6 16,18 2 5-16,4 6-5 16,5 10-6-16,6 10-16 15,-4 10-20-15,-1 13-3 0,-9 3-69 16,-9 11-117-1,-12 13-151-15,-13 6-371 0</inkml:trace>
  <inkml:trace contextRef="#ctx0" brushRef="#br0" timeOffset="4465.28">18861 2042 427 0,'0'0'409'0,"0"0"-385"16,0 0-12-16,0 0 155 15,0 0-19-15,39-78-76 16,-39 64-26-16,0 3 13 16,0-3 22-16,-3 2-9 15,-12 0-37-15,-3 3-27 16,-6 5-8-16,-4 4 7 16,-8 11-10-16,0 22 4 15,1 12-2-15,4 8-1 16,14-1 2-16,13-4-1 15,4-8-4-15,4-8 5 0,24-10 0 16,5-8-3-16,7-10 3 16,2-4 0-16,0 0-21 15,-7-16-26-15,-9-6-19 16,-7-3 33-16,-9 0 33 16,-7-3 0-16,-3-1 0 15,0 3 0-15,0 0 6 16,0 2 8-16,-3 7-8 15,0 8 9-15,0 5 9 16,3 4-9-16,0 0-15 16,0 7-12-16,0 22-8 15,0 13 20-15,0 9 7 0,0 7 4 16,0 3-2 0,0-1-3-16,0-3 18 0,-4-7-15 15,-11-9-1-15,-7-8 5 16,-3-8 35-16,-2-5-24 15,-1-7-11-15,1-4-11 16,3-7-2-16,6-2-1 16,8-3-95-16,10-21-87 15,0-9-264-15</inkml:trace>
  <inkml:trace contextRef="#ctx0" brushRef="#br0" timeOffset="4799.1">19124 2173 979 0,'0'0'321'0,"0"0"-321"15,0 0 0-15,-39 118 11 16,39-72 33-16,0 1-28 16,2-5-12-16,17-9-3 15,-1-12 2-15,2-9-2 16,4-11 0-16,2-1 13 15,1-12-2-15,5-15 1 16,-7-7-7-16,-3-5 4 16,-9-4 45-16,-11 2-11 15,-2 1-14-15,-14 4 20 0,-15 3-21 16,-9 4-28-16,0 13-1 16,3 10-1-16,3 6-11 15,4 7 4-15,9 16-71 16,11 2-94-16,8-2-69 15,15-12-303-15</inkml:trace>
  <inkml:trace contextRef="#ctx0" brushRef="#br0" timeOffset="5036.91">19589 1943 1330 0,'0'0'87'0,"0"0"-75"0,0 0 56 16,0 0-36 0,0 0-32-16,-10 80 0 0,15-15 11 15,-2 9 4-15,-3 3 6 16,0 6 1-16,-1-2 1 16,-11-1-16-16,2-3-6 15,-2-10-2-15,2-11 1 16,0-12-41-16,-1-17-163 15,0-18-184-15</inkml:trace>
  <inkml:trace contextRef="#ctx0" brushRef="#br0" timeOffset="5202">19444 2057 1321 0,'0'0'0'0,"0"0"-29"16,0 0-86-16,0 0 104 16,0 0-146-16,65 90-477 15</inkml:trace>
  <inkml:trace contextRef="#ctx0" brushRef="#br0" timeOffset="5348.96">19723 2318 1538 0,'0'0'90'0,"0"0"-77"16,0 0-12-16,0 0 2 16,0 0-3-16,0 0-104 15,-4-12-279-15,23 14-280 16</inkml:trace>
  <inkml:trace contextRef="#ctx0" brushRef="#br0" timeOffset="5735.35">20024 2263 1089 0,'0'0'128'0,"0"0"-123"16,107 6-5-16,-46-2 9 15,11-2-6-15,7 3 6 16,4-1 10-16,3 3-6 16,-10 0 16-16,-6-1 51 15,-15-2-53-15,-17-4-21 16,-10 0 18-16,-11 0 67 16,-7 0-14-16,-5-9-7 15,-3-4-9-15,-2 0-18 16,0-4-18-16,-7 0-9 15,-3 7-14-15,2 2 2 0,4 6-4 16,2 2-8-16,2 0 2 16,-1 0-13-16,-1 17-38 15,2 9 12-15,0 5-84 16,13-4-147-16,15-9-202 16</inkml:trace>
  <inkml:trace contextRef="#ctx0" brushRef="#br0" timeOffset="6132.62">21406 2086 1395 0,'0'0'76'0,"0"0"-68"16,0 0 23-16,0 0 69 15,0 0-39-15,-99-51-55 16,61 57-4-16,-5 17-2 15,-4 10 0-15,9 0 0 16,9-2-2-16,12-5-2 16,12-4 3-16,5-2 0 15,3-1-1-15,26 0 2 16,11 0-1-16,10-1 1 16,9-3 1-16,3-2-1 15,-1 3 2-15,-9-2-2 16,-13 2 2-16,-16-1-4 15,-16-2 0-15,-7 3-5 16,-12 4 4-16,-25 3 3 0,-19 3 9 16,-16-1 6-16,-7-4-8 15,0-3 2-15,14-7-7 16,17-8-1-16,15-3-2 16,17-3-64-16,16-20-125 15,10-10-228-15</inkml:trace>
  <inkml:trace contextRef="#ctx0" brushRef="#br0" timeOffset="6369.75">21527 1919 1328 0,'0'0'130'15,"0"0"-119"-15,0 0 48 16,0 0 7-16,0 0-58 15,0 0-8-15,-14 116 0 16,29-41 5-16,0 3-2 16,2 0-1-16,-4-4 1 15,1-5-3-15,-4-6-1 16,-5-4-8-16,-5-11-206 16,0-16-151-16,-2-19-436 15</inkml:trace>
  <inkml:trace contextRef="#ctx0" brushRef="#br0" timeOffset="6815.57">21517 2269 1200 0,'0'0'74'0,"0"0"-74"16,0 0 0-16,0 0 5 15,105-43-3-15,-55 34-2 16,-3 1-6-16,-10 3-35 15,-12 5 0-15,-14 0 32 16,-5 2 0-16,-6 18-8 0,0 7 17 16,0 4 8-1,1 0 26-15,2-3 12 0,3-4-10 16,2-5-6-16,0-5-11 16,2-3-10-16,0-7 0 15,0-3-2-15,0-1 3 16,0 0 9-16,2-9 35 15,1-10-6-15,-3-9-16 16,-1-7 0-16,-6-3-8 16,-1 0-10-16,-2 10 10 15,0 9 5-15,0 9-2 16,0 9-8-16,0 1-19 16,0 11-9-16,0 17-4 15,3 11 13-15,16 2 0 16,7-3-73-16,15-8-83 0,12-8-23 15,11-9-109-15,4-11-7 16,-1-2 67-16,-7-4-130 16</inkml:trace>
  <inkml:trace contextRef="#ctx0" brushRef="#br0" timeOffset="7817.66">22413 2343 295 0,'0'0'185'16,"0"0"88"-16,0 0-34 16,-41-78-18-16,15 70-119 15,-1 8-42-15,0 0-14 16,-3 27-21-16,5 9-7 15,5 8 4-15,10-2-9 16,10-4-12-16,2-6 10 16,21-12-7-16,13-11 2 15,7-9-3-15,5-5 11 16,1-27-6-16,-4-9-7 0,-12-8-1 16,-9-4 0-16,-14-6 4 15,-9-3-1-15,-1-5 2 16,-8 1 8-16,-14 2 8 15,-1 14-1-15,5 21 1 16,4 15 7-16,2 14-17 16,-1 25-11-16,-6 21-10 15,3 20 10-15,8 5 3 16,8-4-1-16,4-8-2 16,22-10 0-16,7-14 0 15,9-11-6-15,6-8 2 16,3-13-17-16,1-3-5 15,-4-6-4-15,-7-12 1 0,-9-5 17 16,-10-3 12-16,-10 1 4 16,-8 2-3-16,-4 8 1 15,0 6-1-15,0 8 2 16,0 1-3-16,0 6-10 16,0 18-7-16,-3 8 17 15,3 2 0-15,0-4 1 16,7-4 1-16,13-11-2 15,5-8 0-15,4-7 7 16,0 0-3-16,-2-10 1 16,-2-7 0-16,-5-1 0 15,-6-3-2-15,-7-1 2 0,-6 0 1 16,1 4-5 0,-2 9 2-16,0 6 3 0,0 3-6 15,0 3-6-15,4 20-13 16,0 8 19-16,3 2 4 15,0-4 6-15,1-9-1 16,-1-9 1-16,-2-8-4 16,-2-3 2-16,1 0 2 15,4 0 3-15,2-11 10 16,3-10-17-16,2-8-3 16,-2-3-2-16,-4 0-1 15,-1 6-2-15,-2 8-3 16,-2 7 3-16,-2 10 2 15,0 1 0-15,5 0-7 16,3 21-11-16,8 9 18 0,4 6 0 16,6 0 4-16,6-6-3 15,7-11 5-15,5-6-2 16,-3-13 1-16,-1 0-1 16,-7-17-3-16,-10-10-1 15,-5-8 1-15,-10-7-1 16,-10-3 0-16,0-5-2 15,0-3 2-15,-7 6 5 16,-5 14-4-16,2 12 4 16,4 12 20-16,6 9-7 0,-1 0-18 15,-2 22-9 1,-1 20 5-16,4 14 4 0,0 7 0 16,0-5 2-16,21-5-2 15,4-9 1-15,4-12 1 16,0-10-2-16,-1-11-1 15,-1-10-83-15,-6-1-315 16,-4-7-539-16</inkml:trace>
  <inkml:trace contextRef="#ctx0" brushRef="#br0" timeOffset="7960.03">23412 2217 1211 0,'0'0'481'15,"0"0"-481"-15,0 0-43 0,86-32 43 16,-14 22 0-16,15 1 0 16,-4 2-136-16,-14-1-149 15,-24-3-348-15</inkml:trace>
  <inkml:trace contextRef="#ctx0" brushRef="#br0" timeOffset="44790.73">18384 652 567 0,'0'0'113'0,"0"0"-69"16,0 0 24-16,0-85 38 16,0 63 15-16,0 2-22 15,0 2-51-15,0 7-8 16,0 4-3-16,0 5 5 16,0 2-9-16,0 0-23 15,0 15-10-15,0 23-13 0,0 23 13 16,0 18 25-1,6 11-5-15,2 6 9 0,-1 1-1 16,-4-3-8-16,-1 1-5 16,-2-3 2-16,0-9-4 15,0-6-13-15,0-16 0 16,-2-10 3-16,-8-7-3 16,-1-10 0-16,-1-5-2 15,5-11-58-15,4-9-57 16,3-9-24-16,0 0-94 15,0-24-113-15</inkml:trace>
  <inkml:trace contextRef="#ctx0" brushRef="#br0" timeOffset="45609.93">18434 592 886 0,'0'0'61'15,"0"0"-6"-15,0 0 50 0,0 0-18 16,0 0 2-16,0 0-45 15,0 0-30-15,8-22-6 16,10 22-1-16,11 0 23 16,8 0-2-16,13 0 6 15,12 1 2-15,13 1-15 16,12-2-5-16,10 0 1 16,5 0-10-16,3 0 5 15,7-11-3-15,5-2-3 16,0-1 4-16,-7 2-6 15,-16 3-4-15,-22 6 0 16,-20 2 2-16,-16 1-2 16,-14 0 0-16,-6 0 0 15,-7 0 0-15,-2 0 1 16,-2 0-1-16,0 0 0 0,1 0 2 16,-3 0-2-16,1 0 1 15,2 0 0-15,-3 0 0 16,0 0 0-16,1 0-1 15,0 0 0-15,0 0 0 16,3 1 0-16,3 1 0 16,-2-1 0-16,2 1 2 15,-5-2 0-15,-1 1-2 16,-3-1 1-16,-1 0 0 16,0 1 6-16,0-1 9 15,0 0 2-15,0 0 0 16,0 0-9-16,0 2 1 15,0-2-4-15,0 5-6 16,0 6-1-16,0 13-6 0,0 19 7 16,0 15 9-16,0 15 1 15,0 12-3-15,0 7 7 16,5 2-7-16,-2-2 2 16,4-3-3-16,-2-7 1 15,0-7-1-15,0-9-6 16,-1-13 5-16,-1-8-4 15,-2-11 0-15,-1-6 1 16,0-6-2-16,0-4-2 16,0-5 0-16,-6-5-7 15,-8-2-59-15,-8-3-62 0,-9-3-98 16,-13 0-144-16,-9-13-475 16</inkml:trace>
  <inkml:trace contextRef="#ctx0" brushRef="#br0" timeOffset="46057.76">18460 1842 850 0,'0'0'222'0,"0"0"-197"16,0 0 60-16,0 0 31 16,0 0-3-16,0 0-54 15,37-3-45-15,16 0 14 16,30-1-1-16,22-1 39 15,21-1-30-15,12 1-3 16,6-2-7-16,-2 2-15 16,-13 4 2-16,-14 1-10 0,-19 0 2 15,-21 0-7 1,-17 0 2-16,-13 0-2 0,-15 0 0 16,-11 0 0-16,-9 0 1 15,-7 0-9-15,-3 0-25 16,0 0-32-16,0 3-38 15,-5 4-58-15,-15 1-134 16,-10 1-293-16</inkml:trace>
  <inkml:trace contextRef="#ctx0" brushRef="#br0" timeOffset="101295.73">651 4534 675 0,'0'0'144'0,"0"0"-125"16,0 0 9-16,0 0 77 16,0 0-9-16,0 0-27 15,0 0-34-15,0 0-13 16,-10-19 12-16,10 19 16 16,0 0-10-16,0 0-6 15,0 0-13-15,0 0 0 16,0 0-10-16,0 0-11 0,0 21-4 15,0 12 4-15,0 7 5 16,9 3 4-16,4 1-9 16,1-6 4-16,-2 0-2 15,1-4-1-15,-5-3 4 16,0-3-2-16,-1-3 0 16,-4-7-3-16,0-1 2 15,-3 0-4-15,0-4-9 16,0-2-146-16,-7-8-81 15,-8-3-241-15</inkml:trace>
  <inkml:trace contextRef="#ctx0" brushRef="#br0" timeOffset="101915.34">637 4598 1024 0,'0'0'71'0,"0"0"-66"15,0 0 50-15,0 0 2 16,0 0-30-16,0 0-9 16,59-7-5-16,-30 18 6 15,3 4 7-15,3 2-2 0,1 1-7 16,-2-2 2-1,-5 2-11-15,-4 0 2 0,-5-3-9 16,-7 2-1-16,-3-3 5 16,-5 2-3-16,-3-1 18 15,-2-3-8-15,0-2 9 16,0-4-18-16,0-4 5 16,0-1-1-16,0-1 3 15,0 0 20-15,0-6 45 16,0-13-32-16,0-7-37 15,0-1-6-15,0-3 2 16,0 3-2-16,0 0-6 16,3 2 6-16,8-2 1 0,-1-2 2 15,0 5-5 1,0 1 2-16,-4 7 0 0,1 5 2 16,-4 5 1-16,0 3-3 15,-1 3 0-15,-2 0-5 16,0 0 1-16,2 0 1 15,1 0-9-15,4 12 0 16,5 12 12-16,2 10 0 16,0 4 7-16,0 4 1 15,0 1 0-15,-2-4-5 16,1-2-3-16,-3-2 3 16,0-5-3-16,-1-3 0 15,-2-1 0-15,-2-5-13 16,-2-5-91-16,-1-2-126 0,-2-8-125 15,0-6-211-15</inkml:trace>
  <inkml:trace contextRef="#ctx0" brushRef="#br0" timeOffset="102187.22">1198 4425 1118 0,'0'0'119'16,"0"0"-106"-16,0 0-1 15,0 0 8-15,0 0-19 0,0 0 39 16,32 88 4 0,-12-47-24-16,-1 1 1 0,1 0-14 15,-5-1 0-15,-1-2-7 16,-3-2 3-16,-5 2-8 15,-4-1-63-15,-2-2-142 16,0-3-155-16,-3-7-126 16</inkml:trace>
  <inkml:trace contextRef="#ctx0" brushRef="#br0" timeOffset="102457.02">737 5162 1207 0,'0'0'128'0,"0"0"-128"16,0 0 0-16,0 0 46 16,0 0-3-16,102-22 17 15,-32 6-20-15,7-2-14 16,0 0-12-16,-5-2-5 15,-7 2-9-15,-8 2-1 16,-12 2-1-16,-8 2-94 16,-12 3-132-16,-12 1-97 15,-13 3-233-15</inkml:trace>
  <inkml:trace contextRef="#ctx0" brushRef="#br0" timeOffset="102710.11">732 5387 1291 0,'0'0'7'16,"0"0"6"-16,0 0-13 0,120-48 65 15,-50 28-11-15,8 3-36 16,0 0-16-16,-4 1-2 16,-9 5-36-16,-7-2-142 15,-12 3-218-15</inkml:trace>
  <inkml:trace contextRef="#ctx0" brushRef="#br0" timeOffset="102868.09">1521 5151 1278 0,'0'0'318'0,"0"0"-303"0,0 0 0 16,0 0 28-1,0 0-18-15,0 0-25 0,1-11-33 16,5 11-132-16,-6 0-213 16,0 3-423-16</inkml:trace>
  <inkml:trace contextRef="#ctx0" brushRef="#br0" timeOffset="104961.98">2614 4638 845 0,'0'0'205'15,"0"0"-176"-15,0 0 55 16,0 0 56-16,0 0-27 16,0 0-42-16,0 0-43 15,-38-36-16-15,28 60-12 16,-2 19-6-16,0 21 6 16,2 12 3-16,6 1-1 15,4-1 0-15,0-11-2 16,8-12 0-16,14-14-1 15,4-12-6-15,6-13 6 16,3-14 1-16,4 0 2 16,-1-23 6-16,-1-12-8 15,-5-6 0-15,-11-6-3 16,-7-6 3-16,-14-1-3 16,0-3 3-16,-17 4 4 0,-15 6 4 15,-6 4-8-15,-4 10 2 16,4 9 17-16,4 12-15 15,6 12 8-15,4 0-12 16,7 22-7-16,4 16-2 16,9 6-3-16,4 1 7 15,7-6-7-15,20-9-45 16,10-11-55-16,5-8 15 16,4-11-31-16,5-2 30 15,-2-21 0-15,-8-9-8 0,-4-4 86 16,-12-2 20-16,-7 1 66 15,-8 0 2-15,-6 5 27 16,-4 0-1-16,0 8 5 16,0 5-45-16,0 12 28 15,0 7-4-15,0 0-78 16,0 26-28-16,0 17 28 16,0 13 14-16,0 7-3 15,1 2-2-15,5-4-5 16,1-5-3-16,-3-8 3 15,1-12-4-15,-1-7 0 16,-3-12 0-16,1-9 2 16,-1-3-1-16,1-5 1 0,-2 0 5 15,2-7 15 1,1-16-10-16,2-9-9 0,0-7-2 16,5-3-1-16,2 3-4 15,7 3-12-15,0 7-1 16,3 10 17-16,2 11-7 15,1 8-2-15,3 0 3 16,4 17-1-16,-4 7 1 16,-5 3 3-16,-2 2 3 15,-11-4 2-15,-3 0 3 16,-7-3 0-16,0-4 4 16,-14 0 6-16,-11-2 30 0,-3 0-14 15,-6-3-13 1,0-4-8-16,7-5 2 0,5-4-11 15,5 0-1-15,12 0-2 16,5-7-74-16,0-9-96 16,28-3-151-16,11-2-27 15,6-1-35-15</inkml:trace>
  <inkml:trace contextRef="#ctx0" brushRef="#br0" timeOffset="105561.93">3519 4770 429 0,'0'0'593'15,"0"0"-535"-15,0 0-8 16,0 0 116-16,0 0-61 16,0 0-58-16,-21-48-21 15,4 48-22-15,-5 17-1 0,0 3 0 16,1 4-2 0,5-1 5-16,4 0-6 0,6-3 2 15,6-3-5-15,0-2 0 16,2-1 2-16,12-1 1 15,11 0 1-15,4-3 0 16,6 1-1-16,4 0 0 16,-1-2 1-16,-1 1 0 15,-7-1 1-15,-10-2-2 16,-10 2-1-16,-8-1-1 16,-2 5 2-16,-16 6 18 15,-15 2 23-15,-7-1-17 0,-4-1-12 16,3-7-4-16,7-6-7 15,7-6 3-15,7 0-2 16,12 0 0-16,6-7-2 16,0-6-55-16,21-4-57 15,13-2 22-15,9 0 68 16,5-4 0-16,6-3 1 16,3-3 17-16,1-5 4 15,-3-2 13-15,-6-2 40 16,-11 5 21-16,-11 8-23 15,-12 7-17-15,-8 7 13 16,-7 9 5-16,0 2 10 16,-5 0-40-16,-17 2-3 15,-3 18-16-15,-4 9-1 0,3 7 0 16,7 2 0-16,6-3-2 16,10 0 0-16,3-9-1 15,5-1 0-15,18-9-5 16,7-6-34-16,5-6-57 15,2-4-84-15,-3 0-72 16,-4-10-206-16</inkml:trace>
  <inkml:trace contextRef="#ctx0" brushRef="#br0" timeOffset="105894.75">4051 4864 889 0,'0'0'206'0,"0"0"-109"15,0 0 39-15,0 0-13 16,0 0-87-16,0 0-35 15,23-15-1-15,2 34 8 16,-1 7-3-16,-1 4-5 16,-3 1 4-16,-5 0-2 15,-5-2 0-15,-3-6 4 16,-7-8-5-16,0-9 2 16,0-3 27-16,0-3 30 15,-7 0-1-15,-8 0-17 16,-2-12-25-16,3-12 8 15,7-9-17-15,3-7-4 16,4 2-4-16,4 0-3 0,17 8 0 16,3 6-2-1,3 9-6-15,-1 6-4 0,1 6-32 16,0 3-19-16,1 0-44 16,-1 3-63-16,-6 10-168 15,-4 4-258-15</inkml:trace>
  <inkml:trace contextRef="#ctx0" brushRef="#br0" timeOffset="106711.43">4418 4865 1027 0,'0'0'111'0,"0"0"-80"16,0 0 46-16,0 0 16 16,0 0-68-16,0 0-22 15,77 10 5-15,-55 25 42 0,0 4 9 16,-2-2-30-16,-3-2 10 15,-3-6 0-15,-3-11-5 16,-3-9 6-16,-5-8-15 16,0-1 4-16,0 0 7 15,-2-13 7-15,1-11-21 16,-1-6-20-16,2-6 0 16,3-2-2-16,0 2-1 15,3 6 0-15,1 8-15 16,3 9-30-16,11 5-21 15,5 6-41-15,7 2 0 16,4 0-32-16,-3 0-8 16,-1 0 26-16,-2-2 51 0,-6-6 71 15,-8-3 38-15,-5-2 58 16,-9-1 3-16,-6 3-6 16,0 3 18-16,-6 1-20 15,-12 5-52-15,-2 2-11 16,-3 4 3-16,-4 21-6 15,2 8-3-15,3 5-1 16,11-2-6-16,7-6 0 16,4-6-13-16,4-9 0 15,10-4-2-15,6-9-6 16,4-2 6-16,-3-8 0 16,1-13-10-16,-2-5-19 0,-6-1-1 15,-3-2 7 1,-2 2 6-16,-4 6 13 0,-3 5 4 15,-2 8 0-15,0 6 1 16,0 2-2-16,6 10-19 16,2 18 0-16,8 7 20 15,2-1 1-15,5-8 6 16,6-8-3-16,4-8-3 16,2-8 6-16,1-2-7 15,-3-7 6-15,-7-14-5 16,-5-7-1-16,-6-1 0 15,-5-4 1-15,-5-7 1 16,-4-4-1-16,-1-4 3 16,0-7-2-16,-11 1 1 15,-6 3-3-15,2 9 4 0,2 14 7 16,6 16 27-16,4 12-1 16,3 0-31-16,0 31-6 15,0 15 0-15,0 16 12 16,7 5-4-16,4 0-2 15,2-4-6-15,-1-6 1 16,-2-5-1-16,-1 0-1 16,-6-6-68-16,-3-6-186 15,0-15-257-15</inkml:trace>
  <inkml:trace contextRef="#ctx0" brushRef="#br0" timeOffset="106940.92">5202 4770 465 0,'0'0'783'16,"0"0"-735"-16,31-96-28 16,-1 78 28-16,3 9 37 15,2 9-62-15,-2 5-23 16,-2 22-2-16,-10 9 2 16,-6 8 8-16,-5 2-1 15,-3 1-1-15,-2-5-2 16,2-6-4-16,0-13-5 15,6-8-128-15,4-13-40 16,5-2-94-16,-3-8-87 16,1-11 9-16</inkml:trace>
  <inkml:trace contextRef="#ctx0" brushRef="#br0" timeOffset="107269.77">5589 4877 145 0,'0'0'294'0,"0"0"-84"0,0 0 1 16,0 0-23-16,0 0-53 15,0 0-59-15,41-20 2 16,-26 40 12-16,1-2-31 15,-3-2-31-15,-1-3-4 16,-4-4-17-16,-5-3-2 16,-1-5-3-16,-2-1 6 15,0 0 12-15,0-1 33 16,-10-14-42-16,0-4-5 16,0-7 1-16,3-4 4 15,6 0 1-15,1-1-11 16,0 6 1-16,11 5-2 0,10 4-2 15,-1 8 1-15,1 7 0 16,0 1-4-16,-4 9 2 16,-1 16-1-16,-6 8 3 15,-2 8-2-15,-8-2 3 16,0 3-1-16,0-1 1 16,0-6-40-16,0-10-127 15,0-12-134-15,0-13-152 16,0 0-91-16</inkml:trace>
  <inkml:trace contextRef="#ctx0" brushRef="#br0" timeOffset="107407.24">5871 4898 332 0,'0'0'789'0,"0"0"-497"16,0 0-74-1,0 0-90-15,0 0-57 0,0 0-41 16,0 0-28-16,82-68-2 16,-65 68 0-16,1 3-9 15,-4 8-43-15,-6 2-54 16,-8 1-218-16,0-2-366 15</inkml:trace>
  <inkml:trace contextRef="#ctx0" brushRef="#br1" timeOffset="114942.79">1058 6164 535 0,'0'0'299'16,"0"0"-260"-16,0 0 16 16,0 0 128-16,0 0-57 0,0 0-64 15,-3-33-23 1,9 21-13-16,8 1 21 0,5 0-12 16,5 3-14-16,3 4-7 15,1 4-14-15,-3 0 6 16,-2 13-9-16,-4 13 6 15,-6 9 0-15,-6 8 7 16,-7 10 0-16,0 4-6 16,-18-2 2-16,-4-11 2 15,0-12-8-15,4-14 6 16,3-9-5-16,6-6-1 16,3-3 3-16,4 0-3 15,2-22-19-15,0-11-27 16,7-8-8-16,16-6 10 0,6 2 0 15,4 0-1-15,0 4 24 16,1 5 20-16,-2 1 2 16,-5 9 5-16,-6 2-2 15,-4 7 5-15,-6 6 7 16,-4 4 1-16,-4 4 1 16,-1 3 13-16,-2 0 2 15,0 0-5-15,0 0 7 16,0 0-27-16,0 0 1 15,-8 12-2-15,-7 4 2 16,-3 7-4-16,-2 5 1 16,0 7-1-16,4 3 7 15,4 5 2-15,8 4 3 0,4-4-8 16,0-2-7-16,10-8 8 16,13-7-6-16,2-7-1 15,5-4-3-15,4-4 0 16,-3-7-3-16,3-4-1 15,1 0-55-15,-1-4-56 16,-2-14-45-16,-3-7-285 16</inkml:trace>
  <inkml:trace contextRef="#ctx0" brushRef="#br1" timeOffset="115626.28">1805 5934 1030 0,'0'0'108'15,"0"0"-88"-15,0 0 65 16,0 0 70-16,0 0-77 16,0 0-61-16,-13 3-14 15,1 24-3-15,0 14 2 16,1 10 20-16,2 4 0 15,4 5 4-15,4-7-15 16,1-3-5-16,0-4-4 16,0-5-2-16,12-4 0 15,2-8 3-15,0-5-3 0,2-5-43 16,5-6-107-16,-1-7-31 16,3-6-125-16,-1 0-185 15</inkml:trace>
  <inkml:trace contextRef="#ctx0" brushRef="#br1" timeOffset="116127.74">1906 6184 877 0,'0'0'301'0,"0"0"-254"16,0 0 13-16,0 0 49 16,0 0-62-16,0 0-23 15,88-75-19-15,-58 75-5 0,-5 15-5 16,-8 9 5-1,-4 8 3-15,-6 2 3 0,-5 5 0 16,-2 4-2-16,0-6-1 16,-10-7-1-16,0-10 0 15,3-12-2-15,5-5-3 16,2-3 1-16,0-3-37 16,0-18-15-16,14-6-43 15,2-4 46-15,6-1 19 16,0 4-1-16,-1 0 4 15,0 3 6-15,-3 2 23 16,-3 3 10-16,-3 4 15 16,-4 4 8-16,-5 5 15 0,0 3 6 15,-3 2 7-15,0 0-1 16,0 0-8-16,0 2-25 16,-9-1 9-16,-1 1-31 15,-2 0-2-15,-2 0 19 16,1 14-11-16,2 10-11 15,0 6 8-15,5 5 11 16,4 2-14-16,2-2 6 16,0 0-9-16,7-2-1 15,8-8-2-15,5-1-1 16,2-3 0-16,3-8-58 16,1-1-95-16,5-9-41 0,-1-3-293 15</inkml:trace>
  <inkml:trace contextRef="#ctx0" brushRef="#br1" timeOffset="116308.63">2445 6287 1197 0,'0'0'189'16,"0"0"-189"-16,0 0 0 16,0 0 17-16,0 0 5 15,94 2 5-15,-47 5-25 16,0-7 1-16,1 0-6 15,1 0-78-15,-6-2-104 0,-6-9-146 16,-8-2-192 0</inkml:trace>
  <inkml:trace contextRef="#ctx0" brushRef="#br1" timeOffset="116480.75">2852 6167 897 0,'0'0'115'0,"0"0"-66"16,0 0 87-16,0 0-86 15,0 0-18-15,0 0-2 16,-12 98-17-16,12-60-5 16,0-2-5-16,0-1-1 15,2-2-4-15,6-6-88 16,2-6-141-16,0-8-213 16</inkml:trace>
  <inkml:trace contextRef="#ctx0" brushRef="#br1" timeOffset="116775.82">2959 6124 1013 0,'0'0'148'16,"0"0"-141"-16,0 0 49 15,0 0 24-15,0 0-38 16,0 0-37-16,83-68 6 15,-54 73 21-15,-1 16-19 16,-5 7 20-16,-4 8-25 0,-7 7 18 16,-9 5 8-16,-3 4-11 15,0-1-14-15,-8-2-1 16,-8-9-7-16,2-8 1 16,1-5-2-16,1-6-119 15,5-7-70-15,1-8-217 16,6-6-282-16</inkml:trace>
  <inkml:trace contextRef="#ctx0" brushRef="#br1" timeOffset="116982.02">3412 6309 1296 0,'0'0'89'0,"0"0"-67"15,0 0-22-15,118 11 67 16,-60-11-26-16,5 0-17 16,-1 0-22-16,-5 0-2 15,-11 0-24-15,-5 0-131 16,-9 0-111-16,-15 0-336 16</inkml:trace>
  <inkml:trace contextRef="#ctx0" brushRef="#br1" timeOffset="117193.05">3675 6151 1192 0,'0'0'101'0,"0"0"-101"16,0 0 0-16,0 0 23 15,-9 89 58-15,18-38-60 16,1 3-15-16,-3-3 0 15,2-5-6-15,-2-7 0 16,0-6-56-16,-1-5-135 16,-3-10-278-16</inkml:trace>
  <inkml:trace contextRef="#ctx0" brushRef="#br1" timeOffset="117792.27">4086 6059 1294 0,'0'0'97'16,"0"0"-97"-16,0 0 0 15,5 87 11-15,11-41 4 16,6-3 0-16,3-5-12 15,0-9 1-15,-1-13-4 16,-1-10 1-16,-1-6 6 0,-2 0-3 16,-2-11 9-1,-4-8-3-15,-4-4-1 0,-3-4-1 16,-4-3 0-16,-3-3-6 16,0 0 2-16,0 0-3 15,0 3-1-15,0 9 1 16,0 7-1-16,-2 8 4 15,2 6 11-15,-1 0-15 16,1 8-2-16,0 22-9 16,-3 15 11-16,3 15 4 15,0 12-3-15,3 6 0 16,7 5 4-16,-6-2-3 16,1-8 1-16,-3-10 0 15,-2-17-3-15,0-11 0 16,-2-9 44-16,-14-10 3 0,-7-6 4 15,-8-4-15-15,-2-6-6 16,0 0-7-16,4-17 2 16,4-10 5-16,6-6-18 15,6-4-10-15,9 0-2 16,4 0-4-16,6 1-3 16,23 1-10-16,9-1-31 15,8 0-35-15,8 3-80 16,1 2-81-16,-1-2-174 15,-6 0-355-15</inkml:trace>
  <inkml:trace contextRef="#ctx0" brushRef="#br1" timeOffset="118019.3">4669 5977 958 0,'0'0'196'15,"0"0"-177"-15,0 0 85 16,0 0 31-16,0 0-64 15,-93 18-52-15,83 26 16 16,4 6-10-16,5 10 3 16,1 5-4-16,0 1-9 15,7-3-3-15,7-7-10 16,5-8 0-16,3-7-2 16,1-9-8-16,0-10-94 15,1-9-102-15,-3-8-169 0,-1-5-262 16</inkml:trace>
  <inkml:trace contextRef="#ctx0" brushRef="#br1" timeOffset="118528.4">4801 6138 1125 0,'0'0'123'15,"0"0"-119"-15,0 0 6 16,0 0 19-16,0 0 72 15,-3 84-71-15,17-51-26 16,0-6 3-16,3-7 0 0,0-9 2 16,1-4-6-16,1-7 0 15,-1 0 13-15,0-9-6 16,-1-13-7-16,-3-5 6 16,-1-2-4-16,-5-5-1 15,1 1-3-15,-8 3 4 16,-1 5-2-16,0 11 7 15,0 6-4-15,0 5 24 16,0 3-7-16,0 3-23 16,0 25-14-16,0 14 14 15,3 15 33-15,1 4-15 16,2 2 9-16,-2 0 8 16,-4-4-13-16,0-3-11 15,0-3 2-15,-5-10-13 16,-8-10 8-16,-1-10-1 0,-2-11-5 15,-6-3 12-15,-4-6 0 16,-2-3-12-16,0 0 3 16,6-3-4-16,3-17 1 15,12-6-2-15,3-2-2 16,4-2-2-16,4 1-15 16,16 1-11-16,8 1-13 15,6 1-44-15,11 1-78 16,3 0-60-16,-2-1-152 15</inkml:trace>
  <inkml:trace contextRef="#ctx0" brushRef="#br1" timeOffset="118701.39">5236 6287 1111 0,'0'0'201'0,"0"0"-200"16,0 0 45-16,0 0 74 15,0 0-53-15,0 0-43 16,107-28-18-16,-80 27-2 15,-1 1-4-15,0 0-3 16,-3 0-55-16,-1 0-110 16,0 0-84-16,-8 0-215 15</inkml:trace>
  <inkml:trace contextRef="#ctx0" brushRef="#br1" timeOffset="118893.37">5548 6166 737 0,'0'0'319'16,"0"0"-254"-16,0 0-3 16,0 0 3-16,0 0 26 15,-3 108-18-15,3-57-48 16,0-2-10-16,10-4-8 16,0-8-7-16,2-5-2 15,0-10-124-15,-4-7-127 16,-2-11-319-16</inkml:trace>
  <inkml:trace contextRef="#ctx0" brushRef="#br1" timeOffset="119173.13">5649 6065 962 0,'0'0'202'15,"0"0"-198"-15,0 0 0 16,0 0 57-16,0 0 18 16,109 35-18-16,-88 7-15 15,-6 11 7-15,-3 5 7 16,-11 4-25-16,-1 0-7 16,0-7 1-16,-7-7-14 15,-9-7-14-15,1-8 1 16,2-6-2-16,1-9-34 0,4-5-147 15,3-13-114-15,3 0-291 16</inkml:trace>
  <inkml:trace contextRef="#ctx0" brushRef="#br1" timeOffset="119375.45">6112 6172 1434 0,'0'0'30'0,"0"0"-28"0,0 0 6 15,100-5 22-15,-71 5-30 16,1 0-3-16,-4 6-142 16,-5-3-195-16,-13-1-319 15</inkml:trace>
  <inkml:trace contextRef="#ctx0" brushRef="#br1" timeOffset="119542.16">6177 6331 1267 0,'0'0'53'16,"0"0"-39"-16,0 0-14 16,0 0 79-16,0 0-20 15,86 5-59-15,-52-11-2 0,0-6-153 16,-2-2-155-1,-4-3-289-15</inkml:trace>
  <inkml:trace contextRef="#ctx0" brushRef="#br1" timeOffset="119941.96">6601 5995 1170 0,'0'0'94'0,"0"0"-74"15,0 0 60 1,0 0 59-16,86-24-88 16,-56 37-31-16,0 11 7 0,-5 7-9 15,-6 3 4-15,-11 3-8 16,-8 4-2-16,-1 1-4 16,-23 3-2-16,-11-1 0 15,-6-8-3-15,3-9-2 16,1-11 3-16,9-7 0 15,10-5 1-15,6-4-1 16,7 0 25-16,5 0-2 16,0 0-7-16,12 0-14 15,11-1 8-15,8-7-5 16,3 3-5-16,4 1 5 16,4 1-4-16,0 1 3 15,-1 0-7-15,-7 1 1 16,-3 1-2-16,-4 0 0 0,-5 0-4 15,-9 6-9-15,-9 7-87 16,-4 3-185-16,-14-1-304 16</inkml:trace>
  <inkml:trace contextRef="#ctx0" brushRef="#br1" timeOffset="134438.87">7866 2504 205 0,'0'0'539'16,"0"0"-471"-16,0 0-49 16,0 0 79-16,0 0 4 15,0 0 7-15,0 0-41 16,0-50-24-16,0 47 21 15,0 2 10-15,0-1-16 0,0 2-11 16,0 0-17-16,0 0-13 16,0 0-5-16,0 0-8 15,0 0-4-15,0 0-1 16,0 0-1-16,0 2-2 16,0 17-3-16,-2 12 6 15,-1 12 2-15,1 13 0 16,2 8 0-16,0 3-1 15,0-3 0-15,2-4-1 16,8-9 3-16,-2-1-2 0,-1-6 1 16,0-10-1-1,-1-6-1-15,1-12 0 16,0-9-4-16,1-2 2 0,6-3 0 16,2-2 2-16,7 0 3 15,3-3-1-15,3-13-4 16,-2-3-56-16,-3-2-79 15,-6-5-53-15,-13-2-183 16,-5-5-436-16</inkml:trace>
  <inkml:trace contextRef="#ctx0" brushRef="#br1" timeOffset="134608.9">7737 2740 1118 0,'0'0'171'0,"0"0"-171"15,0 0-24-15,0 0 24 16,0 0 54-16,132-10-32 16,-75 8-14-16,0 1-8 15,-5-1-47-15,-6 0-120 16,-5-2-189-16,-15-1-192 16</inkml:trace>
  <inkml:trace contextRef="#ctx0" brushRef="#br1" timeOffset="134908.64">8360 2422 950 0,'0'0'167'16,"0"0"-141"-16,0 0 47 15,0 0 16-15,0 0-75 16,0 0-8-16,-17 78-6 16,14-23 24-16,3 8 13 15,0 2 4-15,0-4-26 16,0-2-10-16,0-5 0 16,6-4-2-16,2-7-3 0,-2-5 0 15,3-9-82 1,-1-10-62-16,6-10-148 15,0-9-137-15</inkml:trace>
  <inkml:trace contextRef="#ctx0" brushRef="#br1" timeOffset="135225.01">8586 2483 972 0,'0'0'147'0,"0"0"-126"0,0 0 60 16,0 0 15-1,0 0-86-15,0 0-6 0,-20 77-4 16,20-19 2-16,0 5 16 16,0-4-4-16,12-5 12 15,2-9-7-15,-1-7-7 16,1-10-12-16,2-7 3 15,0-6 4-15,4-4-14 16,2-5 14-16,4-6-7 16,0 0 0-16,3 0-57 15,-4-12-54-15,-5-9-72 16,-7-5-190-16</inkml:trace>
  <inkml:trace contextRef="#ctx0" brushRef="#br1" timeOffset="135405.07">8534 2793 1042 0,'0'0'223'0,"0"0"-223"16,0 0 1-16,0 0-1 16,0 0 21-16,98-6-11 15,-50 6-10-15,-3 0-82 16,-8 0-181-16,-9 0-270 15</inkml:trace>
  <inkml:trace contextRef="#ctx0" brushRef="#br1" timeOffset="135571.06">8930 2781 894 0,'0'0'407'15,"0"0"-396"-15,0 0-7 16,91-44-3-16,-44 35 14 15,8 1-15-15,4 2-6 16,-3 3-26-16,-9 3-190 16,-10 0-192-16</inkml:trace>
  <inkml:trace contextRef="#ctx0" brushRef="#br1" timeOffset="135771.04">9360 2529 918 0,'0'0'124'16,"0"0"-119"-16,0 0-5 15,0 83 53-15,6-38-2 16,5 5-30-16,-1 0-13 16,2-6-6-16,-2-6-2 15,0-5-51-15,-4-8-259 16,-2-6-197-16</inkml:trace>
  <inkml:trace contextRef="#ctx0" brushRef="#br1" timeOffset="136065.03">9481 2448 1039 0,'0'0'145'0,"0"0"-145"16,0 0 4-16,0 0 13 16,0 0 33-16,109 54 6 15,-78-3-24-15,-3 5 10 16,-4 10 12-16,-9 0-24 16,-6-1-13-16,-5-5 2 15,-4-7-10-15,0-7-4 16,0-8-5-16,-8-5 0 0,-4-7-1 15,1-8-5-15,2-10-220 16,3-8-127-16,0-2-243 16</inkml:trace>
  <inkml:trace contextRef="#ctx0" brushRef="#br1" timeOffset="136823.59">9976 2764 529 0,'0'0'235'0,"0"0"-193"15,0 0 52-15,0 0 59 0,0 0-49 16,0 0-47-16,-6-4-14 16,6 4 14-16,0-3 5 15,0 3-27-15,2 0-12 16,17 0-17-16,8 0 10 16,9 0 14-16,6 0-3 15,6 0-16-15,6 0 0 16,6-5 10-16,7-9 0 15,5-4-7-15,3 1-6 16,-1 0 10-16,-10 5-10 16,-15 4-6-16,-12 2 2 15,-12 3-3-15,-12 0 3 0,-6 3-4 16,-7 0 0-16,0 0-2 16,0 0 4-16,0 0 8 15,0 0 4-15,-7 0-7 16,-6-4 4-16,-3-4-4 15,-3-1-5-15,1-3 2 16,1 2-4-16,2 0 2 16,3 3 2-16,8 5-2 15,2 2-2-15,2 0 0 16,0 0-3-16,0 0-3 16,0 8-7-16,5 12 13 15,6 5-1-15,1 0 1 0,0-1 0 16,-5 0 2-16,-4-5-2 15,-3 1-2-15,0-3-177 16,0-4-170-16,-15-6-460 16</inkml:trace>
  <inkml:trace contextRef="#ctx0" brushRef="#br1" timeOffset="137523.56">11142 2355 783 0,'0'0'186'15,"0"0"-147"-15,0 0 35 16,0 0 59-16,0 0-70 15,0 0-60-15,-4 29 5 16,4 9 4-16,0 8 47 16,7 3-40-16,0 3 7 15,2 4-9-15,-2 4-12 16,-1-5-1-16,0-2-3 16,-3-8-2-16,-3-10-12 15,0-7-157-15,0-13-197 16,0-12-174-16</inkml:trace>
  <inkml:trace contextRef="#ctx0" brushRef="#br1" timeOffset="137871.59">11308 2460 1051 0,'0'0'77'16,"0"0"-77"-16,0 0-10 15,0 0 10-15,0 0 27 16,0 0-10-16,-63 106-14 16,43-71 9-16,-2 0 3 0,3-8-9 15,8-7 5 1,2-9-7-16,6-6 3 0,3-5 6 16,0 0 39-16,0 0 26 15,3 0-18-15,14-1-47 16,6-3 16-16,11 4 4 15,3 0-10-15,1 13-16 16,1 7-7-16,-4 5 0 16,-2 2 0-16,-6 0 0 15,-4-1-4-15,-4-2-52 16,-4-3-76-16,-5-6-121 16,-6-8-223-16</inkml:trace>
  <inkml:trace contextRef="#ctx0" brushRef="#br1" timeOffset="138456.71">11547 2578 825 0,'0'0'149'0,"0"0"-83"16,0 0 37-16,0 0-26 15,0 0-67-15,0 0-10 16,29 40 34-16,-7-14-13 16,2-4-7-16,4-3 0 15,-1-10-8-15,1-4 4 0,-5-5 0 16,-3 0 1-16,-4-9-3 16,-2-7-3-16,-2-4 4 15,-7-1 2-15,-4 0 7 16,-1-1 12-16,0 1-12 15,-1-1-9-15,-10 6 3 16,1 5 1-16,6 7-10 16,-3 4 19-16,2 0-22 15,-3 18-3-15,-6 20 3 16,0 19 1-16,3 10 2 16,3 10-2-16,3 0 3 15,5-2 0-15,0-1-4 16,0-10 6-16,5-8-5 0,1-15-1 15,-4-13 5-15,-2-7-1 16,0-6 27-16,-18-2 20 16,-6-6-14-16,-1-5-9 15,-1-2-6-15,2-2 11 16,2-24-9-16,4-10-11 16,1-11-5-16,7-6-3 15,7 1-3-15,3 6 2 16,0 8-4-16,12 5-7 15,12 4 1-15,7 1-30 16,12 1-35-16,11 1-73 16,6 2-89-16,0 2-156 0,-3 2-215 15</inkml:trace>
  <inkml:trace contextRef="#ctx0" brushRef="#br1" timeOffset="138791.14">12062 2592 679 0,'0'0'260'0,"0"0"-179"15,0 0 110-15,0 0-67 16,0 0-20-16,0 0-63 16,-97-46-26-16,79 49-8 15,0 15 4-15,4 6 1 16,4 6-9-16,3 3 3 16,7-1 1-16,0-4-5 15,4-6-2-15,14-11-8 16,1-6 8-16,0-5 3 0,1-2 5 15,1-20-4-15,-1-8 9 16,-2-2-11-16,-5 2 7 16,-2 10-7-16,-8 8 4 15,-2 9 24-15,-1 3 3 16,0 0-33-16,0 8-4 16,3 15-4-16,3 8 8 15,2 2 0-15,4-2-68 16,5-6-111-16,2-10-140 15,0-9-285-15</inkml:trace>
  <inkml:trace contextRef="#ctx0" brushRef="#br1" timeOffset="139059.99">12445 2315 889 0,'0'0'402'16,"0"0"-358"-16,0 0 0 15,0 0 4-15,0 0-29 16,0 0-7-16,40 109 56 16,-22-48-31-16,-4 3-7 15,-4 3-10-15,-2-2-9 16,-5-3-10-16,-3-8-1 0,0-10 0 15,0-12-87-15,0-10-193 16,0-16-245-16</inkml:trace>
  <inkml:trace contextRef="#ctx0" brushRef="#br1" timeOffset="139390.43">12649 2495 1241 0,'0'0'22'16,"0"0"-22"-16,0 0 0 16,0 0 12-16,0 0 2 0,-67 79-7 15,47-49-1-15,-1-2 2 16,0-7 7-16,4-6 2 16,6-8 15-16,4-4 16 15,4-3 11-15,3 0 1 16,0 0-16-16,0 0-16 15,0 0-4-15,11 0-24 16,9 0 11-16,5 0-7 16,4 3-3-16,0 12-1 15,2 7 0-15,1 1-2 16,0 4 1-16,-2 2-12 16,-2-5-88-16,-3-1-79 0,-1-10-71 15,-5-7-226 1</inkml:trace>
  <inkml:trace contextRef="#ctx0" brushRef="#br1" timeOffset="140189.35">12881 2576 873 0,'0'0'236'16,"0"0"-162"-16,0 0-24 15,0 0-33-15,0 0 40 16,-10 83 4-16,26-50-36 15,4-9-6-15,3-8 7 16,6-8-1-16,-1-8-12 16,0 0-2-16,-4-2-7 15,-6-13 4-15,-5-2 4 0,-3-3-4 16,-5-1 7-16,-3-2 0 16,-2-3-6-16,0 2 0 15,0 2 4-15,-2 6-6 16,-3 6 8-16,2 8-5 15,3 2-10-15,-2 2-6 16,2 28-17-16,0 17 23 16,0 17 6-16,0 8-6 15,0 7 3-15,0 6-1 16,0 4 3-16,0-2-1 16,0-8-2-16,0-13-1 15,-6-17 3-15,-7-16-2 0,-3-15 34 16,0-13-6-16,-3-5 8 15,-1-1-4-15,-2-23-22 16,1-14-5-16,4-9-5 16,3-10-1-16,8-5 1 15,2-2-2-15,4 5-3 16,0 12-22-16,17 11-16 16,11 12-10-16,9 4-49 15,8 6-39-15,7 2-17 16,5 0-101-16,0-4-114 15,2-4 122-15,-6-6 55 16,-9-2 194-16,-11-3 146 16,-13-1 66-16,-11 2 9 15,-9-1-31-15,0 2 4 16,-2 5-73-16,-14 5-38 0,-2 7 14 16,0 6-33-16,-2 6-23 15,0 0-19-15,-2 27-15 16,2 10-5-16,1 8 3 15,8-2-1-15,6-10 4 16,5-10-5-16,0-10-3 16,0-10 0-16,13-3 0 15,4 0 10-15,5-16 12 16,-2 0-17-16,-1 1 5 16,-1 6-3-16,-4 9 5 15,0 0-12-15,1 0 0 16,0 15-1-16,0 3 1 0,-3 2-12 15,-1 0-87-15,-4-6-204 16,-5-8-428-16</inkml:trace>
  <inkml:trace contextRef="#ctx0" brushRef="#br1" timeOffset="140704.01">13888 2596 594 0,'0'0'124'0,"0"0"-46"15,0 0 100-15,0 0-30 16,0 0-25-16,110-24-27 16,-80 2-19-16,-3 1-3 15,-3-4-39-15,-6-1-22 16,-3-1-9-16,-7-2-3 16,-4 3 10-16,-4-3-10 15,0-1 6-15,0 1-4 16,-5 1-1-16,-5 5 12 0,0 8-4 15,3 6 18-15,2 8 2 16,3 1-24-16,2 0-5 16,-2 9-1-16,1 23-12 15,1 15 11-15,0 15 2 16,0 9-1-16,11 12 11 16,8 6 0-16,3 4 2 15,1-3-7-15,0-10-3 16,-1-3 0-16,-5-12-3 15,-9-11 0-15,-6-13-3 16,-2-13-50-16,0-11-154 16,0-12-72-16,-3-5-177 0</inkml:trace>
  <inkml:trace contextRef="#ctx0" brushRef="#br1" timeOffset="140947.99">14130 2472 862 0,'0'0'302'0,"0"0"-267"16,0 0-35-16,0 0 49 15,108-54 3-15,-74 69-15 16,-2 17-20-16,-7 8 6 16,-8 8 11-16,-11 0 0 0,-3 4 0 15,-3-6-6-15,-3-4-20 16,-10-10-3-16,-2-7-5 15,4-8 0-15,4-9-1 16,5-8-205-16,2-4-24 16,2-20-284-16</inkml:trace>
  <inkml:trace contextRef="#ctx0" brushRef="#br1" timeOffset="141269.79">14476 2433 1165 0,'0'0'77'16,"0"0"-67"-16,0 0 13 16,0 0 68-16,-31 109-46 15,34-75-25-15,17-3-1 0,9-13-11 16,4-10 15-16,3-8-10 16,3 0-3-16,-6-17 1 15,-5-8-2-15,-12 0 12 16,-9-3 12-16,-7 2-8 15,0-1-2-15,-23-1-12 16,-9 1-4-16,-5 3-3 16,0 4-3-16,4 12-1 15,7 8-6-15,8 0-19 16,6 18-19-16,10 6-47 16,2 0-44-16,17-3-61 15,17-8-131-15,5-6-216 16</inkml:trace>
  <inkml:trace contextRef="#ctx0" brushRef="#br1" timeOffset="141623.35">14860 2375 1109 0,'0'0'82'16,"0"0"-54"-16,0 0 65 16,0 0 45-16,0 0-87 15,0 0-44-15,-28-11 3 16,-2 26-7-16,0 3 2 15,4-2-5-15,5 0 4 16,10-5 4-16,6 0-8 16,5-3 0-16,0 2-6 0,12 1 12 15,11 0-6 1,5 0 0-16,2 1 3 0,2 3 0 16,-2-1-2-16,-5 3-1 15,-3-1 3-15,-7-2-2 16,-9-3 30-16,-6 4 1 15,0-4-1-15,-11 6 22 16,-21-1-22-16,-6 1-9 16,-5-4-20-16,4-4 0 15,7-5-2-15,12-4-2 16,10 0-63-16,8-9-133 16,2-16-287-16</inkml:trace>
  <inkml:trace contextRef="#ctx0" brushRef="#br1" timeOffset="142003.01">15085 2355 1404 0,'0'0'41'0,"0"0"-29"16,0 0-10-16,0 0 39 15,0 0-30-15,0 0-2 16,-69 41-8-16,53-22 2 15,-1 1 2-15,5-2-4 16,8-3 0-16,1-3-1 16,3-1-4-16,0 0 4 15,6 0 0-15,8-2 0 0,5 0 1 16,4 0 1-16,2 0 6 16,2 2-5-16,0-4-2 15,-3-1 2-15,-4 0 6 16,-9-2 18-16,-4 1 10 15,-7-3-13-15,0-1 7 16,0 5 1-16,-18 4-15 16,-9 7 8-16,-7 0-20 15,1-4-4-15,3-5-1 16,5-4-5-16,8-4-74 16,8-1-112-16,9-28-252 15</inkml:trace>
  <inkml:trace contextRef="#ctx0" brushRef="#br1" timeOffset="142182.37">15252 2360 1134 0,'0'0'202'0,"0"0"-201"16,0 0 4-16,13 99 23 15,-3-65 46-15,4-1-56 16,1-1-10-16,-2-7-8 15,0-7 0-15,0-3-54 16,-2-13-157-16,1-2-207 16</inkml:trace>
  <inkml:trace contextRef="#ctx0" brushRef="#br1" timeOffset="143003.66">15498 2251 342 0,'0'0'829'0,"0"0"-789"16,0 0-39-16,0 0-1 16,0 0 117-16,-9 94-63 15,9-46-36-15,0-2 10 16,0-2 18-16,0-2-5 16,0-4-10-16,0-9-17 0,0-5-4 15,0-11 2 1,0-6-5-16,-3-5 5 0,2-2-2 15,-2 0 3-15,0-5 4 16,2-14-12-16,1-5-5 16,0 0 0-16,5 0-3 15,11 5 0-15,5 8 3 16,0 3-7-16,4 6 7 16,1 2-4-16,-6 0 2 15,-2 11 0-15,-7 5 3 16,-4 5-5-16,-7 2 5 15,0 3-1-15,-7 2 10 16,-12-4-6-16,-7 0 0 0,0-5 6 16,-3-7-8-1,4-5 1-15,7-6-1 0,8-1-1 16,8-4-2 0,2-21-26-16,10-13-102 0,19-9 8 15,4-4 26-15,2 0 12 16,-5 3 33-16,-2 1 46 15,-2 5 4-15,-4 7 8 16,-2 8 51-16,-7 10 9 16,-4 8 19-16,-5 5 3 15,-4 2 1-15,0 2-33 16,0 0-29-16,-3 19-27 16,-9 13 2-16,1 10 2 15,2 5-2-15,8 3 8 0,1-3-2 16,0-7-10-1,14-5 3-15,8-10-3 0,5-9-1 16,3-11 0-16,-2-5 1 16,1 0 0-16,-2-9 0 15,-7-10-19-15,-3-2-5 16,-6-2 13-16,-4-4 11 16,-7 1 0-16,0-2 1 15,0 6-1-15,-2 7 2 16,-4 6-1-16,2 7 14 15,4 2 0-15,0 7-15 16,0 18 0-16,0 6 1 16,0 4 9-16,0-1-10 15,7-3 1-15,5-6-4 0,1-6-7 16,5-9-129-16,3-7-117 16,-1-3-258-16</inkml:trace>
  <inkml:trace contextRef="#ctx0" brushRef="#br1" timeOffset="144605.31">16290 2430 1332 0,'0'0'4'16,"0"0"4"-16,0 0-8 15,37 101 40-15,-23-53 1 0,1-2-5 16,-2-6-16-16,-2-11 8 15,-1-10 23-15,-1-10-11 16,-4-6-12-16,2-3 21 16,3-6 9-16,0-15 4 15,3-11-30-15,0-7-12 16,0-5-5-16,-2-3-13 16,-1 0-2-16,0 6 0 15,-3 13-4-15,1 11-7 16,-1 11-12-16,2 6-23 15,4 0-20-15,2 3-11 16,5 12 21-16,0-1-66 16,8-3 5-16,7-3 48 15,7-8 36-15,-2 0 27 0,-5 0 5 16,-10-8 2 0,-11-5 2-16,-7-1 1 0,-7-1 5 15,0 3 33-15,-9 4 8 16,-13 2 14-16,-3 3-11 15,-3 3-32-15,-4 7 3 16,2 19 15-16,-1 14-10 16,8 9 19-16,10 4-2 15,11-1-30-15,2-10-7 16,4-10-8-16,13-12 3 16,3-12-4-16,2-8 2 15,1-4 8-15,0-21-5 0,-1-8-5 16,-2-4-2-1,-5 1-16-15,0 4-5 0,-3 5-18 16,-4 8 19-16,-3 5-9 16,-2 9 12-16,1 5 10 15,-1 2-2-15,3 17 9 16,1 7 2-16,3 1 5 16,2-4 0-16,3-1 6 15,3-7-4-15,2-6-4 16,4-9 4-16,-1 0-5 15,-1-6 2-15,-2-12-2 16,-5-4-2-16,-1-4 0 16,-4-2-4-16,-6-7 0 15,0-1 0-15,-4-5 4 16,0-1-4-16,0-2 5 0,0 2-1 16,-7 9 4-16,3 14-3 15,0 8 5-15,2 9 16 16,2 2-9-16,0 5-13 15,-1 24-5-15,-1 13 5 16,2 9 40-16,-2 4-19 16,2-2-9-16,0-1 9 15,0-5-15-15,2-6 0 16,8-9-6-16,2-10 0 16,-1-10-1-16,1-9 1 15,0-3-2-15,3 0 0 16,-2-19-25-16,2-9 9 0,1-6-14 15,-3-2 2-15,-5-2 5 16,-1 8 5-16,-4 9 20 16,-1 10-2-16,-2 10 4 15,0 1 10-15,0 8-12 16,0 14 0-16,2 5 31 16,4 0-16-16,1-1-1 15,1-10 0-15,4-6-6 16,-1-4 8-16,3-6-2 15,1 0-2-15,0-2 0 16,2-12-11-16,-4 1 8 16,-3-4-7-16,2 1 1 15,-4-1-3-15,-3 2 0 0,-3 5 0 16,-2 5 1-16,0 4-1 16,0 1 4-16,0 0-4 15,2 6-10-15,1 11 10 16,6 2 0-16,1 2 0 15,4-3-1-15,5-3 3 16,6-6-2-16,5-7 2 16,2-2 0-16,1 0-1 15,-3-13-1-15,-3-1 1 16,-7-3-2-16,-8 2 7 16,-4 0-6-16,-6 0 0 15,-2 3 1-15,0 1-2 0,0 5-2 16,-9 6-5-1,-1 0 1-15,-3 17-2 0,0 11 8 16,1 7-4-16,7 3 9 16,5-3-7-16,0-7 3 15,5-10-3-15,10-14 1 16,2-4 2-16,3-6 0 16,-1-18 2-16,2-4 2 15,-4-1-7-15,-3 0 3 16,-2 1 0-16,0 1-1 15,-2 0 1-15,-2 4-8 16,2 6 0-16,-1 7-1 16,3 4 2-16,2 6-6 15,3 0 8-15,0 7 3 0,1 12 4 16,-2 3-1-16,-2 6 17 16,-3-2 11-16,-7 4 2 15,-4 1 2-15,0-4-1 16,-8-3-10-16,-16-3-10 15,-4-6 3-15,-3-6-6 16,2-6-9-16,3-3 2 16,4 0-2-16,2-2-35 15,4-14-32-15,3-10-92 16,7-4-253-16,6-2-405 16</inkml:trace>
  <inkml:trace contextRef="#ctx0" brushRef="#br1" timeOffset="144887.76">17880 2064 1406 0,'0'0'84'0,"0"0"-46"15,0 0 50-15,0 0 27 16,97-41-76-16,-62 49-24 15,2 18-3-15,-5 9-3 16,-10 5 0-16,-7 6-4 16,-8-2-2-16,-7 3 0 15,0-3-3-15,-7-1 0 0,-12 3-3 16,-1-1-80 0,4-3-107-16,4-2-213 0,5-8-186 15</inkml:trace>
  <inkml:trace contextRef="#ctx0" brushRef="#br1" timeOffset="144991.19">18042 2624 763 0,'0'0'470'16,"0"0"-355"-16,0 0 5 16,0 0 20-16,0 0-65 15,0 0-63-15,24 0-12 16,-19 0-85-16,-5 0-252 16,-12-8-926-16</inkml:trace>
  <inkml:trace contextRef="#ctx0" brushRef="#br1" timeOffset="189663.75">8755 3319 621 0,'0'0'275'15,"0"0"-225"-15,0 0-27 16,0 0 74-16,0 0 3 16,0 0-20-16,0 0-40 0,0 0-17 15,-1-37-11-15,17 35 3 16,3 2 11-16,5 0-16 15,7 6 2-15,7 15-10 16,10 8 16-16,13 4-6 16,7 5 6-16,6 2 0 15,5-1-4-15,1-3-9 16,-5-2 6-16,-3-2-6 16,-11-3-1-16,-7-4 2 15,-10-5-6-15,-7-2 5 16,-9-4-2-16,-8-5-2 0,-5-4 1 15,-6-1-2-15,-5-4 0 16,0 3 11-16,-4-3-7 16,0 0 15-16,0 0 11 15,0 0-5-15,0 0-1 16,0 0-11-16,0 0-7 16,0 0 6-16,0 0-6 15,0 0 1-15,0 0 0 16,0 0-4-16,0-10 0 15,-8-1-3-15,-2-3 0 16,0 1 0-16,-2 0 2 16,-2-3-2-16,1-1 0 15,0 4 0-15,3 1 1 16,1 1 0-16,3 4 0 0,2 2-1 16,2 3 1-16,2 2 2 15,0 0-3-15,0 0-4 16,0 0 3-16,0 0-8 15,10 10 8-15,4 5-2 16,0-1 5-16,-3 1-2 16,-5-2 0-16,0 0-3 15,-6 1 2-15,0 1-3 16,0 2 3-16,-12 2 0 16,-5 0 0-16,1 2-2 15,0-5 1-15,3-3-81 16,6-2-67-16,6-7-27 15,1-4-200-15,0 0-151 0</inkml:trace>
  <inkml:trace contextRef="#ctx0" brushRef="#br1" timeOffset="190127.06">10022 3671 932 0,'0'0'233'16,"0"0"-221"-16,0 0-3 15,0 0 24-15,0 0-17 16,0 0 5-16,-10 101 19 0,10-45-8 16,0-2-20-16,9-5-5 15,7-5 3-15,4-7-10 16,4-8 6-16,1-8 5 15,2-6-9-15,1-8 4 16,-1-4 5-16,0-3-5 16,-2 0 5-16,-4-16 6 15,1-6-2-15,-3-5 4 16,-8-5 11-16,-5-4 10 16,-6-5-13-16,0-6-7 15,-24-4 4-15,-6 3-10 16,-7 5-1-16,-5 7 0 15,0 15-7-15,-1 3 12 16,3 6-10-16,3 4-5 0,4 4-3 16,6 4-4-16,3 7-3 15,9 18-4-15,8 9-80 16,7 4-71-16,0 0-89 16,7-5-275-16</inkml:trace>
  <inkml:trace contextRef="#ctx0" brushRef="#br1" timeOffset="195013.83">10464 4060 483 0,'0'0'236'0,"0"0"-167"15,0 0 16-15,0 0 71 16,0 0-25-16,0 0-53 16,0 0-53-16,0-8-19 15,1 13-6-15,3 13 0 16,-1 7 5-16,-1 6-5 16,-2-1-2-16,0 3-7 15,0-3-157-15,0-6-195 16</inkml:trace>
  <inkml:trace contextRef="#ctx0" brushRef="#br1" timeOffset="197258.67">10715 3758 607 0,'0'0'132'0,"0"0"-40"16,0 0 45-16,0 0-24 15,0 0-12-15,0 0-35 16,-4-72-29-16,24 64-1 16,7 4-28-16,3 4 6 0,3 0 3 15,-1 9-6-15,-3 13 1 16,-8 5-4-16,-5 6-8 15,-11 2 0-15,-5 6-2 16,-5 3 2-16,-24-1 5 16,-6-3 4-16,-5-6-4 15,3-12-3-15,3-9 6 16,8-4 21-16,6-6 3 16,5-2 0-16,7 1-1 15,6-2-11-15,2 0 11 0,0 0-5 16,0 0-13-1,12 0-8-15,14-3 0 0,13-4 2 16,3 4-4-16,1 3-1 16,1 0-2-16,-3 0 0 15,1 7-2-15,-2 6 1 16,-7 1-17-16,-2 0-90 16,-6-1-75-16,-2-6-100 15,-2-7-217-15</inkml:trace>
  <inkml:trace contextRef="#ctx0" brushRef="#br1" timeOffset="197437.74">11249 3897 853 0,'0'0'417'0,"0"0"-375"0,0 0-42 16,0 0 0-16,0 0 25 15,6 85 48-15,-2-45-49 16,6 0-19-16,-3-4-5 15,0-3-59-15,-5-4-67 16,-2-10-209-16,-9-8-556 16</inkml:trace>
  <inkml:trace contextRef="#ctx0" brushRef="#br1" timeOffset="199308.11">11594 3697 722 0,'0'0'123'16,"0"0"-88"-16,0 0 27 16,0 0 8-16,0 0 45 15,0 0-30-15,-20-41-40 16,16 36-8-16,1 4-14 15,2 0 13-15,-6-1 2 16,-2 2-2-16,-5 0-11 0,-5 0-16 16,-3 20-2-16,-1 12 4 15,7 10-6-15,3 8 7 16,12 3-11-16,1-1 1 16,1-6 1-16,15-3-2 15,2-6 0-15,6-7-1 16,2-9 1-16,6-8-1 15,1-9 0-15,3-4-2 16,-4-6 1-16,-8-12-9 16,-7-4 10-16,-9 0 2 15,-8-1-2-15,0 0 2 16,-13 2-1-16,-14 3-1 16,-5 6 2-16,1 8-2 0,1 4-5 15,3 2 2-15,7 21-10 16,3 6 8-16,10 4-90 15,7 3-42-15,6-7-118 16,23-10-144-16</inkml:trace>
  <inkml:trace contextRef="#ctx0" brushRef="#br1" timeOffset="199498.31">12042 3937 1142 0,'0'0'118'0,"0"0"-101"0,0 0-3 16,0 0-8-16,0 0 24 15,0 0-15-15,-43 96-14 16,43-61-1-16,0-3-14 16,0 1-120-16,-4-8-255 15</inkml:trace>
  <inkml:trace contextRef="#ctx0" brushRef="#br1" timeOffset="201424.74">12363 3817 22 0,'0'0'312'16,"0"0"-287"-16,0 0-18 15,0 0 24-15,0 0 70 16,0 0 37-16,0-85-48 16,-3 69-12-16,-3-1-26 15,5 2-2-15,-2 0-3 16,1 2 3-16,2-1 7 16,-4 1-14-16,4-4-2 15,0 5 15-15,0 2-27 16,0 5 2-16,0 4 14 0,0 1-14 15,0 3-31-15,0 24 2 16,0 15-2-16,0 14 28 16,0 5-18-16,6 0-6 15,4-5 2-15,0-4-5 16,0-7 7-16,-2-4-7 16,-1-6 0-16,-2-5-1 15,-3-2 0-15,-2-5-3 16,0-3-47-16,0-5-84 15,0-7-151-15,0-8-200 16</inkml:trace>
  <inkml:trace contextRef="#ctx0" brushRef="#br1" timeOffset="201824.98">12635 3674 1089 0,'0'0'78'16,"0"0"-51"-16,0 0 17 15,0 0-8-15,0 0 9 16,110-40-7-16,-79 40-15 16,-6 11-5-16,-5 11-18 15,-10 3 0-15,-10 7-5 16,0 3 3-16,-18 6 2 15,-17 4 0-15,-12-1 9 0,-1-3 1 16,6-12-8-16,13-12-1 16,16-11 15-16,8-3 30 15,5-3 7-15,0 2-11 16,0-2-11-16,0 0-8 16,16 0-11-16,18 0 2 15,11-5-6-15,4-1-7 16,-1 4 0-16,-6 0-1 15,-4 2-6-15,-3 0 6 16,-3 0-44-16,-5 7-100 16,-4 5-58-16,-2-3-260 15</inkml:trace>
  <inkml:trace contextRef="#ctx0" brushRef="#br1" timeOffset="202018.52">13167 3803 1290 0,'0'0'89'0,"0"0"-73"16,0 0 2-16,0 0 14 15,0 0 28-15,7 90 15 16,6-43-44-16,2-2-30 16,-2-1-1-16,0-4-10 15,-3-2-124-15,-9-8-77 16,-1-9-281-16</inkml:trace>
  <inkml:trace contextRef="#ctx0" brushRef="#br1" timeOffset="204840.64">13633 3824 669 0,'0'0'157'0,"0"0"-140"15,0 0 0-15,0 0 77 16,0 0 64-16,0 0-41 15,0 7-50-15,-7-7-11 16,-5-12-40-16,0-2-5 16,0-4 26-16,4-4-7 15,1-2 6-15,4-2-15 16,-1-3-12-16,3 3 4 16,1 4-6-16,0 5-2 15,0 6-2-15,1 7-3 16,11 4-1-16,3 0-1 0,0 11-6 15,1 14 7-15,-5 11-2 16,-6 11-1-16,-4 7 4 16,-1 3-4-16,-4 0 4 15,-16-4 0-15,-5-6 1 16,-2-10-1-16,-1-8 0 16,-1-6 1-16,2-8 6 15,-1-3-5-15,2-8 2 16,5-4 4-16,3 0-5 15,2-9 5-15,6-16 2 16,6-8-5-16,4-1-3 16,0 3-2-16,4 4 0 15,13 4 0-15,3 8-6 16,1 5 6-16,2 6 2 16,0 4 2-16,2 0 2 0,1 19-4 15,0 2 3-15,0 4-5 16,0 1 1-16,-1-4 1 15,0-2-2-15,2-3-10 16,-2-6-57-16,2-5-97 16,-1-4-5-16,0-2-70 15,-3-5 14-15,-1-15 30 16,-5-2 119-16,-6 0 76 16,-4 2 54-16,-6 6 70 15,1 7 85-15,-2 7-2 0,0 0-71 16,0 9-105-1,0 12 0-15,0 5 28 0,0-4-21 16,10-4-13-16,12-4 11 16,10-10-12-16,4-4 7 15,5 0 1-15,-5-18-8 16,-7-4-5-16,-9-5 24 16,-10-3 5-16,-10-2-10 15,0-4-21-15,-10-2 10 16,-17-6-8-16,-6 0-11 15,-6 6-8-15,2 10-3 16,-1 15-13-16,-4 13-25 16,-5 14-108-16,-9 19-103 15,-13 3-302-15</inkml:trace>
  <inkml:trace contextRef="#ctx0" brushRef="#br1" timeOffset="207292.71">6406 647 889 0,'0'0'93'16,"0"0"-83"-16,0 0-8 16,0 0 20-16,0 0 30 15,0 0-36-15,0 0 0 16,49 1 12-16,-17 3 6 16,4 2-11-16,4-3-10 15,5 2-5-15,2-2-7 16,0 2-1-16,-5-3-41 0,-7 2-192 15,-10-4-100 1</inkml:trace>
  <inkml:trace contextRef="#ctx0" brushRef="#br1" timeOffset="207526.57">6867 478 775 0,'0'0'170'0,"0"0"-170"16,0 0-10-16,0 0 10 15,0 0 55-15,19 119 36 16,-10-62-63-16,-3 1-21 0,1-1-3 16,0-3-4-16,-1-5-6 15,1-2-53-15,-1-10-125 16,1-10-175-16</inkml:trace>
  <inkml:trace contextRef="#ctx0" brushRef="#br1" timeOffset="207824.14">7177 439 897 0,'0'0'120'15,"0"0"-108"-15,0 0-10 16,0 0 34-16,0 0 26 16,0 0-35-16,-80 88 0 15,72-38-10-15,6 3-5 16,2-5 3-16,0-5-13 15,10-6 3-15,6-6-5 16,8-4 0-16,3-5-59 16,-1-6-111-16,0-10-133 15</inkml:trace>
  <inkml:trace contextRef="#ctx0" brushRef="#br1" timeOffset="208006.22">7313 750 1091 0,'0'0'112'0,"0"0"-105"15,0 0-7-15,121 0 12 16,-66-3 0-16,8-3-12 16,-1 2-28-16,-6-3-219 15,-12 0-262-15</inkml:trace>
  <inkml:trace contextRef="#ctx0" brushRef="#br1" timeOffset="208325.14">7764 558 1157 0,'0'0'99'16,"0"0"-99"-16,0 0 2 15,0 0 10-15,0 0 5 16,95 9-4-16,-68 18-13 15,-12 9-10-15,-10 3 7 16,-5 4 0-16,-9 3-3 16,-19-5-3-16,-7-5-4 15,0-11 11-15,0-12 2 16,5-8 13-16,10-5 4 16,8 0 18-16,9 0 0 0,3 0 23 15,3-5-23-15,20-5-30 16,12-1-4-16,9 1 1 15,9 0-4-15,1 5-1 16,1 2-78-16,-3 2-33 16,-9-3-111-16,-7-1-198 15</inkml:trace>
  <inkml:trace contextRef="#ctx0" brushRef="#br1" timeOffset="208543.46">8122 493 969 0,'0'0'228'0,"0"0"-206"16,0 0-10-16,0 0-12 15,0 0 24-15,111 75 25 16,-67-29-16-16,-6 6 6 16,-9 7 2-16,-11 4-8 15,-11 6-10-15,-7 0-17 16,0 2-6-16,-13-1-5 15,-11-4-174-15,-6-4-242 16</inkml:trace>
  <inkml:trace contextRef="#ctx0" brushRef="#br1" timeOffset="209456.21">10867 4431 339 0,'0'0'842'0,"0"0"-772"15,0 0-54 1,0 0 33-16,0 0 11 0,0 0-21 16,0 0-18-16,132-28 4 15,-76 25-14-15,-4 0 3 16,-11 3-10-16,-16 0-2 16,-15 0-4-16,-9 0-8 15,-1 0 10-15,0 0 2 16,-8 0 4-16,-17 0 23 15,-5 5-21-15,-7 1-8 16,4 0-1-16,6-3-121 16,6-3-91-16,7 0-360 15</inkml:trace>
  <inkml:trace contextRef="#ctx0" brushRef="#br1" timeOffset="210906.03">10086 470 489 0,'0'0'208'16,"0"0"-205"-16,0 0 12 0,0 0 4 15,0 0 42-15,0 0-4 16,0 0-4-16,-71 81-9 16,67-35 10-16,1 9-1 15,3 4-12-15,0 1 4 16,7-3-23-16,12-6-16 16,4-4-3-16,4-6-3 15,-2-8-53-15,2-7-114 16,-3-15-140-16</inkml:trace>
  <inkml:trace contextRef="#ctx0" brushRef="#br1" timeOffset="211095.12">10258 821 984 0,'0'0'159'0,"0"0"-159"15,0 0-20-15,0 0 20 16,120-7 26-16,-59 7-23 16,4 0-3-16,0 0-125 15,-11 0-165-15,-16-3-227 16</inkml:trace>
  <inkml:trace contextRef="#ctx0" brushRef="#br1" timeOffset="211439.02">10644 650 797 0,'0'0'349'16,"0"0"-266"-16,0 0-60 16,0 0 12-16,0 0 14 15,0 0-22-15,64-33-20 16,-28 41-5-16,-5 14-2 16,-13 3-7-16,-8 8 7 15,-10 5-8-15,-1 2 7 16,-26 2-2-16,-7-6-1 15,-4-7-1-15,0-11 4 16,4-9 1-16,7-6 10 16,12-3-7-16,7 0 7 15,8 0 11-15,0 0 24 16,13-10-36-16,14-1-2 16,11 4-4-16,9 0 0 0,2 3-3 15,2 2-1-15,1 2-2 16,-5 0-22-16,-2 4-74 15,-8 8-38-15,-7-4-140 16,-9-1-166-16</inkml:trace>
  <inkml:trace contextRef="#ctx0" brushRef="#br1" timeOffset="211668.07">11099 571 1065 0,'0'0'173'16,"0"0"-173"-16,0 0 7 15,0 0-6-15,-44 87 54 16,44-44-4-16,0 5-19 16,11 1-17-16,4-6-7 15,3-6-4-15,0-2-4 16,1-4-1-16,-3-5-94 15,0-7-80-15,-6-9-182 16</inkml:trace>
  <inkml:trace contextRef="#ctx0" brushRef="#br1" timeOffset="211858.19">11253 827 715 0,'0'0'536'0,"0"0"-536"16,0 0-16-16,87 5 16 16,-43-5 17-16,4 0-11 15,0 0-6-15,-6 0-112 16,-8 0-141-16,-14 0-194 16</inkml:trace>
  <inkml:trace contextRef="#ctx0" brushRef="#br1" timeOffset="212224.13">11564 705 1017 0,'0'0'191'16,"0"0"-147"-16,0 0-25 15,0 0 19-15,0 0 10 16,0 0-33-16,89-20-12 16,-66 30-3-16,-5 7-8 15,-9 5 5-15,-7 5 0 16,-2 0-3-16,-6 0 3 15,-10-6 6-15,2-5 2 16,5-9 4-16,6-6-6 16,3-1 7-16,0 0-2 15,6 0-4-15,20 0-4 16,11-8 15-16,8-2-10 16,0 4-5-16,-1 2 1 0,-7 4-1 15,-8 0 1-15,-8 0-2 16,-11 6 0-16,-10 8-9 15,0 3 10-15,-12 4 2 16,-20 2 12-16,-6-1-7 16,-5-2-7-16,-1-2-1 15,7-8-69-15,11-8-138 16,7-2-219-16</inkml:trace>
  <inkml:trace contextRef="#ctx0" brushRef="#br1" timeOffset="212433.96">11965 516 1373 0,'0'0'39'0,"0"0"-36"16,0 0-3-16,85 89 38 16,-63-36 13-16,-7 5-11 15,-7 3-20-15,-8 0-7 16,0-3-13-16,-14-2 0 15,-20-2-23-15,-13-5-123 16,-11-7-88-16,-9-10-282 16</inkml:trace>
  <inkml:trace contextRef="#ctx0" brushRef="#br1" timeOffset="212884.85">10965 440 975 0,'0'0'37'15,"0"0"-31"-15,129 65 44 16,-78-23 21-16,-13 9-37 16,-7 6-16-16,-12 4-3 15,-10-1-2-15,-9 0-6 16,-7-3-4-16,-22-2 2 0,-8 2-2 16,-8-3-3-16,-6-2-151 15,-8-6-217-15</inkml:trace>
  <inkml:trace contextRef="#ctx0" brushRef="#br1" timeOffset="213642.37">11572 4409 986 0,'0'0'244'0,"0"0"-216"15,0 0-14-15,0 0 32 16,0 0 2-16,0 0-32 0,0 0-16 16,75-19 0-16,-48 19-19 15,0 0-187-15,-3-3-298 16</inkml:trace>
  <inkml:trace contextRef="#ctx0" brushRef="#br1" timeOffset="-214356.81">9805 3364 856 0,'0'0'105'0,"0"0"-80"0,0 0 48 16,0 0 24-16,0 0-21 16,0 0-43-16,-7-18-33 15,7 18-5-15,0 12 4 16,0 14 1-16,0 10 7 16,0 15 17-16,0 13 22 15,0 18-9-15,0 13 2 16,0 5 5-16,0 1-25 15,0-6-15-15,2-13 8 16,3-14-6-16,4-11-1 16,2-12 3-16,1-13-7 15,-3-8 5-15,-3-9-3 16,-3-4 0-16,-1-6-3 16,0-3-3-16,-2-2-65 0,0 0-31 15,0-11-12-15,0-20-265 16</inkml:trace>
  <inkml:trace contextRef="#ctx0" brushRef="#br1" timeOffset="-212640.01">9912 3381 636 0,'0'0'108'15,"0"0"-79"-15,0 0 31 16,0 0 47-16,0 0-12 15,0 0-11-15,-13-37-25 16,9 33-12-16,4 1-10 16,-1 0 23-16,-1 0-23 15,1 0-10-15,1 0 7 0,-2 2 5 16,2 1 4 0,0-2-11-16,0 2-11 0,0 0 0 15,0 0-2-15,0-2-2 16,0 2 3-16,0-1-11 15,13-1 4-15,3 2 7 16,6 0-9-16,5 0 3 16,4 0-3-16,2 0-3 15,2 0 1-15,2 0-8 16,0 0 4-16,-1 0 7 16,3 0-11-16,1 0 9 15,0-4-2-15,-2-2 0 16,-1 2 6-16,-3-1-12 0,-6 2 4 15,-1 0-1-15,-1 2-4 16,-2-1 4-16,3 0-4 16,-1 1 0-16,1 1 4 15,4 0-4-15,-3 0-1 16,3 0 1-16,1 0 1 16,0 0-1-16,5 0 0 15,3 0-1-15,2 3 6 16,-2 0-4-16,0 0-1 15,-5 0 1-15,-2 2 1 16,-2-1 0-16,-5 2-3 16,1-2 0-16,0-1-1 15,1 1 5-15,4-2-4 16,5-2 0-16,1 2 5 0,4-2-3 16,3 0-2-16,0 0 0 15,-1 0-5-15,-1 0 7 16,-7 0-2-16,-7 0 0 15,0 3-6-15,-4 0 6 16,2-1 0-16,-1 0 0 16,4 0-3-16,4-2 6 15,-1 0-3-15,4 0 0 16,1 0 3-16,3 0-2 16,1 0-1-16,-4 0-2 15,0 0-1-15,3 2 6 16,1 0-3-16,1 0 0 0,2-1 1 15,-2 2 0 1,-1 0 1-16,-1 1-1 0,0-1 0 16,-1-1-1-16,4 0 3 15,1-2-3-15,2 0 3 16,-4 0-2-16,1 0-1 16,-1 0 1-16,-3 0-2 15,2 0 3-15,0 0-3 16,2 0 1-16,-1 0-3 15,-3 3 1-15,0-1 2 16,0-1 0-16,2-1-2 16,6 0-1-16,3 0 3 15,2 0 1-15,-1 0 1 16,-2 0-2-16,-5 0 0 16,0 0 0-16,-1 0-1 0,-2 0 2 15,-2 0-1-15,-2 0 1 16,1 0 0-16,1 0-1 15,1 0 0-15,7 0 2 16,-3 0-3-16,0 0 4 16,-5 0-3-16,-4 0 0 15,-2 0 4-15,0 0-5 16,-1 0 1-16,4 0 0 16,1 0-1-16,6 0 2 15,-1 2-2-15,1-2 1 16,-6 1 0-16,-4-1-3 15,-6 0 3-15,-5 0-2 0,-4 0 1 16,-6 1 0-16,1 1 1 16,-4 0 0-16,1-2 1 15,0 0-1-15,0 0 0 16,-1 0 2-16,2 0-4 16,0 0 5-16,1 0-3 15,4 0 0-15,-2-2 3 16,5-1-6-16,1-1 3 15,1 1 0-15,-2 1-1 16,-5-1 1-16,-5 3 0 16,-4 0 0-16,-2 0 3 15,-1 0-4-15,-3-1 1 16,3 1 0-16,-3 0 0 0,0 0 1 16,0 0-1-16,0 0 0 15,0 0-2-15,0 0-1 16,0 0 2-16,0 0-3 15,0 0 4-15,0 0-9 16,0 14 9-16,-4 12-2 16,-1 10 6-16,1 6-1 15,3 5-3-15,1 6 5 16,0 7 6-16,0 3-10 16,0-1 6-16,0-4 2 15,4-10-8-15,0-7 4 16,2-8 0-16,-2-6-5 0,-1-7 1 15,1-7 1-15,-2-4-2 16,-1-3 0-16,1-2-4 16,-2-2 4-16,0 0-26 15,0 0-31-15,-12-2-76 16,-21-2-258-16</inkml:trace>
  <inkml:trace contextRef="#ctx0" brushRef="#br1" timeOffset="-210906.75">10164 4396 22 0,'0'0'112'0,"0"0"-55"16,0 0 20-16,0 0 0 0,0 0 47 16,0 0-10-1,-80 3 18-15,67-6-54 0,-1 1-3 16,1 1 10-16,0-1-13 15,3 1 19-15,1-1-1 16,1 1-18-16,0-1-1 16,-4-1-13-16,-2 2-10 15,1-2 3-15,3 1 12 16,6 1-6-16,1-1-3 16,3 2-15-16,0-2-14 15,0 2-7-15,0 0-18 16,14 0 7-16,13-4 4 0,13 0 14 15,10-1-8-15,5 1-12 16,5 1 0-16,2-1 3 16,5 2-3-16,3-3 2 15,4 0-1-15,-3 1-2 16,-2 0 1-16,-5-1-3 16,-4 4-2-16,-1-2 8 15,-6 3-7-15,2-2 3 16,-3 1 2-16,-2-1-6 15,-3 0 6-15,-5 2-3 16,-6 0-2-16,-4 0 1 16,2 0-1-16,-1 0 1 15,4 0-1-15,5 0 2 16,5 0-1-16,1 0-1 16,-1 0-1-16,1 0 0 0,1 0-2 15,-3 2 2-15,3 1 0 16,1-1 0-16,0-2 0 15,4 3 0-15,-1-3 2 16,1 0-3-16,-2 0 3 16,-6 0-2-16,-2 0 0 15,-4 0 1-15,-1 0 1 16,-1 0-2-16,-5 0 1 16,1 0 1-16,1 0-2 15,2 0 0-15,5 0 0 16,3 0 5-16,2 1-2 15,1-1-3-15,2 0 1 0,-1 0 2 16,-2 0-3-16,-6 2 0 16,-2-2 0-16,-6 1 0 15,-3-1 0-15,-1 2 0 16,-3-2-1-16,5 0-2 16,-1 0 3-16,2 0 0 15,-1 0-1-15,3 0 4 16,-2 0-5-16,-4 1 2 15,-1 1 0-15,-1-1-4 16,1 2 6-16,3 0-2 16,4 0 0-16,-2-1 3 15,2-2-3-15,1 1 0 16,3-1 1-16,0 2-4 0,2 0 6 16,-1-2-3-1,-3 0 1-15,-1 0 2 0,-2 0-6 16,2 0 5-16,-4 0-2 15,3 0 0-15,-3 0 0 16,1 0 1-16,-5 0-1 16,-3 0 2-16,2 0 0 15,-3 0-2-15,2 0 0 16,1 0-1-16,0 0 4 16,4 0-5-16,1 0 2 15,0 0 0-15,1 0 2 16,-2 0 1-16,1 0-3 0,0 0 0 15,-8-2-4-15,-1 2 4 16,-5 0 0-16,-3 0-1 16,2 0-3-16,0 0 3 15,3 0 1-15,0 0 0 16,-2 0 0-16,2-2 0 16,-2 2 0-16,-1-1 1 15,1 1-2-15,0 0 1 16,1 0 0-16,1 0-1 15,1 0 1-15,-2 0 0 16,1 0 0-16,-1 0 3 16,-2 0-3-16,1 0 0 15,-5 0 1-15,-2-2-5 16,-4 2 6-16,0-2-2 16,-3 2 1-16,-3 0 2 0,0 0-4 15,0 0 1-15,0 0-2 16,0 0 1-16,0 0-3 15,0 0 3-15,-5-1-8 16,-18-1-30-16,-23 1-23 16,-20-5-125-16,-21-6-437 15</inkml:trace>
  <inkml:trace contextRef="#ctx0" brushRef="#br1" timeOffset="-208892.95">8716 3289 678 0,'0'0'108'0,"0"0"-74"15,0 0 39-15,0 0 19 16,0 0 41-16,0 0-41 15,7-20-38-15,-5 19-3 16,-2-4 6-16,1-1 1 16,2-1-18-16,0-2-4 15,2 1 5-15,-2 1-2 16,1 1-22-16,-3-1 9 16,1 3-5-16,-1 1-6 0,-1 2 3 15,0 1-8-15,0 0 1 16,0 0-5-16,0 0-3 15,3 0-3-15,1 0 0 16,6 0 0-16,7 8 3 16,3 7-2-16,4 3 10 15,-1 1 5-15,2 2-10 16,0 0 9-16,3 1-2 16,1-1-8-16,3-1 8 15,1 0-6-15,4-3 5 16,0-1-3-16,1-1-7 15,1-2 7-15,-4-1-7 0,-4 1 4 16,-4-3-4 0,-7-2-1-16,-3 1 0 0,-2-2 0 15,-1 1 3-15,-1-3-2 16,0 3-2-16,0-1 2 16,4-4 0-16,0 1 2 15,0-2-3-15,1 0 2 16,-2 0 3-16,0 1-3 15,0-2-2-15,-3 4 0 16,0-2-1-16,-3-2 2 16,-2 2-2-16,0 1 0 15,1-2 2-15,-1 3-2 16,0-2 0-16,1 0 0 0,1 0-2 16,-3-2 5-1,-1 2-3-15,1-1 0 0,-3-1 1 16,2 1-2-16,-3-1 1 15,-1-1 0-15,0 2-2 16,-1-2 4-16,1 0-2 16,-2 0 0-16,0 0 2 15,0 0-1-15,0 0-1 16,0 0 0-16,0 0-3 16,0 0 3-16,0 0 0 15,0 0 0-15,0 0-4 16,0 0 2-16,0 0-1 15,0 0-2-15,0 0 0 0,0 0-16 16,0 0 0-16,0 0-5 16,0 1-20-16,-3-1-22 15,-6 0-110-15,-2 0-116 16,-5 0-230-16</inkml:trace>
  <inkml:trace contextRef="#ctx0" brushRef="#br1" timeOffset="-208373.2">9551 3429 851 0,'0'0'196'15,"0"0"-142"-15,0 0 54 16,0 0 15-16,0 0-3 15,0 0-42-15,-13-22-35 16,13 22-20-16,0 0 1 16,0 0 2-16,0 0-9 15,0 0-7-15,0 7 11 16,4 4 2-16,6 4 5 16,2 2-11-16,2 2-5 15,2 2 4-15,4-2-7 0,-1 3-3 16,3-5 3-16,0 0-7 15,-2-1 3-15,0-1 1 16,-4-1-5-16,0-1 3 16,-3-1-4-16,-2-3 1 15,-2-3 1-15,-3 0-1 16,0-2 0-16,-5-3-1 16,-1 2 5-16,0-3-4 15,0 0 0-15,0 0 0 16,0 0 11-16,0 0-8 15,0 0 4-15,0 4 0 16,-11 5-5-16,-10 4 4 16,-3 6-7-16,-4 2-1 15,4 7-4-15,-2 1 0 16,3 8-18-16,3 4-51 0,0-3-139 16,0-6-315-1</inkml:trace>
  <inkml:trace contextRef="#ctx0" brushRef="#br2" timeOffset="-191496.77">1267 6835 546 0,'0'0'191'16,"0"0"-151"-16,0 0-12 16,0 0 56-16,0 0 4 15,0 0 11-15,0 0-13 16,0 0-37-16,6-53 12 15,-6 53-31-15,0 0-7 0,0 0-19 16,0 0-3-16,0 0-2 16,2 5 2-16,0 4 0 15,1 1 4-15,-1-1-3 16,0-1 4-16,-1-1-4 16,-1-5 3-16,0 1 4 15,0-1-7-15,0-2 8 16,0 0 10-16,2 0 18 15,-2 0 2-15,2 0-9 16,-2 0-9-16,2 0-4 16,-1 0-15-16,2 0 4 0,9 0-4 15,8 0-3-15,12 0 13 16,8 0 2-16,5 0-3 16,7 0-1-16,5 0-7 15,3 0 2-15,2-6-3 16,-1-3-1-16,5-3 4 15,1 0-1-15,3-4-5 16,-3 3 7-16,-2-1-7 16,-5 3 0-16,-8 0 0 15,-1 2 3-15,-6 3-7 16,-6 2 4-16,1 1 0 16,-2 0-1-16,-3 3 3 15,-1-2-2-15,0 0 0 16,-2 1 1-16,-2-1-2 15,-3 2 1-15,-2 0 0 0,-2-2 0 16,-3 2 0-16,0 0 0 16,-5 0 0-16,-2 0 4 15,1-2-5-15,-2 0 1 16,-2-1 0-16,2 1 0 16,-2 0 2-16,0 0-2 15,-4 1 0-15,-1 1 2 16,2 0-4-16,0 0 2 15,3 0 0-15,1-2-1 16,1 2 2-16,0 0-2 16,-1 0 1-16,-2 0-1 15,-1 0-1-15,-1 0 2 0,-4 0 0 16,0 0-1-16,-3 0 2 16,0 0-1-16,0 0 5 15,0 0-4-15,0 0 8 16,0 0 6-16,0 0 24 15,0 0-13-15,0 0-14 16,0-1 2-16,0-7-13 16,-6-1-1-16,-1 0-1 15,0 3-12-15,3 5-40 16,0 1-49-16,4 0-171 16,-3 10-238-16</inkml:trace>
  <inkml:trace contextRef="#ctx0" brushRef="#br2" timeOffset="-190324.75">4327 6873 387 0,'0'0'249'0,"0"0"-175"15,0 0 1-15,0 0 79 16,0 0 18-16,0 0-73 16,0-9-51-16,0 9-15 15,0 0 3-15,0 0-1 0,0 0-16 16,0 0-17-16,0 0 1 16,0 0-3-16,0 7 0 15,0 7 12-15,0 1-2 16,0-2 19-16,0-4-8 15,0-2-11-15,0-4 7 16,0 0-8-16,0-3-3 16,0 0 2-16,0 0-8 15,0 0 9-15,0 0 4 16,0 0 9-16,1 0 5 16,13 0-11-16,4 0 7 15,9 0 13-15,4 0-24 16,4 0-5-16,9 0-5 15,6 0-2-15,11 0 6 0,4 0-6 16,3 0 0-16,4 0 0 16,-4-5-1-16,3-3-3 15,-3 1 4-15,-3 0 0 16,-4 1 1-16,-12 4-1 16,-4 2 0-16,-7 0-3 15,-3 0 6-15,-1 0-3 16,-1 0 0-16,-1 0 1 15,0 0-2-15,-3 0 5 16,0 0-4-16,-4 0 0 16,-4 0 1-16,-4 0-3 0,0 0 2 15,-3 2 0 1,-3 1-2-16,2 0 2 0,-1-1 0 16,0-2 0-16,-2 0 3 15,-3 0-2-15,-3 0 1 16,0 0-2-16,-1 0 7 15,2 0-6-15,4 0 2 16,4-5-3-16,4-5 3 16,-1 1-3-16,1 3 0 15,-5 2-1-15,-5 1 1 16,-4 1 0-16,-3 2 0 16,0 0-2-16,0 0 3 15,0 0-3-15,0 0 2 16,0 0-5-16,0-1 2 15,0-2-83-15,-7-3-167 0,-1-7-395 16</inkml:trace>
  <inkml:trace contextRef="#ctx0" brushRef="#br2" timeOffset="-184165.08">6639 3746 634 0,'0'0'209'0,"0"0"-107"0,0 0 32 15,0 0-4 1,0 0-35-16,0 0-22 0,0 0-23 16,0 0-14-16,42-22-9 15,-8 13-5-15,8-1-2 16,5 3-12-16,0 0-7 15,0 3 1-15,-5 3-2 16,-6 1-4-16,-7 0-86 16,-6 0-74-16,-11 2-80 15,-8 4-147-15</inkml:trace>
  <inkml:trace contextRef="#ctx0" brushRef="#br2" timeOffset="-183955.07">6885 3609 903 0,'0'0'122'16,"0"0"-108"-16,0 0 17 15,0 0 21-15,0 0-42 16,0 0-8-16,11 62 3 16,-2-17 9-16,-6 8-12 15,-2-1 1-15,1 2-3 16,2-4-1-16,-1-8-45 15,5-9-234-15,-1-15-144 16</inkml:trace>
  <inkml:trace contextRef="#ctx0" brushRef="#br2" timeOffset="-183048.02">7130 3687 909 0,'0'0'224'16,"0"0"-224"-16,0 0-15 16,0 0 15-16,0 0 7 15,38 80 0-15,-19-56-7 16,-2-5 6-16,-1-6 2 0,-4-4-5 16,-3-5 4-1,-6-1 3-15,-3-3 17 0,0 0 58 16,0 0 6-1,0 0 18-15,0-15-20 0,0-9-36 16,-5-6-48-16,-4-1-3 16,1 4-2-16,-1 6 0 15,6 5-2-15,0 9 2 16,3 4 0-16,0 3-10 16,0 0-8-16,2 0-31 15,15 3 22-15,8 4 24 16,5-1 5-16,2-3-2 15,-1-3 0-15,-3 0-4 16,-2 0 3-16,-8-4 1 16,-3-4 4-16,-3 1 3 15,-6 1-7-15,-2 1 10 0,-4 1 0 16,0 3-1-16,0 1 13 16,0 0 2-16,0 0-24 15,0 0-2-15,0 0-4 16,0 0 5-16,0 0 1 15,0 0-7-15,2 0 5 16,1 0 2-16,2 0-1 16,0 0-3-16,-2 0 3 15,2 1-3-15,-3-1-14 16,-1 0 5-16,1 0 13 16,-2 0 2-16,0 0 0 0,0 0 8 15,0 0-8 1,0 0 4-16,0 0 4 0,0 0-6 15,0 0 12-15,0 0-4 16,0 0 3-16,0 0 12 16,0 0-15-16,0 0 3 15,0 0 1-15,0 0-9 16,-3-3 1-16,-4-2-8 16,-1 1 2-16,0 0-2 15,-1 2 3-15,1-1 3 16,1 1-3-16,0 2-1 15,3-2-1-15,0 2-1 16,-2 0-2-16,-1 2 2 16,0 20-8-16,-1 7 8 15,2 3 0-15,6 3 0 0,0-4-1 16,7-1 1-16,12-4-1 16,4-2 0-16,2-5 1 15,5-5 0-15,2-5 0 16,0-6-4-16,0-3-18 15,-4 0-52-15,-3 0-47 16,-5-8-75-16,-5-8-113 16,-5-5-201-16</inkml:trace>
  <inkml:trace contextRef="#ctx0" brushRef="#br2" timeOffset="-181998.71">7627 3457 872 0,'0'0'148'16,"0"0"-130"-16,0 0 80 16,0 0 39-16,-86-54-12 15,65 45-44-15,-8 0-37 16,-1 3-12-16,-4 0-2 15,-4 0 0-15,0 1 5 16,-3 0-17-16,0 1 1 16,-1 0-5-16,-1 1-4 0,1 1 6 15,2 0 1-15,-1 2-12 16,3 0 6-16,0 0-7 16,0 0 7-16,-1 0-2 15,2 4-9-15,-1 5 7 16,3 2-7-16,3-3 1 15,2 3 2-15,1 0-1 16,1 0-1-16,-2 2 4 16,-2 0-4-16,2 1 5 15,-2 1-6-15,2 1 3 16,2 0 0-16,-1 4-1 16,3 1-2-16,2 0 3 0,4 1 0 15,2-1-1-15,2-2-2 16,5 0 0-16,2 1 0 15,3 1-1-15,0 5 1 16,2 2 0-16,-2 1 2 16,5 1-2-16,1 0 0 15,0-1 0-15,0-2-1 16,0-2-1-16,0-1 2 16,10 0 0-16,3 4-1 15,7-3 0-15,4 2 2 16,4 0-1-16,2-1 1 15,4-2 0-15,4-1 0 16,4 0-1-16,5-1 3 16,3-3-3-16,1-2 1 15,7-2-1-15,2-1 3 16,5-1-2-16,0-2 1 0,-2-4 2 16,-2-4-2-16,-6 1 2 15,-1-2-4-15,-4-2 1 16,0 0-2-16,-3 0 2 15,-4-2-1-15,-1-7 0 16,-2 0-1-16,-1-3-2 16,1-1 3-16,0-4-1 15,1-1-2-15,0 2 6 16,-4-2-3-16,-1 1 1 16,-2-1 0-16,-3 2-1 15,1-2 1-15,-3-2-1 0,-1-1 1 16,-3-2 2-16,0-4-3 15,-3-1 2-15,-3-6 0 16,-5-4 2-16,0 1-4 16,-6-1 0-16,-3-5 0 15,-5 5 3-15,0-2-3 16,0 1 0-16,-13-2 4 16,-7-1-5-16,-7 1 1 15,-5-2 0-15,-1 1 3 16,-2 5-3-16,2 6 1 15,2 9-1-15,4 5 0 16,6 6-2-16,3 5-1 16,1 2 1-16,2 3-2 0,1 1-14 15,4 0-29-15,0 0-23 16,5 1-86-16,4 9-126 16,-1-1-167-16</inkml:trace>
  <inkml:trace contextRef="#ctx0" brushRef="#br2" timeOffset="-163451.95">2193 7234 900 0,'0'0'41'0,"0"0"-35"16,0 0 17-16,0 0 59 16,0 0-30-16,0 0-40 15,0 0-1-15,0 0 17 16,-42 49 13-16,32-18-5 15,0 13-10-15,6 6 13 16,0 7-3-16,4-1-14 16,0-7-11-16,11-9-5 15,8-11 0-15,1-10-4 16,0-7 2-16,4-9 9 0,0-3-12 16,8 0 5-16,5-17 7 15,-2-15-6-15,-1-9 3 16,-7-10-5-16,-9 2 1 15,-10 0 2-15,-8 2-7 16,0 2 13-16,-20 7 12 16,-6 2-10-16,-8 8 10 15,2 6-5-15,4 11-4 16,4 3-17-16,4 5-5 16,6 3-2-16,1 0-3 15,4 20-36-15,3 8-69 16,6 13-32-16,0 4-95 15,6 0-178-15</inkml:trace>
  <inkml:trace contextRef="#ctx0" brushRef="#br2" timeOffset="-162119.04">4907 7264 761 0,'0'0'150'15,"0"0"-150"-15,0 0 1 16,0 0 16-16,0 0 37 15,0 0 1-15,-4 31-29 16,-2-19-3-16,-4-1 12 16,-2-2 8-16,-2-3-5 15,-1-1-4-15,-3-4-2 16,-4-1-2-16,0 0 1 0,2-6-3 16,4-9-1-16,4-5-5 15,8-1 4-15,4-1-10 16,0 1-11-16,6 0-1 15,12-1-1-15,9 8-1 16,0 3-2-16,1 6-2 16,4 5-3-16,-4 3 2 15,-1 17-1-15,-6 9 3 16,-5 5-5-16,-8 8 6 16,-8 5 0-16,0 3 2 15,-10-2-2-15,-14-3 0 16,-4-5 2-16,-5-5 5 15,-3-4 7-15,-2-8-7 16,5-3 2-16,6-11-3 0,5-5 3 16,7-4 6-16,5-2 10 15,-1-17-5-15,1-5-10 16,4 0-5-16,5 4-3 16,1 0-2-16,0 4 3 15,8 2 7-15,12 1-10 16,4 2-1-16,6 1-1 15,3 9 3-15,1 1-3 16,-4 3 2-16,-2 16-7 16,-4 6 6-16,-5 0-4 15,1 4 4-15,1-4 0 16,-1 1-47-16,0 0-102 0,-5-3-61 16,-8 0-178-1</inkml:trace>
  <inkml:trace contextRef="#ctx0" brushRef="#br2" timeOffset="-160986.15">2315 8383 694 0,'0'0'170'0,"0"0"-160"16,0 0 0-16,0 0 16 15,0 0 47-15,0 0 20 16,0 0-20-16,-22 43-12 0,6-40-3 16,-8-3-27-16,-1 0-9 15,2 0 13-15,1-15 15 16,2-4-6-16,7-2-9 15,3-2-14-15,7 2-2 16,3 0-19-16,0 6 0 16,14 4-6-16,8 9 2 15,4 2 4-15,3 8-9 16,0 23-5-16,-4 8 3 16,-7 7 9-16,-6 4 0 15,-9 2-2-15,-3 2-2 16,-10-7 5-16,-15-5-3 15,-7-7-4-15,-3-6 8 0,-3-8 11 16,0-8-5 0,2-8 1-16,10-5 2 0,7-11 5 15,6-14 15-15,7-7-27 16,6-1 6-16,0 0-8 16,24 6 0-16,1 5-1 15,3 6-1-15,4 9 2 16,-3 7 6-16,4 0-4 15,-1 6 8-15,-2 13-1 16,-1 5-8-16,-4 3 12 16,-5 2-11-16,-4 0-1 15,-2-2-2-15,-2-3 3 16,-2 1-4-16,3-2-27 0,3 0-119 16,4-5-141-16,7-8-324 15</inkml:trace>
  <inkml:trace contextRef="#ctx0" brushRef="#br2" timeOffset="-160252.81">4774 8243 789 0,'0'0'177'16,"0"0"-158"-16,0 0 52 16,0 0 60-16,0 0-63 15,0 0-53-15,-43 51 13 16,33-10 2-16,7 2-4 15,3 1-4-15,0-5-12 0,8-6 2 16,10-6 0 0,2-7-7-16,6-7 1 0,0-5 0 15,1-8-1-15,1 0 4 16,-1-8 7-16,-3-12-8 16,-3-4 1-16,-6-3-3 15,-6-2 3-15,-6-3 9 16,-3-1 15-16,0 1-10 15,-15 2-4-15,-5 5-6 16,-2 4-3-16,0 4-10 16,2 8 6-16,2 2-6 15,1 4-3-15,0 3 0 16,-1 0-40-16,0 11-85 16,-4 11-79-16,-3 5-385 0</inkml:trace>
  <inkml:trace contextRef="#ctx0" brushRef="#br2" timeOffset="-158767.17">1586 8005 555 0,'0'0'500'15,"0"0"-446"-15,0 0-44 16,0 0 44-16,0 0 42 16,0 0-27-16,19 0-37 15,-5 0 6-15,8 0 20 0,0 0 2 16,3 0-21-16,3 0-13 16,6 0 4-16,3 0-17 15,5 0 11-15,6 0-2 16,4 2-17-16,3 2 14 15,-3-1-11-15,-3-1-3 16,-6-1 3-16,-5-1-7 16,4 0 2-16,-2 0 11 15,2 0-9-15,0 0 5 16,2 0-2-16,2-4-3 16,-1-4 4-16,2 2-5 15,-2 0-2-15,-1 2 3 16,1-1-1-16,-2 2-4 15,-1 2 0-15,-3 1 1 16,-1 0 0-16,2 0 1 16,2 0-2-16,5 0 5 0,0 0-2 15,-1 0-5-15,5-1 5 16,-3-3-3-16,1 2 2 16,3 1-1-16,-4 0 1 15,-2-1-2-15,2 1 0 16,-3-1-1-16,0 2 0 15,-2 0 2-15,0 0-3 16,2 0 1-16,3 0 1 16,0 0 0-16,2 0 3 15,-1-2-3-15,-4 2 0 16,0-4 0-16,0 1 0 16,0 1 0-16,-2 0 3 0,-1 0-3 15,0 2 2-15,-3 0-3 16,3 0 1-16,1 0 0 15,4 0 3-15,-2 0 1 16,0-2-1-16,-1 0-3 16,-1-1 0-16,1 0 2 15,1 1-2-15,-2 1 0 16,2-2 3-16,2-1-3 16,0-1 0-16,1-1 0 15,0 0 0-15,-4-2-1 16,-3 0 1-16,-3 3 0 15,-1-3-3-15,-2 3 5 16,1 2-2-16,2 0 0 16,-5 0 0-16,2 2-1 0,0-3 0 15,2 1 1 1,-4-3 1-16,-1 1 1 0,-3 2-1 16,-3-2 1-16,-3 3 1 15,-1 0 1-15,-2-1 4 16,-1-1-1-16,-3 2-1 15,0-1-3-15,-5 1 6 16,-2 0-8-16,-4 1 1 16,-5 1-4-16,0 0 1 15,0 0-24-15,-5 5-52 16,-28 11-265-16,-25 6-502 16</inkml:trace>
  <inkml:trace contextRef="#ctx0" brushRef="#br2" timeOffset="-156436.83">1486 7593 501 0,'0'0'224'16,"0"0"-182"-16,0 0 56 15,0 0 47-15,0 0-13 16,0 0-50-16,0 0-35 16,0 0 14-16,0 0-13 15,0 0 5-15,0 0-7 16,0 0-18-16,-9 0 6 16,-7 6-18-16,-6 6-12 15,-3 3 5-15,-3 4-4 16,-4 3 3-16,-7 7 10 0,-3 4-8 15,-1 2 9-15,1 5-4 16,6 2 1-16,2 0 0 16,6 1-8-16,4 7-1 15,4 3 3-15,5 5-9 16,0 10 6-16,5 4-5 16,1 5 1-16,3-1 4 15,5-2-3-15,1 0 0 16,0 0 3-16,0 3-4 15,1 1 9-15,11-2-2 16,3-1-3-16,3 1 7 16,4-1-14-16,3-1 7 15,0-8-2-15,2-4-5 16,-2-8 4-16,0-6-3 0,0-2-1 16,0-3 1-16,-1-6 0 15,-1-6-1-15,0-3 0 16,1-7 3-16,-1-3-3 15,4-2 0-15,-5-2 1 16,-1-4 1-16,0 1 0 16,-3-4-1-16,-2-1-1 15,0-1 5-15,-3 0-6 16,0-1 2-16,-3 1-1 16,-1-4 3-16,-3 1-2 15,1-1-1-15,-4 1 0 0,1-2 0 16,-1 1 0-1,-1-1 1-15,-2 2-1 0,1-2 1 16,-1 0 1-16,0 0-2 16,0 1 0-16,0-1 2 15,0 0-2-15,0 0 0 16,0 0 0-16,0 0 4 16,0 0-3-16,0 0 4 15,0 0 5-15,0 0 0 16,0 0 9-16,0 0-9 15,-1-6-2-15,-6-6-7 16,1 1 0-16,-1 0 1 16,0-2 0-16,2 0 0 15,0-1 0-15,1 3-2 0,3 0 0 16,-1 3-1 0,2 4 4-16,0 1-3 0,0 3 0 15,0 0-4-15,0 0 4 16,0 0-3-16,0 0-4 15,0 0 7-15,0 0-12 16,0 0 8-16,2 0 1 16,9 0 3-16,5 9-1 15,-3 0 1-15,-1-1-1 16,-5-3-1-16,-4 0 0 16,-3-1 2-16,0 1-1 15,0 1-7-15,0 7 6 16,-2 4 2-16,-13 6-12 0,-3 5-27 15,1 3-65-15,5-3-215 16,2-5-165-16</inkml:trace>
  <inkml:trace contextRef="#ctx0" brushRef="#br2" timeOffset="-155602.29">1881 9748 506 0,'0'0'227'0,"0"0"-192"15,0 0 21-15,0 0 91 16,0 0-34-16,66-86-46 16,-32 74-10-16,-2 8-6 15,-1 4-18-15,0 2 15 16,-7 20-11-16,-2 12 11 15,-9 12-25-15,-6 13-14 16,-7 8 0-16,0 7-8 0,-18-2 10 16,-7-10-11-1,0-13 3-15,5-19-7 0,4-12 4 16,9-13 0 0,4-5 25-16,2-8-10 0,1-22-15 15,0-11-28-15,10-8 14 16,10-3 10-16,3-1 4 15,4 2-12-15,-2 1 12 16,2 4 1-16,-2 3 0 16,0 4 2-16,-2 3-1 15,-1 2 3-15,-5 4 7 16,-2 4 9-16,-7 8 29 16,-5 8-15-16,-3 5 7 15,0 3 12-15,0 2-23 16,0 0-13-16,0 0-18 15,-4 8-7-15,-5 20 7 16,-1 14 4-16,-2 8-1 0,6 6 0 16,1 3 2-16,3 1-5 15,2-4 0-15,0-3-1 16,5-9-1-16,12-6-2 16,3-7-44-16,5-7-63 15,8-5-80-15,6-14-81 16,1-5-203-16</inkml:trace>
  <inkml:trace contextRef="#ctx0" brushRef="#br2" timeOffset="-155320.62">2629 9595 1265 0,'0'0'54'16,"0"0"-43"-16,0 0 128 15,0 0-12-15,0 0-71 16,0 0-56-16,-41-14-9 16,36 48 9-16,-2 12 9 15,0 16-2-15,4 7 4 16,1 8-5-16,2 1-3 16,0-6-1-16,0-9 0 0,7-7-4 15,8-9 1 1,3-9-82-16,6-9-99 15,1-12-111-15,2-14-143 0</inkml:trace>
  <inkml:trace contextRef="#ctx0" brushRef="#br2" timeOffset="-154870.23">2742 9898 492 0,'0'0'697'15,"0"0"-604"-15,-6-92-38 16,6 75 63-16,14 3-43 15,4 7-56-15,2 5-11 16,0 2-6-16,-1 8-2 16,-3 17 1-16,-6 7 2 15,-4 7-1-15,-6 4-1 0,0-2 4 16,0-3-5 0,-2-10-8-16,-3-10-29 0,2-8-21 15,3-9 14-15,0-1 11 16,0-12-21-16,13-15-100 15,2-10 14-15,2-1 86 16,0-1 44-16,-4 3 10 16,0 2 2-16,-1 3 14 15,-4 5 39-15,-3 8 2 16,-1 6 42-16,-4 7-1 16,0 3 9-16,0 2-11 15,0 0-45-15,0 0-20 16,-4 6-25-16,-4 18-5 15,0 11 17-15,-3 7-9 0,6 4 2 16,3 1-3-16,2-4-7 16,0-3 4-16,4-6-5 15,11-4-6-15,4-6-9 16,4-5-89-16,3-10-81 16,3-9-87-16,0 0-351 15</inkml:trace>
  <inkml:trace contextRef="#ctx0" brushRef="#br2" timeOffset="-154699.87">3148 9915 1040 0,'0'0'337'15,"0"0"-301"-15,0 0-32 16,0 0 0-16,0 0 12 16,0 0-1-16,78-2-9 15,-37 4-6-15,2-2-26 16,-1 0-76-16,-3 0-56 15,-7-10-152-15,-10-1-129 16</inkml:trace>
  <inkml:trace contextRef="#ctx0" brushRef="#br2" timeOffset="-154533.95">3447 9806 455 0,'0'0'548'16,"0"0"-433"-16,0 0-6 0,0 0-9 15,0 0-53-15,0 0-47 16,-17 38 1-16,17 0 9 15,0 2-2-15,2 0-8 16,5-4 0-16,1-1-55 16,-1-4-87-16,-1-8-186 15,1-10-370-15</inkml:trace>
  <inkml:trace contextRef="#ctx0" brushRef="#br2" timeOffset="-154270.83">3533 9652 117 0,'0'0'1192'0,"0"0"-1099"15,0 0-88-15,0 0 17 16,0 0-14 0,0 0 13-16,73 33 7 0,-36 13-5 15,-5 9 17-15,-6 7-23 16,-9 5-5-16,-8 1-9 15,-9-3-3-15,0-10 0 16,-9-10-5-16,-10-9 2 16,-1-9-4-16,-2-6-47 15,5-6-66-15,3-10-115 16,2-5-180-16</inkml:trace>
  <inkml:trace contextRef="#ctx0" brushRef="#br2" timeOffset="-154071.1">3851 9828 1062 0,'0'0'443'16,"0"0"-443"-16,0 0 3 15,0 0-3-15,0 0 15 16,117-12-12-16,-73 12-3 15,-7-1-110-15,-9 1-156 16,-18 0-441-16</inkml:trace>
  <inkml:trace contextRef="#ctx0" brushRef="#br2" timeOffset="-153920.62">3831 10063 1406 0,'0'0'36'15,"0"0"-36"-15,0 0-60 16,89-21 48-16,-29 1-83 16,4-2-289-16,-2-5-263 15</inkml:trace>
  <inkml:trace contextRef="#ctx0" brushRef="#br2" timeOffset="-153652.42">4308 9853 1097 0,'0'0'144'15,"0"0"-141"-15,0 0 3 0,2 93 19 16,16-73 19-16,4-7-22 16,3-3-1-16,2-8-18 15,-4-2 16-15,1-8 1 16,-8-12-9-16,-4-2 19 16,-6 3 33-16,-6-3-3 15,0 3-1-15,0-3 5 16,-16-2-22-16,-8 1-30 15,-4 4-11-15,1 11-2 16,1 8-3-16,4 0-3 16,3 13-22-16,8 11-96 15,8 6-103-15,3-4-158 0,0-4-318 16</inkml:trace>
  <inkml:trace contextRef="#ctx0" brushRef="#br2" timeOffset="-153154.47">5195 9924 802 0,'0'0'668'0,"0"0"-632"0,0 0-29 15,0 0 50-15,0 0 34 16,0 0-57-16,-9-42-24 16,-6 23-3-16,-7-5 2 15,0-6 6-15,6-7-4 16,2-3-11-16,8-4-1 16,6 2-2-16,0 6-8 15,0 9 8-15,13 9 2 16,0 10-11-16,0 7 3 15,0 1-5-15,-6 11-16 16,-1 13 6-16,-6 7 0 16,-6 8 4-16,-25 3 6 0,-16 5-11 15,-6 0-7 1,-2-7 23-16,4-8 9 0,18-16 5 16,11-10 24-16,14-6 28 15,8 0-5-15,3-4-28 16,27-14-22-16,9-1 6 15,13 4-7-15,3 8-1 16,-2 7-3-16,-1 0-18 16,-12 22-106-16,-12 1-109 15,-16-2-259-15</inkml:trace>
  <inkml:trace contextRef="#ctx0" brushRef="#br2" timeOffset="-152370.97">6386 9756 760 0,'0'0'480'15,"0"0"-480"-15,0 0-47 16,0 0 47-16,57 94 35 16,-25-57-15-16,0 0 2 15,-3-8-10-15,-2-8 3 16,-6-9-1-16,-7-5-5 15,-4-4-1-15,-1-3-7 0,-3 0 13 16,3-21 15-16,-2-8-19 16,-4-8-6-16,-2 0 7 15,-1 2-4-15,0 0 0 16,0 5-1-16,-6 6 7 16,-1 8 16-16,0 8 1 15,4 5 5-15,2 3-35 16,-3 17-23-16,1 20 23 15,-1 23 9-15,4 14-3 16,0 12 1-16,0 6 9 16,0-2 3-16,0-9-12 15,0-10-3-15,0-14 2 16,0-15 3-16,-11-14 13 0,-9-8 19 16,-7-6-8-16,-5-6-4 15,-3-8-11-15,0 0 1 16,2-23 0-16,6-13 2 15,7-9-16-15,11-7-5 16,9 0-1-16,2 2-1 16,25 7 0-16,11 6-2 15,7 4-19-15,7 6-40 16,7 2-59-16,2-1-101 16,1-3-247-16</inkml:trace>
  <inkml:trace contextRef="#ctx0" brushRef="#br2" timeOffset="-152135.53">6926 9532 1268 0,'0'0'90'16,"0"0"-84"-16,0 0 30 15,0 0 37-15,-45 100 5 16,45-42-24-16,5 3-37 15,11 1 5-15,3 0-6 16,1-5-16-16,2-7 2 16,-2-12-2-16,0-9-14 15,-1-11-92-15,-3-9-64 0,4-9-48 16,-3-1-111-16,0-26-132 16</inkml:trace>
  <inkml:trace contextRef="#ctx0" brushRef="#br2" timeOffset="-151671.02">7137 9675 824 0,'0'0'361'0,"0"0"-284"15,0 0-69-15,0 0 9 16,0 0 98-16,-4 81-68 16,4-48-17-16,5-3 2 0,8-7-5 15,1-6 2 1,3-9-27-16,1-5 15 0,1-1-17 15,-1-2 12-15,0 0-9 16,-1-12-3-16,-2-8 12 16,-3-2-9-16,-8-4-1 15,-3-1 4-15,-1-2-5 16,0 4-1-16,-1 7 4 16,-5 6-1-16,1 10 12 15,4 2-3-15,1 0-12 16,0 23-17-16,0 14 17 15,0 15 7-15,0 9 6 16,6 4-10-16,0 4 6 16,-6 0 9-16,0-8-8 0,0-14-2 15,-12-10-5 1,-7-14 5-16,-5-6 16 0,-5-3-1 16,-1-6-6-16,1-7-7 15,2-1-7-15,6 0 1 16,2-16-4-16,9-6-2 15,9-6-26-15,1-4-33 16,17-2-31-16,21 0-170 16,10-2-39-16,6 3-316 15</inkml:trace>
  <inkml:trace contextRef="#ctx0" brushRef="#br2" timeOffset="-151527.85">7496 9902 1228 0,'0'0'119'0,"0"0"-102"15,0 0 13-15,0 0-11 16,0 0 6-16,106-4-23 16,-67 4-2-16,0 0-87 15,-4 0-97-15,-5 0-213 16</inkml:trace>
  <inkml:trace contextRef="#ctx0" brushRef="#br2" timeOffset="-151337.98">7807 9732 1111 0,'0'0'168'16,"0"0"-101"-16,0 0-14 15,0 0-20-15,0 0-10 0,-1 94 56 16,6-36-64 0,2 0-10-16,-3 0-5 0,3-9-1 15,2-5-94-15,-3-13-117 16,1-10-240-16</inkml:trace>
  <inkml:trace contextRef="#ctx0" brushRef="#br2" timeOffset="-151092.65">7881 9670 754 0,'0'0'410'16,"0"0"-329"-16,0 0-76 15,0 0 9-15,0 0 86 16,97 34 9-16,-62 6-63 16,-5 9 6-16,-5 10 6 15,-8 6-26-15,-9 0-17 16,-6-3-7-16,-2-4-7 16,0-10-1-16,-7-11-9 15,-1-9-72-15,1-12-95 16,2-12-111-16,0-4-360 15</inkml:trace>
  <inkml:trace contextRef="#ctx0" brushRef="#br2" timeOffset="-150912.64">8301 9876 806 0,'0'0'681'0,"0"0"-681"0,0 0-2 16,0 0 2-16,93-4 0 16,-66 4-62-16,-4 0-229 15,-11 3-322-15</inkml:trace>
  <inkml:trace contextRef="#ctx0" brushRef="#br2" timeOffset="-150754.71">8297 10107 1210 0,'0'0'221'0,"0"0"-221"16,0 0-20-16,0 0 20 15,132-34 0-15,-78 16-155 16,4-1-189-16,-6-4-202 16</inkml:trace>
  <inkml:trace contextRef="#ctx0" brushRef="#br2" timeOffset="-150405.24">8738 9712 1266 0,'0'0'138'0,"0"0"-129"0,0 0 4 16,0 0 22-16,109-28-6 15,-71 34-22-15,-4 14-2 16,-9 5 0-16,-8 3 6 15,-10 4-1-15,-7 2-1 16,-4 6-3-16,-24-1-2 16,-7-5 14-16,-4-2-5 15,0-11 8-15,8-6 23 16,7-6 1-16,11-4-12 16,9-4-2-16,4-1-6 15,0 0-18-15,26-5-1 0,10-15-2 16,13-4 5-16,3 2-9 15,3 1-5 1,0 3-7-16,2 3-35 0,-7 6-41 16,-9 5-111-16,-15 4-170 15,-16 0-439-15</inkml:trace>
  <inkml:trace contextRef="#ctx0" brushRef="#br2" timeOffset="-149139.12">1822 10927 901 0,'0'0'222'0,"0"0"-181"0,0 0-41 15,0 0 43 1,0 0 5-16,0 0-5 0,124-30 8 16,-78 30-24-16,-8 6-20 15,-10 15 1-15,-10 8-3 16,-13 9 10-16,-5 7 6 15,-5 12-17-15,-24 2 6 16,-5 1 0-16,-5-12-5 16,5-15-1-16,10-14-2 15,9-9-1-15,13-10 2 16,2 0 0-16,0-7 1 16,7-21-4-16,14-11-74 15,11-7 24-15,7-3 21 16,-3 1-2-16,5 1 1 15,-8 7-10-15,-4 2 20 0,-8 6 20 16,-6 8 6-16,-6 7 23 16,-6 10 17-16,-3 0 8 15,0 5 29-15,0 2-19 16,0 0-19-16,0 0-20 16,-2 0-16-16,-8 12-7 15,-3 16 1-15,-1 8 1 16,2 6-2-16,6 2 0 15,6 0-1-15,0-1-1 16,0-5 2-16,10-3-4 0,10-9-4 16,5-5-37-1,5-8-86-15,7-8-29 0,0-5-202 16</inkml:trace>
  <inkml:trace contextRef="#ctx0" brushRef="#br2" timeOffset="-148978.34">2462 11062 1217 0,'0'0'274'15,"0"0"-274"-15,0 0-50 16,0 0 50-16,0 0 8 16,97-8-8-16,-52 8-14 15,0 0-156-15,-11 1-88 0,-9 6-201 16</inkml:trace>
  <inkml:trace contextRef="#ctx0" brushRef="#br2" timeOffset="-148805.52">2465 11296 1151 0,'0'0'23'0,"0"0"-23"16,0 0-74-16,0 0 74 15,86 0 0-15,-37-11-74 16,4-3-146-16,1-1-64 16,-8-9 60-16</inkml:trace>
  <inkml:trace contextRef="#ctx0" brushRef="#br2" timeOffset="-148505.4">2870 11123 527 0,'0'0'326'15,"0"0"-247"-15,0 0-51 16,0 0-15-16,0 0 46 15,0 0 2-15,20 80-38 16,-2-67 10-16,2-4-12 16,2-9 1-16,-3 0 10 15,-2 0-13-15,-4-9 0 16,-1-7 13-16,-8-6 0 16,0-2 34-16,-4 2 11 0,0 1-2 15,-11 3-5 1,-13 0-16-16,-3-3-26 0,-5 5-19 15,6 6-9-15,7 4-7 16,8 6 7-16,4 0-9 16,4 0-29-16,-1 18-86 15,4 6-51-15,0 5-31 16,12-6-112-16,10-4-216 16</inkml:trace>
  <inkml:trace contextRef="#ctx0" brushRef="#br2" timeOffset="-148325.81">3163 11172 1168 0,'0'0'78'0,"0"0"-73"0,-20 86-4 16,15-48 9-16,1 2 14 15,1 0-20-15,0-3-4 16,1-4-9-16,1-5-80 15,1-12-230-15,0-9-278 16</inkml:trace>
  <inkml:trace contextRef="#ctx0" brushRef="#br2" timeOffset="-147787.08">3295 10965 1377 0,'0'0'53'15,"0"0"-43"-15,0 0-10 16,0 0 14-16,85-17 1 16,-49 27-10-16,-7 7-5 15,-5 12-5-15,-11 1 4 16,-7 5-5-16,-6 5 6 15,0 3 8-15,-7 0-6 16,-14-2 1-16,0-8 0 16,2-12-3-16,8-12-40 0,7-9 4 15,4-3 23 1,0-28-66-16,15-12-157 0,10-5 128 16,1-1 48-16,0 6-13 15,-3 8 59-15,-4 10 14 16,-4 7 16-16,-5 3 41 15,-5 6-4-15,-2 4 57 16,-3 1 0-16,0 4 8 16,0 0-10-16,-3 0-28 15,-5 0-36-15,-1 0-14 16,-3 4-15-16,2 9-1 16,3 4-9-16,0 9-1 15,2 5 4-15,5 4 1 16,0 3-1-16,0-1-5 0,12-3-2 15,2-6-2-15,5-6-3 16,1-3-43-16,3-7-44 16,2-6-81-16,0-6-135 15,-3 0-355-15</inkml:trace>
  <inkml:trace contextRef="#ctx0" brushRef="#br2" timeOffset="-147627.77">3806 11099 1060 0,'0'0'423'16,"0"0"-423"-16,0 0-13 15,0 0 11-15,0 0 2 0,0 0 0 16,116 19-98-16,-91-6-158 16,-12 1-262-16</inkml:trace>
  <inkml:trace contextRef="#ctx0" brushRef="#br2" timeOffset="-147472.27">3786 11387 862 0,'0'0'500'16,"0"0"-500"-16,0 0-109 0,0 0 109 16,129-48 0-1,-70 28-173-15,1 0-233 0,-5-6-92 16</inkml:trace>
  <inkml:trace contextRef="#ctx0" brushRef="#br2" timeOffset="-147260.67">4263 10940 134 0,'0'0'985'15,"0"0"-890"-15,0 0-67 16,0 0 11-16,0 0 2 15,0 0-29-15,18 44 35 16,-2 3 5-16,-6 10-33 16,-3 7-3-16,-1-3-12 0,-3-2-4 15,-2-5-21 1,2-10-131-16,-3-8-190 0,0-9-472 16</inkml:trace>
  <inkml:trace contextRef="#ctx0" brushRef="#br2" timeOffset="-146570.42">5122 11290 1070 0,'0'0'91'16,"0"0"-83"-16,0 0 52 15,0 0 58-15,0 0-9 16,0 0-23-16,4-14-6 15,-26-6-29-15,-3-11-32 16,-4-11-6-16,5-6 26 16,2-8-32-16,3-1-4 15,6 3-2-15,8 4-1 16,5 10-6-16,0 6 5 16,17 8-7-16,7 12 0 15,4 11 0-15,-4 3-10 0,-7 5-8 16,-5 17-17-1,-12 7 2-15,0 10 12 0,-29 6 18 16,-19 7 10-16,-11 2 1 16,4-8 0-16,12-14 5 15,14-15-2-15,19-10 31 16,10-7 20-16,0 0-24 16,17-14-26-16,21-7 3 15,16-2-1-15,12 3-5 16,8 7-1-16,0 6-15 15,-2 7-90-15,-7 0-120 16,-13 0-193-16</inkml:trace>
  <inkml:trace contextRef="#ctx0" brushRef="#br2" timeOffset="-145573.15">6844 10903 193 0,'0'0'667'0,"0"0"-510"16,0 0-74-16,0 0 23 15,0 0-38-15,0 0-65 16,-17 11 7-16,24 25 1 16,12 5 45-16,4-1-32 15,3-2-12-15,3-11-6 16,-2-7-5-16,-4-11 3 16,-2-6-2-16,-5-3 9 15,1-7-4-15,1-17 9 16,-3-6-6-16,-1-3-7 15,-7 0-3-15,-6-1 4 16,-1 2-1-16,0 3-2 16,0 7 1-16,0 10 10 0,0 6 29 15,-1 6-8-15,-1 2-33 16,2 24-25-16,0 18 25 16,0 19 20-16,0 7 1 15,0 12-19-15,3-1 0 16,0-3 0-16,-3-9 0 15,0-9 2-15,0-14-3 16,-6-16 0-16,-13-6 10 16,-4-4 34-16,-9-8 5 15,-1 0-31-15,4-7 2 16,8-5 5-16,7 0-10 16,6 0-6-16,5-16-10 15,3-11-16-15,0-10-31 16,20-10-81-16,15-9-109 0,7-4-149 15,-3-5-314-15</inkml:trace>
  <inkml:trace contextRef="#ctx0" brushRef="#br2" timeOffset="-145272.5">7145 10659 1213 0,'0'0'120'16,"0"0"-89"-16,0 0 7 15,0 0-22-15,0 0 26 16,92-53-16-16,-60 60-26 16,-10 19-2-16,-12 3-7 15,-10 6 4-15,0 3 5 0,-22 1 7 16,-6-4-6-16,-4-6 1 16,9-11 4-16,9-8 0 15,12-10 7-15,2 0 34 16,0 0-17-16,27-10-24 15,11-8 10-15,13 1-11 16,4-3-3-16,-2 5-2 16,-1 7-6-16,-7 7-84 15,-3 1-60-15,-10 0-61 16,-11 14-234-16</inkml:trace>
  <inkml:trace contextRef="#ctx0" brushRef="#br2" timeOffset="-145084.45">7393 11108 1339 0,'0'0'0'0,"0"0"2"16,0 0-2-16,127-24 6 15,-71 19-6-15,3 4-64 16,3-6-108-16,-7 2-80 15,-10-3-171-15</inkml:trace>
  <inkml:trace contextRef="#ctx0" brushRef="#br2" timeOffset="-144606.79">7877 10868 975 0,'0'0'250'0,"0"0"-202"16,0 0-33-16,0 0-5 15,0 0 24-15,0 0 52 16,29 110-63-16,-6-70-18 16,2-5 3-16,-3-7-5 15,-1-9-3-15,-2-8-1 16,0-4 1-16,-5-7 0 16,3 0 6-16,-2-16-6 0,-1-5-2 15,-6-6-9-15,-3 0 6 16,-5-2 5-16,0-1 3 15,0-1 0-15,-1-1 1 16,-9 5-4-16,0 9 6 16,3 7 7-16,4 10 32 15,1 1-45-15,2 14-3 16,0 24 3-16,0 13 1 16,0 13 9-16,0 6-1 15,10 4-3-15,2 1 7 16,-1-6 2-16,-4-12-8 15,-5-11-2-15,-2-15 0 16,0-9 12-16,-7-7 1 16,-13-6 20-16,-4-2-2 15,-3-4-16-15,4-3-11 0,3 0-4 16,4-19-5-16,2-12-10 16,11-9-99-16,3-7-148 15,11 0-301-15</inkml:trace>
  <inkml:trace contextRef="#ctx0" brushRef="#br2" timeOffset="-144457.03">8364 11053 1381 0,'0'0'224'16,"0"0"-221"-16,0 0 3 15,0 0-6-15,0 0 5 0,105-31-5 16,-59 27-161-16,-3-5-143 15,-5 1-336-15</inkml:trace>
  <inkml:trace contextRef="#ctx0" brushRef="#br2" timeOffset="-143954.46">8812 10944 1119 0,'0'0'181'0,"0"0"-176"15,0 0 9-15,0 0 83 16,0 0-42-16,0 0-41 16,-67 0-4-16,54 0-1 0,0-7 22 15,-3-6-13 1,3-5-7-16,3-1 0 0,5-7-10 16,5 2-1-16,0 2 0 15,10 5-1-15,12 5 4 16,4 9-8-16,-1 3-2 15,1 9-28-15,-3 17 12 16,-8 9 19-16,-7 3-1 16,-8 6 5-16,0 5 6 15,-20 1-4-15,-8 0 2 16,-7-2 1-16,-2-11 4 16,0-11-5-16,2-9 5 0,3-11 2 15,6-5 5 1,7-1-6-16,6 0 0 0,6-19-2 15,7-12-8-15,0-6-27 16,6-2 8-16,15 8 4 16,4 7 15-16,1 10 3 15,2 8-3-15,-2 6 0 16,4 0-6-16,-1 16 6 16,-1 12-1-16,-3 3 1 15,-3 5-1-15,-2 0-6 16,-5-6-1-16,-2 0-90 15,-1-10-87-15,-2-5-268 16</inkml:trace>
  <inkml:trace contextRef="#ctx0" brushRef="#br2" timeOffset="-143773.68">8986 10960 1235 0,'0'0'119'16,"0"0"-104"-16,0 0-15 16,109-2 13-16,-63 2-13 15,-1 0-4-15,-7 0-182 16,-14 0-257-16</inkml:trace>
  <inkml:trace contextRef="#ctx0" brushRef="#br2" timeOffset="-143623.37">8969 11165 1516 0,'0'0'43'15,"0"0"-43"-15,0 0-65 16,0 0 27-16,99-7-54 16,-34-9-281-16</inkml:trace>
  <inkml:trace contextRef="#ctx0" brushRef="#br2" timeOffset="-143356.1">9509 10975 1259 0,'0'0'206'0,"0"0"-205"16,0 0 4-16,0 0 28 16,-5 89 18-16,39-68-28 15,6-7-15-15,3-8 1 16,-5-6-3-16,-7 0-5 15,-11-17 4-15,-12-2 5 16,-6-3-6-16,-2-3 9 16,0 0 23-16,-13-1 4 15,-13-1-14-15,-4 5-21 16,-5 2-4-16,-1 5-1 16,1 9-33-16,3 6-20 0,3 0-83 15,0 10-167 1,3 13-379-16</inkml:trace>
  <inkml:trace contextRef="#ctx0" brushRef="#br2" timeOffset="-142523.77">6650 11893 1150 0,'0'0'71'16,"0"0"-66"-16,-7 96-2 15,7-42 24-15,10 3 10 16,14-1-10-16,1-9-5 16,2-10-22-16,1-12-2 15,-6-12 2-15,-3-4 6 16,-8-9-5-16,-2 0 12 15,-4-9 4-15,-1-12 2 16,-2-9-14-16,0-3 3 16,-2 2 8-16,0-2 12 15,0 6-12-15,0 4-8 0,-5 6 12 16,2 10 24-16,-1 3 2 16,3 4-45-16,-1 0-1 15,2 17-20-15,0 13 20 16,-2 17 5-16,2 14 8 15,0 13-6-15,0 3 1 16,-3 2 9-16,-3-4-2 16,-5-14-12-16,-2-12 9 15,-4-9-11-15,-1-16 12 16,-1-8 17-16,3-5-2 16,-1-9-3-16,-2-2-8 15,3 0-4-15,-4 0-4 16,0-9-5-16,5-8 0 0,3-3-4 15,7-3-6-15,5 2-16 16,0-3-20-16,28-6-41 16,17 0-82-16,10 1-54 15,8 1-156-15,-1-1-338 16</inkml:trace>
  <inkml:trace contextRef="#ctx0" brushRef="#br2" timeOffset="-142369.46">7102 12335 822 0,'0'0'605'0,"0"0"-479"16,0 0-111-16,0 0 20 0,0 0-4 16,0 0-29-1,65-4 6-15,-32 4-8 0,4 3-3 16,0 0-108-16,-2-3-94 16,-5 0-134-16,-8 0-181 15</inkml:trace>
  <inkml:trace contextRef="#ctx0" brushRef="#br2" timeOffset="-142072.35">7356 12237 846 0,'0'0'374'0,"0"0"-222"16,0 0-46-16,0 0-23 15,38-78-40-15,-6 75-21 16,1 3-8-16,-4 0-13 16,-7 2-1-16,-8 14-3 15,-8 6-2-15,-6 9 3 0,-3 7 2 16,-26 4 12-16,-13 1-3 15,-6-5-3-15,-1-8 4 16,7-14 5-16,14-5 6 16,14-11 10-16,13 0 0 15,1 0-13-15,5 0-18 16,22-8 0-16,8-8 1 16,15-4 9-16,2 7-10 15,0-1-4-15,-1 4-3 16,-2 4-21-16,-1 0-51 15,-4 1-64-15,-7-1-204 16,-12-8-327-16</inkml:trace>
  <inkml:trace contextRef="#ctx0" brushRef="#br2" timeOffset="-141841.16">7648 12036 417 0,'0'0'850'0,"0"0"-736"15,0 0-66-15,0 0 19 16,0 0-35-16,0 0-22 16,61-9 4-16,-23 45 6 15,-1 10 14-15,-7 8-11 16,-9 10-10-16,-9 6-2 16,-12 5-9-16,0-8-2 0,-25-4-28 15,-15-7-111-15,-10-13-76 16,-10-5-239-16</inkml:trace>
  <inkml:trace contextRef="#ctx0" brushRef="#br2" timeOffset="-141488.17">6503 11875 662 0,'0'0'498'0,"0"0"-474"16,0 0-24-16,-95 93 9 15,75-49 60-15,5 7 7 16,3 12-42-16,7 14-3 16,5 10-3-16,0 11 7 15,22-2-18-15,11-5-15 16,12-11-2-16,16-12-7 16,14-18-123-16,7-17-50 15,4-22-241-15</inkml:trace>
  <inkml:trace contextRef="#ctx0" brushRef="#br2" timeOffset="-141178.7">7951 11955 1096 0,'0'0'108'15,"0"0"-100"-15,0 0-6 16,0 0 27-16,-13 85 46 16,13-29-29-1,0 7-16-15,0 5 1 0,6-1-8 16,8 3-14-16,1-13-8 15,2-6-1-15,3-11-48 16,3-8-84-16,5-14-85 16,2-12-325-16</inkml:trace>
  <inkml:trace contextRef="#ctx0" brushRef="#br2" timeOffset="-140638.9">8250 12065 1157 0,'0'0'255'0,"0"0"-243"15,0 0-12-15,0 0-2 16,0 0 2-16,2 81 26 16,15-49-26-16,3-7-3 15,2-7 3-15,-1-6-25 16,1-5 4-16,0-7-35 15,-4 0 23-15,-3 0-7 16,-5 0 10-16,-3-13 21 16,-7-1 9-16,0-8 3 15,0-2 2-15,-5-3-3 0,-8-4 1 16,3 6 4-16,0 6-2 16,4 10 33-16,3 9 49 15,3 0-60-15,0 0-27 16,0 9-11-16,0 19 11 15,13 13 12-15,3 12 30 16,0 8-25-16,0 5-7 16,-3-3 2-16,-5-3 6 15,-5-5-6-15,-3-6-5 16,0-8 3-16,-14-8-7 16,-12-9 21-16,-4-8 21 15,-2-2-6-15,0-11-18 0,1-3-10 16,1 0-6-16,7-6 3 15,1-11-1-15,8-4-7 16,11 1-5-16,3-4-16 16,7-1-21-16,21-2-18 15,14-6-37-15,6 2-57 16,8-3-128-16,-3-2-294 16</inkml:trace>
  <inkml:trace contextRef="#ctx0" brushRef="#br2" timeOffset="-140473.77">8671 12265 1305 0,'0'0'129'0,"0"0"-129"16,0 0-13-16,0 0 13 0,104-5 12 16,-60 5-12-16,-2 0-12 15,-6 0-117-15,-6 0-76 16,-9 0-236-16</inkml:trace>
  <inkml:trace contextRef="#ctx0" brushRef="#br2" timeOffset="-140272.06">8758 12156 1171 0,'0'0'70'0,"0"0"-70"15,0 0 0-15,14 81 3 16,-1-41 6-16,2 3-9 16,-2-2-1-16,3-8-52 15,-3-9-119-15,3-11-165 16</inkml:trace>
  <inkml:trace contextRef="#ctx0" brushRef="#br2" timeOffset="-140067.8">9033 12069 262 0,'0'0'926'0,"0"0"-893"16,0 0-32-16,-3 78 3 15,3-38 16-15,4 6-5 16,5 4-14-16,-4-2-1 15,2-7-41-15,0-8-141 16,-1-13-190-16</inkml:trace>
  <inkml:trace contextRef="#ctx0" brushRef="#br2" timeOffset="-139815.25">9188 11989 958 0,'0'0'302'16,"0"0"-266"-16,0 0-33 15,0 0-2-15,112 4 9 16,-74 31 16-16,-2 8-1 16,-10 3-8-16,-7 4 17 15,-9-1 2-15,-8 2-22 16,-2 2-12-16,-2 1 0 15,-16-7-2-15,-4-4-87 16,-1-10-97-16,4-16-199 16</inkml:trace>
  <inkml:trace contextRef="#ctx0" brushRef="#br2" timeOffset="-139624.14">9586 12146 1157 0,'0'0'140'15,"0"0"-140"-15,0 0-30 16,0 0 27-16,102 10-27 16,-79-8-284-16,-6-1-595 15</inkml:trace>
  <inkml:trace contextRef="#ctx0" brushRef="#br2" timeOffset="-139490.65">9656 12294 588 0,'0'0'691'16,"0"0"-691"-16,0 0-288 16,0 0 227-16,93-54-44 15,-65 33-422-15</inkml:trace>
  <inkml:trace contextRef="#ctx0" brushRef="#br2" timeOffset="-139239.16">9979 12158 1071 0,'0'0'179'16,"0"0"-164"-16,0 0-3 16,0 0 22-16,45 85 6 15,-12-80-32-15,1-5 6 16,-3 0-7-16,-9-11 4 15,-8-2-2-15,-9-4 2 16,-5-3 57-16,0 0 11 16,-6 0-30-16,-15-1-35 15,-3-2-12-15,-4 7-4 16,-2 9-25-16,-5 7-37 16,-2 10-75-16,-2 14-107 15,-2 8-392-15</inkml:trace>
  <inkml:trace contextRef="#ctx0" brushRef="#br2" timeOffset="-138374.15">7160 13108 456 0,'0'0'585'0,"0"0"-466"16,0 0-119-16,0 0 0 15,0 0 47-15,14 104 36 16,4-58-34-16,6-5-32 16,4-8-7-16,2-13 5 15,-5-10-4-15,-5-7-3 16,-3-3-5-16,-5 0 9 15,-1-3 10-15,2-16-4 16,-4-3-5-16,-4-1-5 16,-5-3 3-16,0 2 21 15,0 1-16-15,0-1-8 0,-4 2-4 16,-2 8-4-16,1 4 12 16,0 7-2-16,1 3 5 15,4 0-15-15,-1 0-6 16,1 22-13-16,0 13 19 15,0 21 8-15,0 8-2 16,0 15 0-16,3 12 7 16,4 3-3-16,-2-3-7 15,-5-11 3-15,0-23-1 16,0-17-4-16,-7-14 6 16,-11-9 15-16,-7-10 15 15,-4 0 0-15,-4-7-18 0,3 0 5 16,5-2-4-16,3-22-9 15,9-7 0-15,4-6-11 16,9-5-11-16,0-3 10 16,5 1-6-16,21 2-17 15,5 1-3-15,14 4-52 16,9 3-60-16,6-1-112 16,-2 0-163-16</inkml:trace>
  <inkml:trace contextRef="#ctx0" brushRef="#br2" timeOffset="-138230.7">7630 13321 1210 0,'0'0'290'15,"0"0"-290"-15,0 0-8 16,0 0 8-16,0 0 0 16,117-16 0-16,-75 16-130 15,-7 0-86-15,-12 0-220 16</inkml:trace>
  <inkml:trace contextRef="#ctx0" brushRef="#br2" timeOffset="-138073.79">7628 13513 1199 0,'0'0'241'0,"0"0"-241"0,0 0-91 15,0 0 91-15,87 0 0 16,-33 0-78-16,5-7-187 15,-3-9-227-15</inkml:trace>
  <inkml:trace contextRef="#ctx0" brushRef="#br2" timeOffset="-137707.12">8146 13209 1332 0,'0'0'149'0,"0"0"-145"16,0 0 8-16,0 0 2 16,0 0-4-16,116-28-10 15,-83 54 0-15,-9 5-2 0,-13-1 2 16,-11 7 11-16,0 4-11 16,-26-1 0-16,-16 4 18 15,-8 2-3-15,-2-9-11 16,7-13 0-16,11-11 0 15,14-10 5-15,14-3 1 16,6 0 15-16,0 0-2 16,11-16-11-16,18-11 0 15,6 0-12-15,7 4 1 16,1 5 3-16,-1 9-4 16,-2 6-1-16,-5 3-2 15,-7 0-11-15,-2 9-72 0,-7 4-31 16,-2 7-36-1,-3-2-93-15,-6-4-274 0</inkml:trace>
  <inkml:trace contextRef="#ctx0" brushRef="#br2" timeOffset="-137525.04">8512 13425 1062 0,'0'0'330'0,"0"0"-262"16,0 0-20-16,0 0 15 15,0 0-37-15,0 0-2 16,0 90-3-16,0-46-17 16,3-3-4-16,0-1-22 0,2-3-109 15,0-10-150-15,1-14-239 16</inkml:trace>
  <inkml:trace contextRef="#ctx0" brushRef="#br2" timeOffset="-137359.83">8670 13486 715 0,'0'0'616'0,"0"0"-593"15,0 0-19-15,0 0-4 16,117-30 4-16,-62 20-4 16,6-3-85-16,-2 3-61 0,-4-7-148 15,-7 1-128 1</inkml:trace>
  <inkml:trace contextRef="#ctx0" brushRef="#br2" timeOffset="-137195.12">9071 13229 945 0,'0'0'176'15,"0"0"-127"-15,0 0 23 16,0 0 46-16,0 0-74 16,0 0-44-16,-55-7-19 15,56 43 19-15,9 8 0 16,2 6-22-16,-3 1-58 15,1 9-77-15,-3 0-116 16,-6-3-174-16</inkml:trace>
  <inkml:trace contextRef="#ctx0" brushRef="#br2" timeOffset="-134340.7">2303 11834 865 0,'0'0'150'0,"0"0"-118"16,0 0 15-16,0 0 35 16,0 0-5-16,0 0-44 15,0 0-29-15,-10 13 4 16,10 9 5-16,0-3-2 15,0 1 5-15,0 1-4 16,-6 3 13-16,-2 1 0 16,-3-3-8-16,1-3 7 15,2-10-15-15,5-1 3 16,1-8 7-16,2 0 14 16,0 0 14-16,0 0-19 15,0 0-14-15,0 0 3 0,10 0-12 16,8-3 8-16,15-3-8 15,15 1-3-15,14-1 3 16,16-1-5-16,14-4 3 16,10 2-2-16,5-4 1 15,0 2-1-15,-5 5 1 16,-10 0-2-16,-8 6 2 16,-9 0-2-16,-5 0 2 15,-5 2-3-15,-3 5 1 16,-9-4 0-16,-4 5-4 15,-5-5 3-15,-5 1 1 16,2 2 0-16,-4 1 0 16,-1-5-1-16,-1 0 1 0,-1-1 0 15,-4-1-1 1,-7 0 2-16,-3 0-1 0,-3 0 0 16,-7 0 1-16,-3-1 1 15,-4-1-1-15,-3 2 0 16,0 0 7-16,0 0-6 15,0 0 2-15,0 0 4 16,0-6-5-16,0-3 9 16,-8-3-10-16,-4-4 0 15,-2-1 5-15,0-6-5 16,0 4-2-16,3 1 1 16,4-2 0-16,2 7-2 0,1-4-9 15,1 7-41 1,3 4-116-16,0 5-90 0,0 1-319 15</inkml:trace>
  <inkml:trace contextRef="#ctx0" brushRef="#br2" timeOffset="-130673.86">7500 4757 317 0,'0'0'170'0,"0"0"-121"15,0 0 15-15,0 0 47 16,0 0-8-16,0 0-17 16,11-39-16-16,-11 37 18 15,0 2-20-15,0 0-3 16,0 0-28-16,0 0-28 15,-1 0-9-15,-11 11 22 16,-3 8-6-16,-2 5-6 16,4 5 1-16,3 8 15 0,3 4 5 15,7 10-8-15,0 9-13 16,0 7-9-16,12 2 5 16,3-5-3-16,0-8 2 15,2-9-7-15,-1-8 2 16,3-6-5-16,-1-4-22 15,-1-5-40-15,1-7-13 16,4-10-80-16,0-7-139 16,1-6-96-16</inkml:trace>
  <inkml:trace contextRef="#ctx0" brushRef="#br2" timeOffset="-130274.49">7780 4915 811 0,'0'0'152'0,"0"0"-94"15,0 0 0-15,0 0 7 16,0 0-32-16,0 0-16 16,16 93 30-16,4-40-19 15,3-4-19-15,4-8-5 16,3-11 5-16,-1-9-8 15,-2-8 9-15,2-10-6 16,-4-3 0-16,1 0-4 0,-3-20 11 16,-1-9-2-1,-6-9 0-15,-8-7-7 16,-8-3 14-16,0 0 8 0,-10 1-4 16,-13 7 16-16,-7 5-5 15,-5 4-12-15,2 6 1 16,1 9-19-16,5 5-1 15,5 11-11-15,6 0 3 16,2 14 2-16,7 13-22 16,4 9-52-16,3 0-33 15,5 2-155-15,18-8-140 16</inkml:trace>
  <inkml:trace contextRef="#ctx0" brushRef="#br2" timeOffset="-130048.27">8233 4953 979 0,'0'0'181'16,"0"0"-175"-16,0 0-2 15,0 0 29-15,-53 94 0 16,51-57-12-16,2 0-8 15,0-3-13-15,0-5 5 16,4-4-5-16,4-5-64 16,3-8-132-16,3-6-146 0</inkml:trace>
  <inkml:trace contextRef="#ctx0" brushRef="#br2" timeOffset="-129626.39">8404 4819 986 0,'0'0'179'16,"0"0"-136"-16,0 0-17 16,0 0 9-16,0 0 33 0,0 0-37 15,107-40-9-15,-84 63-12 16,-7 7-7-16,-8 4 4 15,-8 5-7-15,0 0 3 16,-22 3 11-16,-6 1-14 16,-6-5 0-16,1-12 3 15,4-9-1-15,6-10 14 16,10-7 27-16,4 0-3 16,8 0 3-16,1-8-7 15,0-8-23-15,13-2-6 16,12 2-5-16,11 0 9 15,5 2-9-15,7 5 0 16,4 0 0-16,0 4 1 16,-2 2-6-16,-4 2 1 15,-10 1-65-15,-1 0-53 0,-6 0-43 16,-6 0-143-16,-4-5-231 16</inkml:trace>
  <inkml:trace contextRef="#ctx0" brushRef="#br2" timeOffset="-129435.02">8840 4683 1233 0,'0'0'109'16,"0"0"-97"-16,0 0 2 16,0 0-12-16,0 0 68 15,97 102-16-15,-53-46-33 0,-5 6-4 16,-8 8-17-1,-11 7 2-15,-10 7-2 0,-10 3-61 16,0 2-105-16,-32 0-209 16</inkml:trace>
  <inkml:trace contextRef="#ctx0" brushRef="#br2" timeOffset="-127657.99">7907 5688 563 0,'0'0'221'0,"0"0"-186"16,0 0 38-16,0 0 61 0,0 0 29 16,0 0-68-16,0 0-40 15,-18-23-16-15,2 52-11 16,-3 13-14-16,3 10 4 16,7 7-5-16,5 2-9 15,4 0 2-15,0-6-6 16,9-6 3-16,11-9-3 15,2-5-7-15,3-5-56 16,3-4-20-16,2-8-52 16,2-11-105-16,-2-7-165 15</inkml:trace>
  <inkml:trace contextRef="#ctx0" brushRef="#br2" timeOffset="-127309.96">8113 5893 1002 0,'0'0'132'0,"0"0"-130"16,0 0 2-16,0 0 12 15,7 85 36-15,15-59-10 16,4-2-22-16,3-6-8 16,-1-6-7-16,0-6 4 15,-2-6-7-15,-3 0 4 16,-3-2 6-16,-2-12 2 15,-6-6 6-15,-4-4 12 0,-4-3 6 16,-4-4 13 0,0-2-32-16,-8 2 16 0,-14-1 3 15,-8 5-36-15,-2 10 11 16,-1 8-12-16,1 9 3 16,3 0-4-16,6 13-9 15,4 11 1-15,8 3-1 16,6 4-90-16,5 0-21 15,2-5-3-15,19-1-139 16,8-11-52-16,3-9-69 16</inkml:trace>
  <inkml:trace contextRef="#ctx0" brushRef="#br2" timeOffset="-127145.14">8429 5931 811 0,'0'0'132'0,"0"0"-128"15,0 0 17-15,0 0 57 16,0 84-49-16,0-51-15 16,0-4-14-16,4 0 0 15,3-2-77-15,-3-5-156 16,-1-6-237-16</inkml:trace>
  <inkml:trace contextRef="#ctx0" brushRef="#br2" timeOffset="-126958.34">8622 6006 1069 0,'0'0'21'0,"0"0"-13"16,97-18-8-16,-54 11 5 15,5 0-1-15,1 1-8 16,-2-1-49-16,-5-3-183 15,-9 0-177-15</inkml:trace>
  <inkml:trace contextRef="#ctx0" brushRef="#br2" timeOffset="-126776.45">8982 5759 755 0,'0'0'278'0,"0"0"-270"0,0 0-7 15,0 0 26-15,-8 97 11 16,10-58-25-16,6 0-10 16,0 1-6-16,1-5-57 15,-2-3-140-15,-2-6-175 16</inkml:trace>
  <inkml:trace contextRef="#ctx0" brushRef="#br2" timeOffset="-126532.06">9133 5715 980 0,'0'0'232'0,"0"0"-203"16,0 0-29-16,0 0 0 15,0 0 32-15,0 0 41 16,75 122-25-16,-59-68-36 15,-10 0-1-15,-2-4-10 16,-4 3 1-16,0-6-4 16,-7 0-65-16,-13 0-78 15,-7-3-162-15,-9-4-228 16</inkml:trace>
  <inkml:trace contextRef="#ctx0" brushRef="#br2" timeOffset="-125776.79">8107 6632 387 0,'0'0'153'15,"0"0"-85"-15,0 0 50 0,0 0 2 16,0 0 50-16,0 0-35 16,0-45-38-16,0 45-46 15,-12 3-18-15,-3 24-3 16,-4 18-10-16,4 18 12 16,5 11 10-16,7 4-13 15,3-1-6-15,0-6 0 16,13-11-18-16,9-6 1 15,7-10-6-15,0-7-2 16,0-8-36-16,1-10-86 16,0-8-43-16,1-11-165 15,-3 0-223-15</inkml:trace>
  <inkml:trace contextRef="#ctx0" brushRef="#br2" timeOffset="-125557.02">8374 6718 1050 0,'0'0'138'16,"0"0"-132"-16,0 0 0 16,0 99 46-16,7-52 24 15,0 1-26-15,-1 2-34 16,-2-2-7-16,-1-3-7 15,-3 0-2-15,0-3-55 16,0-3-111-16,1-10-224 0,6-12-331 16</inkml:trace>
  <inkml:trace contextRef="#ctx0" brushRef="#br2" timeOffset="-125362.33">8612 6882 1238 0,'0'0'115'16,"0"0"-107"-16,0 0-8 15,-24 90 5-15,24-52 0 16,4-2-1-16,12-3-4 16,1-5-17-16,1-4-99 15,0-7-151-15,1-12-200 0</inkml:trace>
  <inkml:trace contextRef="#ctx0" brushRef="#br2" timeOffset="-125007.11">8867 6787 1225 0,'0'0'105'15,"0"0"-99"-15,0 0 8 16,0 0 18-16,115-50 6 15,-77 54-24-15,-9 17-11 0,-7 10-3 16,-12 2 0 0,-10 3 0-16,0 2 0 0,-19-1 0 15,-12-4 18-15,-4-6-18 16,0-7 4-16,4-9 17 16,10-8 19-16,9-3 28 15,7 0-18-15,5 0-20 16,0 0-8-16,14-7-18 15,14-9 1-15,12-2-2 16,6 3-1-16,3 3-4 16,3 0-2-16,-1 1-8 15,-3 3-52-15,-5 0-66 16,-7 2-71-16,-10-3-175 16,-13-2-190-16</inkml:trace>
  <inkml:trace contextRef="#ctx0" brushRef="#br2" timeOffset="-124804.42">9269 6571 328 0,'0'0'990'0,"0"0"-926"16,0 0-60-16,0 0-1 16,0 0 32-16,0 0 45 15,101 120-38-15,-75-59-29 16,-13 2-13-16,-6 2 0 15,-7 1-5-15,-4 2-91 16,-22 0-66-16,-15-3-231 0,-12-7-351 16</inkml:trace>
  <inkml:trace contextRef="#ctx0" brushRef="#br2" timeOffset="-124389.14">8242 7568 637 0,'0'0'417'0,"0"0"-349"16,0 0-56-16,0 0 83 15,0 0-1-15,-96 73-28 16,92-20-21-16,4 6-16 15,0 7-1-15,6 5 5 16,13 1-16-16,1-4-11 0,5-9-6 16,3-7-2-16,2-11-37 15,1-9-77-15,-5-10-38 16,1-13-97-16,-4-9-127 16</inkml:trace>
  <inkml:trace contextRef="#ctx0" brushRef="#br2" timeOffset="-124174.15">8536 7744 1161 0,'0'0'109'0,"0"0"-105"15,-2 76-4-15,2-26 27 0,2 4 6 16,9 3-17-16,-2-1-16 15,-2-2-1-15,-2-4-45 16,-3-5-87-16,-2-6-202 16,0-12-208-16</inkml:trace>
  <inkml:trace contextRef="#ctx0" brushRef="#br2" timeOffset="-123867.87">8785 8046 1071 0,'0'0'89'16,"0"0"-83"-16,-33 83 19 15,26-52 4-15,6 0-19 16,1 1-3-16,0-6-7 16,0-2-71-16,0-6-153 0,4-7-213 15</inkml:trace>
  <inkml:trace contextRef="#ctx0" brushRef="#br2" timeOffset="-123661.02">8951 7982 1016 0,'0'0'0'15,"0"0"4"-15,115-25-6 0,-68 19 2 16,2 2-9 0,-4-1-97-16,-2 1-146 0,-6-3-131 15</inkml:trace>
  <inkml:trace contextRef="#ctx0" brushRef="#br2" timeOffset="-123473.02">9364 7735 967 0,'0'0'253'0,"0"0"-210"16,0 0-9-16,0 0-25 15,0 0 54-15,3 94-22 16,7-49-29-16,0 1-10 0,-3-2-2 16,-2-4-30-1,-4-1-92-15,-1-7-131 0,0-10-275 16</inkml:trace>
  <inkml:trace contextRef="#ctx0" brushRef="#br2" timeOffset="-123215.89">9538 7573 1312 0,'0'0'0'16,"0"0"0"-16,0 0 0 0,108 95 53 16,-63-42-14-16,-4 5-3 15,-11 4-10-15,-10 1-5 16,-12-1-3-16,-8-1 0 16,0-3-14-16,-25-4-4 15,-10-2-6-15,-5-7-133 16,-8-8-199-16,-6-8-427 15</inkml:trace>
  <inkml:trace contextRef="#ctx0" brushRef="#br2" timeOffset="-121178.77">2138 9097 300 0,'0'0'5'0,"0"0"-5"16,-91 16-94-16,80-16 30 16,6 0 64-16,5 0 110 15,0 0-20-15,0 0-37 16,0 0 13-16,-1 0 58 16,-2 0 75-16,3 0-21 15,0 0-12-15,0 0-40 0,-1 0-7 16,1 0-19-16,-2 0-30 15,2 0-21-15,0 0-19 16,0 0-4-16,0-3-3 16,0 3-8-16,0-1 9 15,0-1-4-15,0 1 4 16,0 1-2-16,0-2-16 16,6-2 6-16,8 0 1 15,11-1-7-15,7-1 2 16,13 0 2-16,12 0-6 15,13 0 8-15,12 2-11 16,10 2 5-16,7 1-4 16,4-1-2-16,3-1 5 0,-1-1-4 15,1-4 2-15,1 1 1 16,4 2 0-16,12-4-3 16,9 0 0-16,10-2 4 15,5 4-2-15,2 3-2 16,-4 2 1-16,-9 2-1 15,-9 0 2-15,-10 0 1 16,-7 0-4-16,-8 0 4 16,-12-1 0-16,-16-5-4 15,-14-2 0-15,-15 0-3 16,-9-2 5-16,-12 2-2 16,-9 2 0-16,-6 2 0 15,-6 1 4-15,-3 1-4 0,0 1-3 16,2-1 2-1,0 2-14-15,-1 0-27 0,1 0-35 16,1 0-130-16,-3 0-213 16,0 0-297-16</inkml:trace>
  <inkml:trace contextRef="#ctx0" brushRef="#br2" timeOffset="-117472.71">9600 5110 337 0,'0'0'0'0,"0"0"-244"15</inkml:trace>
  <inkml:trace contextRef="#ctx0" brushRef="#br2" timeOffset="-116479.47">9787 4808 388 0,'0'0'118'15,"0"0"-44"-15,0 0 17 16,0 0 50-16,0-84-36 15,0 64-17-15,0 4 20 16,0 0-25-16,0 6 5 16,0 0-11-16,0 5 0 15,-2 1-17-15,1 2-16 16,-3 0-4-16,2 2-7 16,-1 0-5-16,1 0-15 15,-3 0-11-15,-1 21-2 16,-3 8 16-16,2 12-12 15,4 5 9-15,3 7-10 16,0 5 10-16,0 8 5 0,0 7-3 16,9 2-2-16,2 2 0 15,-1-2-12-15,1 2 13 16,-1 2-3-16,-2-3-8 16,0-2 9-16,0-1-11 15,-1-2 5-15,1-4 1 16,-1 1-4-16,0-5 7 15,-1-2-7-15,-2-6 0 16,1-1 5-16,2 1-7 16,-1-3 4-16,1 3-3 15,0-1 1-15,-1-1-2 16,4 6 0-16,-3-2-1 0,2-1 1 16,-1-1 28-16,-3-10-22 15,1-1-7-15,0-1 4 16,-3-1-4-16,1-6 0 15,-3-3 0-15,2-2-1 16,0-1 3-16,1 1-2 16,1 0 0-16,3 9 2 15,-1 4 0-15,1 1 2 16,4 2 12-16,-4-8-16 16,4 2 2-16,-4-3-2 15,1 0 0-15,1 2 1 16,-5 0-1-16,3-1 1 15,-1 4 1-15,-2-5-2 16,0 2 1-16,0-2 0 16,-3 2-1-16,1-6 2 0,-1 3-3 15,-2-3 2-15,0 1-1 16,0 1 0-16,0 1 1 16,0 3-1-16,0 1 0 15,2 5 1-15,-2 0-1 16,1 1 0-16,4-5 0 15,2-2 0-15,1-3-2 16,1-5 2-16,-1-5 0 16,-1-7 0-16,0-5-1 15,-3-4 1-15,-1-2-5 16,1-5-8-16,-1-2-26 16,-1-2-14-16,3-4-10 0,1-39-89 15,1-26-288-15</inkml:trace>
  <inkml:trace contextRef="#ctx0" brushRef="#br2" timeOffset="-115712.08">10287 4725 620 0,'0'0'234'0,"0"0"-128"16,0 0 32-16,0 0-20 15,0 0-19-15,0 0-35 16,-20-27 4-16,16 27-34 15,-4 9-25-15,-2 23 5 16,-3 17 24-16,0 17-6 16,12 13-2-16,1 3-6 15,1 0 4-15,21-8-16 16,5-12-10-16,5-8-2 16,5-7 0-16,0-10-1 0,1-9-40 15,1-11-77-15,-5-10-77 16,-2-7-156-16,-9-9-237 15</inkml:trace>
  <inkml:trace contextRef="#ctx0" brushRef="#br2" timeOffset="-115310.66">10537 4837 706 0,'0'0'378'0,"0"0"-288"0,0 0-30 15,0 0 3 1,0 0 12-16,126-70-13 0,-76 70-30 16,-3 0-4-16,-7 11-8 15,-12 8-11-15,-9 7-2 16,-9 3-7-16,-10 2 0 16,0 7-1-16,-19 3 4 15,-19 5 4-15,-9-1 9 16,-5-9-14-16,2-10 6 15,10-14-7-15,10-9 19 16,10-3 14-16,11 0-12 16,6 0 8-16,3-3 3 0,2-7-16 15,21-5-10 1,13 1 5-16,10-1-12 0,4 6 3 16,-1 1-1-16,-1 7-2 15,-4 1 0-15,-11 0-4 16,-8 7 4-16,-6 6-30 15,-5 4-79-15,-2 0-33 16,-2-4-98-16,2-4-205 16</inkml:trace>
  <inkml:trace contextRef="#ctx0" brushRef="#br2" timeOffset="-115123.7">11057 5010 1114 0,'0'0'103'15,"0"0"-70"-15,0 0 45 0,0 0 28 16,0 0-69-16,-15 102-18 16,14-74-19-16,-1-1 6 15,2-3-6-15,0-4-20 16,0-3-102-16,0-7-48 16,0-6-187-16,12-4-273 15</inkml:trace>
  <inkml:trace contextRef="#ctx0" brushRef="#br2" timeOffset="-114792.52">11248 4892 565 0,'0'0'584'15,"0"0"-561"-15,0 0-22 16,0 0 36-16,-3 102 14 15,4-65-14-15,14-1-20 16,7-10-5-16,2-9-12 16,-1-9 13-16,3-8-3 15,0-3 17-15,-1-20 23 16,-2-8 8-16,-4-9-18 16,-11 2-2-16,-6-2 5 15,-2 4 16-15,-9 6-41 16,-17 6-4-16,-8 7-14 0,-1 5 0 15,5 9-2 1,5 3-8-16,10 0-53 0,8 9-88 16,7 5-79-16,0-5-250 15</inkml:trace>
  <inkml:trace contextRef="#ctx0" brushRef="#br2" timeOffset="-114591.31">11515 4752 1080 0,'0'0'233'16,"0"0"-192"-16,0 0-13 16,0 0 24-16,0 0 28 15,0 0-29-15,100 84-35 16,-83-46-7-16,-5 3-6 0,-9 6 0 16,-3 4-3-16,-3 0 0 15,-20 2-22-15,-12-3-106 16,-11 0-104-16,-5-1-186 15</inkml:trace>
  <inkml:trace contextRef="#ctx0" brushRef="#br2" timeOffset="-114027.48">10316 5620 721 0,'0'0'249'0,"0"0"-167"15,0 0 26-15,0 0 22 16,0 0-41-16,0 0-58 16,-45 44 5-16,31-1 8 15,0 7-13-15,4 3 14 16,5-1-7-16,5-6-28 15,0-5 7-15,17-6-15 16,13-4-1-16,7-10-2 0,5-4-25 16,4-8-91-16,5-7-66 15,-3-2-106-15,-7-2-241 16</inkml:trace>
  <inkml:trace contextRef="#ctx0" brushRef="#br2" timeOffset="-113646.92">10534 5815 1172 0,'0'0'122'15,"0"0"-117"-15,0 0 10 16,0 0 39-16,119-30-3 0,-57 26-36 16,-2 3-13-1,-4-2-4-15,-5 3-35 0,-9 0-37 16,-11 0-39-16,-10 0-4 15,-10 0 5-15,-6 0 44 16,-5-3 43-16,0-4 25 16,0-5 6-16,-8 0 20 15,-2-3 15-15,0 2-8 16,1-1 39-16,1 3 18 16,5 4-14-16,1 3 10 15,1 2-3-15,1 2-23 16,0 0-39-16,0 4-21 15,0 16 0-15,0 7 14 16,6 5-1-16,1 0-6 16,-1-1-7-16,-2-1-1 0,-1 3-39 15,0-2-116-15,3-3-95 16,-2-9-252-16</inkml:trace>
  <inkml:trace contextRef="#ctx0" brushRef="#br2" timeOffset="-113421.78">11193 5799 1229 0,'0'0'118'0,"0"0"-115"16,0 0 16-16,0 0 15 0,0 0 50 15,0 107-46-15,0-65-34 16,0-3-1-16,-3-4-3 15,3-4-1-15,0-7-34 16,0-4-72-16,0-7-67 16,3-8-144-16,8-5-197 15</inkml:trace>
  <inkml:trace contextRef="#ctx0" brushRef="#br2" timeOffset="-113110.75">11380 5835 1053 0,'0'0'104'0,"0"0"-103"15,0 0 21-15,0 0 24 16,0 0 23-16,0 0-35 16,83 35-26-16,-54-35 12 15,-3-3 8-15,-4-11 14 16,-2-4 12-16,-6-2-21 15,-8-1 7-15,-2-1 15 16,-4 0-19-16,0 0-6 16,-10 1-12-16,-10 4-15 15,0 6-3-15,0 5-6 16,0 6-10-16,3 0-18 0,0 17-51 16,7 5-74-16,7 0-43 15,3-4-227-15</inkml:trace>
  <inkml:trace contextRef="#ctx0" brushRef="#br2" timeOffset="-112827.79">11643 5561 1064 0,'0'0'112'15,"0"0"-111"-15,0 0 19 0,0 0 24 16,0 0 50 0,0 0-33-16,93 82-34 0,-71-44 4 15,-4 0 13-15,-6 4 3 16,-5 1-19-16,-7-1 3 16,0-4-25-16,-4 3-3 15,-17-2-3-15,-6 2-1 16,-7 2-75-16,-2-2-164 15,-5-3-184-15</inkml:trace>
  <inkml:trace contextRef="#ctx0" brushRef="#br2" timeOffset="-112096.77">10705 6485 351 0,'0'0'138'0,"0"0"-16"16,0 0 43-16,0 0-12 15,0 0 4-15,0 0-65 16,-36-24 1-16,28 24-24 15,-7 20-36-15,-1 17 24 0,-1 12-13 16,7 3-20 0,6 3-4-16,4 1-1 0,0-5-7 15,11-2-9-15,6-9-2 16,7-5-1-16,1-7-23 16,5-8-68-16,2-9-71 15,2-5-124-15,-4-6-139 16</inkml:trace>
  <inkml:trace contextRef="#ctx0" brushRef="#br2" timeOffset="-111747.09">10880 6584 634 0,'0'0'557'0,"0"0"-459"16,0 0-56-16,0 0-12 15,0 0 43-15,94-57-23 16,-54 75-16-16,-6 9-21 15,-9 8-12-15,-12 1 1 16,-12 3-2-16,-1 0-2 16,-14-1 2-16,-21-2 0 15,-11-3 0-15,-4-6 4 16,1-8-1-16,11-5 3 16,11-7-1-16,14-5-2 15,13-2 28-15,0 0-6 16,9-8-14-16,18-8-7 15,12-3 1-15,5 0-6 16,-2 7 1-16,-2 3-3 0,-2 5 2 16,-3 0-7-16,4 3-39 15,-1 1-31-15,-3 0-78 16,-1 0-63-16,-8 0-112 16,-7 0-108-16</inkml:trace>
  <inkml:trace contextRef="#ctx0" brushRef="#br2" timeOffset="-111590.31">11307 6752 694 0,'0'0'207'0,"0"0"-73"16,0 0 21-16,0 0-26 15,0 0-62-15,0 0-67 16,-7 14 4-16,7 16 12 0,0 4-10 16,0-2-4-1,0-1-2-15,3-2-58 0,4-5-92 16,1-8-199-16,4-12-297 15</inkml:trace>
  <inkml:trace contextRef="#ctx0" brushRef="#br2" timeOffset="-111379.97">11531 6567 98 0,'0'0'1197'15,"0"0"-1161"-15,0 0-21 0,0 0-15 16,-2 89 51 0,5-46-19-16,9 2-26 0,-2-5-5 15,-4-4-2-15,0-4-35 16,-3-7-97-16,-2-5-118 16,1-12-151-16</inkml:trace>
  <inkml:trace contextRef="#ctx0" brushRef="#br2" timeOffset="-111146.77">11661 6485 837 0,'0'0'495'16,"0"0"-432"-16,0 0-47 0,0 0 26 15,90-40 36-15,-51 51-30 16,-3 19-33-16,-7 15-2 15,-11 8 3-15,-11 4-13 16,-7 6 2-16,-2 1-5 16,-18-1-11-16,-5-2-77 15,-8 0-92-15,-9-7-148 16,-5-4-289-16</inkml:trace>
  <inkml:trace contextRef="#ctx0" brushRef="#br2" timeOffset="-110730.02">10899 7247 854 0,'0'0'244'0,"0"0"-179"15,0 0 4-15,0 0 61 16,0 0-16-16,0 0-85 15,-62 35-15-15,42 18 11 16,3 14 2-16,3 5-3 16,8 2 4-16,6 0-9 15,0-7-15-15,3-6-2 16,17-9-2-16,7-8-9 16,1-11-83-16,4-8-76 15,2-12-71-15,-6-13-270 16</inkml:trace>
  <inkml:trace contextRef="#ctx0" brushRef="#br2" timeOffset="-110379.64">11044 7605 1319 0,'0'0'0'0,"0"0"14"16,0 0-14-16,98-35 21 15,-42 14-7-15,2 1-13 16,-4-1-2-16,-15 5-5 16,-15 5-17-16,-13-2 12 15,-11 1 2-15,0 1 9 0,-7-4 7 16,-14 4 1 0,1-1 2-16,4 4 9 0,6 5 30 15,5 2 24-15,5 1-11 16,0 0-22-16,-2 12-39 15,2 17 8-15,0 11 14 16,0 8-5-16,4 0-15 16,6 3-1-16,1-4-1 15,0-4-2-15,2-3-78 16,-3-6-89-16,0-8-58 16,2-8-294-16</inkml:trace>
  <inkml:trace contextRef="#ctx0" brushRef="#br2" timeOffset="-110185.77">11518 7552 1329 0,'0'0'64'0,"0"0"-58"16,0 0 0-16,-6 94 61 15,6-41-29-15,0 2-24 16,0-1-13-16,0-3-1 15,0-3-34-15,0-8-106 16,0-15-153-16,6-15-249 16</inkml:trace>
  <inkml:trace contextRef="#ctx0" brushRef="#br2" timeOffset="-109993.04">11696 7498 1060 0,'0'0'134'0,"0"0"-133"16,23 118 46-16,-10-64 24 15,3-4-38-15,-1-4-17 16,0-7-16-16,-2-7-53 16,-1-8-95-16,-3-12-221 15,-3-12-287-15</inkml:trace>
  <inkml:trace contextRef="#ctx0" brushRef="#br2" timeOffset="-109760">11895 7288 1246 0,'0'0'118'15,"0"0"-115"-15,0 0-3 16,97 41 74-16,-60 2 19 15,-5 13-53-15,-11 8-11 16,-11 3-12-16,-8-3 0 16,-2-5-6-16,-7-6-11 15,-16-3 0-15,-8-6-47 16,-3-2-115-16,-7-6-179 16,-4-5-443-16</inkml:trace>
  <inkml:trace contextRef="#ctx0" brushRef="#br2" timeOffset="-109263.06">9299 8479 1021 0,'0'0'323'0,"0"0"-203"16,0 0-106-16,0 0 15 0,0 0 21 16,135-13 33-16,-15 10-19 15,29-1-25-15,25-6-23 16,15-10 2-16,12-4-11 15,-6 2 1-15,-23 7-8 16,-33 7-1-16,-40 8 0 16,-37 0-48-16,-31 0-44 15,-22 11-156-15,-9 3-47 16,-36-1-104-16</inkml:trace>
  <inkml:trace contextRef="#ctx0" brushRef="#br2" timeOffset="-108180.59">10299 9245 446 0,'0'0'356'0,"0"0"-274"15,0 0-65-15,0 0 55 16,27-82 69-16,-20 60-48 15,-3 1-44-15,-4-2-7 16,0 4 22-16,0 1-14 16,-8 0-12-16,-6 1-21 15,-2 0-14-15,-2 6 9 16,2 2-4-16,1 3 2 16,-3 6-10-16,-1 0 7 15,-3 0-3-15,-1 9-4 16,3 4-3-16,1 3 1 15,8-1 2-15,5 1-1 0,6-3 0 16,0 4-3 0,3-1 4-16,15 5 1 0,7 2 0 15,5-1 5-15,7 2-4 16,1 1 0-16,6-1-1 16,-4 1-1-16,-3-1 0 15,-11-2 1-15,-13 2 2 16,-9-4 8-16,-4 2 3 15,-8-5 6-15,-23 3 17 16,-9-3-8-16,-8-3-4 16,-4-3-1-16,4-8-8 15,6-3 3-15,10 0 5 16,11-15 1-16,7-6-17 16,9-6-7-16,5 1-1 0,0 2 0 15,22 0-9-15,10 4-10 16,9-4-44-16,7 3-56 15,10-3-71-15,-2 0-125 16,-4-3-303-16</inkml:trace>
  <inkml:trace contextRef="#ctx0" brushRef="#br2" timeOffset="-107512.7">10537 8821 910 0,'0'0'143'16,"0"0"-122"-16,0 0 34 0,-60-77 64 16,45 59-18-16,0-2-74 15,-3 0-5-15,-4 1 19 16,-3 1 15-16,-7 2-16 16,-2 8-11-16,-4 3-3 15,-2 5 6-15,-2 0-13 16,-3 3-7-16,-1 14 11 15,-3 6-10-15,1 5-1 16,0 7-7-16,5 5-5 16,5 2 7-16,2 4-6 15,10 0 5-15,4 5 5 16,5 8-8-16,5 6 9 0,4 4-5 16,6 0-6-1,2-1 8-15,0-4-5 0,9 0 4 16,10-5-1-16,1 2-5 15,6-6 9-15,6-4-10 16,7-7-1-16,4-9 8 16,5-8-5-16,4-7-2 15,3-9-1-15,0-5 2 16,-3-4-2-16,-3-2 0 16,-4 0 0-16,2-8 5 15,0-7-5-15,1-6 1 16,1-3-1-16,-1-6 2 0,1-2-2 15,-6-2 0 1,-1-3 0-16,-5-1 0 16,-3-2 2-16,-5 0-2 0,-4-1 0 15,-8-2 3-15,-7-3-3 16,-7-4 0-16,-3-6 1 16,0 0-2-16,-18-3 4 15,-7 7-3-15,-7 5 0 16,-1 9 1-16,-4 7-3 15,3 8 2-15,1 3-2 16,1 8 1-16,4 4-19 16,2 8-29-16,7 0-32 15,0 10-157-15,1 10-129 16,1 1-305-16</inkml:trace>
  <inkml:trace contextRef="#ctx0" brushRef="#br3" timeOffset="-96649.53">12299 4683 725 0,'0'0'128'0,"0"0"-121"15,0 0 7-15,0 0-11 0,0 0-3 16,0 0 7-1,-27 44-8-15,27-21 1 0,0 2-22 16,0 2-45-16,0 0-48 16,3 0-45-16,1 1 44 15,2 3 27-15,-3-2 55 16,0 0 34-16,-3 0 1 16,0-4 13-16,0-2 6 15,0-2 54-15,0-1 13 16,0-3-14-16,0-1-22 15,-2 0-15-15,1-2-27 16,-1 3-6-16,1-1-3 16,1 3-32-16,-2 3-91 15,2 2-12-15,0-3-89 16</inkml:trace>
  <inkml:trace contextRef="#ctx0" brushRef="#br3" timeOffset="-96531.21">12283 5365 223 0,'0'0'108'16,"0"0"-35"-16,0 0-51 15,0 0-6-15,0 0 9 16,0 78-16-16,-2-53-4 16,0 3-5-16,2 0-20 15,0-4-76-15,0-7-124 16</inkml:trace>
  <inkml:trace contextRef="#ctx0" brushRef="#br3" timeOffset="-96400.64">12323 5619 252 0,'0'0'157'0,"0"0"-50"0,0 0-40 15,0 0-27 1,0 0-7-16,0 0-5 0,-3 80-28 16,3-60 0-16,0 0-89 15,0 0-115-15</inkml:trace>
  <inkml:trace contextRef="#ctx0" brushRef="#br3" timeOffset="-96269.36">12344 5852 586 0,'0'0'138'15,"0"0"-125"-15,0 0 6 16,0 0 36-16,0 0-40 16,0 0-7-16,0 48-4 15,0-29-4-15,0 6-94 0,0-1-106 16,0 0-12-16</inkml:trace>
  <inkml:trace contextRef="#ctx0" brushRef="#br3" timeOffset="-96133.02">12370 6068 270 0,'0'0'159'15,"0"0"-79"-15,0 0 15 16,0 0 34-16,0 0-45 16,0 0-57-16,0 77-23 15,0-58-1-15,0 4-3 16,0-1-66-16,0 2-140 16,0-4-49-16</inkml:trace>
  <inkml:trace contextRef="#ctx0" brushRef="#br3" timeOffset="-96005.22">12395 6339 168 0,'0'0'284'0,"0"0"-116"16,0 0-96-16,0 0-1 16,0 81-3-16,0-61-35 15,0 2-20-15,0 2-13 16,0 4-12-16,0 6-93 16,-2 1-135-16</inkml:trace>
  <inkml:trace contextRef="#ctx0" brushRef="#br3" timeOffset="-95850.21">12347 6784 717 0,'0'0'68'15,"0"0"-61"-15,0 0 3 16,0 0 47-16,13 77-37 0,-7-56-20 16,-2 3-26-1,-2 2-83-15,-1 1-96 0,-1-2-68 16</inkml:trace>
  <inkml:trace contextRef="#ctx0" brushRef="#br3" timeOffset="-95720.22">12400 7118 435 0,'0'0'114'0,"0"0"-36"16,0 0 24-16,0 0-33 16,0 0-24-16,2 86-41 15,-2-67-4-15,0 4-50 16,0-2-143-16,0 3-102 0</inkml:trace>
  <inkml:trace contextRef="#ctx0" brushRef="#br3" timeOffset="-95583.2">12400 7483 716 0,'0'0'113'16,"0"0"-96"-16,0 0-10 15,0 0 15-15,0 90-22 16,0-67-13-16,0 1-177 15,0 2-125-15</inkml:trace>
  <inkml:trace contextRef="#ctx0" brushRef="#br3" timeOffset="-95442.99">12417 7844 809 0,'0'0'28'15,"0"0"-27"-15,0 0 5 16,0 0-5-16,0 95-1 15,0-70-91-15,0 1-102 16,0-2-36-16</inkml:trace>
  <inkml:trace contextRef="#ctx0" brushRef="#br3" timeOffset="-95299.67">12444 8198 671 0,'0'0'158'16,"0"0"-119"-16,0 0 17 0,0 0-12 15,0 0-33-15,-16 76-11 16,16-52-68-16,0 0-110 16,0 2-167-16</inkml:trace>
  <inkml:trace contextRef="#ctx0" brushRef="#br3" timeOffset="-95158.48">12447 8641 64 0,'0'0'761'15,"0"0"-708"-15,0 0-45 16,0 0 15-16,0 0 16 16,0 0-39-16,-23 88-15 15,29-70-94-15,1-1-167 16</inkml:trace>
  <inkml:trace contextRef="#ctx0" brushRef="#br3" timeOffset="-94992.77">12463 9172 951 0,'0'0'188'0,"0"0"-181"15,0 0-6-15,0 0 3 16,0 0-4-16,0 0-36 16,20 92-115-16,-11-75-36 15,-6 2-180-15</inkml:trace>
  <inkml:trace contextRef="#ctx0" brushRef="#br3" timeOffset="-94833.77">12463 9577 919 0,'0'0'82'16,"0"0"-80"-16,0 0 0 15,0 0-4-15,0 0-8 16,9 92-215-16,-4-68-87 15</inkml:trace>
  <inkml:trace contextRef="#ctx0" brushRef="#br3" timeOffset="-94678.8">12447 10040 967 0,'0'0'113'15,"0"0"-96"-15,0 0 16 16,0 0-11-16,0 0-14 15,0 0-8-15,3 36-73 16,5-27-77-16,-1 2-84 16,-2 4-136-16</inkml:trace>
  <inkml:trace contextRef="#ctx0" brushRef="#br3" timeOffset="-94516.77">12502 10296 831 0,'0'0'148'0,"0"0"-132"15,0 0 58-15,0 0-8 16,0 0-55-16,0 0-11 16,-34 79-46-16,34-66-68 15,4 2-81-15,-3 0-166 16</inkml:trace>
  <inkml:trace contextRef="#ctx0" brushRef="#br3" timeOffset="-94362.23">12509 10616 741 0,'0'0'319'0,"0"0"-263"16,0 0-18-16,0 0 34 15,0 0-35-15,0 0-33 16,-17 56-4-16,17-43-36 16,3 2-89-16,2 5-137 0,0-1-102 15,-5 2 169-15</inkml:trace>
  <inkml:trace contextRef="#ctx0" brushRef="#br3" timeOffset="-94216.77">12509 10948 554 0,'0'0'598'0,"0"0"-534"16,0 0-55-16,0 0 11 16,0 0 3-16,0 0-23 15,-20 40-28-15,26-30-64 16,1 4-104-16,-3-2-188 0</inkml:trace>
  <inkml:trace contextRef="#ctx0" brushRef="#br3" timeOffset="-94070.8">12527 11230 356 0,'0'0'711'16,"0"0"-620"-16,0 0-80 15,0 0 30-15,0 0-15 16,0 0-26-16,-24 75-9 15,34-65-132-15,-3 1-125 16,-2 2-220-16</inkml:trace>
  <inkml:trace contextRef="#ctx0" brushRef="#br3" timeOffset="-93901.01">12552 11528 66 0,'0'0'1116'0,"0"0"-1053"0,0 0-61 15,0 0 11-15,0 0-6 16,0 0-7-16,-18 77-58 16,25-66-119-16,-3 3-67 15,-4-1-116-15</inkml:trace>
  <inkml:trace contextRef="#ctx0" brushRef="#br3" timeOffset="-93753.91">12600 11801 788 0,'0'0'273'0,"0"0"-243"16,0 0 27-16,0 0 16 16,0 0-52-16,0 0-21 15,-23 78-33-15,23-62-49 16,0-2-83-16,0 3-117 16,3 3-213-16</inkml:trace>
  <inkml:trace contextRef="#ctx0" brushRef="#br3" timeOffset="-93600.01">12619 12123 1001 0,'0'0'332'0,"0"0"-280"16,0 0-35-16,0 0 20 0,0 0-35 16,-55 80-2-1,55-65-92-15,0 4-26 0,3 1-130 16,4-3-244-16</inkml:trace>
  <inkml:trace contextRef="#ctx0" brushRef="#br3" timeOffset="-93447.31">12644 12512 1300 0,'0'0'139'0,"0"0"-124"15,0 0-2-15,-27 78-1 16,27-56-12-16,0 2-39 0,0 6-113 15,-3-3-54-15,-2 3-189 16</inkml:trace>
  <inkml:trace contextRef="#ctx0" brushRef="#br3" timeOffset="-93297.93">12586 12987 1206 0,'0'0'61'15,"0"0"-61"-15,0 0-1 16,0 0 0-16,-41 87-37 16,41-70-133-16,0-3-159 15</inkml:trace>
  <inkml:trace contextRef="#ctx0" brushRef="#br0" timeOffset="-83085.91">13128 4868 508 0,'0'0'234'0,"0"0"-180"16,0 0-5-16,0 0 49 15,0 0 78-15,0 0-66 16,-4-45-57-16,4 45-31 15,0 1-22-15,0 27 0 16,1 15 12-16,9 15 56 16,2 9-22-16,0-3-27 15,-2-5-7-15,0-12 2 16,-3-9-12-16,-4-10 4 16,0-8-1-16,-1-7-5 0,-2-8 7 15,0-3-6-15,0 0 1 16,0-2 5-16,0 0 4 15,0-4 9-15,0-21-5 16,0-8-10-16,-3-5 1 16,-2-9-6-16,-1 0 3 15,2-2-3-15,0 2 3 16,2 5-2-16,2 7 2 16,0 10-1-16,4 2 15 15,9 4-17-15,1 2 1 16,-1 3 2-16,-3 7 3 15,-2 4-5-15,-2 3 2 0,0 0 1 16,6 9 0-16,1 12 6 16,5 5 6-16,4 1 1 15,0 3-13-15,0-2 11 16,-2 5-6-16,-5-4-2 16,-3 1 1-16,-4-2-8 15,-3-10 4-15,-2-3 0 16,-1-7-2-16,-1-5 4 15,-1-1-6-15,0-2 0 16,3 0 7-16,-3 0-5 16,3-2 6-16,0-18 0 15,2-13-6-15,0-5-2 16,0-6 0-16,0 2 0 0,2 4 1 16,-1 4-1-1,3 5 1-15,-2 7-3 0,-1 6 4 16,-1 9-5-16,-3 5 3 15,1 2-4-15,4 6 1 16,3 22-5-16,2 16 8 16,-2 6 0-16,-2 7 0 15,0 1 0-15,-3-5 0 16,0-5 0-16,-1-4 0 16,-2-4-6-16,1-5-14 15,-2-3-48-15,5-3-54 16,0-5-68-16,4-7-74 15,4-13-141-15</inkml:trace>
  <inkml:trace contextRef="#ctx0" brushRef="#br0" timeOffset="-82469.74">13749 5031 739 0,'0'0'164'0,"0"0"-164"16,0 0 0-16,0 0 21 16,0 0 41-16,0 0 20 15,15 66-34-15,-15-57 1 16,0-3 7-16,0-5-12 16,0-1 9-16,0 0-1 0,-3 0-4 15,-12 0-1-15,-4-9-38 16,-1-11-6-16,4-8 10 15,2-5-10-15,6-6 2 16,4-1-5-16,4 4-4 16,0 9 2-16,9 8-3 15,6 9 2-15,5 8-2 16,-2 2 5-16,1 4-4 16,-3 19 2-16,1 11 0 15,-4 10 1-15,-6 9 1 16,-4 4 0-16,-3-3 4 15,0-7-3-15,-4-8 5 0,-10-9 8 16,-2-4-2 0,-6-4 8-16,0-3-10 0,0-5-4 15,4-3 1-15,3-8-5 16,7-2 3-16,1-1 4 16,3-1-4-16,4-20 8 15,0-6-13-15,0-3-3 16,0 1 2-16,11 5-1 15,7 2 2-15,5 3 0 16,4 4-8-16,1 8 8 16,4 5 0-16,2 2 2 15,-1 9-4-15,2 17 0 16,2 7 1-16,1 1 0 0,1 3-8 16,-3-4-30-1,2-3-84-15,-7-1-30 0,-7-4-105 16,-11-6-185-16</inkml:trace>
  <inkml:trace contextRef="#ctx0" brushRef="#br0" timeOffset="-82168.86">13241 5698 706 0,'0'0'484'0,"0"0"-445"0,0 0-37 16,129-57 7-16,-39 32 41 15,17-4 17-15,13-3-49 16,2 4-7-16,-8 5-5 15,-21 6-6-15,-19 9-24 16,-22 3-77-16,-22 5-98 16,-20 0-107-16,-10 0-141 15</inkml:trace>
  <inkml:trace contextRef="#ctx0" brushRef="#br0" timeOffset="-81934.68">13283 5858 916 0,'0'0'351'16,"0"0"-351"-16,100-23 10 16,-15 5-3-16,21-5 77 15,9 3-56-15,5-2-18 16,-1 4-10-16,-13 2-20 15,-15 1-102-15,-19-5-205 0,-21-1-240 16</inkml:trace>
  <inkml:trace contextRef="#ctx0" brushRef="#br0" timeOffset="-80568.59">15518 4638 442 0,'0'0'353'0,"0"0"-293"16,0 0-2-16,0 0 81 15,0 0-25-15,0 0-39 16,-3-10-45-16,3 10-19 16,0 0 3-16,0 15-14 0,0 10 25 15,0 10 58 1,3 4-43-16,0 0-25 0,1 3-9 16,-1-3-6-1,0 0 0-15,-1-1 0 0,-1-4-11 16,-1-2-87-16,4-10-59 15,5-8-99-15,1-14-171 16</inkml:trace>
  <inkml:trace contextRef="#ctx0" brushRef="#br0" timeOffset="-80165.2">15493 4530 327 0,'0'0'610'0,"0"0"-523"0,0 0-42 15,0 0 82-15,0 0-12 16,0 0-60-16,-14-17-50 16,18 17-1-16,12 6-3 15,11 6 21-15,7 4 4 16,4 0 4-16,5 3 6 15,-1 5-21-15,-2 5-10 16,-6 1 1-16,-7 3-1 16,-9-3-2-16,-8-1-3 15,-9-3 3-15,-1-1-1 0,-6 0 30 16,-17 3 10 0,-9-2 0-16,-7 2-21 0,-1-1-7 15,1-3-5-15,-2 0-7 16,6-3 4-16,7-5-6 15,6-2-3-15,10-4 1 16,7-3-52-16,5-1-104 16,0-5-53-16,15-1-152 15,13 0-83-15</inkml:trace>
  <inkml:trace contextRef="#ctx0" brushRef="#br0" timeOffset="-79813.4">15936 4725 972 0,'0'0'140'0,"0"0"-113"16,0 0 77-16,0 0-6 15,0 0-87-15,0 0-9 16,12 18-2-16,-2 17 23 0,-2 3-5 16,-3-1-8-16,2 0-10 15,-1-8 1-15,1-4-1 16,0-5-7-16,-1-5-61 15,1-8-74-15,-1-7-173 16,-2 0-189-16</inkml:trace>
  <inkml:trace contextRef="#ctx0" brushRef="#br0" timeOffset="-79687.12">15949 4530 585 0,'0'0'0'0,"0"0"-384"0</inkml:trace>
  <inkml:trace contextRef="#ctx0" brushRef="#br0" timeOffset="-79300.47">16052 4781 915 0,'0'0'132'15,"0"0"-129"-15,0 0-1 0,0 0 65 16,93-37-16 0,-62 37-28-16,-2 6 6 0,-6 16 6 15,-4 3 17-15,-7 6 0 16,-5 2-36-16,-7-4-10 15,0-4 11-15,0-6-8 16,-11-4 18-16,-7-2 14 16,-4-3-3-16,-1-5-3 15,3-5-23-15,7 0 2 16,6-8 11-16,7-18 2 16,0-7-19-16,3-3-8 15,17-1 0-15,5 6-2 16,3 8-1-16,3 5 0 15,0 3-17-15,3 9-49 16,-1 4-45-16,-1 2-21 0,-7 0-137 16,-7 0-180-16</inkml:trace>
  <inkml:trace contextRef="#ctx0" brushRef="#br0" timeOffset="-77853.88">16130 4841 251 0,'0'0'101'15,"0"0"-68"-15,0 0 52 16,0 0 46-16,0 0-11 16,46-87-41-16,-30 66-41 15,2-2 17-15,0 1-21 16,-1 2 1-16,-5 4 16 15,-6 5 4-15,-3 2 4 0,-3 3 3 16,0 3-10-16,0-1-21 16,-3 3-18-16,-5 1-9 15,0 0 1-15,-4 0-5 16,-2 1 0-16,-2 14-1 16,-3 1 3-16,2 2 0 15,0 0 0-15,5 0-1 16,3-3 8-16,8-4-9 15,1-2 2-15,0-4-2 16,10 1 4-16,12 3 7 16,6-1-4-16,3 1-2 15,1 5-3-15,2 1-1 0,-6 4-1 16,-6 0 0-16,-3 0-6 16,-9 0 4-16,-6-3 2 15,-4-3 4-15,0-1 10 16,0-3 13-16,-16-1 31 15,-11-1 11-15,-10 0-26 16,-6 0-15-16,-2-3-17 16,6 0-2-16,9-4-1 15,12 0-7-15,10 0 2 16,6 0-3-16,2-4-35 16,6-7-100-16,21-3-111 15,10 0-92-15,2 0-132 16</inkml:trace>
  <inkml:trace contextRef="#ctx0" brushRef="#br0" timeOffset="-77553.58">16578 4727 882 0,'0'0'178'0,"0"0"-156"15,0 0 16-15,0 0 74 16,0 0-53-16,0 0-31 16,-94 23 6-16,71 1 16 15,1 4 4-15,5 2-22 16,4 2-15-16,8-2 15 0,5-3-22 16,0-2-7-1,5-3 1-15,14-4-4 0,9-4-7 16,3-6 4-16,8-6-74 15,-1-2-26-15,-1 0-49 16,-3-7-108-16,-6-6-161 16</inkml:trace>
  <inkml:trace contextRef="#ctx0" brushRef="#br0" timeOffset="-77170.26">16678 4844 801 0,'0'0'174'15,"0"0"-56"-15,0 0 37 16,0 0-43-16,0 0-85 15,0 0-14-15,54-63-13 16,-24 63 1-16,0 6-4 0,-3 12 5 16,-7 6-2-16,-7 4 0 15,-8 2 1-15,-5 1-1 16,0-5 8-16,-1-2-7 16,-12-8 7-16,3-7 6 15,3-5 7-15,1-4-4 16,3 0-8-16,3-3 12 15,0-18-21-15,0-9-22 16,0-6-37-16,7-7 21 16,11-2 14-16,4 1-22 15,5 6 25-15,-3 10 21 0,4 9-4 16,-5 12 4 0,0 7 16-16,2 0 14 0,1 18 22 15,-3 8-4-15,-3 6-18 16,-7 1-16-16,-1-2-14 15,-4-1 2-15,-3-8-2 16,-3-3-92-16,-2-7-33 16,0-5-69-16,-4-7-183 15</inkml:trace>
  <inkml:trace contextRef="#ctx0" brushRef="#br0" timeOffset="-77041.49">17026 4521 937 0,'0'0'166'16,"0"0"-151"-16,0 0-15 0,0 0-43 16,0 0-119-1,0 0-81-15</inkml:trace>
  <inkml:trace contextRef="#ctx0" brushRef="#br0" timeOffset="-76503.68">17233 4701 1123 0,'0'0'66'0,"0"0"-65"16,0 0 21-16,15 82 41 15,-2-49-8-15,4-3-37 16,-3-5-7-16,-4-6-8 16,-3-6 7-16,-4-8 9 15,-3-5-8-15,0 0 18 0,0 0 10 16,0 0 9-16,0-9-3 15,0-11-34-15,0-10-10 16,0-8-1-16,3 1-3 16,7 2-14-16,4 6 3 15,-1 11 4-15,3 12 7 16,0 6 0-16,2 0 3 16,3 24-4-16,1 5-3 15,-2 6 7-15,-1-1 0 16,-4 1-1-16,-5-5 0 15,0-6 1-15,-5-10 2 16,-2-4-2-16,-1-7 4 16,-2-3-2-16,0 0 9 0,0-6 4 15,1-14-14 1,3-7-1-16,3-7-15 0,0 0 14 16,1-1-1-16,-2 9 2 15,0 8 0-15,-3 10 3 16,2 8 11-16,5 0-14 15,0 11 3-15,7 12 8 16,0 1 1-16,-1 1-4 16,0 0-8-16,-5 0-7 15,-1-4 2-15,0-4-69 16,-2 1-62-16,1-10-90 16,-2-5-205-16</inkml:trace>
  <inkml:trace contextRef="#ctx0" brushRef="#br0" timeOffset="-76269.67">17738 4611 950 0,'0'0'47'16,"0"0"-39"-16,0 0-8 15,0 0 9-15,5 81 43 16,7-52-27-16,-2 4 3 15,-3 1 33-15,-4-1-15 0,-3-2-3 16,1-6-25-16,1-7-16 16,0-5 0-16,0-5-2 15,-1-5-54-15,1-3-142 16,-2 0-141-16</inkml:trace>
  <inkml:trace contextRef="#ctx0" brushRef="#br0" timeOffset="-76125.23">17766 4434 382 0,'0'0'412'16,"0"0"-412"-16,0 0-180 16,0 0 68-16,0 0-107 0</inkml:trace>
  <inkml:trace contextRef="#ctx0" brushRef="#br0" timeOffset="-75737.78">17869 4672 855 0,'0'0'27'15,"0"0"-18"-15,30 76 45 16,-14-45 30-16,1-1-44 15,-4 1-18-15,-6-7-4 0,-3-7-1 16,-4-8 25-16,0-2 0 16,0-6 19-16,0-1 6 15,0 0-18-15,0-1 18 16,0-15-18-16,0-9-41 16,0-5-7-16,0-3 2 15,1-1 9-15,9 6-5 16,2 4-6-16,5 6 8 15,6 8 1-15,2 3-5 16,1 7-10-16,-2 0 5 16,-2 11-4-16,-3 9-1 15,-5 7 0-15,0 4 5 16,-6 4-5-16,-1 1 2 16,1 0-40-16,0-5-78 0,9-8-86 15,4-11-205-15</inkml:trace>
  <inkml:trace contextRef="#ctx0" brushRef="#br0" timeOffset="-75371.04">18463 4645 1078 0,'0'0'80'0,"0"0"-36"15,0 0 77-15,-110-2-21 16,89 28-48-16,4 12-27 15,5 3-11-15,7 3 15 16,5-4-17-16,0-6-5 0,12-5-5 16,8-9-2-16,0-8 0 15,0-11 4-15,0-1-3 16,-2-4-1-16,1-17-5 16,-3-7-4-16,-3-3-7 15,-2-2 5-15,-3-2 9 16,-2 7-10-16,-5 5 8 15,-1 11 1-15,0 8 3 16,0 4-3-16,0 6-29 16,5 13 22-16,0 6 9 15,4 1 1-15,1 0-68 16,1-5-47-16,1-4-125 16,3-10-132-16,-1-6-272 0</inkml:trace>
  <inkml:trace contextRef="#ctx0" brushRef="#br0" timeOffset="-74871.18">18594 4761 601 0,'0'0'251'16,"0"0"-183"-16,0 0-19 15,0 0 24-15,0 0 59 16,0 0-68-16,56 58-21 16,-43-44-9-16,-2-3-1 15,-2-6 18-15,-3-4-2 16,1-1-17-16,-2 0 8 15,3-10-6-15,1-9-19 0,1-5-12 16,0-3-3-16,-1-2 0 16,-2 3-18-16,0 7 12 15,-4 11 4-15,-1 8 2 16,2 0 0-16,0 15-28 16,5 15 28-16,3 4 26 15,6-1-9-15,6-5-9 16,3-12 1-16,4-7-1 15,0-8-2-15,0-1 4 16,-4-2-7-16,-5-14 8 16,-8-6-8-16,-4-2-3 15,-3-5 3-15,-2-5-1 16,-3-7-2-16,-2-4 0 16,0-5-10-16,0-1 10 0,-10 3-4 15,-7 6 4-15,4 15 2 16,3 12 14-16,6 14 27 15,3 1-25-15,1 22-17 16,0 14-1-16,0 12 11 16,0 2-8-16,8-2 0 15,5-3-3-15,4-5-1 16,0-5-9-16,-2-1-70 16,-5-6-116-16,-7-9-246 15</inkml:trace>
  <inkml:trace contextRef="#ctx0" brushRef="#br0" timeOffset="-74740.48">18897 4618 1259 0,'0'0'0'0,"0"0"-50"0,0 0 47 16,115-22-4-16,-58 19-243 15,-2 0-309-15</inkml:trace>
  <inkml:trace contextRef="#ctx0" brushRef="#br0" timeOffset="-74221.46">19454 4421 1208 0,'0'0'79'0,"0"0"-78"0,0 0 12 15,0 0 0-15,0 0 42 16,60 119 1-16,-37-61-29 15,-5-1 6-15,1-6-10 16,-6-9 12-16,-4-12-6 16,-3-14-21-16,-2-7 0 15,-4-6-4-15,0-3-1 16,1 0 21-16,-1-13 35 16,5-13-38-16,1-7-21 15,4-5-2-15,1 1 0 16,1 4-10-16,1 10-16 15,3 11 10-15,3 12-24 0,5 0-7 16,5 14 26-16,7 11-3 16,1 3-4-16,-3 0-27 15,0-5 2 1,-5-5 40-16,-9-6 7 0,-9-7 8 16,-5-3 5-16,-6-2 5 15,0 0 39-15,0 0 58 16,0 0-13-16,0-13-8 15,-4-11-58-15,1-9-19 16,0-8 25-16,3-6-20 16,0-2-9-16,0 2-5 15,0 8-6-15,4 9 6 16,8 10-31-16,0 10-11 16,3 10-50-16,3 0-90 0,4 22 4 15,3 12-47-15,2-1-158 16</inkml:trace>
  <inkml:trace contextRef="#ctx0" brushRef="#br0" timeOffset="-73421.95">20244 4572 826 0,'0'0'231'15,"0"0"-155"-15,0 0 30 16,0 0 21-16,0 0-44 16,0 0-62-16,-75-61 6 15,55 62-1-15,0 21-13 16,0 7 8-16,5 2 0 15,6 1 0-15,8-6-19 16,1-2 1-16,0-8-3 0,0-8 2 16,7-5 1-1,-1-3-5-15,6 0 2 0,1-7-5 16,8-17-10-16,2-7-27 16,0-4-19-16,-3 2-7 15,-7 8 10-15,-4 9 58 16,-6 12 7-16,1 4 14 15,-1 9-21-15,7 19 6 16,6 5 59-16,6 1-34 16,7-6-21-16,6-7 2 15,2-10 1-15,-2-10-11 16,-5-1 13-16,-8-5-10 0,-7-14 2 16,-7-5 0-16,-3-3-4 15,-3-3 3-15,0-4-6 16,-2-5 0-16,0-4 2 15,0-2-2-15,0-3 0 16,-7 3 2-16,-3 12 3 16,3 12 23-16,3 14 11 15,4 7-17-15,0 5-22 16,-1 24-23-16,1 15 23 16,-2 7 9-16,2 3-9 15,0-3 4-15,0-6-4 16,12-4-3-16,7-8-6 15,2-4-66-15,6-10-33 0,8-7-57 16,0-8-30 0,3-4-77-16,-4-1-28 0,-6-14 129 15,-9-7 124-15,-7-4 47 16,-9-2 122-16,-3-5 25 16,0 7 62-16,-10 6-17 15,-4 8 10-15,-4 11-78 16,0 1-45-16,-4 6-39 15,-2 16-10-15,2 2 5 16,8-1-25-16,5-6-4 16,5-6-6-16,4-5 2 15,0-4-4-15,0-2 5 16,10 0 4-16,6 0 15 16,7-5-7-16,4-1-5 0,-2 2-2 15,2 0-3-15,-3 4-3 16,-3 0 1-16,-2 0-6 15,-4 1 2-15,2 9-31 16,-1 4-137-16,3-5-89 16,-1-7-326-16</inkml:trace>
  <inkml:trace contextRef="#ctx0" brushRef="#br0" timeOffset="-73172.62">21176 4291 1109 0,'0'0'350'0,"0"0"-350"0,0 0 1 15,0 0 5-15,-2 111 69 16,12-59-42-16,0 1-14 16,-4-2-8-16,0-6-5 15,-2-5 1-15,0-11-7 16,-1-9-2-16,-1-8-56 15,0-9-41-15,-2-3-26 16,0-4 80-16,0-18-105 16,0-7-166-16,0-8-116 15</inkml:trace>
  <inkml:trace contextRef="#ctx0" brushRef="#br0" timeOffset="-72321.41">21183 4352 758 0,'0'0'239'15,"0"0"-75"-15,0 0-12 16,0 0-44-16,0 0-98 15,0 0-2-15,36 0 1 16,-10 32 21-16,2 5 6 16,0 4 0-16,0-1-7 15,-2-8 0-15,-5-5-17 16,-6-10 9-16,-5-7-12 16,-5-5-3-16,-3-5 4 15,-2 0-7-15,2 0 11 16,-2 0 19-16,3-3-4 15,2-17 4-15,2-10-33 0,1-11 1 16,-1-2-2-16,1-2 3 16,2 3-2-16,-2 8 0 15,1 14 4-15,-4 9-7 16,-2 10 3-16,-1 1-3 16,1 0 1-16,4 15-11 15,-1 10 8-15,4 3 3 16,0 3 2-16,-1-2 1 15,0-1-1-15,-3 2-1 16,-2 0-2-16,-3 0-5 16,-1 1 7-16,2-2-9 15,5-3-32-15,0-5 0 0,7-5-31 16,1-8 8 0,2-7 20-16,-1-1 14 0,2-1 31 15,-1-17 4-15,4-5 1 16,-1-4 8-16,-2-4 11 15,-1-2 13-15,-3-2-4 16,-7-3-1-16,-3 4 13 16,-4 2-4-16,0 7-20 15,0 10-6-15,-8 4-3 16,-2 8-9-16,1 3 2 16,-3 0-3-16,-1 16-2 15,2 12 0-15,2 7 0 16,8 2 3-16,1-1-2 15,0 0 0-15,13-5 2 16,8-5-3-16,7-4 0 0,3-8-2 16,6-7-8-16,3-5-1 15,5-2-27-15,3-2-11 16,1-18-24-16,-1-9-39 16,-6-5 21-16,-6-7 24 15,-11-9 14-15,-8-1 17 16,-13 0 28-16,-4 2 8 15,0 12 67-15,-10 9 3 16,0 11 46-16,2 10 10 16,4 7-68-16,0 4-32 15,-2 27-22-15,3 15-1 16,3 10 25-16,0 3-11 16,2-4-7-16,15-7-10 15,-1-7-1-15,1-5 1 0,-2-9-22 16,-3-7-85-16,-5-6-80 15,-6-11-58-15,-1-3-369 16</inkml:trace>
  <inkml:trace contextRef="#ctx0" brushRef="#br0" timeOffset="-71254.77">22113 4489 1180 0,'0'0'31'16,"0"0"-13"-16,0 0-18 15,99-30 17-15,-56 16 1 0,-1 0-11 16,-8-5 4 0,-9 0 51-16,-9-3-23 0,-6 0-22 15,-4 1-14-15,-6-2-3 16,0 7 0-16,0 4 20 16,0 8-6-16,0 4 35 15,0 1-49-15,0 23-2 16,-4 12 2-16,1 11 24 15,1 3-4-15,2-3 0 16,0-6-12-16,0-6 7 16,7-9-11-16,3-8-2 15,0-8 10-15,-3-6-7 16,-4-4 4-16,2 0 2 16,0 0-6-16,6-7 12 0,2-11-11 15,0-4-6-15,-3 0 3 16,-4 3-1-16,1 4-1 15,-4 4 0-15,-1 8 1 16,0 3-4-16,0 0 2 16,2 7-20-16,3 10 20 15,5 5 9-15,1 2 3 16,6-5-6-16,3-1-6 16,2-8 6-16,5-4 1 15,0-5-5-15,-3-1 5 16,-1-1-5-16,-6-12 0 15,-6-4-2-15,-8-1-1 16,-3-2 0-16,-2-3-5 0,0 0-9 16,0 6 12-1,0 8-7-15,-3 3 10 0,0 6 0 16,0 0-6-16,0 15-2 16,3 10 8-16,0-1 11 15,0-4-5-15,5-3-3 16,10-6 1-16,3-5 0 15,2-6-2-15,0 0 17 16,1 0-9-16,-7-14-1 16,-5-2 7-16,-8-1-12 15,-1-2 2-15,0-1 3 16,-14 1 1-16,-5 0-4 0,3 4-4 16,4 6 0-16,5 5-2 15,6 4-1-15,1 0-3 16,0 2-9-16,6 11-16 15,14 3 20-15,10 1-16 16,7-5-7-16,7-4-8 16,4-7-17-16,5-1-2 15,1 0 22-15,-2-4 1 16,-7-10 34-16,-12 0 2 16,-9 4 5-16,-14 4 9 15,-10 6 10-15,0 0 23 16,-5 3-43-16,-12 20 9 15,1 4-6-15,4 2 13 0,7-3-16 16,5-8 4 0,0-5-7-16,0-8 4 0,3-5 8 15,7 0 2-15,2 0 19 16,1-18 6-16,1-6-8 16,-6-6 0-16,-5-5-21 15,-3-3 17-15,-6-6 0 16,-20-4-22-16,-7-5 5 15,-2 0-7-15,2 6 4 16,7 11-5-16,11 10-1 16,10 13 1-16,5 9-3 15,0 4-14-15,0 0-32 16,10 0-72-16,10 0-225 16,2 0-263-16</inkml:trace>
  <inkml:trace contextRef="#ctx0" brushRef="#br0" timeOffset="-71153.54">23317 4227 1603 0,'0'0'54'16,"0"0"-54"-16,0 0-41 15,0 0-91-15,0 0-350 16</inkml:trace>
  <inkml:trace contextRef="#ctx0" brushRef="#br0" timeOffset="-58557.42">13089 6410 670 0,'0'0'567'0,"0"0"-479"16,-20-90-78-16,20 66 19 16,4 1 67-16,20 5-42 15,7 10-40-15,5 8-13 16,-1 2-1-16,-5 26-4 16,-6 13 4-16,-11 15 1 15,-10 8 7-15,-3 12 2 16,-12 3-6-16,-13-1 0 15,-3-7 3-15,-2-15-7 0,5-19 4 16,4-13-1-16,8-10 0 16,10-8 4-16,3-6 2 15,0-2 6-15,0-23-15 16,13-14-11-16,11-9 11 16,3-2-4-16,3 0-9 15,-2 6-8-15,-1 4 8 16,-1 4 9-16,0 5 0 15,-7 3 2-15,0 4 2 16,-3 4 4-16,-5 1-4 16,-1 3 9-16,-2 0-4 15,-1 3 10-15,0 1 3 16,-1 3-8-16,1 1 4 16,-4 5-5-16,-3 2-3 0,0 1 14 15,0 0-15 1,0 0-5-16,0 0 13 0,0 12-11 15,-11 14 5-15,-4 9-7 16,-2 8 0-16,2 6 7 16,0 2-3-16,5 3 20 15,5-2-7-15,5-7-16 16,0-9 3-16,13-6-2 16,9-7-1-16,3-5-1 15,3-6-2-15,-1-4 1 16,3-6-3-16,0-2-62 0,0 0-47 15,1-9-165-15,-1-13-75 16,-8-10-263-16</inkml:trace>
  <inkml:trace contextRef="#ctx0" brushRef="#br0" timeOffset="-58206.72">13536 6152 347 0,'0'0'864'0,"0"0"-768"16,0 0-69-16,-11-78 26 15,39 66-22-15,9 5-7 16,2 7-7-16,-6 0-14 16,-10 6-3-16,-9 15-9 0,-11 8 6 15,-3 8 3-15,-11 7 11 16,-21 4 1-16,-10-3-6 15,0-8-5-15,9-14 8 16,10-12 1-16,11-9 58 16,8-2-8-16,4 0-24 15,2 0-20-15,25-5-12 16,15-8 1-16,10 2-3 16,1 2-2-16,-3 9 0 15,-1 0-4-15,-3 0-105 16,-1 13-59-16,-3 2-99 15,-9 0-239-15</inkml:trace>
  <inkml:trace contextRef="#ctx0" brushRef="#br0" timeOffset="-56789.04">14652 6470 915 0,'0'0'144'0,"0"0"-131"15,0 0 55-15,0 0 30 16,0 0-23-16,7-90-47 15,13 71-14-15,6 4 5 16,4 8 13-16,2 4-15 16,0 3 1-16,-3 7-10 15,-8 16 0-15,-4 7-2 16,-7 3-4-16,-7 5 2 16,-3 2 2-16,-5 3 3 0,-16-1 2 15,-7-4-8-15,2-4 3 16,1-10 2-16,3-6-5 15,5-9 2-15,6-5 3 16,5-4-8-16,5 0 14 16,1-1-8-16,0-20-6 15,5-8-1-15,15-5-11 16,5 1 4-16,2 0-12 16,1 5-21-16,-1 5 12 15,0 0 11-15,-2 3 17 0,-1-1 1 16,-3 0 1-1,0 1 2-15,-4-1-1 0,0 3-2 16,-2-2 9 0,-2 1 3-16,-4 3 5 0,-2 5 5 15,-4 6-1-15,-3 3 15 16,0 2-15-16,0 0-2 16,0 0 12-16,0 0-21 15,0 0 0-15,0 0-3 16,0 0 2-16,0 0 1 15,-3 0-9-15,-10 11 0 16,-3 3 2-16,0 9 0 16,-1 3-1-16,2 2 0 15,3 5-1-15,2 6 10 16,6 1-8-16,4 4 9 0,0-1 6 16,7-5-15-16,15-1 3 15,3-7-6-15,2-6 2 16,1-5-2-16,-1-7 0 15,-2-3-2-15,-2-3-13 16,3-6-45-16,-1 0-44 16,3 0-107-16,0-8-118 15,-1-11-154-15</inkml:trace>
  <inkml:trace contextRef="#ctx0" brushRef="#br0" timeOffset="-49159.52">14124 6719 795 0,'0'0'278'0,"0"0"-239"16,0 0-9-16,0 0 76 16,0 0 25-16,0 0-49 15,-35-7-43-15,35 7-25 16,0 0 13-16,0-1 11 16,0 1-16-16,0-3-9 15,10 1-12-15,15-1 6 16,11-5 4-16,11-1-8 0,7 0-2 15,4 0-2 1,4 0-4-16,2 4-39 0,-2 0-125 16,-4 3-59-16,-8 0-126 15,-9 2-199-15</inkml:trace>
  <inkml:trace contextRef="#ctx0" brushRef="#br0" timeOffset="-48284.95">15585 6647 803 0,'0'0'148'0,"0"0"-118"16,0 0 111-16,0 0-9 15,0 0-12-15,0 0-62 16,-32-8-36-16,32 6-8 16,18-3-7-16,14-1 10 15,13-1 0-15,12 0-11 16,5-4 4-16,7-2-10 15,-2 3 0-15,-5-1-2 16,-11 4-1-16,-12 2-47 16,-13 4-140-16,-10 1-52 15,-15 0-118-15,-1-4-181 0</inkml:trace>
  <inkml:trace contextRef="#ctx0" brushRef="#br0" timeOffset="-48040.33">15845 6429 824 0,'0'0'301'16,"0"0"-276"-16,0 0-24 16,0 0 17-16,0 0-16 15,0 0 10-15,-4 56 29 16,14-7-14-16,-2 5-24 15,-2 3 4-15,-4-1-5 0,0-3 0 16,-2-6-2-16,0-9-131 16,2-12-123-16,-1-12-138 15</inkml:trace>
  <inkml:trace contextRef="#ctx0" brushRef="#br0" timeOffset="-47740.78">16165 6195 1196 0,'0'0'64'16,"0"0"-64"-16,0 0 0 15,-52 125 10-15,52-55 43 16,4 2-12-16,16 2-19 16,-1-3-16-16,1-7-4 15,-1-5 3-15,-4-11-5 16,-1-9-5-16,-1-8-99 16,0-12-92-16,0-10-161 15,1-9-208-15</inkml:trace>
  <inkml:trace contextRef="#ctx0" brushRef="#br0" timeOffset="-47193.34">16434 6336 1100 0,'0'0'42'0,"0"0"-42"15,0 0 0-15,0 99 16 16,0-46 25-16,15-1-16 16,2-4-16-16,3-8 0 15,-2-10-9-15,-1-9 3 16,0-12 3-16,-1-7-5 0,0-2 17 16,0-5-3-16,1-16-6 15,-4-7 1-15,-3-6-5 16,-4-4 4-16,-5-1 4 15,-1 0-12-15,0 5 10 16,0 9 4-16,0 8 11 16,0 10 35-16,-4 7-32 15,3 0-26-15,-2 24-3 16,0 13-15-16,-3 16 15 16,6 10 1-16,0 7-1 15,0 7 10-15,0-1-2 16,7-3-3-16,-1-10 1 15,3-12-5-15,-2-12 3 0,-4-11-3 16,-3-12 2-16,0-9 6 16,0-5 0-16,0-2 57 15,-12 0 19-15,-8-6-44 16,-6-9-32-16,-4-5-9 16,-1-5 0-16,5-2-1 15,4-3 1-15,5 1-5 16,10-1-21-16,7-3-69 15,0-3-107-15,26-8-120 16,2-8-228-16</inkml:trace>
  <inkml:trace contextRef="#ctx0" brushRef="#br0" timeOffset="-46876.14">16681 6110 1125 0,'0'0'139'15,"0"0"-117"-15,0 0-3 16,0 0-1-16,0 0-2 16,93-51-2-16,-69 65-14 15,-8 13-14-15,-10 9 13 16,-6 6 1-16,0 4 3 16,-12-2 8-16,-6-8-10 15,2-10 5-15,5-14 1 16,6-8 6-16,5-4 56 0,0 0-25 15,0 0-15-15,9 0-18 16,16 0 0-16,7 0-1 16,6 0-10-16,2-1 0 15,2-1-4-15,2 2-114 16,-4 0-61-16,-7 0-227 16</inkml:trace>
  <inkml:trace contextRef="#ctx0" brushRef="#br0" timeOffset="-46700.65">16988 6574 1175 0,'0'0'65'0,"0"0"-65"15,95-11 0-15,-45 9 4 16,5 2-4-16,1 0-96 15,-3 0-169-15,-10 0-164 16</inkml:trace>
  <inkml:trace contextRef="#ctx0" brushRef="#br0" timeOffset="-46142.6">17449 6333 964 0,'0'0'192'0,"0"0"-142"15,0 0-6-15,0 0-34 16,0 0-8-16,-1 77 48 16,15-34-29-16,6 0-13 15,-1-5-5-15,3-11 6 16,-2-4-4-16,-1-9 5 16,-2-8 1-16,-2-6-7 15,1 0 13-15,0-11-5 16,1-8-1-16,-4-4-2 15,-3-3-4-15,-5-1-2 16,-1-3 6-16,-4-4-7 16,0-4 2-16,0-4 1 15,0 3-4-15,-9 4 18 16,2 10-13-16,1 12 26 16,2 4-2-16,3 9-19 0,1 0-4 15,0 9-7-15,-2 22-15 16,2 14 14-16,0 11 1 15,0 8 10-15,10 1-2 16,9-1-4-16,2-1 3 16,-2-3-5-16,-3-6-2 15,-4-9 9-15,-7-11-9 16,-5-7 5-16,0-9 6 16,-3-4 20-16,-15-7 1 15,-9-1-7-15,-7-6-4 16,-2 0-5-16,-5-2-11 15,7-15 7-15,3-5-5 0,10-2-6 16,5 0-1-16,15 4-4 16,1-1-23-16,13 0-67 15,22-2-130-15,10-3-111 16,2-1-256-16</inkml:trace>
  <inkml:trace contextRef="#ctx0" brushRef="#br0" timeOffset="-45994.29">18042 6506 1284 0,'0'0'75'15,"0"0"-71"-15,0 0-4 0,0 0 0 16,117-29-2-16,-78 26-77 16,-4-3-223-16,-5 0-248 15</inkml:trace>
  <inkml:trace contextRef="#ctx0" brushRef="#br0" timeOffset="-45442.06">18485 6377 992 0,'0'0'317'0,"0"0"-298"15,0 0-16-15,0 0 21 16,0 0 8-16,0 0-24 15,-8-7-7-15,-2 7 17 0,-8 0 54 16,-4 0-16-16,-1 0-26 16,1-3-16-16,3-8 21 15,6-6-5-15,5-4-22 16,6-3 1-16,2 0-9 16,0 1-2-16,20 5-1 15,2 7-2-15,3 9 5 16,-2 2-3-16,3 0-10 15,-5 17 12-15,1 12-4 16,-6 9 1-16,-7 5 3 16,-9 5 2-16,0 4 4 15,-17-1-1-15,-8-3-2 16,-1-9 6-16,-3-8-6 0,2-7-1 16,2-10 7-16,2-5-7 15,4-6 4-15,4-3 5 16,4-1-10-16,1-22 8 15,6-5-8-15,4-4 0 16,0 4-4-16,0 5 5 16,12 8-2-16,8 8-3 15,5 5-4-15,6 2 7 16,3 0-7-16,1 17 3 16,2 2 5-16,-2 5-4 15,2-2 4-15,0 1-2 16,-5-6-118-16,-3-4-75 0,-5-8-125 15,-6-5-329 1</inkml:trace>
  <inkml:trace contextRef="#ctx0" brushRef="#br0" timeOffset="-45184.18">18656 6128 1021 0,'0'0'175'16,"0"0"-175"-16,0 0 0 16,0 0 2-16,107 27 15 15,-65 11 8-15,-2 11 6 16,-5 5-3-16,-8 7 34 16,-11 2 16-16,-9-2-29 0,-7 1-19 15,0-4-13-15,-10-9-4 16,-3-8-12-16,-2-9 1 15,3-10-2-15,2-6-93 16,1-8-128-16,5-8-212 16</inkml:trace>
  <inkml:trace contextRef="#ctx0" brushRef="#br0" timeOffset="-44982.85">19224 6336 1091 0,'0'0'435'0,"0"0"-435"0,0 0-13 16,86-7 13-16,-45 7 6 16,1 4-6-16,-4 5-65 15,-6-2-164-15,-15-2-311 16</inkml:trace>
  <inkml:trace contextRef="#ctx0" brushRef="#br0" timeOffset="-44827.79">19227 6563 1195 0,'0'0'201'0,"0"0"-201"0,0 0-6 15,0 0 6-15,111-13 0 16,-51 2-119-16,-1 1-210 15,-7-5-237-15</inkml:trace>
  <inkml:trace contextRef="#ctx0" brushRef="#br0" timeOffset="-44510.24">19778 6311 1056 0,'0'0'195'0,"0"0"-184"16,0 0-4-16,0 0 100 0,-5 82-29 15,5-48-33-15,1-3-21 16,16-6 5-16,5-7-8 16,3-5-8-16,5-6 1 15,3-7-6-15,5 0 4 16,-2-9 0-16,-3-13 1 16,-5-3 22-16,-7-4-19 15,-6 0 7-15,-8-5 20 16,-7-5-39-16,0-4 6 15,-19-2 0-15,-9 3-5 16,-4 9-5-16,-2 11 0 16,1 16-6-16,-2 6 3 15,-2 12-35-15,-3 22-33 16,0 10-59-16,-2 6-151 16,-1 0-400-16</inkml:trace>
  <inkml:trace contextRef="#ctx0" brushRef="#br0" timeOffset="-34708.41">20661 5356 932 0,'0'0'231'0,"0"0"-181"16,0 0-3-16,0 0 31 16,21-88-1-16,10 73-58 15,5 4-19-15,1 10-9 16,-5 1 4-16,-6 11 5 15,-7 17-15-15,-9 11 15 16,-10 7 10-16,0 11-8 16,-8 1 18-16,-16-2-13 15,-1-9-6-15,1-11 9 16,7-14-6-16,8-10 1 16,5-9 0-16,4-3-1 15,0 0 21-15,13-22-25 16,11-9-49-16,10-9 31 0,1-2-9 15,0-2-38 1,-4 3 12-16,-2 5 21 0,-7 7 32 16,-9 7 5-16,-4 9 2 15,-6 4 25-15,-3 4 4 16,0 1 17-16,0-1 18 16,0 2-47-16,0 0 0 15,-3 2 12-15,-2-1-18 16,-1 2 8-16,0 0-10 15,-4 0 5-15,-4 7-18 16,-2 12 0-16,-1 7 1 16,1 11-3-16,4 3 3 0,3-3 4 15,8-2-8 1,1-4 0-16,0-6 0 0,10-3-10 16,12-6 8-16,7-5-3 15,10-4-74-15,4-7-77 16,8 0-90-16,2-6-160 15,-5-15-323-15</inkml:trace>
  <inkml:trace contextRef="#ctx0" brushRef="#br0" timeOffset="-34399.83">21369 5467 1147 0,'0'0'150'16,"0"0"-127"-16,0 0 28 15,0 0 23-15,0 0-29 16,102-9-29-16,-45 4 4 0,2-2-8 15,-3 1-10-15,-5 0 11 16,-9-2-12-16,-9 2 0 16,-10-3 0-16,-9 1 6 15,-4-1-2-15,-8-1 6 16,-1-1-5-16,-1 3 26 16,0-1-6-16,-1 4-14 15,-5 2 14-15,5 3-21 16,-1 0 19-16,1 0-22 15,-3 0-2-15,1 4-4 16,0 12-6-16,-1 3 9 0,4 0-1 16,0 0-59-1,0-2-70-15,15-4-77 16,7-9-241-16</inkml:trace>
  <inkml:trace contextRef="#ctx0" brushRef="#br0" timeOffset="-34166.77">22113 5218 1219 0,'0'0'183'16,"0"0"-183"-16,0 0-4 16,0 0 4-16,-11 80 96 15,14-36-77-15,11-2 0 16,0 0-11-16,3-5-7 0,-2-2 5 15,-3-8-6-15,-1-4-4 16,-2-8-120-16,-2-8-69 16,-2-7-186-16,-5 0-392 15</inkml:trace>
  <inkml:trace contextRef="#ctx0" brushRef="#br0" timeOffset="-34032.18">22165 5013 635 0,'0'0'0'0,"0"0"-253"15,0 0 70-15</inkml:trace>
  <inkml:trace contextRef="#ctx0" brushRef="#br0" timeOffset="-33493.58">22281 5276 758 0,'0'0'130'0,"0"0"-28"16,0 0 26-16,1 96-33 15,6-69-5-15,-1-1-67 16,3-4-8-16,-4-6 3 16,-1-5-13-16,-1-6 16 15,-2-5-15-15,-1 0 6 16,4 0 37-16,-1-14-7 15,4-13-15-15,1-8-27 0,0-3 2 16,-1 1-7-16,-3 7 3 16,0 10 0-16,-2 8 0 15,0 12 2-15,3 0-13 16,2 20-20-16,3 13 33 16,4 8 17-16,4 1-3 15,5-2-14-15,7-8 9 16,5-5-7-16,5-10 2 15,0-8-4-15,-4-9 0 16,-6 0-5-16,-5-12-32 16,-7-14 8-16,-5-5-2 15,-3-7 28-15,-3-7-3 0,-7-6-6 16,0-4 0-16,0-3 12 16,-12 5 5-16,-3 8-3 15,4 10 32-15,2 18 1 16,6 7 26-16,-1 9-19 15,4 1-23-15,-1 8-19 16,-2 25-10-16,1 13 6 16,2 15 2-16,0-4 3 15,0-5-1-15,3-3 0 16,6-7-4-16,-1-4 1 16,0-2-155-16,-3-8-99 15,-2-12-296-15</inkml:trace>
  <inkml:trace contextRef="#ctx0" brushRef="#br0" timeOffset="-32729.72">22660 5354 908 0,'0'0'111'0,"0"0"-96"16,0 0 80-16,0 0-50 16,0 0-27-16,104-76-10 15,-58 64-4-15,2 4-4 16,-9 0 26-16,-5 0 12 15,-13 4 5-15,-7 1-8 0,-9 1-21 16,-3 2 21 0,-2 0 5-16,0 0 1 15,0 0-10-15,0 0-31 0,-2 9 0 16,-3 8 17 0,1 6-17-16,4-3 1 0,0-1 0 15,7-3-1-15,14-2 0 16,7-7-7-16,9-5 0 15,3-2-14-15,3 0-5 16,-5-9 16-16,-7-3 10 16,-11 1 2-16,-10 1-2 15,-5-2 6-15,-5-5-4 16,0-3-1-16,-3-4-1 16,-14 3-1-16,2 5-3 15,3 7 4-15,5 9 14 0,2 0-7 16,4 10-7-16,-1 17-6 15,2 8 6-15,0 4 7 16,0 7-3-16,2 1 4 16,6 6 3-16,0 0-10 15,-2 1 12-15,-5-6-3 16,-1-6-6-16,0-7 9 16,-18-9-13-16,-7-9 7 15,-4-5 8-15,1-9-13 16,-1-3 12-16,9-1-7 15,6-19-6-15,10-6-1 16,4-2-15-16,8-2-23 16,22-1 13-16,7-3-3 15,6 0 1-15,8-3-4 16,1 2 4-16,3-1 27 0,0 0 0 16,-5-4 14-16,-8 4 30 15,-12-1-7-15,-12 5 7 16,-14 10 11-16,-4 3-30 15,0 11 14-15,-4 3-20 16,-7 5-13-16,-4 0 2 16,-2 19-7-16,0 10-2 15,4 4 1-15,6 2-3 16,7-4-2-16,0-2-1 16,9-6-66-16,16-9-71 15,5-8-104-15,2-6-263 16</inkml:trace>
  <inkml:trace contextRef="#ctx0" brushRef="#br0" timeOffset="-32430.57">23652 5269 1117 0,'0'0'130'15,"0"0"-96"-15,0 0 57 16,0 0-6-16,0 0-75 16,0 0-10-16,57 13-4 15,-43 15 4-15,-2 4 1 16,-7 1 5-16,-5-2 12 15,0-7-15-15,-1-7 25 16,-6-9 12-16,2-7 11 16,0-1 22-16,0 0-1 0,0-18-18 15,0-9-32 1,5-11-21-16,0-4-1 16,2 0 0-16,16 5 0 0,5 6-4 15,2 9 3-15,5 7-17 16,2 6 1-16,-1 9-36 15,-2 0-31-15,-3 16-61 16,-5 8-99-16,-12 3-198 16</inkml:trace>
  <inkml:trace contextRef="#ctx0" brushRef="#br0" timeOffset="-32122.26">21753 5867 624 0,'0'0'853'0,"0"0"-853"16,140-5-1-16,-18-5 1 15,31-3 96-15,26 0-70 16,17-3 23-16,8-4-19 16,-10-2-6-16,-24 0-2 0,-25 6-17 15,-32 2-4-15,-21 10-1 16,-28 1-55-16,-26 3-121 16,-23 0-238-16,-15 0-242 15</inkml:trace>
  <inkml:trace contextRef="#ctx0" brushRef="#br0" timeOffset="-28062.84">13187 7596 663 0,'0'0'342'16,"0"0"-301"-16,0 0-41 15,0 0 96-15,0 0 21 16,0 0-47-16,0 0-52 16,0 0-18-16,-1 11 0 15,1 37 6-15,3 15 89 16,7 6-63-16,0 1 3 0,-4-1-18 16,0-7-11-16,-5-8-4 15,1-8 0-15,-2-9-2 16,0-6-4-16,0-12-100 15,0-10-102-15,0-9-229 16</inkml:trace>
  <inkml:trace contextRef="#ctx0" brushRef="#br0" timeOffset="-27631.1">13107 7601 800 0,'0'0'366'0,"0"0"-308"16,0 0-52-16,0 0 76 15,0 0 69-15,0 0-94 16,-15-29-46-16,15 29-11 16,0 0 0-16,15 8 5 15,9 5 16-15,8 7 0 16,6 4 3-16,10 6-19 15,6 4 10-15,3 7 4 16,-2 4-10-16,-6 4 1 16,-10-2-8-16,-9 0 3 15,-8-5-3-15,-12-4 1 0,-8-2 2 16,-2-3 8 0,-20 0 11-16,-20-1 21 0,-10-1-21 15,-9-4-5-15,-3-4-3 16,3-5-15-16,7-5 7 15,13-5-5-15,13-3 0 16,13-4-5-16,12-1 2 16,1 0-30-16,10 0-48 15,25-3-116-15,18-15-91 16,11-6-128-16,-1-6-418 16</inkml:trace>
  <inkml:trace contextRef="#ctx0" brushRef="#br0" timeOffset="-27130.81">13701 7927 908 0,'0'0'180'16,"0"0"-171"-16,0 0 65 16,0 0 73-16,0 0-53 15,0 0-51-15,-12 8-31 16,18-4-6-16,15 4 28 0,9 1 34 16,12-3-32-1,7-4-1-15,13-2-29 0,11 0 10 16,2 0-5-16,-3-8-8 15,-12-4 10-15,-13 1-9 16,-15 4-4-16,-11 1 5 16,-9 0-3-16,-9 3 0 15,-3-1 7-15,0-2 20 16,0-1 2-16,-5-5-18 16,-8 0-12-16,1 1-1 15,0 5 1-15,5 3-2 16,6 3 1-16,-1 0 0 0,2 0-4 15,0 0 1 1,0 13-8-16,0 6 8 0,0 3 2 16,0 1-2-16,7-3-51 15,5-1-41-15,4 1-119 16,3-7-96-16,-1-4-251 16</inkml:trace>
  <inkml:trace contextRef="#ctx0" brushRef="#br0" timeOffset="-26730.92">14640 7927 1381 0,'0'0'51'0,"0"0"-33"0,0 0-18 15,102-83 43-15,-64 55-17 16,-2-1-14-16,-11 3-9 15,-10-3 1-15,-8-3 3 16,-6-3-2-16,-1 1-2 16,0-2-3-16,-11 0 7 15,-7 0 11-15,-1 4-3 16,2 6-7-16,5 10 11 16,5 8 0-16,6 5 7 15,1 3-20-15,0 20-6 0,0 24-6 16,0 19 6-1,0 11 17-15,17 10-8 0,3 0 5 16,2 3 5-16,1-2-13 16,0-6-5-16,-3-7 2 15,-5-11-1-15,-5-4-2 16,-7-9 0-16,-3-9-57 16,0-7-155-16,0-14-126 15,-4-14-272-15</inkml:trace>
  <inkml:trace contextRef="#ctx0" brushRef="#br0" timeOffset="-26500.21">14822 7873 1138 0,'0'0'140'0,"0"0"-120"0,0 0 3 15,0 0 43-15,116-53 14 16,-78 55-54-16,-4 20-1 15,-9 5-23-15,-12 6-1 16,-11 4 3-16,-2-3 9 16,0 2-5-16,-15-5-2 15,0-6-6-15,3-7-10 16,9-8-156-16,3-10-30 16,0-3-119-16,21-19-110 15</inkml:trace>
  <inkml:trace contextRef="#ctx0" brushRef="#br0" timeOffset="-26261.38">15224 7917 604 0,'0'0'318'0,"0"0"-235"16,0 0 45-16,0 0 29 15,55-77-26-15,-55 70-29 16,0 0-40-16,-8 3-21 16,-11 2-15-16,-3 2-4 15,-1 0-15-15,3 16-6 16,5 5-1-16,5 4 1 15,6 4-2-15,4 1-2 16,2-3-1-16,20-2 4 16,8-5-7-16,8-7-30 15,7-5-62-15,0-8-82 0,1 0-94 16,-8-4-123 0,-8-15-6-16</inkml:trace>
  <inkml:trace contextRef="#ctx0" brushRef="#br0" timeOffset="-25834.43">15486 7941 45 0,'0'0'477'16,"0"0"-169"-16,0-89-107 15,0 65-41-15,0 6-52 16,0 7-9-16,5 5-49 16,12 3-40-16,5 3-6 15,2 3 2-15,2 17 15 16,-6 6-15-16,-7 3 0 16,-10 4 5-16,-3-4 2 15,0-4 11-15,-10-11 18 0,-1-4-5 16,4-8 6-1,2-2-18-15,4 0-15 0,-1 0 0 16,2-6-10-16,0-7-2 16,0-5-4-16,5-6-22 15,15-2-19-15,5-2 14 16,2 3 0-16,-1 3 3 16,0 4-3-16,-6 5 24 15,-4 6 8-15,-3 3 1 16,-3 1 0-16,-1 3 3 15,-6 0-1-15,-1 0 10 16,-2 0-12-16,0 0 3 16,0 0 4-16,0 5 4 15,0-1 29-15,0-2-15 16,0-1 7-16,0-1-6 0,0 0-13 16,0 0-6-1,0 0-7-15,0 0 0 0,0 0 0 16,0 0-56-16,0 0-171 15,0 0-218-15</inkml:trace>
  <inkml:trace contextRef="#ctx0" brushRef="#br0" timeOffset="-25045.1">15979 7804 871 0,'0'0'126'0,"0"0"-119"15,0-101 46-15,0 65 77 16,0 1-78-16,0 2-12 0,0 3-2 16,0 3 1-16,0 8 0 15,-3 4 1-15,-1 10 5 16,1 5 15-16,0 11-57 15,-1 27-3-15,1 18 0 16,3 24 0-16,0 15 7 16,0 8 2-16,3 6-1 15,9-9-1-15,0-13-7 16,5-18 0-16,3-22-1 16,2-19 0-16,-4-15 1 15,2-13 0-15,-2-3 0 16,1-20 23-16,-1-14-19 15,-4-8 4-15,-11-4-3 0,-3-6-3 16,-17 1 14-16,-20 0 1 16,-9 4-5-16,-3 8 0 15,11 12-9-15,9 10-3 16,17 11 0-16,9 7-2 16,3 2-5-16,9 0-74 15,19 0-4-15,17 7 50 16,7-7-48-16,3 0-1 15,-5-16 43-15,-11-2 41 16,-14-2 4-16,-15 3 18 16,-10 3 61-16,0 5 53 15,-2 2-60-15,-12 5-9 16,0 2-28-16,2 0-33 0,2 4-2 16,5 10-4-16,3 5-2 15,2 5 0-15,0 2 2 16,4 2-3-16,14-2 2 15,7-4-14-15,9-8-48 16,6-6-75-16,5-8-66 16,3-4-178-16,-2-19-181 15</inkml:trace>
  <inkml:trace contextRef="#ctx0" brushRef="#br0" timeOffset="-24714.24">16558 7750 417 0,'0'0'554'0,"0"0"-361"16,0 0-73-16,0 0 46 0,0 0-89 15,0 0-56-15,-74 29 14 16,69 12-16-16,5-2 4 16,0-5-10-16,12-9-8 15,10-7-5-15,6-10 0 16,5-8 0-16,4-3 3 16,1-21-3-16,-4-8-9 15,-7-5-24-15,-8-6 23 16,-8-3 4-16,-9-5 0 15,-2-2 6-15,-12 2 0 16,-13 8 0-16,3 14 5 16,7 16 20-16,5 13 13 15,4 6-27-15,0 32-4 0,5 15-7 16,1 7 21 0,1 1-18-16,18-3 0 0,3-12-3 15,-2-7-7-15,-2-9-107 16,-7-16-199-16,-5-12-468 15</inkml:trace>
  <inkml:trace contextRef="#ctx0" brushRef="#br0" timeOffset="-24588.46">16730 7753 1227 0,'0'0'120'15,"0"0"-120"-15,0 0-156 0,0 0 121 16,103-5-138-16,-55 1-485 15</inkml:trace>
  <inkml:trace contextRef="#ctx0" brushRef="#br0" timeOffset="-23830.99">17444 7538 1327 0,'0'0'50'0,"0"0"-29"15,0 0 84-15,0 0 2 16,0 0-85-16,0 0-21 16,-97-46-1-16,70 65-5 15,4 2 5-15,4-4 0 16,8 2-8-16,5 2 7 0,6 3-2 16,0 2 0-1,6 0 3-15,10-2-3 0,8-1 3 16,-1-3 0-16,1-4 3 15,-3-2-7-15,-6-6 8 16,-6-1-3-16,-6-5-1 16,-3 2 4-16,-2 0-1 15,-28 5 9-15,-13 0-1 16,-11 0-3-16,4-6-7 16,13-3 2-16,14 0-3 15,13 0 3-15,10-7-7 16,10-2-27-16,23-2-99 0,15 0 68 15,7-1 54-15,7 0 8 16,0-4 0-16,6-5 2 16,-1-6-1-16,-7-1 26 15,-13 0 54-15,-17 7-19 16,-17 6-31-16,-13 2 3 16,0 3 15-16,-13 0-34 15,-9 4-9-15,-3 5 1 16,3 1-6-16,2 0 4 15,3 0-5-15,2 17 0 16,6 0 0-16,3 7-3 16,5-2 3-16,1 0-3 15,3-1 3-15,14 0 2 16,8-3-2-16,2-2 0 16,5 0 0-16,-3-5 0 0,-2 0-1 15,-5 1-26 1,-9 0-52-16,-6 2-35 0,-7 4-46 15,0 4-51-15,-12 4-23 16,-6-2 8-16,3-6 151 16,7-9 75-16,4-6 125 15,4-3 131-15,-2 0 43 16,2 0-18-16,0-3-123 16,0-16-82-16,16-4-38 15,0 1-38-15,3 0 3 16,-6 9-8-16,-5 2-53 15,-6 4-121-15,-2 4-426 0</inkml:trace>
  <inkml:trace contextRef="#ctx0" brushRef="#br0" timeOffset="-21765.81">13060 9129 1096 0,'0'0'163'16,"0"0"-141"-16,0 0 14 15,0 0 97-15,0 0-73 16,0 0-55-16,32-81-4 15,-15 56 15-15,-1 1 17 16,-4 2 2-16,0-1-11 16,-5 2-3-16,-3 1 10 15,0 6-16-15,-4 0-3 16,0 4 5-16,0 3-2 0,0 3 11 16,0 1-14-16,0 3-9 15,0 0-3-15,0 0 0 16,0 18 0-16,0 18-2 15,-5 16 4-15,2 10 0 16,3 6 1-16,0 2-1 16,0-4 2-16,1-9-2 15,6-8-2-15,-1-11 0 16,0-9 3-16,-3-8-2 16,-2-7-1-16,-1-4 0 15,0-4 0-15,0-2 0 16,0-2 0-16,-4-1-1 0,-15 0 3 15,-7-1 3-15,-11 0-5 16,-4 0 2-16,-1 0 0 16,3 0-2-16,3 0 0 15,10 0 1-15,11 0 4 16,8 0-2-16,7 0 2 16,0 0-2-16,0 0 1 15,10 0-4-15,20-4 0 16,14-3 8-16,12 0-5 15,6 1-3-15,4 3 0 16,0 3-2-16,-2-2-3 16,-6 2-10-16,-2-2-54 15,-8 0-73-15,-5-2-234 0,-11-7-256 16</inkml:trace>
  <inkml:trace contextRef="#ctx0" brushRef="#br0" timeOffset="-21521.13">13607 9216 1381 0,'0'0'44'0,"0"0"-44"15,0 0 0-15,0 0 44 16,116 9-3-16,-57-9-25 16,0 0-16-16,1 0 0 15,-7 0-80-15,-2 0-164 16,-12-8-250-16</inkml:trace>
  <inkml:trace contextRef="#ctx0" brushRef="#br0" timeOffset="-20949.06">14217 8911 1291 0,'0'0'76'16,"0"0"-75"-16,0 0 7 15,0 0 43-15,0 0-45 16,0 0 41-16,-7 104-10 16,4-63-29-16,-7 0 15 15,-5 0 4-15,-3-5-23 16,-1-5 6-16,1-5-7 16,1-8 0-16,7-7 1 15,3-7-2-15,7-4 2 16,0 0-3-16,0 0 1 0,0 0-2 15,10 0-4-15,11-4 4 16,9-1 1-16,3 4 0 16,6 1-2-16,2-1 1 15,1-3 0-15,1 0-2 16,-7-4 5-16,-7 0-3 16,-10-4 0-16,-7-3 1 15,-7-2 4-15,-5-1-3 16,0-4-2-16,0 1 3 15,-8 2-3-15,-7-1 0 16,1 4 8-16,4 5-6 16,5 5 13-16,2 6 11 15,3 0-10-15,0 6-16 16,0 25-13-16,0 16 13 16,0 9 7-16,0 2-6 0,0-1 2 15,0-5-3-15,0-8-7 16,0-4-105-16,5-11-168 15,3-11-332-15</inkml:trace>
  <inkml:trace contextRef="#ctx0" brushRef="#br0" timeOffset="-20248.69">14893 8891 677 0,'0'0'106'0,"0"0"-69"16,0 0 103-16,0 0 16 15,0 0-68-15,0 0-37 16,-23-49 20-16,19 49 9 16,-2 0-19-16,-5 22-41 15,-4 20-20-15,-1 23 51 16,2 15-6-16,7 4-31 15,7 1 15-15,0-5-14 16,7-12-9-16,11-11-6 16,7-10 2-16,2-11-5 15,0-6-14-15,1-9-89 16,1-6-64-16,-3-10-148 16,-4-5-255-16</inkml:trace>
  <inkml:trace contextRef="#ctx0" brushRef="#br0" timeOffset="-19699.27">15108 9048 884 0,'0'0'340'15,"0"0"-334"-15,0 0-1 0,-20 107-4 16,20-64 53-16,2-1-7 15,11-3-20-15,4-9-12 16,-1-8-7-16,1-11 16 16,1-5-6-16,-1-6-10 15,4 0 0-15,2-3 8 16,0-17-7-16,1-4-1 16,-8-3-3-16,-4-4 0 15,-5-2 4-15,-5-3-6 16,-2 0 7-16,0 4 0 15,-4 5 11-15,-4 12 29 16,1 6-29-16,4 7 9 16,1 2-3-16,-3 14-27 15,-1 26-8-15,0 20 8 16,3 15 13-16,3 3-2 0,0 2-6 16,0-1 6-1,7-1-2-15,3-7-7 0,-4-12 2 16,-4-15-3-16,-2-16-1 15,0-7 6-15,-13-8-2 16,-7-5 15-16,-4-5 1 16,-1-3-6-16,0 0 2 15,2-16-11-15,2-9 3 16,5-3-4-16,5-4-1 16,4 1-6-16,7-2 2 15,0-1-6-15,10 0-20 16,18-2-38-16,7-4-53 0,6-1-120 15,-2-4-87 1,-2-5-309-16</inkml:trace>
  <inkml:trace contextRef="#ctx0" brushRef="#br0" timeOffset="-19365.67">15382 8911 375 0,'0'0'710'16,"0"0"-626"-16,0 0-47 15,-8-77 53-15,26 71 1 16,2 6-66-16,1 0-12 16,-3 0 12-16,-5 9-18 15,-2 8-6-15,-7 2-1 0,-4 7 2 16,0 3-1 0,-13 0 12-16,-9-2-11 0,4-7 2 15,6-8 4-15,7-8-3 16,4-4 20-16,1 0 18 15,0 0-27-15,3 0-10 16,20 0-6-16,11-4 34 16,7-4-11-16,7-1-15 15,4 3-8-15,4 4-4 16,1 2 2-16,-7 0-77 16,-6 0-157-16,-16 0-217 15</inkml:trace>
  <inkml:trace contextRef="#ctx0" brushRef="#br0" timeOffset="-19188.89">15568 9200 1226 0,'0'0'25'15,"0"0"-15"-15,0 0-10 16,135-7 10-16,-77 3-10 15,-2 0-5-15,-4-1-140 16,-4-1-77-16,-9-1-138 16</inkml:trace>
  <inkml:trace contextRef="#ctx0" brushRef="#br0" timeOffset="-18649.78">16033 9056 675 0,'0'0'266'0,"0"0"-204"16,0 0 104-16,0 0-18 15,0 0-76-15,0 0-72 16,-10-3 5-16,10 34 31 16,7 5 38-16,6 1-47 15,0-3-14-15,4-6 0 16,-2-5-9-16,-2-8 3 16,1-6-5-16,-5-3-1 15,4-6 3-15,-4 0-2 16,4 0 5-16,-2-6 0 0,1-13-4 15,-2-2-1 1,-4-7-2-16,-2-3-4 0,-4-6 1 16,0 0-3-16,-4 4 6 15,-8 8-1-15,1 9 4 16,5 10-2-16,2 6 19 16,2 0-12-16,1 22-8 15,-2 18 0-15,3 14 11 16,0 6 4-16,0 1-7 15,0 3 13-15,3 0-12 16,0-2-3-16,-3-8-1 16,0-9-4-16,0-12 1 15,-13-10 2-15,-9-8-2 16,-5-4 40-16,-3-4-20 16,-2-3-4-16,2-4 1 0,5 0-15 15,4-6 6-15,7-8-2 16,8-6-7-16,6-1-1 15,0-3-3-15,11-2-4 16,19-2-1-16,10 0-41 16,9 1-46-16,7 0-121 15,3 2-203-15,-5-2-514 16</inkml:trace>
  <inkml:trace contextRef="#ctx0" brushRef="#br0" timeOffset="-18498">16474 9238 1250 0,'0'0'335'16,"0"0"-303"-16,0 0 0 16,0 0 34-16,0 0-56 15,86-28-6-15,-38 27-4 16,2-1-33-16,-3 0-105 16,-9-1-118-16,-11 1-217 15</inkml:trace>
  <inkml:trace contextRef="#ctx0" brushRef="#br0" timeOffset="-18149.38">16808 9082 1193 0,'0'0'162'16,"0"0"-104"-16,0 0 4 0,0 0 19 16,106-31-44-16,-67 44-26 15,-4 16-4-15,-5 5 15 16,-12 6-22-16,-17 0 7 15,-1 2-5-15,-26-1 2 16,-14-2 6-16,-9-6-4 16,-1-9-3-16,5-10 5 15,6-11-4-15,16-3 3 16,10 0 13-16,7-3 16 16,6-12 3-16,6-4-31 15,19 0-6-15,6 1 10 16,8 1-9-16,5 1 0 15,1 1-3-15,5 1-3 16,1 4 3-16,5 2 0 0,-5 1-57 16,-3 3-45-16,-8-1-152 15,-12-6-209-15</inkml:trace>
  <inkml:trace contextRef="#ctx0" brushRef="#br0" timeOffset="-17898.15">17168 8875 838 0,'0'0'390'15,"0"0"-339"-15,0 0-38 16,0 0 21-16,0 0 38 16,96 14-33-16,-65 23-20 0,-1 11 44 15,-3 9-16-15,-4 8 13 16,-4 4-12-16,-7 0-14 15,-8-2 0-15,-4-3-16 16,0-9-17-16,-14-10 2 16,-5-9-3-16,4-12-19 15,1-10-87-15,0-9-200 16,-1-5-289-16</inkml:trace>
  <inkml:trace contextRef="#ctx0" brushRef="#br0" timeOffset="-17650.08">17562 9010 1060 0,'0'0'463'0,"0"0"-463"16,0 0-16-16,0 0 16 16,131-6 11-16,-84 6-11 15,-5 0-68-15,-10-2-189 16,-18-2-450-16</inkml:trace>
  <inkml:trace contextRef="#ctx0" brushRef="#br0" timeOffset="-17499.68">17600 9174 1467 0,'0'0'0'15,"0"0"-76"-15,88 11 76 16,-31-9 0-16,3 2-99 16,-5-4-294-16</inkml:trace>
  <inkml:trace contextRef="#ctx0" brushRef="#br0" timeOffset="-16433.36">18145 9020 718 0,'0'0'273'0,"0"0"-260"15,0 0 25-15,0 0 100 16,0 0-73-16,0 0-17 16,-17-25-10-16,17 21 3 15,0-1 3-15,0-1-39 16,3 0 4-16,2 5 7 15,1-1-2-15,1 2-4 16,3 0-9-16,2 15 6 16,3 12 15-16,0 8 5 15,-1 3-1-15,-1 2-18 16,-3-3-2-16,-2-4 13 0,-2-6-15 16,-3-7 2-16,-3-8 4 15,0-6-6-15,0-4 9 16,0-2-2-16,0 0 5 15,0 0 8-15,0-5-3 16,0-15-2-16,1-6-18 16,1-8 1-16,3-2-1 15,2 0-1-15,3 2-1 16,5 2 0-16,3 7-7 16,2 5 8-16,0 7-7 15,-3 8-2-15,0 3 8 16,-4 2-7-16,2 5 6 0,0 16 1 15,-2 10 1 1,-3 6 0-16,-3 0 0 0,-4 1 1 16,-1-6 2-16,0-6-1 15,-2-5-2-15,0-10 2 16,0-7 0-16,0 0 1 16,0-4 3-16,0 0-1 15,0 0 9-15,0-19 2 16,3-8-15-16,4-9 3 15,0-6-2-15,4-3-2 16,3 1 0-16,4 8 0 16,2 8-1-16,2 10 0 15,0 9 1-15,-5 7-4 16,1 2 8-16,0 14-3 16,1 16 9-16,-1 8-1 0,-3 4 7 15,-5 2-12-15,-1-6-4 16,-1-2 0-16,-3-5-1 15,2-9-32-15,-2-6-75 16,2-9-200-16,-4-7-234 16</inkml:trace>
  <inkml:trace contextRef="#ctx0" brushRef="#br0" timeOffset="-16092.94">18740 8660 1418 0,'0'0'86'0,"0"0"-86"16,0 0 0-16,0 0 22 15,0 0-9-15,85 12-9 16,-63 14-4-16,-11 5-3 16,-9 2 1-16,-2 2 4 15,-13-2 0-15,-15-6 18 16,2-6 1-16,6-11 27 15,8-7 29-15,9-3-20 16,3 0-9-16,0 0-15 16,2 0-14-16,26-7-5 15,14-7-5-15,15-2-3 16,7-1-5-16,-3 2 3 0,-2 3-8 16,-9 3-5-16,-12 5-51 15,-11 4-34-15,-12 0-97 16,-15 0-196-16,-3 0-462 15</inkml:trace>
  <inkml:trace contextRef="#ctx0" brushRef="#br0" timeOffset="-9701.17">13107 10424 360 0,'0'0'76'0,"0"0"-54"15,0 0 0-15,0 0 92 16,0 0-13-16,0 0-10 15,0 0 9-15,-8 4 10 16,8-4 8-16,0 0-34 0,0-7-19 16,0-7-28-1,-2-5-28-15,-3 2 14 0,-5-3-1 16,-3 3-8-16,-3 0 13 16,0 9-13-16,-3 6-8 15,1 2-4-15,-4 7-2 16,0 17-6-16,4 9 5 15,3 6-9-15,6 1 9 16,8 1 1-16,1-6-3 16,0-6 1-16,14-8-2 15,4-8 0-15,3-9 3 16,3-4 1-16,1 0 11 16,2-12-6-16,0-7 0 0,-4-7-2 15,-3 0-2 1,-7-2-2-16,-1 2 1 0,-7-1-1 15,-1 3 0 1,-3 5 1-16,-1 7 0 0,0 7-1 16,0 5-4-16,0 0-15 15,0 22 12-15,0 15 6 16,0 14 1-16,0 6 2 16,2 3 0-16,5-6 3 15,-4-5-2-15,-2-7-2 16,-1-9 4-16,0-7-1 15,-3-7 13-15,-14-3 18 16,-6-7 16-16,-4 0-1 16,-4-3-18-16,0-6-6 0,5 0 6 15,2 0-24 1,6-10 3-16,3-2-7 0,5 2-3 16,5-1 0-16,5 5-27 15,0-4-68-15,16-3-82 16,18-1-113-16,10-6-93 15,2 0 7-15</inkml:trace>
  <inkml:trace contextRef="#ctx0" brushRef="#br0" timeOffset="-9283.9">13412 10606 151 0,'0'0'802'0,"0"0"-715"15,0 0-73-15,0 0 61 16,0 0 53-16,0 0-63 15,-19 0-35-15,19 0-13 16,0 0 10-16,0 0 14 0,0 0-16 16,0 0-10-1,0 0 3-15,0 0-1 0,3 0 1 16,9 0 11-16,6 0 10 16,6 0-6-16,6-6-13 15,3-2-14-15,4-1 3 16,3 2-9-16,-3 0 2 15,-5 4-4-15,-6 2-1 16,-4 1-27-16,-2 0-82 16,-4 0-130-16,-5 1-85 15,-6 2-179-15</inkml:trace>
  <inkml:trace contextRef="#ctx0" brushRef="#br0" timeOffset="-8868.58">14077 10160 969 0,'0'0'211'15,"0"0"-189"-15,0 0-16 16,0 0 66-16,0 0-11 16,0 0-55-16,-59 40-5 15,41 11 21-15,3 15 16 16,5 9 16-16,3 8-8 15,7-2-22-15,0-3 17 16,0-9-27-16,18-6-4 16,4-10-9-16,0-6 0 15,-1-10-2-15,-2-6 0 16,0-7-25-16,-3-11-125 16,1-6-70-16,-1-7-193 15</inkml:trace>
  <inkml:trace contextRef="#ctx0" brushRef="#br0" timeOffset="-8418.43">14244 10318 1086 0,'0'0'127'0,"0"0"-110"15,0 0-17-15,0 0 1 16,0 0 0-16,-10 110 32 0,10-56-10 16,0 2-13-1,1-5 3-15,8-7 8 0,1-13-16 16,-2-8-3-16,1-11-2 16,-3-5 0-16,4-7 0 15,2 0 7-15,5 0 1 16,3-21-6-16,2-7 2 15,-2-8-2-15,-5-4-4 16,-5-2-7-16,-9 1 9 16,-1 1 0-16,0 11 6 15,0 10-2-15,0 13 25 16,-3 6 26-16,-2 8-39 16,-1 21-14-16,-3 14-2 15,2 7 13-15,5-3-12 16,2 2 2-16,0-7-2 0,0-3 2 15,7-6-6-15,5-6-15 16,1-6-125-16,3-10-97 16,0-8-226-16</inkml:trace>
  <inkml:trace contextRef="#ctx0" brushRef="#br0" timeOffset="-7868.8">14565 10415 983 0,'0'0'200'15,"0"0"-200"-15,0 0 0 16,0 0 0-16,0 0 62 16,0 108-38-16,0-71-13 15,0-4-2-15,8-4 15 16,1-7 1-16,1-7-11 15,0-7-10-15,2-5-2 16,1-3 4-16,0 0 11 16,6-7-6-16,-5-13-3 15,-2-1 0-15,-2-4 0 16,-8-4-2-16,-2 2 3 16,0 1 2-16,0-1 5 15,-8 8 21-15,1 4-28 0,0 9 4 16,5 6 23-16,2 0-21 15,-1 8-15-15,-2 21-18 16,0 18 18-16,0 10 16 16,3 8-9-16,0 5-5 15,4 4 10-15,6-2-3 16,2-5-2-16,-2-9 0 16,-4-11-6-16,0-10 4 15,-6-8 11-15,0-12 9 16,0-4 3-16,-12-2-11 15,-7-8 2-15,-4-2-5 16,0-1-10-16,-1-1 5 16,2-20-9-16,4-2 3 15,3-7-3-15,9-3-11 0,6-5-46 16,0-1-63-16,13-6-85 16,13-6-179-16,4-10-370 15</inkml:trace>
  <inkml:trace contextRef="#ctx0" brushRef="#br0" timeOffset="-7549.25">14759 10173 1215 0,'0'0'117'0,"0"0"-117"15,0 0 0-15,0 0 10 16,0 0 16-16,111-22-21 0,-90 40-5 15,-9 5-14-15,-9 6 14 16,-3 4 3-16,-5 4 4 16,-15-1 7-16,-1-9-8 15,3-9 2-15,10-12 36 16,6-6 14-16,2 0-4 16,0 0-18-16,0 0-23 15,14 0-6-15,6-10 4 16,7-2-10-16,2 3-2 15,7 0-2-15,0 1-84 16,6 3-50-16,2-2-42 16,-4 3-162-16,-3 2-207 0</inkml:trace>
  <inkml:trace contextRef="#ctx0" brushRef="#br0" timeOffset="-7120.92">15075 10643 1066 0,'0'0'138'0,"0"0"-129"15,0 0 53-15,0 0 45 16,0 0-90-16,0 0-5 0,67-13-6 16,-25 13-2-1,3 0 1-15,4 0-4 0,-4 0-1 16,-4 0-24-16,-6 0-149 16,-4-5-104-16,-10-1-194 15</inkml:trace>
  <inkml:trace contextRef="#ctx0" brushRef="#br0" timeOffset="-6568.31">15473 10403 800 0,'0'0'230'0,"0"0"-230"15,0 0-22 1,0 0 22-16,0 0 62 0,-5 99-16 15,15-56-23-15,1-5 16 16,1-2 3-16,2-5-21 16,-3-8-15-16,0-3 3 15,-1-7-4-15,-4-6-3 16,1-4-2-16,-3-2 4 16,2-1 2-16,-3 0-5 15,0 0 6-15,1 0 2 16,-2 0 5-16,1 0-7 15,-2-6 4-15,3-2-7 0,-1-1-3 16,0-1 5 0,3-2-6-16,-2-3 1 0,3-3 1 15,0-2-2 1,0-1 1-16,0 0 0 0,-3 0-1 16,-1 0 5-16,0 1-4 15,-2 3 9-15,-1 1 17 16,0 3-8-16,0 5 4 15,0 3 3-15,0 5 1 16,0 0 5-16,0 0-32 16,0 7-7-16,0 15 4 15,0 8 3-15,0 5 9 16,0 0-9-16,0-1 0 16,0-3 0-16,0 0 0 15,0-3 0-15,0 0 0 16,0-8-42-16,6 0-119 0,1 0-15 15,3-11-159-15,2-5-239 16</inkml:trace>
  <inkml:trace contextRef="#ctx0" brushRef="#br0" timeOffset="-5951.96">15841 10434 824 0,'0'0'180'0,"0"0"-174"0,0 0 1 16,0 0-2 0,0 0 27-16,0 0 50 0,-4 105-58 15,4-64 9-15,8-2 9 16,5-8-22-16,0-8-8 15,0-6 3-15,4-10-9 16,-2-4 8-16,3-3-5 16,3 0 2-16,0-13 3 15,1-7-10-15,-6-1-2 16,-4-3 4-16,-5-1-5 16,-6-4 3-16,-1 0-1 15,0 2-2-15,-1 3 8 16,-9 3-9-16,0 8 0 0,3 5 29 15,2 7-17-15,4 1-2 16,-3 3-10-16,1 21-13 16,1 8 11-16,2 12 4 15,0 5-2-15,0 6 2 16,9 6-2-16,1 6 2 16,1-1 2-16,-1-1 2 15,-3-8-6-15,-4-12 0 16,-3-11 0-16,0-10 8 15,-3-10-1-15,-15-5 30 16,-4-4 25-16,0-5-15 16,-2 0 4-16,5-17-25 0,3-9-6 15,6-8-3-15,7-4-15 16,3-5 1-16,0 2-3 16,15 1-9-16,5 8-15 15,6 8-52-15,2 6-84 16,5 6-57-16,3 0-147 15,-5 3-189-15</inkml:trace>
  <inkml:trace contextRef="#ctx0" brushRef="#br0" timeOffset="-5516.92">16725 10247 454 0,'0'0'509'0,"0"0"-432"16,0 0-65-16,0 0 135 0,0 0-31 16,0 0-100-1,-7-19-9-15,31 42-7 0,11 5 38 16,5 18 0-16,-1 3 5 16,-3 9-26-16,-6 1 4 15,-6-2-3-15,-8 1-7 16,-6-1-3-16,-8-7 3 15,-2-6-9-15,0-3 9 16,-10-8-7-16,-8-4-3 16,-2-5 8-16,1-5-9 15,4-4-70-15,7-6-104 16,1-9-143-16,5 0-333 16</inkml:trace>
  <inkml:trace contextRef="#ctx0" brushRef="#br0" timeOffset="-5251.33">17257 10456 1198 0,'0'0'145'16,"0"0"-145"-16,0 0 0 0,91-8 21 15,-39 8-7-15,3 0-14 16,-3 0-8-16,-10 0-184 16,-17 0-326-16</inkml:trace>
  <inkml:trace contextRef="#ctx0" brushRef="#br0" timeOffset="-5097.6">17347 10607 1202 0,'0'0'5'16,"0"0"-5"-16,0 0-3 15,95 0 3-15,-48 0 0 16,1 0-299-16,-4-4-206 0</inkml:trace>
  <inkml:trace contextRef="#ctx0" brushRef="#br0" timeOffset="-4419.91">17762 10305 1061 0,'0'0'68'16,"0"0"-66"-16,0 0 25 16,0 0 55-16,0 0-33 15,91 42 2-15,-71-9-26 0,-3 5 13 16,-3 2-15-16,-4-4-5 16,-5-2-3-16,-2-6 4 15,-3-7-12-15,0-8 9 16,0-5-9-16,0-5 8 15,0-3-3-15,0 0-4 16,0 0 8-16,0 0 7 16,0-9 12-16,0-14-6 15,0-10-29-15,0-5 0 16,0-4-2-16,0 5 0 16,6 4 2-16,4 9 0 15,3 9-14-15,0 8 12 16,2 5-3-16,3 2-3 0,3 4 7 15,-1 17-5-15,-2 8 5 16,0 3 0-16,-3 2 1 16,0 1-2-16,-5-3 2 15,-3-4 0-15,-3-5 0 16,-3-9 5-16,-1-3-4 16,0-6 3-16,0-5 3 15,0 0 10-15,0 0 4 16,0 0 5-16,0-17 2 15,0-10-27-15,0-7-1 16,-1-12 4-16,1-2 0 16,0 2-5-16,0 3 1 0,13 12 0 15,1 11-6-15,2 10 1 16,0 10 4-16,0 0 0 16,-1 16-7-16,2 13 3 15,-1 5 5-15,-3 4 0 16,-4 0-3-16,1-2 4 15,-3-5-2-15,-3-5-38 16,3-6-125-16,2-13-166 16,-1-7-247-16</inkml:trace>
  <inkml:trace contextRef="#ctx0" brushRef="#br0" timeOffset="-4082.94">18333 9998 1252 0,'0'0'162'0,"0"0"-150"0,0 0-4 15,0 0 11-15,0 0 26 16,0 0-34-16,77-6-10 16,-58 24-1-16,-11 5-4 15,-8 2 1-15,0 4 3 16,-20 0 3-16,-10-2 10 15,2-7 2-15,5-5-5 16,10-8 58-16,10-6 1 0,3-1-17 16,0 0-11-16,0 0-26 15,20 0-5-15,14-9 3 16,7-6-11-16,7 4-2 16,3 1 0-16,-6 2-3 15,-6 4-12-15,-6 4-79 16,-10 0-92-16,-10 0-182 15,-13 9-484-15</inkml:trace>
  <inkml:trace contextRef="#ctx0" brushRef="#br2" timeOffset="2839.76">16212 10655 723 0,'0'0'230'0,"0"0"-204"0,0 0-22 15,0 0 33 1,0 0 77-16,0 0-64 0,0 0-25 15,0 0 0-15,-7 0 5 16,7 0 4-16,0 0-7 16,0 0-5-16,0 0 11 15,0 0 1-15,0 0 1 16,13 0-9-16,11 0-22 16,9 0 6-16,9 0-5 15,0 0-3-15,0-1-2 16,-1-1 0-16,-2 0 0 15,-4 2 0-15,-5 0-9 0,-6-4-76 16,-10 2-40-16,-4 2-50 16,-4-1-44-16,-6 0-71 15,0-4-73-15</inkml:trace>
  <inkml:trace contextRef="#ctx0" brushRef="#br2" timeOffset="3178.95">16411 10515 848 0,'0'0'0'0,"0"0"0"16,0 0-24-16,0 0 24 15,0 0 26-15,-2 88 10 16,2-50-14-16,0 0 12 16,0 0-9-16,0-2-1 15,0-3-22-15,0-3 2 16,0-2-4-16,0-6-1 0,0-1-42 15,0-8-150 1,0-10-190-16</inkml:trace>
  <inkml:trace contextRef="#ctx0" brushRef="#br2" timeOffset="3538.87">16675 10378 869 0,'0'0'256'0,"0"0"-256"15,0 0-2-15,0 0 2 16,0 0 0-16,0 0-3 16,0 37 3-16,0 0 40 15,-4 2-8-15,3-2-17 16,-1 0-3-16,2-4 10 16,0-1-21-16,0-3 3 15,0 2-4-15,0-2 0 16,0-4-42-16,0-1-221 15,0-6-345-15</inkml:trace>
  <inkml:trace contextRef="#ctx0" brushRef="#br2" timeOffset="5045.69">12731 10679 519 0,'0'0'367'0,"0"0"-337"0,0 0-28 16,0 0 0-16,0 0 83 15,0 0-21-15,-12 0-43 16,12 0-13-16,0 0-8 16,0 0 16-16,0 0 39 15,0 0-15-15,-2 0-6 16,2 0-7-16,-1 0-8 15,1 0-9-15,-6 0-9 16,-3 0 9-16,-3 0-10 16,0 0 0-16,4 0 4 15,0 0-4-15,1 0 5 16,1 0-5-16,0 0 2 16,5 0 18-16,1 0 6 15,0 0-11-15,0 0 2 0,0 0-9 16,0 0 12-16,0 0 7 15,0 0-3-15,0 0 14 16,0-3-19-16,7-1-14 16,14-1-2-16,11-3 10 15,8 1-9-15,2-1-4 16,1 1-2-16,-1 3 0 16,-2-5 1-16,-3 4-79 15,-4-2-58-15,-4 2-24 16,-9-1-53-16,-8 2-50 15,-11-3-29-15</inkml:trace>
  <inkml:trace contextRef="#ctx0" brushRef="#br2" timeOffset="5382.86">12793 10565 765 0,'0'0'119'0,"0"0"-94"0,0 0 24 16,0 0 46 0,0 0-22-16,0 0-44 15,-3-6-21-15,3 6-4 0,0 0-1 16,0 0-1-1,0 0 4-15,0 0-6 0,0 18 0 16,0 11 53-16,0 4-21 16,0 3-14-16,0-2-11 15,0 0-5-15,0-4-2 16,0-2 1-16,0-1-2 16,0-2-15-16,0-6-183 15,0-7-172-15</inkml:trace>
  <inkml:trace contextRef="#ctx0" brushRef="#br2" timeOffset="6395.4">12370 10532 23 0,'0'0'525'0,"0"0"-363"16,0 0-105-16,0 0 27 16,0 0 28-16,0 0 0 15,0-33-40-15,0 33-31 16,0 0-18-16,0 0-10 15,0 0-13-15,0 22 0 16,2 14 0-16,2 13 64 16,2-1-49-16,-2 1-8 15,3 1-5-15,0-5-1 16,-2-1 0-16,0-5 0 16,5-2-1-16,1-5-80 0,9-7-169 15,6-5-149 1</inkml:trace>
  <inkml:trace contextRef="#ctx0" brushRef="#br2" timeOffset="8546.96">12942 11607 779 0,'0'0'190'16,"0"0"-150"-16,0 0 21 15,0 0 56-15,0 0-24 16,0 0-53-16,-2 3-40 0,-3 31 0 16,0 19 3-16,0 8 38 15,1 3-26-15,3 0-8 16,1-4 6-16,0-8-8 16,0-7-5-16,0-8-1 15,0-8-3-15,1-9 2 16,9-6-29-16,4-11-153 15,3-3-99-15,-1-9-227 16</inkml:trace>
  <inkml:trace contextRef="#ctx0" brushRef="#br2" timeOffset="8913.41">13163 11758 1112 0,'0'0'85'16,"0"0"-82"-16,0 0-3 15,0 111 0-15,3-72 27 16,11 5 3-16,4-3-19 16,-1-9-4-16,2-8-7 15,3-10-7-15,1-8 6 0,3-6 2 16,1 0 16-1,1-13 13-15,-7-10-17 0,-4-8 6 16,-10-2 7 0,-7-1 9-16,-2 1-23 0,-21-3 23 15,-7 3-9-15,-5 3-10 16,-3 2-15-16,7 11-1 16,4 6-2-16,9 8-2 15,6 3-5-15,10 0-63 16,2 16-102-16,5 8-60 15,21-4-125-15</inkml:trace>
  <inkml:trace contextRef="#ctx0" brushRef="#br2" timeOffset="9126.14">13565 11935 1250 0,'0'0'148'0,"0"0"-145"16,0 0-2-16,0 0 84 16,0 0-73-16,96-40-8 15,-50 33-4-15,-3 0-10 16,-1 1-70-16,-1 2-100 16,-6-3-110-16,-2-2-183 15</inkml:trace>
  <inkml:trace contextRef="#ctx0" brushRef="#br2" timeOffset="9512.23">14106 11561 474 0,'0'0'550'0,"0"0"-468"16,0 0-72-16,0 0 47 16,0 0 12-16,0 0-50 15,-29 20-17-15,19 15 40 16,-2 13 0-16,4 5-4 0,-1 9 21 15,2 4-8-15,6-3-3 16,1-3-35-16,0-9-5 16,10-7-7-16,7-11-1 15,1-6-1-15,2-10-2 16,2-7-118-16,3-4-78 16,0-6-137-16,-2 0-250 15</inkml:trace>
  <inkml:trace contextRef="#ctx0" brushRef="#br2" timeOffset="10311.4">14248 11768 1296 0,'0'0'173'16,"0"0"-173"-16,0 0 16 15,0 0-16-15,0 0 52 16,121 14-25-16,-79 12-26 15,-8 2 1-15,-14 5-2 16,-10 0 0-16,-10-3 0 16,-6 0-1-16,-25 3 1 15,-9-6 6-15,-6 0 3 16,1-4 1-16,10-8-9 16,11-9 3-16,11-3 2 15,12-3-6-15,1 0 16 0,0-6-8 16,21-13-3-16,10 0-3 15,4 0-2-15,5 2 0 16,2 1-2-16,3 2-16 16,-2 1-37-16,3-1-33 15,-5 1-29-15,-2-4-5 16,-6 3-4-16,-6-5 38 16,-9 1 1-16,-9-2 73 15,-9 4 14-15,0-4 48 16,0 10 55-16,0 2 63 15,-3 5-25-15,-1 3-28 16,2 0-75-16,2 0-26 0,0 0-12 16,0 17-6-16,0 10 6 15,2 3 15-15,16-3-11 16,8-6 3-16,7-1-5 16,1-11 3-16,-1-6-7 15,-7-3 11-15,-4 0-3 16,-5 0-3-16,-5-9 0 15,-4-11 10-15,-5-1-8 16,-3-3-1-16,0-2-2 16,-4-4 0-16,-12 4 1 0,0-2 0 15,2 9-3 1,5 8 0-16,3 8 8 16,5 3 3-16,-1 10-11 15,2 24-7-15,0 9 7 16,0 9 7-16,0 3-7 0,10 2 8 15,-2 3 0-15,-3-3-3 16,-3-7 10-16,-2-3-12 16,0-16 0-16,-10-5 3 15,-13-5 11-15,-9-2 9 16,-5-5 1-16,0-8-21 16,2-6 3-16,3 0-5 15,9-13-4-15,4-16 0 16,12-3-2-16,7-3-31 15,6 0-32-15,27 2-62 0,11-4-156 16,6 2-99-16</inkml:trace>
  <inkml:trace contextRef="#ctx0" brushRef="#br2" timeOffset="10483.1">15132 11895 1336 0,'0'0'87'15,"0"0"-76"-15,0 0-11 16,0 0 52-16,0 0-35 16,105-17-17-16,-63 14-3 15,-2-3-97-15,0-1-84 16,-3 0-141-16,-5-3-160 0</inkml:trace>
  <inkml:trace contextRef="#ctx0" brushRef="#br2" timeOffset="10677.23">15479 11668 947 0,'0'0'245'0,"0"0"-225"15,0 0-20-15,0 0 2 16,0 0 99-16,-4 107-32 16,8-57-49-16,2-4-10 15,-2 2-1-15,2-5-5 16,-5-3-4-16,2-3-6 15,-1-7-103-15,2-9-216 16,-3-12-316-16</inkml:trace>
  <inkml:trace contextRef="#ctx0" brushRef="#br2" timeOffset="10956.7">15640 11627 1260 0,'0'0'87'0,"0"0"-87"0,0 0 0 15,0 0 44 1,122 88 28-16,-84-38-32 0,-8 4-14 16,-9 2-19-16,-11-2 12 15,-10-3 8-15,0-3-25 16,-10-4 5-16,-14-7-3 15,-4-6-3-15,-1-13 1 16,1-6-2-16,5-8-92 16,1-4-103-16,5-13-195 15</inkml:trace>
  <inkml:trace contextRef="#ctx0" brushRef="#br2" timeOffset="11311.03">15871 11422 1044 0,'0'0'362'0,"0"0"-362"16,0 0-80-16,0 0 80 15,0 0 25-15,0 0-24 16,94 21-1-16,-91-1-6 15,-3 4 1-15,0 1 10 16,-19 0 5-16,-1-6-9 16,4-5 6-16,6-7 7 15,4-3 28-15,6-4 30 0,0 0-4 16,0 0-25 0,12 0-25-16,15-4-12 0,9-7 13 15,9 2-11-15,3 2-8 16,-2 4-31-16,-1-1-132 15,-3 4-54-15,-10 0-300 16</inkml:trace>
  <inkml:trace contextRef="#ctx0" brushRef="#br2" timeOffset="11494.75">16225 11803 1301 0,'0'0'156'0,"0"0"-156"15,0 0-114-15,125-8 114 16,-83 8 0-16,-5 0-217 16,-14 0-397-16</inkml:trace>
  <inkml:trace contextRef="#ctx0" brushRef="#br2" timeOffset="11660.75">16252 12012 1154 0,'0'0'405'0,"0"0"-405"16,0 0-86-16,0 0 86 0,0 0-1 15,125-23-130-15,-73 10-239 16,-8-1-407-16</inkml:trace>
  <inkml:trace contextRef="#ctx0" brushRef="#br2" timeOffset="12228.97">16680 11765 1263 0,'0'0'160'16,"0"0"-160"-16,0 0-16 15,0 0 16-15,0 0 58 0,65 82-25 16,-47-48-26 0,-3 4-7-16,-6-5 12 0,-8-7-10 15,-1-2 5-15,0-7-5 16,0-9 0-16,-1-2 3 16,-2-6-1-16,3 0 2 15,-4 0 25-15,1-17-11 16,1-10-20-16,1-13 0 15,1-4-24-15,0 1-7 16,14 6 6-16,2 13 17 16,0 7 4-16,0 8-2 15,1 9-16-15,1 0 14 16,-2 13 1-16,-1 14 7 16,-3 5 7-16,-4 3 3 0,1 2 7 15,-4-7-8-15,-2-6 13 16,1-8-12-16,-4-7-7 15,0-5 9-15,0-4-8 16,0 0 28-16,0 0 29 16,0-17-17-16,0-12-39 15,1-5-5-15,5-9 0 16,6 1-2-16,4 6 2 16,2 6 0-16,2 14-1 15,-2 5-1-15,1 8-3 16,-3 3 3-16,3 11 2 15,-4 19 0-15,-2 6 5 16,-3 4 3-16,-5-2-4 0,-1-5-2 16,-2-3-3-16,1-5 1 15,0-7-77-15,2-10-212 16,1-8-304-16</inkml:trace>
  <inkml:trace contextRef="#ctx0" brushRef="#br2" timeOffset="12544.17">17226 11476 678 0,'0'0'754'0,"0"0"-754"16,0 0-2-16,0 0-7 0,0 0 9 15,87-6 0 1,-60 29-4-16,-12 4-2 0,-13 3 2 15,-2 3 4-15,-22-3 12 16,-11-3-4-16,1-12 26 16,3-2 19-16,13-11 36 15,6-2-6-15,10 0-28 16,0 0-14-16,1 0-19 16,30-10-21-16,17-7 6 15,15-2-7-15,9 0-3 16,2 0-48-16,-4 6-61 15,-11 4-125-15,-17 6-183 0</inkml:trace>
  <inkml:trace contextRef="#ctx0" brushRef="#br2" timeOffset="13477.28">12731 11343 511 0,'0'0'252'16,"0"0"-191"-16,0 0-46 15,0 0 72-15,0 0 43 16,0 0 7-16,0-34-33 15,0 34-28-15,0 0-18 0,0 0-7 16,-3 20-26-16,-8 23-25 16,0 28 93-16,-1 20-41 15,2 12-21-15,5 7-2 16,2 9-4-16,1-1 11 16,2-3-3-16,0-3-26 15,0-16-2-15,10-13-4 16,0-12-1-16,-1-20 0 15,-2-8-4-15,-3-16 3 16,-1-10-13-16,1-10-57 16,-2-7-45-16,-2 0-149 15,0-33-36-15,-4-19-505 0</inkml:trace>
  <inkml:trace contextRef="#ctx0" brushRef="#br2" timeOffset="15176.72">12913 11312 586 0,'0'0'292'0,"0"0"-195"0,0 0-53 15,0 0 31-15,0 0 15 16,0 0-41-16,0-6-23 16,0 6-2-16,0 0 12 15,0 0 12-15,0 0 16 16,0-1-6-16,0 1 1 15,0-2-12-15,0 2-17 16,1-1 2-16,2 1-17 16,-2 0-5-16,2 0-1 0,-1-2-6 15,5 2 7 1,6-1-4-16,6-2 9 0,6 3 22 16,-1-3-25-16,2 3-6 15,2 0-4-15,4 0 0 16,2 0 0-16,1 0-1 15,-2 0 0-15,-1 0 9 16,-2 0-10-16,-4 0 2 16,0 0 1-16,-4 6-1 15,1-5 0-15,0 2 3 16,4-1 5-16,3 2 4 16,3-4-7-16,3 0-4 15,2 0 5-15,2 0-5 16,1 0 1-16,-3 0-4 15,0 0 2-15,-1 0-1 0,-1 0-1 16,-5 0 0-16,0 0-1 16,3 0 2-16,0 0-1 15,-1 0 0-15,4 0 2 16,1 0-1-16,0 0-1 16,3 3 0-16,-1-3-3 15,-2 0 4-15,-1 0-3 16,0 3 2-16,-2-3 0 15,3 0-2-15,3 0 2 16,1 0 0-16,1 0-2 16,-1 0 6-16,-4 0-9 15,-2 0 5-15,-3 0 0 16,0 0-1-16,1 0 5 0,-1 0-4 16,3 2 0-16,2-1 0 15,2 0 0-15,0-1 1 16,1 0 0-16,3 0-1 15,-2 0 0-15,0 0 0 16,-2 0-2-16,0 0 7 16,0 0-5-16,-1 0 0 15,4 0 0-15,-1 0 0 16,1 0 2-16,2 0-2 16,-1 0 0-16,-1 0 0 15,5 0-2-15,-2 0 0 16,2 0 1-16,6-1 1 15,-1-2-2-15,-1-3 2 16,2 2 0-16,-2 1 0 0,-4 1 0 16,1 1 0-1,-3 1 1-15,0-3-2 0,-5 3 1 16,1-3 0-16,0 0 0 16,-2 0 1-16,2-2-1 15,3-1 0-15,0 3 0 16,2-1-2-16,-2 0 4 15,-1 2-2-15,-3 0 0 16,0-1 2-16,0 1-2 16,-2 2 0-16,-1-4 1 15,-3 4-1-15,0-4 1 16,-3-1-1-16,0 3 0 0,-2 0-5 16,-4-3 5-16,3 3-2 15,0-2 4-15,0 1-4 16,3-3 2-16,2 0 0 15,-3 2-2-15,3 1 2 16,-4 0-2-16,-3 2 2 16,-5-3 0-16,-2 4 4 15,-2-2-4-15,2-1 0 16,2-5-2-16,-1-3 7 16,5-1-6-16,0 2 1 15,3 2 0-15,-3 2 0 16,1-1 0-16,-5 1 0 15,-2 2-2-15,-3 1 3 0,-3 1-1 16,-4 0 0 0,-1 0 3-16,0-1-3 0,1 2 0 15,1-2 1-15,2-3-3 16,3 4 4-16,-6-1-2 16,-4 3 0-16,-2 0 4 15,-2 0-10-15,-2 0 6 16,0 0 0-16,0 0-1 15,0 0-1-15,0 0 1 16,0 0 1-16,0 0-5 16,0 0 4-16,0 0-5 15,0 0 0-15,0 17 4 16,0 13 2-16,0 12 9 0,0 5 4 16,1 8-13-16,-1 7 9 15,0 10-2-15,0 8 9 16,0 7 0-16,0 0-13 15,-3-1 16-15,2 0-3 16,-3-9-15-16,2-4 6 16,1-8-6-16,-3-5-1 15,3-10 1-15,1-13 1 16,-2-10-2-16,2-11 0 16,0-9-5-16,0-4 3 15,0-3-2-15,0 0-1 16,0 0 4-16,0-3-42 15,0-17-17-15,0-10-102 16,-12-10-432-16</inkml:trace>
  <inkml:trace contextRef="#ctx0" brushRef="#br2" timeOffset="16675.99">12897 12505 406 0,'0'0'344'0,"0"0"-285"16,0 0-49-16,0 0 11 15,0 0 96-15,-90 10-26 16,69-4-58-16,-3 1 1 16,0-3 24-16,-1 2 13 15,5-2 19-15,4 0-12 0,8-1 8 16,6-3 0-16,0 0-10 16,2 0-29-16,0 0-32 15,0 0 3-15,6 0-18 16,12 0 2-16,12 0 12 15,15 0-4-15,7 0 12 16,7 0-8-16,2 0-8 16,5-3 0-16,2-1-1 15,-1 3-4-15,-3 1 1 16,-2 0 1-16,-7 0-3 16,-3-3 10-16,-3 1-6 15,-1 2 8-15,-2 0-2 16,-4-4-4-16,1 4-3 15,-2 0 0-15,1 0-2 16,-2 0-1-16,3 0 3 0,-1-3-1 16,3 3-1-1,5-1-1-15,2-2 13 0,5-1-11 16,5 2 2-16,-4-2-4 16,1 3 2-16,-4-1-2 15,-2 2 0-15,1 0 0 16,1 0-1-16,-2-4 0 15,5 1 1-15,-3 3 4 16,1-3-3-16,3-2 0 16,0 3-1-16,-1-5 3 15,1 3-5-15,-1-2 4 16,-1 3-2-16,-3 0 0 0,-3 2 5 16,-1-2-4-16,-1-1-1 15,1 1 1-15,0 3 3 16,1-2-3-16,0-3 2 15,-2 2-3-15,1 0 1 16,-5 0-3-16,0 0 0 16,-3 3 2-16,0 0 0 15,0-2 0-15,3 2 0 16,1-1 0-16,5 1 0 16,-1-2 0-16,4-1 1 15,2 0-1-15,-1 0 1 16,0-1-1-16,-1 1 0 15,-4-3 3-15,-2 3 0 0,1 1-3 16,-1-3 1 0,0 1 1-16,-4-1 0 0,0 3-1 15,-2-2-1-15,0 2 0 16,-4 2 2-16,-1 0-2 16,-2 0 0-16,-2 0 0 15,1 0-3-15,-4 0 3 16,0 0 0-16,-1 0-2 15,-4 0 3-15,-1 0-1 16,3-3 0-16,0 3 0 16,0-4 1-16,1 4-1 15,1 0 0-15,-1 0 0 0,0 0 2 16,2 0-3 0,-2 0 1-16,-2-4 0 0,-3 1 2 15,-3 3-2-15,-3-2 0 16,-5 2 0-16,-2 0 1 15,-4 0-1-15,0 0 0 16,-3 0 1-16,4 0-1 16,-2 0 2-16,5 0-2 15,1-4 0-15,1 1 4 16,2 2-7-16,-4 1 3 16,-1 0 0-16,-3-3 0 15,-5 3 0-15,-1 0-1 16,0 0 1-16,0 0-17 15,0 0-46-15,0 0-52 16,-18-3-279-16</inkml:trace>
  <inkml:trace contextRef="#ctx0" brushRef="#br2" timeOffset="35622.53">14471 12320 539 0,'0'0'124'16,"0"0"-122"-16,0 0 23 15,0 0 54-15,0 0 4 16,0 0-54-16,0 0-19 16,0 0 21-16,-3-6 34 15,1 6 27-15,2 0-1 16,-3 0-24-16,2 0-4 0,-2 0-19 15,0 0-15-15,-1 0 5 16,-3 0-16 0,-2 0 2-16,-3 4 1 0,-1 9-18 15,-2 3 7-15,-3 5-2 16,1 7 2-16,-2 1 5 16,3 7-10-16,-1 2 7 15,2 4 10-15,4 7-10 16,-1 3 10-16,3 2-9 15,2-1-12-15,4-9 8 16,3-4-3-16,0-7-6 16,0-6 11-16,0-7-11 15,0-7 6-15,0-8-1 16,0-3 0-16,0 2-2 16,0-4 0-16,0 0 2 0,0 0 2 15,0 0-3-15,0 0 9 16,0 0-4-16,0 0-5 15,0 0 7-15,0 0-10 16,0 0 2-16,0 0-2 16,0 0-1-16,0 0-1 15,0 0-6-15,-4 0-50 16,-3-6-196-16,-2-5-31 16,-1 5-268-16</inkml:trace>
  <inkml:trace contextRef="#ctx0" brushRef="#br2" timeOffset="36422.8">14038 13185 548 0,'0'0'399'0,"0"0"-333"16,0 0-54-16,0 0 47 15,0 0 22-15,0 0-1 16,20-60-52-16,-8 43-9 16,-2 0 8-16,-1 0 10 15,-1 3-7-15,-2-3-7 16,0 5 21-16,-3 2-10 16,-2 2-13-16,-1 6 12 15,0 2-3-15,0 0-16 16,0 0-6-16,0 0-8 0,0 0-4 15,0 2-2-15,0 12 6 16,0 13 5 0,0 3 7-16,0 8-9 0,0-2 9 15,0 4-10-15,2 1 8 16,7-5-3-16,-1-3-5 16,1-3 2-16,-5-9-4 15,2-4 0-15,-3-3 2 16,-2-9-1-16,-1-1-1 15,0-4 0-15,0 4 0 16,0-4-1-16,0 0-10 16,0 3 11-16,-8-3 0 15,-5 2 21-15,-6 2-12 16,-4-1-1-16,-1-2-8 0,-3-1 5 16,2 0-5-16,2 0 0 15,6 0 4-15,6 0-2 16,4 0 2-16,3 0 2 15,4 0 2-15,0 0 8 16,0 0-12-16,0 0-4 16,16 0 0-16,9-4 4 15,11-2 3-15,5 3-7 16,0 3-2-16,3-4 2 16,-1 4-3-16,-1 0-34 15,0 0-41-15,1 0-43 0,1 4-38 16,-2-1-180-1,-7-3-285-15</inkml:trace>
  <inkml:trace contextRef="#ctx0" brushRef="#br2" timeOffset="38295.11">14530 13305 977 0,'0'0'203'16,"0"0"-198"-16,0 0 7 16,0 0-1-16,0 0-6 15,0 0 4-15,-37 107-9 16,34-67-8-16,-2 4-83 15,-1-3-201-15,0-11-194 0</inkml:trace>
  <inkml:trace contextRef="#ctx0" brushRef="#br2" timeOffset="43603.82">14847 13067 129 0,'0'0'53'16,"0"0"-42"-16,0 0 33 15,0 0 25-15,0 0 16 16,0 0-22-16,0 0 63 15,16-22 11-15,-16 20-17 16,0-1-7-16,0 3 9 16,0 0-41-16,0 0-24 15,0 0-11-15,0 0-7 16,0-3-4-16,0 3 1 0,0 0-11 16,0 0 4-16,0 0 0 15,0 0-15-15,0 0 4 16,0 0-2-16,0 0 5 15,0 0 12-15,0 0-9 16,-6 0-4-16,0 0-1 16,-6 0-2-16,2 0-9 15,0 0-5-15,2 0-2 16,3 0 5-16,-2 3-5 16,0 0 1-16,2 2 2 15,-2 1-3-15,1 1 4 16,1 6-5-16,0-3 0 0,1 4 6 15,1-1-5-15,3 3 1 16,0 4 1-16,0-2-2 16,0-2 3-16,0 1-4 15,0-6 1-15,0-2-3 16,0-5 4-16,0-1-2 16,2 1 0-16,-1-4 3 15,-1 0-3-15,0 0 1 16,0 0 0-16,0 0 4 15,0 0-4-15,0 0 1 16,0 0 0-16,0 0 1 16,0 0 0-16,0 0-3 15,0 0 0-15,0 0 1 16,0 0 1-16,0 0-2 0,0 0 0 16,0 0 3-16,0 0-2 15,0 0-1-15,0 0 0 16,0 0 0-16,0 0 1 15,0 0-1-15,0 0 0 16,0 0-1-16,0 0 0 16,0 0 1-16,0 0 0 15,0 0-3-15,0 0 5 16,0 0-2-16,0 0 0 16,0 0 1-16,0 0-1 15,0 0 0-15,0 0 0 16,0 0-1-16,0 0 1 0,0 0 0 15,0 0 0-15,0 0 2 16,0 0 0-16,0 0-1 16,0 0-1-16,0 0 0 15,0 0 2-15,0 0-2 16,0 0 0-16,0 0 2 16,0 0-2-16,0 0 0 15,0 0 0-15,0 0 1 16,0 0 1-16,0 0-2 15,0 0 0-15,0 0 3 16,0 0-4-16,0 0 1 16,0 0 0-16,0 0-1 15,0 0 2-15,0 0-1 0,0 0 0 16,0 0 2 0,0 0-1-16,0 0-1 0,0 0 0 15,0 0-2-15,0 0 4 16,0 0-2-16,0 0 0 15,0 0 2-15,0 0-3 16,0 0 1-16,0 0 0 16,0 0-1-16,0 0 1 15,0 0 0-15,0 0 0 16,0 0 2-16,0 0-2 16,0 0 0-16,0 0 0 15,0 0-2-15,0 0 4 16,0 0-2-16,0 0 0 15,0 0 2-15,0 0-2 0,0 0 0 16,0 0 0-16,0 0-1 16,0 0 0-16,0 0 1 15,0 0 0-15,0 2 2 16,0-2-2-16,0 0 0 16,0 0 0-16,0 0-2 15,0 0 3-15,0 0-1 16,0 0 0-16,0 0 2 15,0 0-1-15,0 0-1 16,0 0 0-16,0 0 2 16,0 0 0-16,0 0-2 15,0 0 0-15,0 0 4 16,0 0-8-16,0 0 4 0,0 3 0 16,0 5 0-16,0 1 4 15,-4-2 2-15,0 3-4 16,1-3 1-16,1-1-2 15,-1 2 0-15,0-2 0 16,1 1-1-16,2-1 1 16,0-2-1-16,0-4 0 15,0 4 4-15,0 1-5 16,0 0 1-16,0 5 0 16,0-3 0-16,0 2 2 15,0 1-2-15,0-1 0 16,0-1 2-16,2-1-2 15,-1-1 0-15,3 1-1 16,-3-3-1-16,2-1 4 0,-1-3-2 16,0 2 0-16,1 2 1 15,-1-1-2-15,-1-3 1 16,2 1 0-16,-2-1-1 16,-1 0 1-16,2 0 0 15,-1 0 0-15,4 0 3 16,2 0-2-16,0 0-1 15,-1 0 0-15,1 0 0 16,2 0 4-16,-5 0-4 16,3 3 0-16,-2-3 1 15,-1 0-1-15,-1 0 0 0,-3 0 0 16,0 0 0 0,0 0 1-16,0 0-1 0,0 0 0 15,0 0 2-15,0 0-3 16,0 0 1-16,1 0 0 15,-1 0-2-15,2 0 1 16,3 0 1-16,0 0 0 16,0 0 1-16,0 0 1 15,1 0-2-15,-2 0 1 16,-1 0-3-16,1 0 3 16,-1 0-1-16,-1 0 0 15,-1 0 1-15,1 0 0 0,-2 0 0 16,0 0-1-1,0 0 2-15,2 0-1 0,-2 0-1 16,2 0 0-16,1-4 3 16,0-3-3-16,2 2 0 15,0-3 1-15,-1 3-1 16,-1-3 1-16,0 2-1 16,3-5 0-16,-2 5 2 15,-1-1-3-15,0 1 1 16,-2 3 0-16,-1-2-1 15,0 5 2-15,0-2-1 16,0-2 0-16,0 1-1 16,0-5 0-16,0 3 0 15,0 1 1-15,-4-6-1 16,0 3 1-16,-5-5 0 0,1 1 0 16,0 4 2-16,-1-3-4 15,1 3 2-15,-1 1 0 16,3 3-2-16,-1 3 0 15,2-1 1-15,0 1 0 16,0 0-5-16,-2 0 5 16,0 0 0-16,1 0 1 15,-4 0-2-15,2 0 1 16,-3 0 1-16,3 1-1 16,0 5 2-16,1-3-1 15,0 1 0-15,3-1 0 16,-2 0-2-16,5 1 3 0,1-4-1 15,0 3 0 1,0-3-3-16,0 0-9 0,0 3-40 16,0 1-84-16,7 2-112 15,9-3-1-15,1-3-318 16</inkml:trace>
  <inkml:trace contextRef="#ctx0" brushRef="#br2" timeOffset="50645.95">15119 13382 197 0,'0'0'279'0,"0"0"-174"16,0 0-84-16,0 0 63 15,0 0 15-15,0 0-29 16,0 0-17-16,0 10-19 16,0 1 64-16,0 9-2 15,0-4-52-15,0 1-21 16,0 3-15-16,-2-3-3 16,-2 7-4-16,-1 2-1 15,0 4-46-15,-3-6-188 16,-4-4-264-16</inkml:trace>
  <inkml:trace contextRef="#ctx0" brushRef="#br2" timeOffset="51807.47">15508 13101 469 0,'0'0'294'16,"0"0"-236"-16,0 0-32 15,0 0 94-15,0 0 16 16,0 0-79-16,0-23-36 16,0 19 0-16,0-3 7 15,0 1 9-15,0-1 7 16,-2-2-9-16,-5 4-11 15,-1-1-9-15,-1 2 1 16,-4-2 1-16,0 3-15 16,-2 0 17-16,0 3-13 15,-2 0-1-15,0 0-6 0,1 0 5 16,1 6-4-16,0 4 8 16,5 4-7-16,1 5 1 15,5 1-1-15,2 1 1 16,2-4 5-16,0 0-7 15,3-4 0-15,9-3-1 16,-1-4 6-16,3-3-10 16,1 0 10-16,0-3-3 15,2 0 8-15,1 0-8 16,-1 0 1-16,-1-6 4 16,-2-4-7-16,-2 1 2 15,-2-5-2-15,-7 3 2 16,-2-2-1-16,-1 2 3 15,0-1-4-15,0 5 4 0,0 4-2 16,0-4 0-16,0 7 2 16,0-3-2-16,0-1 7 15,0 2-9-15,-1-2 2 16,1 4 1-16,0 0-3 16,0 0 1-16,0 0-1 15,0 0-1-15,0 0 0 16,0 0 0-16,0 0-7 15,0 0 4-15,0 4-6 16,0 5 10-16,0 7 3 16,1-1-1-16,6 2 4 15,0 5 0-15,0 2 3 16,-1-2 6-16,-1 6-6 0,-2-4-1 16,1-1 1-1,-2-7-5-15,-2-2 10 0,0-1 0 16,0-2 6-16,0-1 16 15,-12 2-15-15,-1-4-5 16,1-1 0-16,-2 2-7 16,0-4 6-16,-4-2-4 15,1-3-7-15,-5 0 4 16,2 0-5-16,1 0-2 16,4 0 0-16,4 0 1 15,2 0-4-15,5 0 1 16,3 0-3-16,1 0-21 0,0 0-39 15,0 0-77-15,1 0-129 16,12 0-273-16</inkml:trace>
  <inkml:trace contextRef="#ctx0" brushRef="#br2" timeOffset="59218.57">20814 6507 865 0,'0'0'191'16,"0"0"-191"-16,0 0-29 0,0 0 29 16,0 0 56-1,0 0 12-15,0 0-44 0,0 64-3 16,-8-54 15-16,0-1 1 15,-1 0 24-15,-2-4-43 16,-1-2-8-16,-2-3 22 16,-1 0-19-16,-1-5 8 15,-3-13 18-15,4-2-37 16,7-1 14-16,3 0-12 16,5 4-1-16,0 1 4 15,0 3-4-15,11 1 5 16,6 6-8-16,2 3-17 15,-1 3 17-15,2 6-13 16,-1 19 7-16,-6 11 3 16,-8 10 2-16,-5 11 1 15,0 0 0-15,-5 0 7 16,-15-6-12-16,-5-7 5 0,-4-10 0 16,-6-7 4-16,2-7-1 15,0-6 5-15,2-8-1 16,8-6-3-16,5 0 14 15,3-20-10-15,5-15 1 16,8-10-3-16,2-1 0 16,0 1-5-16,15 9 8 15,5 14-4-15,2 7 6 16,-1 9-9-16,3 6 0 16,4 0-2-16,4 12 6 0,3 10-6 15,0 6 0-15,-3 2 6 16,-7 0-14-16,-5 0 8 15,-5-1-11-15,-6-1-38 16,-3-5-74-16,-1-3-25 16,-1-8-149-16,-1-11-95 15</inkml:trace>
  <inkml:trace contextRef="#ctx0" brushRef="#br2" timeOffset="59801.48">20934 6676 195 0,'0'0'856'0,"0"0"-786"0,0 0-56 16,0 0 8-1,0 0 50-15,0 0-44 0,58-6-8 16,-43 27 21-16,0 3-22 16,-5 3 6-16,-2 0-5 15,-3-1-17-15,-5-4 18 16,0-5-20-16,0-7-1 15,0-6 1-15,0-2 3 16,0-2 4-16,0 0 16 16,-1-2-14-16,-6-18 14 15,2-10-24-15,3-6 0 16,2 4 1-16,0 1 6 16,2 5-7-16,14 2 0 15,3 5-1-15,-1 6-8 0,-1 8 8 16,-2 5-2-16,-1 0 2 15,-3 11-10-15,1 15 11 16,-2 10 19-16,0 4-18 16,-4 0 19-16,-2-4-19 15,-1-7 0-15,-1-11-1 16,-1-4 5-16,1-9-5 16,-2-4 0-16,2-1 5 15,0 0 7-15,2-7-4 16,3-17-6-16,3-12-2 15,1-4-6-15,0 2 6 16,-1 3 0-16,0 11 7 16,-3 9-11-16,-4 9 4 0,2 6-1 15,2 0-1 1,3 11 4-16,5 11-2 0,2 5 20 16,1 2-16-16,-1-2-2 15,-2-4-2-15,0-2-4 16,0-1-61-16,-2-4-123 15,-1-3-120-15,-4-13-234 16</inkml:trace>
  <inkml:trace contextRef="#ctx0" brushRef="#br2" timeOffset="59954.28">21532 6715 1044 0,'0'0'156'0,"0"0"-145"0,0 0-7 16,0 0 29-16,90-21-8 15,-56 19-25-15,1 1-4 16,-2-2-14-16,0-2-93 16,-6-1-123-16,-7-3-170 15</inkml:trace>
  <inkml:trace contextRef="#ctx0" brushRef="#br2" timeOffset="60117.93">21825 6585 604 0,'0'0'341'16,"0"0"-225"-16,0 0-23 15,0 0 3-15,0 0-56 16,0 0-13-16,-7 60 16 16,7-22-23-16,0 2-19 15,7-1-1-15,4-2-4 0,-1-4-127 16,-6-6-148-16,-4-12-234 16</inkml:trace>
  <inkml:trace contextRef="#ctx0" brushRef="#br2" timeOffset="60366.57">21863 6481 542 0,'0'0'674'0,"0"0"-642"0,0 0-20 16,0 0-9-1,0 0 77-15,0 0-48 0,91 46 42 16,-62-6-31-16,-4 10-15 15,-5 6 9-15,-5 1-24 16,-8 2-10-16,-7-7-3 16,0-1-3-16,-8-8-3 15,-21-6-78-15,-10-4-69 16,-9-9-96-16,-8-7-307 16</inkml:trace>
  <inkml:trace contextRef="#ctx0" brushRef="#br2" timeOffset="60751.28">20612 6187 925 0,'0'0'47'16,"0"0"-41"-16,-87 22 54 0,62 15 73 15,-4 13-66-15,5 10-38 16,0 13 11-16,6 8-4 15,6 5 18-15,10 6 12 16,2-3-51-16,17-7 10 16,22-8-13-16,14-10-4 15,18-9-7-15,9-11-1 16,8-10-106-16,3-15-96 16,-3-15-163-16,-3-4-236 15</inkml:trace>
  <inkml:trace contextRef="#ctx0" brushRef="#br2" timeOffset="61200.55">22132 6093 330 0,'0'0'755'16,"0"0"-675"-16,0 0-23 16,0 0 101-16,0 0-37 15,0 0-95-15,7-37-12 0,8 37-14 16,-2 0-7-16,-2 0 7 15,-2 14-24-15,-6 5 24 16,-3 5 0-16,0 3-3 16,-3-1-1-16,-9-8 4 15,1-6 0-15,5-6-1 16,6-6 6-16,0 0 11 16,0 0 6-16,0 0-22 15,17 0 13-15,10 0-12 16,8 0-1-16,3 0 0 15,1 0-10-15,0 0-37 16,-1 7-109-16,-5 4-122 16,-10-1-250-16</inkml:trace>
  <inkml:trace contextRef="#ctx0" brushRef="#br2" timeOffset="61390.23">22319 6500 1082 0,'0'0'177'0,"0"0"-177"16,0 0 0-16,94 17-5 16,-53-7 5-16,3 0-42 0,-9-2-300 15,-13-3-241 1</inkml:trace>
  <inkml:trace contextRef="#ctx0" brushRef="#br2" timeOffset="61534.07">22368 6706 1222 0,'0'0'0'0,"0"0"-169"15,0 0 169-15,111-18-8 16,-62 9-209-16,-2-2-418 15</inkml:trace>
  <inkml:trace contextRef="#ctx0" brushRef="#br2" timeOffset="62050.14">22817 6517 785 0,'0'0'414'0,"0"0"-384"15,0 0-29-15,0 0 83 16,76-92 2-16,-58 74-60 16,-1 0 7-16,-7-4-6 15,-3 1 24-15,-1-1-23 16,-5 2-21-16,2 8 17 0,-3 5-14 16,0 7 30-1,0 0-37-15,0 0-3 0,0 13-5 16,0 11 3-16,0 10 4 15,0 4 2-15,-3 6-4 16,3 3 0-16,0 2 0 16,0 1 5-16,0 3-5 15,4-2 0-15,1-3 6 16,-4-5-15-16,-1-7 6 16,0-5-53-16,-7-12 7 15,-9-4-14-15,-4-7 36 16,0-8 11-16,0 0 16 15,0 0 13-15,2-9-12 16,4-2 14-16,8 4 35 16,4 0-8-16,2 1 9 0,2-1-30 15,16 0-17-15,8 1 5 16,8 0-9-16,3 1 0 16,1 1-1-16,1-1-7 15,1 2-4-15,-3 0-68 16,-2 0-63-16,-4-1-79 15,-5-4-245-15</inkml:trace>
  <inkml:trace contextRef="#ctx0" brushRef="#br2" timeOffset="62204.71">23273 6686 409 0,'0'0'848'15,"0"0"-819"-15,0 0-20 16,0 0 39-16,-29 80 22 15,29-43-42-15,0-1-24 16,0-2-4-16,2-5-59 16,8-9-90-16,-3-6-248 15</inkml:trace>
  <inkml:trace contextRef="#ctx0" brushRef="#br2" timeOffset="62633.22">23568 6373 630 0,'0'0'753'16,"0"0"-714"-16,0 0-23 15,0 0 92-15,0 0-17 16,0 0-80-16,-84 26-8 15,71 28 3-15,3 7-3 16,5-4 7-16,5-3-10 16,0-9 6-16,11-7-11 15,11-13 5-15,7-6-6 16,1-11 2-16,2-8-25 0,0 0 15 16,-8-5-20-1,-5-6 11-15,-9-5 22 0,-10-1 2 16,0 0 4-1,-7-3 4-15,-15 2-5 0,-4 5 8 16,-1 4-1-16,2 9-9 16,2 0 10-16,3 11-12 15,3 12 0-15,3 4-5 16,7 1-2-16,7-3-55 16,0-4-123-16,19-8-121 15,6-8-225-15</inkml:trace>
  <inkml:trace contextRef="#ctx0" brushRef="#br2" timeOffset="62821.75">23829 6608 437 0,'0'0'862'0,"0"0"-830"15,0 0-20-15,0 0 10 16,-2 82 29-16,1-47-35 15,1 0-8-15,0-6-8 16,0-8-84-16,0-7-65 16,0-12-267-16</inkml:trace>
  <inkml:trace contextRef="#ctx0" brushRef="#br2" timeOffset="63352.48">24206 6356 933 0,'0'0'297'0,"0"0"-296"16,0 0 22-16,0 0 70 15,0 0-7-15,0 0-37 16,-62-74-38-16,49 74 17 15,-3 12-25-15,-3 12 5 16,2 4-5-16,6 3 0 16,7-6 1-16,4 0-4 15,0-10 1-15,11-5-1 0,12-6 3 16,6-4 1-16,4 0-8 16,-3-12-21-16,-3-5-15 15,-7 0-4-15,-7-3 8 16,-6 0 31-16,-4 1 1 15,-3-1 8-15,0 0-1 16,0 0-3-16,0 6 0 16,0 7 13-16,0 7 7 15,0 0-15-15,0 10-5 16,0 17 0-16,0 11 22 0,0 1-10 16,0 0-6-1,5-1 13-15,-2-5-6 0,-3-4 14 16,0-1-4-16,0-4-11 15,-3-3 18-15,-11-5-24 16,-5 0-2-16,-7-1-1 16,-4-3-3-16,-3-2-39 15,-5 2-102-15,-4-3-132 16,-3 2-271-16</inkml:trace>
  <inkml:trace contextRef="#ctx0" brushRef="#br2" timeOffset="64283.21">19450 7682 1116 0,'0'0'100'0,"0"0"-94"15,0 0 50-15,0 0-8 16,0 0-7-16,87-78-14 15,-51 76-22-15,-5 2 12 16,-7 15 1-16,-7 13-16 16,-6 6 13-16,-8 5-14 15,-3 2 4-15,-7 4 0 16,-19 3 1-16,-8-2-6 16,-6 1 3-16,-2-10-3 15,5-11 0-15,8-12-1 16,10-13 2-16,11-1 14 15,6-16-4-15,2-12 3 16,10-4-11-16,20 3-1 16,7 5 14-16,6 7-14 0,1 6 6 15,1 8-8-15,0 3 3 16,2 0-3-16,-4 3 0 16,-2 11-21-16,-6 3-63 15,-7 1-73-15,-4-3-108 16,-8-4-95-16</inkml:trace>
  <inkml:trace contextRef="#ctx0" brushRef="#br2" timeOffset="64867.52">19887 7783 769 0,'0'0'268'16,"0"0"-214"-16,0 0 57 0,0 0 1 15,0 0-53-15,0 0-50 16,21-37-6-16,3 61 22 15,0 7 9-15,0 1-12 16,-6 3 8-16,-4-3-25 16,-8-4-5-16,0-7 0 15,-5-8 0-15,-1-7 0 16,0-6 4-16,0 0-1 16,0 0 20-16,0-11-9 15,-1-15-8-15,-8-8-6 16,4-6-8-16,5-3 8 15,0 4-1-15,4 5 6 16,16 9-11-16,2 9 6 16,4 10-3-16,3 6 3 15,-3 5-13-15,0 17 11 0,-5 8 2 16,-3 6 0-16,-2 3 1 16,-6 1 2-16,-4 0-1 15,-6-5-2-15,0-10 8 16,0-9-10-16,0-5 2 15,0-6 0-15,0-5 11 16,-3 0-3-16,0 0 13 16,-6-17-2-16,1-9-13 15,1-11-6-15,4-4 3 16,3 3 0-16,0 4 8 0,7 8-9 16,13 8 13-1,5 3-6-15,3 6-1 0,2 7-7 16,-1 2-1-16,-2 1 1 15,-3 17-3-15,-3 7 9 16,-3 3-6-16,-3 4-1 16,-5 0-1-16,-4 3-2 15,-2 0-40-15,-4-4-109 16,0-5-170-16,0-10-374 16</inkml:trace>
  <inkml:trace contextRef="#ctx0" brushRef="#br2" timeOffset="65025.01">20522 7901 1226 0,'0'0'174'0,"0"0"-154"0,0 0 19 15,88-44 48-15,-34 27-39 16,6 1-47-16,-2 3-1 16,0 1-3-16,-9 3-101 15,-4 2-80-15,-6-4-137 16,-10 1-273-16</inkml:trace>
  <inkml:trace contextRef="#ctx0" brushRef="#br2" timeOffset="65213.63">20969 7599 1128 0,'0'0'167'0,"0"0"-162"0,0 0 7 15,0 0 48-15,0 0 35 16,19 119-53-16,-5-75-33 15,-1 1-6-15,-3-2-3 16,-1-2-2-16,-5-5-5 16,-4-5-108-16,0-8-118 15,0-6-252-15</inkml:trace>
  <inkml:trace contextRef="#ctx0" brushRef="#br2" timeOffset="65520.87">21349 7726 938 0,'0'0'388'15,"0"0"-345"-15,0 0-42 16,0 0 45-16,0 0-6 0,110-21-23 16,-69 19-17-1,1 0-65-15,-7 1-111 0,-8 0-239 16</inkml:trace>
  <inkml:trace contextRef="#ctx0" brushRef="#br2" timeOffset="65685">21453 7877 1239 0,'0'0'1'0,"0"0"-1"16,0 0 0-16,0 0 5 15,113 20-5-15,-64-20-123 0,-2 0-250 16,-8-7-370 0</inkml:trace>
  <inkml:trace contextRef="#ctx0" brushRef="#br2" timeOffset="66226.3">21967 7663 690 0,'0'0'425'16,"0"0"-369"-16,0 0-37 15,0 0 86-15,0 0-34 16,0 0-44-16,21-18-21 15,14 14-5-15,3 0 8 16,8-1-6-16,-3-1-3 16,1-1 0-16,-2-1-53 15,-9 1-87-15,-5-1-127 16,-11-3-219-16</inkml:trace>
  <inkml:trace contextRef="#ctx0" brushRef="#br2" timeOffset="66427.33">22190 7452 840 0,'0'0'291'0,"0"0"-264"16,0 0-21-16,0 0-3 16,0 0 27-16,0 0 28 15,12 93-55-15,3-55 7 16,-2-1-10-16,1-1-6 15,-6-3-45-15,-5 1-175 16,-3-4-132-16</inkml:trace>
  <inkml:trace contextRef="#ctx0" brushRef="#br2" timeOffset="66623.31">22038 7924 1012 0,'0'0'197'0,"0"0"-192"16,0 0-5-16,92 0 24 16,-51-1 5-16,4-5-29 15,-4 0-8-15,1-4-13 16,2 0-80-16,-6-2-85 16,-3-3-88-16,-7-1-197 0</inkml:trace>
  <inkml:trace contextRef="#ctx0" brushRef="#br2" timeOffset="66841.55">22515 7535 1013 0,'0'0'105'0,"0"0"-102"15,0 0-2-15,0 0 73 16,0 0 14-16,28 100-37 15,-18-60-32-15,-2 1-17 16,-4-2 3-16,-4 2-10 16,0 0-42-16,0-1-91 15,-5-10-169-15,-7-2-221 0</inkml:trace>
  <inkml:trace contextRef="#ctx0" brushRef="#br2" timeOffset="67060.53">22786 7885 1312 0,'0'0'62'0,"0"0"-62"0,-21 87 0 15,21-54 24-15,0-1-22 16,2-2-2-16,8-8-38 15,0-7-89-15,2-10-60 16,-4-5-179-16</inkml:trace>
  <inkml:trace contextRef="#ctx0" brushRef="#br2" timeOffset="67282.59">22890 7683 975 0,'0'0'275'0,"0"0"-272"0,0 0-3 15,0 0 75-15,111-7-5 16,-70 7-44-16,-3 0-26 16,-8 0-5-16,-7 0-53 15,-3 0-94-15,-4 0-105 16,-9 0-123-16</inkml:trace>
  <inkml:trace contextRef="#ctx0" brushRef="#br2" timeOffset="67455.32">23075 7523 882 0,'0'0'254'0,"0"0"-222"0,0 0-14 15,0 0 17-15,0 0 38 16,1 84-41-16,6-39-15 15,0 2-17-15,-2-2-3 16,-2-2-11-16,-3-1-95 16,0-3-154-16,0-4-212 15</inkml:trace>
  <inkml:trace contextRef="#ctx0" brushRef="#br2" timeOffset="67628.95">22983 8004 839 0,'0'0'321'0,"0"0"-310"0,0 0 4 16,0 0 34-1,0 0-9-15,0 0-17 0,93-29-23 16,-66 23-20-16,2-1-47 16,-1-6-148-16,0 0-115 15</inkml:trace>
  <inkml:trace contextRef="#ctx0" brushRef="#br2" timeOffset="67999.19">23285 7879 827 0,'0'0'175'0,"0"0"-165"16,0 0 38-16,0 0 65 16,0 0-42-16,0 0-25 15,104 62-27-15,-84-55-16 0,-5-4 31 16,-3-3-14-16,-4 0-8 15,-1-2 14-15,-4-11 8 16,-1-3-5-16,-2-6-2 16,0-2-26-16,0-4 11 15,-3-7-12-15,-11-9 0 16,3-5-5-16,-5-5 13 16,5 1-8-16,1 10 1 15,6 7 4-15,4 12 36 16,0 5-28-16,0 6-3 15,14 1-5-15,6 2-1 16,2 8-4-16,-1 0 0 16,1 2-8-16,-3 0 4 0,-5 8-56 15,-4 12-74-15,-1 7 3 16,-2 3-104-16,-4 0-154 16</inkml:trace>
  <inkml:trace contextRef="#ctx0" brushRef="#br2" timeOffset="68295.29">23580 7639 1096 0,'0'0'90'0,"0"0"-76"16,0 0 46-16,0 0 47 16,0 0-36-16,-39 106-57 0,39-72 17 15,0-2-13-15,7-4-5 16,8-10 2-16,3-7-12 15,2-6 7-15,2-5 0 16,-3 0-6-16,-6 0 10 16,-4-9-13-16,-8 0-1 15,-1 0 16-15,0-1-8 16,-5-3 22-16,-12 3-30 16,-3 2 5-16,-2 8-11 15,1 0 5-15,1 8-33 16,3 12-25-16,9 0-76 15,4 0-87-15,4-5-221 16</inkml:trace>
  <inkml:trace contextRef="#ctx0" brushRef="#br2" timeOffset="68532.4">23829 7761 1133 0,'0'0'28'16,"0"0"-21"-16,0 0 8 15,0 0 36-15,0 0 28 16,-7 98-49-16,7-66-17 16,4 0 5-16,-1-6-18 0,0-4-6 15,1-3-57-15,-4-8-140 16,0-5-210-16</inkml:trace>
  <inkml:trace contextRef="#ctx0" brushRef="#br2" timeOffset="68768.35">23979 7639 1037 0,'0'0'339'0,"0"0"-337"0,0 0-2 15,0 0 38 1,0 0 23-16,114-43-33 0,-80 39-28 16,-4-1-14-16,-5-1-73 15,-5 1-120-15,-7-2-181 16</inkml:trace>
  <inkml:trace contextRef="#ctx0" brushRef="#br2" timeOffset="68965.46">24091 7440 1170 0,'0'0'169'15,"0"0"-169"-15,0 0 0 16,0 0 7-16,-5 126 43 15,15-70-40-15,2-2-10 16,-4-9-36-16,-1-2-64 16,-3-6-57-16,-4-7-250 15</inkml:trace>
  <inkml:trace contextRef="#ctx0" brushRef="#br2" timeOffset="69120.87">24086 7893 996 0,'0'0'345'0,"0"0"-345"16,0 0-6-1,0 0 6-15,0 0 7 0,109-16-7 16,-72 16-106-16,-4-3-76 16,-3-1-192-16</inkml:trace>
  <inkml:trace contextRef="#ctx0" brushRef="#br2" timeOffset="69321.5">24571 7655 920 0,'0'0'32'0,"0"0"-26"0,0 0-6 15,0 0 0-15,0 0-42 16,0 0-188-16,0-5-27 16,-6 5 73-16</inkml:trace>
  <inkml:trace contextRef="#ctx0" brushRef="#br2" timeOffset="70165.41">24427 7445 897 0,'0'0'85'16,"0"0"-57"-16,0 0 73 15,0 0 7-15,0 0-30 16,0 0-26-16,67-74-18 15,-50 72 6-15,1 2-5 16,1 0-23-16,-2 3 6 16,-6 14-18-16,-4 5 0 15,-7 4 14-15,0 2-7 0,0 2 7 16,-15-2-12-16,-2-2 0 16,-3 1 7-16,2-7-5 15,2-3-3-15,6-10 1 16,4-4 5-16,6-3-4 15,0 0 6-15,0 0-9 16,0 0 16-16,0 0-16 16,13 0 1-16,2-3-3 15,4 2 6-15,2 1-4 16,4 0 0-16,1 0-1 0,0 1-6 16,-7 10 3-1,-6 1-7-15,-8 1 11 0,-5 4-11 16,0 6 11-16,-5 2 27 15,-18 2 7-15,-4-3 28 16,0-3-13-16,1-6-13 16,0-1 2-16,3-5-38 15,1-3 15-15,3-4-15 16,5-1 7-16,1-1-12 16,-3 0 5-16,1 0-35 15,-2 0-31-15,1 0-111 16,-4 1-142-16,1 6-188 15</inkml:trace>
  <inkml:trace contextRef="#ctx0" brushRef="#br2" timeOffset="70731.84">23182 7345 529 0,'0'0'309'0,"0"0"-265"15,0 0 43-15,0 0 102 16,-59-83-58-16,56 72-3 15,3 4-31-15,0 5-33 16,0 0-8-16,0 2-41 16,3 3 8-16,23 27-10 15,13 18 24-15,15 22 14 0,15 15-31 16,4 11-7-16,3 4 0 16,-5-6-6-16,-9-7-3 15,-9-9-4-15,-8-8 7 16,-11-10-11-16,-10-16 4 15,-11-7-4-15,-8-12-7 16,-5-6-40-16,0-7-7 16,0-6-39-16,-9-6-63 15,-6-3-76-15,1-29-315 16</inkml:trace>
  <inkml:trace contextRef="#ctx0" brushRef="#br2" timeOffset="71031.19">23680 7216 746 0,'0'0'587'0,"0"0"-565"15,0 0-15-15,0 0 8 16,0 0 49-16,0 0 7 15,-65 84-5-15,41-10-27 16,0 16 14-16,-5 14 3 16,-1 10-22-16,-8 3 10 0,-4-1-24 15,-2-12-5 1,2-14-9-16,9-19 3 0,8-20-9 16,10-20 0-16,9-12-12 15,5-9-12-15,1-7-60 16,0-3-146-16,4-12-206 15</inkml:trace>
  <inkml:trace contextRef="#ctx0" brushRef="#br2" timeOffset="78496.92">21028 6442 665 0,'0'0'175'0,"0"0"-154"0,0 0 17 15,0 0 79-15,0 0-11 16,0 0-32-16,0 0-32 15,-11-17-29-15,11 17 15 16,0 0-8-16,0 0-6 16,0 15-10-16,0 13-3 15,0 7 30-15,0 5-4 16,11 1-25-16,6 0 13 16,1-1-12-16,1-4-3 15,1-2 6-15,-1-7 0 16,-5-5-6-16,-1-7 0 15,-4-4 3-15,-2-6-5 16,1-1 2-16,0-4 0 0,4 0 11 16,5 0-6-16,3-5 8 15,-1-10-9-15,0-2 2 16,-2 0-3-16,-2-4-2 16,-3 0 1-16,-4-3 0 15,-1-1 0-15,-4-4 0 16,-3-1-2-16,0 2 6 15,0 2-3-15,0 8-3 16,0 9 1-16,0 4 10 16,0 3-7-16,0 2 11 15,0 0-15-15,0 0-12 16,0 0 10-16,0 0-10 16,0 15 6-16,-1 15 4 15,-4 12 4-15,1 14 13 0,4 10-2 16,0 6-5-16,0 3 20 15,0 1-21-15,2-7-7 16,5-10 4-16,-4-7 3 16,-3-11-7-16,0-11 0 15,0-8 5-15,-10-7 15 16,-4-4-4-16,-4-4 4 16,-5-2 15-16,-4-5-24 15,-5 0 4-15,1-5-3 16,2-18-8-16,3-12 10 15,7-8-12-15,10-5-2 16,9-1 2-16,0 0 2 16,19 8-8-16,16 3-1 0,12 8-59 15,7 9-22-15,4 9-75 16,-3 7-95-16,-15 5-105 16</inkml:trace>
  <inkml:trace contextRef="#ctx0" brushRef="#br2" timeOffset="79630.06">20020 7499 744 0,'0'0'128'0,"0"0"-108"16,0 0 19-16,0 0 135 15,0 0-42-15,0 0-100 16,0-23-32-16,0 45-5 16,0 18 5-16,0 14 68 15,4 4-24-15,6-2-27 16,6-8-1-16,4-6-9 0,4-2 16 15,3-8 5 1,2-5-26-16,2-5 13 16,-1-9-15-16,2-8 1 0,1-5 8 15,0 0-4-15,-1-17 6 16,-6-4-11-16,-8 1 8 16,-8-2-2-16,-7 3-5 15,-3 0 0-15,0-3 0 16,0-3 8-16,-12-6-9 15,-1-2 0-15,0 0 4 16,1-1-2-16,4 6 1 16,1 6 1-16,3 6 19 15,3 9-18-15,1 4 28 16,0 3-25-16,0 0-8 16,0 20-3-16,0 16-14 0,0 13 17 15,1 12 19 1,13 5-16-16,1 5 2 0,1 7-3 15,0 1 3-15,-4 2 2 16,-4-3-7-16,-3-11 0 16,-5-10-1-16,0-15 8 15,0-9-7-15,-10-7 0 16,-10-7 2-16,-5-2 19 16,-4-6-9-16,-3-7-2 15,4-4 11-15,0-8-11 16,1-20 13-16,2-9-13 15,3-9-7-15,7-4 3 16,7 2-5-16,8 2-1 0,0 0 0 16,20 5-7-16,15 0 5 15,10 5-7-15,7 6-37 16,7 8-25 0,0 7-145-16,0 6-58 0,-9 7-250 15</inkml:trace>
  <inkml:trace contextRef="#ctx0" brushRef="#br2" timeOffset="80646.52">19587 8982 761 0,'0'0'312'0,"0"0"-236"16,0 0 12-16,0 0 21 15,0 0-17-15,25-83-48 16,8 72-39-16,6 10 9 15,2 1-13-15,-5 8 11 16,-6 17-12-16,-7 6 2 16,-9 7-3-16,-12 5 1 15,-2 7 0-15,-24 3-7 16,-18 3 6-16,-8-7-6 0,0-8-9 16,5-13 4-16,12-13 12 15,11-12 1-15,12-3 7 16,7 0 15-16,3-16-19 15,9-3 4-15,17-1-8 16,7 3 5-16,4 7-2 16,3 2-3-16,3 5 0 15,4 3-3-15,-1 0-10 16,-1 0-50-16,-2 0-48 16,-7 0-61-16,-2 0-51 15,-7-1-77-15,-7-12-68 16</inkml:trace>
  <inkml:trace contextRef="#ctx0" brushRef="#br2" timeOffset="81130.13">20052 9102 610 0,'0'0'191'16,"0"0"-66"-16,0 0 11 15,0 0 29-15,0 0-93 16,0 0-72-16,-25-20 8 16,32 43 7-16,9 5 27 15,4-2-22-15,4-2-2 16,-3-9-18-16,1-4 9 15,-2-7-6-15,-3-4-2 16,-2 0 5-16,-3 0-2 16,-2-13 2-16,-3-5-2 15,-4-2 3-15,-3-3-3 16,0 1-1-16,0 3 0 16,0 3 7-16,-5 7-10 0,1 5 13 15,4 4 6 1,0 9-19-16,0 20-11 0,0 17 7 15,0 10 8-15,7 5 5 16,5 2-9-16,-2 2 0 16,-1-3 0-16,-6-8 5 15,-3-9-5-15,0-9 0 16,-14-12 4-16,-7-8 5 16,-6-5 11-16,-5-8 18 15,-2-3 4-15,0 0-22 16,0-17 8-16,1-11 3 15,6-4-24-15,10-2 10 0,10 2-14 16,7 2 4 0,4 5-7-16,19 1-2 0,6 3 2 15,5 2 0-15,7 1-32 16,4 0-35-16,4 0-60 16,-1-1-113-16,-5-4-194 15</inkml:trace>
  <inkml:trace contextRef="#ctx0" brushRef="#br2" timeOffset="81299.94">20509 9035 1277 0,'0'0'49'15,"0"0"-49"-15,0 0-9 0,0 0 5 16,90 16 4-16,-57-7-107 15,-6-2-260-15,-14-1-329 16</inkml:trace>
  <inkml:trace contextRef="#ctx0" brushRef="#br2" timeOffset="81462.35">20481 9279 1329 0,'0'0'115'0,"0"0"-115"0,0 0-25 15,0 0 25 1,103 0 0-16,-41 0-117 0,-1-5-187 16,-6-8-334-16</inkml:trace>
  <inkml:trace contextRef="#ctx0" brushRef="#br2" timeOffset="84679.01">21172 8915 153 0,'0'0'280'16,"0"0"-155"-16,0 0-8 16,0 0 65-16,0 0-56 15,0 0-55-15,-3-27-29 16,8 17 28-16,5 0 1 0,3 1-29 15,0 5-1 1,6 3-2-16,1 1-38 0,0 3 15 16,-2 13-5-16,1 6-11 15,-7 2 11-15,-4 2-8 16,-6 6-1-16,-2 1-2 16,-7 6 3-16,-20 1 0 15,-5 0-3-15,-2-2 4 16,0-10 7-16,7-10-10 15,11-8-1-15,7-4 35 16,9-6 15-16,0 0 11 16,0 0-30-16,6-12-17 15,13-3-7-15,8 0-4 16,3 4-2-16,0 4-1 16,0 5 2-16,0 2-5 0,1 0 3 15,0 0-9 1,-3 0-22-16,1 2-82 0,-3 3-32 15,-2-3-66-15,-6-2-239 16</inkml:trace>
  <inkml:trace contextRef="#ctx0" brushRef="#br2" timeOffset="84884.19">21573 9046 535 0,'0'0'396'15,"0"0"-370"-15,0 0-19 0,0 0 66 16,0 0 32 0,-11 78-54-16,11-46-18 0,0-1-31 15,0-1 2-15,0-1-4 16,0-5-2-16,0-4-56 16,1-7-140-16,9-9-76 15,1-4-251-15</inkml:trace>
  <inkml:trace contextRef="#ctx0" brushRef="#br2" timeOffset="85295.73">21754 8956 566 0,'0'0'534'0,"0"0"-504"15,0 0-23-15,0 0 7 16,0 0 34-16,2 88-22 16,11-57-23-16,2-2 2 15,0-7-5-15,0-4 7 16,-1-5-7-16,-1-7 1 16,3-4 0-16,3-2 12 15,0 0-8-15,1-12 4 16,-4-8-1-16,-4-6-4 0,-2 0 5 15,-6-7 20 1,-4 0 11-16,0-4 2 0,-16 1-1 16,-7 5 1-16,-2 5-16 15,-1 9-8-15,3 8 14 16,1 8-32-16,4 1 4 16,3 3-8-16,2 16-8 15,6 5 4-15,4 0-83 16,3 2-62-16,0-3 0 15,10-3-150-15,10-2-135 16</inkml:trace>
  <inkml:trace contextRef="#ctx0" brushRef="#br2" timeOffset="85537.3">22239 9002 699 0,'0'0'599'15,"0"0"-599"-15,0 0 2 16,0 0-2-16,0 103 32 16,0-63-28-16,0 4 4 15,0-7-8-15,0-3-39 16,-2-7-104-16,-6-9-182 15,-5-11-268-15</inkml:trace>
  <inkml:trace contextRef="#ctx0" brushRef="#br2" timeOffset="86797.72">22369 8786 350 0,'0'0'233'0,"0"0"-201"15,0 0-6-15,0 0 50 16,0 0-1-16,0 0-21 0,0-2-32 16,0 2 9-1,0 11 17-15,0 13 49 0,-1 8 1 16,-1 9-32-16,2 2-37 15,0 0 15-15,0-2-30 16,15-7-7-16,3-3-2 16,3-9 0-16,-4-6 0 15,2-5-5-15,0-8 8 16,1-3-11-16,-2 0 3 16,0-10-21-16,-2-9 13 15,-6-3-15-15,-6 0 23 16,-4-2-3-16,0-2 7 15,-1 1-3-15,-8 4 1 0,2 7-2 16,4 8 37-16,2 4 5 16,1 2-13-1,0 0-29-15,0 2-2 0,0 20 2 16,0 13 16-16,0 10 3 16,3 4-4-16,1 4-14 15,-1 0 5-15,4-2-6 16,-1-3-24-16,-1-6-83 15,0-9-138-15,-5-8-216 16</inkml:trace>
  <inkml:trace contextRef="#ctx0" brushRef="#br2" timeOffset="87093.2">22821 9187 1166 0,'0'0'38'16,"0"0"-31"-16,0 0 1 15,0 0 19-15,0 0 17 0,0 109-43 16,0-74-2-16,0-6-22 16,0-4-113-16,0-12-192 15,-2-8-278-15</inkml:trace>
  <inkml:trace contextRef="#ctx0" brushRef="#br2" timeOffset="89743.93">22809 8999 194 0,'0'0'102'15,"0"0"-89"-15,0 0 38 16,0 0 82-16,0 0-5 16,0 0-1-16,0 0-1 15,39-17-7-15,-36 17-12 16,4 0-39-16,6-2-31 15,7 0 28-15,8-1-24 0,8 2-24 16,3-2-13-16,7 1-4 16,-1-2 0-16,2-1-59 15,-4 1-57-15,2-2-81 16,-6-3-138-16,-9-2-177 16</inkml:trace>
  <inkml:trace contextRef="#ctx0" brushRef="#br2" timeOffset="90078.07">23357 8730 1166 0,'0'0'92'0,"0"0"-83"15,0 0 10-15,0 0 34 16,0 0-8-16,99-15-15 16,-69 38 2-16,-7 9-31 0,-6 5 4 15,-12 4-4 1,-5 0 5-16,0-1 3 0,-16-2-6 15,-16-3 1-15,-7-5 11 16,-3-7-13-16,4-11 18 16,9-6 12-16,13-4 2 15,9-2 20-15,7 0-8 16,0 0-21-16,7 0-24 16,21-3 13-16,19-6-11 15,16-3-3-15,6 0 0 16,10-2-8-16,1 2 3 15,-3 1-49-15,-7 6-36 0,-17 5-118 16,-21 0-177-16,-30 0-324 16</inkml:trace>
  <inkml:trace contextRef="#ctx0" brushRef="#br2" timeOffset="91277.92">20052 9833 520 0,'0'0'214'16,"0"0"-170"-16,0 0 7 16,0 0 59-16,0 0-25 15,0 0-50-15,0 15-23 16,0 18 45-16,4 8 30 15,0 3-38-15,5-1-25 0,3-6 9 16,1-4-15-16,4-7-7 16,-1-7-3-16,1-7-5 15,-2-4-1-15,0-5-1 16,3-3 4-16,1 0 5 16,-1-14-10-16,-3-3-8 15,-2-6 4-15,-6-1-16 16,-4 1 20-16,-3-3-1 15,0-1 3-15,0 2-3 16,0-1 2-16,-4 6-1 16,-3 7 5-16,4 6 0 15,1 3 6-15,1 4-6 16,1 0-1-16,-4 6-8 16,1 16 8-16,-1 14 2 15,1 6 15-15,3 3-19 0,0 6 24 16,0 2-3-1,2 5-17-15,6 6 12 0,0 2-11 16,2 5 1-16,-3-2-3 16,-1-3 0-16,0-7-5 15,-6-13 0-15,0-8 2 16,0-11 4-16,-7-7-6 16,-9-11 4-16,-3-2 6 15,-3-7-7-15,-1 0 7 16,-3-7-4-16,2-13-4 15,0-7 10-15,6-2-1 16,5-2 1-16,7-2 10 0,6-1-19 16,0 0 3-1,17 2 0-15,6 5-2 0,6 2-4 16,-1 3 0-16,4 2-8 16,-2 3-41-16,2 4-98 15,3-1-32-15,-3 0-176 16,-2-2-319-16</inkml:trace>
  <inkml:trace contextRef="#ctx0" brushRef="#br2" timeOffset="91454.93">20548 10150 1204 0,'0'0'254'0,"0"0"-254"0,0 0-112 15,0 0 112-15,103-3 3 16,-60 9-3-16,0 1-117 16,-9 0-202-16,-19-1-215 15</inkml:trace>
  <inkml:trace contextRef="#ctx0" brushRef="#br2" timeOffset="91610.46">20592 10369 1348 0,'0'0'0'0,"0"0"-94"16,0 0 94-16,104 0 13 15,-54 0-13-15,7 0-168 16,-5-1-223-16</inkml:trace>
  <inkml:trace contextRef="#ctx0" brushRef="#br2" timeOffset="92493.48">21135 10151 1028 0,'0'0'139'0,"0"0"-128"15,0 0 14-15,0 0 44 16,0 0 5-16,0 0-58 0,30-82-1 16,-16 62-12-16,-4 2 23 15,-2 0 9-15,-3 1-20 16,-1 1 10-16,-4-1-10 16,0 4-3-16,0 4 16 15,0 5-13-15,0 0 1 16,0 4 12-16,0 0-23 15,0 0 6-15,0 0-11 16,0 0 2-16,0 0 2 16,0 0-2-16,0 0-1 15,0 0 3-15,0 0 2 16,0 0-4-16,0 0-2 16,0 0 1-16,0 6 2 0,0 8-2 15,-6 1 3-15,3 0-4 16,2-2 8-16,-1 4-8 15,2 4 0-15,-2 5 0 16,2 4 12-16,0 2-10 16,0 0 5-16,0 1-5 15,7-1 6-15,1-4-8 16,1-2 0-16,-1-3 0 16,-3-7 1-16,0-3 2 15,-3-8-3-15,-2 2 0 16,0-3-1-16,0-1 1 15,0 1 0-15,-10 2 0 0,-7 1 4 16,-3 0-4-16,-2-6-4 16,-3 1 4-16,0-1-15 15,5-1 14-15,5 0-1 16,5 0 4-16,7 0-4 16,3 0 6-16,0 0-4 15,0 0 0-15,4 0 0 16,20 0 0-16,8-1 3 15,8-7-1-15,1 3 2 16,3 3-4-16,-2 0-1 16,-3 2-7-16,-1 0-73 15,-5 0-82-15,-1 0-70 16,-4 0-153-16,-7-7-245 16</inkml:trace>
  <inkml:trace contextRef="#ctx0" brushRef="#br2" timeOffset="92676.72">21495 10279 937 0,'0'0'239'0,"0"0"-234"16,0 0 1-16,0 0 24 16,0 0 19-16,-19 96-34 15,19-73-9-15,5-5-12 16,1 0 2-16,-2-4-59 15,2-4-95-15,0-7-76 16,2-3-149-16</inkml:trace>
  <inkml:trace contextRef="#ctx0" brushRef="#br2" timeOffset="93060.41">21662 10169 960 0,'0'0'204'16,"0"0"-204"-16,0 0 0 16,0 0 75-16,0 0 12 15,18 89-55-15,-3-63-6 16,2-2-12-16,3-7-4 16,-2-5-5-16,2-8 1 0,1-4 1 15,2 0-7 1,-1-14 11-16,-2-8 3 0,-3-2-9 15,-7-3 13-15,-4-2 4 16,-6-2-8-16,0 0 26 16,-13 1-9-16,-10 4-18 15,-6 3 12-15,1 6-24 16,4 7 2-16,5 6-3 16,2 4 1-16,2 0-6 15,3 8 5-15,2 10-28 16,5 3-61-16,5 3-32 15,0 2-32-15,5-3-139 0,13-5-119 16</inkml:trace>
  <inkml:trace contextRef="#ctx0" brushRef="#br2" timeOffset="93264.55">22067 10215 499 0,'0'0'752'16,"0"0"-720"-16,0 0-26 16,0 0-6-16,0 76 58 15,0-35-31-15,0 2-16 16,0 1-11-16,0-5-3 0,0-1-16 16,0-2-102-1,-2-15-195-15,2-9-219 0</inkml:trace>
  <inkml:trace contextRef="#ctx0" brushRef="#br2" timeOffset="93660.52">22212 10087 1165 0,'0'0'88'15,"0"0"-80"-15,0 0 0 16,104-41 73-16,-67 39-26 0,-2 2-37 16,-3 0-15-16,-8 16 0 15,-9 6 2-15,-9 5-5 16,-6 5 2-16,0 4-1 16,-19-3-1-16,-13 2 11 15,-6-5-10-15,1-5-1 16,4-9 0-16,8-7 2 15,9-9 0-15,8 0 3 16,8-4 14-16,0-10 7 16,8-6-18-16,16 0 4 15,8 4-3-15,3 0-9 16,3 4 9-16,-1 5-9 16,-3 4-1-16,-8 3-3 0,0 0-28 15,-6 0-67 1,0 0-20-16,-2 0-101 0,-3 0-212 15</inkml:trace>
  <inkml:trace contextRef="#ctx0" brushRef="#br2" timeOffset="93848.12">22727 10185 1119 0,'0'0'239'16,"0"0"-236"-16,0 0-3 15,0 0 16-15,0 0 20 0,-2 97-23 16,4-65-9 0,2-4-8-16,-3-1-33 0,1-2-110 15,-2-10-167-15,0-8-280 16</inkml:trace>
  <inkml:trace contextRef="#ctx0" brushRef="#br2" timeOffset="94014.2">22834 10178 1121 0,'0'0'11'16,"0"0"-11"-16,0 0-9 0,112-45 9 16,-70 36 0-1,0 3-221-15,-3 2-185 0</inkml:trace>
  <inkml:trace contextRef="#ctx0" brushRef="#br2" timeOffset="94214.65">23204 9902 1074 0,'0'0'172'16,"0"0"-149"-16,0 0 58 15,0 0 36-15,0 0-67 16,0 0-50-16,-28 51 0 15,28 2 3-15,0 2 2 16,6 0-5-16,4-4 0 0,2-5-72 16,-2-7-75-16,-6-4-125 15,-4-8-378-15</inkml:trace>
  <inkml:trace contextRef="#ctx0" brushRef="#br2" timeOffset="94693.33">21532 10659 979 0,'0'0'230'0,"0"0"-230"0,0 0 0 16,0 0 20-1,0 0 91-15,0 0-27 0,-80-2-53 16,80 2 4 0,23 6-24-16,15-1 56 0,19 3 8 15,15-5-44-15,20-3-1 16,25 0 1-16,27-4-23 16,26-12 20-16,24-2-11 15,5-1-16-15,1 6-1 16,-13 5-3-16,-24 4-7 15,-19 0-52-15,-32 0-98 16,-30-5-147-16,-34-5-216 16</inkml:trace>
  <inkml:trace contextRef="#ctx0" brushRef="#br2" timeOffset="102573.36">16655 7164 837 0,'0'0'269'0,"0"0"-228"15,0 0-39-15,0 0 44 16,0 0 52-16,0 0-39 16,0 0-25-16,0 0-25 15,-7 0-2-15,7 0-9 16,0 0 2-16,0 0 0 15,0 0-2-15,0 0-14 16,0 0-107-16,17 0-130 16,8-6-261-16</inkml:trace>
  <inkml:trace contextRef="#ctx0" brushRef="#br2" timeOffset="102780.06">17721 6953 1319 0,'0'0'90'0,"0"0"-87"16,0 0 0-16,0 0-2 15,0 0-2-15,0 0-2 16,-8-2-202-16,-17 2-155 15</inkml:trace>
  <inkml:trace contextRef="#ctx0" brushRef="#br2" timeOffset="116160.99">18544 2888 974 0,'0'0'97'0,"0"0"-94"15,0 0-1-15,0 0-4 16,0 0-16-16,0 0 18 0,19 94 35 16,0-41-26-1,7-2-3-15,-1-8-5 0,-1-8-1 16,4-11 7-16,-5-8-7 15,-2-9 1-15,-2-5 0 16,-3-2 9-16,-2-2 1 16,0-18-1-16,-6-4-6 15,-3-8 5-15,-5-4-5 16,0-2 20-16,0-4 0 16,0 4 3-16,-7 5 18 15,2 10-26-15,2 11 19 16,-1 9 5-16,4 3-43 15,0 3-4-15,0 29-17 16,0 17 21-16,0 19 12 0,0 13-11 16,0 5 0-16,6 1 3 15,-2-4-4-15,-2-8 3 16,-2-11-3-16,0-20 3 16,0-9-1-16,-10-12-2 15,-7-9 0-15,-4-1 55 16,-6-8-19-16,-1-2 0 15,-1-3 10-15,3-4 5 16,0-18 10-16,3-9-29 16,3-2-24-16,2 0 2 15,8 3-10-15,6 2 5 16,4 3-5-16,0 0-5 16,18-1 5-16,9 1-3 0,7-1-15 15,5-1-38 1,7 0-77-16,1 1-100 0,-5 1-160 15</inkml:trace>
  <inkml:trace contextRef="#ctx0" brushRef="#br2" timeOffset="116326.83">19046 3088 261 0,'0'0'1081'0,"0"0"-1070"16,0 0-11-16,0 0 0 15,0 0 19-15,0 0-2 0,115-2-17 16,-70 11-53-16,-5 2-192 16,-14 2-243-16</inkml:trace>
  <inkml:trace contextRef="#ctx0" brushRef="#br2" timeOffset="116488.81">19072 3315 1205 0,'0'0'126'16,"0"0"-126"-16,0 0-27 16,0 0 8-16,0 0 7 15,89-6-35-15,-27 1-128 16,3-4-204-16,-6-4-277 0</inkml:trace>
  <inkml:trace contextRef="#ctx0" brushRef="#br2" timeOffset="116755.06">19454 3198 1058 0,'0'0'40'0,"0"0"-34"16,0 0 27-16,0 0 17 15,0 0-27-15,0 0 10 16,28 39 14-16,0-39-6 16,-1-2-1-16,-5-13-16 15,-5-5-1-15,-6-2 29 16,-8 3-5-16,-3-5 17 0,0 4 16 15,-16-4-56 1,-13-2-1-16,-2 2-21 0,-4 4 5 16,1 7-7-16,9 7-1 15,3 6-6-15,6 8-29 16,3 19-72-16,7 13-71 16,6 1-76-16,9-10-283 15</inkml:trace>
  <inkml:trace contextRef="#ctx0" brushRef="#br2" timeOffset="116903">19804 3041 1351 0,'0'0'0'0,"0"0"-10"0,0 0 7 15,0 0-74-15,0 0-206 16,0 0-246-16</inkml:trace>
  <inkml:trace contextRef="#ctx0" brushRef="#br2" timeOffset="117067.03">19953 3184 1367 0,'0'0'73'0,"0"0"-69"15,0 0-4-15,-31 76 51 16,14-44-42-16,2 1-6 15,5 0-3-15,3-1-2 0,4-10-133 16,3-9-147-16,0-13-311 16</inkml:trace>
  <inkml:trace contextRef="#ctx0" brushRef="#br2" timeOffset="117788.01">20212 3047 918 0,'0'0'151'16,"0"0"-55"-16,0 0 90 16,0 0-49-16,0-77-47 15,0 62-41-15,10 3-31 16,4 1 5-16,3 5-22 16,-1 5 0-16,3 1-2 15,1 0-7-15,-2 13 2 16,1 15 1-16,-6 8-2 15,-3 9 2-15,-8 5 9 16,-2 1-4-16,0-2 13 16,-16-7-10-16,-2-7 2 0,0-5-5 15,-1-6 4-15,3-8-1 16,2-3-2-16,5-8 0 16,5-5 5-16,4 0-6 15,0-9 0-15,0-16-21 16,13-10-35-16,9-5 40 15,3 0 14-15,2-1-6 16,0 1-10-16,-4 5 14 16,-1 0 4-16,-4 3-2 15,-4 4 4-15,-6 7 2 16,-3 5 2-16,-4 6 8 16,-1 5 20-16,0 4-14 0,0 1 0 15,0 0-13-15,0 0-6 16,0 0 0-16,0 0-1 15,-1 0 0-15,-5 13 1 16,-3 10-1-16,2 7-4 16,2 6 4-16,5 2-6 15,0 1 6-15,5-4 0 16,11-4-5-16,5-3 5 16,4-8-10-16,4-5 6 15,-3-6-36-15,1-6-132 16,-5-3-52-16,-6-7-234 15</inkml:trace>
  <inkml:trace contextRef="#ctx0" brushRef="#br2" timeOffset="118071.55">20545 2728 1220 0,'0'0'182'0,"0"0"-167"16,0 0 36-16,0 0-27 15,0 0-16-15,0 0-8 16,75-22 0-16,-55 36-1 16,-6 7-19-16,-13 8 15 15,-1 6-2-15,-6-1 7 16,-14-5 1-16,5-13 5 16,7-8-2-16,8-8 15 15,0 0 35-15,0 0 13 0,16-4-42 16,14-13-21-16,12-3-4 15,3 3-8-15,0 2-66 16,-8 11-100-16,-15 4-142 16,-19 4-324-16</inkml:trace>
  <inkml:trace contextRef="#ctx0" brushRef="#br2" timeOffset="119065.17">20575 3228 949 0,'0'0'151'16,"0"0"-129"-16,0 0 66 16,0 0 4-16,0 0-50 15,0 0-21-15,87 0-8 16,-43-6-12-16,1-1-1 15,-2-2-14-15,-4-3-121 16,-4-2-110-16,-5-2-171 16</inkml:trace>
  <inkml:trace contextRef="#ctx0" brushRef="#br2" timeOffset="119574.32">20998 2997 1031 0,'0'0'217'0,"0"0"-172"0,0 0 53 15,0 0-27-15,0 0-28 16,0 0-33-16,72-19-8 16,-49 22-2-16,1 18-4 15,-4 7 2-15,-5 5 1 16,-5 5 1-16,-8-2 0 16,-2-3 5-16,0-5 6 15,-9-6-2-15,-5-5-8 16,0-8 8-16,1-4-3 15,2-2-5-15,5-3 6 0,4 0-6 16,2-4-2 0,0-16-4-16,4-6-48 0,16-9 16 15,8-5 18-15,4-1-31 16,-1-2 22-16,-2 8 10 16,-4 4 18-16,-3 7 6 15,-2 7 0-15,-7 4 18 16,-3 4 6-16,-6 3 18 15,-4 4-2-15,0 2-10 16,0 0-8-16,0 0-10 16,0 0-4-16,-5 0 0 15,-5 8-10-15,-2 8 4 16,-3 10-8-16,5 4 2 16,2 5-2-16,4-4 0 15,4 1 1-15,0-6-4 0,4-3 1 16,10-6-4-16,5-3-1 15,4-4-1-15,3-7-51 16,2-3-116-16,2 0-155 16,-5-16-387-16</inkml:trace>
  <inkml:trace contextRef="#ctx0" brushRef="#br2" timeOffset="119737.19">21612 2987 498 0,'0'0'1009'0,"0"0"-1008"16,0 0 12-16,0 0-13 16,0 0 15-16,0 0 1 15,97-5-16-15,-56 5-151 16,-10 0-124-16,-11 0-284 16</inkml:trace>
  <inkml:trace contextRef="#ctx0" brushRef="#br2" timeOffset="119888.3">21689 3144 1404 0,'0'0'27'0,"0"0"-16"16,0 0-11-16,0 0 0 16,0 0-74-16,127-45-42 0,-77 28-172 15,0 3-201 1</inkml:trace>
  <inkml:trace contextRef="#ctx0" brushRef="#br2" timeOffset="120154.89">22064 3011 305 0,'0'0'305'16,"0"0"-218"-16,0 0 25 16,0 0 0-16,0 0-58 15,0 0-3-15,68 12 29 16,-51-7-6-16,2-5-6 16,3 0 14-16,2 0 5 15,-5-5 2-15,-3-10-27 16,-8-1-11-16,-3 2 11 15,-5-2-14-15,0 2-17 0,-1-5-4 16,-16 2-18-16,-1 0 3 16,-2 3-9-16,-1 6-2 15,3 7-2-15,-2 1-19 16,-5 18-19-16,-2 18-12 16,-4 10-43-16,0 5-120 15,-2-2-52-15,-3-2-319 16</inkml:trace>
  <inkml:trace contextRef="#ctx0" brushRef="#br2" timeOffset="120787.54">20143 3758 837 0,'0'0'189'16,"0"0"-127"-16,0 0 146 0,0 0-94 16,0 0-51-16,0 0-51 15,51-46-10-15,-27 46 3 16,-4 15-5-16,-1 12 0 16,-3 10 2-16,-8 11-1 15,-5 5 8-15,-3 5 4 16,-5 0-12-16,-18-4 9 15,-4-6-6-15,4-14 3 16,5-10-7-16,7-17 0 16,8-7-4-16,3-7-6 15,3-24-50-15,19-14-100 16,5-8 115-16,3-7 41 16,-3-6-54-16,-4 5-43 0,-4 6 101 15,-6 14 4 1,-3 13 2-16,-7 12 63 0,-1 7 16 15,-2 5 3-15,0 4 28 16,0 0-66-16,0 0-50 16,0 9-4-16,0 15 4 15,-2 11 10-15,1 6-6 16,1 6-3-16,0-3 1 16,0 0-1-16,8-3-1 15,7-7 0-15,5-2-9 16,7-8-112-16,3-8-115 15,3-14-215-15</inkml:trace>
  <inkml:trace contextRef="#ctx0" brushRef="#br2" timeOffset="121013.01">20662 3558 1411 0,'0'0'91'15,"0"0"-91"-15,0 0 0 16,-55 101 23-16,52-39 17 16,3 8-21-16,0 2-1 15,13-4-12-15,9-8 0 16,3-10-6-16,2-9-2 16,1-8-19-16,-3-11-145 15,-4-8-55-15,-5-14-198 0</inkml:trace>
  <inkml:trace contextRef="#ctx0" brushRef="#br2" timeOffset="121471.42">20796 3688 1356 0,'0'0'86'0,"0"0"-73"15,0 0 31-15,0 0-37 16,0 0 0-16,0 0-7 0,87 28 4 15,-69 2-4 1,-6 6 0-16,-7 3 0 0,-5 2-1 16,0 1 2-16,-8-6-2 15,-3-10-2-15,3-10-80 16,5-13 17-16,0-3 56 16,3-11-28-16,0-24-95 15,0-8-35-15,14-3 154 16,4 2-10-16,-1 10 24 15,0 3 20-15,-2 9 23 16,-1 6 24-16,-6 4 1 16,-1 5-5-16,-4 4 15 15,-1 2-5-15,-2 1-8 16,0 0-8-16,0 0-22 16,0 0-23-16,0 0 3 0,-2 0-10 15,-6 18 0 1,-3 9-4-16,1 7 1 0,4 4-4 15,6 0 0-15,0-4-2 16,3-1 3-16,16-4-8 16,4-3 1-16,7-7-121 15,5-8-76-15,-3-10-196 16</inkml:trace>
  <inkml:trace contextRef="#ctx0" brushRef="#br2" timeOffset="121643.45">21212 3841 707 0,'0'0'626'0,"0"0"-593"0,0 0 20 16,0 0 26-16,0 0-64 15,0 0-13-15,119-27-2 16,-69 21-5-16,-3 3-76 16,-7-2-52-16,-8 1-45 15,-11-5-120-15,-7-2-62 16</inkml:trace>
  <inkml:trace contextRef="#ctx0" brushRef="#br2" timeOffset="121785.59">21540 3712 166 0,'0'0'419'0,"0"0"-168"16,0 0-22-16,0 0-66 15,0 0-19-15,0 0-96 0,-39-25-48 16,39 48-8 0,0 10 8-16,0 5 7 15,7 0-6-15,0 3-1 0,1 0-15 16,-1-7-158-16,-2-6-203 15</inkml:trace>
  <inkml:trace contextRef="#ctx0" brushRef="#br2" timeOffset="122055.55">21501 3565 1289 0,'0'0'93'0,"0"0"-91"16,0 0 49-16,0 0-42 0,0 0-6 16,87 20 10-16,-47 11-4 15,-1 4-9-15,-9 9 10 16,-8 2-4-16,-10 7 13 16,-9 3-13-16,-3 0-1 15,0-5 5-15,-15-8-6 16,-3-6-4-16,-4-8-1 15,-1-11-127-15,4-10-123 16,2-8-337-16</inkml:trace>
  <inkml:trace contextRef="#ctx0" brushRef="#br2" timeOffset="122252.45">21838 3642 1389 0,'0'0'120'16,"0"0"-113"-16,0 0-7 15,98 0 16-15,-56 0-14 16,0 0-4-16,-5 7-104 16,-13-5-217-16,-15 1-385 15</inkml:trace>
  <inkml:trace contextRef="#ctx0" brushRef="#br2" timeOffset="122406.21">21856 3828 821 0,'0'0'632'0,"0"0"-632"16,0 0-78-16,0 0 76 16,92-26 2-16,-35 12-104 15,3-1-180-15,-2-4-210 16</inkml:trace>
  <inkml:trace contextRef="#ctx0" brushRef="#br2" timeOffset="122653.83">22376 3665 1153 0,'0'0'66'0,"0"0"-53"16,0 0 25-16,0 0 19 16,0 0 10-16,0 0-40 0,60 63 14 15,-37-62-5-15,0-1 19 16,-6 0 6-16,-8-1-8 15,-4-8 2-15,-5-2 0 16,0-2-29-16,-3-4-13 16,-16-1 1-16,0 1-12 15,-2 3 0-15,0 6-2 16,-3 8-18-16,-1 0-17 16,-5 24-27-16,-2 12-19 15,2 11-99-15,-2 1-145 16,1 2-295-16</inkml:trace>
  <inkml:trace contextRef="#ctx0" brushRef="#br2" timeOffset="123906.8">17029 3835 274 0,'0'0'334'0,"0"0"-193"16,0 0-97-16,87-76 5 15,-46 67 20-15,-5 8-6 16,-4 1-8-16,-7 18-32 16,-10 17-4-16,-7 8 7 15,-6 5 7-15,-2 3 6 16,0-4-12-16,-10-8 5 16,-5-7-19-16,2-10-13 0,-1-8 0 15,6-5 0 1,3-6 12-16,5-2 0 0,0-1-5 15,0-4 7-15,3-20-14 16,14-10-31-16,4-7 12 16,-1 0 19-16,1-1 0 15,-3 2 5-15,-1-2-4 16,0 2 2-16,-4 4 2 16,-2 6-4-16,-1 8 18 15,-4 6 10-15,-5 9 10 16,-1 3 8-16,0 3-2 15,0 1-13-15,0 0-32 16,0 16-8-16,-10 16 8 16,-1 14 8-16,4 5-6 0,4-2 6 15,3-7-7-15,0-4 4 16,11-6-5-16,6-5-5 16,1-6 5-16,4-5-12 15,0-5-36-15,3-5-87 16,2-6-138-16,-3-1-200 15</inkml:trace>
  <inkml:trace contextRef="#ctx0" brushRef="#br2" timeOffset="124073.64">17616 3814 1318 0,'0'0'40'15,"0"0"-37"-15,0 0-3 0,0 0 54 16,0 0-29-16,124-8-25 15,-82 8-6-15,0 5-16 16,-7 8-124-16,-11 1-127 16,-12 4-162-16</inkml:trace>
  <inkml:trace contextRef="#ctx0" brushRef="#br2" timeOffset="124237.06">17631 4037 1192 0,'0'0'81'0,"0"0"-81"15,0 0 0 1,0 0 10-16,0 0-6 0,0 0-8 16,141 2-8-16,-76-12-79 15,7-4-72-15,-2-4-82 16,-7-3-79-16</inkml:trace>
  <inkml:trace contextRef="#ctx0" brushRef="#br2" timeOffset="124487.36">18171 3904 825 0,'0'0'219'15,"0"0"-183"-15,0 0 10 16,0 0 18-16,0 0-23 16,0 0-4-16,-8 55-6 15,23-55 16-15,0 0 34 16,0-13 4-16,0-12-8 16,-2-7-15-16,-6-4-15 0,-5 2-11 15,-2 2-6-15,-9 1-17 16,-14 7-7-16,-6 4 1 15,0 11-7-15,-1 9-2 16,2 0 1-16,2 24-22 16,-1 18-17-16,5 17-41 15,2 9-87-15,2 4-7 16,-2 6-143-16,-6-7-171 16</inkml:trace>
  <inkml:trace contextRef="#ctx0" brushRef="#br2" timeOffset="125037.09">17158 4573 1134 0,'0'0'167'0,"0"0"-154"16,0 0 10-16,0 0 44 16,0 0-18-16,87-55-41 15,-55 61-8-15,-4 19-7 16,-4 10 7-16,-11 6 7 0,-7 2-7 16,-6 4 1-16,-1-3 2 15,-14-1 4-15,-2-13-7 16,5-13-15-16,6-12-13 15,4-5 24-15,2 0-40 16,0-17 18-16,2-17-100 16,14-4-6-16,6-8 118 15,1-1-8-15,1 0-9 16,0-2 29-16,-1 4 2 16,-3 1 5-16,-4 4 20 15,-4 4 22-15,-5 7 44 16,-7 10-15-16,0 7 13 15,0 8 5-15,0 4-44 16,-7 9-26-16,-6 20-16 0,0 11-8 16,-1 4 3-16,7 2-2 15,7-3-1-15,0-3 0 16,0-4 0-16,12-5-1 16,5-6 0-16,5-3-8 15,1-9-83-15,2-5-82 16,1-8-163-16,-7 0-291 15</inkml:trace>
  <inkml:trace contextRef="#ctx0" brushRef="#br2" timeOffset="125197.58">17728 4480 1461 0,'0'0'42'0,"0"0"-42"16,0 0-5-16,0 0 5 15,97 12 7-15,-49 3-7 16,0 2-154-16,-9-4-113 16,-15 0-220-16</inkml:trace>
  <inkml:trace contextRef="#ctx0" brushRef="#br2" timeOffset="125354.03">17707 4739 1181 0,'0'0'87'0,"0"0"-87"16,0 0-21-16,145-65 21 16,-63 43 0-16,12 4-66 15,-1-4-261-15,-10 1-197 16</inkml:trace>
  <inkml:trace contextRef="#ctx0" brushRef="#br2" timeOffset="125527.84">18297 4354 1076 0,'0'0'192'16,"0"0"-141"-16,0 0 35 15,0 0-31-15,0 0-54 16,0 0 2-16,-10 126 2 16,23-61 3-16,0-5-8 15,1-3-1-15,-1-3-83 0,-4-11-91 16,-3-12-270-16</inkml:trace>
  <inkml:trace contextRef="#ctx0" brushRef="#br2" timeOffset="126336.92">18481 3625 548 0,'0'0'318'0,"0"0"-238"15,0 0-23-15,0 0 118 0,0 0-54 16,0 0-49-16,-24-54-44 16,24 54-7-16,0 0 12 15,0 0-6-15,0 5-27 16,10 20 0-16,7 14 4 16,3 13 35-16,2 17-20 15,-1 15-11-15,-2 15 2 16,-3 16 27-16,-6 7-28 15,-3 6-6-15,-4-5 3 16,3-10-3-16,0-20-2 16,2-15-1-16,1-18 1 15,-2-15 5-15,-2-13 12 16,-4-12-3-16,-1-9 0 0,0-5-6 16,-4-6 31-1,-21 0 10-15,-11 0-29 0,-9-3-11 16,-5-11-10-16,0-7 2 15,4-3-2-15,10-1-13 16,9 0-37-16,17-7-51 16,10-7-129-16,21-10-216 15,25-13-516-15</inkml:trace>
  <inkml:trace contextRef="#ctx0" brushRef="#br2" timeOffset="127005.06">18985 3656 1037 0,'0'0'197'0,"0"0"-172"15,0 0 46-15,0 0 34 16,0 0-28-16,0 0-36 16,-5-2-23-16,5 2-15 15,2 0-3-15,12 0 10 16,7 6 33-16,9-1 5 16,8-2-24-16,3-3 1 0,1 0 1 15,-4 0-12-15,-7 0-3 16,-5 0-9-16,-4 0 1 15,-4 0-2-15,0 0 2 16,4-8-1-16,0-1 14 16,3 0-16-16,-1 1 4 15,-8 1-4-15,-6 5-6 16,-6 2 6-16,-4 0-10 16,0 0-30-16,0 0 0 15,-14 12-16-15,-9 5 40 16,-11 4-67-16,-9-1-39 15,-6-3 68-15,-1-4 40 0,0-4 14 16,-1-2 8-16,5 0 12 16,8-5 60-16,11 0 20 15,14-2-5-15,11 0-27 16,2 0-35-16,5 0-33 16,25 0-6-16,13 0 6 15,14-3 8-15,5-1-2 16,-5 0-1-16,-14 2-2 15,-14 0-3-15,-19 2 2 16,-10 0-4-16,0 0-2 16,-3 0 4-16,-19 0 9 15,-8 0-8-15,-7 0-1 16,2 0-10-16,6 0-56 16,6 2-89-16,1 5-237 15,6 3-405-15</inkml:trace>
  <inkml:trace contextRef="#ctx0" brushRef="#br2" timeOffset="127770.14">19181 3773 718 0,'0'0'302'16,"0"0"-218"-16,0 0 28 15,0 0 59-15,0 0-83 16,0 0-74-16,-13 14-12 16,-11 35-2-16,-9 21 29 15,-10 12 33-15,-8 1-28 16,-4-3-1-16,0-2-3 0,3-6-3 16,9-9-2-16,7-15-21 15,11-13 5 1,9-13-8-16,6-9 1 0,4-9-1 15,6-3 2-15,0-1-3 16,0 0 9-16,0 0-8 16,0-7 38-16,0-8-19 15,0-6-19-15,0-5 0 16,0 4 1-16,0-3-2 16,0-1 1-16,0-4 1 15,7-4 2-15,5 3-4 16,0-3 2-16,1 8 5 15,-3 2-4-15,0 9 3 0,-3 4-1 16,-5 5-4 0,-1 6 8-16,-1 0-9 0,0 0-2 15,0 0 0-15,0 0-3 16,0 19 5-16,-1 16 0 16,-10 13 2-16,-2 10 3 15,2 3-2-15,-2-2-1 16,5-8-1-16,3-10 2 15,3-13-3-15,2-10 0 16,0-7 2-16,0-7-3 16,14-4 2-16,13 0 0 15,11-7 11-15,9-14-12 0,8-7 4 16,2-5-4 0,5 0-29-16,3 0-39 0,6 2-81 15,0 1-185-15,-7 3-425 16</inkml:trace>
  <inkml:trace contextRef="#ctx0" brushRef="#br2" timeOffset="129620.59">16710 5470 925 0,'0'0'182'16,"0"0"-122"-16,0 0-33 16,19-101 58-16,-12 71 32 0,-1 0-18 15,-5 1-60 1,-1 4-1-16,0 3-20 0,-3 4 5 16,-12 5-7-16,-5 6-15 15,-4 3 8-15,-1 4-9 16,1 2-2-16,-2 16-5 15,4 6 7-15,6 3 0 16,2 0 0-16,8-1-5 16,6-2 4-16,0-2-4 15,16-1 1-15,14 0 3 16,14 3 2-16,5 1 2 16,4-1-3-16,1 0 1 15,-8 1-1-15,-7 0 0 16,-14 0 0-16,-12-2-2 15,-11-2-4-15,-2 0 6 16,-18 1 8-16,-23 1-1 16,-15-2 11-16,-6-4-11 0,0-10 11 15,8-7 13-15,14 0-12 16,14-21 8-16,12-15-10 16,14-14-14-16,0-6-6 15,34 0-1-15,15 3-10 16,10 7-18-16,5 10-26 15,-1 6-36-15,-3 5-50 16,-6 2-37-16,-9 3-93 16,-13-3-63-16,-15-1 78 15,-12-2 28-15,-5-4 231 0,-7-2 286 16,-15-5-3 0,-5-5-84-16,-5 1-54 0,-1 4-8 15,-3 10-49-15,-3 5 1 16,-1 9-11-16,-3 4-17 15,-5 2-33-15,-1 6-8 16,-3 1 0-16,1 0 5 16,1 8-10-16,-3 16 1 15,-3 12-4-15,0 16 8 16,1 16 0-16,6 16-12 16,11 13 15-16,16 11-10 15,17 4-1-15,5 4 6 16,21-7-17-16,18-16 2 0,9-15-3 15,7-15 3 1,6-13-3-16,4-15 0 0,6-14 0 16,4-14-2-16,5-7 3 15,5-13-1-15,-3-23 9 16,-2-14-6-16,-6-11-6 16,-9-12 1-16,-13-11 2 15,-13-17 0-15,-18-9 0 16,-19-4 1-16,-4-2-1 15,-32 6 0-15,-14 14 0 16,-2 15 0-16,3 22 0 16,4 26-1-16,8 24-6 15,3 9-20-15,10 27-57 16,11 26-110-16,11 10-89 0,0 8-317 16</inkml:trace>
  <inkml:trace contextRef="#ctx0" brushRef="#br2" timeOffset="156831.43">20438 5089 41 0,'0'0'715'0,"0"0"-631"16,0 0-64-16,0 0 112 16,0 0-12-16,0-76-39 15,0 65-1-15,0 6-7 16,0 1-8-16,0 2 7 0,0 2-21 15,0 0-19-15,0 22-32 16,-3 26 0-16,0 24 24 16,1 15 20-16,0 4-16 15,2-2-16-15,0-4-2 16,0-9 15-16,0-10-25 16,0-8 5-16,0-10-5 15,0-9 5-15,0-9-5 16,0-11 0-16,0-10-12 15,0-2-41-15,0-7-77 16,0-3-12-16,0-27-29 0,0-19-617 16</inkml:trace>
  <inkml:trace contextRef="#ctx0" brushRef="#br2" timeOffset="157636.43">20526 4959 786 0,'0'0'142'0,"0"0"-125"0,0 0 6 16,0 0 106-16,0 0-12 15,0 0-50-15,-14-13-26 16,14 13-13-16,0 0 35 16,0 0 7-16,0 0-17 15,0-2-4-15,0 2-21 16,0-1-7-16,0 1 11 16,0 0-25-16,3 0 7 15,14 0-6-15,13 0 1 16,15 0 15-16,20 0-15 15,17-6 2-15,15-1 3 0,17-4-10 16,13 0 0 0,12 1-4-16,10 2 3 0,3 1-1 15,-5 1-2-15,-2 3 0 16,2 2 2-16,-3-1 7 16,3 2-12-16,-5 0 3 15,-6 0 0-15,-3 6-4 16,-2 1 7-16,-4-1-3 15,-6-6 0-15,-8 0 4 16,-9 0-3-16,-7 0-1 16,-15 0 0-16,-15 0 0 15,-21 0-2-15,-16-3 2 16,-15 2 0-16,-5-1 2 16,-4 1-4-16,-5-1 2 15,2 2 0-15,-1 0 5 16,-2 0-3-16,1-2-2 0,2 2 0 15,1 0-1-15,2 0-2 16,-2 0 2-16,0 0 1 16,-1 0-2-16,-1 0 3 15,1 0-1-15,-1 0 0 16,3 0 6-16,-2-2-12 16,0 2 6-16,0 0 0 15,-2 0 1-15,-1 0 0 16,0 0-1-16,0 0 0 15,0 0-7-15,0 0 2 16,3 0-19-16,6 0 3 16,2 0 19-16,1 0-10 15,0 0 5-15,-5 0-20 0,-4 0-45 16,-2 0-22-16,-1 0-59 16,0 0-48-16,0 0-131 15,0 0-175-15</inkml:trace>
  <inkml:trace contextRef="#ctx0" brushRef="#br2" timeOffset="158565.57">20592 6058 503 0,'0'0'481'0,"0"0"-436"16,0 0-21-16,0 0-3 15,0 0 82-15,0 0-6 16,-72-17-57-16,62 16-18 15,3 0 21-15,3-2-3 16,2 3 1-16,2-1 3 16,0-1-30-16,0 2-1 0,10-1-7 15,13 1 0-15,18 0 7 16,20 0-12-16,24 0 4 16,24 0 5-16,31 0-4 15,32-6 3-15,29-1 5 16,20-3 12-16,11 3 1 15,1 0-22-15,-3-2 11 16,0 1-16-16,-20 1-2 16,-19 4 0-16,-34 1 4 15,-35 2-1-15,-35 0 1 16,-28 0 3-16,-26 0-5 16,-17 0 0-16,-10 0-4 15,-5 0 2-15,-1 0-2 16,0 0-27-16,3 0-53 0,13-2-73 15,6-5-29-15,6-4-97 16,-4-2-116-16</inkml:trace>
  <inkml:trace contextRef="#ctx0" brushRef="#br2" timeOffset="163312.83">15434 8350 342 0,'0'0'519'0,"0"0"-483"16,0 0-26-16,0 0-10 15,0 0 123-15,0 0 0 16,0 0-61-16,0 0-26 16,-53 0 18-16,53 0 24 15,0 0-10-15,0 0-22 16,0 0-16-16,3 0-18 15,17 0 5-15,16 0 4 16,19 0 9-16,18-2 4 16,24-10-22-16,24-8 5 15,22-2-12-15,18-3 0 16,4-1 10-16,-2 5-14 16,-10 3 3-16,-14 5-4 15,-17 6-3-15,-20 1-28 0,-20 3-32 16,-19 3-76-16,-17 0-54 15,-18 0-85-15,-15-4-105 16,-13-4-117-16</inkml:trace>
  <inkml:trace contextRef="#ctx0" brushRef="#br2" timeOffset="163728.91">15563 8518 714 0,'0'0'400'0,"0"0"-384"0,0 0-16 16,0 0 0 0,0 0 45-16,0 0 33 0,8-2-24 15,29-5-23-15,23 1 15 16,20-3 14-16,23-2-21 15,20-5-15-15,20-2-17 16,6-1 3-16,-1 3-9 16,-8 7-1-16,-17 6-11 15,-15 3-142-15,-14 0-146 16,-20-4-275-16</inkml:trace>
  <inkml:trace contextRef="#ctx0" brushRef="#br2" timeOffset="163841.28">17322 8360 1134 0,'0'0'0'0</inkml:trace>
  <inkml:trace contextRef="#ctx0" brushRef="#br2" timeOffset="173344.78">14281 13864 992 0,'0'0'214'16,"0"0"-175"-16,0 0-32 15,0 0-4-15,0 0 70 16,0 0 13-16,0 0-49 16,0 0-28-16,-10-13 5 15,62 13 14-15,16 0 13 16,14-6-13-16,13-8-7 16,9-2-11-16,8 3-4 15,3-4 1-15,-6 9-4 0,-14 5 1 16,-14 3-4-16,-19 0-11 15,-14 0-36-15,-12 3-46 16,-13 3-67-16,-17-4-16 16,-6 0-103-16,-6-2-78 15</inkml:trace>
  <inkml:trace contextRef="#ctx0" brushRef="#br2" timeOffset="173660.02">14403 14056 458 0,'0'0'822'0,"0"0"-743"16,0 0-79-16,0 0-41 15,105-4 41-15,-31-6 74 16,11-3-13-16,14-1-31 16,5 0-10-16,-1 4-16 15,-6 7-4-15,-12 3-41 0,-11 0-134 16,-14 0-163-16,-12 0-365 15</inkml:trace>
  <inkml:trace contextRef="#ctx0" brushRef="#br2" timeOffset="173813.26">15634 14049 1475 0,'0'0'0'0,"0"0"-206"15,0 0-172-15,0 0 316 16,0 0 52-16,0 0-194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1:13:44.11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11388 1032 534 0,'0'0'271'0,"0"0"-199"16,0 0-32-16,0 0 50 15,0 0 37-15,0 0-24 16,0 0-36-16,6-35-21 16,-5 27-2-16,-1 2-6 15,0-1 10-15,0-1-3 16,0 1-12-16,-1 0-7 15,-9-1-13-15,1 1-1 16,-1 0-10-16,-2 1-2 16,1 2 0-16,-6 1-1 0,-3 3 2 15,-4 0-4 1,-1 0 1-16,-3 9 2 0,0 4 0 16,2 2 2-16,4 1-2 15,5 0 0-15,1 4 0 16,3-2 0-16,3 4 0 15,1 0-2-15,3-2 0 16,4-2-1-16,0-4 1 16,2-3 2-16,0 0-3 15,0-2 3-15,12 2 0 0,2-1 2 16,4 1 1 0,7 2-2-16,5 1 5 0,8 0-2 15,7 4 0 1,1-1 0-16,2 4-4 0,-6 1-4 15,-5 0 3-15,-10 3-1 16,-9 0 2-16,-8 0 0 16,-10 3 1-16,0 1-1 15,-17 4 6-15,-21 1 3 16,-12-1 11-16,-12-6 0 16,-5-6 5-16,2-8 2 15,8-6-7-15,7-6 10 16,3-1-14-16,7-1-9 15,5-14 10-15,8-7-13 16,10 0 5-16,7 0-9 16,7 5-4-16,3 3 1 15,0 2-1-15,0 1-22 0,10-5-26 16,16 1-56-16,13-1-105 16,6-4-61-16,2 0-264 15</inkml:trace>
  <inkml:trace contextRef="#ctx0" brushRef="#br0" timeOffset="280.83">11681 1220 1017 0,'0'0'274'0,"0"0"-273"0,0 0 2 15,0 0-3-15,0 0 38 16,0 0 6-16,121-17-6 16,-73 17-30-16,-5 0-8 15,-6 0-4-15,-6 3-2 16,-10 6-11-16,-8 6-116 0,-13 2-180 15,0 4-165 1</inkml:trace>
  <inkml:trace contextRef="#ctx0" brushRef="#br0" timeOffset="437.77">11667 1454 1035 0,'0'0'202'0,"0"0"-202"16,0 0-22-16,0 0 22 15,0 0 19-15,109 0-16 16,-47 0-3-16,3 0-6 16,-3 0-276-16,-10-3-92 15</inkml:trace>
  <inkml:trace contextRef="#ctx0" brushRef="#br0" timeOffset="949.53">12448 1017 1044 0,'0'0'90'15,"0"0"-78"-15,0 0 24 16,0 0-1-16,0 0-16 0,0 0-10 16,-21 90 39-1,18-40-32-15,-1-4-6 0,2-2-3 16,-1-2-6-16,0-4 8 15,-4 1-6-15,-2-1-3 16,-1-4 0-16,-3-1-3 16,1-9-142-16,1-11-211 15,1-11-175-15</inkml:trace>
  <inkml:trace contextRef="#ctx0" brushRef="#br0" timeOffset="1194.49">12350 1104 1072 0,'0'0'135'0,"0"0"-111"15,0 0-24-15,0 0 9 16,0 0 5-16,0 0 33 16,90 40 2-16,-47-11-16 15,2 1-18-15,4 0-13 16,0 1 6-16,-4 0-8 15,-7 0-4-15,-8-1 2 16,-10-1-13-16,-8-3-91 16,-2-7-72-16,-8-7-184 15,-2-12-272-15</inkml:trace>
  <inkml:trace contextRef="#ctx0" brushRef="#br0" timeOffset="1434.44">12714 1022 1107 0,'0'0'65'0,"0"0"-65"16,0 0-9-16,0 0 9 15,15 102 42-15,4-56-6 16,-1 1-25-16,-3-3-7 15,-3 2-3-15,-4-2 0 16,-3 2-2-16,-5-1-9 0,0-5-286 16,0-11-248-1</inkml:trace>
  <inkml:trace contextRef="#ctx0" brushRef="#br0" timeOffset="1578.75">12921 1311 1019 0,'0'0'99'16,"0"0"-99"-16,0 0-182 15,0 0-95-15,0 0-24 16</inkml:trace>
  <inkml:trace contextRef="#ctx0" brushRef="#br0" timeOffset="1815.9">13084 1059 1030 0,'0'0'170'16,"0"0"-170"-16,0 0-6 16,-15 76 6-16,15-31 19 15,11 5 18-15,4 0-23 16,-1 1-8-16,-2-3-6 15,-6-3 3-15,-5-3-3 0,-1-6-2 16,0-9-103 0,0-11-177-16,-7-12-150 0</inkml:trace>
  <inkml:trace contextRef="#ctx0" brushRef="#br0" timeOffset="2065.42">13063 937 1170 0,'0'0'235'16,"0"0"-129"-16,0 0-44 15,0 0-15-15,16-80-10 16,22 75-21-16,11 2-8 16,0 3-7-16,-7 14-1 0,-12 15-4 15,-11 5 4-15,-12 4 0 16,-7-1 4-16,0-1-4 15,-14-1 1-15,-9-2-1 16,-11 0-44-16,-4 1-132 16,-10-8-182-16,-7-1-347 15</inkml:trace>
  <inkml:trace contextRef="#ctx0" brushRef="#br0" timeOffset="2418.33">11276 1877 721 0,'0'0'664'15,"0"0"-637"-15,0 0-27 16,0 0 0-16,0 0 8 16,139-14 47-16,-15 14 12 15,35-4-46-15,21-2-15 16,14-3 1-16,-5 1-5 16,-20 4 4-16,-23 4-2 15,-33 0-3-15,-24 0-2 0,-29 0-7 16,-23 0-79-16,-17 0-56 15,-15 0-41-15,-5 0-1 16,-20 0-126-16</inkml:trace>
  <inkml:trace contextRef="#ctx0" brushRef="#br0" timeOffset="2701.98">11330 2108 1186 0,'0'0'360'0,"0"0"-360"16,154-16-49-16,-27 6 49 15,25-3 7-15,17 1 15 16,6 5 32-16,-9 4-33 15,-21 3-10-15,-22 0-8 16,-25 0-2-16,-20 6-1 16,-16-4-36-16,-17-2-173 15,-14 0-117-15,-17 0-337 16</inkml:trace>
  <inkml:trace contextRef="#ctx0" brushRef="#br0" timeOffset="2846.14">12973 1977 1683 0,'0'0'45'0,"0"0"-41"16,0 0-3-16,0 0-1 15,0 0-10-15,0 0-73 16,-5 13-236-16,-8 1-261 16</inkml:trace>
  <inkml:trace contextRef="#ctx0" brushRef="#br0" timeOffset="4348.42">10578 2954 365 0,'0'0'142'0,"0"0"-115"0,0 0 2 16,0 0 126 0,0 0-28-16,-39-81 11 0,36 70-33 15,1 2-15-15,1 3 23 16,1 4 2-16,0 2-13 16,0 0-62-16,0 0-40 15,9 21-8-15,18 16 8 16,14 10 14-16,2 7 23 15,3 3-26-15,1-3-9 16,-3-3 1-16,-6-4-3 16,-4-3 1-16,-9-3-2 15,-5-3-4-15,-10-5-134 16,-5-6-68-16,-5-11-160 16,0-12-522-16</inkml:trace>
  <inkml:trace contextRef="#ctx0" brushRef="#br0" timeOffset="4596.14">10837 2888 1151 0,'0'0'122'0,"0"0"-102"15,0 0-20-15,0 0-10 16,0 0 10-16,-39 120 83 15,13-51-49-15,-2 0-19 0,2-2-8 16,-1-9 0-16,2-5-6 16,5-10 1-16,7-10-4 15,7-8-3-15,6-8-119 16,6-12-175-16,14-5-243 16</inkml:trace>
  <inkml:trace contextRef="#ctx0" brushRef="#br0" timeOffset="4790.89">11041 3161 1056 0,'0'0'117'0,"0"0"-116"0,-2 102 6 15,-3-61-2 1,2-1-3-16,3 0 1 0,0-2-6 15,0-4 3-15,0-9-236 16,0-9-346-16</inkml:trace>
  <inkml:trace contextRef="#ctx0" brushRef="#br0" timeOffset="5147.75">11168 2931 972 0,'0'0'290'0,"0"0"-290"16,0 0-17-16,0 0 17 15,0 0 11-15,93 68-4 16,-57-30 0-16,-3-1 3 16,-5-5-8-16,-11-12-1 15,-7-6 4-15,-7-8-1 16,-3-4 30-16,0-2 57 15,0 0 51-15,0-16-19 16,0-17-56-16,0-13-57 16,-6-8-2-16,-4 1-6 15,3 6 3-15,0 7-5 0,4 13-2 16,3 10 0-16,0 12-26 16,0 5-54-16,1 7-177 15,15 18-42-15,2 8 76 16,-1 0-267-16</inkml:trace>
  <inkml:trace contextRef="#ctx0" brushRef="#br0" timeOffset="5286.1">11472 3084 862 0,'0'0'133'16,"0"0"-118"-16,-19 92 89 16,13-48 19-16,2 2-68 15,0 3-38-15,2-3-6 16,2-5-11-16,0-7-1 15,3-8-79-15,13-12-203 0,3-12-177 16</inkml:trace>
  <inkml:trace contextRef="#ctx0" brushRef="#br0" timeOffset="5485.16">11731 3184 1088 0,'0'0'157'16,"0"0"-156"-16,-45 85 1 15,38-50 0-15,5-1-1 16,2-2-1-16,0-5 0 0,17-6-120 16,2-12-218-16</inkml:trace>
  <inkml:trace contextRef="#ctx0" brushRef="#br0" timeOffset="5897.66">11932 2941 1281 0,'0'0'6'0,"0"0"6"0,-16 130-12 16,15-73 30-1,1-1 21-15,0-7-26 0,0-6-22 16,1-10 4-16,-1-11-5 16,3-9-1-16,-3-11 3 15,0-2-2-15,0 0 14 16,0-17-1-16,-3-17-15 16,-3-13-44-16,3-10 42 15,-1-5 2-15,3 4 4 16,1 11 7-16,0 11-2 15,0 17 53-15,8 9-20 16,5 9-20-16,9 1-22 16,7 14-6-16,9 17 5 15,5 10 1-15,3 6 3 16,-1 4 0-16,-3-3 0 16,-4-5-2-16,-1-4-1 0,-5-4-14 15,-6-9-136-15,-7-10-37 16,-8-10-149-16,-9-6-230 15</inkml:trace>
  <inkml:trace contextRef="#ctx0" brushRef="#br0" timeOffset="6088.27">12172 2937 791 0,'0'0'294'0,"0"0"-211"15,0 0 31-15,0 0 33 16,0 0-106-16,0 0-41 0,2-16 0 15,25 68 8 1,-1 10 7-16,-4 5-14 0,-3-2 3 16,-4-4-4-16,-2-6 0 15,-1-9-76-15,1-9-151 16,-1-13-267-16</inkml:trace>
  <inkml:trace contextRef="#ctx0" brushRef="#br0" timeOffset="6464.24">12903 2912 1146 0,'0'0'49'0,"0"0"-32"15,0 0 71-15,0 0 33 16,0 0-44-16,0 0-46 16,-51-33-16-16,32 33-8 15,-8 11-6-15,-5 12 4 16,-3 9 3-16,2 7 1 16,4 7 27-16,11 2-23 15,13 0 1-15,5-4-1 16,13-5-5-16,17-9 2 15,9-6-10-15,8-8-3 0,1-9 3 16,6-7 1-16,1 0-1 16,-3-6-68-16,-4-12-46 15,-6-2-95-15,-9-4-141 16,-13 2-405-16</inkml:trace>
  <inkml:trace contextRef="#ctx0" brushRef="#br0" timeOffset="6695.77">12774 3102 1192 0,'0'0'21'0,"0"0"-7"0,0 0-14 15,0 0 17-15,119 2 10 16,-62-2-15-16,0 0-12 16,-2 0-15-16,-10-6-259 15,-8-8-167-15</inkml:trace>
  <inkml:trace contextRef="#ctx0" brushRef="#br0" timeOffset="6975.31">13702 2821 1292 0,'0'0'159'0,"0"0"-158"15,0 0-1-15,0 0-15 16,0 0 15-16,-10 84 27 16,29-34-11-16,0-3-13 15,-2-1 1-15,-7-3-4 16,-5-8-119-16,-5-5-35 0,0-8-249 16</inkml:trace>
  <inkml:trace contextRef="#ctx0" brushRef="#br0" timeOffset="7187.1">13467 2696 1221 0,'0'0'144'0,"-14"-89"-98"16,14 60 23-16,32 6 3 15,13 6-57-15,13 10-3 16,6 7-12-16,-2 6 0 15,-7 27-4-15,-13 13-2 0,-17 15-47 16,-14 9-91 0,-11 4-105-16,-7 6-268 0</inkml:trace>
  <inkml:trace contextRef="#ctx0" brushRef="#br0" timeOffset="7348.99">13481 3331 1170 0,'0'0'202'0,"0"0"-202"16,0 0 8-16,0 0 32 16,86-19-23-16,-27 10-17 15,6 2-3-15,1 0-49 16,-5 0-77-16,-8-4-108 0,-8-3-116 16</inkml:trace>
  <inkml:trace contextRef="#ctx0" brushRef="#br0" timeOffset="7913.3">14000 3080 671 0,'0'0'300'0,"0"0"-230"16,0 0 28-16,0 0-67 15,0 0-26-15,0 0 6 16,22 64 47-16,-6-26-29 16,-4-2-14-16,1-3 1 15,-3-8 2-15,-1-5-9 16,-4-9 2-16,-2-6-10 0,-1-4 2 15,-2-1 8 1,0 0 17-16,1-4 76 0,1-14-77 16,2-13-18-16,0-7-9 15,2-2 1-15,-2 0-1 16,3 4 0-16,-3 10 0 16,1 12-9-16,-2 9 5 15,2 5 3-15,5 2-16 16,5 19 2-16,5 7 15 15,0-1 9-15,2-2-8 16,3-5 4-16,2-8-5 16,4-4 0-16,3-7-4 15,-1-1 4-15,1 0 0 16,-6-15-4-16,-5-8-18 0,-6-5 22 16,-5-5 0-16,-10-8-7 15,-2-5 5-15,0-7-7 16,-19-5 2-16,-7 0 4 15,-5 1 3-15,3 8 4 16,3 14 23-16,10 13 20 16,5 14 31-16,8 8-26 15,2 11-52-15,0 30-11 16,8 18 11-16,14 19 9 16,5 3-6-16,5-2-1 15,-2-6-4-15,0-7 0 0,-6-4-11 16,-7-8-149-1,-8-13-187-15,-9-15-444 0</inkml:trace>
  <inkml:trace contextRef="#ctx0" brushRef="#br0" timeOffset="8479.87">14378 2985 1001 0,'0'0'305'16,"0"0"-286"-16,0 0-12 15,0 0 30-15,0 0-34 16,142-57 0-16,-69 50 2 16,6-4-5-16,-2-2 0 15,-10 2 6-15,-13 4-5 0,-21 1 1 16,-18 5 0 0,-12 1-2-16,-3 0 0 0,0 0 0 15,-6 1 10-15,-11 14 8 16,0 5-13-16,2 6 1 15,6 2 1-15,8 2-5 16,1-1 7-16,0-2-8 16,17-4 1-16,6-8-2 15,10-6 2-15,8-9 5 16,4 0 6-16,1-18-6 16,-6-8 6-16,-8-1-10 15,-12 2 0-15,-9 1 2 16,-10 3-3-16,-1-2 0 15,0 0 4-15,-16 3 20 16,-4 5-12-16,4 5-13 0,1 7-2 16,4 3 2-16,4 17-3 15,1 18-2-15,6 14 4 16,0 9 1-16,0 9 11 16,9 6-8-16,1 3 5 15,-2 4 19-15,-2 1-11 16,-6-4-1-16,0-9-3 15,-9-12-11-15,-8-15 5 16,1-16-4-16,2-14 4 16,-1-11 5-16,4 0-10 15,-2-20 1-15,1-20-3 16,6-19-85-16,6-16-183 0,0-12-492 16</inkml:trace>
  <inkml:trace contextRef="#ctx0" brushRef="#br0" timeOffset="8586.29">15249 3065 1363 0,'0'0'269'16,"0"0"-269"-16,0 0-39 15,0 0-99-15,0 0-96 16,0 0-506-16</inkml:trace>
  <inkml:trace contextRef="#ctx0" brushRef="#br0" timeOffset="21211.64">8481 4752 256 0,'0'0'316'16,"0"0"-196"-16,0 0-60 16,0 0 33-16,0 0 15 15,0 0-27-15,4-4-40 16,-4 11-23-16,0 12 16 15,0 1 43-15,0 0-47 16,-9-4-12-16,-6 1 26 16,-5-3 9-16,-6 0-2 15,0-3-16-15,-1-7-21 16,4-4-6-16,6-6 36 16,9-24 4-16,8-10-42 15,0-8-6-15,22 0 0 16,16 6 11-16,9 9-10 0,5 15-1 15,4 10 0 1,0 8 0-16,-4 5-2 0,-11 20 1 16,-10 13-6-16,-18 10-2 15,-13 4 9-15,-6 3 0 16,-23-5 2-16,-10-12 4 16,-1-6-1-16,2-11 0 15,6-11-1-15,2-7 12 16,7-3-2-16,2-21 5 15,8-19 0-15,5-16-19 16,8-15 3-16,0-1-3 16,21 4-1-16,13 13 1 15,4 17 3-15,6 14-2 16,4 16-1-16,-3 8-2 0,-2 0 1 16,-5 22-1-16,-15 8-9 15,-10 9 10-15,-13 6-9 16,-3 3 10-16,-22-3 6 15,-12-6-5-15,-8-8-1 16,-7-6 13-16,-2-6-12 16,5-6 3-16,5-9-4 15,7-4 10-15,8-11 5 16,10-17-8-16,4-11 1 16,11-5-8-16,4-2-7 15,11 2 7-15,19 10 3 16,5 7-2-16,5 11-1 15,0 13-2-15,0 3 0 0,-1 17 2 16,-10 16-3 0,-9 12 2-16,-11 8-8 0,-9-2 9 15,0-5 0-15,-16-8 4 16,-6-8-4-16,-2-6 1 16,-1-6 0-16,0-5 5 15,0-5-5-15,0-7 1 16,2-1 3-16,2-7-5 15,8-23 9-15,3-11-9 16,5-8-3-16,5-4 1 0,0 6-2 16,17 12 4-1,6 11-1-15,2 14 3 0,2 10-4 16,3 0 2-16,2 19-2 16,0 9 0-16,-6 7-1 15,-9 4 2-15,-11 0 1 16,-6-3-7-16,0-6 7 15,-11-7 3-15,-8-9-2 16,0-6 6-16,-7-3-6 16,-2-5 4-16,-4 0-2 15,2-13 0-15,2-15 0 16,3-11-3-16,8-10-3 16,10-3 3-16,7 1-7 15,0 7 5-15,18 13-1 16,11 8 1-16,4 12 2 15,6 11-2-15,1 0 2 16,0 22-2-16,-7 14-2 0,-6 9 3 16,-15 10-4-16,-12 3 1 15,0-2 3-15,-15-11 2 16,-10-10 1-16,0-9 0 16,-2-12 2-16,0-5 0 15,-3-4 1-15,0-5-3 16,2-2 4-16,4-22-5 15,5-13 1-15,6-9-2 16,9-5-5-16,4 1 4 16,8 8 0-16,17 9-2 0,5 11 3 15,0 10-2 1,2 10 2-16,3 2-4 0,2 9 6 16,-4 14-2-16,-8 3 0 15,-11 8-11-15,-14 1 11 16,0 7-5-16,-27-3 5 15,-13 2 4-15,-9-6-3 16,3-8 2-16,5-4-1 16,9-11-2-16,8-9 7 15,5-3-2-15,4-9-2 16,7-20 5-16,3-13-8 16,5-4-2-16,3 0 2 15,19 9-2-15,7 8-3 16,0 11 5-16,4 8-2 15,3 10 2-15,-1 0-2 0,-2 10 2 16,-4 16 0 0,-9 6-7-16,-12 2 6 0,-8 4-4 15,0-1 5-15,-12-5-4 16,-9-3 9-16,-6-10-3 16,2-5 2-16,-5-5-4 15,-2-9 6-15,-3 0-5 16,-2-8 0-16,1-20 4 15,0-10-3-15,8-8 2 16,6-4-4-16,14 0 2 16,8 5-4-16,5 7 1 15,23 10 1-15,9 8 0 0,9 11-3 16,7 9 3-16,4 0 0 16,-1 20 2-16,-5 8-6 15,-13 8 4-15,-14 4-4 16,-14 4-3-16,-10 0-5 15,0-8 12-15,-16-7 2 16,-4-11-2-16,-5-8 11 16,-3-5-10-16,-4-5 2 15,-2 0 3-15,7-23-6 16,-1-13 7-16,8-12-7 16,4-9 3-16,4-6-7 15,10 4 4-15,2 7-5 16,5 12 4-16,20 13 1 15,9 12 0-15,9 12-1 16,7 3 0-16,7 25-1 0,-5 15 2 16,-7 11-6-16,-13 7 4 15,-17 5-6-15,-13-2 4 16,-2-2 4-16,-17-8 0 16,-15-11 5-16,-4-8-2 15,-5-12 0-15,-1-8 3 16,4-11-5-16,5-1 4 15,3-20 0-15,4-20-5 16,3-14 1-16,10-11-1 16,4-3-4-16,9 2 3 15,0 12-5-15,19 8 5 16,14 11-1-16,11 11-10 0,9 11 11 16,4 13 1-16,0 7-5 15,-5 23 1-15,-12 11-5 16,-15 7 1-16,-15 3 4 15,-10 3-6-15,-5-5 9 16,-22-2 0-16,-11-8 1 16,-9-4 7-16,-10-9-3 15,-1-8-1-15,4-16 3 16,8-2-4-16,10-27 25 16,10-18-8-16,7-7-18 15,12-4-1-15,7 5 2 16,0 12-2-16,12 13 0 15,6 13-3-15,8 10 3 0,3 3-3 16,5 4-1 0,3 16-4-16,-4 5-65 0,-3 3-117 15,-5-3-37-15,-8-3-197 16</inkml:trace>
  <inkml:trace contextRef="#ctx0" brushRef="#br1" timeOffset="40256.97">2189 6929 469 0,'0'0'371'0,"0"0"-301"0,0 0-22 15,0 0 103-15,0 0-66 16,0 0-31-16,-29-50-48 15,29 63-6-15,1 19 0 16,11 14 4-16,0 9 7 16,-2 0-1-16,-3 0-8 15,-6-7 1-15,-1-4-2 16,0-7-1-16,0-6-2 16,-5-4 1-16,3-8-110 15,2-12-145-15,0-7-194 0</inkml:trace>
  <inkml:trace contextRef="#ctx0" brushRef="#br1" timeOffset="40474.98">2220 6926 1033 0,'0'0'229'0,"0"0"-149"16,0 0-72-16,0 0-8 15,0 0 0-15,0 0 0 16,70 37 5-16,-13-4 36 15,8 4-20-15,-1 3-17 16,-8 0-3-16,-4 0 0 16,-7-3 2-16,-6-5-5 15,-6-5 2-15,-8-5-45 16,-2-10-132-16,-10-10-141 0,-10-2-175 16</inkml:trace>
  <inkml:trace contextRef="#ctx0" brushRef="#br1" timeOffset="40691.41">2597 6748 910 0,'0'0'230'16,"0"0"-174"-16,0 0-33 16,0 0-21-16,0 0 5 15,0 0 0-15,14 132 13 16,-2-66 2-16,-2-2-16 0,-4 2-6 15,1-5 1-15,-4-2 2 16,3-8-3-16,0-7-25 16,1-11-242-16,3-15-201 15</inkml:trace>
  <inkml:trace contextRef="#ctx0" brushRef="#br1" timeOffset="40938.28">2889 6912 1157 0,'0'0'185'0,"0"0"-174"0,0 0-9 16,0 0-2 0,0 0 0-16,0 0 10 0,130 119-5 15,-78-73-1-15,2 0 0 16,-5-5-2-16,-1-3 0 15,-9-4 0-15,-5-5-2 16,-7-5-2-16,-7-6-107 16,-7-7-95-16,-8-8-186 15</inkml:trace>
  <inkml:trace contextRef="#ctx0" brushRef="#br1" timeOffset="41170.03">3208 6880 1042 0,'0'0'157'15,"0"0"-139"-15,0 0-15 16,0 0 2-16,0 0 9 16,-54 106 6-16,34-54-2 15,1 5-3-15,-3-1-15 16,0 0 6-16,2-5-6 15,4-5-3-15,5-9-49 16,6-13-162-16,4-14-229 16</inkml:trace>
  <inkml:trace contextRef="#ctx0" brushRef="#br1" timeOffset="41540.5">3305 6892 1067 0,'0'0'96'0,"0"0"-91"16,0 0-5-16,0 0 4 16,97 95 5-16,-60-57 18 0,-2-4-5 15,-4-4-13 1,-6-4 0-16,-6-10-9 0,-7-5 10 15,-7-6-3-15,-3-5 46 16,-2 0 24-16,0 0 47 16,0-12 0-16,0-20-32 15,1-12-85-15,1-11 3 16,-1-3-10-16,-1 1 0 16,0 7-1-16,0 14 1 15,2 11 0-15,-2 15 0 16,4 4-66-16,2 6-58 15,2 4-155-15,2 17 56 16,-3 5-179-16</inkml:trace>
  <inkml:trace contextRef="#ctx0" brushRef="#br1" timeOffset="41710.3">3611 6996 1210 0,'0'0'34'16,"0"0"-28"-16,-25 84 6 15,23-41 32-15,2 2-8 16,0 1-25-16,0-2-1 16,7-5-10-16,6-7-3 15,0-9-24-15,3-8-204 16,0-11-144-16</inkml:trace>
  <inkml:trace contextRef="#ctx0" brushRef="#br1" timeOffset="42907.32">4190 7118 449 0,'0'0'52'0,"0"0"-51"16,0 0 38-1,0 0 107-15,0 0-8 0,0 0-30 16,-12-2 15-16,12 2-6 16,0-1-19-16,0 1-20 15,0 0-11-15,0 0-1 16,0 0-17-16,0 0-4 16,-2 0-17-16,2 0 1 15,0 0 4-15,0 0-17 16,0 0 6-16,0 0-8 15,0 0-6-15,0 0 1 16,0 0-7-16,0 0 8 16,0 0-8-16,0 0 1 0,0 0 4 15,0 0 1 1,0 0-5-16,0 0 13 0,0 0-8 16,0 0-1-16,0 0-2 15,0-2-5-15,0 2 0 16,0-1-3-16,0 1-1 15,3 0 4-15,16 0 0 16,7-3 4-16,11 0-1 16,9-3-2-16,2 0 1 15,5-1 0-15,2 0-2 16,-3 3 4-16,-5 1-4 16,-8 3-1-16,-11 0 0 0,-4 0-15 15,-3 0-45 1,-2 0-54-16,-1 0-90 0,-3 0-34 15,-2-2-163-15</inkml:trace>
  <inkml:trace contextRef="#ctx0" brushRef="#br1" timeOffset="43246.22">4839 6871 1171 0,'0'0'81'0,"0"0"-56"15,0 0 33-15,0 0 46 0,0 0-24 16,0 0-53-16,-7-25-27 16,7 25-4-16,4 10-1 15,18 16 5-15,8 9 2 16,4 7 4-16,2 3 1 15,6 0 11-15,0 1-6 16,0-4-10-16,-2-5 5 16,-7-4-5-16,-4-6-1 15,-10-6-1-15,-3-5 1 16,-6-2-1-16,-5-7 0 16,0-2-95-16,-5-4-100 15,0-1-83-15,0-10-135 16</inkml:trace>
  <inkml:trace contextRef="#ctx0" brushRef="#br1" timeOffset="43518.73">5133 6864 651 0,'0'0'510'0,"0"0"-460"15,0 0-50-15,0 0 0 16,0 0 11-16,-26 85 103 16,8-29-35-16,-7 1-9 15,0 1-28-15,0-5-7 16,2-8-17-16,6-3-15 0,1-8-1 16,6-7-2-16,5-5-1 15,5-5-15-15,0-8-210 16,0-9-114-16,5 0-364 15</inkml:trace>
  <inkml:trace contextRef="#ctx0" brushRef="#br1" timeOffset="44689.29">5527 7181 495 0,'0'0'79'0,"0"0"-59"16,0 0 65-16,0 0 99 16,0 0-19-16,0 0-38 15,-5 0-43-15,5 0 0 0,0 0-28 16,0 0-23-16,13 0-7 16,17-7 6-16,12 1 47 15,12-5-54-15,4-2-16 16,5 0-4-16,3 2-4 15,-3 3 0-15,-4 3-1 16,-9 2-100-16,-5 1-148 16,-11-7-161-16,-15-4-289 15</inkml:trace>
  <inkml:trace contextRef="#ctx0" brushRef="#br1" timeOffset="45056.21">6128 6843 830 0,'0'0'260'16,"0"0"-201"-16,0 0-48 15,0 0-10-15,0 0 3 16,0 0-4-16,34 67 55 16,0-20-2-16,2 0-42 15,5-5 3-15,-5-8-2 16,1-7 7-16,-7-8 29 15,-8-10-27-15,-9-5-6 16,-8-4 9-16,-2 0 8 16,0 0 77-16,-2-12-15 0,2-19-26 15,3-12-51 1,-2-11-16-16,2-3-1 0,-3-3 3 16,-3 1-3-16,0 5 0 15,1 8 0-15,1 13-3 16,-2 13-9-16,1 12-33 15,1 8-62-15,2 9-197 16,-4 17-93-16,0 5 10 16</inkml:trace>
  <inkml:trace contextRef="#ctx0" brushRef="#br1" timeOffset="45261.44">6512 6962 968 0,'0'0'146'16,"0"0"-141"-16,-2 86 13 16,0-43 30-16,1 3 35 15,1 4-54-15,0-3-24 16,0-5 3-16,0-4-7 16,0-9-1-16,6-5 0 15,7-7-17-15,6-10-213 16,1-7-199-16</inkml:trace>
  <inkml:trace contextRef="#ctx0" brushRef="#br1" timeOffset="45490.5">7085 6868 1243 0,'0'0'260'0,"0"0"-235"16,0 0-25-16,0 0-10 15,0 0 10-15,0 0 18 16,119 0-15-16,-72 6-3 16,-1 3-3-16,-7-3-253 15,-16 2-193-15</inkml:trace>
  <inkml:trace contextRef="#ctx0" brushRef="#br1" timeOffset="45672.16">7103 7104 1231 0,'0'0'278'0,"0"0"-278"15,0 0-17-15,0 0 17 16,0 0 8-16,129-24-8 15,-67 23 0-15,3 1-113 16,-4 0-136-16,-10-6-319 16</inkml:trace>
  <inkml:trace contextRef="#ctx0" brushRef="#br1" timeOffset="46057.78">7652 6828 1090 0,'0'0'157'16,"0"0"-145"-16,0 0-8 15,0 0-4-15,-24 80 28 16,34-40 1-16,12 1-20 16,8-4 1-16,2-5-2 0,3-7-5 15,4-8 1-15,-3-8 1 16,3-9-1-16,-3 0 4 15,3-10 13-15,-2-15 16 16,-4-3 4-16,-4-2-11 16,-11-6-3-16,-6 2 8 15,-9-3-6-15,-3-4-2 16,0-3-6-16,-12-1 3 16,-11 5-6-16,-4 5-14 15,-1 10 8-15,-2 7-12 16,0 7-2-16,-2 8 2 15,0 3 0-15,0 0-19 16,2 20-72-16,5 8-99 16,2 2-70-16,0 2-401 0</inkml:trace>
  <inkml:trace contextRef="#ctx0" brushRef="#br1" timeOffset="47291.66">9008 6841 819 0,'0'0'524'0,"0"0"-437"15,0 0-87-15,0 0-7 16,0 0 2-16,0 0 1 15,-10 30-41-15,10-8-176 16,1 0-366-16</inkml:trace>
  <inkml:trace contextRef="#ctx0" brushRef="#br1" timeOffset="47455.49">9224 7059 1184 0,'0'0'24'0,"0"0"-24"16,-119 76 0-16,95-50 0 16,18-1-14-16,6-6-179 15,8-7-345-15</inkml:trace>
  <inkml:trace contextRef="#ctx0" brushRef="#br1" timeOffset="56772.63">3151 7691 822 0,'0'0'131'16,"0"0"-117"-16,0 0 33 15,0 0 104-15,0 0-33 16,0 0-25-16,0 0-46 16,-7-12-18-16,7 12-9 15,0 0-13-15,0 0 4 16,0 0-10-16,0 0-1 16,0 0 0-16,0 0-4 15,0 0 3-15,0 0-50 0,0 0-114 16,20 0-72-16,10 1-127 15</inkml:trace>
  <inkml:trace contextRef="#ctx0" brushRef="#br1" timeOffset="57145.67">4982 7425 1210 0,'0'0'127'16,"0"0"-113"-16,0 0-10 16,0 0 6-16,0 0-10 15,0 0-3-15,-2-21-34 0,2 21-145 16,-18 13-201-16,-18 8-264 15</inkml:trace>
  <inkml:trace contextRef="#ctx0" brushRef="#br1" timeOffset="57541.45">3238 7664 1142 0,'0'0'151'0,"0"0"-138"15,0 0 1-15,0 0-9 16,0 0-5-16,0 0-12 15,17-10-51-15,15 10-73 0,14 2-126 16,9 1-196-16</inkml:trace>
  <inkml:trace contextRef="#ctx0" brushRef="#br1" timeOffset="57807.55">5085 7607 342 0,'0'0'1077'0,"0"0"-1027"16,0 0-37-16,0 0-13 15,0 0 0-15,0 0-16 16,7-38-116-16,-7 38-219 16,0 7-257-16</inkml:trace>
  <inkml:trace contextRef="#ctx0" brushRef="#br1" timeOffset="69265.74">3385 7712 715 0,'0'0'260'15,"0"0"-182"-15,0 0-41 16,0 0 51-16,0 0 2 16,0 0-32-16,0 0-31 15,0-12-21-15,0 12-1 16,0 0-9-16,0 0 4 16,0 0-7-16,0 0-23 15,0 0-58-15,0 0-89 16,12 0-185-16,4-1-98 15</inkml:trace>
  <inkml:trace contextRef="#ctx0" brushRef="#br1" timeOffset="69566.25">5295 7420 814 0,'0'0'173'0,"0"0"-151"0,0 0-22 15,0 0 15-15,0 0 13 16,0 0-28-16,1-8 0 16,-1 8-71-16,-23 0-415 15</inkml:trace>
  <inkml:trace contextRef="#ctx0" brushRef="#br1" timeOffset="70553.38">1501 8553 717 0,'0'0'309'0,"0"0"-157"16,0 0-99-16,0 0 30 16,0 0 40-16,0 0-36 15,0-12-49-15,0 12-19 16,0 0-19-16,0 0-2 15,15 16-1-15,8 17 3 16,14 14 24-16,3 9 3 0,4 2-18 16,2 1 9-1,5-3-10-15,-3-7 18 0,2-4-13 16,-3-6-10-16,-5-6 5 16,-7-4-8-16,-8-5 2 15,-9-4-4-15,-8-5 0 16,-5-5 2-16,0-1-6 15,-3-4-60-15,-2-5-69 16,0 0-99-16,-9-17-82 16,-5-17-549-16</inkml:trace>
  <inkml:trace contextRef="#ctx0" brushRef="#br1" timeOffset="70886.06">1992 8510 1067 0,'0'0'117'16,"0"0"-97"-16,0 0 29 16,0 0 57-16,0 0-31 15,0 0-56-15,-7-7-19 16,0 24 5-16,-5 18 0 15,-7 21 24-15,-4 14 53 16,-2 3-52-16,-2 4-7 16,-2-4-4-16,3-10 5 0,-3-1-16 15,5-9-4 1,2-8 2-16,3-7-6 0,9-11-3 16,6-9 0-16,4-9-67 15,0-8-120-15,4-1-59 16,18-28-166-16</inkml:trace>
  <inkml:trace contextRef="#ctx0" brushRef="#br1" timeOffset="71633.31">2663 8330 503 0,'0'0'367'0,"0"0"-278"15,0 0-46-15,0 0 76 16,0 0 24-16,0 0-50 16,-10-30-28-16,6 30 15 15,1 0-26-15,2 0-27 16,-5 0-15-16,-2 6 0 16,-7 18-10-16,-5 18-1 15,0 16 6-15,3 19 5 16,6 11 17-16,5 8 1 15,6 1 5-15,0-5-18 16,4-8-5-16,11-9-1 16,2-9-8-16,1-8 0 0,0-5-3 15,-1-9 0 1,-2-5 0-16,2-7-2 0,-4-9-3 16,6-8-68-16,3-11-84 15,4-4-128-15,4-32-270 16</inkml:trace>
  <inkml:trace contextRef="#ctx0" brushRef="#br1" timeOffset="72685.67">2949 8623 899 0,'0'0'55'0,"0"0"-37"16,0 0 84-16,0 0 39 16,0 0-71-16,0 0-41 15,-9-19 13-15,9 19 16 16,0 0-21-16,0 0-15 15,0 0-18-15,0 0 1 16,0 0 5-16,-1 0-6 0,1 0 2 16,0 0 0-16,0 0-6 15,0 0 15-15,0 0-3 16,0 0 19-16,0 0 2 16,0 0 1-16,0 0 8 15,0 0-7-15,0 0-6 16,0 0-7-16,0 0-5 15,0 0-8-15,0 0 1 16,0 0-10-16,0 0 3 16,0 0-3-16,-2 0-1 15,0 0 0-15,1 0-4 16,-1 10-4-16,2 25 4 16,0 19 5-16,0 13 5 15,0 5-3-15,0-3 0 0,0-9 5 16,0-8-5-16,7-9-1 15,-2-11 3-15,0-8-4 16,-4-10 4-16,2-6-4 16,-3-8 0-16,0 0 3 15,0 0-2-15,0 0 1 16,0 0 6-16,0-22-3 16,0-14-5-16,0-7 0 15,0-7 0-15,0 1-4 16,-4-3 3-16,1 3 0 15,-1 3 0-15,4 4 1 0,0 10 0 16,0 4 0 0,0 9-2-16,0 4 1 0,4 6-2 15,3 4 2 1,0 2-1-16,3 3 1 0,4 0-3 16,6 11 1-16,5 15 2 15,2 10 0-15,1 6 1 16,0 3 0-16,1 2 0 15,1-3 3-15,-1-7-3 16,-4-3 1-16,-4-3 2 16,-2-6-2-16,-7-5-1 15,-5-7 0-15,0-2 0 16,-3-5 1-16,-2-3-1 16,1-3 0-16,-3 0 2 15,2 0 4-15,-2 0 1 0,0 0 31 16,0-14-1-16,0-12-4 15,0-14-25-15,0-8-7 16,-2-4 4-16,-3-1-2 16,1-3-1-16,0 3 0 15,0 6 2-15,1 5-2 16,1 11-2-16,2 4 0 16,0 7 3-16,0 2-3 15,0 4-4-15,0 6 0 16,0 2 2-16,0 6-13 15,0 0-33-15,0 0-23 16,0 6-50-16,9 16-156 0,2 4 4 16,3-2-357-1</inkml:trace>
  <inkml:trace contextRef="#ctx0" brushRef="#br1" timeOffset="73083.75">3464 8579 1080 0,'0'0'132'0,"0"0"-82"15,0 0 30-15,0 0-4 16,0 0-44-16,0 0-32 16,1 15 0-16,15 11 4 0,1 11 13 15,2 4 17 1,0 0-9-16,-1-3-6 0,0-5-2 15,-2-6 19-15,-5-9-10 16,-2-5-16-16,-6-8-4 16,-1-3 1-16,-2-2 13 15,0 0 26-15,1 0 7 16,2 0 0-16,3-18-2 16,1-17-12-16,0-15-31 15,3-5-6-15,-1 2-2 16,-4 3 5-16,0 11-5 15,-2 9 0-15,-1 9 0 16,0 9 0-16,0 7-10 16,-2 5-24-16,1 0-36 0,2 0-58 15,3 5-228 1,-5 13-78-16</inkml:trace>
  <inkml:trace contextRef="#ctx0" brushRef="#br1" timeOffset="73314.34">3728 8655 927 0,'0'0'371'16,"0"0"-311"-16,0 0-44 15,0 0 17-15,0 0 14 16,0 0 36-16,-7 116-28 16,10-66-24-16,10-1 19 0,-4 0-14 15,3-8-14-15,-4-4-12 16,-1-5-8-16,-4-5 1 15,1-5-1-15,-1-4-2 16,2-7-3-16,3-5-132 16,4-6-173-16,1-7-256 15</inkml:trace>
  <inkml:trace contextRef="#ctx0" brushRef="#br1" timeOffset="74317.14">4141 8854 803 0,'0'0'171'0,"0"0"-54"16,0 0 30-16,0 0 13 0,0 0-32 16,0 0-51-16,0 0-33 15,-9 0-16-15,9 0 1 16,0 0-16-16,4-3-3 16,18-4-1-16,8 0 10 15,10 0-3-15,5-1-15 16,2 0 6-16,-2 1-8 15,-2 0 1-15,-1-1-2 16,-3 4-46-16,-4-3-119 16,-2-3-151-16,-8-6-232 15</inkml:trace>
  <inkml:trace contextRef="#ctx0" brushRef="#br1" timeOffset="74570.12">4729 8500 1191 0,'0'0'162'0,"0"0"-150"15,0 0-10-15,0 0 2 16,0 0 5-16,0 0 24 16,10 86 49-16,0-41-50 15,-1 5-6-15,-6-4-4 16,0-1-7-16,-3-3-13 15,0-5-1-15,0-3 1 0,0-4-2 16,0-6-1 0,0-5-127-16,0-8-103 0,0-9-286 15</inkml:trace>
  <inkml:trace contextRef="#ctx0" brushRef="#br1" timeOffset="74885.84">4865 8298 1238 0,'0'0'162'16,"0"0"-116"-16,0 0-43 0,0 0 8 15,0 0 6-15,0 0 55 16,126 54-19-16,-67-4-17 15,0 6-26-15,-11 4 14 16,-11 7 23-16,-12 2-27 16,-11-2 12-16,-14 2-1 15,0-4-14-15,-28-5-7 16,-8-2-7-16,-4-6-1 16,-4-2-2-16,2-3-4 15,3-6-73-15,-5-6-137 16,-4-11-406-16</inkml:trace>
  <inkml:trace contextRef="#ctx0" brushRef="#br1" timeOffset="78151.44">5590 8718 402 0,'0'0'185'0,"0"0"-136"15,0 0-10-15,0 0 130 16,0 0-8-16,0 0-36 16,0 0-49-16,-22 0-2 15,22 0-5-15,0 0-11 16,0 0-8-16,0 0-10 15,0 0-8-15,0 0 8 16,0 0-6-16,0 0-3 16,0 0-4-16,0 0-9 15,0 0 3-15,0 0-5 0,0 0-9 16,0 0 4-16,0 0-6 16,0-1 3-16,0-2 9 15,4 1-7-15,10-2 3 16,7-3 4-16,11-1-5 15,8-1 3-15,5 1-12 16,7 0-1-16,5 4 7 16,0 0-9-16,-6 1 3 15,-6 3-3-15,-10 0 0 16,-7 0-1-16,-8 0-4 0,-10 0-2 16,-6 0 7-1,-2 0-16-15,-2 0-23 0,0 0-22 16,0 6-59-16,0-2-188 15,0-4-247-15</inkml:trace>
  <inkml:trace contextRef="#ctx0" brushRef="#br1" timeOffset="78932.23">6487 8473 1038 0,'0'0'102'0,"0"0"-84"16,0 0-11-16,0 0 57 15,0 0 0-15,0 0-50 16,-14-18-10-16,14 18 2 15,0 0 5-15,0 0 38 16,0 0-1-16,0 0 7 16,0-1-6-16,0 1-19 15,0 0-8-15,0 0-13 16,0 0 3-16,0-2-3 16,0 2-5-16,0 0 1 0,0 0 0 15,0 0 0-15,0 0 9 16,0 0 7-16,0-2 5 15,0 2 3-15,0 0-17 16,0-1 3-16,0 1-3 16,0 0-4-16,0 0 4 15,0 0-11-15,0 0 1 16,0 0 4-16,0 0-5 16,0 0 6-16,0 0 3 15,0 0 3-15,0-2 5 16,0 2-5-16,0 0-11 15,0 0-2-15,2 0-4 16,6 0 4-16,9 3-4 0,12 14 4 16,5 7 2-1,4 3-2-15,1 8 0 0,-5 2-1 16,-3 5 2-16,-3-1 0 16,-7-4-1-16,-3-6 1 15,-4-10-2-15,-6-6 1 16,-1-6 0-16,-6-7 1 15,-1-2 1-15,2 0 1 16,-2 0 12-16,0 0 24 16,1-11-2-16,5-24-9 15,1-13-21-15,2-10-7 16,1-3 2-16,2 4-2 16,-2 6 0-16,-2 9-5 15,-1 13 5-15,-5 14-7 0,-2 10-16 16,0 5-14-16,0 0-29 15,0 11-35-15,0 18-102 16,0 10-59-16,0 3-320 16</inkml:trace>
  <inkml:trace contextRef="#ctx0" brushRef="#br1" timeOffset="79159.08">6905 8690 1056 0,'0'0'174'16,"0"0"-157"-16,0 0-10 16,0 0 38-16,0 0 34 0,-46 111-25 15,46-68-15 1,0 1-13-16,8-2-6 0,1 1-8 16,3-5-5-16,-2 0-6 15,1-6-1-15,3-7 0 16,1-7-14-16,3-9-213 15,1-9-140-15,1 0-345 16</inkml:trace>
  <inkml:trace contextRef="#ctx0" brushRef="#br1" timeOffset="79457.83">7337 8647 1320 0,'0'0'119'0,"0"0"-117"16,0 0-2-16,0 0 68 15,0 0-7-15,112-15-22 16,-65 13-35-16,-2-3-4 16,-3 3 0-16,-7 2-13 0,-6-3-179 15,-13 3-173-15,-16-1-442 16</inkml:trace>
  <inkml:trace contextRef="#ctx0" brushRef="#br1" timeOffset="79638.22">7465 8848 1501 0,'0'0'111'0,"0"0"-111"16,0 0-13-16,0 0 13 16,0 0 16-16,138 0-16 15,-66 0-2-15,2 0-124 0,-5-11-163 16,-11-5-333-16</inkml:trace>
  <inkml:trace contextRef="#ctx0" brushRef="#br1" timeOffset="80084.44">8349 8446 1224 0,'0'0'109'0,"0"0"-109"16,0 0 1-16,0 0-1 15,0 0 27-15,-20 117 2 16,27-69-4-16,7 2-2 16,3-5 27-16,4-6-21 15,3-7-7-15,7-12-8 16,2-6-2-16,2-11-3 15,2-3 3-15,-2-1 0 16,1-19-3-16,-4-3 11 16,-5-8-8-16,-3-3-4 15,-7-5 0-15,-10-2 12 0,-7 2 0 16,0-2-4 0,-4 0-2-16,-16 0-5 0,-9 4-3 15,-1 6 3 1,-1 8 6-16,2 8-14 0,4 9 1 15,1 6-2-15,2 0-6 16,5 5 4-16,-2 11-2 16,2 8-32-16,4 3-74 15,1 4-110-15,-3-2-215 16</inkml:trace>
  <inkml:trace contextRef="#ctx0" brushRef="#br1" timeOffset="85381.15">3226 9479 919 0,'0'0'89'16,"0"0"-79"-16,0 0 11 16,0 0 105-16,0 0-28 15,0 0-40-15,0 0-19 16,-38-9 34-16,31 6-12 15,-1 0 8-15,-2 2-23 0,-3-1 3 16,-1 2-15 0,0 0-24-16,1 0 11 15,3 0-9-15,4 0 2 16,0 0 4-16,5 0-4 0,-1 0 5 16,2 0 1-16,0 0-10 15,0 0 5-15,0 0-6 16,0 0-3-16,0 0 4 15,3 0-9-15,11-3 6 16,14 0 2-16,23-1-4 16,17 0 18-16,14-3-7 15,8 3-10-15,7-1-2 16,7-1 0-16,3 1-3 16,2 1 0-16,-8 1 0 0,-5 1 0 15,-10 0-1-15,-6-4 2 16,-11 4-1-16,-8-5 0 15,-11 2 4-15,-10 1-4 16,-8-1 2-16,-5 2-1 16,-7 0-2-16,-4 2 0 15,-4-2-2-15,-5 2-2 16,-4 1-2-16,-1 0-42 16,-2 0-14-16,0 0-29 15,0 0-101-15,-25 0-183 16</inkml:trace>
  <inkml:trace contextRef="#ctx0" brushRef="#br1" timeOffset="85832.25">3059 9712 638 0,'0'0'343'0,"0"0"-280"0,0 0-33 15,0 0 127-15,0 0-5 16,0 0-4-16,-73 2-80 16,73-2-34-16,0 0-12 15,0 0 11-15,16 0-10 16,17-6-11-16,23-2 11 16,23-1 4-16,24-3-3 15,19-1 4-15,16-4-21 16,8 0 0-16,3-5-1 15,-3 3-4-15,-20 3-3 16,-23 4 2-16,-27 6-2 16,-20 6-1-16,-16 0-51 0,-11 0-58 15,-8 0-200 1,-8 0-214-16</inkml:trace>
  <inkml:trace contextRef="#ctx0" brushRef="#br1" timeOffset="85960.09">4654 9487 1647 0,'0'0'0'0,"0"0"-66"15,0 0 26-15,0 0-94 16,0 0-180-16</inkml:trace>
  <inkml:trace contextRef="#ctx0" brushRef="#br2" timeOffset="98195.29">6194 9641 594 0,'0'0'276'16,"0"0"-222"-16,0 0-36 15,0 0 101-15,0 0 20 16,0 0-47-16,0 0-33 16,-42 0-38-16,42-2 12 0,0 2 16 15,0 0-9-15,0-2-7 16,12 0-13-16,13-1 3 16,11-7-1-16,13-2 4 15,6-3-20-15,2 1 1 16,-1 1-7-16,-10 4 2 15,-8 3-2-15,-6 1 0 16,-8 2-11-16,-8 2-98 16,-4 1-78-16,-7 0-59 15,-5 0-132-15</inkml:trace>
  <inkml:trace contextRef="#ctx0" brushRef="#br2" timeOffset="98442.11">6386 9451 1046 0,'0'0'132'0,"0"0"-122"16,0 0-2-16,0 0 48 16,0 0-23-16,0 0-33 15,-6 36 3-15,14 4 65 16,0 4-52-16,-4 0-7 15,-1-5-3-15,-3-2-6 16,0-2 3-16,0-4-3 0,0-2-6 16,0-6-169-1,0-13-265-15</inkml:trace>
  <inkml:trace contextRef="#ctx0" brushRef="#br2" timeOffset="98734.46">6816 9278 1176 0,'0'0'112'0,"0"0"-112"16,0 0-3-1,0 0 3-15,0 0 1 0,-17 84 46 16,20-39-23-16,7 0-14 16,-1 0-7-16,-3-1 0 15,-2-1-3-15,-4-1 0 16,0-2-1-16,0-7-86 16,0-8-166-16,-5-7-260 15</inkml:trace>
  <inkml:trace contextRef="#ctx0" brushRef="#br2" timeOffset="98932.31">6647 9799 1034 0,'0'0'328'0,"0"0"-320"16,0 0 8-16,0 0-16 15,109-34 74-15,-54 19-41 16,7 0-27-16,-5 3-1 15,-7 4-4-15,-14 5-1 16,-11 3-105-16,-11 0-137 16,-14 7-220-16</inkml:trace>
  <inkml:trace contextRef="#ctx0" brushRef="#br2" timeOffset="99209.3">6840 9944 1040 0,'0'0'188'0,"0"0"-188"16,0 0 4-16,0 0-1 15,-16 109 54-15,16-62-22 16,0 3-7-16,0-2 3 15,0 1 17-15,3-6-32 16,-1-4-13-16,0-6 4 0,-2-7-7 16,0-4 0-1,0-4-11-15,-2-7-172 0,-4-11-231 16</inkml:trace>
  <inkml:trace contextRef="#ctx0" brushRef="#br2" timeOffset="99453.62">6804 10116 1181 0,'0'0'106'16,"0"0"-106"-16,0 0 0 16,0 0 11-16,0 0 74 0,112 61-17 15,-68-37-30-15,-2 2-24 16,-6-1-8-16,-1 1 0 15,-3-3-5-15,-4 1 0 16,-6-9-1-16,-7-4-5 16,-5-1-93-16,-5-3-30 15,-1-7-154-15,-4 0-254 16</inkml:trace>
  <inkml:trace contextRef="#ctx0" brushRef="#br2" timeOffset="99681.68">7133 9937 1243 0,'0'0'80'16,"0"0"-73"-16,0 0-5 16,0 0 17-16,0 0-6 15,-4 112 119-15,4-56-108 16,0-1-17-16,0-2-4 15,0 0-2-15,3-5-1 16,2-3-10-16,-2-9-240 16,1-9-279-16</inkml:trace>
  <inkml:trace contextRef="#ctx0" brushRef="#br2" timeOffset="100805.41">8933 8608 570 0,'0'0'467'0,"0"0"-365"15,0 0-88-15,0 0 49 16,0 0 46-16,0 0-52 16,35-14-37-16,10 9-9 15,15-1 2-15,8-3-1 16,3 1-9-16,-4 1 0 15,-5-1-3-15,-14 5-5 16,-13 3-59-16,-17 0-167 16,-16 0-169-16</inkml:trace>
  <inkml:trace contextRef="#ctx0" brushRef="#br2" timeOffset="101008.63">9210 8430 1233 0,'0'0'59'16,"0"0"-59"-16,0 0 0 15,0 0 6-15,-10 108 11 16,10-57-3-16,0 7-8 16,0-2-6-16,0-4 0 15,0-4 0-15,5-14-153 16,8-12-253-16</inkml:trace>
  <inkml:trace contextRef="#ctx0" brushRef="#br2" timeOffset="101270.52">9727 8255 1217 0,'0'0'120'16,"0"0"-103"-16,0 0-15 15,0 0-4-15,0 0 4 16,0 0 2-16,-20 93 8 16,24-48-8-16,7 0 0 0,-3 0-3 15,-3-1-2 1,-5 1 1-16,0 3-176 0,-3-4-218 15</inkml:trace>
  <inkml:trace contextRef="#ctx0" brushRef="#br2" timeOffset="101442.99">9558 8810 927 0,'0'0'395'15,"0"0"-359"-15,0 0-26 16,0 0 6-16,87-22 85 15,-34 6-70-15,5 3-27 16,1 2-4-16,-7 5 0 16,-7 5-93-16,-13 1-166 0,-16 0-176 15</inkml:trace>
  <inkml:trace contextRef="#ctx0" brushRef="#br2" timeOffset="101846.38">9763 8995 1107 0,'0'0'60'15,"-14"77"-50"-15,10-27 4 16,2-1 59-16,2 2-14 0,0-4-39 16,0-5-9-16,0-9-9 15,2-11 1-15,-1-8 1 16,-1-8-2-16,0-5-1 15,0-1 6-15,0 0 1 16,0-17-8-16,-3-11-45 16,-1-7 7-16,-2-5 38 15,3-2 3-15,1 4-3 16,2 7 2-16,0 10 22 16,0 6 46-16,11 8-13 15,8 7-34-15,7 0-7 16,4 9 36-16,5 11-24 15,3 7-7-15,2 4-14 0,0 3-2 16,1-2-3 0,-5-4-2-16,-6-6-2 0,-3-3-63 15,-7-7-118-15,-5-9-144 16,-4-3-183-16</inkml:trace>
  <inkml:trace contextRef="#ctx0" brushRef="#br2" timeOffset="102033.99">10088 8866 1143 0,'0'0'183'0,"0"0"-177"16,0 0 0 0,0 0 25-16,-21 101 87 0,21-43-90 15,0 2-18-15,9 2-8 16,4-4-2-16,-1-3-4 15,-4-8-193-15,-5-9-296 16</inkml:trace>
  <inkml:trace contextRef="#ctx0" brushRef="#br2" timeOffset="103180.67">1259 11573 837 0,'0'0'296'0,"0"0"-276"15,0 0-16-15,0 0 70 16,0 0 46-16,0 0-54 16,0 0-56-16,20 1-3 15,9 23 24-15,10 9 40 16,6 6-39-16,6 6-3 0,0 0-11 16,1 3-8-16,-2-3-3 15,-6-5-3-15,-9-1-1 16,-7-3-3-16,-8-4-5 15,-7-4 5-15,-4 0-111 16,-6-12-86-16,-3-6-150 16,0-10-249-16</inkml:trace>
  <inkml:trace contextRef="#ctx0" brushRef="#br2" timeOffset="103445.2">1635 11496 1146 0,'0'0'243'0,"0"0"-242"0,0 0-1 16,0 0 0-16,-7 87 61 16,-6-28-4-16,-6 7-17 15,-7 5 1-15,-8 1-1 16,-1-1-16-16,-2-7-12 15,7-8-11-15,7-8-1 16,8-12 0-16,8-6-5 16,7-6-114-16,0-17-187 15,7-7-255-15</inkml:trace>
  <inkml:trace contextRef="#ctx0" brushRef="#br2" timeOffset="103793.38">2078 11339 767 0,'0'0'610'16,"0"0"-556"-16,0 0-49 15,0 0 38-15,0 0 52 16,-89 31-73-16,69 23-13 16,0 18-3-16,1 13 45 0,8 4-14 15,6 5-3-15,4-7-12 16,1-6 1-16,0-7-22 16,16-11-1-16,7-6 0 15,7-13-2-15,5-7 0 16,6-11-67-16,2-16-87 15,-3-10-140-15,-1-6-365 16</inkml:trace>
  <inkml:trace contextRef="#ctx0" brushRef="#br2" timeOffset="104860.45">2424 11499 865 0,'0'0'179'0,"0"0"-150"16,0 0 28-16,0 0 74 15,0 0-46-15,0 0-63 0,-15-6-14 16,15 6-6 0,0 0 10-16,-2 0 29 0,1 0-10 15,1 0-1-15,0 0 8 16,-3 0-8-16,3 0 6 15,0 0 0-15,0 0 5 16,0 0-6-16,0-3-7 16,0 3-1-16,0 0-4 15,0 0-9-15,0 0 4 16,0-3-9-16,-1 3-4 16,1 0-4-16,0 0 4 15,0 0-5-15,0 0 0 16,0 0-2-16,0 0 1 15,0-3 0-15,0 3 1 16,0 0 1-16,0 0-1 0,0 0 0 16,0 0 1-1,0 0 1-15,0 0-2 0,0 0 0 16,0 0 0-16,0 0-2 16,0 0 4-16,0 0-2 15,0 0 0-15,0 0 2 16,0 0 0-16,0 0-2 15,0 0 2-15,0-1 11 16,0 1-7-16,0-2 5 16,0 2-6-16,0 0-4 15,0 0 6-15,0 0-5 16,0 0 0-16,0 0 1 0,0 0-2 16,0 0 0-1,0 0-1-15,0 0 2 0,0 0-2 16,0 0 0-16,0 0 0 15,0 0-2-15,0 0 1 16,0 0 1-16,0 0 0 16,0 0-6-16,0 0 5 15,0 2-2-15,0 12-3 16,0 12 6-16,1 12 0 16,6 6 0-16,0 4 0 15,-2 0 2-15,2-3-1 16,-2-2-1-16,-1-7 0 15,0-6 0-15,-1-10 0 0,3-4 2 16,-5-5-2 0,1-5-1-16,-1 1-1 0,-1-7 1 15,2 4-20-15,2-4-50 16,4 0-51-16,4-26-194 16,4-12-263-16</inkml:trace>
  <inkml:trace contextRef="#ctx0" brushRef="#br2" timeOffset="105101.9">2504 11534 1073 0,'0'0'178'0,"0"0"-169"16,0 0 20 0,0 0 30-16,0 0-23 0,0 0 38 15,72 49 8-15,-35-20-27 16,3 1-18-16,2 0-28 15,-1 2 4-15,1-5-4 16,-5 2-7-16,-5-1-2 16,-9-4 1-16,-4-3-2 15,-7-3-13-15,-6-3-153 16,-2-4-28-16,-4-11-185 16,0 0-454-16</inkml:trace>
  <inkml:trace contextRef="#ctx0" brushRef="#br2" timeOffset="105329.65">2787 11459 973 0,'0'0'221'0,"0"0"-176"0,0 0 29 16,0 0 2-16,0 0-31 15,0 0-42-15,7 31 39 16,7 9-7-16,-1 7-4 15,-1 4-14-15,-3 2-11 16,-2-3-1-16,-3-4-5 16,3-4-5-16,0-6-149 15,1-12-116-15,-1-12-394 16</inkml:trace>
  <inkml:trace contextRef="#ctx0" brushRef="#br2" timeOffset="105692.55">2977 11466 1262 0,'0'0'138'16,"0"0"-138"-16,0 0-7 16,0 0 7-16,0 0 1 15,37 87 35-15,-19-43-9 16,-1-1-15-16,1-6 19 15,-5-3 11-15,0-14-21 16,-5-4-10-16,-3-8 21 16,-5-5 19-16,2-3-19 0,-2 0 16 15,0 0 14-15,1-10-3 16,2-17-6-16,3-13-39 16,1-10-9-16,-3 4 1 15,-2 2-6-15,-1 6 0 16,1 5-1-16,0 9-7 15,0 11-26-15,-1 5-31 16,1 8-37-16,5 0-120 16,-2 0-197-16,-4 11-230 15</inkml:trace>
  <inkml:trace contextRef="#ctx0" brushRef="#br2" timeOffset="105874.93">3154 11566 372 0,'0'0'896'0,"0"0"-849"15,0 0-45-15,0 0 52 16,-16 85 77-16,16-49-47 16,1 6-34-16,6 4-30 15,0-3-11-15,0-6-2 16,-3-1-7-16,2-8 0 16,0-1-2-16,-1-11-130 15,-2-5-192-15,-1-8-432 16</inkml:trace>
  <inkml:trace contextRef="#ctx0" brushRef="#br2" timeOffset="106793.11">3582 11758 844 0,'0'0'269'16,"0"0"-227"-16,0 0 76 15,0 0 59-15,0 0-55 16,0 0-53-16,-20-14-28 0,20 14-16 16,0 0-8-16,0 0 2 15,6 0-14-15,12-3 6 16,12 0 1-16,11-4 2 16,10 0-2-16,-1 0-9 15,-3 1-2-15,-7-1-2 16,-5 5-7-16,-3 1-24 15,-3-1-112-15,-3 0-167 16,-7-1-101-16</inkml:trace>
  <inkml:trace contextRef="#ctx0" brushRef="#br2" timeOffset="107259.67">4139 11474 432 0,'0'0'163'16,"0"0"-98"-16,0 0 83 15,0 0-10-15,0 0 39 16,0 0-53-16,0-35-48 16,0 32 11-16,0 3-7 0,0-2-24 15,0 2-12-15,0 0-23 16,0 0-1-16,0 0-10 16,0 0-10-16,0 0-1 15,0 7-3-15,0 11 4 16,0 6 4-16,0 6-2 15,6 9 21-15,-2 3 1 16,-1-2-4-16,-1-1-4 16,2-1-8-16,-1-5-6 15,0-6-1-15,1 1 0 16,-3-8 3-16,-1 3-4 16,0-7-1-16,0 1-94 0,0-6-206 15,0-11-181-15</inkml:trace>
  <inkml:trace contextRef="#ctx0" brushRef="#br2" timeOffset="107609.73">4279 11212 982 0,'0'0'308'0,"0"0"-249"16,0 0-59-16,0 0 7 16,0 0 0-16,0 0 75 15,83 90 3-15,-47-36-40 16,-1 3-1-16,-6 6-1 15,-9-2-7-15,-7 1 7 16,-7 3-33-16,-6-5 1 16,0 0-8-16,-14-6-2 15,-6-1-1-15,-2-8-1 16,4-3-42-16,1-11-168 0,-3-13-341 16</inkml:trace>
  <inkml:trace contextRef="#ctx0" brushRef="#br2" timeOffset="109142.37">5162 11815 907 0,'0'0'239'0,"0"0"-208"16,0 0 12-16,0 0 137 15,0 0-28-15,0 0-78 16,-36 0-27-16,36 0-21 15,0 0 1-15,1 0-9 16,16 0-13-16,11-3 4 16,12-1 4-16,7-3 12 15,3 1-17-15,-1-1-8 16,-5 1 3-16,-5 1-3 0,-3 3-4 16,-3 2-11-1,-5-4-122-15,-1-3-155 0,-6-5-156 16</inkml:trace>
  <inkml:trace contextRef="#ctx0" brushRef="#br2" timeOffset="109775.53">6030 11227 871 0,'0'0'85'0,"0"0"-71"16,0 0 109-16,0 0 4 16,0 0-28-16,0 0-28 15,-45-62-28-15,43 62-18 16,1 0-7-16,-8 18-15 15,-1 21-1-15,-5 21 42 16,3 8 12-16,6 15-32 0,4 5 0 16,2 6 0-1,0-1 11-15,3-6-12 0,9-11-13 16,8-4-9-16,2-13-1 16,4-9 0-16,1-12-1 15,2-8-1-15,-1-13-78 16,2-14-126-16,1-3-115 15,-7-17-239-15</inkml:trace>
  <inkml:trace contextRef="#ctx0" brushRef="#br2" timeOffset="110208.19">6287 11356 1097 0,'0'0'140'15,"0"0"-117"-15,0 0 34 16,0 0 25-16,0 0-27 16,0 0-51-16,0 0-4 15,24 21 0-15,1 15 33 16,2 8 1-16,0 2-13 15,-1-5-9-15,0-4 1 16,-3-6 18-16,-5-13-5 16,-4-8-5-16,-8-6-2 0,-2-4-5 15,-4 0 21-15,1 0 7 16,6-14-2-16,4-19 5 16,6-14-27-16,2-10-11 15,-4 3-6-15,-4 2-1 16,-4 4 2-16,-4 11 0 15,-1 10-4-15,-2 12-1 16,0 11-33-16,0 4-37 16,0 2-82-16,0 20-154 15,0 3-48-15,-6 5-300 16</inkml:trace>
  <inkml:trace contextRef="#ctx0" brushRef="#br2" timeOffset="110397.64">6563 11512 536 0,'0'0'591'16,"0"0"-543"-16,0 0-45 16,-7 93 85-16,7-55-10 15,0 3 11-15,6 3-44 16,4-4-26-16,0-5-6 16,0-4-7-16,-2-3-6 15,-1-9 0-15,1-4-3 16,3-6-169-16,-4-9-145 15,3 0-226-15</inkml:trace>
  <inkml:trace contextRef="#ctx0" brushRef="#br2" timeOffset="110622.47">6798 11659 1250 0,'0'0'332'0,"0"0"-321"16,0 0-6-16,0 0-5 15,0 0 25-15,87-2 0 16,-42 2-17-16,1 0-6 0,-4-2-2 16,-3 0-52-1,-4-5-187-15,-5 1-185 0</inkml:trace>
  <inkml:trace contextRef="#ctx0" brushRef="#br2" timeOffset="111109.19">7439 11265 794 0,'0'0'207'0,"0"0"-167"0,0 0 30 16,0 0 90 0,0 0-4-16,0 0-56 0,-25-38-77 15,25 39-23-15,0 23 1 16,0 12 0-16,0 12 47 15,7 3-24-15,2-4-8 16,-3 3 1-16,2-4-13 16,1 1 3-16,-6-3-7 15,4-8 3-15,-4-2-7 16,-3-1 4-16,0-5-121 16,0-9-162-16,0-6-378 15</inkml:trace>
  <inkml:trace contextRef="#ctx0" brushRef="#br2" timeOffset="111394.84">7234 11845 1045 0,'0'0'223'15,"0"0"-211"-15,0 0-7 16,0 0 14-16,0 0 64 16,0 0 6-16,114 2-37 15,-68-2-20-15,3 0 1 16,-1-5-12-16,1-6-12 16,-7 2-8-16,-6 2 0 0,-7 1-1 15,-7 3-14-15,-4 0-149 16,-6 1-81-16,-6 0-251 15</inkml:trace>
  <inkml:trace contextRef="#ctx0" brushRef="#br2" timeOffset="112030.88">7478 12072 747 0,'0'0'139'16,"0"0"-100"-16,0 0 25 16,0 0 52-16,0 0-52 15,0 0-31-15,-10-7-15 16,10 7 2-16,0 0 12 15,0 0 1-15,-2 0-11 16,-1 8-12-16,-1 18 22 16,1 5 77-16,2 9-64 0,-3 3 4 15,4 1-20-15,0 2-13 16,0 3-7-16,0-7-3 16,0-5-4-16,0-7 2 15,0-7-4-15,0-5-1 16,0-6-2-16,0-5-147 15,0-7-161-15,0 0-474 16</inkml:trace>
  <inkml:trace contextRef="#ctx0" brushRef="#br2" timeOffset="112264.02">7459 12130 1269 0,'0'0'100'0,"0"0"-100"0,0 0 0 16,0 0 15-16,0 0 65 16,113 44-32-16,-82-18-8 15,-4 1-28-15,-4 3 4 16,-1 0-9-16,-4-3-4 16,-2-4-2-16,-3-2-1 15,-3-5-14-15,-1-2-186 16,-1-8-50-16,-3-6-245 15</inkml:trace>
  <inkml:trace contextRef="#ctx0" brushRef="#br2" timeOffset="112467.76">7724 12028 1097 0,'0'0'268'0,"0"0"-220"0,0 0-38 16,0 0 5-16,0 0 55 15,-9 102 37-15,16-49-79 16,-2-3-22-16,0 0-2 16,0-2-3-16,2-11-1 15,-1-8-1-15,4-8-97 16,0-15-179-16,0-6-314 16</inkml:trace>
  <inkml:trace contextRef="#ctx0" brushRef="#br2" timeOffset="112780.87">7731 11203 1382 0,'0'0'65'0,"0"0"-65"15,0 0 0-15,85 72 1 16,-25-12 58-16,0 15-20 16,-2 11-25-16,-9 6 0 0,-12 5 37 15,-13 0-30-15,-11-4 3 16,-13 0-13-16,0-5-3 16,-17-7-6-16,-12-11 1 15,0-12 2-15,-2-12-5 16,8-10-2-16,6-16-17 15,7-19-233-15,3-5-224 16</inkml:trace>
  <inkml:trace contextRef="#ctx0" brushRef="#br2" timeOffset="112992.34">8252 11463 1442 0,'0'0'225'0,"0"0"-225"15,0 0-4-15,112 6 4 16,-67 1 8-16,0 4-8 16,-4-4-90-16,-10 2-267 15,-17-6-578-15</inkml:trace>
  <inkml:trace contextRef="#ctx0" brushRef="#br2" timeOffset="113158.57">8287 11768 1217 0,'0'0'337'0,"0"0"-337"16,0 0-23-16,0 0 23 15,0 0 11-15,124 14-11 16,-66-14-111-16,2-11-131 15,1-5-330-15</inkml:trace>
  <inkml:trace contextRef="#ctx0" brushRef="#br2" timeOffset="113404.35">9014 11121 404 0,'0'0'829'0,"0"0"-728"16,0 0-74-16,0 0 10 15,0 0 1-15,0 0 2 16,37 62 78-16,-19-13-93 16,-1 4-20-16,-5-6-2 15,-4 1 0-15,-6 2-3 16,-2-1-8-16,0 2-201 15,-12-7-145-15,-13-5-430 16</inkml:trace>
  <inkml:trace contextRef="#ctx0" brushRef="#br2" timeOffset="113593.42">8885 11748 1191 0,'0'0'287'16,"0"0"-223"-16,0 0-55 15,0 0 35-15,123-57 34 16,-68 47-49-16,2-1-21 16,-4 9-8-16,-8-2-1 15,-10 4-27-15,-9 0-105 16,-12 4-169-16,-12 9-236 0</inkml:trace>
  <inkml:trace contextRef="#ctx0" brushRef="#br2" timeOffset="113865.3">9079 11924 1176 0,'0'0'174'16,"0"0"-174"-16,0 0 0 15,-17 98 51-15,17-57 48 16,0 2-42-16,0 4-25 15,0-6-20-15,0-1-1 16,0-4-3-16,0-9-5 16,0-6-1-16,0-8-2 0,0-9 0 15,0 2-5-15,0-6-124 16,0-6-35-16,3-21-91 16,3-11-257-16,-1-5 270 15</inkml:trace>
  <inkml:trace contextRef="#ctx0" brushRef="#br2" timeOffset="114028.98">9076 12090 458 0,'0'0'386'0,"0"0"-145"16,0 0-62-16,0 0-62 16,0 0-54-16,0 0-45 15,44-8 79-15,-9 26-28 16,3 2-49-16,0 0-8 16,3-1 16-16,-4 0-20 0,-5-1-8 15,-6-3-1 1,-4-2-16-16,-4-7-92 0,0-3-127 15,-4-3-170-15</inkml:trace>
  <inkml:trace contextRef="#ctx0" brushRef="#br2" timeOffset="114246.43">9425 11855 1117 0,'0'0'264'0,"0"0"-183"0,0 0-20 15,0 0 15 1,0 0-30-16,0 0-34 16,-9 67 59-16,21-27-40 15,-5 0-27-15,0-3-3 0,-2 4-1 16,-1-8-1-16,-1-2-2 16,-2-1-91-16,-1-4-179 15,0-8-374-15</inkml:trace>
  <inkml:trace contextRef="#ctx0" brushRef="#br2" timeOffset="122062.97">16856 1189 714 0,'0'0'168'0,"0"0"-108"16,0 0 56-16,0 0 36 15,0 0-56-15,0 0-39 16,0 0-20-16,-13-13-2 16,13 13 11-16,0 0-20 15,0 0-13-15,-1 0-5 16,1 0-7-16,0 0 8 15,0 0-5-15,0 0-1 0,0 0 9 16,0 0 8-16,0 0 6 16,0 0-2-16,0 0-7 15,0 0 0-15,0 0 2 16,0 0-6-16,0 0 1 16,0 0-7-16,0 0 4 15,0 0 1-15,0 0-3 16,0 0 5-16,0 0-8 15,-2 0 0-15,2 0-1 16,-1 0-1-16,1 0-4 16,0 0 0-16,-2 0 2 15,2 0-2-15,0 0 0 16,0 0 0-16,0 0-1 0,0 0 0 16,0 0-1-1,-1 12 1-15,-2 10 1 0,3 5 1 16,0 4 2-16,6-4 2 15,11-2 3-15,-1-2-7 16,1-4 2-16,-1 3 2 16,0-2-4-16,-1 0 2 15,2 3-2-15,-3 5 0 16,7 5 2-16,0 8-1 16,7 4-1-16,8 3 0 15,3 1 1-15,3-5-1 16,0-3-1-16,-6-4-1 0,-8-5-4 15,-8-7 5 1,-7-7-8-16,-4-7-66 0,-8-3-90 16,-1-8-147-16,-1 0-197 15</inkml:trace>
  <inkml:trace contextRef="#ctx0" brushRef="#br2" timeOffset="122351.95">17133 1344 1304 0,'0'0'65'16,"0"0"-65"-16,0 0 0 0,0 0 14 15,0 0 72 1,-25 111-4-16,2-47-39 0,-8 2-14 15,0-3 10-15,-1-4-12 16,0-8-24-16,0-3 3 16,4-7-6-16,3-5-2 15,8-8 1-15,9-8-116 16,6-8-118-16,2-12-128 16,6-3-203-16</inkml:trace>
  <inkml:trace contextRef="#ctx0" brushRef="#br2" timeOffset="122673.64">17541 1193 304 0,'0'0'1063'15,"0"0"-1017"-15,0 0-44 16,0 0 63-16,0 0 31 16,0 0-72-16,-30 1-24 15,16 35 2-15,-2 20-2 16,-1 18 38-16,2 11 4 16,8 7-10-16,7-3-9 15,0-11-13-15,19-10-8 0,11-11-2 16,3-8-3-16,2-5 1 15,-1-11-88-15,-6-11-114 16,-4-11-118-16,-10-11-372 16</inkml:trace>
  <inkml:trace contextRef="#ctx0" brushRef="#br2" timeOffset="123373.05">17731 1322 1024 0,'0'0'192'0,"0"0"-177"16,0 0 38-16,0 0 44 15,0 0-47-15,0 0-49 16,-3 34 6-16,3 14 40 15,0 8 31-15,0 3-43 16,0-2-4-16,0-7-15 16,0-8-2-16,0-9 1 15,0-11-9-15,0-7-3 16,0-7 0-16,0-7-1 16,0-1-2-16,0 0 8 0,0 0-1 15,0-17 12-15,-1-11-16 16,-2-14 3-16,2-6-3 15,-1-8 1-15,1-2-4 16,1 2 0-16,0 9 0 16,0 16 3-16,0 14-2 15,0 10 7-15,0 5-1 16,0 2-7-16,11 0-4 16,11 11 4-16,11 15 0 15,5 7 3-15,4 8-2 0,-1 6 0 16,3 0 5-1,1-4-6-15,-6-7 0 0,-3-11-3 16,-10-7 6-16,-7-7-3 16,-7-7 0-16,-8-1 0 15,-1-3 0-15,-3 0 5 16,0 0 11-16,0 0 18 16,0-5-2-16,0-19-3 15,0-11-29-15,-7-8 3 16,-7-8-2-16,-1-2-1 15,-3 1 1-15,3 3-1 16,3 5 2-16,3 5-4 16,6 1 1-16,2 5-2 15,1 4-2-15,0 5-26 16,0 8-26-16,0 6-28 16,11 9-158-16,7 1-107 15,-2 1-165-15</inkml:trace>
  <inkml:trace contextRef="#ctx0" brushRef="#br2" timeOffset="123756.36">18252 1250 1017 0,'0'0'177'16,"0"0"-152"-16,0 0-20 0,0 0 31 15,0 0-6-15,0 0 17 16,43 63-14-16,-25-21 13 16,-1 7 8-16,2 0-8 15,-1-7-16-15,-1-8 2 16,-6-10-8-16,-4-10 6 16,-4-7 1-16,-3-5-4 15,0-2 12-15,3 0 6 16,4-18 0-16,5-17-8 15,3-10-37-15,3-6 6 16,1 1-5-16,-3 0-1 16,0 5 1-16,-3 5-1 15,-4 8 0-15,-3 11-2 16,-5 11-24-16,-1 8-20 16,0 2-37-16,0 5-175 0,-4 16-72 15,-15 3-102-15</inkml:trace>
  <inkml:trace contextRef="#ctx0" brushRef="#br2" timeOffset="123979.75">18499 1334 1078 0,'0'0'125'0,"0"0"-114"15,0 0 15-15,0 0 18 16,0 0 66-16,12 107 3 15,-4-59-57-15,0 3-12 0,-2 0-5 16,-3-6-18-16,-3-8-19 16,0-3-1-16,0-9-1 15,0-7-3-15,0-3-115 16,0-8-100-16,0-4-157 16,0-3-384-16</inkml:trace>
  <inkml:trace contextRef="#ctx0" brushRef="#br2" timeOffset="124196.16">18798 1476 1410 0,'0'0'54'0,"0"0"-26"0,0 0-27 16,101-1 63-16,-60 1-39 15,4 0-20-15,-1 1-5 16,-8 2 0-16,-4 0-85 16,-5-3-86-16,-8 0-193 15,-10 0-265-15</inkml:trace>
  <inkml:trace contextRef="#ctx0" brushRef="#br2" timeOffset="124398.76">19186 1177 1250 0,'0'0'107'0,"0"0"-107"0,0 0-14 15,0 0 14-15,-2 79 61 16,9-28 9-16,1 4-58 16,-1 4-2-16,-2-2-4 15,0-1-4-15,-1-4-4 16,-3-6-108-16,2-17-193 15,-1-10-310-15</inkml:trace>
  <inkml:trace contextRef="#ctx0" brushRef="#br2" timeOffset="124691.37">19340 1032 1081 0,'0'0'138'0,"0"0"-137"16,0 0-1-16,0 0 5 15,91 60 23-15,-57-17 19 16,1 8-13-16,-1 7 3 16,-4 2 32-16,-7 4 0 15,-4 4-12-15,-11 1-29 16,-8-1-9-16,0-8-11 15,-2-10-4-15,-14-8 1 0,-4-6-5 16,-5-6-8 0,-4-8-287-16,-3-5-254 0</inkml:trace>
  <inkml:trace contextRef="#ctx0" brushRef="#br2" timeOffset="125367.01">19848 1465 1072 0,'0'0'163'0,"0"0"-160"15,0 0 28-15,0 0 72 16,0 0-27-16,0 0-55 16,89 6 1-16,-36-1 35 15,3 1-35-15,-3-2-20 16,-5 1 2-16,-6-5-4 16,-5 2-106-16,-6-2-106 15,-9-6-211-15</inkml:trace>
  <inkml:trace contextRef="#ctx0" brushRef="#br2" timeOffset="127322.33">20584 1122 185 0,'0'0'660'0,"0"0"-541"16,0 0-23-16,0 0 34 16,0 0-11-16,0 0-31 15,0-38-23-15,0 38-25 16,0 0-2-16,0 0-38 16,0 11-6-16,0 16 0 15,4 13 6-15,5 8 13 16,0 0-7-16,-3 2-5 15,-2 2 2-15,-4 5-3 0,0 4 0 16,0 4-37-16,-9-8-227 16,-10-7-139-1</inkml:trace>
  <inkml:trace contextRef="#ctx0" brushRef="#br2" timeOffset="127496.38">20420 1772 440 0,'0'0'994'0,"0"0"-932"16,0 0-62-16,0 0 27 16,90-26 27-16,-39 23-27 15,8 2-23-15,5 1 5 0,-2 0-9 16,-12 0-8 0,-10 3-85-16,-13 4-129 0,-14 0-208 15,-13 6-434-15</inkml:trace>
  <inkml:trace contextRef="#ctx0" brushRef="#br2" timeOffset="127713.8">20626 1940 1154 0,'0'0'155'15,"0"0"-153"-15,-7 77-2 0,7-39 18 16,1 7 33-1,15-1-36-15,0 0-5 0,-3-4-6 16,-3-8-3-16,-6-6 0 16,-4-8-1-16,0-4-47 15,0-9-117-15,0-5-166 16,-7 0-164-16</inkml:trace>
  <inkml:trace contextRef="#ctx0" brushRef="#br2" timeOffset="127931.96">20639 1961 1128 0,'0'0'254'15,"0"0"-253"-15,0 0 20 16,0 0-15-16,0 0 32 0,0 0 18 16,130 87-31-1,-78-56-16-15,-1-4-2 0,-2-1 0 16,-7-3-6-16,-5-3-1 15,-9-6-2-15,-9-3-90 16,-8-5-54-16,-6-6-136 16,-5 0-182-16</inkml:trace>
  <inkml:trace contextRef="#ctx0" brushRef="#br2" timeOffset="128158.08">20970 1833 830 0,'0'0'556'0,"0"0"-545"0,0 0 3 15,0 0-3-15,0 0 5 16,2 77 57-16,12-24-25 16,0 1-44-16,-4-3 9 15,-2-5-10-15,-2-5 0 16,-2-9-3-16,3-7-86 15,-4-9-121-15,0-12-217 16</inkml:trace>
  <inkml:trace contextRef="#ctx0" brushRef="#br2" timeOffset="128589.06">21416 916 1041 0,'0'0'142'0,"0"0"-103"16,0 0 95-16,0 0-36 16,0 0-25-16,0 0-50 15,-55-11-19-15,39 41-3 16,-6 20-1-16,2 20 28 16,3 21 15-16,7 13-10 15,3 10 2-15,7 0-5 16,0-4-18-16,5-11-6 15,14-14-4-15,4-13-2 16,0-13 0-16,-1-12-7 16,0-12-69-16,-2-14-138 15,0-17-91-15,-3-4-351 16</inkml:trace>
  <inkml:trace contextRef="#ctx0" brushRef="#br2" timeOffset="129341.78">21610 1131 888 0,'0'0'81'16,"0"0"-10"-16,0 0 96 15,0 0-25-15,0 0-37 16,0 0-70-16,-10-15-35 15,8 39-1-15,-1 15 1 16,0 9 66-16,-1 6-52 16,3 0-5-16,-1-2 6 15,2-6-7-15,0-5-2 16,0-11-4-16,0-8-2 16,0-10 2-16,0-7 0 0,0-5-1 15,0 0 4-15,0-9 3 16,0-17-8-16,0-8-24 15,0-9 24-15,0 1 3 16,0 0-1-16,0 5-1 16,0 9 11-16,0 10 0 15,0 10 13-15,0 3-8 16,5 4-17-16,9 1-1 16,7 0-2-16,4 3 1 15,4 10 2-15,-1 5-3 16,-3 6 1-16,0 2 1 15,-3 0 1-15,-3-2 3 0,-5-4-1 16,-2-4-1-16,-4-6 2 16,-2-2-2-1,-5-5 1-15,1-3 0 0,-2 0 8 16,0 0 24-16,0 0 7 16,0 0-3-16,0-5 2 15,0-14-14-15,0-13-11 16,0-7-14-16,0-3-1 15,-5-2 3-15,-3 4-3 16,-1 5 0-16,2 3 0 16,3 5-4-16,0 6-16 15,2 6-36-15,2 5-54 16,0 5-167-16,0 0-203 0</inkml:trace>
  <inkml:trace contextRef="#ctx0" brushRef="#br2" timeOffset="129638.35">21925 1059 332 0,'0'0'800'0,"0"0"-795"15,0 0-4-15,20 82 43 16,-5-53 45-16,3-2-42 16,2-1-11-16,2-8 8 15,-7-5 10-15,-3-3 3 16,-5-6-12-16,-4-3-20 15,-2-1-8-15,-1 0 34 16,3 0 16-16,3-11-1 0,2-11-30 16,0-8-26-16,1-2-9 15,-4-1-1-15,-2 5 1 16,-3 2-2-16,2 6-8 16,-1 8-44-16,-1 7-30 15,0 5-144-15,0 0-93 16,0 1-333-16</inkml:trace>
  <inkml:trace contextRef="#ctx0" brushRef="#br2" timeOffset="129814.33">22133 1168 428 0,'0'0'694'16,"0"0"-680"-16,0 0 13 0,-1 103 74 15,1-61-23-15,0 5-17 16,0 2-46-16,0 0-8 15,-2-3-2-15,-1-5-5 16,1-10-3-16,-1-7-178 16,3-9-158-16,0-12-293 15</inkml:trace>
  <inkml:trace contextRef="#ctx0" brushRef="#br2" timeOffset="130062.46">22323 1360 1375 0,'0'0'7'0,"0"0"4"16,0 0-11-16,0 0 19 15,111 0-7-15,-76 0-4 16,1 0-8-16,-7 0-51 16,-2 0-162-16,-9-9-313 15</inkml:trace>
  <inkml:trace contextRef="#ctx0" brushRef="#br2" timeOffset="130271.85">22715 1097 160 0,'0'0'1287'16,"0"0"-1287"-16,0 0-35 15,0 0 35-15,0 0 1 16,0 94 39-16,0-46-23 16,0 3-12-16,0-3 6 15,0-2-10-15,0-1-1 16,0-5-91-16,0-10-178 0,0-12-352 15</inkml:trace>
  <inkml:trace contextRef="#ctx0" brushRef="#br2" timeOffset="130554.92">22772 973 1333 0,'0'0'68'16,"0"0"-65"-16,0 0 13 16,0 0 4-16,0 0 7 15,99 48-4-15,-66 1 10 0,-2 10-10 16,-8 7 20 0,-8 5 6-16,-10 3-14 0,-5 4-15 15,0-3-12-15,-2-3-8 16,-13-11 3-16,-1-15-3 15,-1-14-6-15,3-14-139 16,3-11-114-16,2-7-312 16</inkml:trace>
  <inkml:trace contextRef="#ctx0" brushRef="#br2" timeOffset="130731.76">23247 1166 1513 0,'0'0'59'0,"0"0"-59"15,0 0-2-15,117 0 2 16,-80 0 0-16,-2 0-177 16,-15 4-300-16</inkml:trace>
  <inkml:trace contextRef="#ctx0" brushRef="#br2" timeOffset="130855.05">23282 1370 1004 0,'0'0'0'0,"0"0"-256"0,114-19 250 16,-71 4-122-16</inkml:trace>
  <inkml:trace contextRef="#ctx0" brushRef="#br2" timeOffset="131096.07">23745 923 1405 0,'0'0'0'0,"0"0"-31"16,0 0 31-16,0 0 24 0,0 0 7 15,20 94 14-15,-8-45-14 16,-4-1-27-16,-3 4 2 16,-3-3-1-16,-2 0-5 15,0-2-5-15,-10 0-170 16,-10-7-199-16,-3-5-412 16</inkml:trace>
  <inkml:trace contextRef="#ctx0" brushRef="#br2" timeOffset="131269.34">23612 1495 378 0,'0'0'1120'15,"0"0"-1113"-15,0 0 4 0,0 0 20 16,0 0 30 0,105-38-41-16,-62 36-16 0,-3 2-4 15,-4 0-2-15,-4 0-72 16,-9 12-140-16,-8 3-245 15</inkml:trace>
  <inkml:trace contextRef="#ctx0" brushRef="#br2" timeOffset="131690.32">23884 1783 985 0,'0'0'319'0,"0"0"-318"0,-28 100 9 16,21-54 46-16,4 4 52 16,3-1-63-16,0-4-28 15,0-5-7-15,0-9-6 16,0-7-4-16,0-10 1 16,0-7-1-16,0-5-123 15,1-2-22-15,1 0-6 16,-2-18-44-16,1-9-162 15,-1-9 166-15,0-8 48 16,0-3 73-16,0 0 70 16,0 4 214-16,0 12-15 15,0 10 76-15,2 10-8 16,2 8-117-16,1 3-55 0,5 0-35 16,4 3-22-16,8 14 23 15,4 3-9-15,0 5-21 16,4 4-21-16,4-2-7 15,-1 1 0-15,0-4-3 16,-2-5-7-16,-4-5-161 16,-6-8-126-16,-4-6-307 15</inkml:trace>
  <inkml:trace contextRef="#ctx0" brushRef="#br2" timeOffset="131886.01">24143 1673 1386 0,'0'0'77'0,"0"0"-77"16,0 0 23-16,0 0 12 15,0 0 10-15,-8 103 28 16,8-52-59-16,0 0-9 16,0-3 0-16,0-2-5 15,0-8-3-15,0-7-165 16,-2-12-237-16</inkml:trace>
  <inkml:trace contextRef="#ctx0" brushRef="#br2" timeOffset="132663.51">18007 3019 657 0,'0'0'212'16,"0"0"-149"-16,0 0 60 0,0 0 39 15,0 0-17-15,0 0-48 16,-10-35-57-16,10 35-33 16,10 15-1-16,24 21-6 15,11 13 104-15,11 13-68 16,8 1-7-16,3-3-13 16,2-5-15-16,-4-6 1 15,-9-4-2-15,-10-6 0 16,-11-6-14-16,-12-7-175 15,-8-10-60-15,-11-10-127 16,-4-6-348-16</inkml:trace>
  <inkml:trace contextRef="#ctx0" brushRef="#br2" timeOffset="132904.47">18457 3002 1224 0,'0'0'85'16,"0"0"-71"-16,0 0 17 16,0 0 45-16,0 0-32 15,-37 111 45-15,12-46-46 16,-2 3-28-16,-1-5 12 16,-1 1-12-16,5-6-13 15,5-9 0-15,7-8-2 0,9-10-49 16,3-8-104-1,0-10-90-15,18-11-240 0</inkml:trace>
  <inkml:trace contextRef="#ctx0" brushRef="#br2" timeOffset="133100.16">18696 3307 1216 0,'0'0'179'0,"0"0"-174"16,97-20-5-16,-45 15 4 15,6 3 12-15,4 1-16 16,-4 1-17-16,-6-5-177 0,-11-1-273 16</inkml:trace>
  <inkml:trace contextRef="#ctx0" brushRef="#br2" timeOffset="133353.01">19307 2992 642 0,'0'0'603'0,"0"0"-575"16,0 0-24-16,0 0 15 0,0 0-2 15,-2 77 43 1,15-31-18-16,6 2-30 0,0-9-8 16,0-2 5-16,-4-7-9 15,-3-1-1-15,-7-3-5 16,-5 0-176-16,0 0-186 16,-17-2-359-16</inkml:trace>
  <inkml:trace contextRef="#ctx0" brushRef="#br2" timeOffset="133552.59">19259 3507 985 0,'0'0'590'16,"0"0"-572"-16,0 0-2 0,0 0 2 15,121-7 31-15,-73 7-39 16,-4 4-10-16,-6 5-5 15,-6 3-2-15,-8-2-104 16,-6 0-178-16,-12-1-224 16</inkml:trace>
  <inkml:trace contextRef="#ctx0" brushRef="#br2" timeOffset="133775.19">19350 3734 924 0,'0'0'232'16,"0"0"-219"-16,-10 121 53 15,10-67 52-15,0 1-31 16,0-1-38-16,0-6-39 16,1-5-4-16,1-11-4 15,-2-5-2-15,0-11-67 16,0-7-112-16,0-9-190 15,0 0-398-15</inkml:trace>
  <inkml:trace contextRef="#ctx0" brushRef="#br2" timeOffset="133972.1">19348 3819 1225 0,'0'0'126'0,"0"0"-114"16,0 0-8-16,86 0 65 15,-44 20 7-15,4 4-41 16,-2 1-31-16,-4-1-1 16,-4-1-3-16,-5-3 0 15,-8-1-140-15,-5-5-71 16,-11-5-198-16,-7-3-325 16</inkml:trace>
  <inkml:trace contextRef="#ctx0" brushRef="#br2" timeOffset="134173.62">19683 3630 1114 0,'0'0'322'16,"0"0"-322"-16,0 0-6 16,0 0 6-16,0 0 110 15,14 118-68-15,3-66-32 16,2 3-6-16,-6-4-4 15,2-2 0-15,0-13-126 16,0-14-145-16,-3-13-439 16</inkml:trace>
  <inkml:trace contextRef="#ctx0" brushRef="#br2" timeOffset="134454.76">19816 2955 1261 0,'0'0'384'16,"0"0"-384"-16,0 0-44 16,0 0 44-16,92 116 13 15,-38-34 34-15,-2 11-35 16,-9 3-2-16,-11 2-1 15,-12 3 16-15,-14 0-15 0,-6 2-6 16,-14-9-4-16,-22-7 0 16,-11-13-1-16,-8-18-105 15,-8-14-124-15,-7-15-205 16</inkml:trace>
  <inkml:trace contextRef="#ctx0" brushRef="#br2" timeOffset="134821.99">17889 2966 865 0,'0'0'396'0,"0"0"-348"15,0 0-48-15,0 0 40 16,0 0 28-16,-65 97-32 16,58 1 37-16,4 20-37 15,3 10-8-15,0 3 4 16,-2-2-16-16,2-3-7 15,0-10-6-15,5-14-3 16,23-15 0-16,20-19-29 0,18-19-148 16,13-17-27-16,2-19-225 15</inkml:trace>
  <inkml:trace contextRef="#ctx0" brushRef="#br2" timeOffset="135203.39">20348 2913 896 0,'0'0'203'0,"0"0"-179"15,0 0 58-15,0 0 59 16,0 0-56-16,0 0-57 16,-13 89-17-16,-1-9 77 15,4 17-47-15,5 6 17 0,5 0-15 16,0-2-27-1,10-8-9-15,17-9-5 0,6-10-2 16,3-11 0-16,0-10-17 16,-3-13-137-16,-5-12-125 15,-8-21-263-15</inkml:trace>
  <inkml:trace contextRef="#ctx0" brushRef="#br2" timeOffset="135620.31">20588 3190 1432 0,'0'0'37'0,"0"0"-37"0,-3 122 0 16,3-72 26-16,2 0 9 15,6-5-20-15,-1-8-9 16,-3-12-5-16,-3-10 6 16,-1-9-4-16,0-5 0 15,0-1 7-15,0-1 6 16,-1-20-2-16,-8-11-6 16,2-5-8-16,1-6 6 15,4 6 2-15,2 7 14 16,0 10 10-16,0 13-14 0,0 7-13 15,17 0-5 1,11 3-3-16,13 17 3 0,7 4 5 16,4 1-5-16,0 2-1 15,-3-4-1-15,-3-2 1 16,-8-6-50-16,-3-5-156 16,-8-6-56-16,-8-4-281 15</inkml:trace>
  <inkml:trace contextRef="#ctx0" brushRef="#br2" timeOffset="135832.01">20931 3126 1261 0,'0'0'82'0,"0"0"-68"15,0 0 29-15,0 0-28 16,0 0 5-16,-6 96 16 15,9-53-27-15,7-1-1 16,0-3-2-16,-2-1-5 16,-1-6-2-16,0-1-120 15,-1-9-96-15,0-6-308 16</inkml:trace>
  <inkml:trace contextRef="#ctx0" brushRef="#br2" timeOffset="136169.63">21142 3120 1261 0,'0'0'107'16,"0"0"-107"-16,0 0-5 15,0 0 5-15,37 118 28 16,-12-72-5-16,0-6-18 15,-2-11 1-15,-6-10 5 16,-6-9 52-16,-7-5-13 16,-2-4 1-16,-2-1 20 15,0 0 1-15,1-9-14 16,6-15-16-16,2-7-30 0,1-4-11 16,-2 0 2-1,-1 3-3-15,-2 1-3 0,-2 6-23 16,0 9-37-16,-1 12-78 15,2 4-157-15,-3 4-314 16,-1 12 41-16</inkml:trace>
  <inkml:trace contextRef="#ctx0" brushRef="#br2" timeOffset="136316.99">21346 3293 313 0,'0'0'881'15,"0"0"-837"-15,0 89-5 16,0-47 71-16,0 5-10 15,9 1-53-15,2-2-41 16,-1-3-2-16,-2-9-4 0,-1-7-94 16,-7-10-97-16,0-12-229 15</inkml:trace>
  <inkml:trace contextRef="#ctx0" brushRef="#br2" timeOffset="136623.12">21563 3381 1565 0,'0'0'4'0,"0"0"22"15,0 0-26-15,114-20 35 16,-66 12-22-16,1 4-13 16,-5 1-34-16,-2-3-172 15,-9-3-192-15,-8-3-302 16</inkml:trace>
  <inkml:trace contextRef="#ctx0" brushRef="#br2" timeOffset="136826.98">22100 3146 1319 0,'0'0'93'0,"0"0"-93"16,0 0 0-16,-5 111 28 15,5-61 25-15,3 0-32 16,4-4-14-16,-2-4-2 16,-2-7-5-16,1-6-60 15,-4-8-121-15,0-8-238 16</inkml:trace>
  <inkml:trace contextRef="#ctx0" brushRef="#br2" timeOffset="137119.98">22117 3030 1378 0,'0'0'0'16,"0"0"-27"-16,0 0 27 15,0 0 39-15,102 102-3 16,-64-40 18-16,-1 4-21 15,-5 0-2-15,-9 2 23 16,-8 1-2-16,-8 3-26 0,-7-1-14 16,0-3-5-16,-18-7-1 15,-2-6-5-15,-2-10-1 16,2-8-22-16,1-16-174 16,4-13-80-16,7-8-426 15</inkml:trace>
  <inkml:trace contextRef="#ctx0" brushRef="#br2" timeOffset="137323.43">22641 3292 1587 0,'0'0'15'15,"0"0"-5"-15,97 0-10 16,-55 0 8-16,0 3-4 16,-5 2-4-16,-6 1-170 15,-20-3-277-15</inkml:trace>
  <inkml:trace contextRef="#ctx0" brushRef="#br2" timeOffset="137469.96">22690 3510 374 0,'0'0'874'0,"0"0"-874"16,0 0-79-16,109-10 71 15,-56-4-2-15,9-1-213 16,2-2-250-16</inkml:trace>
  <inkml:trace contextRef="#ctx0" brushRef="#br2" timeOffset="137682.85">23428 2946 1292 0,'0'0'103'16,"0"0"-86"-16,0 0 78 0,0 0-14 16,0 0-43-1,0 0-38-15,23 36 0 0,-11 12 2 16,-2 4 3-16,0 3-2 15,-6-2 0-15,0-4-3 16,-4 1-68-16,0-6-173 16,-4-5-208-16</inkml:trace>
  <inkml:trace contextRef="#ctx0" brushRef="#br2" timeOffset="137846.44">23267 3490 1305 0,'0'0'183'0,"0"0"-177"16,0 0 16-16,0 0 44 0,120-48-22 16,-73 46-41-16,-7 2-3 15,-6 0-8-15,-10 4-115 16,-6 9-111-16,-8 3-220 16</inkml:trace>
  <inkml:trace contextRef="#ctx0" brushRef="#br2" timeOffset="138386.07">23501 3745 706 0,'0'0'558'0,"0"0"-527"0,-18 78 2 16,18-39 100 0,0 5 0-16,1 7-93 15,6-5-22-15,-2 0-16 0,-3-12 2 16,-2-8 3-16,0-10-5 15,0-8 0-15,-2-7 0 16,-5-1 8-16,1-1-1 16,-1-21-6-16,2-9-1 15,1-10-1-15,1-4-2 16,0 1 3-16,3 10-2 16,0 8 2-16,0 8-1 15,5 5 10-15,8 6-3 16,6 5-8-16,-1 2-1 15,4 6 0-15,1 17 2 0,0 7 2 16,-1 1 3-16,-2 4-1 16,2-4 5-16,0-4-8 15,-1-7-2-15,3-7 0 16,-3-8 0-16,0-5 7 16,-4 0-4-16,-4-5 0 15,-3-15 2-15,-3-9-1 16,-6-7 0-16,-1-10 6 15,0-3-1-15,-3-3 13 16,-11 0-4-16,1 4-2 16,2 8 0-16,2 9-11 15,3 11-2-15,4 14-3 0,2 3-2 16,0 3-1-16,0 0-30 16,0 0-51-1,0 20-115-15,2 1-90 0,-2 5-396 16</inkml:trace>
  <inkml:trace contextRef="#ctx0" brushRef="#br2" timeOffset="141025.6">23678 4255 1025 0,'0'0'216'16,"0"0"-186"-16,0 0 72 0,0 0 59 16,0 0-40-16,0 0-53 15,-14-8-42-15,14 8-4 16,0 0-2-16,0-1-6 16,6-1-8-16,9 1 2 15,10-2-3-15,5 1-5 16,2-1 3-16,-2 1 0 15,-6 0-3-15,-11 2 0 16,-5 0-5-16,-8 0 6 16,0-2-2-16,0 2 1 15,0 0 0-15,0 0 3 16,-8 0-3-16,-4 0 2 16,-1 0 2-16,1 0-4 0,4 0 3 15,1 0-3 1,4 0 0-16,1 0 0 0,2 0 0 15,0 0 0-15,0 0 0 16,0 0-1-16,0 0 1 16,0 0-1-16,0 0-2 15,0 0 1-15,2 0-3 16,4 0 3-16,9 0 0 16,4-2 2-16,3-1 3 15,-3-1-3-15,-5 2 1 16,-9 2-3-16,-4 0 2 15,-1 0-6-15,0 0 4 0,0 0 2 16,-7 0 0-16,-10 0 1 16,-5 0-1-16,3 4 2 15,3-2 0-15,6 1-2 16,4-3 1-16,5 0-1 16,1 2 1-16,0-2-1 15,0 0 2-15,0 0-3 16,0 0 1-16,0 0-4 15,3 0 3-15,9 0 1 16,2 0 2-16,-1-5 1 16,-3 1-3-16,-3 4 0 15,-7 0 0-15,0 0-4 16,0 0 2-16,0 0-2 0,-14 0 4 16,-8 3 2-1,-3 5-2-15,0 4 3 0,7-7-3 16,8-2 0-16,5-1 0 15,5-2 0-15,0 0 0 16,0 0-1-16,6 0 0 16,15-2 1-16,9-6 5 15,5-4-3-15,-4 3-2 16,-2 1 2-16,-11 1-1 16,-4 5-1-16,-11 0 0 15,-3 2-3-15,0 0-6 16,0 0 6-16,-23 2 2 15,-9 11 1-15,-10 4 1 16,3-2-1-16,8-1 0 0,11-5 1 16,12-5 1-16,4-3-2 15,4-1-3-15,0 0 0 16,0 0 2-16,7 0-5 16,13 0 6-16,10-3 4 15,0-4-2-15,0-1-1 16,-8 1-1-16,-7 2 1 15,-6 3 1-15,-8 0-2 16,-1 2-2-16,0 0 2 16,0 0 1-16,-1 0-1 15,-16 0 0-15,-5 4 0 16,0 4 0-16,2 0 2 0,7-4-2 16,6-1-1-16,5-3-18 15,2 0-28-15,0 0-39 16,2 0-136-16,11-2-48 15,-3-11-279-15</inkml:trace>
  <inkml:trace contextRef="#ctx0" brushRef="#br2" timeOffset="142345.51">19034 4524 1278 0,'0'0'129'0,"0"0"-125"15,0 0 0-15,0 0-4 16,0 0 54-16,0 0 22 15,-24 0-46-15,24 0-21 16,0 0-9-16,0 0 0 0,0 0 1 16,0 0-1-16,0 0-32 15,10 0-99-15,16 0-23 16,10 0-124-16,12 0-244 16</inkml:trace>
  <inkml:trace contextRef="#ctx0" brushRef="#br2" timeOffset="142671.99">21169 4243 1180 0,'0'0'101'0,"0"0"-100"15,0 0-1-15,0 0 10 16,0 0 27-16,0 0-25 15,-15 8-12-15,15-2-113 0,-9 4-84 16,-14 0-123-16</inkml:trace>
  <inkml:trace contextRef="#ctx0" brushRef="#br2" timeOffset="142945.76">19275 4563 201 0,'0'0'1226'0,"0"0"-1226"15,0 0-110-15,0 0-62 16,0 0 159-16,0 0 13 16,40 17 0-16,18-16-82 15,14-1-327-15</inkml:trace>
  <inkml:trace contextRef="#ctx0" brushRef="#br2" timeOffset="143201.82">21608 4358 1368 0,'0'0'255'16,"0"0"-255"-16,0 0-230 15,0 0 194-15,0 0 36 16,0 0 65-16,-4-3-65 16,10 6-57-16,11 6-57 15,2 2-109-15,-3-4-169 16</inkml:trace>
  <inkml:trace contextRef="#ctx0" brushRef="#br2" timeOffset="144405.87">23842 4268 600 0,'0'0'272'0,"0"0"-253"0,0 0-16 16,0 0 60-16,0 0 91 15,0 0-26-15,0 0-40 16,0 0-26-16,0 0 4 16,0 0 6-16,0 0-8 15,0 0-16-15,0 0-14 16,1 0-15-16,8 0-4 16,8 0-3-16,8 1-3 15,8 3 4-15,2 1-7 16,-3 1-5-16,-5 3 0 15,-7-2 0-15,-8-3-1 0,-7 1 0 16,-5-3-5 0,0 5 0-16,-15 3 5 0,-24 4 5 15,-18 2 2-15,-8-1-4 16,-3-3 1-16,9-4 5 16,13-2-2-16,17-3 12 15,14-2-8-15,8 1-4 16,7-2-4-16,0 0-3 15,0 0-4-15,16 2-3 16,13-2 7-16,15 0 3 16,7 0-1-16,3 0-2 15,-5 0 0-15,-10 0-7 0,-8-2-3 16,-10-1-1 0,-5 0-12-16,-8 1-9 0,-4 2-16 15,-4 0-21-15,0 0-66 16,0-1-11-16,0-1-48 15,0-2-111-15,-6-4-350 16</inkml:trace>
  <inkml:trace contextRef="#ctx0" brushRef="#br2" timeOffset="145554.57">23901 4425 592 0,'0'0'242'15,"0"0"-216"-15,0 0 12 16,0 0 86-16,0 0 42 15,0 0-50-15,0 0-33 16,0 0-22-16,0 0-20 16,0 0-2-16,0 0 0 15,0 0-13-15,0 0-5 0,0 0-13 16,0 0-2 0,0 0-1-16,0 2-2 0,0 9 7 15,0 5 2-15,-6 4-5 16,-2 4 7-16,-5 3-7 15,-7 4 3-15,-7 1 7 16,-3 3 0-16,-5-2 4 16,2-1-13-16,-3-1-1 15,3-2 7-15,-5-1-8 16,-10 1 4-16,-7-4-5 16,-10-2 0-16,-3-3 0 15,-3-3 4-15,6 0-7 16,5-3 3-16,0-4 0 0,-1-2-5 15,0-3 3 1,-5-1-3-16,1-3 7 0,-2-1-7 16,1 0-2-16,-1 0 2 15,-2-5 5-15,-9-9-5 16,-1-5 0-16,3-5 2 16,5-4-1-16,14-2 4 15,9-2-4-15,3 0-1 16,0-2 2-16,3 1-2 15,7 1 0-15,9 5 3 16,8 2 0-16,6 4-1 16,7 4 0-16,2 8-4 15,2 3 4-15,1 5-2 0,0 1 0 16,0 0-4-16,0-2 4 16,0 2-3-16,0 0-4 15,0 0 1-15,1 0-7 16,11 0 4-16,3 5-13 15,3 5-23-15,2 1-37 16,2-1-85-16,-3 2-72 16,-8-6-193-16</inkml:trace>
  <inkml:trace contextRef="#ctx0" brushRef="#br2" timeOffset="151519.54">16678 5169 756 0,'0'0'353'0,"0"0"-305"15,0 0-14-15,0 0 85 16,0 0-10-16,0 0-51 15,0 0-58-15,13 15 3 16,25 29 2-16,7 11 6 16,7 7 14-16,4 4 3 0,-1 0-15 15,0-1 0 1,-3-4-12-16,-8-6-1 0,-9-8 0 16,-10-9-1-16,-13-6-1 15,-8-8-100-15,-4-8-66 16,0-10-85-16,-7-6-200 15</inkml:trace>
  <inkml:trace contextRef="#ctx0" brushRef="#br2" timeOffset="151796.07">17069 5184 18 0,'0'0'1308'0,"0"0"-1248"16,0 0-56-16,0 0-4 15,0 0 31-15,-43 110 54 16,23-48-44-16,-2 0-25 16,2 1 26-16,-1-4-8 15,2-8-29-15,0-7 1 16,5-8-6-16,4-8 0 15,4-6-2-15,6-10-101 16,0-9-176-16,10-3-225 16</inkml:trace>
  <inkml:trace contextRef="#ctx0" brushRef="#br2" timeOffset="152153.01">17190 5193 1256 0,'0'0'74'0,"0"0"-71"15,0 0-3-15,67 96 13 16,-34-48 9-16,4 2 5 16,-2-2 2-16,-5-4-2 15,-6-8-1-15,-8-11-13 0,-6-8 1 16,-3-8 8-16,-5-6 13 15,-1-3 24-15,-1 0 24 16,3-4-17-16,4-27-3 16,2-16-43-16,1-11-19 15,1-6 1-15,-4 5 3 16,0 3-4-16,-4 10-1 16,1 13-5-16,-1 15 4 15,-3 11-46-15,0 7-40 16,1 1-141-16,2 19-164 15,-3 4-5-15</inkml:trace>
  <inkml:trace contextRef="#ctx0" brushRef="#br2" timeOffset="152319.54">17548 5412 1089 0,'0'0'42'15,"0"79"-28"-15,0-25 102 16,0 4-22-16,0-2-48 15,0 1-32-15,0-5-13 16,0-9-1-16,1-7-2 16,8-11-156-16,-1-13-173 15,0-12-347-15</inkml:trace>
  <inkml:trace contextRef="#ctx0" brushRef="#br2" timeOffset="152525.14">17853 5369 1292 0,'0'0'258'16,"0"0"-258"-16,0 0 0 16,98 3 1-16,-50 3 9 15,9 1-9-15,-4 0-1 16,-4-1-63-16,-14-4-214 15,-17 1-334-15</inkml:trace>
  <inkml:trace contextRef="#ctx0" brushRef="#br2" timeOffset="152680.35">17915 5646 1044 0,'0'0'387'0,"0"0"-387"16,0 0 9-16,0 0-9 15,94 0 14-15,-30-5-14 16,4-4-10-16,-5-3-182 16,-4-5-248-16</inkml:trace>
  <inkml:trace contextRef="#ctx0" brushRef="#br2" timeOffset="153186.01">18550 5259 1262 0,'0'0'125'15,"0"0"-115"-15,0 0 48 16,0 0-1-16,0 0-53 15,-13 89 16-15,20-26 6 16,3 3-1-16,0-6-17 16,-2-4 5-16,-3-9-12 15,-1-12 0-15,-4-9 2 16,0-11-3-16,0-8-7 0,0-7-73 16,0 0-90-16,-5-17-95 15,-2-14-290-15,-2-7 343 16,3-8 174-16,-2-5-48 15,1-2 86-15,1 2 227 16,4 9 49-16,2 13-43 16,0 9-38-16,0 9-60 15,13 8-41-15,7 3-62 16,8 0 3-16,8 17 32 16,3 8-1-16,7 7-30 15,-1 5-9-15,2 0-18 16,-5-1-8-16,-2-5 4 0,-5-1-10 15,-6-6 3-15,-8-3-123 16,-8-5-110-16,-8-4-175 16</inkml:trace>
  <inkml:trace contextRef="#ctx0" brushRef="#br2" timeOffset="153395.1">18875 5193 1068 0,'0'0'332'0,"0"0"-313"16,0 0-9-16,0 0-1 15,0 0-8-15,22 87 76 0,-2-31-32 16,-4 4-40-16,-2-1 2 16,-3-5-7-16,-1-6 0 15,2-9-7-15,0-11-206 16,2-11-143-16,-1-15-391 15</inkml:trace>
  <inkml:trace contextRef="#ctx0" brushRef="#br2" timeOffset="153667.46">19220 5038 1250 0,'0'0'152'16,"0"0"-147"-16,0 0-1 16,0 0 25-16,-66 102 26 15,53-22 8-15,2 9-32 16,5 4 21-16,3-4-28 16,3-8-9-16,0-12-6 15,5-13-8-15,13-13-2 16,9-11 0-16,1-14-49 15,4-9-169-15,-4-9-54 16,-6-5-367-16</inkml:trace>
  <inkml:trace contextRef="#ctx0" brushRef="#br2" timeOffset="153895.66">19418 5208 1295 0,'0'0'211'0,"0"0"-211"16,0 0 0-16,0 0 19 15,117 105 20-15,-68-62-9 16,-1 4-18-16,-3 0-8 16,-6-5-2-16,-7-6-1 15,-6-6-2-15,-7-9-4 16,-9-6-94-16,-7-6-136 0,-3-7-166 15</inkml:trace>
  <inkml:trace contextRef="#ctx0" brushRef="#br2" timeOffset="154106.32">19694 5166 695 0,'0'0'715'0,"0"0"-715"15,0 0 10-15,-46 90-7 16,32-33 59-16,-1 6-4 0,3 1-43 16,-1-3-12-1,1-3 0-15,3-9-3 16,2-8-4-16,7-13-161 0,0-13-139 16,0-13-339-16</inkml:trace>
  <inkml:trace contextRef="#ctx0" brushRef="#br2" timeOffset="154307.85">19836 5363 1284 0,'0'0'158'0,"0"0"-140"15,0 0-18-15,124-35 68 0,-70 23-46 16,6 2-13-16,0 0-3 15,-5 7-6-15,-3-4-2 16,-9 3-66-16,-6 0-157 16,-13-3-215-16</inkml:trace>
  <inkml:trace contextRef="#ctx0" brushRef="#br2" timeOffset="154510.85">20111 5124 1293 0,'0'0'76'0,"0"0"-76"15,0 0 0-15,-2 80 4 16,15-25 6-16,1 4 5 0,-3 1-13 16,-1-4 0-16,0-5-4 15,-3-8-106-15,-2-12-194 16,-2-11-341-16</inkml:trace>
  <inkml:trace contextRef="#ctx0" brushRef="#br2" timeOffset="154850.32">20400 5130 1349 0,'0'0'32'0,"0"0"-24"0,0 0-8 16,42 94 9-16,-24-56-3 16,-1-5 2-16,-2-6 0 15,-5-10 1-15,-3-7 24 16,-4-7 34-16,-3-1-9 16,0-2 22-16,0 0-8 15,3 0-10-15,-1-17-12 16,4-11-20-16,0-12-24 15,-2-6-5-15,2-2 0 16,-3 0-1-16,0 5-2 16,0 12-1-16,-1 12-27 15,2 9-30-15,-3 10-38 0,2 0-182 16,0 5-244-16,-3 13-74 16</inkml:trace>
  <inkml:trace contextRef="#ctx0" brushRef="#br2" timeOffset="155001.1">20540 5206 1074 0,'0'0'103'16,"0"0"-89"-16,-5 104 67 15,5-53 18-15,4 5-58 16,7-1-23-16,1-2-11 16,0-8-7-16,-1-8-6 15,3-12-126-15,-1-14-239 0</inkml:trace>
  <inkml:trace contextRef="#ctx0" brushRef="#br2" timeOffset="155253.85">20803 4942 1449 0,'0'0'35'15,"0"0"-30"-15,0 0-5 16,105 73 50-16,-65-11 28 16,-6 10-38-16,-11 7-11 0,-10 2-4 15,-11-3-12-15,-2-5-2 16,-5-3-6-16,-17-10-5 16,-11-10-7-16,-10-11-103 15,-19-11-223-15,-21-7-451 16</inkml:trace>
  <inkml:trace contextRef="#ctx0" brushRef="#br2" timeOffset="155899.4">16473 4975 838 0,'0'0'284'0,"-41"-77"-210"15,23 45-10-15,1 7 73 0,6 7-26 16,4 9-55-16,2 4 0 15,5 5-10-15,0 17-46 16,0 41-6-16,0 35 6 16,3 32 17-16,7 17 26 15,0 7-6-15,-1 0-15 16,-1-8-19-16,-1-13 0 16,1-23-3-16,4-21-5 15,3-22 3-15,2-22-57 16,1-21-132-16,0-19-214 15,1-13-226-15</inkml:trace>
  <inkml:trace contextRef="#ctx0" brushRef="#br2" timeOffset="156883.63">16581 4884 909 0,'0'0'49'0,"0"0"-32"0,0 0 122 15,0 0 5 1,0 0-8-16,0 0-47 0,-25-18-31 15,25 18-8-15,0 0-7 16,0 0 0-16,0 0-26 16,0 0-2-16,12-1-6 15,11-2-5-15,15 0 19 16,16 1 4-16,9 2-14 16,13 0-1-16,11 0-10 15,8 0 4-15,12 0-6 16,14 0 4-16,12 0-3 15,9 0 2-15,9 0-1 16,8-3 7-16,8-2-8 16,10-4 7-16,15-5-8 15,9-1-4-15,6-3 4 0,-7 0-1 16,-12 2 1 0,-14 1 8-16,-18 4-7 0,-7 2-1 15,-11 0-1-15,-11 0-5 16,-6 1 4-16,-14 2 2 15,-12 0 0-15,-8 3 0 16,-12 0 2-16,-6-1-2 16,-7 2 4-16,-6 0-3 15,-1 2 2-15,2-3-3 16,2 0 0-16,-3-1 0 16,-2 0 0-16,-4-2 0 15,-5 1 0-15,-3 1-2 0,3-1 0 16,-1 1 2-16,-1-2 0 15,-1 3-1-15,-3 0 3 16,-7-1-2-16,-5 3 0 16,-6 1 0-16,-10 0-2 15,-2-2 4-15,-8 2-2 16,-1 0 0-16,0 0 5 16,0 0-2-16,0 0-2 15,0 0-1-15,0 0 4 16,0 0-3-16,0 0 2 15,0 0 6-15,0 0-8 16,0 0 2-16,0 0-3 16,0 0-1-16,0 0 1 15,0 0-3-15,0 0 3 16,0 0-4-16,0 0 9 0,0 0-5 16,0 0 0-16,0 0-3 15,0 8 1-15,0 19-7 16,6 15 9-16,4 12 5 15,3 11 6-15,0 11 10 16,0 7 1-16,-1 5-15 16,-3 1-3-16,-4-5 1 15,-2-11-5-15,-1-12 1 16,-2-9-1-16,0-11-1 16,0-7-2-16,-17-6-18 0,-13-11-69 15,-10-9-73 1,-11-8-397-16</inkml:trace>
  <inkml:trace contextRef="#ctx0" brushRef="#br2" timeOffset="157598.44">17061 6032 552 0,'0'0'244'15,"0"0"-228"-15,0 0-3 0,0 0 92 16,-104-1 72-16,83 1-40 15,-3 0-55-15,-3 0-8 16,2 0 6-16,2 0-9 16,6 2-9-16,7 0-13 15,5-2-14-15,5 1-8 16,0-1-19-16,0 0 6 16,0 0 5-16,0 0 5 15,3 0-2-15,26 0-16 16,23 0 6-16,28 0 5 15,30 0-2-15,23 0-2 16,22-4-12-16,12 1 5 16,17-2 4-16,20-4-10 0,22-6 11 15,26-6-4 1,21-3 0-16,6-3 1 0,-4 3 1 16,-12 2 0-16,-25 5-9 15,-27 4-2-15,-31 2 2 16,-25 4-1-16,-23-1 1 15,-19 0 3-15,-20 1 2 16,-13-2-3-16,-16 0-2 16,-17 1-1-16,-16 3 0 15,-12 2-10-15,-6 1-44 16,2 2-42-16,5 0-130 16,6 0-208-16</inkml:trace>
  <inkml:trace contextRef="#ctx0" brushRef="#br2" timeOffset="157736.39">21336 5751 1541 0,'0'0'171'15,"0"0"-163"-15,0 0-12 16,0 0 4-16,0 0-24 16,0 0-165-16,-91-27-372 15</inkml:trace>
  <inkml:trace contextRef="#ctx0" brushRef="#br2" timeOffset="161998.31">12428 4304 791 0,'0'0'182'0,"0"0"-105"15,0 0 31-15,0 0-7 16,0 0 43-16,0 0-41 15,0 0-75-15,0-16-28 16,0 65 0-16,0 17 14 16,0 11 10-16,0 1-17 15,0-2-3-15,0-9-3 16,0-7-2-16,6-10-33 16,5-11-93-16,2-8-20 15,1-15-134-15,-3-14-218 0</inkml:trace>
  <inkml:trace contextRef="#ctx0" brushRef="#br2" timeOffset="162267.1">12431 4265 687 0,'0'0'508'15,"-25"-79"-406"-15,22 46-49 16,3 5 23-16,0 3 13 15,15 7-39-15,8 9-26 16,3 9-11-16,2 7-10 16,-1 28 9-16,-2 11 9 15,-8 8-11-15,-5 5 0 16,-9-2-9-16,-3-4-1 0,0-5 0 16,-9-8-1-16,-4-6-9 15,1-9-69-15,4-7-90 16,8-11-42-16,0-7-172 15</inkml:trace>
  <inkml:trace contextRef="#ctx0" brushRef="#br2" timeOffset="162509.03">12800 4513 1213 0,'0'0'181'0,"0"0"-176"15,0 0-3-15,0 0 10 16,128-14 30-16,-74 11-39 16,-2 3 1-16,-2 0-4 15,-10 0-100-15,-14 0-261 16,-19 2-441-16</inkml:trace>
  <inkml:trace contextRef="#ctx0" brushRef="#br2" timeOffset="162666.79">12930 4718 927 0,'0'0'621'0,"0"0"-615"0,0 0-6 15,0 0 0-15,0 0 6 16,91 0 3-16,-35 3-9 15,1 0-95-15,-7 0-164 16,-10-3-326-16</inkml:trace>
  <inkml:trace contextRef="#ctx0" brushRef="#br2" timeOffset="163453.47">13344 4343 919 0,'0'0'210'0,"0"0"-153"0,0 0-19 16,0 0-30-16,0 0 70 15,-18 131-37-15,18-69-13 16,0-4-17-16,3-2-10 15,4-5 3-15,1-10-4 16,-2-8-2-16,-2-11-19 16,0-10-109-16,-1-12-84 15,-3 0-175-15,0-21-83 16</inkml:trace>
  <inkml:trace contextRef="#ctx0" brushRef="#br2" timeOffset="163633.57">13325 4495 798 0,'0'0'331'0,"0"0"-223"15,0 0-58-15,0 0 27 16,0 0-44-16,0 0-30 16,48-20 8-16,2 44 15 15,5 2-9-15,-1 3-6 16,-2-1-9-16,-7 1-2 16,-7-2-1-16,-11 0-4 15,-7-3-125-15,-10-3-92 16,-7-7-202-16</inkml:trace>
  <inkml:trace contextRef="#ctx0" brushRef="#br2" timeOffset="163844.34">13582 4403 947 0,'0'0'286'0,"0"0"-197"15,0 0 44-15,0 0-60 16,0 0-66-16,0 0 4 15,-2 65-11-15,22-15 12 16,2 1-11-16,-2-2 3 16,2-4-3-16,-2-5-1 15,1-7-8-15,1-10-206 16,-2-12-103-16,-1-9-278 16</inkml:trace>
  <inkml:trace contextRef="#ctx0" brushRef="#br2" timeOffset="164297.32">14174 4358 128 0,'0'0'459'0,"0"0"-459"16,0 0 0-16,0 0 29 16,0 0 93-16,0 0-68 15,-10-18-22-15,10 8 50 16,0 1 59-16,-6-2-10 0,-4 1-2 16,-1-1-38-16,-2 2 31 15,1 0-46-15,2 3-29 16,0 0 0-16,-2 2-6 15,2 2-20-15,-3-1-7 16,-4 3 1-16,0 0-2 16,-6 19-7-16,-2 16-6 15,3 12 0-15,6 9 4 16,7 8-2-16,9 1 3 16,0-2-5-16,13-3-1 15,18-7 0-15,5-6 1 0,4-9-9 16,2-6-44-1,0-9-52-15,1-11-98 0,1-12-74 16,-1-5-383-16</inkml:trace>
  <inkml:trace contextRef="#ctx0" brushRef="#br2" timeOffset="164731.07">14580 4316 1105 0,'0'0'153'16,"0"0"-127"-16,0 0 61 15,0 0 54-15,0 0-68 0,0 0-41 16,-95-52-27-16,69 63 1 16,-7 14 4-16,0 5 2 15,2 3-2-15,10-3 4 16,9-3-13-16,10-3 5 15,2-3-6-15,7 1 2 16,18 0-1-16,7-1 0 16,5-2 1-16,3-1 3 15,0-3-4-15,1 2-1 16,-5-2 0-16,-6-3 2 16,-8-2-3-16,-9-3 3 15,-10-1-2-15,-3-3 0 16,0 4 1-16,-15 2 10 0,-15 4 29 15,-13 2-15-15,-8-2-5 16,2-3-18-16,0-2 3 16,9-7-5-16,10-1-3 15,11 0-40-15,15-4-44 16,4-13-188-16,18-7-249 16</inkml:trace>
  <inkml:trace contextRef="#ctx0" brushRef="#br2" timeOffset="165014.4">14682 4425 894 0,'0'0'363'0,"0"0"-356"16,-5 78-1-16,5-40 24 16,2 2 12-16,14-2 5 15,7-2-37-15,3-11-1 16,0-9-4-16,1-9-5 15,-2-7 11-15,0 0-1 16,-2-17 7-16,-6-6 30 16,-3-4 5-16,-7-1 0 15,-7-4-12-15,0 3-12 16,0-2-21-16,-12 4-7 16,-3 7-3-16,1 5-41 15,4 6-85-15,4 4-116 0,2-1-246 16</inkml:trace>
  <inkml:trace contextRef="#ctx0" brushRef="#br2" timeOffset="165481.04">14986 4421 1073 0,'0'0'107'0,"0"0"-100"16,0 0 99-16,22 81 12 15,-14-49-29-15,2-1-59 16,-3 0-20-16,-2-5 1 15,-1-9-9-15,-4-4 1 16,1-6 2-16,-1-7-4 16,0 0 7-16,2 0 6 15,-2-7 30-15,3-17-9 0,2-11-33 16,2-10-2-16,3 3 0 16,-2 8-2-16,-3 15 2 15,0 15 0-15,-2 4-7 16,4 4-3-16,3 21 1 15,4 8 9-15,-1 1 0 16,1-1 4-16,-3-6-4 16,0-7 0-16,-5-9 0 15,-5-6 2-15,1-5-2 16,0 0 5-16,0-18 14 16,1-14-17-16,2-12-2 15,0-4 0-15,0 3 2 16,3 5 0-16,4 10-2 0,5 10 0 15,-1 14-1-15,7 6-8 16,1 13 5-16,1 21 0 16,1 6-1-16,-1 6 3 15,-5-5-1-15,0-1-4 16,-2-7-185-16,-7-12-195 16</inkml:trace>
  <inkml:trace contextRef="#ctx0" brushRef="#br2" timeOffset="165686.92">15543 4181 1396 0,'0'0'205'16,"0"0"-205"-16,0 0 0 16,0 0 3-16,124 50 37 15,-69-7-14-15,-9 13-22 16,-14 8 0-16,-20 7-3 15,-12-2-1-15,-5-4 0 16,-27-8-69-16,-11-9-141 16,-11-11-116-16,-11-10-352 15</inkml:trace>
  <inkml:trace contextRef="#ctx0" brushRef="#br2" timeOffset="165997.12">12859 5232 1262 0,'0'0'122'16,"0"0"-107"-16,0 0-5 0,128-27 11 15,-6 20 85 1,35-3-46-16,27-1-29 16,20-9-22-16,17-9 2 15,6-2 1-15,0 1-12 0,-14 4 0 16,-31 9-5-16,-32 8-3 16,-41 5-181-16,-42-1-180 15,-39-1-457-15</inkml:trace>
  <inkml:trace contextRef="#ctx0" brushRef="#br2" timeOffset="166250.94">13114 5342 110 0,'0'0'1387'16,"100"0"-1387"-16,-5 3-16 15,31 0 16-15,21-3 7 16,27 0-3-16,17 0 9 16,7 0-11-16,3-6-2 15,-20-5-152-15,-26-4-410 16</inkml:trace>
  <inkml:trace contextRef="#ctx0" brushRef="#br2" timeOffset="166392.9">15168 5208 1782 0,'0'0'0'0,"0"0"-154"15,0 0 74-15,0 0 67 16,0 0-217-16,0 0-281 15</inkml:trace>
  <inkml:trace contextRef="#ctx0" brushRef="#br1" timeOffset="177475.54">12665 5988 116 0,'0'0'0'0</inkml:trace>
  <inkml:trace contextRef="#ctx0" brushRef="#br1" timeOffset="178019.22">11847 6461 1052 0,'0'0'188'16,"0"0"-137"-16,0 0-51 15,0 0 3-15,0 0 15 16,41 90 84-16,4-36-35 16,9 2-40-16,6-2 3 0,4-3-2 15,-4-4-7-15,-7-5-19 16,-8-5 1-16,-9 0-3 16,-8-6 0-16,-8-4-7 15,-5-4-117-15,-5-8-38 16,-5-7-98-16,-5-8-142 15</inkml:trace>
  <inkml:trace contextRef="#ctx0" brushRef="#br1" timeOffset="178288.03">12261 6506 1016 0,'0'0'217'16,"0"0"-192"-16,0 0-24 16,-55 77 33-16,40-28 31 15,-4 10 16-15,-4 2-39 16,-3 1 2-16,-5-6-17 16,1-5-15-16,4-9-12 15,4-9 5-15,8-9-5 16,8-7-13-16,6-8-130 15,0-9-49-15,20 0-236 16,6-22-102-16</inkml:trace>
  <inkml:trace contextRef="#ctx0" brushRef="#br1" timeOffset="178744.27">12468 6595 856 0,'0'0'173'0,"0"0"-138"16,0 0 73-16,0 0 3 0,0 0-39 15,0 0-62 1,11 9-1-16,3 16-7 0,6 5 59 16,5 2-26-16,4-2 2 15,-4-3-5-15,-1-7-17 16,-6-4 10-16,-8-5-12 16,-3-8-8-16,-4-2 7 15,-2-1-4-15,1 0 36 16,-2 0 15-16,2-9-6 15,3-22-12-15,-2-13-40 16,2-6 2-16,-3 2-3 16,-2 8-4-16,0 10 3 0,0 12-3 15,0 9-12 1,0 6-31-16,5 3-84 0,2 3-203 16,0 14 60-16,1 7 9 15,-3 2-135-15</inkml:trace>
  <inkml:trace contextRef="#ctx0" brushRef="#br1" timeOffset="178913.05">12716 6662 960 0,'0'0'216'0,"0"0"-197"15,0 0-12-15,0 0 58 16,1 93 47-16,-1-46-30 16,0 5-41-16,0 0-13 15,0-1-16-15,-1-4-12 16,-2-5-1-16,3-5 1 15,0-7-139-15,0-8-90 0,10-13-235 16</inkml:trace>
  <inkml:trace contextRef="#ctx0" brushRef="#br1" timeOffset="179115.35">13034 6805 1327 0,'0'0'199'16,"0"0"-199"-16,0 0 0 15,126-9 28-15,-61 8 3 0,4 1-25 16,-3 0-6 0,-4 0-21-16,-9 0-245 0,-11 0-255 15</inkml:trace>
  <inkml:trace contextRef="#ctx0" brushRef="#br1" timeOffset="179364.93">13564 6530 1239 0,'0'0'144'0,"0"0"-144"16,0 0 1-16,-16 91 36 0,16-36 60 15,10 4-61 1,-1-1-14-16,-4-5-13 0,-2-7-6 16,-1-6-1-16,-1-9-1 15,-1-7-1-15,0-6-2 16,0-9-133-16,0-7-19 16,0-2-133-16,-1-14-85 15</inkml:trace>
  <inkml:trace contextRef="#ctx0" brushRef="#br1" timeOffset="179548.08">13564 6721 804 0,'0'0'323'16,"0"0"-159"-16,0 0-40 0,0 0-27 15,0 0-50 1,0 0-19-16,63 2 9 0,-28 27-4 16,4 6-14-16,0 0-3 15,0-2-14-15,2-5 1 16,-5-3-3-16,-4-7-2 15,-4-2-52-15,-6-4-101 16,-7-9-103-16,-5-3-194 16</inkml:trace>
  <inkml:trace contextRef="#ctx0" brushRef="#br1" timeOffset="179753.3">13869 6551 1107 0,'0'0'186'0,"0"0"-173"16,0 0-8-16,0 0 3 16,9 78 149-16,8-28-87 15,-3 3-53-15,-2-3-2 16,-3 0-13-16,-6-6-2 16,-2-5 0-16,2-8-62 15,-3-7-155-15,0-10-173 16</inkml:trace>
  <inkml:trace contextRef="#ctx0" brushRef="#br1" timeOffset="180118.12">14134 6567 1312 0,'0'0'107'0,"0"0"-76"16,0 0 29-16,0 0-32 0,0 0-21 15,0 0 8 1,117 92 35-16,-72-50-35 0,-3 1-7 16,-4-6-7-16,-4-3 1 15,-6-3-2-15,-10-6-5 16,-6-3-5-16,-5-3-103 16,-7-2-59-16,0-9-77 15,-4-6-165-15</inkml:trace>
  <inkml:trace contextRef="#ctx0" brushRef="#br1" timeOffset="180365.72">14349 6525 1019 0,'0'0'242'15,"0"0"-188"-15,0 0-30 16,0 0 10-16,0 0-9 15,-8 104 130-15,3-38-98 16,-5 1-31-16,-7-1-6 16,-1-9-2-16,-2-5-13 15,0-9-4-15,3-9-1 16,7-8-1-16,3-9-67 16,7-10-150-16,0-7-167 15,0-3-532-15</inkml:trace>
  <inkml:trace contextRef="#ctx0" brushRef="#br1" timeOffset="180684.09">14695 6765 831 0,'0'0'567'0,"0"0"-499"16,0 0-41-16,0 0 27 15,0 0-11-15,0 0-20 16,119-13-15-16,-69 13-5 15,-5 0-3-15,-5 0-17 16,-3 0-137-16,-5 0-103 16,-5 0-247-16</inkml:trace>
  <inkml:trace contextRef="#ctx0" brushRef="#br1" timeOffset="181326.75">15257 6505 1245 0,'0'0'70'0,"0"0"-69"0,0 0 3 16,0 0 3-16,-2 79 93 16,9-26-18-16,-4 1-55 15,-3-1 12-15,0-8-15 16,0-4 16-16,0-10-24 15,0-7-12-15,0-7 6 16,0-10-8-16,0-4 1 16,0-2 5-16,0-1-7 0,0 0 11 15,0 0 2 1,-3-18-2-16,-2-12-6 0,0-7-6 16,2-9 0-16,1 0 1 15,2 1-1-15,0 4 2 16,0 8-2-16,0 8 2 15,0 11 0-15,0 4-1 16,0 9 8-16,8 1-9 16,4 0 0-16,5 11 0 15,6 12 3-15,3 5-3 16,2 7 6-16,0 0-5 16,1 1 2-16,-1-5-3 15,-3-2 1-15,0-7-3 16,-6-7 2-16,-8-4 0 15,-3-6 1-15,-4-1-1 0,-2-4 4 16,-2 0 0 0,0 0-4-16,0 0 33 0,0-13 11 15,0-15-14-15,1-13-27 16,-1-8-1-16,0-5 0 16,0-1-2-16,0 3 4 15,0 6-4-15,-3 17 0 16,2 11 1-16,-2 9 2 15,3 6-3-15,0 3-7 16,0 0-6-16,0 0-67 16,6 6-64-16,11 7-174 15,-1 3-100-15</inkml:trace>
  <inkml:trace contextRef="#ctx0" brushRef="#br1" timeOffset="181661.81">15735 6477 878 0,'0'0'406'0,"0"0"-371"15,0 0-35-15,0 0 6 16,0 0 76-16,0 0 10 16,74 111-63-16,-49-71-10 15,-5-4 13-15,-3-8 3 16,-4-8-6-16,-4-8-7 0,-6-9-3 15,-2-3 17-15,1 0 6 16,0 0 12-16,3-13-7 16,3-16-18-16,4-13-24 15,4-8-4-15,0 0-1 16,-3 1 2-16,-5 3-2 16,-3 6 0-16,-1 10-5 15,-3 12-7-15,1 11-15 16,-2 7-34-16,0 0-41 15,0 10-196-15,0 10-65 16,-2 5-46-16</inkml:trace>
  <inkml:trace contextRef="#ctx0" brushRef="#br1" timeOffset="181834.28">15955 6506 1034 0,'0'0'191'0,"0"0"-186"15,0 0 128-15,-3 106 19 16,16-62-58-16,0 4-41 15,-3 2-32-15,-4-2-8 16,-2-4-10-16,-2-7-2 16,-1-7-2-16,2-6-54 15,1-6-108-15,2-10-136 16,0-8-332-16</inkml:trace>
  <inkml:trace contextRef="#ctx0" brushRef="#br1" timeOffset="182152.31">16722 6623 1055 0,'0'0'327'0,"0"0"-284"0,0 0-12 16,0 0 48-16,127-6 2 16,-74-1-50-16,-1 1-29 15,-5 1-2-15,-8 2-11 16,-10 2-131-16,-10 1-122 15,-19-2-372-15</inkml:trace>
  <inkml:trace contextRef="#ctx0" brushRef="#br1" timeOffset="182318">16750 6819 1534 0,'0'0'0'0,"0"0"-23"15,0 0 23-15,112 0 8 16,-59 0-8-16,3-6-129 16,-8-4-145-16,-7-1-384 15</inkml:trace>
  <inkml:trace contextRef="#ctx0" brushRef="#br1" timeOffset="182697.08">17491 6510 697 0,'0'0'582'0,"0"0"-574"16,0 0 1-16,0 0-1 16,5 92 79-16,3-53-32 15,5-3-36-15,0-7-5 16,5-10-3-16,2-5-7 15,3-8 2-15,6-6-1 16,-1 0 8-16,0-4-1 16,-1-13-6-16,-6-1 7 15,-4-2 10-15,-3-2-7 16,-4-4 10-16,-5-4-1 16,-3-4 6-16,-2-4-18 15,0-2-3-15,-17 3 15 0,-5 5-13 16,-1 8-6-1,-4 11 6-15,-1 9-12 0,-4 4-1 16,-2 5-2-16,1 23-22 16,6 8-83-16,4 3-132 15,-2 3-257-15</inkml:trace>
  <inkml:trace contextRef="#ctx0" brushRef="#br1" timeOffset="185027.88">11494 7762 1136 0,'0'0'153'16,"0"0"-117"-16,0 0 21 0,0 0 42 15,0 0-35 1,0 0-49-16,0 0-13 15,62 75 35-15,-16-21 8 0,5-1-23 16,1-4-6 0,1-2 1-16,-1-7-11 0,-5-3 1 15,-7-5-5-15,-7-3 1 16,-9 0-6-16,-8-7 1 16,-4-2-1-16,-7-4-22 15,-4-3-56-15,-1-6-39 16,0-7-50-16,0 0-118 15,-4-18-84-15</inkml:trace>
  <inkml:trace contextRef="#ctx0" brushRef="#br1" timeOffset="185293.25">11880 7810 1112 0,'0'0'148'16,"0"0"-126"-16,0 0 18 16,0 0 68-16,0 0-64 15,0 0-35-15,-20 118 78 16,8-56-54-16,-4-1-7 16,-6 0 6-16,-4 0-16 15,0-6-2-15,-4-1-12 16,5-6-1-16,3-7-2 15,8-5-3-15,10-8-110 0,4-8-139 16,0-8-160-16</inkml:trace>
  <inkml:trace contextRef="#ctx0" brushRef="#br1" timeOffset="185776.6">12279 7775 915 0,'0'0'181'16,"0"0"-139"-16,0 0 33 0,0 0 73 15,0 0-9 1,0 0-83-16,-49-18-39 15,33 48-10-15,-6 20 4 0,-1 16 27 16,3 10 11-16,5 2-19 16,7-3-2-16,8-8-3 15,0-5-8-15,4-7-7 16,17-6-8-16,4-9-4 16,1-6-2-16,5-4-14 15,1-8-68-15,2-6-125 16,1-13-103-16,-3-3-281 15</inkml:trace>
  <inkml:trace contextRef="#ctx0" brushRef="#br1" timeOffset="186126.79">12500 7951 1142 0,'0'0'181'16,"0"0"-181"-16,0 0 8 16,0 0-8-16,57 100 49 15,-24-59-13-15,-1-1-21 16,-2-9-4-16,-6-5-6 16,-9-8 20-16,-5-8 19 15,-5-5-7-15,-5-5-1 16,0 0 17-16,0 0 13 0,0 0 1 15,0-18-18-15,0-13-21 16,3-12-28-16,1-5 3 16,0 0 0-16,0 6-3 15,-1 8 2-15,2 12-6 16,-3 10-8-16,2 9-50 16,0 3-45-16,3 0-184 15,2 17-97-15,-2 2-74 16</inkml:trace>
  <inkml:trace contextRef="#ctx0" brushRef="#br1" timeOffset="186298.52">12742 8120 1148 0,'0'0'97'0,"0"0"-82"0,-19 94 51 16,19-50 46-16,0 1-25 15,0-1-52-15,5-2-34 16,5-5 4-16,-2-5-5 15,2-7-50-15,2-7-146 16,-1-12-146-16,4-6-289 16</inkml:trace>
  <inkml:trace contextRef="#ctx0" brushRef="#br1" timeOffset="186496.05">12942 8144 1272 0,'0'0'165'0,"0"0"-165"16,0 0 0-16,88-2 39 15,-39 2 5-15,4 0-39 16,-1 0-5-16,-2-4-7 16,-5-1-114-16,-6-1-136 15,-11 0-289-15</inkml:trace>
  <inkml:trace contextRef="#ctx0" brushRef="#br1" timeOffset="186926.26">13422 7962 897 0,'0'0'418'0,"0"0"-390"0,0 0-19 15,0 0 26-15,-14 100 52 16,14-54-34-16,4-3-36 15,2 0-2-15,1-9 3 16,-4-6-5-16,2-6-9 16,-3-9-3-16,-2-6-1 15,0-2 0-15,0-5-2 16,0 0-26-16,0 0-25 16,0-7 2-16,0-19-42 15,0-7 61-15,-6-5 31 16,0-3 1-16,-1 3 7 15,3 5 18-15,2 7 37 16,2 12 32-16,0 7-38 0,0 7-13 16,6 0-34-16,17 0-7 15,9 14 16-15,6 7 9 16,-2 4-11-16,1 2-14 16,0 2-1-16,-6-3 2 15,0-3-3-15,-8-2 0 16,-1-4-3-16,-8-4-48 15,0-2-70-15,-4-4-91 16,-3-3-151-16,-6-4-240 16</inkml:trace>
  <inkml:trace contextRef="#ctx0" brushRef="#br1" timeOffset="187131.39">13681 7898 838 0,'0'0'376'0,"0"0"-297"16,0 0-66-16,0 0-7 16,0 0 65-16,26 95 38 15,-10-44-76-15,-5 0-16 16,-2 1-8-16,-5-5-6 16,-2-4-3-16,-2-6-7 15,0-4-158-15,0-11-95 16,0-10-346-16</inkml:trace>
  <inkml:trace contextRef="#ctx0" brushRef="#br1" timeOffset="187393.89">13831 7798 945 0,'0'0'356'0,"0"0"-346"16,0 0-6-16,62 106 23 0,-24-61 94 16,1 7-45-1,-3 1-33-15,-5-3-21 0,-10 2-7 16,-9-4-3-16,-12-3-6 16,0-3-4-16,-12-3-2 15,-16-2-13-15,-4-8-104 16,0-8-120-16,7-13-319 15</inkml:trace>
  <inkml:trace contextRef="#ctx0" brushRef="#br1" timeOffset="187716.84">14339 8148 1299 0,'0'0'179'0,"0"0"-177"16,0 0-2-16,0 0 56 15,85 0 4-15,-30-1-14 16,1-5-33-16,-6 0-12 16,-7 0 4-16,-5 1-5 0,-12 1-27 15,-3-1-157 1,-7-2-199-16,-6-6-545 0</inkml:trace>
  <inkml:trace contextRef="#ctx0" brushRef="#br1" timeOffset="188592.75">15554 7173 1033 0,'0'0'261'0,"0"0"-222"15,0 0 0-15,0 0 102 16,0 0-51-16,0 0-67 16,73-5-6-16,-3-2 1 15,8 0-5-15,6-5-1 16,-4 1-3-16,-15 0-9 15,-20 3 5-15,-19 3-5 16,-20 4-1-16,-6-1 0 16,-8 1-10-16,-27 1 1 15,-15-1 1-15,-15 1-22 16,0 0 30-16,3-2-1 0,10-2 2 16,15 2 6-16,13 1-5 15,16-1 14-15,8 0 3 16,0 2-16-16,24 0 0 15,19 0-2-15,15 0 7 16,11 0-2-16,-2 0-5 16,-9 2 0-16,-11 6 0 15,-15 2-58-15,-14 1-113 16,-12 2-63-16,-6-2-184 16</inkml:trace>
  <inkml:trace contextRef="#ctx0" brushRef="#br1" timeOffset="193074.65">15097 7957 593 0,'0'0'326'16,"0"0"-211"-16,0 0-38 15,0 0 9-15,0 0 22 16,0 0-10-16,0 0-39 16,-6-27-38-16,6 59-17 15,0 13 10-15,0 14 55 0,0 2-40 16,7-6-17-16,2-1 14 16,-1-8-11-16,-3-6-13 15,-2-8 4-15,-1-6-6 16,-2-5 0-16,0-6-2 15,0-5-9-15,0-6-71 16,0-4-116-16,0-5 36 16,0-27-170-16,0-11-534 15</inkml:trace>
  <inkml:trace contextRef="#ctx0" brushRef="#br1" timeOffset="193297.51">15103 8051 956 0,'0'0'264'0,"0"0"-234"15,0 0-28-15,0 0 39 16,0 0-19-16,0 0 55 16,95 53-3-16,-44-18 8 15,-1 1-38-15,1-1-20 16,-3-4-8-16,-5-3-14 16,-8-5 1-16,-6-1-2 15,-8-9-1-15,-4-1-2 16,-7-4-14-16,-5-4-94 15,-2-1-66-15,-3-3-47 16,0 0-104-16,0-19-130 16</inkml:trace>
  <inkml:trace contextRef="#ctx0" brushRef="#br1" timeOffset="193518.71">15430 7923 1015 0,'0'0'178'0,"0"0"-146"16,0 0 6-16,0 0 59 16,0 0-54-16,0 0-43 15,-7 120 101-15,17-62-55 16,0-1-32-16,1-4-7 16,-1-4-3-16,2-7-4 15,0-8-2-15,-1-7-40 0,5-10-180 16,-1-12-94-1,2-5-335-15</inkml:trace>
  <inkml:trace contextRef="#ctx0" brushRef="#br1" timeOffset="193828.65">15725 7729 1118 0,'0'0'151'0,"0"0"-139"15,0 0 13 1,0 0 74-16,0 0-33 0,-60 108-9 16,60-41-13-16,0 2-2 15,2-2 0-15,13-9-5 16,3-5-21-16,4-9-11 15,3-8-5-15,0-7 0 16,2-8-1-16,0-6-26 16,-4-5-85-16,-1-7-112 15,-2-3-119-15,-7-2-302 16</inkml:trace>
  <inkml:trace contextRef="#ctx0" brushRef="#br1" timeOffset="194174.47">15917 7866 1127 0,'0'0'104'16,"0"0"-103"-16,54 90 6 16,-17-53 43-16,3 1-4 15,0-3-22-15,-5-4-15 16,-8-7-6-16,-7-4 2 15,-10-8 2-15,-5-7 8 16,-5-3 17-16,0-2 40 16,0 0 27-16,0-6-10 15,0-19-22-15,0-12-50 0,0-6-13 16,0-4 0-16,-3 0 1 16,-6-2-3-16,1 7-2 15,2 9-1-15,0 12 0 16,3 12 1-16,3 9-19 15,0 0-67-15,0 6-163 16,5 15-40-16,3 6-87 16</inkml:trace>
  <inkml:trace contextRef="#ctx0" brushRef="#br1" timeOffset="194360.84">16193 8078 618 0,'0'0'403'0,"0"0"-307"15,-28 84-61-15,25-52 50 16,3-3-9-16,0 0-39 16,0-2-27-16,0-4-6 15,3-5-3-15,4-3-1 16,3-7-42-16,3-6-174 16,4-2-93-16,2-7-184 15</inkml:trace>
  <inkml:trace contextRef="#ctx0" brushRef="#br1" timeOffset="194541.26">16354 8129 731 0,'0'0'549'0,"0"0"-494"0,0 0-52 16,0 0 13-16,0 0 43 15,127-16-22-15,-79 14-33 16,3-4-4-16,-2 1-1 15,2-3-125-15,-8 0-231 16,-11-5-229-16</inkml:trace>
  <inkml:trace contextRef="#ctx0" brushRef="#br1" timeOffset="195124.37">16833 7915 789 0,'0'0'402'0,"0"0"-394"15,0 0-5-15,0 0 70 16,0 101-4-16,0-63-22 16,3-3-20-16,0 0-5 15,0-5 1-15,-3-6-3 16,0-6-5-16,0-7-12 16,0-5 3-16,0-6-1 15,0 0-1-15,0 0 12 16,0 0 9-16,0-15 29 15,-2-7-43-15,-8-5-8 16,-1-4 3-16,0-2-5 16,1 2 5-16,7 3 15 15,3 4 11-15,0 6-13 0,0 3-6 16,3 3-10-16,7 8 3 16,8 4-6-16,2 0-2 15,6 3 2-15,6 12 2 16,1 4-1-16,2 2-1 15,2 1 4-15,-2-4-5 16,-3-1 1-16,-5-3 0 16,-9-5 3-16,-4-5-3 15,-6-1-3-15,-4-1 3 16,-3-2 1-16,1 0 1 16,-2 0 1-16,1 0 10 15,-1 0 17-15,0-2 10 0,0-12-7 16,-1-10-8-16,-9-11-24 15,0-9-1-15,1-2 3 16,3 5-3-16,0 6 3 16,5 12-3-16,-1 6 0 15,2 5-1-15,0 4-3 16,0 1-16-16,0 2-36 16,3 1-38-16,11 0-216 15,0-1-249-15</inkml:trace>
  <inkml:trace contextRef="#ctx0" brushRef="#br1" timeOffset="195358.03">17203 7648 686 0,'0'0'641'16,"0"0"-587"-16,0 0-43 15,0 0-10-15,0 0 50 16,0 0 52-16,119 79-52 15,-84-29-15-15,-7 6-5 16,-7 2 3-16,-10 4-5 16,-11-2-18-16,0 0-9 15,-15 0-2-15,-19 1-6 16,-9 0-67-16,-11-1-169 16,-9-3-281-16</inkml:trace>
  <inkml:trace contextRef="#ctx0" brushRef="#br1" timeOffset="196519.93">17715 7877 949 0,'0'0'309'0,"0"0"-260"15,0 0-29-15,0 0 49 16,0 0-10-16,85-16-41 16,-37 4-10-16,6 2-4 15,1 0-3-15,-1 3-1 0,-8 1-111 16,-10-2-163-16,-16-1-372 15</inkml:trace>
  <inkml:trace contextRef="#ctx0" brushRef="#br1" timeOffset="196694.41">17812 8002 1258 0,'0'0'255'0,"0"0"-255"15,0 0-28-15,0 0 28 16,93 18 30-16,-28-15-16 16,4 0-14-16,-7 1-164 0,-14-4-240 15</inkml:trace>
  <inkml:trace contextRef="#ctx0" brushRef="#br1" timeOffset="200125.97">18563 7703 680 0,'0'0'258'0,"0"0"-226"16,0 0 1-16,0 0 101 15,0 0-57-15,0 0-63 16,-9 92 112-16,9-30-59 16,5 1-28-16,5-3 2 15,2-5-16-15,-4-6-3 16,-1-9-15-16,-4-6-6 16,-1-10 4-16,-2-11-5 0,0-6 0 15,0-5-30 1,0-2-62-16,0-8 60 0,0-19-5 15,-3-13-101-15,-7-10 138 16,-4-4 5-16,-1-3 13 16,0 1 17-16,5 8 7 15,3 13 24-15,6 16 16 16,1 13 15-16,0 4-53 16,0 2-43-16,24 0 2 15,14 17 0-15,10 5 11 16,5 5 1-16,2 3-7 15,-3 2 1-15,-3 2-5 16,-6-3 0-16,-9-3-4 16,-8 0 0-16,-6-9 0 15,-6-4-3-15,-6-5-1 16,-2-7-40-16,-6 0-33 0,0-3-44 16,0 0 13-16,0-9 2 15,-6-19-221-15,-7-14-112 16</inkml:trace>
  <inkml:trace contextRef="#ctx0" brushRef="#br1" timeOffset="200295.03">18892 7783 446 0,'0'0'342'16,"0"0"-125"-16,0 0-51 15,0 0-26-15,0 0-84 16,0 0-52-16,-9-19-3 16,33 54 43-16,-1 5 16 15,2 3-26-15,-5 2-17 16,-5-3-14-16,-3-3-3 0,-5-4-1 15,-2-7-115-15,-2-8-65 16,-3-11-253-16</inkml:trace>
  <inkml:trace contextRef="#ctx0" brushRef="#br1" timeOffset="200639.59">19046 7365 1288 0,'0'0'170'0,"0"0"-170"16,0 0 7-16,0 0-7 0,0 0 15 16,112 18 11-16,-84 15-17 15,-11 5-3-15,-16 2-1 16,-1 2 13-16,-15-2-9 15,-16-8 12-15,0-8 4 16,7-11 1-16,8-10 19 16,13-3-2-16,3 0-1 15,8 0-24-15,30-11-12 16,21-7-4-16,21-2 2 16,14-1-4-16,6 0-49 15,1 3-49-15,-8 3-94 0,-19 5-215 16</inkml:trace>
  <inkml:trace contextRef="#ctx0" brushRef="#br1" timeOffset="201476.88">12392 9294 773 0,'0'0'212'0,"0"0"-137"15,0 0-37-15,0 0 100 16,0 0-32-16,0 0-46 16,-7-15-49-16,17 27-6 0,13 13 2 15,12 12 116 1,9 7-68-16,6 6-25 0,3-2-14 15,-1 1-4-15,-3-5-5 16,-9 0-7-16,-8-7-2 16,-11-4 1-16,-5-7-21 15,-12-4-73-15,-2-7-71 16,-2-6-22-16,0-9-171 16,-5 0-225-16</inkml:trace>
  <inkml:trace contextRef="#ctx0" brushRef="#br1" timeOffset="201695.77">12686 9331 241 0,'0'0'963'0,"0"0"-847"16,0 0-108 0,0 0-5-16,-59 80 91 0,44-26 10 15,-1 6-53-15,-3-1-32 16,-3 0-5-16,1-3-4 15,-1-5-7-15,5-9-3 16,9-8-8-16,8-12-95 16,0-11-122-16,10-11-141 15,13-9-227-15</inkml:trace>
  <inkml:trace contextRef="#ctx0" brushRef="#br1" timeOffset="201886.12">12858 9554 1239 0,'0'0'206'0,"0"0"-206"15,0 0 0-15,88-10 8 16,-34 7 16-16,5 3-17 16,-3 0-7-16,-4 0-15 15,-7 0-155-15,-6 0-168 16,-7-6-283-16</inkml:trace>
  <inkml:trace contextRef="#ctx0" brushRef="#br1" timeOffset="202423.19">13341 9341 1119 0,'0'0'203'0,"0"0"-199"16,0 0-4-16,0 0 27 15,-5 106 43-15,19-66-27 16,-3 2-27-16,-1-1 8 16,-1-6 0-16,-5-5-8 15,0-7-9-15,-2-8-5 16,-2-7 0-16,0-7-2 16,0 1 2-16,0-2 4 0,0 0 12 15,0-11-5 1,-2-17-10-16,-6-9 3 0,1-3-6 15,1 1 2-15,2 5-1 16,4 11 4-16,0 8 12 16,0 7-3-16,1 8-14 15,16 0 0-15,8 0 0 16,7 15 2-16,1 8-1 16,3 6 0-16,-3 3 1 15,-1 0-1-15,-4-4 2 16,-5-4-2-16,-6-8 1 15,-8-7-1-15,-4-7 11 16,-5-2 7-16,0 0 22 16,0 0 11-16,0 0 10 15,0-18-18-15,0-10-19 0,0-11-19 16,-2-5-6-16,-4-1 9 16,-4 0-9-16,1 6-5 15,4 8 4-15,0 11-13 16,5 6-25-16,0 7-39 15,0 2-67-15,2-1-248 16,11-1-218-16</inkml:trace>
  <inkml:trace contextRef="#ctx0" brushRef="#br1" timeOffset="202618.27">13733 9225 1268 0,'0'0'203'0,"0"0"-183"16,0 0-11-1,0 0 14-15,0 0 90 0,81 120-48 16,-54-65-52-16,-5 0-2 16,-10 4-5-16,-12-1-2 15,0-2-4-15,-12-5-4 16,-14-6-10-16,-5-6-54 16,-4-4-76-16,-7-7-156 15,-8-8-302-15</inkml:trace>
  <inkml:trace contextRef="#ctx0" brushRef="#br1" timeOffset="202924.78">12237 9093 1042 0,'0'0'173'15,"0"0"-150"-15,-88 14-16 16,56 26 26-16,0 17 68 16,6 17 12-16,10 16-56 0,13 6-36 15,3 0 4 1,28-2-16-16,15-7-6 0,17-9-3 15,12-7-23-15,12-14-168 16,6-15-66-16,2-19-351 16</inkml:trace>
  <inkml:trace contextRef="#ctx0" brushRef="#br1" timeOffset="203257.78">14057 9085 788 0,'0'0'482'0,"0"0"-432"0,0 0-48 15,0 0 16-15,0 0 49 16,-75 91 3-16,65-27-30 16,3 10-10-16,7 1 12 15,0-1-16-15,0-5-15 16,17-9-6-16,3-9-4 16,5-12-2-16,3-11-75 15,4-10-99-15,1-11-51 0,-1-7-346 16</inkml:trace>
  <inkml:trace contextRef="#ctx0" brushRef="#br1" timeOffset="203589.46">14245 9273 1102 0,'0'0'228'0,"0"0"-228"15,0 0 8-15,27 77-8 16,-3-35 30-16,4-2-6 16,-1-5-12-16,-2-8-4 15,-8-9 21-15,-7-9 24 16,-5-5-4-16,-3-4-7 0,1 0 21 16,0-7 12-16,4-17-7 15,3-12-38-15,0-9-27 16,-1-3 3-16,-6 5 1 15,-3 2 2-15,0 7-7 16,0 9-2-16,0 10-6 16,0 8-36-16,0 7-39 15,4 0-161-15,5 14-170 16,-4 6 61-16</inkml:trace>
  <inkml:trace contextRef="#ctx0" brushRef="#br1" timeOffset="203751.79">14443 9354 1171 0,'0'0'129'0,"0"0"-119"0,0 0 72 16,-29 118 45-16,28-69-53 15,1 2-58-15,0-2-8 16,0-8-8-16,0-4-4 16,8-8-41-16,7-9-224 15,1-12-136-15,-2-8-489 16</inkml:trace>
  <inkml:trace contextRef="#ctx0" brushRef="#br1" timeOffset="203930">14627 9455 1224 0,'0'0'211'15,"0"0"-210"-15,0 0-1 16,88-32 15-16,-46 22-7 15,-2 3-8-15,-3 4 0 16,-8 1-88-16,-5 2-115 16,-5-3-250-16</inkml:trace>
  <inkml:trace contextRef="#ctx0" brushRef="#br1" timeOffset="204274.35">14922 9347 907 0,'0'0'416'0,"0"0"-349"0,0 0-59 15,0 0 55-15,0 78 74 16,0-38-97-16,0 0-22 16,0-4-12-16,0-5 2 15,4-5-8-15,-4-8 0 16,0-6-1-16,0-6-5 16,0-6-38-16,0 0 8 15,0-5 17-15,-5-17 9 16,-5-8-71-16,2-6 69 15,-1 0 12-15,4 4 5 16,5 8-3-16,0 7 23 16,0 10 27-16,2 4-30 0,16 3-12 15,5 0-10 1,8 9 9-16,2 7 2 0,3 2-9 16,-3-1 4-16,0 2-6 15,-2-6-1-15,-7-2-4 16,0-4-175-16,-7-5-82 15,-6-2-236-15</inkml:trace>
  <inkml:trace contextRef="#ctx0" brushRef="#br1" timeOffset="204455.8">15149 9267 995 0,'0'0'293'0,"0"0"-209"0,0 0-58 16,0 0-6-16,0 0 18 15,6 90 43-15,6-38-59 16,-2-4-18-16,-2-4-3 16,1-3-1-16,1-6-82 15,-2-11-147-15,-1-10-294 16</inkml:trace>
  <inkml:trace contextRef="#ctx0" brushRef="#br1" timeOffset="204689.32">15252 9151 1303 0,'0'0'97'0,"0"0"-83"16,0 0-14-16,94 99 58 15,-52-49 8-15,-7 4-29 16,-7 2-15-16,-13-1-2 15,-12-2-12-15,-3-1-3 16,-5-5-10-16,-16-6-10 16,-1-9-177-16,2-18-162 15</inkml:trace>
  <inkml:trace contextRef="#ctx0" brushRef="#br1" timeOffset="204867.15">15609 9329 1370 0,'0'0'56'15,"0"0"-49"-15,120 0-7 16,-65 0 1-16,-2 2-1 16,-6 8-23-16,-12-3-268 15,-15-1-383-15</inkml:trace>
  <inkml:trace contextRef="#ctx0" brushRef="#br1" timeOffset="205028.38">15644 9501 1296 0,'0'0'183'0,"0"0"-183"0,0 0-52 15,0 0 52-15,0 0 0 16,135 2-156-16,-82-2-226 15,-4-11-187-15</inkml:trace>
  <inkml:trace contextRef="#ctx0" brushRef="#br1" timeOffset="205522.35">16192 9261 514 0,'0'0'819'16,"0"0"-790"-16,0 0-8 0,0 0 5 15,0 107 74-15,1-62-45 16,6-1-35-16,3-7-10 16,-2-6 1-16,-1-8-4 15,-2-9-4-15,-1-6-2 16,-4-7 0-16,0-1 2 16,0 0 9-16,0-20-12 15,0-10-19-15,-7-7 13 16,-2-4 5-16,3-2 0 15,-1 3 2-15,7 9-1 16,0 9 1-16,0 9 4 0,0 7 9 16,15 6-12-1,7 0 3-15,8 10-5 0,3 12 5 16,3 3-5-16,-3 3 3 16,-1-4-1-16,-4-4 0 15,-3-5-2-15,-3-4 3 16,-9-7-1-16,-6-2-2 15,-5-2 5-15,-2 0 24 16,0 0 38-16,0 0-2 16,0-9-6-16,-2-14-27 15,-8-8-27-15,-4-7-1 16,0-3-3-16,-5-2-2 16,0-1 1-16,5 4-6 15,2 2-23-15,9 0-31 16,3-2-45-16,0 1-178 0,8 2-302 15</inkml:trace>
  <inkml:trace contextRef="#ctx0" brushRef="#br1" timeOffset="205805.78">16545 8855 816 0,'0'0'597'16,"0"0"-531"-16,0 0-64 15,0 0 10-15,0 0 73 16,0 0-44-16,49 23-33 15,-45-9 3-15,-4 5 6 16,0 3 11-16,-24 2-6 16,-1-1-2-16,1-5 9 15,7-8-12-15,12-5 11 16,5-5-2-16,0 0-15 0,18 0-8 16,24-6 10-16,15-8-9 15,14-1 1-15,6 1-5 16,1-3-22-16,-5 3-12 15,-6 9-22-15,-10 5-56 16,-17 0-246-16,-17 10-517 16</inkml:trace>
  <inkml:trace contextRef="#ctx0" brushRef="#br1" timeOffset="206223.04">12846 10053 948 0,'0'0'407'0,"0"0"-295"16,0 0-109-16,96-33 7 16,18 28 70-16,42-3 4 15,45-1-51-15,33-6-7 16,32-9-12-16,37-13 8 15,30-9 11-15,19-10-17 16,6-1 2-16,-19 6-11 16,-40 11-7-16,-53 11-4 15,-62 12-42-15,-59 7-80 16,-56 7-239-16,-51 3-272 16</inkml:trace>
  <inkml:trace contextRef="#ctx0" brushRef="#br1" timeOffset="211476.36">13154 10029 389 0,'0'0'1017'16,"0"0"-873"-16,0 0-138 15,0 0-4-15,0 0 5 16,0 0 11-16,0 0 4 16,-5-10-22-16,5 10-9 15,1 0-44-15,8 0-77 16,6 0-10-16,9 0-49 16,6-3-177-16</inkml:trace>
  <inkml:trace contextRef="#ctx0" brushRef="#br1" timeOffset="211799.05">15075 9797 1389 0,'0'0'186'0,"0"0"-186"0,0 0 3 16,0 0-3-16,0 0 9 15,0 0-9-15,-7-22-79 16,-3 22-174-16,-13 5-240 16</inkml:trace>
  <inkml:trace contextRef="#ctx0" brushRef="#br1" timeOffset="212045.44">13236 10099 1103 0,'0'0'0'16,"0"0"-1"-16,125 0-155 15,-40-2 75-15,19-11 76 16,8-7-117-16,14-4-403 16</inkml:trace>
  <inkml:trace contextRef="#ctx0" brushRef="#br1" timeOffset="212233.23">15609 9829 861 0,'0'0'627'16,"0"0"-620"-16,0 0-7 15,0 0 0-15,0 0 6 16,0 0-6-16,-46-27-57 16,59 29-241-16,7-2-178 15</inkml:trace>
  <inkml:trace contextRef="#ctx0" brushRef="#br1" timeOffset="212570.13">16998 9658 1027 0,'0'0'242'16,"0"0"-242"-16,0 0-93 16,0 0 44-16,0 0-16 15,0 0-291-15</inkml:trace>
  <inkml:trace contextRef="#ctx0" brushRef="#br1" timeOffset="-214271.31">13846 11285 1273 0,'0'0'127'0,"0"0"-117"16,0 0-9-16,0 0-1 16,119-82 10-16,-68 66 21 15,1 7-31-15,-1 5-1 16,-5-1-104-16,-5-3-141 16,-8-1-282-16</inkml:trace>
  <inkml:trace contextRef="#ctx0" brushRef="#br1" timeOffset="-213860.24">14359 10770 1132 0,'0'0'125'0,"0"0"-108"16,-26-80-4-16,17 53 57 0,1 5 37 16,1 5-35-16,-1 6-23 15,3 5-19-15,0 5-5 16,1 1 0-16,3 0-15 16,-8 15-2-16,-4 31-7 15,-3 24 7-15,0 28 20 16,10 11-11-16,6 2 2 15,0-1 4-15,0-10-15 16,9-9 2-16,1-13-7 16,3-6 1-16,-2-8-7 15,-3-10 3-15,-2-10 0 16,-6-10-2-16,0-7-2 16,-11-4-21-16,-9-11-32 0,-5-5-101 15,-6-7-117 1,-8-11-162-16</inkml:trace>
  <inkml:trace contextRef="#ctx0" brushRef="#br1" timeOffset="-213625.66">13883 11169 1273 0,'0'0'266'0,"0"0"-213"0,0 0-53 16,90-29 0 0,-23 12 9-16,10 2 24 0,5 1-24 15,-2 4-9-15,-7 4-3 16,-8-3 0-16,-4 2-95 16,-11-2-104-16,-12-4-134 15,-11 0-302-15</inkml:trace>
  <inkml:trace contextRef="#ctx0" brushRef="#br1" timeOffset="-212859.9">14786 11001 618 0,'0'0'177'15,"0"0"-155"-15,0 0 52 16,0 0 62-16,0 0 8 16,0 0-41-16,3-12-41 15,-3-2-33-15,0-3 4 16,0-4 22-16,0 1-15 16,-7 3-24-16,-6 4-5 0,-2 7 22 15,-4 4-22 1,-4 2-2-16,-4 11-6 0,-2 19-1 15,1 10 5-15,8 9-2 16,9-2 2-16,6-3 0 16,5-6-7-16,0-17 0 15,5-9-4-15,13-9 4 16,10-3 2-16,8-13 9 16,3-19-7-16,2-10-1 15,-6-7-2-15,-7-1-1 16,-4 6 2-16,-9 6-1 15,-6 19 0-15,-6 10 0 0,-2 6 2 16,-1 3-3 0,2 0-1-16,5 21-9 15,1 14 6-15,5 5 4 0,8 1-1 16,3-6-6-16,10-7-135 16,6-15-1-16,4-10-137 15,2-3-108-15,-1-16-265 16</inkml:trace>
  <inkml:trace contextRef="#ctx0" brushRef="#br1" timeOffset="-212476.11">15269 10870 787 0,'0'0'226'15,"0"0"-107"-15,0 0-15 16,0 0 13-16,-109-10-8 16,84 41-30-16,5 9-34 15,5 7-10-15,6 2-9 0,9-5 1 16,0-7-12-16,14-10-11 15,13-13-4-15,9-7 6 16,13-7-1-16,6-3-2 16,6-19 6-16,-5-10-9 15,-9-3-4-15,-14-7-18 16,-13-2 12-16,-8 1-5 16,-8-1 5-16,-4-3 7 15,0 3 3-15,-19-3 1 16,-3 5 3-16,2 7-3 15,4 14 2-15,6 9 13 16,3 10 8-16,7 2-8 0,0 3-16 16,0 28-13-1,0 13 13-15,0 10 0 0,0 2 1 16,8 2-1-16,1-1 0 16,-1-3-17-16,0-3-108 15,2-7-116-15,-1-16-68 16,-1-18-197-16</inkml:trace>
  <inkml:trace contextRef="#ctx0" brushRef="#br1" timeOffset="-211842.46">15493 10968 957 0,'0'0'274'16,"0"0"-228"-16,0 0-26 16,0 0 3-16,0 0-3 15,64-80-8-15,-33 73-7 16,1 5-5-16,-2 2-1 0,-3 0 0 15,-5 2-2-15,-2 14 2 16,-4 7 0-16,0 3 1 16,-5 3 24-16,-1-3 9 15,-2-3-13-15,-1-2 12 16,-4-8-2-16,1-5-10 16,-4-3-9-16,0-1-4 15,0-4 0-15,0 0 10 16,0 0 29-16,-4 0-18 15,-9-13-8-15,-2-9-12 16,1-3-6-16,4-2 1 16,9-1-2-16,1 2 9 0,0 3-6 15,21 6-2-15,7 7-2 16,2 3-2-16,-1 5 1 16,1 2-3-16,-2 0 3 15,-4 6 0-15,-2 9-3 16,-5 7 3-16,-5 1-1 15,-7 1 1-15,-5-1 1 16,0-10 0-16,0-4 3 16,0-6-1-16,0-3 1 15,0 0 6-15,0 0 8 16,0-12 10-16,0-8-17 16,0-8-8-16,0-2 1 15,8-2-3-15,4 1 0 0,6 6-2 16,2 5 0-16,2 8 0 15,1 7-3-15,1 5 4 16,1 0 0-16,0 5 1 16,-3 5 0-16,-6 4 4 15,-2-4 0-15,-8 1 8 16,-6 1-1-16,0 1 0 16,0 2-2-16,-14 0-9 15,-12 2 0-15,-4 0-1 16,-8 1-68-16,-7 2-102 15,-7-6-202-15,-9-2-484 16</inkml:trace>
  <inkml:trace contextRef="#ctx0" brushRef="#br1" timeOffset="-201910.13">20982 5792 443 0,'0'0'82'0,"0"0"-66"0,0 0-11 16,0 0 35-16,0 0 44 15,0 0-4-15,0 0-30 16,0 0-2-16,-39-12 15 16,37 9-25-16,1 3 34 15,-1 0 6-15,2 0-31 16,0 0-13-16,-1 0 1 16,1 0-7-16,0 0 18 15,0 0-8-15,0 0-24 0,0 0 8 16,0 0-17-1,0 0 1-15,0 0-6 0,0 0-4 16,14 0 4-16,14-3 13 16,10-1-12-16,7 1 10 15,7 0-11-15,-2 2 0 16,-2 1-2-16,-5 0 7 16,-2 0-4-16,-9 0-1 15,-5 0 2-15,-11 0-3 16,-7 0 3-16,-6 1-1 15,-3-1 11-15,0 3 4 16,0-3 21-16,0 0-4 16,0 0-9-16,0 0 11 15,0 0-13-15,0 0-3 16,4 0-3-16,-1 0-12 0,0-14 12 16,-2 0-10-16,1-4-5 15,-2-2 20-15,0 0-19 16,0-5 3-16,0-2 7 15,-2 1-6-15,-2 1-4 16,2 8-2-16,1 8 4 16,1 9-10-16,0 0-41 15,0 11-182-15,0 19-172 16,0 4 17-16</inkml:trace>
  <inkml:trace contextRef="#ctx0" brushRef="#br1" timeOffset="-200809.39">21559 5331 407 0,'0'0'95'16,"0"0"-38"-16,0 0 72 16,0 0-3-16,0 0-34 15,0 0 7-15,0-73-21 16,0 73-36-16,0 0-30 16,0 0-12-16,4 0 0 15,17 11 3-15,5 16-3 16,6 14 15-16,-1 15 1 15,-3 13-7-15,-8 11 27 16,-9 10-19-16,-11 9 13 16,0 9 1-16,-28 8-10 0,-14 6 3 15,-16 5-13 1,-14-2-10-16,-12-1 5 0,-6-6-5 16,-4-10 7-16,4-10 3 15,6-13-1-15,9-12 33 16,15-15-11-16,11-11-3 15,15-16-7-15,12-11-19 16,12-9 7-16,6-9 1 16,4 0-10-16,0-2 9 15,0 0-3-15,0 0 11 16,0 0 21-16,0 0-15 16,0 0-9-16,0 0 0 0,0 0-9 15,0-2 15 1,0-7-3-16,0-7-8 0,0-5-6 15,0-4-2-15,5-1-2 16,2-4 0-16,1-4 4 16,2 1-4-16,0-1 2 15,0 6 1-15,-1 4 2 16,-3 8-3-16,-2 7 6 16,-3 6-6-16,-1 2 2 15,0 1 0-15,0 0-4 16,0 0-4-16,0 0 4 15,0 6-16-15,0 15 9 16,-10 11 4-16,-1 6 6 0,-2-4 7 16,0-5-10-1,7-7 0-15,1-9-1 0,5-6 3 16,0-5-2-16,0 0 0 16,0-2 7-16,0 0-6 15,0 0-1-15,5 0-5 16,17 0 5-16,13-6 5 15,10-5 1-15,5 0-6 16,5 1-35-16,6 2-85 16,-2-5-129-16,-8-8-306 15</inkml:trace>
  <inkml:trace contextRef="#ctx0" brushRef="#br1" timeOffset="-190280.75">16695 4943 344 0,'0'0'334'0,"0"0"-210"0,0 0-27 15,0 0-11-15,0 0 57 16,0 0-31-16,0 0-40 16,-66-9-2-16,66 9-20 15,0 0-12-15,0 0 2 16,0 0-20-16,0 0-2 16,0 0-6-16,9 0-7 15,18-4 12-15,13-2 14 16,10 0 8-16,3-1-19 15,6 2-19-15,11-3 8 0,14 2-9 16,10-2 3-16,4-1 7 16,-11 2-8-16,-13 0 3 15,-22 0 4-15,-19 5-9 16,-17 0 15-16,-10 2-2 16,-6 0-7-16,0 0 20 15,0 0-3-15,0 0 1 16,0 0 1-16,-10 0-20 15,-7 0 4-15,-5 0-9 16,-1 0-4-16,1 0 0 16,7 3-58-16,7 17-45 15,8 4-131-15,0 0-188 16,21-1-384-16</inkml:trace>
  <inkml:trace contextRef="#ctx0" brushRef="#br1" timeOffset="-189131.22">19922 5872 764 0,'0'0'214'0,"0"0"-187"16,0 0 43-16,0 0 67 15,0 0-44-15,0 0-16 16,-42-20-2-16,42 18-16 16,0 1 5-16,-2-1-22 15,2 1-3-15,0 0-6 16,-1 1-21-16,1-3 5 16,0 3-6-16,0 0-10 15,0-1 12-15,0 1-13 0,0-2 2 16,0 2 1-16,7-1-3 15,12 0 0-15,17-2 3 16,13-1 4-16,16 0-10 16,7-1 8-16,7-2-5 15,0 1 0-15,-5-1 3 16,-8 0-3-16,-19 3 3 16,-18 2-2-16,-16 2 0 15,-13 0 1-15,0 0-2 16,0 0 1-16,-5 0 4 15,-19 5-5-15,-14 1 5 16,-11-1-1-16,3-1-3 0,2-2 5 16,15-2-2-1,13 0 12-15,9 0-12 0,7 0 21 16,0 0-22-16,0 0 3 16,0 0-12-16,2 0 3 15,16 0 3-15,17-5-1 16,13-7 2-16,8-4 9 15,-8 6-10-15,-16 2 2 16,-15 4-1-16,-12 4 0 16,-5 0-1-16,0 0 0 15,0 0-5-15,0 0 4 16,0 0-6-16,-20 4-46 16,-24 7-70-16,-16 0-205 15,-22-8-430-15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1:18:03.12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17524 1155 839 0,'0'0'463'0,"0"0"-398"0,0 0-63 15,0 0 7-15,125-59 10 16,-41 35 42-16,21 0-4 16,9 5-26-16,-2 3-22 15,-12 8-3-15,-19 4-6 16,-19 4 0-16,-16 0-1 16,-11 0-2-16,-11 0-11 15,-9 0-88-15,-6 0-50 16,-5 0-77-16,-4-10-145 0</inkml:trace>
  <inkml:trace contextRef="#ctx0" brushRef="#br0" timeOffset="1288.09">18903 435 1215 0,'0'0'147'16,"0"0"-126"-16,0 0-10 15,0 0-10-15,0 0-1 16,-25 109 52-16,15-23-2 16,-1 5-24-16,-6 0-15 0,-1-11-10 15,-2-16 4-15,-2-12-5 16,0-15 1-16,2-12 4 15,5-9-1-15,5-10 1 16,5-6 5-16,0 0-3 16,1-13 7-16,1-15-14 15,2-11-8-15,1-3 6 16,0 7-3-16,0 11 4 16,4 14 1-16,5 10-12 15,4 1-6-15,9 22 3 0,9 6 15 16,8 2-2-1,6-4 2-15,6-6-22 0,-2-4-4 16,0-10 11-16,-9-4 8 16,-10-3-29-16,-4 0-1 15,-8-6 26-15,-2-12-8 16,-4-6 19-16,-5-3 4 16,-5 0-3-16,-2 1 7 15,0 8-4-15,0 6 7 16,-2 9 14-16,-3 3-25 15,0 17-1-15,3 14 1 16,2 7 2-16,0-2 3 16,4-6-3-16,14-9-2 15,2-6 6-15,4-8 2 16,-1-6 0-16,-1-1 5 16,-2-5-4-16,-7-15 3 15,-3-5-3-15,-8-8 2 0,-2-6 29 16,-9-4-16-16,-14-2 1 15,-5 5-10-15,1 13-11 16,5 12 12-16,5 13-16 16,4 4 0-16,1 30-1 15,7 9-12-15,5 9 13 16,7-4-35-16,28-9-57 16,13-10 6-16,13-13 17 15,4-13 14-15,-1-1 4 16,-6-16 34-16,-9-13 17 0,-14-4 6 15,-14-1-5 1,-12 3 14-16,-9 1 33 0,0 4 22 16,-10 1 2-16,-9 5-30 15,0 7 0-15,3 5-18 16,-1 8-8-16,4 0-9 16,0 0-7-16,3 12-5 15,4-2 3-15,5 0-7 16,1-4 7-16,0-3-4 15,0-3-7-15,0 0 3 16,8 0 10-16,2 0 9 16,3-3 6-16,-1-6-4 15,-2 0-6-15,-3 2 6 0,-2 6-6 16,0 1-5 0,4 0-3-16,6 26-9 0,3 15 12 15,4 16 10-15,-4 12 19 16,-1 6-13-16,-9 5-8 15,-6 0-3-15,-2-7-4 16,-3-6-1-16,-19-12 4 16,-7-7-4-16,-9-7 12 15,-4-13 19-15,1-12-14 16,2-14-2-16,9-2 9 16,6-27-15-16,7-20-1 15,11-14-8-15,6-7-2 16,6-1-3-16,24 3-7 15,11 1 2-15,5 4-5 0,8 5-5 16,-2 8 19-16,0 8-2 16,-4 14 3-16,-2 6 0 15,-3 5 3-15,-5 6-3 16,-5 9 0-16,-7 0-1 16,-4 11 1-16,-4 16-7 15,-5 3 7-15,-1 1 0 16,-6 1-1-16,-3-6-2 15,-3-4-4-15,0-5-56 16,0-8-114-16,0-9-136 16,0 0-290-16</inkml:trace>
  <inkml:trace contextRef="#ctx0" brushRef="#br0" timeOffset="1416.77">19927 607 1098 0,'0'0'142'0,"0"0"-142"15,0 0 0-15,0 0-26 16,0 0-151-16,0 0 5 16,83 44-264-16</inkml:trace>
  <inkml:trace contextRef="#ctx0" brushRef="#br0" timeOffset="1695.59">20322 789 638 0,'0'0'466'0,"0"0"-409"0,0 0-30 16,-113-31 83-16,83 31-1 16,4 0-43-16,-2 13-35 15,4 14-20-15,0 11 4 16,6 9 17-16,6 1-3 16,12-3 9-16,0-8-20 15,10-8-7-15,17-11-1 16,4-4-7-16,10-9 3 15,4-5 0-15,1 0-3 16,-2 0-2-16,-4-4-1 16,-4-7-87-16,-5 2-108 15,-3-1-83-15,-4-3-286 16</inkml:trace>
  <inkml:trace contextRef="#ctx0" brushRef="#br0" timeOffset="2628.24">21296 861 892 0,'0'0'211'15,"0"0"-182"-15,0 0-12 16,0 0 65-16,0 0 4 0,0 0-26 15,-5 15-26 1,3-15 3-16,2 0 4 0,-2 0 16 16,-4 0-6-16,-6 0 3 15,-8-8-11-15,-5-13-27 16,-3-12-3-16,2-10 6 16,4-7-9-16,9-5-8 15,5-4-1-15,8 3 7 16,0 9-8-16,7 3-2 15,11 13 1-15,0 14-6 16,1 8 2-16,2 9 3 16,3 12-2-16,1 21-2 15,-3 10 3-15,-12 10-5 0,-10 6-15 16,-7-1 6 0,-28 0-1-16,-14-8 18 0,-4-13 3 15,-2-11-1-15,4-10 8 16,13-10-3-16,10-3-3 15,15-3 14-15,9 0 5 16,4 0 2-16,0 0-21 16,2 0-2-16,18-5-4 15,17-4 1-15,15-2 1 16,14 3-3-16,8 2 3 16,0 2-7-16,-5 1-62 15,-1 0-79-15,-8 2-122 16,-10-2-207-16</inkml:trace>
  <inkml:trace contextRef="#ctx0" brushRef="#br0" timeOffset="7943.96">22279 777 990 0,'0'0'53'0,"0"0"-40"0,58-101-13 16,-37 63 30-1,-3 1 15-15,-5 0 6 0,-6 4 17 16,-4 0-32-1,-3-4-2-15,-1 0-31 0,-15-4 32 16,0 7-10-16,1 10 9 16,3 9 18-16,6 10-24 15,2 5-21-15,1 0-7 16,0 26-25-16,-1 22 25 16,2 19 3-16,2 16-2 15,0 9 6-15,17 3-2 16,0-3-5-16,0-1 3 15,-1-7 1-15,-2-5-4 16,-6-8 0-16,-3-3 0 16,-5-9-1-16,0-6-22 0,0-11-105 15,-15-10-82 1,-2-15-153-16</inkml:trace>
  <inkml:trace contextRef="#ctx0" brushRef="#br0" timeOffset="8213.19">22316 716 1146 0,'0'0'173'16,"0"0"-138"-16,0 0-31 16,43-78 32-16,-8 78 8 0,7 4-5 15,4 25-7 1,-3 10-10-16,-10 7-21 0,-12 4 6 15,-17-4-6-15,-4-2 3 16,-7-8-4-16,-16-7 1 16,-3-8 11-16,-3-9-12 15,4-9 0-15,2-3-39 16,-1-6-106-16,7-22-144 16,7-10-362-16</inkml:trace>
  <inkml:trace contextRef="#ctx0" brushRef="#br0" timeOffset="8828.59">22582 721 162 0,'0'0'1031'0,"0"0"-970"16,0 0-60-16,0 0 32 15,0 0 28-15,0 0-9 16,20-19-9-16,12 19-35 15,3 0 2-15,-4 15 6 16,-2 8-15-16,-6 2 6 16,-5 2-1-16,-4 4-2 15,-8-5 5-15,-4 3-6 16,-2-6-2-16,0-7 6 16,0-5-3-16,-5-8 14 15,4-3 16-15,-1 0 6 0,1-12 9 16,1-18-38-16,0-12-7 15,0-6-8-15,4 5 4 16,13 8 0-16,3 13 0 16,1 7-15-16,1 9-3 15,5 6-18-15,2 4-8 16,0 15 2-16,7 5-63 16,-1 0 11-16,0-6-53 15,-5-6-3-15,-5-8 85 16,-8-4 44-16,-9 0 21 15,-3-1 10-15,-5-11 39 16,0-2 91-16,0-2-23 16,-6-3-33-16,-10 2-1 15,-2 4-9-15,2 4-37 16,-3 7 5-16,3 2-14 0,2 4-14 16,-1 22-14-16,6 9 1 15,3 3-1-15,6 3 0 16,0-6 5-16,10-7-8 15,15-5 7-15,1-8-4 16,2-6 0-16,-2-6-4 16,1-3-55-16,-2 0-57 15,-2-14-22-15,-1-4-77 16,-5-4-179-16,-4-1-290 16</inkml:trace>
  <inkml:trace contextRef="#ctx0" brushRef="#br0" timeOffset="9126.87">23285 684 913 0,'0'0'241'16,"0"0"-227"-16,0 0 15 15,0 0 51-15,0 0-44 16,0 0-9-16,46 17 10 16,-20 10-11-16,-3 5 3 15,5-4-22-15,-5-1-5 16,-5-7 5-16,-3-6-4 15,-5-3 1-15,-7-8 3 16,-3-1 7-16,2-2 33 16,-2 0 15-16,0 0-10 15,0 0-13-15,0-13-26 0,0-7-9 16,-3-1-4-16,0-2-8 16,1-2-34-16,2 5-42 15,0-2-75-15,8 5-163 16,11-3-335-16</inkml:trace>
  <inkml:trace contextRef="#ctx0" brushRef="#br0" timeOffset="9284.94">23664 591 657 0,'0'0'708'16,"0"0"-690"-16,0 0-5 16,0 0-7-16,0 114 58 15,0-72-7-15,0-1-27 16,3-2-29-16,0-6 3 0,4-4-4 15,-3-8-38-15,3-9-121 16,0-12-148-16,0 0-347 16</inkml:trace>
  <inkml:trace contextRef="#ctx0" brushRef="#br0" timeOffset="9411.7">23702 263 998 0,'0'0'0'16,"0"0"-126"-16,0 0-12 16,-11 92-120-16</inkml:trace>
  <inkml:trace contextRef="#ctx0" brushRef="#br0" timeOffset="10194.02">23976 666 1217 0,'0'0'28'0,"0"0"-18"16,-59 79-8-16,53-50 36 15,6-2 14-15,0-3-23 16,0-4-9-16,16-8-20 16,4-4 9-16,2-8 9 15,-2 0-7-15,-1-5 14 16,-6-12 0-16,-4-1-19 0,-9-1 17 15,0-1 4-15,-10-1-12 16,-12-1-15-16,-5 0 0 16,0 5-6-16,4 0-11 15,8 5-34-15,10 2 23 16,5 0 8-16,0 2-84 16,20-3 3-16,9-1 68 15,7 2 31-15,1 5 2 16,-4 5 0-16,-6 0 0 15,-5 0-1-15,-7 16 1 16,-2 9 11-16,-3 3 29 16,-2 2 4-16,1 2-16 15,-1-7-5-15,0-4-1 0,1-6-11 16,1-8-3-16,-2-1 10 16,1-6-12-16,1 0 11 15,2-2 3-15,-1-18-7 16,4-9 1-16,0-5-14 15,-1-8 1-15,-3 2-3 16,-4 7-8-16,-4 16 4 16,-1 11 4-16,-2 6-6 15,0 7-30-15,0 20 22 16,1 8 16-16,6 1 0 16,5-4 3-16,3-8-3 15,5-9 0-15,2-9-10 0,-1-6-13 16,3 0-21-16,-7-11 7 15,-4-11 0-15,-5-6 15 16,-8-1 22-16,0-4 8 16,0-3 9-16,0 2 15 15,-1 1-7-15,-5 6-3 16,5 11 17-16,1 10-3 16,0 6-18-16,1 0-18 15,13 16 0-15,3 8 19 16,0 0 21-16,-2-1-12 15,-7-2 1-15,-5-5-11 16,-3 3 2-16,-1 0-12 16,-23 1-7-16,-11 1-2 15,-12-3-82-15,-13-3-159 16,-13-4-486-16</inkml:trace>
  <inkml:trace contextRef="#ctx0" brushRef="#br0" timeOffset="11129.98">23085 1317 1076 0,'0'0'236'16,"0"0"-225"-16,0 0 18 16,0 0 82-16,0 0-39 15,-97-63-48-15,57 63-8 16,1 0-12-16,-1 10 0 15,0 14-3-15,1 5-1 16,3 5 1-16,7 0-7 0,9-1 7 16,14-2-1-1,6-2 0-15,4 0-10 0,25-2 10 16,11 0 0-16,10-2 0 16,7-2 0-16,2-3 4 15,-6-2-4-15,-6-5 0 16,-14-1 1-16,-10-3 0 15,-14-3-1-15,-9-2 0 16,0-1-1-16,-18 5 1 16,-18 0 20-16,-10-2-2 15,-11-5-18-15,2-1 12 16,5 0-5-16,6-1-6 16,12-8-2-16,15 4-15 15,13-3-43-15,4-1-66 0,30-4-45 16,18-9-62-16,14-5 105 15,6-11 94-15,1-6-7 16,-5-2 3-16,-11 0 37 16,-15 8 105-16,-10 6 19 15,-18 6 27-15,-6 4-51 16,-4-1-29-16,0 4 14 16,0 3-6-16,0 9-16 15,-3 5-11-15,0 2-22 16,-5 14-30-16,-1 24-4 15,-3 13 4-15,4 12 3 16,6 3-3-16,2-1 0 16,2-8-2-16,15-12 7 15,6-10-7-15,2-13 2 16,2-10-10-16,1-10 0 0,-1-2-28 16,1-9-13-16,-1-15 12 15,-5-9 1-15,-9-11 30 16,-6-4 4-16,-7-2 4 15,0 6 8-15,0 10 4 16,-1 16 24-16,-1 10 12 16,2 8-12-16,0 0-36 15,0 22-3-15,2 10 3 16,14 8 13-16,4 0-12 16,0-2 1-16,2-10-2 15,-3-9 0-15,-3-8-13 0,1-7-110 16,-2-4-90-16,-1-2-199 15</inkml:trace>
  <inkml:trace contextRef="#ctx0" brushRef="#br0" timeOffset="11249.86">23521 1353 328 0,'0'0'585'0,"0"0"-585"15,0 0-120-15,0 0 35 16,8 88-122-16,20-67-162 15</inkml:trace>
  <inkml:trace contextRef="#ctx0" brushRef="#br0" timeOffset="11809.91">23785 1466 532 0,'0'0'715'0,"0"0"-707"0,0 0-5 15,0 0 46-15,-94-1 11 16,77 27-14-16,3 9-27 15,6-1-13-15,6-5-5 16,2-7-1-16,0-6-7 16,8-5 7-16,12-11 0 15,9 0 13-15,3-8-13 16,3-17-14-16,-4-7 4 16,-4-3-13-16,-7-1 23 15,-7 1 0-15,-6 1 0 0,-7 1 9 16,0 0-4-16,-1 0 15 15,-16 1 26-15,0 5-23 16,0 8 4-16,6 7-2 16,0 12-8-16,1 6-10 15,0 21-7-15,4 13 0 16,2 9-3-16,4 2 7 16,0-3-1-16,19-5-3 15,4-11-2-15,9-10-1 16,5-10-5-16,3-12 2 15,0 0-9-15,-1-10-15 16,-9-13 11-16,-8-1 7 16,-9 2 2-16,-7-1 10 15,-6 2 3-15,0 1-1 16,0 3-2-16,-6 8 0 0,-1 5 16 16,1 4-9-16,2 3-14 15,2 22 6-15,2 9 1 16,0 5 21-16,6-3 1 15,13-5-15-15,7-6-4 16,4-10-2-16,2-8-1 16,-3-7-95-16,-2 0-144 15,-12-14-282-15</inkml:trace>
  <inkml:trace contextRef="#ctx0" brushRef="#br0" timeOffset="12092.9">22978 2039 1131 0,'0'0'37'0,"139"-1"-35"16,-42-4 19-16,14-2 85 16,10-2-19-16,-3-1-2 15,-8 4-39-15,-20 3-46 0,-18 0-15 16,-14 1-138-16,-15-6-160 16,-18 0-482-16</inkml:trace>
  <inkml:trace contextRef="#ctx0" brushRef="#br0" timeOffset="12224.45">23947 1957 1251 0,'0'0'30'0,"0"0"-30"16,0 0-200-16,0 0-21 15,0 0-489-15</inkml:trace>
  <inkml:trace contextRef="#ctx0" brushRef="#br0" timeOffset="24991.39">8476 1074 31 0,'0'0'578'0,"0"0"-478"16,0 0-67-16,0 0 58 16,0 0 21-16,0 0 2 15,0 0-30-15,5 0-36 0,-5 0-33 16,0 0-4-16,4 3-8 15,0 6 3-15,6 6-5 16,2 8 15-16,3 8-11 16,-1-1 7-16,-3-2-3 15,2-4 0-15,-1-5-4 16,-3-6 18-16,-2-5 22 16,-4-5-34-16,0-3-6 15,-1 0 18-15,4 0 65 16,10-12-2-16,9-20-16 15,11-13-41-15,7-8-12 16,6-2-14-16,-1-2 2 0,3 7-5 16,-2 4 1-1,-3 9-4-15,-11 12 2 0,-9 11-3 16,-12 8-8-16,-5 6-117 16,-3 0-102-16,-6 12-51 15,0 7-13-15,-23 1-365 16</inkml:trace>
  <inkml:trace contextRef="#ctx0" brushRef="#br0" timeOffset="25358.03">8782 1048 942 0,'0'0'127'16,"0"0"-113"-16,0 0-14 0,0 0-27 15,0 0 27-15,25 102 50 16,-3-48 5-16,0-1-39 16,-4-5-8-16,-2-7-3 15,-4-10 46-15,-5-10-13 16,-2-8-2-16,-1-11-12 16,-3-2 28-16,1 0 37 15,6-9 5-15,10-24-3 16,14-16-56-16,14-13-24 15,7-5 2-15,5 0 4 0,-1 3-7 16,-4 7-6-16,-4 7-2 16,-7 11-2-16,-7 10-6 15,-6 10 6-15,-11 6-34 16,-3 12-118-16,-3 1-116 16,-8 0-114-16,-4 0-351 15</inkml:trace>
  <inkml:trace contextRef="#ctx0" brushRef="#br0" timeOffset="65010.31">4473 3494 847 0,'0'0'209'0,"0"0"-209"16,0 0 0-16,0 0 15 15,0 0 34-15,0 0 5 16,0 0 0-16,0 0-13 0,67 0-8 16,-37 0-8-16,-1 0 8 15,1 0 5-15,0-4-22 16,-5-1 5-16,0-3-7 16,-5 2-8-16,-7 0 2 15,-2 1-7-15,-6 2-2 16,-3 3-18-16,-2 0-144 15,0 0-230-15</inkml:trace>
  <inkml:trace contextRef="#ctx0" brushRef="#br0" timeOffset="65894.8">6370 3525 1156 0,'0'0'87'0,"0"0"-80"16,0 0 2-16,0 0 33 15,0 0 31-15,0 0-1 16,6-14-24-16,12 10-15 0,10-3-5 16,6-3-17-16,1-2 2 15,0 2-7-15,-5-1-6 16,-4 4 0-16,-7 2-23 15,-3 5-182-15,-6-1-203 16</inkml:trace>
  <inkml:trace contextRef="#ctx0" brushRef="#br0" timeOffset="69334.74">7517 2439 520 0,'0'0'218'0,"0"0"-176"16,0 0-29-16,0 0 22 15,0 0 53-15,0 0-2 16,0 0-37-16,0-61-24 16,4 52 13-16,3 0-21 15,2-3 13-15,0 1-16 16,1 0-5-16,0 3 24 16,-3 0-6-16,2 2-12 15,-3 0 11-15,2 1-12 16,6 1-4-16,3-3-2 15,4 3-7-15,4-3 9 16,1 2-5-16,2 1 2 0,-1 1 2 16,-1 0-3-16,0 0 1 15,-1-1 1-15,-5 3 2 16,-2-2 3-16,-1 0 0 16,-2 2-6-16,2-1 5 15,-3 1-5-15,3 1 3 16,-2 0 3-16,4 0-8 15,1 0 9-15,2 0 2 16,1 0 1-16,-1 0 2 16,-2 0-7-16,-2 0-3 15,0 0-3-15,1 0-4 16,1 0 7-16,-1 0-3 16,1 3-4-16,-2 1 5 15,-1-1-6-15,1 3 2 0,-1 2 1 16,-2-3-4-16,1 3 5 15,0 1-4-15,0 0-1 16,4 2 6-16,-3-2-5 16,-2 1 6-16,0 2 1 15,-1-2-5-15,-1 5 4 16,0 1 0-16,2 1 2 16,0 1 1-16,-1 0-8 15,-1 1 1-15,1 4 0 16,-1-1 0-16,0 2-2 15,-3 3 2-15,0 1-2 16,-1-1 5-16,-3 1-6 16,4 1 3-16,-1 1-2 0,-1-2 1 15,-2-1 2 1,-2 0-4-16,1-1 3 0,-4-1 4 16,2 0-7-16,-2-3 5 15,-1 0 2-15,2 2-4 16,-2-2-2-16,0-1 1 15,0-1-2-15,0 2 4 16,0 0-4-16,0-2 2 16,0 0-2-16,0 3 2 15,0 1-2-15,0-2 0 0,-9 2 1 16,2-3 2 0,1-4-1-16,1-2-2 15,0 0 0-15,-2-4 3 0,2 5-2 16,-2-3-1-16,-1 1 0 15,2-1 3-15,-4 0-3 16,0 0 1-16,1 0 1 16,-3-1 2-16,1 0-4 15,1 0 0-15,-3-1 1 16,2 1 0-16,-2-1 1 16,-1 0 0-16,0 2-2 15,-1 0-2-15,-4 1 2 16,1-1 1-16,-3 0 0 15,1-3 3-15,1-1-3 16,0 0 4-16,1-1-3 0,1-3-2 16,0 0 3-16,0 1 0 15,2-1-2-15,-2-1 1 16,1 0 0-16,-4 1 0 16,-2-1 2-16,-1 0-3 15,0 0 4-15,1-1 2 16,2-1 0-16,0 0 3 15,3-2-7-15,0 0 2 16,4 0 3-16,-1 0-8 16,3 0 8-16,-1-2-1 15,0-2-4-15,1 0 6 16,1-1-6-16,-2-1 2 0,-1-1-3 16,-1-2-1-16,-1 2 4 15,0-2-3-15,0-2-1 16,-1 3 3-16,-3-1 0 15,2 1-4-15,2 0 0 16,2-1 0-16,0 1 3 16,-1-4-3-16,1 1 0 15,-1-3 2-15,-1-1-1 16,2 0 0-16,0-2 0 16,-1 0 1-16,0-2-1 15,1-2-1-15,0-2 0 16,3 1 1-16,0-2 0 15,0-1-1-15,1 0 2 0,1 1-1 16,0 0-1-16,3-1 0 16,-2-4 4-1,0 0-4-15,3 0 0 16,-2-2 0-16,-1 1 1 0,3 0-1 16,1 0 0-16,-3 4 0 15,5-1-1-15,1 3 1 16,0-1 0-16,0 1 1 15,0-2-1-15,0-1 1 16,0 2-1-16,0-1 2 16,1 0-2-16,3 6 0 15,1-7-2-15,-1 3 2 16,3 4 0-16,0-3 1 16,-1 3-3-16,1 3 2 0,-2 6 0 15,-1-2 1-15,2 3-1 16,0 1-1-16,0-1 1 15,-1-1 0-15,0 1-1 16,0 0 1-16,-2 5-1 16,1-1-1-16,-2 4 0 15,-2 1-17-15,1 1-35 16,4 0-47-16,2 0-147 16,5 0-405-16</inkml:trace>
  <inkml:trace contextRef="#ctx0" brushRef="#br0" timeOffset="71348.88">7922 2208 467 0,'0'0'153'0,"0"0"-137"0,0 0 20 16,0 0 56-16,0 0 33 15,0 0-13-15,-15 5 14 16,15-5-26-16,-1 0-11 15,1 0 11-15,0 0 10 16,-3 0-36-16,-1 0-5 16,-2 0-21-16,-6-4-24 15,-2-8-8-15,-1-1-1 16,1-5 5-16,-3-7-4 16,0-3-12-16,-1-6 6 15,-1-7-3-15,-1-9-4 16,-2-6 10-16,2-4-11 15,2-5 5-15,1-4-3 16,4 1 0-16,3-4-2 16,3-4 0-16,5 2-2 0,2 1 7 15,0 3-5 1,14 1-2-16,9-1 0 0,7 0 1 16,6 0-1-16,3 5 0 15,2 6 0-15,-3 9 0 16,-4 12 0-16,-6 9 0 15,-3 5-1-15,0 4 1 16,4 0 1-16,3 1-1 16,2 0 1-16,1-1-2 15,6-1 1-15,-1-1 0 16,3-1 0-16,2 3 4 0,-1 3-4 16,-2 1 0-16,-2 4-1 15,-3 5 1-15,-4 0 0 16,2 3 0-16,0 0-2 15,3-1 2-15,7 1 0 16,9-1 0-16,3-1 0 16,5-2 0-16,1-1-1 15,6 0 1-15,8-1-1 16,5-2 0-16,5-1 0 16,1-1 0-16,1 1 1 15,-2 2 0-15,-5 2 0 16,-7 4 0-16,-8 5 3 15,-12 0-3-15,-6 0 0 16,-9 0 0-16,-9 6 0 0,-4 3-3 16,-2 1 3-1,-2-1 0-15,-1-4-1 0,2 2 4 16,-2-3-3-16,-2-2 0 16,-1-2 2-16,2 2-3 15,-4-2 1-15,-3 2 0 16,-2 0-1-16,-2-1 0 15,-1 0 1-15,-4-1 0 16,1 2-1-16,-4-1 0 16,-2-1 1-16,0 0 0 15,0 0 0-15,0 2-4 16,0-2 4-16,0 2 1 0,0-2 3 16,0 0 1-1,0 0-4-15,0 0 4 0,0 0-4 16,0 0 2-16,-2 0 2 15,-1 0-5-15,0 0 2 16,-1 0 2-16,-2 0-3 16,2 0-1-16,-1-2 0 15,0-1 0-15,2 1 0 16,0 1-1-16,-1 0 1 16,4 1 0-16,0 0-1 15,0-2 3-15,0 2-4 16,0-2-2-16,0 2 1 15,0 0-4-15,0 0 0 0,0 0 7 16,0 0-1 0,0 0-4-16,0 5-1 0,0 8-20 15,0 5-17-15,-6 4-13 16,-1 0-60-16,1 1-123 16,3-10-154-16,3-7-412 15</inkml:trace>
  <inkml:trace contextRef="#ctx0" brushRef="#br0" timeOffset="71885.32">10484 466 1148 0,'0'0'144'0,"0"0"-137"16,0 0 4-16,0 0 75 16,0 0-15-16,0 0-71 15,-15 45-2-15,17 4 2 16,1 5 13-16,-3-1 5 16,0 0 5-16,0-8-6 15,0-6-14-15,0-5 4 16,-12-7-3-16,-3-5 0 15,0-6 1-15,-1-3-5 16,0-9-33-16,3-4-68 0,3 0-10 16,5-21-75-16,1-9-132 15,3-7 71-15,-1-4 144 16,2-5 34-16,0 3 69 16,0 6 17-16,-1 5 124 15,-1 11 54-15,2 7 0 16,-1 7-33-16,-2 4-17 15,3 3-45-15,0 0-52 16,0 0-39-16,4 6-5 16,19 14-4-16,9 4 37 15,6 5-8-15,6 0-5 16,1 0-9-16,-1-2-6 16,-2-2-4-16,-7-1-4 15,-5-1-2-15,-7-4-8 0,-4-2-115 16,-6-5-24-16,-7-8-124 15,0-4-140-15</inkml:trace>
  <inkml:trace contextRef="#ctx0" brushRef="#br0" timeOffset="72104.48">10703 454 1002 0,'0'0'205'0,"0"0"-138"15,0 0-46-15,0 0 6 0,0 0-16 16,0 0 33 0,5 111 11-16,7-56-27 0,-4 1-13 15,1 2-11-15,-3-1 0 16,1-6-4-16,1-3-30 16,2-7-142-16,0-13-119 15,2-11-279-15</inkml:trace>
  <inkml:trace contextRef="#ctx0" brushRef="#br0" timeOffset="72733.41">11106 754 983 0,'0'0'185'0,"0"0"-167"15,0 0 24-15,0 0 87 16,0 0-11-16,0 0-67 16,-89-72-41-16,58 75-10 15,-5 22 6-15,5 5 6 16,1 1-10-16,8-1 1 16,8-6 2-16,8-6-2 15,6-7-5-15,0-2 2 16,0-4-2-16,8-4 0 15,12-1 4-15,4 0 10 16,4-15-12-16,4-12 0 0,-5-6-52 16,-6-1 2-1,-7-1 47-15,-7 5 3 0,-7 9 0 16,0 8 7-16,0 10 10 16,0 3 15-16,3 7-32 15,5 21-14-15,5 9 14 16,8 4 19-16,2-4-16 15,7-7 6-15,5-11-9 16,4-6 1-16,-3-10 6 16,-3-3-5-16,-4 0 1 15,-4-19-3-15,-6-7 0 16,-6-4-4-16,-5-7 1 16,-8-4 3-16,0-3 3 15,-5-2-2-15,-14-4-1 0,-3 2 9 16,-2 7-1-16,7 14 13 15,7 11 3-15,3 12 5 16,7 4-8-16,0 9-21 16,0 20-13-16,2 14 11 15,10 3 4-15,2 4-2 16,0-2 0-16,3 0-3 16,0 0-13-16,-3-5-104 15,-5-8-125-15,-5-13-273 16</inkml:trace>
  <inkml:trace contextRef="#ctx0" brushRef="#br0" timeOffset="73867.85">11253 669 1035 0,'0'0'217'16,"0"0"-215"-16,0 0 6 15,0 0-1-15,0 0 4 16,105-40-5-16,-65 40-5 15,-5 0-1-15,-5 1 0 16,-8 12-1-16,-2 7-2 16,-4 4 2-16,-3 3 2 15,-1 0 10-15,-1-1 9 0,1-7-8 16,-1-4 0 0,1-5 1-16,-3-6 0 0,-1-1 4 15,1-3 10-15,-3 0 21 16,1-4 15-16,-2-11-17 15,0-1-4-15,-5 2-18 16,0-5-5-16,0-2-8 16,0-1-11-16,0-3 5 15,0 1-5-15,2-1-7 16,11 4 3-16,4 4-7 16,3 5 6-16,3 5 3 15,4 4-2-15,1 3 1 16,4 0 1-16,1 13-4 15,1 11 3-15,-2 8-1 16,-5 2 4-16,-6 2 4 0,-7-1-4 16,-8-5-3-1,-4-3 3-15,-2-6 5 0,0-5-1 16,-4-9 19-16,-9-3-4 16,-2-4 14-16,-3 0 0 15,-1-10 1-15,3-17-8 16,0-8-11-16,6-7-1 15,7 0-5-15,3 1-8 16,0 8 1-16,10 8 0 16,9 5-3-16,6 8 1 15,3 7-14-15,4 5-14 16,5 0-11-16,4 17-18 0,3 9-15 16,2 0-75-1,3-3-39-15,-4-6-60 0,-6-8 100 16,-13-7 145-16,-10-2 1 15,-11 0 21-15,-5-2 111 16,0-10 5-16,0-6-23 16,-15 1 18-16,-2 6-29 15,-3 1-48-15,-1 7-16 16,-2 3-17-16,1 10 1 16,-1 18-23-16,3 10 0 15,8-1 2-15,8-1 0 16,4-6-2-16,0-10-3 15,11-7 3-15,7-8 0 16,2-5 3-16,4-5 4 16,-3-16-1-16,-2-10-6 0,-2-2-15 15,-7-2 4-15,-4 3-4 16,-2 7 12-16,-4 10-4 16,0 9-3-16,0 6 10 15,0 1-23-15,3 19-13 16,4 7 33-16,3 0 3 15,5-2 0-15,1-6 0 16,8-7 0-16,1-10-10 16,0-2 3-16,2 0 6 15,-4-17-3-15,-4-8 4 16,-4-2 0-16,-5-3 0 16,-7-5 0-16,-3-3 3 0,0-1-2 15,0-3 3-15,-15-3-3 16,0-4 3-16,0 8 8 15,2 8 9-15,4 16 11 16,6 17 11-16,2 2-39 16,1 30-4-16,0 17-4 15,0 9 4-15,0 5 7 16,0-3-6-16,0-2-1 16,9-4 0-16,5-6-36 15,2-6-113-15,3-13-169 16,3-15-294-16</inkml:trace>
  <inkml:trace contextRef="#ctx0" brushRef="#br0" timeOffset="74512.97">12751 583 1153 0,'0'0'241'15,"0"0"-188"-15,0 0-13 16,0 0 33-16,0 0-16 15,0 0-40-15,94-48-9 16,-64 71-2-16,-4 7 8 16,-2 6 5-16,-7 3-9 15,-7 0-4-15,-7-4-5 16,-3-10 2-16,0-5-3 0,0-10 3 16,0-7-4-16,0-3 2 15,0 0 10-15,0-6 0 16,0-18-11-16,0-11-15 15,0-7 3-15,0-4 4 16,8 5 7-16,5 8-4 16,1 10-3-16,4 10 7 15,-1 6 1-15,1 7 0 16,2 0 0-16,-1 10 1 16,1 13-1-16,-4 7 10 15,1 3-3-15,-3-2 2 16,-3-1-7-16,3-10 4 15,-2-2-6-15,1-8 2 16,-3-4-4-16,2-6 2 16,1 0-17-16,0-7 8 0,1-8-8 15,-6 0 3-15,-1 4 14 16,-6 6 0-16,-1 5-1 16,0 0 1-16,0 9-21 15,0 10 12-15,6 4 9 16,2-3 8-16,6-5-3 15,2-7 0-15,1-6 6 16,1-2-1-16,2 0 9 16,-2-18 6-16,1-7-7 15,-6-3 6-15,-7 4 2 16,-6-2 4-16,0 4 4 16,-17 0-34-16,-8 0 0 0,-1 6-1 15,1 5-21-15,2 11-27 16,6 0-64-16,5 12-215 15,8 11-415-15</inkml:trace>
  <inkml:trace contextRef="#ctx0" brushRef="#br0" timeOffset="74639.14">13701 705 1511 0,'0'0'190'15,"0"0"-179"-15,0 0-4 16,0 0-7-16,0 0 0 15,0 0-144-15,-47-14-593 16</inkml:trace>
  <inkml:trace contextRef="#ctx0" brushRef="#br0" timeOffset="98975.53">13557 2801 820 0,'0'0'120'16,"0"0"-109"-16,0 0 59 15,3-95 32-15,17 68-49 16,4 8-30-16,4 1-11 15,2 8-10-15,-3 7 1 16,-4 3-3-16,-2 9-4 16,-7 19-6-16,-4 12 8 15,-6 8 2-15,-4 4 11 16,-7 4-9-16,-18-2 18 0,-7-4-3 16,-3-5-3-16,-4-8-5 15,4-8-1-15,7-8 0 16,8-11-3-16,10-5-5 15,9-5 8-15,1 0-1 16,0 0 28-16,0-15 14 16,14-11-45-16,8-7-4 15,5-4 0-15,4-3-1 16,3 0-1-16,-2-1 0 16,0 4 2-16,-6 1 9 15,-2 2-8-15,-6 7 5 16,-5 0 1-16,-2 5 1 0,-4 2 26 15,-4 4-1 1,0 2-7-16,-3 6 5 0,0 1-7 16,0 7-1-16,0 0-7 15,0 0-13-15,0 0 7 16,0 0-7-16,-2 2 1 16,-9 14-2-16,-6 11 4 15,-1 8-4-15,2 2-1 16,3 4 1-16,7-2-2 15,2 0 2-15,4-1 1 16,0-4 1-16,11-8-4 16,10-2 1-16,2-7-1 15,6-4-5-15,-1-6 5 16,2-3-1-16,5-4-89 16,-1 0-89-16,-1-11-137 0,-4-8-259 15</inkml:trace>
  <inkml:trace contextRef="#ctx0" brushRef="#br0" timeOffset="99146.01">14103 2810 1273 0,'0'0'106'16,"0"0"-106"-16,0 0 0 15,96-13 13-15,-40 13-9 0,8 0-1 16,-2 0-3-16,-8 0-115 15,-14 4-191-15,-20 0-194 16</inkml:trace>
  <inkml:trace contextRef="#ctx0" brushRef="#br0" timeOffset="99310.79">14202 2981 1169 0,'0'0'216'15,"0"0"-216"-15,0 0-27 16,0 0 27-16,129-8 0 16,-62 5 0-16,1 2-129 15,-7-1-155-15,-16-3-200 16</inkml:trace>
  <inkml:trace contextRef="#ctx0" brushRef="#br0" timeOffset="99582.82">14712 2561 1106 0,'0'0'124'16,"0"0"-103"-16,0 0 8 15,0 0-2-15,0 0-23 16,38 81 48-16,-18-27-8 0,-4 4-15 15,-3-6-17-15,-3-2 0 16,-3-3-11-16,-2-2 2 16,-4-3-3-16,-1-4-7 15,0-5-53-15,0-12-141 16,0-10-145-16,-3-11-200 16</inkml:trace>
  <inkml:trace contextRef="#ctx0" brushRef="#br0" timeOffset="99911.02">14925 2669 519 0,'0'0'570'0,"0"0"-540"16,0 0-30 0,0 0-4-16,0 0-13 0,0 0 17 15,-26 56 3-15,-2-21 18 16,-8-1-7-16,3-5 1 15,5-8 25-15,11-11-6 16,10-7 31-16,7-3-13 16,0 0-7-16,0 0 0 15,10-3 7-15,10-6-23 16,6-1-17-16,2 5-11 16,-2 5 1-16,-2 0-2 15,1 12 0-15,1 11-2 0,0 4-1 16,-3 5 0-1,1 1-1-15,-3 1-32 16,0-2-111-16,-6-10-116 0,-2-10-215 16</inkml:trace>
  <inkml:trace contextRef="#ctx0" brushRef="#br0" timeOffset="100442.88">15171 2694 1183 0,'0'0'23'0,"0"0"-23"16,0 0 0-16,-4 87 23 15,14-45 2-15,8-6-4 16,7-7-21-16,2-10 9 0,1-7-7 16,1-7 1-16,-4-5 27 15,-4 0-6-15,-2-11 3 16,-6-12 5-16,-4-4 26 15,-4-4-14-15,-3-3-22 16,-2 2-13-16,0-6 34 16,-12 0-41-16,-3 5 3 15,3 11 9-15,3 10-8 16,6 12-6-16,0 6-2 16,-1 31-6-16,0 17 8 15,4 19 0-15,0 6 2 16,0 8-2-16,1 4 0 15,8-2-1-15,1-11 1 16,-2-13 0-16,-3-16 0 0,-5-14 2 16,0-10-2-16,0-11 0 15,-13-5 3-15,-13-7 37 16,-3-2 3-16,-7-5-14 16,0-21 2-16,5-10 2 15,8-9-3-15,10-8-16 16,9 2-8-16,4 4-1 15,4 9-5-15,12 9-3 16,4 5 2-16,2 6-21 16,5 4-30-16,5 3-59 15,-4 4-200-15,-9-1-447 16</inkml:trace>
  <inkml:trace contextRef="#ctx0" brushRef="#br0" timeOffset="101741.96">15738 2853 699 0,'0'0'319'16,"0"0"-284"-16,0 0-28 15,0 0 83-15,0 0 21 16,0 0-68-16,-15-18-42 15,37 18 31-15,10-1-15 16,13 1 20-16,12-2-3 0,12 2-4 16,10-2 7-16,12-3-15 15,8 3-10-15,3-4 1 16,3-1-11-16,0-2 7 16,-8 1-6-16,-8-1-1 15,-19 1-2-15,-19 2 0 16,-18 2 0-16,-15 2-1 15,-10-1 3-15,-8 3-2 16,0 0 9-16,0 0-2 16,0 0 33-16,-1-4-2 15,-12-4-13-15,-3-4-13 16,-3 0-8-16,0-2 1 16,4 4-4-16,1 3 0 0,4 0-1 15,6 5 3-15,0 0-3 16,4 2 0-16,0 0-1 15,0 0-2-15,0 0-6 16,0 0-5-16,10 11 14 16,4 5 0-16,-3 4 1 15,-2-1-1-15,-4 0 0 16,-5 1-2-16,0 2 2 16,-5 0-1-16,-9-1-58 15,-1-5-173-15,5-6-85 16,9-10-351-16</inkml:trace>
  <inkml:trace contextRef="#ctx0" brushRef="#br0" timeOffset="102220.56">17285 2442 726 0,'0'0'243'0,"0"0"-129"0,0 0 8 16,0 0-33-1,0 0-71-15,0 0-10 0,-8 78-5 16,18-15 78-16,0 4-63 16,2-6-16-16,-2-8 5 15,0-7-6-15,-5-2 1 16,-5-3-4-16,0-8-88 16,-2-13-277-16,-11-14-360 15</inkml:trace>
  <inkml:trace contextRef="#ctx0" brushRef="#br0" timeOffset="102364.84">17365 2316 1153 0,'0'0'0'0,"0"0"-162"0,0 0 15 15,0 0 28-15,0 0-117 16</inkml:trace>
  <inkml:trace contextRef="#ctx0" brushRef="#br0" timeOffset="102736.56">17626 2451 293 0,'0'0'917'15,"0"0"-895"-15,0 0-16 16,0 0 10-16,0 0 30 0,0 0-41 15,-85 36-4 1,78-4 4-16,2 2-5 0,5-2 0 16,0-1 2-16,0-2 0 15,0-5-4-15,10-3 1 16,2-4-1-16,2-4 1 16,-5-3 2-16,1-6 4 15,-6-2 32-15,-3-1 1 16,-1-1 16-16,0 0 11 15,0 0-9-15,0 0-3 16,-7 0-9-16,-6 0-7 16,-8 0-17-16,-7 1-18 15,4-1 4-15,-3 0-5 16,2 0-2-16,1 2 1 0,6-1-36 16,6 2-97-16,9 0-68 15,3-3-134-15,0 0-238 16</inkml:trace>
  <inkml:trace contextRef="#ctx0" brushRef="#br0" timeOffset="104190.11">18064 2352 891 0,'0'0'182'0,"0"0"-144"16,0 0 82-16,0 0 24 16,0 0-45-16,0 0-59 15,-13-54-40-15,13 74-24 16,0 17 5-16,12 14 19 15,1 9 11-15,0 5-5 16,1 1-3-16,-6 0-3 16,-5-2 0-16,-3-6-127 15,-3-9-88-15,-17-15-296 0</inkml:trace>
  <inkml:trace contextRef="#ctx0" brushRef="#br0" timeOffset="104690.73">17970 2632 1123 0,'0'0'144'16,"0"0"-133"-16,0 0 26 15,58-101-4-15,-5 70-4 16,11 2-7-16,-1 3-21 16,-6 5 2-16,-15 4-2 15,-14 3 1-15,-13 2 3 16,-9 0-1-16,-6 4 4 15,0-1 0-15,-1 1-3 0,-11 2 12 16,2 3-4-16,0 3-12 16,0 0 3-16,0 14-4 15,0 16-6-15,0 11 3 16,4 5 3-16,4 5 0 16,2 4 0-16,0-6-1 15,0-7 1-15,10-9 0 16,-2-11 0-16,-1-10-4 15,-2-8 4-15,-3-4 0 16,-1 0 13-16,1 0 0 16,5-11 29-16,1-14-8 15,6-16-26-15,2-5-3 16,3 1-3-16,1 5 2 0,-4 14 0 16,-4 13-2-1,-2 11-3-15,0 2 1 0,4 8-15 16,2 18 6-16,3 5 9 15,-1 6 0-15,-1-1 6 16,-4-3-6-16,-2-6 0 16,-1-3-98-16,-3-9-142 15,2-9-377-15</inkml:trace>
  <inkml:trace contextRef="#ctx0" brushRef="#br0" timeOffset="105089.97">18792 2493 1420 0,'0'0'41'16,"0"0"-39"-16,0 0 0 16,0 0 28-16,0 0-20 15,0 0-7-15,-57 24-3 16,40-5 0-16,2-1 0 15,5-2 0-15,2 1 1 16,4-4-3-16,4 1 0 16,0-3 1-16,0 2-2 15,15-3 3-15,8 1 0 16,5-2 9-16,3 1 1 16,-1-1-5-16,-5 0-2 0,-7-2 3 15,-8-1 17-15,-6-5-17 16,-4 0-2-16,0 1 15 15,0 1 3-15,-20 4 0 16,-10 2 11-16,-9-3-11 16,-2-3-16-16,2-3-6 15,6 0-1-15,6-18-100 16,9-2-186-16,11-5-314 16</inkml:trace>
  <inkml:trace contextRef="#ctx0" brushRef="#br0" timeOffset="105367.5">18556 2465 650 0,'0'0'472'0,"0"0"-441"16,0 0-31-16,0 0-3 0,0 0 3 15,-2 82 21 1,11-30 7-16,2-1-22 0,-3-5-4 16,-1-5-2-16,0-8-1 15,-4-12-262-15,-3-9-250 16</inkml:trace>
  <inkml:trace contextRef="#ctx0" brushRef="#br0" timeOffset="105518.97">18553 2212 1255 0,'0'0'0'0,"0"0"-211"15,0 0-29-15,0 0 6 16</inkml:trace>
  <inkml:trace contextRef="#ctx0" brushRef="#br0" timeOffset="105956.53">18977 2495 1299 0,'0'0'11'0,"0"0"-11"0,0 0 0 16,119-6 9-16,-79 26-3 15,-2 8-5-15,-6 8-1 16,-11 5-5-16,-11 1 5 15,-10-4 6-15,0-5-5 16,-4-8 4-16,-11-10 16 16,0-9-12-16,1-6 23 15,3 0 40-15,4-16-20 16,4-14-24-16,3-14-18 16,0-8-7-16,20-3 1 15,5 8-2-15,3 10 5 0,3 13-7 16,-3 10 2-1,-1 13-4-15,1 1-3 0,-1 13-1 16,-1 16 5-16,-3 5-3 16,-4 7 3-16,-6-4 1 15,0 0-9-15,-7-9-153 16,-1-11-161-16,-2-12-291 16</inkml:trace>
  <inkml:trace contextRef="#ctx0" brushRef="#br0" timeOffset="106084.16">19527 2306 6 0,'0'0'999'15,"0"0"-999"-15,0 0-95 16,0 0 67-16,0 0-43 0,-2 94-234 16</inkml:trace>
  <inkml:trace contextRef="#ctx0" brushRef="#br0" timeOffset="107007.02">19745 2544 781 0,'0'0'388'0,"0"0"-385"15,0 0 35-15,0 0 65 16,0 0-33-16,-89-44-62 16,77 56-8-16,6 7-7 15,2 0 4-15,4-3-7 16,0-8 6-16,0-3 4 0,0-5 8 15,0 0 3 1,0 0-4-16,0 0 39 0,1-16 13 16,8-4-49-16,-1-3-3 15,1 7-6-15,-4 7-1 16,3 9 0-16,1 0-15 16,4 27-15-16,0 21 11 15,3 15 19-15,-3 5 7 16,-5 1-2-16,-3-4 4 15,-5-3-3-15,0-2 0 16,-10-9 5-16,-13-11-9 16,-8-11 1-16,-5-11 11 15,-4-7 31-15,-4-5-3 16,6-6-16-16,8-10-11 16,11-23 5-16,16-17-20 0,3-12-14 15,18-5-44-15,19 2-5 16,10 4-11-16,5 0 19 15,3 0 18-15,-2 2 37 16,-2 2 2-16,-11 7 2 16,-12 9 25-16,-9 4-5 15,-11 8 25-15,-6 12-12 16,-2 8 8-16,0 7 9 16,0 2-31-16,0 0-23 15,0 26-17-15,-7 13 13 16,2 17 4-16,1 4 0 15,4-3 0-15,0-5-1 0,2-11 1 16,10-12 0-16,0-11 7 16,-2-9-7-16,-4-9 2 15,1 0 4-15,0 0 1 16,1-10 16-16,2-14-9 16,0-10-7-16,-3-5 0 15,-3-2-6-15,0 7-1 16,-1 8 0-16,-1 15-10 15,0 7 8-15,3 4-16 16,1 9-8-16,4 17 11 16,7 4 10-16,4-1 5 15,5-7 3-15,4-8-2 16,9-9 4-16,0-5-4 0,-1 0 5 16,-7-15 2-1,-6-9-4-15,-10-3 7 0,-5-5-1 16,-4-6-5-16,-6-3 2 15,0 0-5-15,0-3 1 16,-7 6 1-16,-5 8-2 16,2 15 2-16,5 9 10 15,1 6-4-15,3 6-10 16,-4 21-14-16,4 15 10 16,1 9 1-16,0 3 0 15,1 0 0-15,12-4 3 16,2-7-16-16,-6-8-181 15,-8-14-184-15</inkml:trace>
  <inkml:trace contextRef="#ctx0" brushRef="#br0" timeOffset="107139.28">20189 2493 805 0,'0'0'749'15,"0"0"-749"-15,0 0-61 16,0 0 27-16,0 0 6 15,137-73-109-15,-83 60-259 16</inkml:trace>
  <inkml:trace contextRef="#ctx0" brushRef="#br0" timeOffset="107339.87">20532 2233 1487 0,'0'0'37'0,"0"0"40"16,0 0 8-16,0 0-42 15,0 0-43-15,0 0 0 16,119-12 0-16,-81 40 0 16,-4 7-6-16,-11 6 4 15,-7 7-9-15,-16 9-12 16,0 9-77-16,-18-1-173 16,-10-8-431-16</inkml:trace>
  <inkml:trace contextRef="#ctx0" brushRef="#br0" timeOffset="107457.97">20776 2741 1338 0,'0'0'317'16,"0"0"-299"-16,0 0-9 15,0 0-7-15,0 0-2 16,0 0-226-16,6-13-657 16</inkml:trace>
  <inkml:trace contextRef="#ctx0" brushRef="#br0" timeOffset="136772.82">13166 3657 325 0,'0'0'206'15,"0"0"-167"-15,0 0 20 16,-22 112 96-16,22-55-60 15,2-3-23-15,15-8-22 16,2-9 4-16,0-13-5 16,-2-8-13-16,-6-6-12 15,-2-6-16-15,-5-4 6 16,1 0 10-16,1-12 19 0,1-17-24 16,-4-8-7-16,-2-12 9 15,-1-3-5-15,0-1-3 16,0 2-12-16,0 9 3 15,3 13-1-15,6 9 3 16,4 11-5-16,9 9-1 16,8 0-6-16,9 13 6 15,3 14 0-15,1 9-3 16,-1 8 3-16,-7 2 0 16,-10-1-6-16,-7-5 5 15,-11-10 2-15,-7-10 4 16,0-5 6-16,0-2 1 15,-12-6 15-15,-3-5 54 0,0-2-6 16,0 0-5-16,2-17-15 16,3-5-23-16,5-5-12 15,5-4-8-15,0-1-11 16,10 1-1-16,16 4-9 16,9 7 2-16,10 9-25 15,7 5-56-15,6 6-66 16,0 0-18-16,-3 0-168 15,-2 0-202-15</inkml:trace>
  <inkml:trace contextRef="#ctx0" brushRef="#br0" timeOffset="137301.01">14231 3596 946 0,'0'0'210'0,"0"0"-181"16,0 0 40-16,0 0-11 15,0 0-50-15,0 0-6 16,-18 58 40-16,32-24-36 16,4 0 2-16,4-4-7 15,2-6 3-15,-1-7 2 16,-1-5-5-16,-3-7 3 16,0-5-2-16,-2 0 0 15,2-16 20-15,-5-6-12 16,0-4 5-16,-7-1-6 0,-4-4 15 15,-3 2-6-15,0-1 13 16,0 4-9-16,-5 7-11 16,0 7-4-16,2 7 8 15,3 5-10-15,0 6-5 16,0 26-13-16,0 22 13 16,0 19 2-16,1 12-1 15,11 8 0-15,-1 2-1 16,1-3 0-16,-4-11 0 15,-2-13 0-15,-6-17 0 16,0-17 0-16,-7-10 0 16,-13-8 7-16,-8-6 48 0,-9-4-11 15,-1-6-22 1,-3 0-4-16,6-16 7 0,7-17-9 16,6-13-7-16,10-6-9 15,11-1-1-15,1 4-3 16,10 11-2-16,18 6-6 15,14 1-46-15,11 5-31 16,11-4-78-16,6-1-46 16,-3 0-239-16</inkml:trace>
  <inkml:trace contextRef="#ctx0" brushRef="#br0" timeOffset="137534.5">14779 3498 835 0,'0'0'215'0,"0"0"-156"16,0 0 40-16,0 0 42 16,0 0-33-16,0 0-108 15,-16-11 10-15,29 65 8 16,1 14 46-16,-3 9-29 16,-6 4-17-16,-3 2-10 15,-2-3-3-15,0-7-5 16,0-7 0-16,0-4-1 15,-6-9-128-15,1-11-100 16,2-13-238-16</inkml:trace>
  <inkml:trace contextRef="#ctx0" brushRef="#br0" timeOffset="138067.89">15033 3671 1301 0,'0'0'79'16,"0"0"-67"-16,0 0 13 16,0 0 24-16,0 0-18 15,103-51-18-15,-71 51-13 16,-8 12-3-16,-7 7 3 0,-11 5-2 15,-6 8 7 1,0 2-3-16,-20 3 12 0,-7-4-14 16,1-6 13-16,3-6-11 15,7-8 0-15,8-5 6 16,6-6-8-16,2 2 0 16,0-1-7-16,7-2-10 15,13 2 17-15,9 0 5 16,2-1-1-16,3 4-4 15,-1 5 1-15,-5 4-2 16,-4 5 0-16,-9 5-9 16,-6 2 6-16,-9-1 3 15,0-1 1-15,-7-4 7 0,-15-5-3 16,-7 1 22 0,-3-7 30-16,1-2-3 0,1-3-9 15,3-5-20-15,5 0-7 16,4 0-9-16,3 0-6 15,3-5-2-15,1 1 0 16,0 0-17-16,0 4-61 16,-2 2-162-16,-1 16-189 15,-4 3-200-15</inkml:trace>
  <inkml:trace contextRef="#ctx0" brushRef="#br0" timeOffset="142716.96">12803 2829 624 0,'0'0'289'0,"0"0"-181"16,0 0-69-16,0 0 67 16,0 0-4-16,0 0-6 15,0 0-8-15,-3-36-34 0,-1 34-9 16,-2-2-13-16,-8 1-6 16,-4 0-2-16,-12 3-9 15,-7 0-12-15,-6 0 7 16,-3 0-10-16,4 0 4 15,6 0 6-15,5 3-7 16,8-2 17-16,4 2-13 16,6-3 0-16,6 0 3 15,3 0-6-15,4 0 10 16,0 0-14-16,0 0 3 16,0 2-5-16,0 6 2 15,0 11-4-15,0 8 4 16,0 10 0-16,8 6 0 15,1 5 4-15,2 8 0 0,4 4 2 16,0 7 8-16,0 4-2 16,-2 1-2-16,-4 3-10 15,-3 0 5-15,-2-4-2 16,-4-6 0-16,2-9 1 16,-1-10-3-16,-1-5 1 15,2-5 7-15,-1-3-8 16,-1-3 2-16,0-3 6 15,0-8-7-15,0-3 6 16,0-8-8-16,0-6 1 0,0-2 9 16,0 0-4-1,0 0 8-15,0 0 3 0,0 0-2 16,4 0 9-16,5 0-14 16,10 0-6-16,13-6 7 15,10-4-8-15,7 2 8 16,0-4-11-16,3 2 1 15,0-3 1-15,-8 2-2 16,-11 4-3-16,-11 3 3 16,-11 2-8-16,-5 1-7 15,-5 1-44-15,-1 0-30 16,0 9-54-16,-20 6-223 16,-9 0-866-16</inkml:trace>
  <inkml:trace contextRef="#ctx0" brushRef="#br0" timeOffset="145551.16">15715 2672 945 0,'0'0'189'16,"0"0"-184"-16,0 0-5 16,0 0-7-16,0 0 7 15,23 89 25-15,-4-52 1 16,1-1-14-16,-3-8 0 15,-4-9 5-15,-3-3 17 16,-5-10 0-16,0-5 7 16,-3-1-2-16,-1 0 24 15,1 0 26-15,5-14 13 16,6-14-28-16,6-9-54 16,7-12-13-16,4-2-6 15,5-5 8-15,4 3-9 16,1 4 2-16,-3 11-5 0,-8 14 4 15,-12 11-2-15,-6 6-9 16,-8 7-77-16,-1 0-145 16,-2 15-107-16,-3 8-30 15</inkml:trace>
  <inkml:trace contextRef="#ctx0" brushRef="#br0" timeOffset="145902">15884 2591 1037 0,'0'0'136'16,"0"0"-109"-16,0 0-21 16,0 0 2-16,0 0-3 15,-10 83 39-15,23-30-16 16,3-2-20-16,1-10-5 15,1-7 6-15,-4-12-7 16,-4-9 5-16,0-7 17 16,-1-6 23-16,3 0 25 15,6-28 29-15,7-9-29 16,5-14-36-16,2-8-23 16,1-1 6-16,2-3-11 15,7 3-8-15,3 9 1 16,-1 10-1-16,-6 12-5 15,-9 14-27-15,-7 9-94 0,-7 6-149 16,-10 0-155-16</inkml:trace>
  <inkml:trace contextRef="#ctx0" brushRef="#br0" timeOffset="166744.21">12651 2542 617 0,'0'0'150'0,"0"0"-100"16,0 0 60-16,0 0 56 16,0 0-40-16,0 0-46 15,0 0-24-15,0-11-17 16,0 11-20-16,0 0-17 15,0 15-2-15,6 18-4 0,8 13 4 16,4 7 26-16,-3-3-22 16,0-11 2-16,-2-11-3 15,-4-9-3-15,-2-12 6 16,-4-3 11-16,1-4 13 16,-3 0 30-16,4-2-5 15,10-26 12-15,9-15-19 16,12-19-36-16,11-7-1 15,10 1-7-15,5 2-3 16,5 9 0-16,-2 11 3 16,-10 11-4-16,-13 11 0 15,-16 14-7-15,-12 5 5 16,-6 5-57-16,-4 0-62 16,-4 13-95-16,0 12 53 0,-22 5-99 15,-14-1-169-15</inkml:trace>
  <inkml:trace contextRef="#ctx0" brushRef="#br0" timeOffset="167094.21">12890 2517 813 0,'0'0'181'16,"0"0"-78"-16,0 0-31 15,0 0 24-15,0 0-5 16,0 0-62-16,-27-15-29 0,44 50-7 16,8 15 7-16,3 4 13 15,-1-3-5-15,-2-7-4 16,-5-12 11-16,-5-10 6 16,-5-14 38-16,-3-5-10 15,-2-3-13-15,5-6 19 16,11-22 1-16,11-16-13 15,9-13-23-15,2-9-19 16,-1 4 4-16,-2 2-5 16,0 11 3-16,-5 6-6 0,-7 13 0 15,-6 9-52 1,-2 12-85-16,-3 5-167 0,-5 4-252 16</inkml:trace>
  <inkml:trace contextRef="#ctx0" brushRef="#br0" timeOffset="170580.61">6873 1250 795 0,'0'0'36'0,"0"0"-20"15,0 0 2-15,0 0 33 16,0 0 17-16,0 0-15 16,0 0-35-16,0 0-15 15,13-15 6-15,3 36 12 16,1 3 8-16,-2-2-13 16,-1-4 3-16,-6-4 12 15,2-8-12-15,-1-6 10 16,6 0 23-16,10-13 24 0,13-22-1 15,14-15-39-15,20-15-28 16,18-11 1-16,14-12-9 16,13-5 0-16,0 5-2 15,-13 17-41-15,-31 27-99 16,-41 31-140-16,-32 13-329 16</inkml:trace>
  <inkml:trace contextRef="#ctx0" brushRef="#br0" timeOffset="175032.33">15799 3663 758 0,'0'0'140'0,"0"0"-102"0,0 0-3 15,0 0 25-15,0 0 5 16,0 0-29-16,0 0-8 16,27 56 59-16,-12-16-30 15,-4 6-29-15,-1-4-19 16,-3-8 12-16,-2-6 0 15,-2-12-1-15,-1-6 3 16,0-5-10-16,-1-3 5 16,3-2 9-16,1 0 44 15,7-14 6-15,5-18-23 0,11-14-44 16,7-5-5 0,3 1-3-16,0 5 0 0,0 9-2 15,-5 8 1-15,-10 8-5 16,-7 9 2-16,-10 7-48 15,-6 4-64-15,0 0-91 16,0 5-142-16,-22 12-90 16</inkml:trace>
  <inkml:trace contextRef="#ctx0" brushRef="#br0" timeOffset="175359.62">15994 3665 974 0,'0'0'86'16,"0"0"-63"-16,0 0 38 0,0 0 7 16,0 0-42-16,0 0-22 15,27 83 47-15,-8-31-14 16,-1 1-25-16,-3-4 8 16,-2-8-2-16,-2-9-7 15,-5-10 10-15,-2-10 8 16,-3-8 16-16,-1-2 13 15,2-2 7-15,-1 0 10 16,8-16-19-16,2-16-27 16,8-14-18-16,4-9-10 15,4 3 0-15,3-1-1 16,3 7-5-16,8 2-12 0,7 5-65 16,11 3-100-16,4 3-142 15,-1 0-432-15</inkml:trace>
  <inkml:trace contextRef="#ctx0" brushRef="#br0" timeOffset="184123.54">4475 4790 239 0,'0'0'211'0,"0"0"-18"15,0 0 28-15,0 0-82 16,0 0-67-16,0 0-44 15,0 0 24-15,0 0 22 16,17-51-25-16,-15 42-27 0,-2 1 12 16,0 1-6-16,0-1-4 15,0 2-12-15,-7 1-10 16,-1 1 3-16,-8 4 1 16,0 0-5-16,-6 0 0 15,-6 18-1-15,-3 11 0 16,-4 7 2-16,2 9 8 15,6 1 16-15,8 6-10 16,8 0 5-16,9 2 6 16,2-3-1-16,0-9-5 15,17-8-17-15,5-7 5 16,4-5-7-16,3-4-1 16,1-4-1-16,5-4-34 15,2-8-98-15,3-2-47 0,0-13-204 16</inkml:trace>
  <inkml:trace contextRef="#ctx0" brushRef="#br0" timeOffset="184623.83">4736 4890 1034 0,'0'0'122'15,"0"0"-108"-15,0 0 49 16,0 0 11-16,0 0-12 15,0 0-36-15,55-90 3 16,-43 73 10-16,-5-1 6 16,-1-1-10-16,-3 1 0 15,-3 2-19-15,0 0 11 0,0 8-15 16,0 1-5-16,0 6 7 16,0 1-14-16,0 5-3 15,0 23-1-15,-3 11 4 16,-1 6 5-16,2 4-1 15,2-3-4-15,0 1 3 16,0-2-3-16,0-2 0 16,0-3-1-16,0-6 1 15,0-4-2-15,-9-4-6 16,-2-2-62-16,-3-5 1 16,-1-4 4-16,0-6 17 15,-2-2 37-15,-1-6 11 16,-4-1 7-16,4 0-2 0,3 0 0 15,6 0 29-15,8 0 32 16,1 0-24-16,0 0-11 16,8-4-28-16,17-1 4 15,12-1-3-15,7 4-4 16,1-1 0-16,1 2-1 16,-3 1 0-16,-1 0-3 15,0 0-147-15,-3-3-64 16,-7-6-205-16</inkml:trace>
  <inkml:trace contextRef="#ctx0" brushRef="#br0" timeOffset="184781.72">5202 4852 1231 0,'0'0'0'0,"0"0"-67"15,0 0 49-15,0 0-38 16,0 0-191-16,0 0-327 16</inkml:trace>
  <inkml:trace contextRef="#ctx0" brushRef="#br0" timeOffset="184917.39">5295 5073 1283 0,'0'0'36'0,"0"0"-34"15,0 0 0-15,0 0-2 16,0 0-53-16,0 0-203 16,-2 0-224-16</inkml:trace>
  <inkml:trace contextRef="#ctx0" brushRef="#br0" timeOffset="185524.1">5793 4870 1202 0,'0'0'93'15,"0"0"-77"-15,0 0 69 16,17-83 30-16,4 61-52 15,9 3-49-15,5 10-13 16,2 9 1-16,-4 0-2 16,1 15-1-16,-7 16 0 15,-7 5 1-15,-8 6 0 16,-12 7-2-16,0 5 0 0,-16 6 2 16,-10-4 1-1,-5-12-1-15,7-13-9 0,3-15 9 16,10-10 9-16,5-6-9 15,6 0 0-15,0-19-2 16,7-12-92-16,17-12 26 16,7 0 27-16,7-1-20 15,-5 6 7-15,-1 3 8 16,-9 6 40-16,-1 4 6 16,-4-1 5-16,-4 3 5 15,-4 2 35-15,-6 5 10 16,-4 6 18-16,0 2 18 15,0 1-22-15,0 5-23 16,-8 0-12-16,0 2-14 0,-2 0-1 16,1 0-10-1,-2 17-4-15,1 8 0 0,3 8-5 16,4 7 9-16,3 0-7 16,0-1-1-16,7 0 2 15,10-3-3-15,9-2-2 16,4-6-5-16,7-6-51 15,1-11-56-15,2-11-135 16,-1 0-392-16</inkml:trace>
  <inkml:trace contextRef="#ctx0" brushRef="#br0" timeOffset="185689.39">6532 4852 1133 0,'0'0'385'0,"0"0"-385"0,0 0-17 16,0 0 17-16,91-6 7 16,-40 6-7-16,-3 0-97 15,-10 1-149-15,-12 5-252 16</inkml:trace>
  <inkml:trace contextRef="#ctx0" brushRef="#br0" timeOffset="185856.49">6578 5024 1104 0,'0'0'268'0,"0"0"-268"0,0 0-5 15,0 0 5-15,97-14 4 16,-39 7-4-16,1 1-85 16,-4-1-121-16,-4-2-116 15,-9-2-436-15</inkml:trace>
  <inkml:trace contextRef="#ctx0" brushRef="#br0" timeOffset="186087.25">7058 4639 1239 0,'0'0'72'0,"0"0"-61"0,0 0 17 16,0 0-6-16,0 0 32 15,5 111 19-15,3-61-53 16,-4 3-8-16,1 0 25 16,0-2-21-16,-3 0-11 15,1-4-5-15,-1-5-12 16,-2-11-134-16,0-12-121 16,3-17-379-16</inkml:trace>
  <inkml:trace contextRef="#ctx0" brushRef="#br0" timeOffset="186423.3">7255 4727 1215 0,'0'0'79'0,"0"0"-77"16,0 0 4-16,0 0 24 15,0 0 5-15,-36 89-16 16,19-53-12-16,-3-2 4 15,2-5-5-15,1-7 1 16,7-11-1-16,3-6 12 16,6-5 40-16,1 0 1 15,0 0-26-15,0 0-10 16,0 0-10-16,0 0-3 16,1 0-10-16,14 0-5 0,5 0 5 15,5 6 10 1,5 5-10-16,1 10 0 0,-1 3 1 15,3 7-4-15,-1-2 1 16,-2-4-130-16,-2-4-68 16,-2-9-121-16,-1-9-395 15</inkml:trace>
  <inkml:trace contextRef="#ctx0" brushRef="#br0" timeOffset="186957.26">7511 4843 554 0,'0'0'547'0,"0"0"-417"16,0 0-54-16,0 0-12 16,0 0-44-16,0 0-15 15,-8 47 21-15,23-18-14 16,4-2 2-16,0-7-11 16,5-7 0-16,-1-8 12 15,-1-5-4-15,1 0 19 16,-4-11 0-16,1-9-17 15,-5 0 1-15,-3-3-9 16,-5-1 7-16,-6-1-7 16,-1-3 1-16,0 0 10 15,-7 2-4-15,-3 6 9 16,2 11-2-16,3 3-2 16,2 6-10-16,3 0-7 15,0 10-4-15,0 20 2 0,0 15 1 16,0 16 1-16,0 9 0 15,0 10 0-15,3 5 5 16,5 1-5-16,1-6 0 16,-3-8 1-16,-6-9-1 15,0-12 0-15,0-8 12 16,-16-13 2-16,-10-6 1 16,-4-11 16-16,-1-7-9 15,-3-6 4-15,4-7-1 16,2-24-2-16,6-8-15 0,9-6-7 15,11-1-1 1,2-1 0-16,15 3-5 0,18 4 4 16,6-1-31-16,5 5-18 15,2 1-25-15,-1 2-77 16,-1 5-229-16,-14 6-301 16</inkml:trace>
  <inkml:trace contextRef="#ctx0" brushRef="#br0" timeOffset="187440.07">6154 5555 396 0,'0'0'685'0,"0"0"-567"0,0 0-26 15,0 0 29-15,0 0-20 16,0 0-64-16,95-25 10 16,-16 17 1-16,21 1-14 15,20-3-2-15,17 1-4 16,5-2-11-16,-8 0-8 15,-15 2-8-15,-21 2 3 16,-17 1-4-16,-20 0-8 16,-19 0-58-16,-16 1-70 15,-20 0-181-15,-6 0-185 16</inkml:trace>
  <inkml:trace contextRef="#ctx0" brushRef="#br1" timeOffset="193688.23">3536 6155 868 0,'0'0'146'0,"0"0"-108"0,0 0 63 16,0 0 7 0,0 0-16-16,0 0-48 0,-16-34-25 15,16 34-19-15,0 14-4 16,0 23 4-16,3 20 35 16,4 14-8-16,0 3-10 15,0 0-5-15,-1-1-4 16,1-7-5-16,-2-6-2 15,-1-8 0-15,-2-9-1 16,-1-7-12-16,-1-11-53 16,2-6-32-16,-1-10-39 15,5-9-127-15,-2 0-95 16</inkml:trace>
  <inkml:trace contextRef="#ctx0" brushRef="#br1" timeOffset="194087.81">3806 6354 255 0,'0'0'783'0,"0"0"-741"16,0 0-24-16,0 0-15 15,0 0 41-15,0 0-2 16,-97 99-24-16,63-62 7 0,-8 2-1 15,1-5 1 1,3-5 3-16,8-7 9 0,8-8 3 16,11-8 9-16,5-4-14 15,6-2-14-15,0 0 7 16,0 0 11-16,6 0-15 16,12-11-16-16,3 1 2 15,10 3 0-15,0 6-9 16,3 1 5-16,4 0-6 15,0 16-4-15,-2 4 4 16,-3 4-6-16,-6 0 4 16,-4-1-43-16,-4 0-83 15,-4-3-32-15,-2-3-51 16,-2-9-98-16,-5-8-142 16</inkml:trace>
  <inkml:trace contextRef="#ctx0" brushRef="#br1" timeOffset="194691.08">3950 6456 546 0,'0'0'568'16,"0"0"-517"-16,0 0-39 15,0 0 46-15,0 0-24 16,0 0-30-16,5 27-3 15,12 2 25-15,0 1-16 16,1-4-3-16,2-1-1 16,-3-6 0-16,0-5-3 0,-2-6 2 15,-4-5-1-15,1-3 2 16,-2 0-3-16,1-8 11 16,3-13-1-16,-2-6-10 15,-2-4 3-15,-4-1-2 16,-4-1-3-16,-2 0 1 15,0 4-1-15,0 5 4 16,0 6 17-16,0 10 6 16,-3 2 11-16,0 5 7 15,3 1-26-15,0 0-20 16,0 3-2-16,0 22-32 16,0 15 34-16,0 12 7 15,1 12-4-15,11 7-3 0,1 9 0 16,1 1 2-1,-2-4-1-15,-1-10 0 0,-4-13-1 16,-2-12 2-16,-5-14 0 16,0-8 1-16,-4-10-3 15,-11-4 0-15,-5-5 27 16,-5-1 11-16,-2-2-15 16,-2-17 2-16,2-6 8 15,5-3-16-15,6-5-7 16,7 6-10-16,8 0-1 15,1 3 1-15,4 2 0 16,18 3-3-16,7 1-23 0,10 1-51 16,7 1-55-16,5 1-74 15,3-2-156-15,-9 1-282 16</inkml:trace>
  <inkml:trace contextRef="#ctx0" brushRef="#br1" timeOffset="194962.15">4495 6578 332 0,'0'0'958'0,"0"0"-917"15,0 0-39 1,0 0 9-16,0 0 7 0,0 0-2 15,117-6-8-15,-56 5 2 16,2-3-5-16,-5-2-4 16,-4 0-1-16,-11 1 0 15,-11 2-15-15,-10 1-94 16,-9-1-107-16,-9-2-143 16,-4-1-147-16</inkml:trace>
  <inkml:trace contextRef="#ctx0" brushRef="#br1" timeOffset="195204.06">4696 6471 760 0,'0'0'259'16,"0"0"-236"-16,0 0 34 15,0 0 50-15,0 0-56 16,0 0-46-16,7 36 29 15,5 2 35-15,-6 2-34 16,-1 5-25-16,-2 1-1 16,0-3-9-16,0-2-1 15,1-5-32-15,1-8-93 16,4-6-155-16,2-14-205 16</inkml:trace>
  <inkml:trace contextRef="#ctx0" brushRef="#br1" timeOffset="195605.05">5111 6443 1261 0,'0'0'91'0,"0"0"-88"15,0 0 11-15,122-24 49 16,-77 24-15-16,-2 0-22 15,-8 10-20-15,-9 9-6 16,-13 6-4-16,-12 2-1 0,-1 7 0 16,-21 0 5-1,-14 3 0-15,-9-5-4 0,2-7 4 16,6-10 2-16,9-9 9 16,10-6-2-16,10 0 36 15,6 0 4-15,1 0-17 16,0-3-11-16,16-9-13 15,11 0-7-15,7 1 0 16,2 7-1-16,1 4 0 16,3 0-1-16,2 0-3 15,-2 4 3-15,2 5-9 16,-6 1-77-16,0 0-44 16,-4-4-74-16,-7-6-194 15,-4 0-282-15</inkml:trace>
  <inkml:trace contextRef="#ctx0" brushRef="#br1" timeOffset="196140.71">5682 6431 1154 0,'0'0'115'16,"0"0"-74"-16,0 0 7 16,0 0-16-16,0 0 44 15,-11 111-41-15,26-66-5 16,6-3-6-16,6-7-14 15,1-8 3-15,3-10-11 16,-3-9 2-16,-1-8-2 16,-4 0 3-16,-1-4 5 0,-5-16-3 15,-4-2-7-15,-5-3 8 16,-5-5-8-16,-3 2 1 16,0-4 0-16,0-1 5 15,-10 0-6-15,-3 5 0 16,3 7 1-16,2 8 0 15,5 9 5-15,1 4 1 16,2 0-7-16,-2 20-18 16,2 14 14-16,0 12 4 15,0 14 2-15,2 6 3 16,8 6-5-16,0 5 1 16,-1-4 0-16,-6-7 1 15,-2-8-3-15,-1-12 1 0,0-10 0 16,-8-7 5-16,-15-8 12 15,-4-8 7-15,-2-5-3 16,-1-8-7-16,0 0-2 16,0-17 5-16,3-10-5 15,6-4-8-15,6-1-2 16,8 2-2-16,7 2 0 16,0 0-5-16,13 3-1 15,14-3-14-15,7 3-31 16,6 2-50-16,8-1-130 15,2-3-154-15,0 1-332 16</inkml:trace>
  <inkml:trace contextRef="#ctx0" brushRef="#br1" timeOffset="196363.81">6219 6525 1161 0,'0'0'252'0,"0"0"-252"16,0 0 0-16,0 0 28 15,130-19 12-15,-69 18-27 16,-1-1-12-16,-4 2-1 16,-7 0-14-16,-10 0-92 0,-10-2-91 15,-10 2-192 1,-14 0-274-16</inkml:trace>
  <inkml:trace contextRef="#ctx0" brushRef="#br1" timeOffset="196583.13">6471 6348 874 0,'0'0'317'16,"0"0"-317"-16,0 0 0 15,0 0 0-15,0 0 60 0,9 104 5 16,1-59-48 0,0 1-1-16,-2-1-11 0,-1-1-3 15,0-6-2-15,-3-4-99 16,3-10-146-16,0-10-236 16</inkml:trace>
  <inkml:trace contextRef="#ctx0" brushRef="#br1" timeOffset="197237.13">6896 6383 355 0,'0'0'972'0,"0"0"-944"16,0 0-10-16,0 0 75 15,0 0-33-15,20-89-39 16,7 78-20-16,1 5 6 15,-1 6-7-15,-2 0 0 16,-4 0-2-16,-4 8-2 0,-3 9-4 16,-7 1 5-1,-7 5-12-15,0 4 15 0,-11 4 2 16,-15-1 0-16,-6-2 5 16,-1-4-7-16,6-6 2 15,7-7 1-15,8-6-2 16,9-2 2-16,3-3 2 15,0 0-3-15,0 0-2 16,15 0-4-16,10 0-5 16,5-2 1-16,0 2-41 15,0 0 0-15,-3 2 15 16,-2 12 20-16,-3 4 13 16,-4 5 0-16,-6 1 1 15,-6 2 1-15,-6-2 11 16,0-2 50-16,-7-2-10 0,-12-3 1 15,-7-1 5-15,0-3-7 16,-4-2-15-16,-2-4-14 16,2-2-8-16,3-5-4 15,4 0-6-15,1 0-4 16,5 0-5-16,3-6-44 16,5-7-69-16,4-4-114 15,3-4-260-15</inkml:trace>
  <inkml:trace contextRef="#ctx0" brushRef="#br1" timeOffset="198389.1">7364 6342 309 0,'0'0'159'0,"0"0"-107"16,0 0 56-1,0 0 50-15,0 0-19 0,0 0-38 16,0 0 2-16,-2-78 1 15,2 78-8-15,0 0-23 16,0 0-8-16,0 3-46 16,0 24-14-16,0 12 5 15,0 11 29-15,0 1-7 16,0 0-26-16,0-2-6 16,0 0 3-16,2-6-3 15,0-2-7-15,0-7-61 16,1-5-88-16,4-10-48 15,-1-8-113-15,4-11-157 16</inkml:trace>
  <inkml:trace contextRef="#ctx0" brushRef="#br1" timeOffset="198737.63">7553 6408 12 0,'0'0'1055'0,"0"0"-992"15,0 0-60-15,0 0 14 16,0 0 27-16,0 0-23 16,0 32 22-16,-13-4-14 15,-7 1-15-15,-4-1 0 16,-1-2 5-16,-3-3-4 16,2-9-4-16,7-4 4 0,5-4 18 15,6-5-15 1,4 1 5-16,4-2 11 0,0 0-12 15,0 0 5-15,6 0-4 16,16-6-22-16,5-2 8 16,7 3-7-16,1 4 4 15,3 1-6-15,1 0-6 16,3 12 4-16,-2 6-4 16,0 1-76-16,-1 0-101 15,-6-6-106-15,-4-7-295 16</inkml:trace>
  <inkml:trace contextRef="#ctx0" brushRef="#br1" timeOffset="198923.03">7978 6394 1207 0,'0'0'241'0,"0"0"-241"15,0 0-25-15,105-27 25 16,-48 23 0-16,1 1-19 16,-7 0-286-16,-18 2-407 15</inkml:trace>
  <inkml:trace contextRef="#ctx0" brushRef="#br1" timeOffset="199082.19">8063 6574 1301 0,'0'0'0'16,"0"0"-49"-16,0 0 49 15,134 1 0-15,-71-1-39 16,1-7-221-16,-6-3-246 16</inkml:trace>
  <inkml:trace contextRef="#ctx0" brushRef="#br1" timeOffset="199787.15">8583 6255 1097 0,'0'0'322'0,"0"0"-307"15,0 0-13-15,90-38 75 16,-37 38 5-16,1 0-52 15,-7 18-16-15,-10 9-13 16,-14 5-1-16,-13 4 0 16,-10 4 1-16,-10 4-1 15,-26 3 1-15,-13-2 5 16,-2-8 2-16,-1-8-6 16,10-13 2-16,11-8 0 15,13-6-3-15,10-2 6 0,6 0 3 16,2 0-4-16,0 0 3 15,17-10-8-15,11-1 0 16,7 1 0-16,0 1-1 16,4 1 0-16,-2 1-2 15,1 1-2-15,2 0 0 16,2 0-44-16,0-1-20 16,-1-4-50-16,-2 1-56 15,-2-4-76-15,-5 1-67 16,-9-1-30-16,-2 0 111 15,-7-1 197-15,-4-1 39 0,-2 3 187 16,-6 2-13-16,0 5 95 16,-2 3-21-16,0 2-61 15,0 1-72-15,0 0-71 16,0 16-21-16,0 7 44 16,6 4-26-16,8-3-20 15,7-2-4-15,8-5 2 16,4-9-9-16,5-4-6 15,0-4 7-15,0-1-6 16,-1-18-2-16,-7-2 1 16,-5-4-1-16,-10 0-2 15,-8 0 5-15,-7 0-4 16,-12-3 13-16,-23-1 3 0,-8 0-6 16,-1 5-2-1,4 7-10-15,6 9 4 16,10 8-8-16,2 5 4 0,5 18-8 15,8 7-57-15,9 3-86 16,0-6-96-16,14-7-224 16</inkml:trace>
  <inkml:trace contextRef="#ctx0" brushRef="#br1" timeOffset="200085.63">9561 6148 1059 0,'0'0'167'0,"0"0"-157"0,0 0 19 15,0 0 32-15,0 0-36 16,0 0 31-16,33 85 1 15,-21-44-38-15,-4 5 7 16,1-5-8-16,-4 0-13 16,-5 0 2-16,0-4-7 15,0-3 0-15,0 0-57 16,0-4-94-16,-2-4-85 16,-3-9-206-16</inkml:trace>
  <inkml:trace contextRef="#ctx0" brushRef="#br1" timeOffset="200572.52">9773 6258 1051 0,'0'0'138'0,"0"0"-117"0,0 0 65 16,0 0 27 0,104-45-47-16,-76 45-31 0,-1 11-11 15,-6 14-1-15,-8 5-6 16,-7 4-2-16,-6 7-2 16,-6-2 0-16,-20 3-1 15,-6-3-6-15,-2-4 3 16,0-10-5-16,11-8 1 15,8-10 2-15,8-4 13 16,7-1 16-16,0-1-10 16,0-1-5-16,3 0 0 15,19-9-13-15,10-4 2 16,7 0 3-16,4 1-8 16,5 2 6-16,4 4-5 15,3 1 3-15,-3-1-8 0,-7 5 1 16,-8 0 3-16,-9-1-5 15,-8 2-1-15,-6-1-2 16,-9 1 1-16,-3 0-7 16,-2 0-19-16,0 0-48 15,-7 9-83-15,-15 6-153 16,-12-2-604-16</inkml:trace>
  <inkml:trace contextRef="#ctx0" brushRef="#br1" timeOffset="211903.98">3561 7688 539 0,'0'0'195'0,"0"0"-162"16,0 0-3-16,0 0 29 16,0 0 51-16,0 0 5 15,-4-78-39-15,4 78-24 16,0 0-8-16,0 0-44 16,0 20 7-16,0 17-7 15,0 14 28-15,7 12 10 0,8 2-22 16,5-5-15-16,4-9 6 15,-1-15-7-15,-1-9 2 16,-4-12-4-16,1-7 4 16,-3-7-2-16,3-1 3 15,-1-9-3-15,-1-15 0 16,-4-8-6-16,-5-6 6 16,-2-2 0-16,-5 2 1 15,-1 3 0-15,0 5 0 16,0 7 2-16,0 10-1 15,-4 6 1-15,3 7 4 16,-1 0-7-16,2 2-15 16,0 24-8-16,0 17 23 0,0 21 6 15,0 8 6-15,0 9-11 16,6 1-1-16,-3-5 4 16,-3-10-4-16,0-16 1 15,0-14 2-15,-7-9 1 16,-8-11 34-16,-2-3 10 15,-1-8-13-15,1-6-1 16,1 0 13-16,-3-8 8 16,1-14-18-16,-1-7-28 15,6-5 7-15,4-3-9 16,8 1-4-16,1 2 1 16,0 3-4-16,13 5 0 0,7 5-1 15,3 4-14 1,5 3-55-16,3 5-64 0,4-3-42 15,2-2-142-15,0-4-344 16</inkml:trace>
  <inkml:trace contextRef="#ctx0" brushRef="#br1" timeOffset="212187.7">4183 7613 1118 0,'0'0'120'0,"0"0"-106"16,0 0-5-1,0 0 58-15,0 0-18 0,0 0-42 16,-44 79 7-16,41-20 20 16,-1 10 6-16,4 1-14 15,0-2 12-15,0-3-15 16,2-9-13-16,12-6-2 15,0-8-6-15,3-8-4 16,-2-3 0-16,1-9-75 16,0-6-77-16,3-7-63 15,-1-9-148-15,0 0-168 16</inkml:trace>
  <inkml:trace contextRef="#ctx0" brushRef="#br1" timeOffset="212434.23">4385 7741 993 0,'0'0'309'0,"0"0"-309"16,0 0-1-16,0 0 1 16,10 83 52-16,2-30-2 15,1 6-26-15,-2-2-15 16,-4-4 14-16,0-4-11 15,-3-6-6-15,-3-6-6 16,-1-2 1-16,0-4-2 16,0-5-86-16,-1-7-83 0,-3-11-168 15,2-8-194 1</inkml:trace>
  <inkml:trace contextRef="#ctx0" brushRef="#br1" timeOffset="212771.82">4564 7861 1068 0,'0'0'148'15,"0"0"-140"-15,0 0-5 16,0 0 32-16,0 0-7 16,0 0-13-16,-89 87-10 15,63-47-5-15,2-6 4 0,1-5-2 16,6-10 0-16,8-7-2 15,5-9 4-15,4-3 4 16,0 0 6-16,0 0-4 16,11 0 8-16,11-6 6 15,6-3 2-15,1 5-7 16,3 4-16-16,-2 0-3 16,5 5 0-16,0 13 0 15,-1 5-2-15,-3-2-2 16,-3 2-17-16,0-3-62 15,-7 0-113-15,-4-3-139 16,-6-8-249-16</inkml:trace>
  <inkml:trace contextRef="#ctx0" brushRef="#br1" timeOffset="212968.47">4774 8075 281 0,'0'0'936'0,"0"0"-896"15,0 0-40-15,0 0 16 16,0 0 37-16,131-49-21 16,-79 42-29-16,1 1-1 15,-4 1-2-15,-10 4-10 16,-8 1-82-16,-10 0-112 16,-9 0-128-16,-12 0-120 15</inkml:trace>
  <inkml:trace contextRef="#ctx0" brushRef="#br1" timeOffset="213186.45">4953 7882 777 0,'0'0'335'0,"0"0"-293"16,0 0-22-16,0 0 17 15,0 0-8-15,0 0 37 16,4 100-19-16,4-57-29 15,1-2-9-15,-5-3-4 16,3-6-1-16,-1-2-4 16,1-5-23-16,0-3-83 0,0-10-182 15,1-9-247-15</inkml:trace>
  <inkml:trace contextRef="#ctx0" brushRef="#br1" timeOffset="213538.45">5192 7900 1003 0,'0'0'250'0,"0"0"-233"15,0 0-14-15,0 0 21 16,87-18 17-16,-60 36-22 16,-5 8-17-16,-7 5 0 0,-11 5-4 15,-4 5 4 1,-16 4-2-16,-16-2 11 0,-6-3-9 15,0-11 5-15,6-15 1 16,8-8 11-16,11-6 46 16,5 0-22-16,6 0 4 15,2-10-8-15,2-7-28 16,16-2-3-16,9 2-7 16,5 4 4-16,2 0-3 15,5 8-2-15,2 0-2 16,0 4-2-16,1 1-1 15,-4 0-36-15,-6 0-94 16,-3 2-20-16,-10 3-222 16,-5-5-244-16</inkml:trace>
  <inkml:trace contextRef="#ctx0" brushRef="#br1" timeOffset="213813.65">5495 7724 1239 0,'0'0'65'0,"0"0"-65"15,0 0 0-15,0 0 7 16,0 0 34-16,97 66-1 0,-62-23 7 16,-8 4-21-1,-9 8 6-15,-9 2 9 0,-8 2-19 16,-1-6-2-16,-1-3-11 15,-16-8-7-15,-2-6 1 16,3-7-3-16,0-7-6 16,6-7-105-16,6-7-73 15,4-8-188-15,0-1-355 16</inkml:trace>
  <inkml:trace contextRef="#ctx0" brushRef="#br1" timeOffset="214116.28">5876 8022 802 0,'0'0'403'0,"0"0"-366"16,0 0-32-16,0 0 10 16,0 0 22-16,0 0 7 15,114 0-15-15,-66 0-19 16,-1 0-1-16,-4 0-9 16,-2 0 0-16,-8 0-56 15,-4-2-128-15,-9 1-122 0,-8-1-208 16</inkml:trace>
  <inkml:trace contextRef="#ctx0" brushRef="#br1" timeOffset="214340.14">6065 7853 1111 0,'0'0'11'15,"0"0"-6"-15,0 0-5 16,0 0 34-16,0 0 39 16,47 102-54-16,-34-62-10 15,-4 2-4-15,-1-3-5 0,0-2-8 16,1-6-135-16,-2-8-154 16,-1-8-222-16</inkml:trace>
  <inkml:trace contextRef="#ctx0" brushRef="#br1" timeOffset="-214561.01">6429 7777 896 0,'0'0'272'0,"0"0"-237"16,0 0 9-16,0 0 5 15,0 0 26-15,0 0-41 16,83-69-24-16,-50 64-2 16,-1 3 17-16,-4 2-4 15,-7 0-6-15,-7 4-11 16,-7 11-3-16,-5 4-1 15,-2 4 6-15,0 3-1 16,-17 6 0-16,-7 0 3 16,0-2-7-16,-2-8 2 0,8-6-3 15,7-8 2-15,4-5 19 16,7-3-7-16,0 0 7 16,0 0-7-16,0 0-11 15,0 0-1-15,14-7-1 16,5-2-2-16,4 4-1 15,4 2-5-15,1 3 5 16,1 0-6-16,-4 8 6 16,-4 10-2-16,-3 5-1 15,-8 3 5-15,-7 3-1 16,-3 2 4-16,0-3 5 16,-12-3 6-16,-8-5 10 15,-2-2 10-15,-3-4-17 16,1-3 5-16,2-7-11 0,0-1-7 15,4-3-2-15,-1 0-2 16,4 0-40-16,4 0-39 16,2 0-117-16,7 0-57 15,1 0-211-15</inkml:trace>
  <inkml:trace contextRef="#ctx0" brushRef="#br1" timeOffset="-213313.23">6948 7665 593 0,'0'0'133'15,"0"0"-123"-15,0 0-2 0,0 0 65 16,0 0 49-16,0 0-9 15,0-26-20-15,0 26-17 16,0-2-3-16,0 2 2 16,-4 0-22-16,-3 0-18 15,-7 11-16-15,-4 17-1 16,-1 13-2-16,4 12 6 16,5 6 0-16,8 7 4 15,2 3-14-15,0-8 3 16,10-6-8-16,10-6-2 15,7-9-3-15,1-8-2 16,1-10-13-16,-6-7-64 16,0-8-50-16,-2-7-7 0,-3 0-152 15,1-17-248 1</inkml:trace>
  <inkml:trace contextRef="#ctx0" brushRef="#br1" timeOffset="-213047.79">7152 7680 1176 0,'0'0'78'0,"0"0"-62"16,0 0-2-16,0 0 14 0,0 0 19 15,0 99 44 1,12-45-59-16,-1-1-6 0,1-1-11 15,-2-6-1-15,-1-4-13 16,-2-6 2-16,0-6-3 16,-4-2-31-16,3-9-90 15,-6-5-79-15,1-9-193 16,3-5-304-16</inkml:trace>
  <inkml:trace contextRef="#ctx0" brushRef="#br1" timeOffset="-212695.65">7330 7793 1041 0,'0'0'180'0,"0"0"-180"16,0 0 6-16,0 0-4 16,0 0 23-16,0 0-24 15,-7 49 13-15,-13-14 28 16,-4-2-23-16,-1-2-9 15,1-6 1-15,6-5-2 16,6-9 4-16,8-6-6 16,2-5 10-16,2 0 13 15,0 0-5-15,0 0-1 16,0 0 3-16,6 0-15 16,11-7-8-16,7 1 1 15,2 5-4-15,4 1 0 0,0 0 4 16,2 9-9-16,0 5 4 15,0 1-4-15,0 1-2 16,-4-4-113-16,0-4-35 16,-6-3-154-16,-5-5-253 15</inkml:trace>
  <inkml:trace contextRef="#ctx0" brushRef="#br1" timeOffset="-212503.01">7543 7911 1125 0,'0'0'156'16,"0"0"-147"-16,0 0-1 0,0 0 53 15,102-41-15-15,-55 28-40 16,2 5 4-16,-6 1-10 16,-6 5-4-16,-7 1-74 15,-5-1-123-15,-10 2-161 16,-10-1-163-16</inkml:trace>
  <inkml:trace contextRef="#ctx0" brushRef="#br1" timeOffset="-212296.61">7744 7751 781 0,'0'0'459'0,"0"0"-429"0,0 0-30 16,0 0 4-16,0 0 3 15,0 0 26-15,-7 82-9 16,7-38-12-16,0-3-12 16,1-1 1-16,3-3-1 15,1-6-93-15,3-10-156 16,1-11-221-16</inkml:trace>
  <inkml:trace contextRef="#ctx0" brushRef="#br1" timeOffset="-211946.32">7916 7753 136 0,'0'0'1187'0,"0"0"-1187"16,0 0 6-16,0 0-6 16,0 0 10-16,102-14 4 15,-81 17-14-15,-7 12-1 16,-11 9-1-16,-3 6 2 15,-10 7 3-15,-18 5-3 16,-7-5 4-16,-2-7 5 16,9-8-1-16,7-12-2 15,11-7 52-15,9-3 11 16,1 0-16-16,0 0-19 16,3 0-24-16,17-6 2 15,7-3-2-15,5-2-9 0,4 2 3 16,2 1-4-16,-2 4 0 15,1 3 0-15,-4 1-4 16,-1 0-31-16,-4 0-125 16,-4 0-32-16,-7 0-228 15</inkml:trace>
  <inkml:trace contextRef="#ctx0" brushRef="#br1" timeOffset="-211676.37">8188 7614 1251 0,'0'0'54'0,"0"0"-44"0,0 0-10 16,0 0 14-16,103 71 34 16,-68-33-5-16,-5 3 8 15,-7 6 13-15,-8 1-21 16,-7 4 4-16,-6-3-17 15,-2 1-20-15,0-5-1 16,-15-5-6-16,-7-2-3 16,-1-6-2-16,3-3-58 15,0-7-77-15,3-9-97 16,2-10-238-16</inkml:trace>
  <inkml:trace contextRef="#ctx0" brushRef="#br1" timeOffset="-209845.52">8578 7879 1048 0,'0'0'178'0,"0"0"-153"0,0 0-14 16,0 0 26-16,85-13 15 15,-35 4-18-15,2 7-29 16,-1 2-5-16,-6 0-9 15,-7 0-102-15,-10 0-244 16,-13 0-352-16</inkml:trace>
  <inkml:trace contextRef="#ctx0" brushRef="#br1" timeOffset="-209680.64">8663 7992 1408 0,'0'0'0'16,"0"0"-95"-16,0 0 82 16,131 0 11-16,-81 0 2 15,0 0-154-15,-2 0-272 16</inkml:trace>
  <inkml:trace contextRef="#ctx0" brushRef="#br1" timeOffset="-209012.48">9348 7717 1062 0,'0'0'118'0,"0"0"-115"15,0 0 7-15,0 0 71 16,0 0-4-16,0 0-61 16,-51-1-10-16,41-6 16 15,-2-6 29-15,2-6-14 0,2-3-3 16,4-5-8-16,3-2-17 15,1 6 3-15,0 1-8 16,1 9-4-16,9 7 0 16,4 3 0-16,2 3-3 15,5 4-2-15,0 17 1 16,1 7 1-16,-7 7 1 16,-7 6 1-16,-8 6-3 15,-3 6 4-15,-24 0 3 16,-8 1-3-16,-5-5 2 15,2-10-2-15,-3-9 1 16,7-9 2-16,5-8-2 16,7-6 3-16,9-3-1 15,4-4 0-15,8-4 9 0,1-16-12 16,0-10-17-16,8-5 6 16,11 4 1-16,0 3 5 15,2 8 4-15,-3 6-2 16,-1 6 3-16,0 7 5 15,1 1-5-15,4 0 7 16,1 0-1-16,2 12 1 16,1 2-1-16,-3 5-3 15,-1 0-4-15,-2 0 1 16,-2 0-1-16,0-4-36 0,1-3-153 16,2-6-15-1,3-6-157-15,-1 0-144 0</inkml:trace>
  <inkml:trace contextRef="#ctx0" brushRef="#br1" timeOffset="-208681.08">9566 7808 1112 0,'0'0'95'16,"0"0"-89"-16,0 0-3 16,0 0 47-16,0 0 13 15,8 96-49-15,16-74 0 16,6-9-1-16,1-5 7 15,0-8-5-15,-3 0-7 16,-3-5-2-16,-5-11 4 16,-5-7-8-16,-3 0 34 0,-7 0 23 15,-5-1-20-15,0-1 4 16,-8 2-13-16,-14-1-17 16,-4 0-10-16,-5 4-3 15,3 4-1-15,6 9-3 16,6 4-1-16,7 3-1 15,4 0-39-15,5 9-42 16,0 8-2-16,1 2-29 16,19-2-35-16,6-7-81 15,-1-3-99-15,0-7-204 16</inkml:trace>
  <inkml:trace contextRef="#ctx0" brushRef="#br1" timeOffset="-208411.88">9911 7563 1120 0,'0'0'200'0,"0"0"-200"15,0 0 1-15,0 0-1 16,0 0 80-16,42 120-25 15,-29-68-25-15,-3-2-12 16,-4-2-9-16,0-2-1 16,-6-4-3-16,0-3-5 15,0-6-16-15,0-6-82 0,-2-7-68 16,-2-13-223-16,4-7-302 16</inkml:trace>
  <inkml:trace contextRef="#ctx0" brushRef="#br1" timeOffset="-207227.79">10285 7732 230 0,'0'0'235'0,"0"0"-182"16,0 0 18-16,0 0 64 15,0 0-32-15,0 0-30 16,0-2-31-16,0 1 3 16,0 1 33-16,0 0-4 0,0 0-6 15,0-2-13-15,0 2 0 16,0 0-8-16,0 0-13 16,0 0-1-16,0 0-1 15,0-1-12-15,0 1-4 16,0 0-4-16,0 0 2 15,0-2-1-15,0 2 2 16,0 0 2-16,0 0 9 16,0 0-7-16,0-1 0 15,0-1 1-15,0 1-13 16,0-1 2-16,0 0-7 16,0 2-1-16,0-3 4 0,0 3-2 15,0 0-3-15,0 0 4 16,0 0-2-16,0 0 1 15,0 0-3-15,0 0 1 16,0 0-4-16,0 0 3 16,0 0 0-16,0 0 0 15,0 0 1-15,0 0-1 16,0 0 0-16,0 0 1 16,0 0-1-16,0 0 1 15,0 0 0-15,0 0 0 16,0 0 2-16,0 0-1 15,0 0-2-15,0 0 3 16,0 0 2-16,0 0-4 16,0 0-1-16,0 0 3 15,0 0-1-15,0 0 0 0,0-4 3 16,0-4-2-16,0-2 1 16,0-4-2-16,0 1-2 15,0-3 0-15,0 2 0 16,0-1 2-16,0 1-2 15,0 4 2-15,-2 0-2 16,-3-2 0-16,-3 2-1 16,-4-1 0-16,-3 4-4 15,-3 1 4-15,-2 2-1 16,1 1-1-16,3 3 3 0,3 0 0 16,0 0-5-1,3 14 4-15,1 8-5 0,2 2 6 16,1 0 0-16,6-1 0 15,0-4-2-15,0-1 2 16,14-3 0-16,4-1-1 16,2-3 0-16,6-3 1 15,-1 1-1-15,0 2 3 16,0 0-2-16,0 6 0 16,-2 3-3-16,-1 1 1 15,-3 3 2-15,-6-2 0 16,-6 1 0-16,-7-2-1 15,0-1 0-15,-10-1 1 16,-14-1 0-16,-7-1 4 16,-11-1 0-16,-6-4 2 0,0-6 2 15,3-6 2 1,12 0 8-16,7-13-6 0,13-17-1 16,13-10-11-16,0-5 3 15,25 1-6-15,14-3-13 16,6 6-39-16,7 6-60 15,-4 4-177-15,-2 5-366 16</inkml:trace>
  <inkml:trace contextRef="#ctx0" brushRef="#br1" timeOffset="-204746.79">3879 9104 615 0,'0'0'153'0,"0"0"-134"0,0 0 19 15,0 0 87-15,0 0 34 16,0 0-70-16,0 0-27 16,-9-43-21-16,7 51-17 15,2 21-11-15,0 12 32 16,0 5-4-16,0 0-21 16,9-7-6-16,6-8-11 15,2-8 4-15,-1-8-7 16,0-7 0-16,0-4 4 15,1-4 1-15,-1 0-5 16,1-4 5-16,-2-12 4 16,-2-6-1-16,-3-5-6 15,-3-2-2-15,-5-5 6 0,-2 0 0 16,0 2 0-16,0 1 5 16,-6 9-7-16,-3 7 6 15,4 9 16-15,3 6 12 16,1 0-25-16,-1 6-13 15,2 22-6-15,-2 18 6 16,2 15 4-16,0 9 4 16,0 3-3-16,0 2-3 15,0-1 5-15,0-6-6 16,0-13-1-16,0-11 4 16,-2-15-3-16,-10-9 8 0,-1-9 19 15,-5-3-6-15,-2-4 4 16,-1-4-14-16,-5 0-3 15,1-3 8-15,-4-17-6 16,6-8-4-16,6-3-5 16,5 1-1-16,11 1 3 15,1 5-4-15,0 3-1 16,10 0-1-16,10 2-1 16,9 2-8-16,4 1-23 15,8 2-35-15,2 0-45 16,2 4-151-16,-5-3-140 15</inkml:trace>
  <inkml:trace contextRef="#ctx0" brushRef="#br1" timeOffset="-204558.66">4248 9323 1030 0,'0'0'414'0,"0"0"-414"16,0 0-15-16,0 0 15 15,102-7 27-15,-42 0-3 16,2 1-18-16,-2-1-6 16,-9 2-44-16,-9 1-126 15,-13 2-124-15,-16 2-184 16</inkml:trace>
  <inkml:trace contextRef="#ctx0" brushRef="#br1" timeOffset="-204344.32">4473 9178 829 0,'0'0'320'15,"0"0"-292"-15,0 0-17 16,0 0-4-16,0 0 90 16,0 0-22-16,17 110-39 15,-12-73-22-15,-1-2-4 16,-4-3-7-16,0-2-3 15,2-5-22-15,-2-2-106 16,1-6-113-16,2-10-245 16</inkml:trace>
  <inkml:trace contextRef="#ctx0" brushRef="#br1" timeOffset="-203881.78">4679 9187 1090 0,'0'0'189'16,"0"0"-188"-16,0 0 2 15,0 0 6-15,99-36 30 16,-65 35-27-16,-3 1-9 16,-9 0-3-16,-10 7 1 15,-9 12-1-15,-3 5 7 16,0 2 0-16,-13 2 25 0,-9-6-10 15,2-2-12-15,3-7 12 16,3-4-7-16,7-5 3 16,4-3-4-16,3-1-13 15,0 0 12-15,0 0-9 16,3 0-4-16,16 0 0 16,10-7 9-16,4 0-1 15,4 3-8-15,-2 4-1 16,-1 0 1-16,-6 0 2 15,-7 9 10-15,-7 6 6 16,-9 3-1-16,-5 3 12 0,0 1 16 16,-20 2-14-1,-7 0-10-15,-4-2-10 0,-3-4-7 16,1-2-1-16,-1-4-3 16,3-1-18-16,2-9-90 15,4-2-123-15,5-11-262 16</inkml:trace>
  <inkml:trace contextRef="#ctx0" brushRef="#br1" timeOffset="-203629.94">4942 9063 1318 0,'0'0'140'0,"0"0"-140"16,0 0 0-16,113 13 44 15,-64 17 17-15,-1 8-31 16,-5 3-17-16,-11 3-2 16,-8 3 14-16,-12 0-9 15,-11 0-7-15,-1-1-3 16,-17-1-3-16,-16-1-3 16,-9-4-2-16,-4 1-44 15,-8-6-86-15,-3-6-100 16,-5-9-223-16</inkml:trace>
  <inkml:trace contextRef="#ctx0" brushRef="#br1" timeOffset="-203231.06">3630 9049 977 0,'0'0'139'0,"0"0"-117"15,0 0 53-15,0 0 33 16,-88-9-3-16,72 11-39 16,-3 23-39-16,0 18 11 15,8 21-4-15,3 16 1 16,8 5-5-16,0 4-26 16,10-5 8-16,13-8-12 15,9-7-1-15,8-9-1 16,9-12-49-16,6-7-87 15,5-12-67-15,-2-12-167 16</inkml:trace>
  <inkml:trace contextRef="#ctx0" brushRef="#br1" timeOffset="-202764.3">5510 8945 618 0,'0'0'221'0,"0"0"-138"16,0 0 47-16,0 0 38 16,0 0-50-16,0 0-25 15,-10-33-34-15,-1 47-24 16,-7 25-16-16,2 16 9 15,2 13 10-15,10 4-12 16,4 2-7-16,0-5 1 16,10-6-13-16,8-9-5 0,6-7-2 15,3-11 1-15,5-7-2 16,0-7-30-16,0-6-68 16,-2-6-75-16,-3-10-66 15,-3 0-261-15</inkml:trace>
  <inkml:trace contextRef="#ctx0" brushRef="#br1" timeOffset="-202534.08">5748 9102 1140 0,'0'0'193'15,"0"0"-162"1,0 0-30-16,0 0 12 0,0 0 14 15,-2 93 73-15,11-35-61 16,-2-2-29-16,-1-2-1 16,-5-6-2-16,2-2-6 15,-1-6-2-15,2-5-8 16,0-8-102-16,2-9-105 16,0-12-234-16</inkml:trace>
  <inkml:trace contextRef="#ctx0" brushRef="#br1" timeOffset="-202196.64">5948 9220 1309 0,'0'0'47'0,"0"0"-47"0,0 0 0 15,0 0 7-15,0 0 21 16,0 0-22-16,-85 102-6 15,53-67 9-15,1-3-7 16,3-7 5-16,8-8 5 16,10-10 0-16,9-4 15 15,1-3 9-15,0 0-14 16,3 0-14-16,17-9-3 16,9-4 24-16,4 0-13 15,2 5-13-15,-3 8-1 0,2 0-2 16,-1 5-8-16,4 12 5 15,0 6-2-15,-2-1-26 16,-2 0-59-16,-4-3-87 16,-6-7-146-16,-7-5-252 15</inkml:trace>
  <inkml:trace contextRef="#ctx0" brushRef="#br1" timeOffset="-202016.07">6197 9363 1135 0,'0'0'138'0,"0"0"-125"0,0 0-13 15,102-18 47-15,-55 11-26 16,3-2-21-16,-4 2-4 16,-7-1-87-16,-8-1-185 15,-13 2-209-15</inkml:trace>
  <inkml:trace contextRef="#ctx0" brushRef="#br1" timeOffset="-201822.44">6342 9229 1375 0,'0'0'17'0,"0"0"-7"0,0 0-10 16,0 78 29-16,12-41-7 15,0 0-15-15,-2-4-7 16,2-4-3-16,-2-5-69 16,2-7-114-16,0-9-279 15</inkml:trace>
  <inkml:trace contextRef="#ctx0" brushRef="#br1" timeOffset="-201465.58">6630 9185 655 0,'0'0'744'0,"0"0"-742"15,0 0 10 1,0 0-3-16,107 15 26 0,-80 14-29 16,-9 2-2-16,-11 3-4 15,-7 4 1-15,-15-1 1 16,-22 1-2-16,-9-5 0 15,1-6 5-15,4-10-1 16,14-9-3-16,16-8 7 16,7 0 47-16,4 0 14 15,5-8-38-15,19-8-17 16,10-1-6-16,5 0-3 16,4 3-3-16,3 4 0 15,1 3-4-15,-2 2-3 0,-2 5-51 16,-2 0-65-16,-8 0-64 15,-6 0-178-15,-11 0-385 16</inkml:trace>
  <inkml:trace contextRef="#ctx0" brushRef="#br1" timeOffset="-201223.45">6985 9022 1236 0,'0'0'47'16,"0"0"-43"-16,0 0-4 0,0 0 56 15,112 102-3-15,-87-48-20 16,-3 2-15-16,-8 2 11 16,-5-2 11-16,-9-1-10 15,0-4-23-15,-5-6-3 16,-10-8-4-16,-3-6-32 15,4-10-120-15,2-8-116 16,4-11-283-16</inkml:trace>
  <inkml:trace contextRef="#ctx0" brushRef="#br1" timeOffset="-201020.03">7449 9266 1519 0,'0'0'30'0,"0"0"-30"16,126-21 0-16,-70 13-1 16,3 2-18-16,-7 1-250 15,-12 1-405-15</inkml:trace>
  <inkml:trace contextRef="#ctx0" brushRef="#br1" timeOffset="-200861.35">7513 9410 1165 0,'0'0'217'0,"0"0"-217"15,0 0-34-15,130-29 26 16,-74 14 3-16,-5 2-223 15,-5 1-272-15</inkml:trace>
  <inkml:trace contextRef="#ctx0" brushRef="#br1" timeOffset="-200181.81">7952 9138 1173 0,'0'0'156'0,"0"0"-148"16,91-23-1-16,-51 23 93 15,-3 0-7-15,-5 15-48 16,-6 6-41-16,-9 4-3 16,-12-1-1-16,-5 5 4 15,-3 2-4-15,-24 0 0 16,-10 2 14-16,-5-3-7 15,0-6-1-15,6-5-3 16,7-9 1-16,11-4-2 16,8-6 7-16,8 0 0 15,2 0-4-15,0 0 1 0,17-6-3 16,8-7 4-16,5-1-4 16,4 2-3-16,-3 4-2 15,4 1-9-15,1 1-17 16,2 1-15-16,1 1-29 15,-3-1-30-15,-3-1 27 16,-4 2 27-16,-7-1 21 16,-5 1 26-16,-4 1 1 15,-4 1 1-15,-2 0-1 16,-1 2 1-16,-2 0 4 16,2 0 9-16,1 0 3 0,1 0 18 15,2 4-14 1,3 1 9-16,6-5-5 0,1 0 0 15,5 0-11-15,0 0-12 16,-3 0 1-16,-2-5 1 16,-7-1-3-16,-7 0 5 15,-2-3 12-15,-4-2 31 16,0-2-3-16,-7-7-21 16,-13-1-12-16,-5-2-9 15,-7 4-4-15,-1 5-7 16,-2 10 4-16,3 4-5 15,4 0 7-15,4 13 0 16,11 4-2-16,6 1-21 16,7 0-89-16,0-2-64 0,17-3-77 15,5-7-144 1</inkml:trace>
  <inkml:trace contextRef="#ctx0" brushRef="#br1" timeOffset="-199903.36">8758 9028 922 0,'0'0'252'0,"0"0"-196"0,0 0-15 16,0 0 35-16,0 0-22 15,0 0 4-15,34 102 22 16,-22-47-35-16,-4 5-14 16,-1-5-6-16,1-2-18 15,0-6-5-15,1-7-2 16,1-7-26-16,-2-5-104 16,-1-10-122-16,1-8-285 15</inkml:trace>
  <inkml:trace contextRef="#ctx0" brushRef="#br1" timeOffset="-199364.92">9200 9223 744 0,'0'0'408'16,"0"0"-369"-16,0 0-30 15,0 0 72-15,31-87 59 16,-31 69-86-16,0-3-33 16,0-3 3-16,-7 0 3 15,-12 1-12-15,-4 5-15 16,-3 7 0-16,1 5-3 16,0 4 3-16,4 2 1 0,1 0 3 15,1 15 0 1,6 1-3-16,4 0-1 0,8 3 0 15,1-1 1-15,1-2-1 16,16 5 2-16,5 4 1 16,1 0-2-16,6 4-1 15,2-1 0-15,6 1 0 16,0-2 1-16,-2-2-1 16,-5-5 0-16,-10-3 0 15,-10-5 2-15,-8-2-1 16,-2-1-1-16,-8 2 28 15,-18-2 10-15,-9-1-5 16,-10-5-5-16,-3-3-6 16,-2 0 0-16,4 0-8 0,14-14-1 15,15-4 2-15,11-8-11 16,6-6-4-16,19-5-2 16,17-4-10-16,8 5-2 15,3 2-30-15,-4 5-50 16,-5 3-112-16,-9 1-202 15</inkml:trace>
  <inkml:trace contextRef="#ctx0" brushRef="#br1" timeOffset="-182225.28">7556 10189 991 0,'0'0'196'16,"0"0"-172"-16,0 0-5 15,0 0 90-15,0 0 7 16,0 0-84-16,0 0-31 16,0-11-1-16,29 7 6 15,7-2-1-15,8-2-5 16,2 1 0-16,-3-2-74 15,0 1-72-15,-8 1-105 16,-11 2-312-16</inkml:trace>
  <inkml:trace contextRef="#ctx0" brushRef="#br1" timeOffset="-182044.18">7670 10320 1096 0,'0'0'251'0,"0"0"-251"16,0 0-1-16,0 0 1 16,0 0 0-16,0 0 10 15,100-12-10-15,-48 3-150 16,-5 0-123-16,-9-3-187 0</inkml:trace>
  <inkml:trace contextRef="#ctx0" brushRef="#br1" timeOffset="-181652.57">8063 10061 1285 0,'0'0'68'0,"0"0"-62"16,0 0-4-16,0 0 7 15,122-33 7-15,-75 42-6 16,-4 17-8-16,-11 7-2 15,-13 4-4-15,-13 7 1 16,-6 2 1-16,-17 9 2 0,-24 1 1 16,-11-5 10-16,-5-8-14 15,2-15 14-15,6-12-5 16,13-13 69-16,8-3 5 16,12-2-27-16,9-15-14 15,7-3-15-15,0-4-20 16,23 0-1-16,13 4 3 15,8 6-5-15,1 7 1 16,0 7-2-16,2 0 0 16,-6 15 0-16,-1 5-2 15,-6 1-2-15,-7 1-21 16,-6 2-123-16,-4-1-71 16,-7-8-225-16</inkml:trace>
  <inkml:trace contextRef="#ctx0" brushRef="#br1" timeOffset="-181269.85">8732 9906 468 0,'0'0'712'16,"0"0"-640"-16,0 0-56 16,0 0 64-16,0 0 30 15,-92-30-59-15,78 62-35 16,-3 14-14-16,0 17 29 15,1 11-13-15,6 6 0 16,5 0 3-16,5-6-10 16,0-5-3-16,0-14-4 15,17-8-3-15,5-8-2 16,3-8-3-16,0-7-83 0,0-7-99 16,-1-12-58-1,-3-5-320-15</inkml:trace>
  <inkml:trace contextRef="#ctx0" brushRef="#br1" timeOffset="-181017.05">8854 10053 191 0,'0'0'985'0,"0"0"-935"15,0 0-40-15,0 0-10 16,4 107 21-16,7-57 13 0,-1 0-24 16,0-3-6-16,0-4 0 15,-3-5-1-15,-2-4-2 16,-2-6-1-16,-1-5-4 16,-1-8-85-16,1-9-183 15,3-6-183-15</inkml:trace>
  <inkml:trace contextRef="#ctx0" brushRef="#br1" timeOffset="-180653.14">9027 10180 1065 0,'0'0'191'0,"0"0"-191"16,0 0 4-16,0 0 6 15,-23 102 8-15,27-67-9 16,12-4-5-16,4-10-3 16,4-5 1-16,-1-10 3 15,3-6-4-15,-3 0 5 16,0-11 1-16,-1-10 2 16,-7-4-2-16,-5-4-3 15,-6-1 12-15,-4 2 29 16,0 2 1-16,-14-1 9 15,-8 4-28-15,-1 2-9 0,-1 7-13 16,6 7-5-16,1 4-7 16,6 3 5-16,2 0-15 15,6 7-130-15,3 5-27 16,0-3-172-16,13-7-189 16</inkml:trace>
  <inkml:trace contextRef="#ctx0" brushRef="#br1" timeOffset="-180350.18">9310 10147 888 0,'0'0'72'0,"0"0"-31"16,0 100 13-16,0-66 30 16,14-5-19-16,3-2-44 0,-3-8-12 15,3-6-4-15,-2-4-3 16,-3-5-1-16,0-4 3 15,-1 0 5-15,-1-14 29 16,0-12 26-16,-1-6-8 16,-5-2-22-16,-4-2-5 15,0 3 14-15,-8 3-7 16,-14 1-17-16,-3 7-5 16,1 7-11-16,3 7-3 15,3 7-10-15,5 1 10 16,4 1-18-16,4 16-98 15,5 1-35-15,4-5-95 16,20-2-230-16</inkml:trace>
  <inkml:trace contextRef="#ctx0" brushRef="#br1" timeOffset="-179803.14">9730 10081 1047 0,'0'0'111'16,"0"0"-91"-16,0 0 72 16,0 0 3-16,0 0-40 15,0 0-33-15,-53-48 7 16,41 48-6-16,-2 5-1 16,-2 20-21-16,2 6 0 15,4 6 4-15,6-6-2 0,4-2-3 16,0-7 1-16,6-7-1 15,9-8 0-15,3-4 0 16,2-3 0-16,2-4 5 16,-2-12 1-16,-5-8-6 15,-2 3 0-15,-6-4 0 16,-7-1 1-16,0-2 0 16,0 3-1-16,0 2 2 15,-7 8 0-15,3 9-1 16,0 6 2-16,3 0-3 15,1 0-4-15,0 11-15 16,0 11 6-16,3 10 13 0,6 1 3 16,1-2-3-16,1 1 0 15,1-3 3-15,-2-1-2 16,-4-2 0-16,0-4-1 16,-5-1 0-16,-1-3 5 15,0-1 20-15,-8-2 6 16,-11 1-1-16,-3-6-10 15,1 0-10-15,-1-4-8 16,0-3 1-16,0-3-3 16,5 0-39-16,3 0-128 15,7-19-119-15,7-4-441 0</inkml:trace>
  <inkml:trace contextRef="#ctx0" brushRef="#br1" timeOffset="-179503.3">9862 9872 1228 0,'0'0'54'15,"0"0"-54"-15,0 0 0 16,0 0 1-16,0 0 38 0,119 70-17 15,-81-29 3 1,-4 4 44-16,-8 5-13 0,-4-1-1 16,-5 1-21-16,-9 0-7 15,-5-2 17-15,-3 2-28 16,-7-1-8-16,-19 2-3 16,-14 0-4-16,-10 1-1 15,-9-1-78-15,-3-8-205 16,-3-8-304-16</inkml:trace>
  <inkml:trace contextRef="#ctx0" brushRef="#br1" timeOffset="-173325.84">9010 4049 878 0,'0'0'126'0,"0"0"-102"15,0 0 52-15,0 0-19 16,0 0-38-16,0 0-19 16,14 88 28-16,3-32 12 15,0 6-25-15,-4-1-9 16,-5 2 3-16,-2-5-8 15,-6-4 3-15,0-6-4 16,0-6-50-16,0-6-57 16,0-10-109-16,0-10-187 15</inkml:trace>
  <inkml:trace contextRef="#ctx0" brushRef="#br1" timeOffset="-172904.62">9205 4281 1191 0,'0'0'42'0,"0"0"-40"16,0 0-2-16,-29 113 3 15,29-63 5-15,0 2-7 0,17-7 13 16,4-8-14-16,2-10-1 16,0-9 1-16,0-9 4 15,-3-7 1-15,1-2-5 16,-1-9 0-16,0-16 5 16,-2-10-4-16,-4-5 2 15,-8-5 4-15,-6-1-2 16,0 3 11-16,-13 3 22 15,-12 5 9-15,-4 7 3 16,1 8-14-16,3 8-31 16,3 7-5-16,7 5-6 15,4 0-18-15,4 6-43 0,7 10-58 16,0-1-115-16,16-6-200 16</inkml:trace>
  <inkml:trace contextRef="#ctx0" brushRef="#br1" timeOffset="-172569.47">9539 4213 902 0,'0'0'253'0,"0"0"-227"16,0 0-25-16,-20 85 44 15,20-38-2-15,0 2-1 16,6-1-24-16,10-8-16 0,4-9 0 15,5-8-2 1,2-11 0-16,2-8 4 0,-1-4 2 16,-1-4 1-16,-2-17 6 15,-5-8-8-15,-9-3 5 16,-8 0 41-16,-3-5 7 16,-4 3 2-16,-21 1-6 15,-7 1-27-15,-7 3-12 16,1 8-9-16,3 6-6 15,8 8-5-15,12 4-7 16,6 3 7-16,9 0-76 16,0 0-107-16,13 4-29 15,13 0-179-15</inkml:trace>
  <inkml:trace contextRef="#ctx0" brushRef="#br1" timeOffset="-172037.76">9998 4188 839 0,'0'0'234'16,"0"0"-213"-16,0 0 8 16,0 0 98-16,0 0-31 15,0 0-42-15,-39-47-35 16,27 47-8-16,-1 14-2 15,0 13-9-15,6 11 0 0,5 2-3 16,2 4-1-16,5-6 4 16,17-9-12-16,1-12-19 15,3-9 11-15,-2-8-1 16,0 0-2-16,-6-14 7 16,-5-5 12-16,-7-4 4 15,-6-4 1-15,0 2 3 16,0-1 1-16,-6 2 8 15,-5 2 7-15,-1 5-13 16,5 5 5-16,4 6 3 0,3 4-5 16,0 2-10-1,0 9-5-15,3 19-3 0,16 13 7 16,2 7 1-16,3 3 0 16,-3 0 5-16,-5-7-4 15,-6-4 19-15,-10-6 22 16,0-3 15-16,-10-6-2 15,-13-6-4-15,-4-4-11 16,0-5-29-16,-2-7-1 16,1-3-8-16,5 0-2 15,2-2-75-15,11-13-140 16,10-5-161-16,3-2-494 16</inkml:trace>
  <inkml:trace contextRef="#ctx0" brushRef="#br1" timeOffset="-171691.32">10362 4432 967 0,'0'0'396'0,"0"0"-396"16,0 0 0-16,107 2 18 16,-50-2 30-16,9 0-6 15,3 0-22-15,-3 0-14 16,-7 0-1-16,-8 0-5 15,-11-7 3-15,-12 1 6 16,-11 0 1-16,-8 0 41 16,-8 2 7-16,-1-4 5 0,0-1-13 15,-1-3-30-15,-11 0-6 16,-4-1-4-16,2 2-3 16,2 5-6-16,4 2-1 15,4 4-4-15,4 0 2 16,0 8-3-16,0 14-3 15,0 3 4-15,0 1-14 16,7-3-25-16,4-1-41 16,3-3-112-16,-1-5-25 15,1-7-215-15</inkml:trace>
  <inkml:trace contextRef="#ctx0" brushRef="#br1" timeOffset="-171304.93">11149 4432 1072 0,'0'0'141'15,"0"0"-140"-15,0 0 23 16,80-85 74-16,-54 56-24 16,-5-3-33-16,-4 2-15 15,-5 0 7-15,-10 0 18 16,-2 2-34-16,-2-3 5 15,-15 1-10-15,-5 0-4 16,1 3 4-16,2 7-7 16,6 8 8-16,6 9 11 15,4 3-8-15,3 0-16 0,-2 11-2 16,2 20 2-16,0 16 5 16,0 11-4-16,12 6 5 15,6 2-4-15,6 2 0 16,-4-3 2-16,-2-3-2 15,-1-1-2-15,-7-4 0 16,-5-4-2-16,-3-5-15 16,-2-10-67-16,0-8-112 15,0-11-24-15,-2-13-188 16</inkml:trace>
  <inkml:trace contextRef="#ctx0" brushRef="#br1" timeOffset="-171076.91">11210 4338 1069 0,'0'0'184'16,"0"0"-134"-16,11-79 29 15,14 70 7-15,5 9-40 16,4 0-21-16,-1 17-14 16,-6 10 2-16,-5 12-3 15,-7-1-3-15,-7 2 4 16,-6-1-10-16,-2-3 0 15,0-3-1-15,-12-7-24 16,1-11-106-16,-1-10-57 16,5-5-153-16,5-13-163 0</inkml:trace>
  <inkml:trace contextRef="#ctx0" brushRef="#br1" timeOffset="-170704.68">11475 4284 589 0,'0'0'442'15,"0"0"-405"-15,0 0 20 16,0 0 69-16,109 20-40 16,-82 9-29-16,-2 4-19 15,-5 4-18-15,-7 0-2 16,-6-5-4-16,-6-1-4 16,-1-9-3-16,0-6-5 15,-3-8-4-15,-7-5 10 16,0-3-4-16,-3 0 19 15,-3-18-12-15,3-13-8 0,7-10 0 16,4-1-3-16,2 0-3 16,2 4 3-16,16 8 2 15,5 4 6-15,4 10-8 16,4 5 9-16,-4 10-1 16,4 1-2-16,-6 0 3 15,-1 17-5-15,-7 4-2 16,-5 6-2-16,-5 1-2 15,-5 1 1-15,-2-4-66 16,0-3-150-16,0-10-214 0</inkml:trace>
  <inkml:trace contextRef="#ctx0" brushRef="#br1" timeOffset="-170574.47">11835 4109 1136 0,'0'0'0'16,"0"0"-131"-16,0 0 39 16,0 0-75-16,0 0-334 15</inkml:trace>
  <inkml:trace contextRef="#ctx0" brushRef="#br1" timeOffset="-169822.18">11955 4235 929 0,'0'0'260'0,"0"0"-256"16,12 93 6-16,-2-48 4 15,0 2 28-15,-2-1-16 16,-3-6-22-16,0-12 1 16,-3-8-1-16,-2-9 9 15,0-9 8-15,0-2-12 16,0 0 36-16,0-6 46 15,0-15-63-15,0-10-24 16,-2-9-3-16,2 0 1 16,0 2-4-16,0 10 1 15,14 7 1-15,3 10 0 0,-1 8-11 16,3 3 11-16,-1 6-6 16,-1 16 6-16,-3 6 0 15,0-1 2-15,-4-1 0 16,-3-5 1-16,-2-5-1 15,-5-4 3-15,0-6-4 16,0-4 0-16,0-2 5 16,0 0-1-16,0 0 11 15,0-12-12-15,0-9-2 16,0-6-4-16,0-5-2 16,6-3-25-16,6 3-7 15,0 7 16-15,1 9 4 0,-3 8 15 16,-1 6-5-1,-3 2 2-15,1 4-3 0,2 17 7 16,-3 7 3-16,2 6 1 16,3 2 15-16,0-5-5 15,4-4-9-15,0-6 3 16,3-8-3-16,-1-5-3 16,2-8 6-16,-1 0-3 15,-1-1 6-15,1-14 1 16,-1-2-7-16,-6-1 1 15,-5 0-4-15,-6-2 7 16,0-1 2-16,-2-1-8 0,-13 2 1 16,-2 5 3-1,2 9 8-15,2 6 24 0,0 0-28 16,1 21 1-16,3 8 3 16,8 2-1-16,1-2-3 15,0-4-4-15,13-3-7 16,6-7 2-16,2-6-2 15,3-8-30-15,2-1-53 16,4 0-137-16,0-14-119 16,-5-8-257-16</inkml:trace>
  <inkml:trace contextRef="#ctx0" brushRef="#br1" timeOffset="-169605.38">12564 4213 1096 0,'0'0'198'0,"0"0"-145"15,0 0 55-15,1-82 7 16,23 68-55-16,8 6-34 16,1 8-17-16,-1 0 7 15,-2 1-1-15,-5 19-2 16,-5 7-8-16,-3 6 0 16,-9 3 2-16,-8 5-7 15,0 2 0-15,0 1-2 16,-15-1-78-16,0-6-182 15,1-6-323-15</inkml:trace>
  <inkml:trace contextRef="#ctx0" brushRef="#br1" timeOffset="-169485.87">12806 4504 1400 0,'0'0'160'0,"0"0"-158"15,0 0 3-15,0 0-5 16,0 0-23-16,0 0-287 15,-18 30-252-15</inkml:trace>
  <inkml:trace contextRef="#ctx0" brushRef="#br1" timeOffset="-169172.16">11415 5075 1558 0,'0'0'122'16,"0"0"-122"-16,0 0 0 15,159-20 15-15,-39 12 35 16,15 2-24-16,1 3-21 15,-17 3 0-15,-21 0-5 16,-21 0-1-16,-18-3-9 16,-17-1-36-16,-16 0-62 15,-12 1-87-15,-14-3-43 0,0 2-137 16</inkml:trace>
  <inkml:trace contextRef="#ctx0" brushRef="#br1" timeOffset="-168984.14">11624 5240 1293 0,'0'0'186'0,"95"0"-178"16,-8-2-8-16,12-15 12 15,6-2 23-15,-1-2-18 16,-7 2-17-16,-15-1-83 0,-17-1-242 15,-15-1-549-15</inkml:trace>
  <inkml:trace contextRef="#ctx0" brushRef="#br1" timeOffset="-168865.04">12614 4964 1436 0,'0'0'246'0,"0"0"-246"15,0 0-41-15,0 0-9 16,0 0 34-16,0 0-246 15,-34 24-602-15</inkml:trace>
  <inkml:trace contextRef="#ctx0" brushRef="#br1" timeOffset="-165230.9">7757 11318 986 0,'0'0'236'0,"0"0"-198"16,0 0-37-16,0 0 17 15,0 0 31-15,0 0-17 16,0 0-7-16,82-33-8 16,-45 20-9-16,0 2 3 15,-4 2-11-15,-3 0-5 16,-2 5-7-16,-6-3-129 15,-5 7-88-15,-14 0-203 16</inkml:trace>
  <inkml:trace contextRef="#ctx0" brushRef="#br1" timeOffset="-165050.27">7772 11476 973 0,'0'0'346'0,"0"0"-346"0,0 0-21 16,0 0 21-16,112 7 4 16,-60-3-4-16,5-4-32 15,-2 3-168-15,-6-3-136 16,-10 0-231-16</inkml:trace>
  <inkml:trace contextRef="#ctx0" brushRef="#br1" timeOffset="-164438.48">8434 11249 791 0,'0'0'238'16,"0"0"-206"-16,0 0-12 15,0 0 91-15,0 0-52 0,0 0-26 16,40-78 9 0,-29 59-13-16,-3 2 5 0,-2 0 15 15,-4 7-9-15,0-4-14 16,-2 2-2-16,0 5 4 15,0 3-7-15,0 2-5 16,0 2 3-16,0 0-8 16,0 0-11-16,-2 9-3 15,2 9 1-15,0 11 2 16,0 5 4-16,2 7-4 16,7 6 0-16,2 2 0 15,-1 4 0-15,1-6 0 16,-2-2 0-16,-1-8-2 15,-6-7 2-15,-2-4-1 0,0-8-7 16,-13-6-55-16,-6-8 29 16,-3-2-9-16,-1-2 19 15,0 0 24-15,6 0 5 16,4-4-5-16,8 2 4 16,5-1 1-16,0-8 17 15,3 2-8-15,20-2-6 16,9 1-5-16,7 2-5 15,4 2 2-15,5 3-9 16,4-3 2-16,0 2-119 16,0 1-64-16,-4 3-121 15,-7 0-76-15</inkml:trace>
  <inkml:trace contextRef="#ctx0" brushRef="#br1" timeOffset="-164331.17">8939 11476 110 0,'0'0'648'15,"0"0"-416"-15,0 0-80 16,0 0-43-16,0 0-43 15,0 0-49-15,0-30-17 16,0 27-63-16,13-4-144 16,3-4-141-16</inkml:trace>
  <inkml:trace contextRef="#ctx0" brushRef="#br1" timeOffset="-163687.99">9093 11138 873 0,'0'0'367'0,"0"0"-317"0,0 0-48 16,0 0 18-16,0 0 23 16,0 0 0-16,112-24-38 15,-86 42-2-15,-7 6-3 16,-7 3 4-16,-11 6-3 15,-1 7 9-15,-5 4 3 16,-18-1-6-16,-2-5 3 16,1-6-9-16,3-15 4 15,2-10 2-15,7-5 0 16,6-2 3-16,5 0 0 0,1 0 25 16,0-9-23-16,1-2-12 15,15-5-10-15,10 2 7 16,4-3-2-16,0 4 1 15,3-7-38-15,1 4-1 16,-3-1 10-16,-4 3-14 16,-3 0 18-16,-11 5 13 15,-5 3 13-15,-6 3 3 16,-2 3 4-16,0 0-1 16,0 0-3-16,0 0 0 15,5 13-16-15,2 7 16 16,7 5 12-16,0 0-3 15,5-5-3-15,3-4 0 0,-2-6 7 16,-2-10 1-16,-3 0 11 16,-3 0 13-16,-4-6 8 15,-3-12 0-15,-2-4-11 16,-1-6 2-16,-2 1 12 16,0 4-24-16,-7 3-6 15,-11 2-8-15,-5 6-5 16,-1 6-2-16,-1 3-4 15,1 3-4-15,3 12-1 16,3 11-25-16,6 5-70 16,8-4-41-16,4-2-32 15,6-11-161-15,14-11-75 16</inkml:trace>
  <inkml:trace contextRef="#ctx0" brushRef="#br1" timeOffset="-163458.14">9710 11097 984 0,'0'0'285'0,"0"0"-244"15,0 0-37-15,0 0 10 16,0 0-6-16,0 0 6 16,39 72 19-16,-26-29 6 15,-3 5-25-15,-4 1-5 16,3 1-6-16,-4-3-2 0,1-7-1 15,3-8-18-15,2-13-220 16,7-10-176-16,1-9-322 16</inkml:trace>
  <inkml:trace contextRef="#ctx0" brushRef="#br1" timeOffset="-163006.7">10064 11225 883 0,'0'0'210'16,"0"0"-176"-16,0 0-3 16,0 0 74-16,-5-87 0 15,-3 74-56-15,-6 0-22 0,-2 6-7 16,-4 1 12 0,-2 4-15-16,0 2-9 0,1 0-2 15,2 5-5-15,6 11-1 16,4 1 0-16,8 1-8 15,1-2 8-15,0 0-2 16,18-5 0-16,7 2-3 16,5-7 10-16,2 1-4 15,5-2 1-15,-4 2-2 16,1 6 0-16,-9 1-1 16,-6 5-4-16,-9 4 2 15,-9 3 3-15,-1-3 2 16,-4 1 5-16,-17-4 1 0,-9-6 1 15,-6-2 21-15,1-4 16 16,4-8 5-16,2 0-22 16,7-5-17-16,8-10-1 15,7-3-8-15,7-7-3 16,0-6-9-16,18-5-37 16,12-1-39-16,8-4-97 15,3 4-116-15,-2 1-245 16</inkml:trace>
  <inkml:trace contextRef="#ctx0" brushRef="#br1" timeOffset="-162773.77">10193 10910 1086 0,'0'0'281'16,"0"0"-281"-16,0 0-11 15,0 0 11-15,0 0 25 16,92 88 26-16,-52-41-32 15,-7-1-7-15,-6 4 10 16,-8 4 10-16,-9 3-17 16,-8 6-6-16,-2 3-7 15,-10-1-2-15,-21-8 0 16,-11 1-126-16,-11-9-46 16,-11-8-171-16,-8-7-247 15</inkml:trace>
  <inkml:trace contextRef="#ctx0" brushRef="#br1" timeOffset="-162321.45">9079 10971 920 0,'0'0'176'16,"0"0"-144"-16,0 0-4 16,0 0 70-16,0 0 43 15,-93-33-74-15,79 57-52 16,-2 18-12-16,2 16 8 16,5 18 37-16,9 16 9 15,0 8 0-15,13 6-21 16,19-12-27-16,10-14-1 15,13-15-8-15,8-16-1 0,7-11-1 16,5-12-11-16,-3-15-154 16,-8-11-186-16,-14 0-510 15</inkml:trace>
  <inkml:trace contextRef="#ctx0" brushRef="#br1" timeOffset="-153658.6">9956 3763 1157 0,'0'0'70'15,"0"0"-62"-15,0 0 14 16,3-91 13-16,32 57 29 15,21-4-6-15,16-4-13 16,24 3-16-16,16 9-13 16,9 14-7-16,2 14 2 15,-2 2 4-15,-8 23-4 16,-6 10 0-16,-8 3-6 0,-9 4 1 16,-11 2 1-16,-9 4 0 15,-15-3 28-15,-11-1-7 16,-14-4-8-16,-12-8-3 15,-7-6-3-15,-4-7 5 16,-1-9-9-16,-3-4-8 16,-3-3 1-16,0-1-2 15,0 0-2-15,0 0-20 16,0 0-90-16,-13-13-246 16,-9-9-745-16</inkml:trace>
  <inkml:trace contextRef="#ctx0" brushRef="#br0" timeOffset="-143277.58">8210 10813 940 0,'0'0'85'0,"0"0"-80"16,0 0-3-16,0 0 9 15,0 0 10-15,0 0 12 16,0 0-8-16,-47 111-16 16,62-58 0-16,4 21 27 15,-2 17 40-15,-2 15-23 0,-2 6 0 16,-3-3-30-1,-2-8-10-15,-1-14-12 0,-4-13 3 16,-3-14-3-16,0-13 4 16,0-8-4-16,0-11-1 15,0-11 0-15,-3-7-3 16,-1-10-47-16,3 0-42 16,1-33-50-16,0-11-445 15</inkml:trace>
  <inkml:trace contextRef="#ctx0" brushRef="#br0" timeOffset="-142151.78">8224 10896 721 0,'0'0'215'15,"0"0"-187"-15,0 0-22 16,0 0 13-16,0 0 68 16,0 0 9-16,-17-12-66 0,17 12-30 15,11-3 0 1,10 1 10-16,5 1 31 0,8 1-1 15,4 0-17-15,11 0 4 16,12 0 1-16,20 0 11 16,17 6-14-16,14-3-10 15,17 0-13-15,8-3 2 16,10 0-3-16,11 0 1 16,2-2-2-16,-4-5 2 15,-6 1 3-15,-11 1-3 16,-16 3 2-16,-12 0-4 15,-14 0-2-15,-12-1 2 16,-11-1-1-16,-9-4 0 16,-14 1 1-16,-10 1 0 15,-8-2 2-15,-7 1 0 0,-3-3-1 16,-5 5 4 0,-3-1-4-16,-3 3 0 0,-2 0 0 15,-3 1-1-15,-1 2 2 16,4 0-2-16,0 0 0 15,-1 0 0-15,-1 0 0 16,-1 0-1-16,0 0 1 16,3 0 0-16,-4 0 0 15,1 0 1-15,-2 0 0 16,-3 0 0-16,-1 0 0 16,-1 0-1-16,0 0 5 15,0 0 14-15,0 0-1 0,0 0-5 16,0 0-2-1,0 0 0-15,0 0-8 0,0 6-3 16,0 9-1-16,0 12 1 16,0 10 13-16,5 10-4 15,3 17-2-15,6 14 10 16,0 10 4-16,0 6-6 16,3-3-9-16,0-8-5 15,-2-11 1-15,-2-12 0 16,-1-9-1-16,-7-16 2 15,-1-7-3-15,-3-12 3 16,-1-9-1-16,0-1 1 16,0-6 0-16,0 0 2 15,0 0 6-15,0 0 12 16,0 0-6-16,-4 0-1 0,-10 0-9 16,-8 0-6-1,-5-7 0-15,-4 4 0 0,-7 1-1 16,-7 2 1-16,-11 0-1 15,-12 0 0-15,-12 6 4 16,-10 4-3-16,-12 3 5 16,-15-3-1-16,-13 4 3 15,-16 0 0-15,-12-1 1 16,-10 4-6-16,-1-4 9 16,4 0 0-16,14-3 3 15,24-9-2-15,23 1-4 16,21-2-1-16,18 0-3 0,13 0 1 15,9 0-6 1,11 0-1-16,9 0-2 0,7 0-1 16,10 0-2-16,4 0-11 15,2 0-20-15,0 0-7 16,0 0-35-16,0 0-121 16,2-2-73-16,11-11-292 15</inkml:trace>
  <inkml:trace contextRef="#ctx0" brushRef="#br0" timeOffset="-141692.89">11146 10900 879 0,'0'0'226'16,"0"0"-194"-16,0 0-12 15,0 0 56-15,0 0 9 16,0 0-33-16,28-54-42 16,-9 54-8-16,6 0 2 15,5 2 29-15,2 16-11 16,-2 10-17-16,-1 9 8 15,-6 9-12-15,-8 11-1 16,-5 11-14-16,-9 8-64 16,-1-2-106-16,0-9-223 0</inkml:trace>
  <inkml:trace contextRef="#ctx0" brushRef="#br0" timeOffset="-141557.41">11544 11469 1477 0,'0'0'47'0,"0"0"-44"16,0 0 9-16,0 0-12 16,0 0-3-16,0 0-127 15,-13-10-89-15,6 10-346 16</inkml:trace>
  <inkml:trace contextRef="#ctx0" brushRef="#br0" timeOffset="-137647.7">4502 9850 538 0,'0'0'262'16,"0"0"-169"-16,0 0-76 15,0 0-2-15,0 0 53 16,0 0 24-16,0 0-47 0,-12-10-24 16,12 10-19-16,0 0 1 15,0 0-3-15,0 0-27 16,0 0-82-16,0 0-51 16,0 0-104-16,7 0-30 15</inkml:trace>
  <inkml:trace contextRef="#ctx0" brushRef="#br0" timeOffset="-136554.06">8603 11837 436 0,'0'0'112'16,"0"0"-74"-16,0 0 7 15,0 0 51-15,0 0 8 16,0 0-25-16,0 5-44 16,0-5-17-16,0 0-9 15,0 0 0-15,2 0-3 16,-2 0 1-16,0 0 4 16,0 0-4-16,0 0-1 0,0 0 5 15,0 0-2 1,0 0 0-16,0 3 3 0,0-3-3 15,0 0 5-15,0 0-2 16,0 0-5-16,0 0 7 16,0 0-4-16,0 0-4 15,0 0 3-15,0 0-3 16,0 0 8-16,0 0-3 16,0 0-2-16,0 0-3 15,0 0-1-15,0 0-1 16,0 0 1-16,0 0-3 15,0 0 3-15,0 0 3 16,0 0-3-16,0 0 3 16,0 0-7-16,0 0 2 0,0 0-3 15,0 0-81-15,-3-17-206 16</inkml:trace>
  <inkml:trace contextRef="#ctx0" brushRef="#br0" timeOffset="-135240.95">4013 9987 873 0,'0'0'232'0,"0"0"-155"0,0 0-71 15,0 0 4-15,0 0 32 16,0 0 29-16,-17 0-6 16,17 0-39-16,3 0-9 15,8 0 4-15,6 0 0 16,1-1 8-16,2-3-3 15,-1-2-14-15,-3 4 6 16,-3-1-11-16,-7 3-2 16,-2 0 0-16,-4 0-5 15,0 0 10-15,0 0 3 16,0 0-3-16,0 0 6 16,0 0-7-16,0 0 2 15,0 0 4-15,0 0-10 0,0 0 4 16,0 0 0-16,0 0-4 15,0 0 5-15,0 0-5 16,0 0 4-16,0 0-1 16,0 0-7-16,0 0 5 15,0 0-6-15,0 0 0 16,0 0 1-16,0 0 1 16,0 0-2-16,0 0 0 15,0 0 3-15,0 0-2 16,0 0 1-16,0 0-1 15,0 0 9-15,0 0-7 16,0 0 3-16,0 0 0 16,0 0-6-16,0 0 5 15,0 0-3-15,0 0 1 0,0 0 7 16,0 0-5-16,0 0 3 16,0 0 0-16,0 0-8 15,0 0 8-15,0-2-6 16,0 2-1-16,0 0 2 15,0 0-2-15,0 0-1 16,0-1 0-16,0 1 2 16,0 0-2-16,0 0 0 15,0 0 0-15,0 0-2 16,0 0 2-16,0 0-3 16,-3 0 1-16,3 0-32 15,0 0-18-15,-1 0-86 16,-2 0-92-16,-3 0-65 15,-4 1-125-15</inkml:trace>
  <inkml:trace contextRef="#ctx0" brushRef="#br0" timeOffset="-131730.81">8693 11642 750 0,'0'0'0'15,"0"0"-191"-15,0 0-100 16</inkml:trace>
  <inkml:trace contextRef="#ctx0" brushRef="#br0" timeOffset="-131055.11">6460 9833 793 0,'0'0'179'0,"0"0"-148"0,0 0-28 16,0 0 9-1,0 0 14-15,0 0 33 0,0 0-55 16,-22-13-4-16,22 13-46 16,0 0-20-16,0 6-50 15,0 7 25-15,-5 0-337 16</inkml:trace>
  <inkml:trace contextRef="#ctx0" brushRef="#br0" timeOffset="-129397.71">11171 10780 531 0,'0'0'139'0,"0"0"-106"15,0 0 20-15,0 0 115 16,0 0-6-1,0 0-37-15,-29-31-45 0,29 31-11 16,0 0-20-16,0 0-8 16,0 0-18-16,0 5-8 15,7 25-5-15,20 19 32 16,17 18 44-16,9 17-38 16,14 10-11-16,3 0-13 15,0-6-14-15,-3-9-7 16,-6-11 3-16,-8-6-3 15,-6-10-3-15,-12-9 1 16,-8-17-1-16,-11-6 0 16,-7-9-2-16,-4-8-13 15,-5-2-25-15,0-1-14 0,0-1-29 16,-10-24-89 0,-14-10-148-16,-3-18-303 0</inkml:trace>
  <inkml:trace contextRef="#ctx0" brushRef="#br0" timeOffset="-129093.02">11615 10703 1018 0,'0'0'254'0,"0"0"-203"15,0 0-48-15,0 0 38 16,0 0 107-16,0 0-86 16,-69 16-53-16,44 55 33 15,-11 23 30-15,-6 15-36 16,-3 3-8-16,-1 2 4 16,-1-4-8-16,0-12-10 15,5-8-6-15,6-17-8 16,7-12 1-16,9-18-1 15,6-9-13-15,13-16-69 16,1-16-174-16,10-4-370 16</inkml:trace>
  <inkml:trace contextRef="#ctx0" brushRef="#br0" timeOffset="-118879.9">5204 9869 695 0,'0'0'176'0,"0"0"-148"0,0 0-16 16,0 0 19-16,0 0 62 16,0 0-10-16,0 0-44 15,0-9-1-15,0 9 10 16,0 0 2-16,0 0-1 16,0 0-11-16,0 0-5 15,0 0-5-15,0 0-14 16,0 0 0-16,0 0-11 15,0 1-3-15,0 14 9 16,0 7 0-16,0 8 28 16,0-1-13-16,0 5-15 15,-2 0 11-15,-2 1-4 0,0-4-9 16,2-2 2-16,2-6-6 16,0-3 3-16,0-5 1 15,0-1-6-15,0-3 8 16,9 1-5-16,1 1 3 15,2 1 7-15,5 0-3 16,0 2-5-16,4-1 5 16,3-2-7-16,4-1 7 15,2 1-5-15,3-9 1 16,4 1 4-16,6-5-6 16,7 0 5-16,7 0 5 15,7 0-9-15,2-9 6 16,3 0-10-16,1 2-1 15,2 5 3-15,0 2-4 16,-2 0 0-16,-6 0-1 0,-4 0-4 16,-3 0 3-1,0 0 3-15,1 0-1 0,2-4 1 16,2 0-1-16,-1-1 1 16,2-4-1-16,-1 2 2 15,1 1-2-15,1 1 0 16,-2 4 0-16,-3 1 2 15,-6-2-1-15,-6 2-1 16,-4-1 0-16,-8 0-1 16,-1-1 1-16,-4 0 3 15,-3-1-2-15,-2 0-2 16,-2 2 2-16,-3 1-1 0,-1-4 0 16,-6 4 0-16,-1-2 0 15,-4 2 0-15,-3 0 1 16,0 0-3-16,-2-2 1 15,-1 2 1-15,-2 0-1 16,0 0 4-16,0 0-3 16,0 0 0-16,0 0 0 15,0-1 3-15,0 1-3 16,0 0 2-16,0-2 1 16,0 2-3-16,0 0 10 15,0 0-8-15,-3-2-2 16,-10-5 8-16,-6-1-8 15,-1 1 0-15,-2-2 0 0,0 2-3 16,1-1 3 0,0 1 0-16,3 0 2 0,2 2-2 15,1 0 1-15,5 0-1 16,4 4 0-16,3-1 1 16,3 2 0-16,0 0-1 15,0 0 1-15,0 0-3 16,0 0 3-16,0 0-1 15,0 0 0-15,0 0-5 16,0 0 4-16,0 0 0 16,0 0-7-16,2 0 8 15,9 0 0-15,6 3 3 0,3 7-1 16,2-2 0 0,2 3-1-16,-4 0-1 0,-1-1 0 15,-2 0 1-15,-4-1-1 16,-4 1 0-16,-6-1 0 15,-1-2-1-15,0 2 1 16,-2-3 0-16,0-1 1 16,0 1-2-16,0 4 2 15,-4 1-1-15,-19 9 0 16,-7-1 1-16,-8 5-3 16,-7 3-10-16,-1 6-52 15,-1 5-57-15,-2-1-260 16,1 3-393-16</inkml:trace>
  <inkml:trace contextRef="#ctx0" brushRef="#br0" timeOffset="-45696.66">15707 4823 556 0,'0'0'248'15,"0"0"-192"-15,0 0 17 16,0 0 51-16,0 0-1 16,0 0-35-16,0 0-45 15,34-58 0-15,-34 54 9 16,0 2 11-16,0 2-6 16,0 0-12-16,0 0-5 0,-3 0-10 15,-15 0-13-15,-10 0-1 16,-7 15-16-16,-7 8 5 15,-2 12-5-15,-1 6 5 16,4 1-3-16,3 3 6 16,10-2-4-16,11 1 3 15,9-3 5-15,8-2-8 16,0-4 4-16,14-6-7 16,12-5-1-16,8-6 2 15,4-6-1-15,4-4 0 16,3-6-1-16,0-2-2 15,4 0-24-15,-1-6-38 16,-1-12-65-16,1-8-106 16,-3-5-179-16,-4-7-287 15</inkml:trace>
  <inkml:trace contextRef="#ctx0" brushRef="#br0" timeOffset="-45165.41">16165 4925 884 0,'0'0'252'0,"0"0"-231"16,0 0-9-16,0 0 46 16,0 0 21-16,0 0-24 15,-17 36-38-15,7-28 7 16,-1-4 22-16,-5-2 3 16,-2-2-11-16,-2 0-17 15,2-13-1-15,1-10 3 0,3-8-13 16,7-2 2-16,6-1 0 15,1-1-5-15,7 5-3 16,15 4-4-16,2 6 0 16,5 8-2-16,1 10 2 15,-2 2-2-15,-1 17-5 16,-5 15 1-16,-6 11 5 16,-10 5 0-16,-6 7 1 15,-3 6 5-15,-23 1-3 16,-7-4 0-16,-4-7 0 15,-1-12 1-15,1-12 5 16,5-11 0-16,7-9 2 16,7-7 0-16,6-7 2 0,4-19-2 15,6-11-10-15,2-3 2 16,3 2-4-16,21 5 2 16,4 11 0-16,4 7-2 15,1 6 2-15,8 7 2 16,1 2-2-16,-1 3-3 15,1 17 1-15,-5 9 1 16,-5 7-2-16,-8 4 0 16,-5 3-12-16,-6-6-65 15,-4-3-94-15,-8-5-43 16,-1-3-220-16</inkml:trace>
  <inkml:trace contextRef="#ctx0" brushRef="#br0" timeOffset="-44897.93">15371 5630 1360 0,'0'0'88'0,"0"0"-83"15,115 2-5-15,-18-2 93 16,19 0-8-16,14-8-37 0,2-4-21 16,-8 3-8-1,-19-3-15-15,-18 4-2 0,-22 0-2 16,-18-1-35-16,-15-3-98 16,-14-2-211-16,-9-2-381 15</inkml:trace>
  <inkml:trace contextRef="#ctx0" brushRef="#br0" timeOffset="-44776.47">16412 5480 1576 0,'0'0'22'0,"0"0"-22"16,0 0-9-16,0 0 1 16,0 0-188-16,0 0-238 15</inkml:trace>
  <inkml:trace contextRef="#ctx0" brushRef="#br0" timeOffset="-34766.84">19666 4879 842 0,'0'0'283'16,"0"0"-239"-16,0 0-38 16,0 0 48-16,0 0 19 15,0 0-49-15,0 0-24 0,0-4-1 16,0 4-7-16,0 0-36 16,0 15-85-16,-2 2-161 15,-11 0-227-15</inkml:trace>
  <inkml:trace contextRef="#ctx0" brushRef="#br0" timeOffset="-14321.35">19106 3634 509 0,'0'0'77'0,"0"0"-35"0,0 0 87 15,0 0 49-15,0 0-61 16,0 0-36 0,-12-7-33-16,10 7-1 0,-3 0-9 15,-5 5-21-15,-6 14 0 16,-5 10 18-16,-2 6-15 15,3 2 21-15,3 2 1 16,7 1-21-16,5-5-2 16,5-2-10-16,0-4 19 15,3-7-17-15,16-2-7 16,3-5 8-16,3-6 1 16,5-1-10-16,0-4 8 15,2-2-7-15,-2-2 3 0,-2 1-7 16,-2-1-2-16,-5 0-26 15,-1 0-102-15,-5 0-10 16,2 0-61-16,-4 0-94 16,-6-7-129-16</inkml:trace>
  <inkml:trace contextRef="#ctx0" brushRef="#br0" timeOffset="-13833.23">19489 3741 773 0,'0'0'352'16,"0"0"-296"-16,0 0-51 16,0 0 73-16,0 0-16 15,0 0-60-15,43-16 6 16,-9 13-7-16,-1 2 0 15,0 1-1-15,1-2-41 16,-6 2-104-16,-6 0-124 16,-13 0-147-16</inkml:trace>
  <inkml:trace contextRef="#ctx0" brushRef="#br0" timeOffset="-13668.43">19485 3902 1138 0,'0'0'123'0,"0"0"-123"16,0 0-20-16,0 0 20 16,89-17 29-16,-37 4-29 15,5 0-9-15,-2 1-70 16,-3 0-137-16,-10-2-120 16</inkml:trace>
  <inkml:trace contextRef="#ctx0" brushRef="#br0" timeOffset="-13055.3">19928 3543 437 0,'0'0'128'0,"0"0"-128"0,0 0 0 16,0 0 41-16,0 0 70 15,0 0-65-15,0-11-7 16,0 10 34-16,0 0 41 15,0-1 8-15,0 2-53 16,0-1 1-16,0-1-21 16,0 0 3-16,0 1-6 15,0 0-20-15,0 1 6 16,0-3-7-16,0-1-13 16,0-1 3-16,0-3-13 0,2 1-1 15,-2 0 7 1,2 1-2-16,-2 2-2 15,1 3 9-15,1-1-10 0,-2 2 3 16,0 0-6-16,0 0 0 16,0 0-1-16,0 0 1 15,0 0-19-15,2 20-2 16,1 11 19-16,6 8 2 16,1 6 12-16,-1 2-12 15,1 0 7-15,-1 2-6 16,-2 2 3-16,-3-2-3 15,0-5-1-15,-4-3 0 16,0-6-4-16,0-4-22 16,0-4-50-16,0-4-47 15,0-7-68-15,0-8-70 0,0-8-151 16</inkml:trace>
  <inkml:trace contextRef="#ctx0" brushRef="#br0" timeOffset="-12687.63">20137 3699 982 0,'0'0'97'16,"0"0"-88"-16,0 0 10 16,0 0 47-16,0 0-26 15,0 0-40-15,0-2-14 0,-6 17 14 16,-11 8 13-16,-3 1 9 15,-2-2-14-15,6-7 1 16,0-5 23-16,6-5 17 16,4-1-9-16,0-2-7 15,6 0-22-15,0-2 20 16,0 0-19-16,0 0-11 16,0 0 6-16,14 0-2 15,7 7 0-15,11 2 9 16,8 4-11-16,1 4 8 15,2 0-11-15,-2 5-2 16,-7 0 1-16,-2 2-78 16,-8-2-52-16,-4-4-36 15,-9-6-133-15,-6-8-153 0</inkml:trace>
  <inkml:trace contextRef="#ctx0" brushRef="#br0" timeOffset="-11886.53">18708 3749 388 0,'0'0'115'0,"0"0"-105"15,0 0 15-15,0 0 37 0,0 0 9 16,0 0 27-1,-23-17-12-15,19 13 17 0,2 1-5 16,1-1-22-16,1 1 21 16,0-3-27-16,0 1-29 15,1-1-7-15,13-1-24 16,6 4 3-16,7 3 5 16,6 0-15-16,2 13 17 15,4 11-10-15,-3 9-9 16,0 5 6-16,-7 1-6 15,-5 0 2-15,-9-3-3 16,-12 1 3-16,-3-2-3 16,-5 2 11-16,-18-5-1 0,-4-2-3 15,1-4-7-15,2-8-3 16,6-6-10-16,8-4-94 16,7-7 5-16,3-1-43 15,6-5-264-15</inkml:trace>
  <inkml:trace contextRef="#ctx0" brushRef="#br0" timeOffset="-10705.33">20627 3571 495 0,'0'0'70'16,"0"0"-66"-16,0 0 64 16,0 0 66-16,0 0-60 15,0 0-59-15,-23-15-2 16,23 15 5-16,-2-1 9 16,0 1 9-16,1 0-5 15,1-1 15-15,0 1 22 16,-2 0-33-16,2 0-11 15,0 0-19-15,0 0-5 16,0 10 0-16,0 7 2 16,0 2 8-16,0 1-4 15,0-2 0-15,0-2-1 0,9-2-2 16,1-4 4-16,0-1-1 16,0-1 5-16,1-2-4 15,3-3 4-15,0-2-6 16,3-1 22-16,-3 0-6 15,-1 0-14-15,-2-8 16 16,3-3-7-16,-4-4 13 16,-2-2-3-16,-1 0-17 15,-5-4 11-15,-2 1-7 16,0-1 0-16,0 0 26 16,-3 2-29-16,-4 3 3 15,2 7 10-15,0 3-23 16,5 3 9-16,-2 3-7 0,2 0-2 15,0 0 0-15,-2 0-13 16,1 9-14-16,-1 19 16 16,2 16 11-16,0 15 4 15,0 12-4-15,0 11 1 16,8 6 1-16,5 2 2 16,-3-10-3-16,-1-15-1 15,-2-10 1-15,-4-14-1 16,-3-14 0-16,0-3 0 15,-2-7 2-15,-21 0 22 16,-10-4 24-16,-7-6-16 16,-5-7-15-16,0 0 15 0,4-17 0 15,9-15-6-15,8-6-3 16,7-2-9-16,8 4 5 16,9 2-17-16,0 3 3 15,7 4-6-15,15 1 1 16,8 2-9-16,5 5-18 15,8 4-46-15,8 3-62 16,1 2-75-16,-4-3-279 16</inkml:trace>
  <inkml:trace contextRef="#ctx0" brushRef="#br0" timeOffset="-10390.96">21179 3630 1193 0,'0'0'199'0,"0"0"-199"0,0 0-29 16,0 0 27-16,0 0-11 16,0 0-88-16,40 0-101 15,-21 11-236-15</inkml:trace>
  <inkml:trace contextRef="#ctx0" brushRef="#br0" timeOffset="-10221.24">21362 3800 1430 0,'0'0'27'0,"0"0"-27"0,0 0 0 15,-46 106 8 1,36-60-8-16,1 4-2 0,1 0-85 15,-1-5-118-15,-9-12-179 16</inkml:trace>
  <inkml:trace contextRef="#ctx0" brushRef="#br0" timeOffset="-8356.14">21786 3769 535 0,'0'0'237'16,"0"0"-203"-16,0 0-4 16,0 0 118-16,0 0-17 15,0 0-69-15,-5-17-37 16,5 13-3-16,0-3 39 15,8-2-31-15,5-4-17 0,4-1 7 16,3 3-6-16,4 0 9 16,-1 3-9-16,2 4-9 15,-1 2 8-15,-5 2-12 16,3 3 1-16,-7 19-2 16,2 9-2-16,-5 9 1 15,-7 5 2-15,-4 2 2 16,-1-2 3-16,0-5-6 15,-8-7 0-15,-2-8 6 16,-3-3-1-16,-1-9-5 16,1-2 2-16,-2-1-2 0,0-4 9 15,2 0-5-15,4-5-4 16,2-1 1-16,7 0 3 16,0 0 13-16,0 0-6 15,0-10-11-15,0-10-5 16,16-4-24-16,4-6 21 15,3-1 0-15,7-4-3 16,0 1 10-16,2 1-3 16,0 2 4-16,-2 6 3 15,-7 2-2-15,-3 6-1 16,-5 2 0-16,-3 2 3 16,0 3 0-16,-6 0-3 15,0 6 2-15,-5 1 3 16,-1 1-4-16,0 2 6 0,0 0 3 15,0 0-4 1,0 0 14-16,0 0-6 0,0-1-7 16,0 0 10-16,0-1-9 15,0-1-1-15,0-1 2 16,0 2 0-16,0-1 3 16,0 1-8-16,0 1-2 15,0-1 6-15,0-2-6 16,0 2-2-16,0-1 0 15,0 3 1-15,0-1-1 0,0 1 0 16,0 0 1 0,0 0-5-16,0 0 4 15,0 0 0-15,0 0-1 0,0 0-2 16,0 0 1-16,0 0-1 16,0 0-19-16,0 0 7 15,0 0-7-15,-5 12 21 16,-5 11-4-16,-2 8 10 15,2 5-5-15,4 5 0 16,4 3 4-16,2-2 2 16,0-4-6-16,0-1 2 15,2-10 2-15,9-4-2 16,-1-8 1-16,1 0-1 16,0-8 1-16,4 0 6 15,2-7-9-15,6 0-33 0,4 0-61 16,8-12-116-1,-1-9-172-15</inkml:trace>
  <inkml:trace contextRef="#ctx0" brushRef="#br0" timeOffset="-8177.79">22533 3852 881 0,'0'0'473'0,"0"0"-473"16,0 0-113-16,0 0 113 0,92 0 27 16,-42 0-27-1,0 0-13-15,-6 0-244 0,-17 0-248 16</inkml:trace>
  <inkml:trace contextRef="#ctx0" brushRef="#br0" timeOffset="-8019.78">22590 4029 1188 0,'0'0'0'0,"0"0"-129"16,0 0 129-16,110-3 27 16,-55-5-27-16,2 1-130 15,-7-2-177-15</inkml:trace>
  <inkml:trace contextRef="#ctx0" brushRef="#br0" timeOffset="-7744.66">22993 3581 1078 0,'0'0'41'15,"0"0"-33"-15,0 0 55 16,0 0-22-16,0 0-41 16,0 0 0-16,7 56 20 0,3-19-6 15,-2 5 3-15,0 1 17 16,-3 4-21-16,-1 0-3 16,-3-1-8-16,-1 1 1 15,0-3-6-15,0-6-85 16,-12-10-140-16,1-10-161 15</inkml:trace>
  <inkml:trace contextRef="#ctx0" brushRef="#br0" timeOffset="-7389.67">23128 3732 856 0,'0'0'187'0,"0"0"-187"16,0 0-42-16,0 0 42 16,0 0 24-16,0 0-18 15,-8 27 4-15,-9-5 1 16,1-6 1-16,-2-1 8 16,7-4 14-16,1-6 19 15,5-1 5-15,0 2-26 16,2-3 0-16,3 1-22 15,0 1 1-15,0-2-8 16,0 4 0-16,10 5 13 16,8 1-3-16,9 3 4 0,1 1 3 15,6-1-14-15,-3 0-5 16,1 0-1-16,2 0-86 16,-6-1-96-16,-1-3-182 15</inkml:trace>
  <inkml:trace contextRef="#ctx0" brushRef="#br0" timeOffset="-7265.46">23379 3966 624 0,'0'0'245'16,"0"0"-245"-16,0 0-216 0,0 0 72 15,0 0-104 1</inkml:trace>
  <inkml:trace contextRef="#ctx0" brushRef="#br0" timeOffset="-6761.78">23581 3712 786 0,'0'0'491'0,"0"0"-483"16,0 0-5-16,0 0 57 15,0 0 4-15,0 0-34 16,37-75-28-16,-16 72 2 16,-2 3-7-16,-3 0 3 0,-5 0-7 15,-5 6-2 1,-2 8-11-16,-4 3 17 0,0 4-2 16,-5-1 5-16,-11 3 0 15,-1-6 0-15,-2-4 0 16,6-6 11-16,3-3-8 15,5-1 6-15,5-3-3 16,0 0-1-16,0 0 1 16,0 0-6-16,0 0-1 15,10 0-4-15,8 0 5 16,4 0 6-16,3-1-6 16,0 1 0-16,1 0-6 15,0 0 4-15,0 7 2 16,-2 4-2-16,-6 1 5 15,-5-1-6-15,-7 2 3 0,-5 0-8 16,-1 1 8 0,0 4 0-16,-13 2 29 0,-7 1-3 15,-5 0-23-15,-3-1 13 16,0-4-15-16,2-1-1 16,3-2-44-16,6-5-131 15,5-8-185-15,12 0-265 16</inkml:trace>
  <inkml:trace contextRef="#ctx0" brushRef="#br0" timeOffset="-6405.67">24008 3609 585 0,'0'0'651'0,"0"0"-640"15,0 0-6-15,0 0 45 16,0 0 66-16,0 0-77 16,3-37-39-16,-3 37-10 15,2 3 1-15,-1 15-8 16,3 12 17-16,-4 7 14 16,0 8-7-16,0 6 13 15,0 1 6-15,2-3-22 16,4-2 8-16,4-7-6 0,1-8-3 15,5-6 9-15,0-10-11 16,4-4 7-16,2-5-4 16,5-3-3-16,1-4-1 15,1 0-11-15,-2-4-75 16,-5-15-19-16,-8-5-84 16,-10-4-257-16</inkml:trace>
  <inkml:trace contextRef="#ctx0" brushRef="#br0" timeOffset="-6244.31">23982 3796 1219 0,'0'0'170'0,"0"0"-170"16,0 0-7-16,0 0 7 16,93-6 32-16,-37 4-29 15,8-1-6-15,-4 3-63 16,-12-1-216-16,-17-1-388 15</inkml:trace>
  <inkml:trace contextRef="#ctx0" brushRef="#br0" timeOffset="19232.34">4110 9857 793 0,'0'0'159'15,"0"0"-154"-15,0 0 9 16,0 0 9-16,0 0 58 16,0 0 4-16,0 0-29 15,0 0-15-15,0 0 21 16,-59-11-13-16,42 11 4 16,-5 0-6-16,4 0-5 0,1 0 4 15,0 0-11-15,7 0-11 16,2-2 2-16,3 2-4 15,5-1 4-15,0 1-3 16,0 0-9-16,0 0-9 16,0 0-1-16,0 0-2 15,7 0-4-15,19 0-3 16,17 0 5-16,25 0 12 16,17 0-4-16,10-3-2 15,2-11 5-15,-2 0-2 16,-8-3 2-16,-6-1-5 15,-15 3 3-15,-14 1-7 0,-17 5-2 16,-15 4 0 0,-11 2-1-16,-4 0 1 0,-5 1-1 15,0 0 1-15,0 2-7 16,2 0-26-16,-2 0-55 16,2 0-120-16,2 0-92 15,-1 0-246-15</inkml:trace>
  <inkml:trace contextRef="#ctx0" brushRef="#br0" timeOffset="20306.18">4456 9875 845 0,'0'0'137'0,"0"0"-137"16,0 0-7-16,0 0 7 16,0 0 65-16,0 0-11 15,-18-12-35-15,18 12-16 16,0 0 4-16,0 0 16 15,0-2-4-15,0 2 1 16,0-1-2-16,0 1 3 0,0 0 1 16,0 0-7-16,0 0-5 15,0 0 8-15,0-1-2 16,0 1 11-16,0-2 2 16,0 0-5-16,0 2 16 15,0-2 6-15,0-1-4 16,0-1-10-16,0-3-21 15,0-1-6-15,0 0 6 16,2 5 19-16,0-1-8 16,-2 3-4-16,1-1 3 15,-1 1 7-15,0 1-15 16,0 0-2-16,0 0-3 16,0 0-8-16,0 0 5 0,0 0-5 15,0 0-5 1,0 0 3-16,9 11-7 0,4 10 9 15,7 13 12-15,9 5-4 16,6 6 4-16,8-1-6 16,6-1 0-16,3-4-1 15,-1-4 0-15,-1-4-1 16,-1-1-3-16,2-3 0 16,5 2 3-16,6 0 3 15,7-1 10-15,0 0-1 16,4-2-15-16,2-2 4 15,-2-1-3-15,4 0-1 16,-2-3 3-16,1-3-3 16,-4 0 0-16,-2-4 3 0,-1-2-3 15,-3 1 3-15,3-4 0 16,-3 1-4-16,0-2 4 16,-5-4-4-16,-2-2-2 15,0 1 1-15,1-2 1 16,0 0 5-16,2 0-5 15,0 0 0-15,-2 0 3 16,0 0-2-16,2-3 0 16,0-1-1-16,5-2 2 15,0 1-2-15,-1 1 1 16,3-3 2-16,-5 1-2 16,3 2-1-16,-2-2 1 15,3-3 1-15,1-2 0 0,-1 0-2 16,-3-2-1-1,-4 0 1-15,-5 2-1 0,-4-2 1 16,-5 2-2-16,-5 1 1 16,-9 2 0-16,-7 4 1 15,-10 0 0-15,-6 0 2 16,-7 2-2-16,0-1 2 16,-3 3-1-16,0-1 1 15,0 1-2-15,0 0 0 16,0 0 0-16,0 0 4 15,0 0-7-15,0 0 3 16,0 0-8-16,0-5-26 16,-14-4-42-16,-16-16-124 0,-17-14-356 15</inkml:trace>
  <inkml:trace contextRef="#ctx0" brushRef="#br0" timeOffset="22489.19">6588 8980 376 0,'0'0'239'0,"0"0"-162"16,0 0-68-16,0 0 79 15,0 0 52-15,0 0-12 16,0 4-31-16,0-4-16 16,0 0 7-16,0 0 10 15,0 0-17-15,0 0-17 16,2 0-23-16,0 0-2 0,0-2-4 15,1-13-15-15,1-2-8 16,3-7-7-16,5-3-2 16,1-4 8-16,3 0-1 15,2-1-5-15,2-1 3 16,-2 2-6-16,4 0 4 16,-2 3 1-16,4 0-6 15,4-1 6-15,4 0-7 16,6 3 3-16,4 0 1 15,0 2-3-15,-2 3 4 16,2 1 1-16,0 0-5 16,1 0 6-16,4 0-4 15,6-3 0-15,4-1 5 0,3 0-7 16,3 2 5-16,-4 2-6 16,-1 3 5-16,-2 0-5 15,2 1 0-15,1 5 0 16,0 3-2-16,-4 3 2 15,0 4 0-15,-3 1 0 16,3 0 1-16,0 6 0 16,4 8-1-16,-4 2 0 15,0 6 3-15,-2 3-1 16,-2 3-2-16,-5 2 2 16,-2 2-1-16,-2-4 4 0,-5 1-4 15,-2 1 0 1,-2 2-1-16,-1 0 4 0,0 7-2 15,-1-1 5 1,1 4-6-16,0 1 1 0,-2-3-1 16,-2 0-1-16,-2-3 4 15,-3 1-2-15,-4-2-2 16,-2 1 1-16,1 2 1 16,-4 2 1-16,0 3-1 15,-2 0 1-15,-2-2 3 16,0-1-4-16,-1-1 2 15,4-3-3-15,-4-3-1 16,3-2 5-16,0-3-3 16,-2-5 0-16,0-3-1 0,0-2-1 15,0 1 4 1,0 0-3-16,0 0-1 0,-2-2 4 16,1 1-3-16,-3-1 1 15,1-2 2-15,0 1-4 16,-2 0 3-16,0-2-3 15,0 2 1-15,-2 0 1 16,1 1-1-16,0-3-1 16,-2 1 0-16,2-1 2 15,-1-6 0-15,-1 3-2 16,-1-7 0-16,1-2-1 16,0 0 2-16,-1-1-1 15,-1-1 0-15,0 1 0 16,0-1 1-16,0-1-1 15,0 0 3-15,2 0-2 0,-2 0-1 16,0 0 0-16,0 0-1 16,0 0 5-16,0 0-4 15,0 0 0-15,0 0 0 16,0 0-1-16,0 0 1 16,0 0 0-16,0 0 2 15,0 0 0-15,0 0-2 16,0 0 0-16,0 0-2 15,0 0 0-15,0 0 2 16,0 0 1-16,0 0-1 16,0 0 0-16,0 0 0 0,0 0 0 15,0 5-4-15,0-2 4 16,0 3 0-16,0 0 2 16,2-2-2-16,-2-1 2 15,1 0-2-15,-1-1 0 16,0 0 0-16,0-2-1 15,2 0 1-15,-2 0 0 16,0 0-1-16,0 0 3 16,0 0-1-16,0 0 0 15,0 0-1-15,0 0 4 16,0 0-3-16,0 0-1 16,0 0 1-16,0 0-1 15,0 0 0-15,0 0 3 16,0 0-3-16,-10 0 1 0,-8-2-1 15,-4-4 0-15,0 1-1 16,2 2 2-16,3-1 1 16,2-2-1-16,0 0-1 15,2 0 3-15,1 0-3 16,4 2 0-16,1 1 1 16,3-2 1-16,3 2-1 15,-1 1-1-15,2 0 2 16,0 2-3-16,0 0 1 15,0 0-1-15,0 0 1 16,0 0-4-16,0 0 4 16,0 0-4-16,0 0-1 0,0 0-3 15,10 9 6-15,7 5 2 16,5 1 3-16,-2 0-3 16,1-2 0-16,1-1 0 15,-3-3 0-15,-1 1 0 16,-6-6 0-16,-2 2 0 15,-2-6-1-15,-1 0 2 16,1 0-1-16,1 0 2 16,2-8 1-16,3-8 0 15,-1 0-3-15,-3-4 0 16,-2 1 1-16,1-2-1 16,-2-3-2-16,-2 1 1 15,0 1 0-15,-2 4-3 16,0 3 5-16,-3 4-2 15,0 6 2-15,0 4-2 0,0 1 4 16,0 0-6-16,0 0 1 16,0 0 0-16,0 12-7 15,-10 10 9-15,-8 6 0 16,-6 3 0-16,1 4-4 16,3 4-55-16,2 7-40 15,-2 1-168-15,-6-1-364 16</inkml:trace>
  <inkml:trace contextRef="#ctx0" brushRef="#br0" timeOffset="110788.42">3877 11198 725 0,'0'0'97'16,"0"0"-75"-16,0 0 6 16,0 0 64-16,0 0 35 15,0 0-34-15,0 0-23 16,-7-32 3-16,4 19 1 0,-3-2 3 15,3-5-12 1,2-2-29-16,-1 1-11 0,2-1-4 16,0 3-16-16,0 4 6 15,0 8-9-15,0 5 1 16,0 2-3-16,8 8-16 16,9 25-4-16,5 21 17 15,3 19 3-15,-2 7 9 16,-3 1-3-16,-1-4-5 15,-5-10 4-15,-1-16-3 16,-5-12 0-16,-3-15-2 16,-3-11 0-16,-2-5 0 15,0-8 1-15,0 0 13 16,0-11 13-16,0-25 1 0,-6-14-28 16,-6-8 4-1,1-9 2-15,5 0-4 0,2 3-2 16,4 5 0-16,0 12-2 15,8 13 0-15,8 14 1 16,-1 9-1-16,5 11-4 16,3 0 3-16,2 20-4 15,3 11 3-15,-1 9 4 16,-2 3-1-16,-4 2-1 16,-7-3 2-16,-4-1-2 15,0-8 2-15,-5-9-52 16,1-7-35-16,-3-6-51 15,2-9-29-15,0-2-96 0,2-10 14 16,-1-19-76-16</inkml:trace>
  <inkml:trace contextRef="#ctx0" brushRef="#br0" timeOffset="111051.5">4273 11260 200 0,'0'0'458'0,"0"0"-257"16,0 0-183-16,0 0 30 15,0 0 114-15,34 119-62 16,-13-79-53-16,4-7-30 15,2-9 3-15,0-10 10 16,-6-10 7-16,0-4-3 16,-8 0 5-16,-5-18 25 15,-6-8 14-15,-2-5-15 0,-9-5-4 16,-21 0 1 0,-8 1-47-16,-5-2 1 0,-1 3-12 15,4 11-1-15,6 8-1 16,14 8-9-16,12 7 1 15,8 6-55-15,1 17-98 16,30 10-50-16,7 1-152 16,7-8-229-16</inkml:trace>
  <inkml:trace contextRef="#ctx0" brushRef="#br0" timeOffset="111488.12">5017 11131 1369 0,'0'0'83'0,"0"0"-65"16,0 0 27-16,0 0 45 16,0 0-30-16,0 0-49 15,-85-47-5-15,58 57-6 16,-1 10 0-16,-1 6 12 15,4 3-12-15,5 0 7 16,3-2-6-16,9 0 0 16,6-4-2-16,2 1-4 0,7-1 3 15,16-2 2 1,9 6 0-16,3-8 3 0,4-2-2 16,-3-2 0-16,-6-3 2 15,-10-2-3-15,-10-3 0 16,-8 0 2-16,-2-1 2 15,-5 1 18-15,-18 7 23 16,-9 1-13-16,-6 3-13 16,-1-8-18-16,4-3 3 15,0-4-1-15,5-3-3 16,6 0-14-16,10 0-33 16,10 0-32-16,4-3-115 15,18-4-133-15,16-9-245 16</inkml:trace>
  <inkml:trace contextRef="#ctx0" brushRef="#br0" timeOffset="112102.81">5122 11330 1028 0,'0'0'284'0,"0"0"-252"0,0 0-14 16,0 0 85-16,-24 100-16 15,24-67-33-15,14-3-34 16,11-6 0-16,4-7 3 15,-1-14-13-15,1-3-3 16,-8 0 3-16,-4-7-3 16,-10-13 5-16,-7-6 2 15,0-4 2-15,-27 0 0 16,-10 2-9-16,-10 2-1 16,-1 6-3-16,3 6-3 0,8 12 0 15,12 2-5-15,11 0 4 16,13 9 0-16,1 4-15 15,20-4-28-15,23-4-11 16,14-5 5-16,8 0-3 16,0-24-13-16,-4-7 42 15,-12-4 0-15,-11-6 24 16,-14-3 9-16,-11 1 6 16,-10-1 26-16,-3 7 28 15,0 6 0-15,-13 9-21 16,0 5 2-16,4 8-23 15,2 8 2-15,4 1-18 16,1 7-11-16,-3 31-1 0,2 17 1 16,1 15 8-16,2 3-4 15,0-1-4-15,0-2 0 16,8-10-5-16,9-9-45 16,8-18-73-16,5-19-67 15,7-14-61-15,1-10 15 16,-1-15 80-16,-8 0 32 15,-11-3 124-15,-8 7 169 16,-7 5 135-16,-3 7-94 16,0 1-12-16,0 6-86 15,0 2-76-15,0 0-36 16,0 0-6-16,-7 10-61 0,-4 12-121 16,-11 13-110-16,-7 1-405 15</inkml:trace>
  <inkml:trace contextRef="#ctx0" brushRef="#br0" timeOffset="112458.77">4126 11952 685 0,'0'0'787'0,"0"0"-787"15,0 0-69-15,90 0 69 16,-15 0 89-16,24-3 7 16,28-3-40-16,20 1 2 15,17 2-8-15,5 0-28 16,-7 3-8-16,-8 0-13 15,-16 0 1-15,-17 0 3 16,-24 0-4-16,-20 0 1 16,-23 0-2-16,-21 0-20 15,-14 0-27-15,-12 0-31 0,-5 0-62 16,-2 0-70-16,0 0-100 16</inkml:trace>
  <inkml:trace contextRef="#ctx0" brushRef="#br0" timeOffset="112625.7">5966 11568 1004 0,'0'0'0'0</inkml:trace>
  <inkml:trace contextRef="#ctx0" brushRef="#br0" timeOffset="124132.24">4787 9754 249 0,'0'0'343'16,"0"0"-343"-16,0 0-24 15,0 0-136-15,0 0 108 16,0 0 7-16,0 0-191 15</inkml:trace>
  <inkml:trace contextRef="#ctx0" brushRef="#br0" timeOffset="125199.77">9098 10600 983 0,'0'0'184'0,"0"0"-176"16,0 0-5-16,0 0 1 16,0 0 28-16,0 0 33 15,-22-7-13-15,22 6-10 16,0 1-4-16,0 0 0 0,0 0-8 16,12 0-8-16,10 0 6 15,14 0-5-15,16 0 11 16,12-2-14-16,8 2-9 15,6-1-2-15,3 1 7 16,-5-4 0-16,-6 0-3 16,-11 3-4-16,-17 0-3 15,-12-1-1-15,-12 2-1 16,-9 0-3-16,-6 0 4 16,-3 0-4-16,0 0 6 15,0 0 9-15,0 0-8 16,0 0-4-16,0 0 0 0,0 0-3 15,0 0-1-15,0 0-9 16,0 0-29-16,0 0-77 16,-10 2-132-16,-7 5-150 15,-6-4-522-15</inkml:trace>
  <inkml:trace contextRef="#ctx0" brushRef="#br0" timeOffset="136580.26">18002 4719 332 0,'0'0'196'0,"0"0"-128"16,0 0-27-16,0 0 25 15,0 0 49-15,0 0-55 16,0 0-16-16,0 0-16 16,0-64-1-16,0 61 23 15,0 3-4-15,0 0-15 16,0 0-5-16,0 0-26 16,0 20-5-16,4 9 1 15,6 1 6-15,5 2-2 16,-1-2 0-16,4-6 2 15,0-1-2-15,-2-7 0 0,1-4 3 16,-3-5-2-16,-4-5 3 16,-2-2-1-16,1 0 5 15,-1 0 0-15,2-9 21 16,0-6-7-16,1-5 1 16,-1-1-9-16,1-3-13 15,-4-3 1-15,-3-4 6 16,-2 1-7-16,-2-1 8 15,0 5 3-15,0 5 8 16,0 7-10-16,-2 8-2 16,1 4 3-16,-1 2 2 15,1 0-13-15,-5 14-5 16,3 17-3-16,-2 14 8 16,-2 15 0-16,6 13 0 0,1 17 0 15,0 5 0-15,0 5 1 16,0-13-3-16,1-16 4 15,6-10 0-15,-2-16-1 16,-3-12-1-16,-2-12 0 16,0-4 6-16,-7-5-6 15,-17-7 62-15,-5-5-21 16,-7-1-17-16,0-28 12 16,-3-14-23-16,4-11 4 15,5-6-12-15,10-1-1 16,8 9 7-16,9 10-9 15,3 12 1-15,1 7-3 0,23 8-11 16,7 3-1-16,13 8-4 16,11 1-104-16,5 1-9 15,1-4-184-15,-4-7-115 16</inkml:trace>
  <inkml:trace contextRef="#ctx0" brushRef="#br0" timeOffset="136846.92">18517 4665 775 0,'0'0'141'15,"0"0"-107"-15,0 0 2 16,0 0 113-16,0 0-88 0,0 0-61 16,-26 3 3-1,32 45 0-15,4 12 38 0,2 10-14 16,-2 3 15-16,1 5-3 15,-1 0-18-15,-3-6-11 16,-1-4-5-16,-5-7-3 16,-1-7 1-16,0-3-3 15,0-6 0-15,0-8-76 16,-5-8-118-16,3-16-173 16,2-13-196-16</inkml:trace>
  <inkml:trace contextRef="#ctx0" brushRef="#br0" timeOffset="137381.02">18735 4890 1034 0,'0'0'41'0,"0"0"-29"16,51-78 46-16,-14 59 8 15,8 4-37-15,-1 7-17 16,-8 6-12-16,-7 2 0 16,-12 2-1-16,-9 16-8 15,-8 5 9-15,0 7 10 16,-12 3-1-16,-10-1-3 16,-1-5-3-16,4-7 7 0,5-7-3 15,5-7 0-15,6-3 6 16,2-3-11-16,1 0 1 15,0 0 1-15,0 0 0 16,13 0 2-16,10 0 2 16,9-5-2-16,1 5-5 15,-1 0-1-15,-3 0-1 16,-5 11-4-16,-5 5 0 16,-9 5 0-16,-5 5 2 15,-5 3 3-15,0-2 9 0,-12 0-3 16,-13-3 11-1,-6-4 48-15,-6-5 2 0,-3-3-16 16,3-5 2-16,7-6-19 16,6-1-4-16,9 0-22 15,7 0 4-15,5 0-9 16,3 0-2-16,0 0-1 16,0 0-16-16,0 0-111 15,0 11-103-15,0 1-78 16,0 1-79-16</inkml:trace>
  <inkml:trace contextRef="#ctx0" brushRef="#br0" timeOffset="137730.13">17951 5459 1010 0,'0'0'140'16,"0"0"-140"-16,0 0 0 15,100 0 28-15,-15 0 37 16,24 0-41-16,24-6-12 0,18-12 8 15,13-6-13-15,-3 0 9 16,-21 2-7-16,-28 8-8 16,-30 5-1-16,-30 4-3 15,-24 4-22-15,-20 1-82 16,-8 0-69-16,-14 0 5 16,-24 4 54-16,-10 5-261 15</inkml:trace>
  <inkml:trace contextRef="#ctx0" brushRef="#br0" timeOffset="137996.75">18039 5612 1018 0,'0'0'172'0,"0"0"-160"15,0 0-11-15,141 0 18 16,-50 0 33-16,30 0 3 16,16-1-23-16,8-3-15 15,-4 0 3-15,-17 0-12 16,-23 3-5-16,-20-3-3 16,-23 3-13-16,-14-2-91 15,-12-1-85-15,-12-6-157 16,-7 0-140-16</inkml:trace>
  <inkml:trace contextRef="#ctx0" brushRef="#br0" timeOffset="138122.92">19402 5518 1043 0,'0'0'256'16,"0"0"-229"-16,0 0-26 16,0 0-1-16,0 0-13 15,0 0-4-15,0 36-297 16,-17-21-381-16</inkml:trace>
  <inkml:trace contextRef="#ctx0" brushRef="#br0" timeOffset="143812.34">14760 6044 678 0,'0'0'109'16,"0"0"-90"-16,0 0 9 16,0 0 63-16,0 0 9 15,0 0-31-15,0 0-27 0,0 0-5 16,-4-8 14-16,2 8-3 15,2 0-3-15,-2 0-11 16,2 0-14-16,0 0-5 16,0 0-15-16,0 0-4 15,-2 12-1-15,-1 14-1 16,2 13 6-16,1 7 0 16,0 1 2-16,0-1-2 15,10-9 0-15,4-4 3 16,3-9-4-16,2-3 1 0,-3-5-2 15,3-8 2-15,0-6 0 16,-2-2 7-16,4 0-7 16,0-19 14-1,-4-9 0-15,0-5-11 0,-6-6-1 16,-1-2-2-16,-4-3 10 16,-3 0-6-16,-3 3 2 15,0 7-5-15,0 10 0 16,0 7 9-16,0 11 12 15,-2 3 7-15,2 3-21 16,-1 0-8-16,-5 13-6 16,0 21 0-16,-2 17 5 15,-1 17 2-15,6 8-1 16,1 8 0-16,2 4 1 16,0-2-1-16,0-2 0 0,0-9 3 15,0-12-3-15,0-12 0 16,0-13 0-16,0-8 2 15,0-6-1-15,-11-7 5 16,-8-4-1-16,-3-4-4 16,-1-7 15-16,-1-2 11 15,1 0 10-15,0-24 4 16,1-11-12-16,6-10-11 16,7-5-10-16,5 1-4 15,4 3 7-15,2 5-6 16,15 4-3-16,6 5-1 15,3 7-1-15,0 3-1 0,0 5-7 16,-2 4-4-16,1 6-64 16,2 3-65-16,0 1-99 15,-2-3-172-15</inkml:trace>
  <inkml:trace contextRef="#ctx0" brushRef="#br0" timeOffset="144029.32">15262 6211 924 0,'0'0'306'0,"0"0"-265"0,0 0-28 16,0 0-7-16,0 0 30 15,100-27-2-15,-60 27-34 16,-2 3-3-16,-7 9-3 15,-6 3-60-15,-6 0-131 16,-14 3-261-16</inkml:trace>
  <inkml:trace contextRef="#ctx0" brushRef="#br0" timeOffset="144212.2">15349 6380 1169 0,'0'0'73'0,"0"0"-73"16,0 0 0-16,0 0 2 0,0 0 13 16,0 0-10-16,88 23-5 15,-54-12-1-15,-2-4-183 16,-4-5-135-16</inkml:trace>
  <inkml:trace contextRef="#ctx0" brushRef="#br0" timeOffset="-206465.37">15919 6117 902 0,'0'0'226'15,"0"0"-200"-15,0 0-2 0,0 0 80 16,0 0-40-1,0 0-18-15,12-77-31 0,-2 60-7 16,1-1 17-16,-1 1 11 16,-3 3 2-16,-2 1-3 15,-3 1-7-15,0 5-3 16,-2 1-8-16,0 4 6 16,0 2-8-16,0 0-7 15,0 0-8-15,0 0-7 16,0 17-12-16,0 18 19 15,-6 14 5-15,5 9 10 16,1 5-6-16,0 1-3 16,0-2-2-16,0-8 1 15,0-10-4-15,0-12 0 16,0-9 0-16,0-5-1 0,0-6 0 16,-3-1-14-16,-13-6 14 15,-7-1 8-15,-7-4 6 16,-4 0-7-16,1-4 0 15,-2-9-5-15,6-2 0 16,9 4 3-16,9 3-4 16,9 3 9-16,2 3 7 15,0-2-15-15,6 1-2 16,20-1 3-16,16-4 4 16,13 2 0-16,4 2-7 0,-3 2 3 15,-5 2-3 1,-10 0-2-16,-7 0-6 0,-6 2-59 15,-6 5-85-15,-4-1-139 16,-3-3-153-16</inkml:trace>
  <inkml:trace contextRef="#ctx0" brushRef="#br0" timeOffset="-206224.65">16506 6330 1266 0,'0'0'89'0,"0"0"-83"0,0 0-6 16,2 90 33-16,6-49-1 15,-1-1-23-15,-1-4-9 16,-3 1-2-16,-3-7-64 15,0-4-103-15,0-9-251 16</inkml:trace>
  <inkml:trace contextRef="#ctx0" brushRef="#br0" timeOffset="-205567.49">17069 5993 185 0,'0'0'1076'0,"0"0"-1047"15,0 0-15-15,0 0-13 16,0 0 7-16,0 0 35 15,27 75-8-15,2-32-25 16,0-2-7-16,2-6 5 16,-3-8 0-16,-3-8-7 0,-5-8 2 15,-3-6 2 1,-2-5-1-16,-2 0 5 0,0-16 3 16,1-9-4-16,-4 0-1 15,-2-6-4-15,-1 0 0 16,-5-5-2-16,-2 0-1 15,0 2 2-15,0 6-1 16,0 12 1-16,0 7 5 16,-3 9 17-16,0 0-24 15,-6 17-7-15,1 19 7 16,1 14 9-16,0 16 1 16,6 12-9-16,1 5 8 15,0-1-6-15,1-8 2 16,9-10-5-16,0-9 0 0,-5-10 0 15,-5-12 2-15,0-10 1 16,0-8 13-16,-6-6 26 16,-13-6 11-16,-6-3-9 15,-3 0-12-15,-4-10-7 16,3-17-6-16,5-10-4 16,2-1-10-16,5 0-3 15,5 3 2-15,7 8-3 16,5 3 0-16,0 3-2 15,12 3-5-15,13 1-25 16,8 3-50-16,11-1-102 16,8-2-165-16,0-3-354 15</inkml:trace>
  <inkml:trace contextRef="#ctx0" brushRef="#br0" timeOffset="-205430.06">17673 6113 1329 0,'0'0'155'0,"0"0"-133"16,0 0-18-16,0 0 18 16,0 0-22-16,125-27-12 15,-86 27-229-15,-7 7-240 16</inkml:trace>
  <inkml:trace contextRef="#ctx0" brushRef="#br0" timeOffset="-205268.3">17820 6261 1366 0,'0'0'76'0,"0"0"-76"15,0 0-16-15,0 0 16 16,137-34 0-16,-73 31-93 16,-8-3-220-16,-8-3-235 15</inkml:trace>
  <inkml:trace contextRef="#ctx0" brushRef="#br0" timeOffset="-204834.94">18238 5971 1142 0,'0'0'113'0,"0"0"-94"0,0 0 43 16,0 0 43-16,108-81-60 16,-66 74-34-16,0 7-10 15,-9 0 1-15,-11 12-2 16,-12 17-7-16,-10 9 3 15,-8 2 4-15,-20-1 1 16,-4-7-1-16,5-10 10 16,11-8 1-16,6-8 26 15,8-3-13-15,2-2-12 16,0-1-9-16,5 0-2 16,18 0-1-16,14 0 19 0,10 0-13 15,2 0-6-15,0 0 1 16,-5 0-1-16,-6 11 0 15,-7 1-1-15,-13 2 1 16,-10 3-1-16,-8 2 1 16,-3-2 31-16,-22 3 34 15,-12-3-7-15,-7-4-23 16,-2-2 3-16,-1-2-7 16,3-1-13-16,6-1-10 15,5 1-8-15,4-1-5 16,6 2-7-16,4-2-45 15,3 2-51-15,-3-3-233 16,1 0-301-16</inkml:trace>
  <inkml:trace contextRef="#ctx0" brushRef="#br0" timeOffset="-202602.05">14662 7041 873 0,'0'0'189'0,"0"0"-152"0,0 0-27 16,0 0 4-16,0 0 83 15,0 0-37 1,0 0-18-16,139-23 37 0,-39 18-29 16,19-4-5-16,18-6-18 15,15-4-5-15,2-5 4 16,-2 0-15-16,-20 4-11 16,-27 4 0-16,-28 6 0 15,-27 4-3-15,-25 1-26 16,-13 5-61-16,-12 0-81 15,-8 0-150-15,-31-1-352 16</inkml:trace>
  <inkml:trace contextRef="#ctx0" brushRef="#br0" timeOffset="-197986.52">12162 7700 492 0,'0'0'511'0,"0"0"-378"15,0 0-87-15,0 0 56 16,-11-81 15-16,14 60-26 16,15-1-67-16,6 6-9 15,4 8 4-15,1 5-12 16,-1 3-1-16,-3 23-6 16,-4 15 1-16,-7 11 1 15,-8 10 6-15,-6 4-7 16,-4 4-1-16,-18-3 0 15,-4-5 3-15,-3-13-2 16,4-12-1-16,4-14 1 16,5-7-1-16,8-9 0 15,4-4 6-15,4-6-6 16,0-25-9-16,0-10-50 0,14-7 45 16,10-2 8-16,2 2 2 15,3 3 2-15,2 3-13 16,1 1 11-16,0 2 3 15,-4 3 1-15,-1 3 1 16,-4 4 0-16,-4 6 1 16,-6 1 0-16,-3 9 4 15,-5 2 6-15,-4 6 7 16,-1 5 8-16,0 0 8 16,0 0-13-16,0 0-15 15,-9 7-2-15,-6 13 13 0,-4 6-7 16,3 4-6-16,0 8 0 15,3 2 7-15,3 6 8 16,5 1 3-16,5 0-10 16,0-2 3-16,10-4-3 15,12-6-11-15,6-5-2 16,6-6 3-16,1-6-2 16,3-6-1-16,1-5-16 15,0-5-53-15,-3-2-68 16,-4 0-139-16,-6-10-226 15</inkml:trace>
  <inkml:trace contextRef="#ctx0" brushRef="#br0" timeOffset="-197775.04">12807 7823 1197 0,'0'0'197'0,"0"0"-197"15,0 0 14-15,0 0 40 16,98-16 31-16,-37 8-50 16,5 1-28-16,-6 2-5 15,-8 1-2-15,-9 2-34 16,-11 0-83-16,-7 0-93 16,-12-1-118-16,-7-1-139 15</inkml:trace>
  <inkml:trace contextRef="#ctx0" brushRef="#br0" timeOffset="-197548.04">13079 7652 561 0,'0'0'648'16,"0"0"-607"-16,0 0-39 15,0 0 23-15,0 0 44 16,0 0 46-16,-4 111-76 15,19-66-27-15,0 0-7 16,-2-3-4-16,0-4-2 16,-2-5-7-16,0-9-133 15,0-6-8-15,1-12-161 0,-1-6-197 16</inkml:trace>
  <inkml:trace contextRef="#ctx0" brushRef="#br0" timeOffset="-197053.29">13445 7689 813 0,'0'0'296'0,"0"0"-248"0,0 0 17 15,0 0 73-15,0 0-15 16,0 0-85-16,48-50-24 16,-19 48 15-16,1 2 2 15,-2 0-7-15,-3 15-7 16,-4 10-8-16,-8 8 1 16,-9 3-2-16,-4 8-4 15,-6 2-3-15,-24 0 7 16,-9 3-8-16,-6-7 0 15,2-8 4-15,8-11 2 16,8-15 4-16,12-6 10 16,8-2 15-16,7 0-11 15,0-17-2-15,5-2-21 16,22-4 3-16,10 2 6 0,5 5-5 16,4 0 2-16,3 8-1 15,3 2-5-15,-1 2 1 16,0 4-2-16,-6 0 0 15,-5 0-1-15,-2 0-4 16,-4 5-41-16,0 1-49 16,1-4-98-16,-1-2-173 15,1-2-293-15</inkml:trace>
  <inkml:trace contextRef="#ctx0" brushRef="#br0" timeOffset="-195570.29">14421 6195 767 0,'0'0'132'0,"0"0"-99"16,0 0 18-16,-104-77 102 15,73 59-32-15,-3 3-51 16,-6 3-26-16,-8 1-2 16,-11 2 10-16,-9 2-19 0,-8 4-2 15,1 3-5 1,0 0-1-16,4 0 4 0,5 12-8 16,4 4 5-16,7 6-15 15,7 2 3-15,7 5 1 16,9 6-3-16,8 11-4 15,6 9-3-15,5 6-3 16,8 7 8-16,5-2-8 16,0 0 10-16,2-2-6 15,13-6-4-15,0-7 3 16,-1-8 2-16,-3-10-1 16,-2-8-3-16,-3-7-1 0,-3-5 1 15,1-5-2 1,-4-5 0-16,0 0 1 0,0-3-1 15,0 0 1-15,0 2 2 16,0-2 2-16,0 0 5 16,0 0 8-16,0-8-5 15,-4-9-13-15,-5-2-1 16,-1 0 2-16,0-3-2 16,0 4-1-16,-1-1 0 15,3 1 1-15,-1 2 0 16,3 3 0-16,2 4 0 15,1 6 0-15,2 2 2 16,1 1-2-16,-2 0 0 16,1 0-3-16,1 0-3 15,-3 0 3-15,3 0 0 16,-1 0-1-16,1 0 4 16,-2 0 1-16,2 0-1 0,-1 0-9 15,1 0 7-15,0 0 2 16,-2 0 0-16,2 0 5 15,0 0-4-15,0 0-1 16,-2 0 0-16,0 0 1 16,-4 0-1-16,-4 0 0 15,-2 0 1-15,4 0 0 16,3 0 4-16,5 0-1 16,0 0-2-16,0 0-1 15,0 0-1-15,0-2 3 0,0 2-1 16,0 0-1-1,0 0-1-15,0 0-5 0,0 0 1 16,0 0-1-16,0 0 1 16,0 0-1-16,12 0 1 15,4 11 4-15,11 6 4 16,3 2-3-16,0 0 0 16,-1 1-1-16,-5-4 0 15,-3-2 1-15,-4-5 0 16,-7-1 0-16,-3-7-1 15,-1 0-2-15,-5-1-2 16,4-1 4-16,0-20 1 16,2-11 6-16,-3-8-7 15,-4-2 4-15,0 4-2 16,0 9-2-16,0 9 2 0,-2 11-1 16,0 9-1-16,0 0 0 15,-1 12-12-15,-2 22 8 16,0 14 2-16,2 10 2 15,3 2-4-15,0-1-57 16,6 2-73-16,14-6-154 16,2-7-184-16</inkml:trace>
  <inkml:trace contextRef="#ctx0" brushRef="#br0" timeOffset="-194467.29">14286 7828 281 0,'0'0'83'0,"0"0"-26"16,0 0 69-16,0 0 85 16,0 0-33-16,0 0-19 15,0-9-34-15,0 7-17 16,0 2-12-16,0 0-17 15,0 0-30-15,0 0-18 16,0 0-6-16,5-1-8 16,20-2-5-16,14 0 10 15,7-3 0-15,9-2-11 16,3 0-5-16,1 1-4 0,-4 1-1 16,-10 3-2-16,-9 1 1 15,-10 2-20-15,-7 0-53 16,-6 0-59-16,-4 0-34 15,-8 0-34-15,-1 0-104 16,0 0-86-16</inkml:trace>
  <inkml:trace contextRef="#ctx0" brushRef="#br0" timeOffset="-194243.45">14572 7677 363 0,'0'0'691'0,"0"0"-611"16,0 0-80-16,0 0 0 16,0 0 78-16,0 0 38 15,32 98-65-15,-16-56-26 16,1 0-2-16,-5-1-4 16,-4-2-19-16,-3-5 0 15,0-3-7-15,-2-8-93 16,2-6-68-16,0-7-220 0</inkml:trace>
  <inkml:trace contextRef="#ctx0" brushRef="#br0" timeOffset="-193220.57">15095 7622 458 0,'0'0'664'0,"0"0"-579"16,0 0-64-16,6-77 41 15,10 68 35-15,7 5-34 16,4 4-44-16,3 0-10 16,-1 20 3-16,-5 4-12 15,-7 7 0-15,-9 5 1 16,-8-2-1-16,0 2 0 15,-15-1-2-15,-12-4 4 16,-2-3-3-16,0-9 2 16,6-6 11-16,7-10 1 0,9-3-1 15,7 0 22 1,0-13 0-16,0-8-34 0,14-4 0 16,11 3 1-16,7 0 5 15,1 9-6-15,5 4 0 16,0 5 2-16,2 4-2 15,-1 0-1-15,-8 5 1 16,-10 13 5-16,-11 3-1 16,-10 7 5-16,-3 3 23 15,-20 5-8-15,-10-2-5 16,-5 3-7-16,-1-7-7 16,0-3-3-16,7-6-2 15,11-6-3-15,6-8-38 16,8-5-66-16,7-2-127 0,0-20-44 15,19-16-618-15</inkml:trace>
  <inkml:trace contextRef="#ctx0" brushRef="#br0" timeOffset="-192737.62">15509 7676 1096 0,'0'0'184'0,"0"0"-159"16,0 0 8-16,0 0 66 15,103-74-13-15,-61 73-50 16,-1 1-13-16,-2 1-10 16,-11 17-5-16,-8 7-6 0,-8 3 2 15,-12 5-2-15,0 2-1 16,-15-2 3-16,-12 0-4 16,-2-7 0-16,5-7 9 15,7-8-9-15,7-8 3 16,8-3-2-16,2 0 17 15,0-9-18-15,10-15-9 16,13-10-49-16,9-4 25 16,5-3 2-16,0 1-14 15,-4 5 13-15,-4 1 28 16,-6 6 4-16,-6 4 2 16,-5 6 3-16,-9 7 9 15,-3 6 25-15,0 5 12 0,0 0-13 16,0 0-14-16,-6 4-15 15,-8 13-1-15,-3 10 16 16,-1 5-8-16,6 4-1 16,5 0-1-16,6 0 0 15,1-1-2-15,0-4-10 16,10-2-2-16,8-4-1 16,2-1-1-16,4-4-21 15,-1-6-70-15,0-4-91 16,4-10-110-16,-2 0-424 15</inkml:trace>
  <inkml:trace contextRef="#ctx0" brushRef="#br0" timeOffset="-192592.09">16205 7672 1369 0,'0'0'136'15,"0"0"-136"-15,0 0-10 16,0 0 10-16,0 0 0 15,109-7-38-15,-71 9-213 16,-8 1-258-16</inkml:trace>
  <inkml:trace contextRef="#ctx0" brushRef="#br0" timeOffset="-192421.45">16294 7816 1271 0,'0'0'216'0,"0"0"-216"15,0 0-19-15,0 0 19 16,0 0 10-16,0 0-10 16,122 24-46-16,-72-23-114 15,-5-1-154-15,-10 0-253 16</inkml:trace>
  <inkml:trace contextRef="#ctx0" brushRef="#br0" timeOffset="-191617.46">16718 7524 964 0,'0'0'229'0,"0"0"-195"15,0 0 21-15,0 0 44 16,0 0-5-16,59-79-53 16,-24 74-26-16,0 5-2 15,0 0 3-15,-6 5 2 0,-7 15-10 16,-9 7-7-1,-9 4 4-15,-4 5-4 0,-6 6 1 16,-26 0 5-16,-13 4-7 16,-10 1 0-16,-2-8 6 15,3-7 1-15,13-11-6 16,16-10 6-16,12-8 18 16,11-3 2-16,2 0-5 15,0 0-16-15,18 0-4 16,14-9 5-16,8-4-2 15,2 4-5-15,1 0-1 16,-1 2-2-16,2-3-9 16,-3 0-32-16,-1-2-19 0,-1 0-6 15,-6-3-12 1,-4 2 11-16,-7-4 5 0,-8-1 38 16,-4-2 27-16,-3 2 4 15,-4 2 1-15,-1 2 5 16,-2 4 16-16,0 4 21 15,0 4-6-15,0 1 8 16,0 1-34-16,0 1-14 16,0 16-1-16,0 3 27 15,7 4 2-15,6-5-18 16,9-4 4-16,5-6-2 16,3-3-2-16,4-6-6 15,-3 0 1-15,-1-6-2 16,-5-11 3-16,-4-2 4 0,-8-5-9 15,-9 0 21-15,-4-2 6 16,0-1 1-16,-17 1-8 16,-12-1-14-16,-3 6-1 15,-3 7-7-15,2 9-4 16,-1 5 3-16,4 13-1 16,3 14 0-16,9 5-38 15,10 3-67-15,8-5-115 16,1-6-88-16,20-9-328 15</inkml:trace>
  <inkml:trace contextRef="#ctx0" brushRef="#br0" timeOffset="-191364.48">17509 7362 1010 0,'0'0'256'0,"0"0"-220"15,0 0-23-15,0 0 84 16,0 0 8-16,0 0-90 16,47-7-3-16,-35 54 20 15,-4 9-6-15,-2 5 2 16,-2 3-10-16,-2-6-9 16,-1-3-5-16,-1-6-4 15,0-6-5-15,0-5-105 0,4-12-105 16,3-14-160-1,3-12-281-15</inkml:trace>
  <inkml:trace contextRef="#ctx0" brushRef="#br0" timeOffset="-191049.11">17785 7498 1224 0,'0'0'101'15,"0"0"-97"-15,0 0 3 16,0 0 72-16,102-16-37 15,-82 45-24-15,-6 6-8 16,-10 4-4-16,-4 2-2 16,-4 1 3-16,-24-1 0 15,-5-9 9-15,0-10 4 0,4-11 41 16,9-8 25-16,11-1-27 16,3-2-9-16,6 0-18 15,2-2-11-15,26-14-9 16,19-9-1-16,15-3-8 15,12-1-3-15,6 0 3 16,0 1-6-16,-6 4-11 16,-13 6-34-16,-14 6-18 15,-12 10-75-15,-16 2-127 16,-19 0-300-16</inkml:trace>
  <inkml:trace contextRef="#ctx0" brushRef="#br0" timeOffset="-190021.61">13225 8490 687 0,'0'0'161'16,"0"0"-120"-16,0 0 19 16,0 0 86-16,0 0-31 0,0 0-88 15,7-27-25 1,-7 60 40-16,0 7 13 0,-4 2-41 16,-12 3-3-16,-4-2-6 15,2-3 0-15,0-10-3 16,4-11 0-16,9-10 1 15,3-7-1-15,2-2 7 16,0 0 0-16,0-9-1 16,0-9-8-16,11 0-2 15,0 7 2-15,4 4 0 16,7 5 0-16,5 2-3 16,9 0 2-16,6 0 1 0,7 2 0 15,-1 3 1 1,-2-3 1-16,-10-2-2 0,-7 0 0 15,-11 0 2-15,-7-9-1 16,-5-2 3-16,-6-3-1 16,0-2 2-16,0-3-1 15,-10 1 0-15,-7-4 8 16,0 4 2-16,2 5 9 16,5 4 18-16,5 5-2 15,2 4-2-15,3 0-8 16,-1 13-29-16,1 18-3 15,0 20 3-15,0 7 15 0,0 5-9 16,0 1-6 0,0-4 3-16,1 0-3 15,-1-2-4-15,0-4-60 0,0-10-84 16,0-7-79-16,2-18-151 16,4-14-202-16</inkml:trace>
  <inkml:trace contextRef="#ctx0" brushRef="#br0" timeOffset="-189538.17">13629 8751 1131 0,'0'0'117'0,"0"0"-103"16,0 0 23-16,100-57 62 15,-65 57-25-15,2 11-47 0,-2 17-6 16,-7 10 3-16,-9 4-16 15,-9 3-2-15,-10 3-5 16,-2-3 0-16,-18-3 2 16,-4-7-3-16,3-14 0 15,4-12-2-15,7-6 2 16,5-3-1-16,5-10 1 16,0-19-43-16,14-11-32 15,12-9 34-15,3 0-3 16,3 2 10-16,-4 3 8 15,-1 5 24-15,-4 3 2 16,-6 6 1-16,-2 6 3 16,-5 7 9-16,-7 3 27 0,-3 4 10 15,0 6 13-15,0 1 3 16,0 3-23-16,0 0-3 16,-2 0-15-16,-8 15-20 15,-3 14 9-15,3 8-1 16,2 5 0-16,8 0 2 15,0-1-3-15,1-1-4 16,18-2-3-16,4-6-5 16,4-4-2-16,1-6-2 15,1-3-52-15,-2-5-58 16,-1-7-116-16,-1-7-191 16</inkml:trace>
  <inkml:trace contextRef="#ctx0" brushRef="#br0" timeOffset="-189374.61">14408 8757 1371 0,'0'0'191'16,"0"0"-191"-16,0 0-30 16,0 0 30-16,87-6 0 15,-36 17-48-15,0-1-225 16,-13-1-290-16</inkml:trace>
  <inkml:trace contextRef="#ctx0" brushRef="#br0" timeOffset="-189205.46">14459 8982 1478 0,'0'0'65'15,"0"0"-65"-15,0 0-17 16,0 0 17-16,97-9 0 15,-38 3-49-15,1 3-157 16,-8-7-177-16,-9-2-228 16</inkml:trace>
  <inkml:trace contextRef="#ctx0" brushRef="#br0" timeOffset="-188288.54">14935 8768 279 0,'0'0'207'0,"0"0"-128"15,0 0 7-15,0 0 75 16,0 0-9-16,0 0-17 16,-48-29-52-16,47 26-12 15,1-1 10-15,0-1-1 16,0-3-16-16,0-1-8 15,0-6-24-15,12 1-21 16,9-1-2-16,8 4 2 16,4 5 5-16,1 6 2 15,-1 0-10-15,-3 5 1 0,-5 13-5 16,-8 8-4-16,-7 6 1 16,-10 4-1-16,0 6 1 15,-15-1 0-15,-15-1-1 16,-9-1 2-16,-6-7-2 15,0-6 2-15,7-8-1 16,6-9 1-16,12-6 4 16,8-3 0-16,7 0 2 15,5 0 2-15,0-1 8 16,7-15-12-16,18-1-1 16,9 1-5-16,7 1 6 15,8 5-6-15,2-1 0 0,6 4 5 16,1 3-4-16,0 2 5 15,-5 2-6-15,-1 0-7 16,-10 0-18-16,-7 0-52 16,-9 0-89-16,-6 0-38 15,-4-9-86-15,-4-4-8 16,-6-4-40-16</inkml:trace>
  <inkml:trace contextRef="#ctx0" brushRef="#br0" timeOffset="-187971.41">15468 8739 362 0,'0'0'284'15,"0"0"-100"-15,0 0-47 16,0 0 23-16,0 0-45 0,0 0-84 16,-49 14-1-1,46 21 31-15,3 1-4 0,0-3-16 16,18-3-21-16,9-9 1 16,8-6 0-16,2-8-7 15,1-7-5-15,-1 0 5 16,-7-7-12-16,-3-10 4 15,-9-4-1-15,-6 0 19 16,-10 0 7-16,-2-1 9 16,-10-2-7-16,-17-1-19 15,-5 3-5-15,-4 4-9 16,-2 5-1-16,4 11-1 16,5 2 1-16,6 8-8 15,6 9-20-15,12 4-47 16,5-1-42-16,1-2-97 0,25-6-34 15,7-6-105-15,4-6-168 16</inkml:trace>
  <inkml:trace contextRef="#ctx0" brushRef="#br0" timeOffset="-186752.51">15989 8654 233 0,'0'0'87'0,"0"0"-79"16,0 0 9-16,0 0 48 16,0 0 17-16,0 0-6 15,-1-34-21-15,1 22 55 16,5 0 25-16,-2 1 2 16,-1 1-8-16,1 1-37 15,-1 4-37-15,-2 1-6 0,0 2-7 16,0 2 5-1,0 0-3-15,0 0-26 0,0 26-14 16,0 12 12-16,-2 10 35 16,-3 4-33-16,3 0-11 15,2-6-4-15,0-6-1 16,0-6-2-16,0-8-2 16,0-5-33-16,0-6-47 15,6-3-89-15,2-10-80 16,5-2-160-16</inkml:trace>
  <inkml:trace contextRef="#ctx0" brushRef="#br0" timeOffset="-186388.43">16253 8650 664 0,'0'0'538'0,"0"0"-511"15,0 0-17-15,0 0-5 16,-3 104 44-16,28-78 7 16,7-5-31-16,3-6-15 15,-3-9-5-15,-2-3 5 16,-6-3-1-16,-8 0 2 16,-1-9 15-16,-7-10 20 0,-2-7 19 15,-6-1-15 1,0-5-5-16,-22 1 3 0,-8-2-31 15,-7 4-1-15,3 5-9 16,5 6-6-16,5 7-1 16,9 8-1-16,0 3-10 15,3 9 0-15,1 20-50 16,5 9-70-16,6 5-66 16,0 1-162-16,0-2-362 15</inkml:trace>
  <inkml:trace contextRef="#ctx0" brushRef="#br0" timeOffset="-185189.5">13351 10057 897 0,'0'0'210'0,"0"0"-184"16,0 0-5-16,9-81 65 15,12 62-5-15,3 6-37 0,-1 7-24 16,0 6-8 0,-4 3-8-16,-4 22 22 0,-5 12-6 15,-8 6 5-15,-2 5-12 16,0 3-5-16,-20-2-4 16,-2-3-2-16,-5-5 2 15,4-10-4-15,4-9 0 16,6-12-1-16,7-9 0 15,6-1 1-15,0-5 0 16,1-23-3-16,22-11-54 16,5-11 22-16,8 1 27 15,-3 2-1-15,1 5-33 16,-6 5 22-16,-1 5 15 16,-4 3 5-16,-4 2 3 15,-2 4-1-15,-6 3 0 0,-4 3 7 16,-4 7 9-16,-3 2 16 15,0 4-1-15,0 1 14 16,0 0-12-16,-3 1-11 16,-9 2-2-16,-1 0 9 15,-4 8-1-15,-1 20-17 16,1 12 0-16,7 9-1 16,7 4 1-16,3-1 0 15,0-2 2-15,16-6-3 16,9-4-9-16,6-7 0 15,-2-6-3-15,3-7-4 16,-2-7-55-16,0-6-69 0,1-7-101 16,-3 0-269-16</inkml:trace>
  <inkml:trace contextRef="#ctx0" brushRef="#br0" timeOffset="-185041.5">14058 10072 962 0,'0'0'442'0,"0"0"-442"16,0 0-68-16,0 0 68 15,99 3 0-15,-64 6-67 16,-3 0-301-16,-11-2-256 16</inkml:trace>
  <inkml:trace contextRef="#ctx0" brushRef="#br0" timeOffset="-184888.82">14015 10254 1365 0,'0'0'0'15,"0"0"-5"-15,0 0-2 16,0 0 6-16,133-7 1 16,-74 3-114-16,1-1-189 15,-1-8-141-15</inkml:trace>
  <inkml:trace contextRef="#ctx0" brushRef="#br0" timeOffset="-180337.82">13744 9772 784 0,'0'0'183'15,"0"0"-76"-15,0 0-92 16,0 0 41-16,0 0 81 16,0 0-13-16,-73-53-41 0,73 53-43 15,0 0-12 1,0 0-8-16,20 12-18 0,19 23 20 15,23 25 39-15,22 19-8 16,15 12-20-16,8 4-12 16,7-5-6-16,0-7-6 15,-3-6 1-15,-8-6 2 16,-13-7-10-16,-22-12-1 16,-19-8-1-16,-20-10-4 15,-12-15 0-15,-8-5-16 16,-8-9-22-16,-1-5-33 15,0 0-44-15,-10-11-58 16,-13-24-128-16,-4-15-345 16</inkml:trace>
  <inkml:trace contextRef="#ctx0" brushRef="#br0" timeOffset="-180054.89">14731 9562 1302 0,'0'0'182'0,"0"0"-119"15,0 0-58-15,0 0 2 16,-111 8 80-16,66 44-5 16,-10 23-40-16,-12 29-12 15,-3 17 0-15,0 10-8 0,-4 7 6 16,0-4-8-1,2-13-9-15,7-10-11 0,10-22-1 16,20-18-8-16,17-20-31 16,18-16-35-16,1-16-103 15,28-19-203-15,6-11-427 16</inkml:trace>
  <inkml:trace contextRef="#ctx0" brushRef="#br0" timeOffset="-179942.38">14207 10456 70 0,'0'0'749'0,"-97"-2"-749"15</inkml:trace>
  <inkml:trace contextRef="#ctx0" brushRef="#br0" timeOffset="-176107.73">18540 6986 625 0,'0'0'254'0,"0"0"-183"16,0 0 5-16,0 0 45 16,0 0-2-16,0 0-10 15,0 0-33-15,-23-49-63 16,23 54-12-16,0 32 4 16,0 22 9-16,0 29 81 15,0 13-58-15,10 14-2 16,2 5 9-16,2-4-19 15,-4-6 5-15,-1-12-10 16,0-13-12-16,-1-8 14 16,-3-12-18-16,2-12 2 15,-4-14-3-15,1-9 4 16,-3-11-6-16,1-6-1 16,-2-6-4-16,0-3 0 0,0-2-4 15,1 0-25-15,-1-2-23 16,3 0-68-16,3-17-128 15,4-13-242-15</inkml:trace>
  <inkml:trace contextRef="#ctx0" brushRef="#br0" timeOffset="-172821.9">19121 7091 456 0,'0'0'224'0,"0"0"-189"0,0 0-6 16,0 0 100-16,0 0 8 15,0 0-30-15,13-12-60 16,-6 2-11-16,3-1 11 15,4 1-5-15,2 0 0 16,6 3-18-16,1 2-11 16,6 5 8-16,-1 0-10 15,-1 18 13-15,-6 12 2 16,-4 11-17-16,-10 5 8 16,-6 4-15-16,-1 0-2 15,-8-2 0-15,-13-6 3 16,-3-7-3-16,2-9 0 15,4-8 3-15,5-8-4 16,6-7 1-16,5-3 0 0,2 0 17 16,0 0-17-16,0-15 0 15,2-12-44-15,13-5 14 16,3 1 28-16,6-2 1 16,3 1 0-16,-1 3 1 15,3 2-6-15,-3 3 6 16,-3 2 0-16,-4 2 0 15,-2 4-1-15,-4-3 3 16,-1 3-2-16,-2-1 1 16,0 1 1-16,-3 1 3 15,-2 3 10-15,-2 1 11 16,-3 2-4-16,2 3-10 16,-2 2 4-16,0-1 5 0,0 2-19 15,0 0 9-15,0 0-7 16,0 0-2-16,0-1 3 15,0-1-4-15,0 1 3 16,0-1 2-16,0 0-5 16,0-1 7-16,0 1-8 15,0 1 0-15,0 2 7 16,0 2-7-16,0 0 5 16,0 0 4-16,0 0-8 15,0 0 13-15,0 0-14 16,0 0 2-16,0 0-3 15,0 0 1-15,-4 4 0 0,-7 16 9 16,-4 7 3-16,-2 9 14 16,4 6-20-16,4 2 3 15,6 3 8-15,3-3-13 16,0-5 8-16,6-4-6 16,11-8-1-16,2-6-4 15,4-5-1-15,0-5 0 16,1-5-2-16,-1-3-1 15,4-3-5-15,2 0-19 16,0 0-53-16,3-4-58 16,0-12-132-16,-3-3-338 15</inkml:trace>
  <inkml:trace contextRef="#ctx0" brushRef="#br0" timeOffset="-172588.58">19885 7173 1114 0,'0'0'205'0,"0"0"-182"15,0 0-7-15,0 0-1 16,0 0 52-16,105-34-39 16,-49 31-10-16,2 0-11 15,-3-1-5-15,-6 1 3 16,-13 1-5-16,-11 2 0 0,-10 0-78 15,-10 0-75 1,-5 0-72-16,0 0-144 0</inkml:trace>
  <inkml:trace contextRef="#ctx0" brushRef="#br0" timeOffset="-172355.07">20024 7011 1066 0,'0'0'163'0,"0"0"-158"16,0 0-1-16,0 0 37 15,0 0 27-15,-10 91-16 16,21-51-27-16,1-1 3 16,-2-2-23-16,-1-4-3 0,-5-2-2 15,1-8-6-15,-3-4-54 16,1-4-64-16,1-7-140 15,1-8-200-15</inkml:trace>
  <inkml:trace contextRef="#ctx0" brushRef="#br0" timeOffset="-171822.48">20672 7002 919 0,'0'0'315'0,"0"0"-293"16,0 0-7-16,0 0 72 15,0 0 6-15,0 0-73 16,-1-9-16-16,-1 9 10 15,-2 0 27-15,0 0 10 16,-6 0-10-16,-4 0-26 16,-4 0 11-16,-7 2-19 15,-1 19-4-15,-2 9 3 16,5 7-3-16,5 6-3 16,6 0 0-16,12-4 3 15,0-4-1-15,3-5-2 0,19-9 0 16,5-6-6-16,8-7 12 15,5-7-6-15,5-1 0 16,-2-1 1-16,-2-15-3 16,-13 0-2-16,-10-1 4 15,-8 0 5-15,-10 0-3 16,0-3 0-16,-15-1 6 16,-13 2-3-16,-7 5-5 15,-4 5 0-15,4 9-3 16,5 0-7-16,7 0 8 15,7 10-7-15,9 7-50 0,3 0-117 16,4-1-5-16,8-4-150 16,16-8-188-16</inkml:trace>
  <inkml:trace contextRef="#ctx0" brushRef="#br0" timeOffset="-171590.77">20993 7109 1261 0,'0'0'68'0,"0"0"-63"0,0 0 32 16,0 0 43 0,117-20-25-16,-57 18-33 0,2 2-15 15,-1 0-1 1,-8 0-6-16,-3 0 0 0,-6 7-31 15,-11 1-108-15,-6-4-75 16,-16-1-221-16</inkml:trace>
  <inkml:trace contextRef="#ctx0" brushRef="#br0" timeOffset="-171368.03">21210 6979 1234 0,'0'0'128'16,"0"0"-128"-16,0 0 0 16,0 0 27-16,0 0 44 15,-18 101-49-15,26-51-19 16,-1 0 6-16,2-3-9 16,-3-3-1-16,3-4-6 15,-2-8-120-15,-1-8-34 16,1-8-154-16,1-12-185 15</inkml:trace>
  <inkml:trace contextRef="#ctx0" brushRef="#br0" timeOffset="-170687.62">21465 7022 915 0,'0'0'213'16,"0"0"-192"-16,0 0 62 0,0 0 22 15,0 0-45-15,0 0-24 16,77-52-18-16,-39 52 18 16,0 0-5-16,-3 0-12 15,-3 3 0-15,-8 14-19 16,-9 6 0-16,-7 4-1 16,-8 3 4-16,0 3-3 15,-13 3 0-15,-15-2 6 16,-6 0-10-16,2-10 4 15,9-9-3-15,9-8-15 16,8-4-4-16,6-3 14 16,0-3-5-16,13-21-77 15,17-9-57-15,7-5 95 16,2 0 13-16,-6 4-16 16,-4 5-6-16,-10 3 61 0,-3 3 0 15,-5 5 5-15,-4 1 26 16,-4 6 18-16,-1 3 7 15,-2 2 14-15,0 1-23 16,0 1 10-16,0 2-17 16,0 1-11-16,0 1 17 15,0 0-11-15,0 0-16 16,-7 10-19-16,-5 14 0 16,1 8 22-16,1 8-1 15,5 1-14-15,5 0 11 0,0-1-12 16,1-3-1-1,13-4-3-15,3-5-2 16,4-7-20-16,3-6-71 16,-1-7-109-16,2-8-237 0</inkml:trace>
  <inkml:trace contextRef="#ctx0" brushRef="#br0" timeOffset="-170534.49">22194 7017 1338 0,'0'0'0'15,"0"0"-91"-15,0 0 91 16,120-3 0-16,-81 6-94 0,-11 5-431 16</inkml:trace>
  <inkml:trace contextRef="#ctx0" brushRef="#br0" timeOffset="-170375.33">22229 7227 1149 0,'0'0'130'16,"0"0"-130"-16,0 0-10 16,0 0 10-16,98 0 0 15,-49-2-31-15,-2-9-271 16,-5-2-187-16</inkml:trace>
  <inkml:trace contextRef="#ctx0" brushRef="#br0" timeOffset="-169920.57">22675 6935 848 0,'0'0'499'16,"0"0"-459"-16,0 0-35 16,0 0 83-16,0 0-3 15,0 0-60-15,101-43-4 0,-63 43 2 16,-1 0 1 0,-7 5-3-16,-4 8-17 0,-10 3-4 15,-10 6 0-15,-6 3-3 16,-6 7 3-16,-26 1 0 15,-10 0 4-15,-5-5-4 16,3-7 0-16,10-8 4 16,7-6 5-16,12-3-8 15,6-3 10-15,8-1-3 16,1 0 9-16,0 0-3 16,0 0-8-16,0 0 3 15,10 0-3-15,11 0-6 16,10-1 16-16,5-8-11 15,6 1-4-15,0-3 2 0,-2 2-3 16,-1 4 0-16,-7-3-10 16,-6 5-51-16,-4 1-21 15,-5-1-103-15,-5 0-126 16,-5-4-196-16</inkml:trace>
  <inkml:trace contextRef="#ctx0" brushRef="#br0" timeOffset="-169490.3">23110 6970 777 0,'0'0'341'0,"0"0"-321"0,0 0-2 16,0 0 82-16,0 0-9 15,0 0-67-15,-5 2-23 16,3 18 52-16,0 4 19 15,2 0-34-15,0 0-9 16,0-3-10-16,7-2 4 16,8-3-3-16,5-3-8 15,2-6-4-15,3-3 1 16,0-4-6-16,2 0 8 16,1 0-9-16,-3-11 1 15,-3-2 4-15,-5-4-6 16,-9-1 5-16,-4-5-2 0,-4-2-2 15,0-4-2-15,-19 1-3 16,-3 3 2-16,-1 7 1 16,4 10-12-16,3 3 7 15,1 5 4-15,1 0 0 16,0 2-4-16,0 12-6 16,6 5-61-16,4-3-87 15,4-1-61-15,4-8-148 16,11-3-145-16</inkml:trace>
  <inkml:trace contextRef="#ctx0" brushRef="#br0" timeOffset="-169090.5">23536 6835 583 0,'0'0'355'16,"0"0"-332"-16,0 0 12 16,0 0 126-16,0 0-33 15,0 0-59-15,-4-16-33 16,4 16-2-16,0 0 15 15,0 0-22-15,-1 0-15 0,-1 4-12 16,-1 16 7-16,2 7 5 16,-3 9 39-16,2 4-36 15,2 1 9-15,0 3 4 16,0-2-21-16,0-2 10 16,0-4-17-16,0-4 3 15,0-6-3-15,0-6-3 16,0-3-46-16,4-5-118 15,2-7-93-15,4-5-266 16</inkml:trace>
  <inkml:trace contextRef="#ctx0" brushRef="#br0" timeOffset="-168723.46">23695 6915 1265 0,'0'0'72'0,"0"0"-70"16,0 0 13-16,109-9 73 16,-67 9-43-16,-3 15-26 15,-5 3-7-15,-13 5-9 16,-8-1-6-16,-12 4-1 16,-1-3 4-16,-18 5 1 15,-19-2 2-15,-8-1 3 16,-2-7 1-16,11-6-2 15,12-7 33-15,13-4 25 16,11-1 0-16,0 0-18 0,3 0-28 16,20 0-1-16,15-11-3 15,14-2-13-15,10 0 6 16,3-2-6-16,2 2 0 16,-5 3-4-16,-9 3 0 15,-11 3-36-15,-13 4-78 16,-17 0-117-16,-12 0-174 15,-19 9-361-15</inkml:trace>
  <inkml:trace contextRef="#ctx0" brushRef="#br0" timeOffset="-168059.26">20124 7984 881 0,'0'0'249'0,"0"0"-213"16,0 0 20-16,0 0 27 15,0 0-2-15,136-66-14 0,-83 66-36 16,-6 18-5-16,-5 10 6 16,-11 6-6-16,-13 2-20 15,-12 3-3-15,-6 1 1 16,-17 3-4-16,-25-1 0 15,-13-4 6-15,-7-5-1 16,2-10-3-16,13-8 4 16,19-8-4-16,14-7 0 15,14 0 30-15,0 0 1 16,9-5-31-16,20-10 17 16,12-5-14-16,11 1-3 15,4 1 10-15,1 3-12 16,0 3 0-16,-3 4 0 15,-2 4 0-15,-1 1 0 16,-2 2-77-16,-4-2-52 0,-8 3-79 16,-12-4-150-16,-13-1-93 15</inkml:trace>
  <inkml:trace contextRef="#ctx0" brushRef="#br0" timeOffset="-167625.46">20723 8075 830 0,'0'0'257'16,"0"0"-182"-16,0 0-9 15,0 0 54-15,81-83-46 16,-51 81-42-16,1 2 3 16,-5 0-13-16,-6 12-12 15,-4 11 10-15,-9 6-18 0,-7 4 25 16,0 4-18 0,-16 4-8-16,-13-2 10 0,-1-5-11 15,2-8-1-15,11-11-28 16,11-11-32-16,6-4 60 15,0-7-4-15,25-18-29 16,10-13-23-16,5-4 33 16,-4 3 6-16,-5 4-22 15,-6 6 25-15,-8 8 15 16,-4 4 4-16,-2 1 5 16,-4 4 34-16,-1 2-14 15,-3 0 15-15,-3 5 5 0,0 1-9 16,0 4 7-1,0 0-20-15,0 0-6 0,0 0 4 16,-3 4-24 0,-7 16-1-16,-2 6 11 0,2 5-9 15,6-1 3-15,4-1-5 16,0 0 3-16,7-2-11 16,12-5 0-16,6-2-44 15,5-3-74-15,2-8-98 16,1-8-224-16</inkml:trace>
  <inkml:trace contextRef="#ctx0" brushRef="#br0" timeOffset="-167481.52">21473 8043 1098 0,'0'0'174'15,"0"0"-174"-15,0 0-87 16,0 0 83-16,97 14-103 15,-79-3-440-15</inkml:trace>
  <inkml:trace contextRef="#ctx0" brushRef="#br0" timeOffset="-167323.96">21475 8226 1450 0,'0'0'11'0,"0"0"-11"16,0 0-13-16,0 0 13 15,0 0 0-15,0 0-59 0,117 3-111 16,-77-3-155-16,-3 0-149 16</inkml:trace>
  <inkml:trace contextRef="#ctx0" brushRef="#br0" timeOffset="-166839.46">21825 8022 1158 0,'0'0'107'0,"0"0"-86"0,0 0 67 16,0 0 18-16,0 0-30 15,0 0-47-15,121-75-5 16,-79 75 16-16,2 0-17 15,-8 0-4-15,-2 13-11 16,-9 9-2-16,-9 6-11 16,-7 0 5-16,-9 4 0 15,-2 2 2-15,-26 1-1 16,-16 1 5-16,-11-1-6 16,-5-5 5-16,5-6-5 15,8-9 0-15,18-9 3 16,13-5 3-16,11-1 1 15,5 0 17-15,0 0-16 0,1 0-3 16,23 0-2-16,11-7 5 16,10-5 3-16,3-2 4 15,6 2-15-15,-1 2 9 16,1 1-8-16,-5 3 4 16,-9 3-10-16,-7 3 4 15,-8 0-3-15,-8 0-8 16,-7 0-40-16,-5 0-22 15,-3 0-68-15,-2 0-70 16,1 0-43-16,-1 0-162 16</inkml:trace>
  <inkml:trace contextRef="#ctx0" brushRef="#br0" timeOffset="-166092.39">22437 7992 279 0,'0'0'236'0,"0"0"-163"0,0 0-32 15,0 0 93-15,0 0 4 16,0 0-49-16,0-2-3 16,0 2-2-16,0 0-17 15,0 0-5-15,0 0-17 16,0 8-29-16,0 14 10 15,0 12 42-15,0 0-29 16,10 2-10-16,6-2-18 16,4-8 10-16,3-3-10 15,4-8-10-15,3-5 9 16,2-6-7-16,1-4 4 16,1 0 0-16,-4-10-4 15,-3-5 3-15,-5-2-3 16,-8-3-2-16,-5-3 5 15,-8-4-5-15,-1-2 4 16,0-4 0-16,-11-2-1 0,-12-2 2 16,-1 3-4-16,-3 5-2 15,4 12 17-15,4 5-16 16,1 8 0-16,3 4-2 16,0 0-6-16,1 0 5 15,3 12-3-15,3 5-49 16,1 1-14-16,7 3-64 15,0-1-39-15,0-1-122 16,13-10-164-16</inkml:trace>
  <inkml:trace contextRef="#ctx0" brushRef="#br0" timeOffset="-165709.76">22923 7931 1069 0,'0'0'237'16,"0"0"-230"-16,0 0-6 15,0 0 35-15,-44 103 43 16,44-69-48-16,12-2-30 16,8-8 10-16,4-7-11 15,0-9 8-15,5-6 6 16,1-2-10-16,-2 0 5 15,-1-7 1-15,-5-7-8 16,-6-3 6-16,-4 1 12 0,-5-2 11 16,-5-4 6-16,-2-2-8 15,0-7-10-15,-15 0-15 16,-7 1 0-16,-4 1-4 16,2 11 0-16,2 6-6 15,3 7 4-15,6 5-28 16,3 0-23-16,3 0-45 15,6 14-75-15,1-1-77 16,8-5-160-16</inkml:trace>
  <inkml:trace contextRef="#ctx0" brushRef="#br0" timeOffset="-165392.49">23414 7816 930 0,'0'0'303'15,"0"0"-270"-15,0 0 18 16,0 0 66-16,0 0-37 16,0 0-62-16,-48 81 7 15,36-31 7-15,5 4-2 16,7-4-2-16,0-3-10 16,7-7-13-16,15-12 9 15,4-7-12-15,6-9 2 16,-2-9-1-16,-5-3-2 15,-3 0 12-15,-10-13-5 0,-4-3 2 16,-8-6 22 0,0 0-19-16,-2-3-8 0,-21 1-5 15,-9 5-13-15,-8 12-24 16,-7 7-40-16,-9 7-155 16,-9 21-186-16,-13 10-406 15</inkml:trace>
  <inkml:trace contextRef="#ctx0" brushRef="#br0" timeOffset="-164706.27">20587 9151 1154 0,'0'0'90'0,"0"0"-86"16,92-88 44-16,-42 73 75 16,-3 10-69-16,-9 5-36 15,-6 1-16-15,-12 19 5 16,-7 5 23-16,-7 8-7 16,-6 5 6-16,0 2 2 15,-12 2-24-15,-10-2 6 16,-6-2-10-16,-3-2-1 15,0-7 2-15,4-8-4 16,10-10-12-16,7-5-9 16,9-6-17-16,1 0 26 0,15-20-18 15,15-14-28 1,8-6-11-16,3-4 43 16,-3 5 25-16,-7 3-5 15,-3 2 6-15,-7 2 1 0,0 1 2 16,-10 0 3-16,-3 4 14 15,-6 7 13-15,-2 4 6 16,0 5 25-16,0 7-26 16,-5 2 7-16,-5 2-19 15,-3 5-10-15,-2 16-5 16,-2 11-9-16,7 4 6 16,7 3 3-16,3 2-9 15,0-3 9-15,17 2-10 16,9-3-1-16,7-5 0 15,6-5-26-15,5-7-31 16,4-5-64-16,-2-13-133 0,-7-2-327 16</inkml:trace>
  <inkml:trace contextRef="#ctx0" brushRef="#br0" timeOffset="-164551.05">21373 9120 828 0,'0'0'656'16,"0"0"-656"-16,0 0-57 0,128-45 57 16,-70 39 0-1,-3 6-52-15,-10 0-241 0,-17 7-335 16</inkml:trace>
  <inkml:trace contextRef="#ctx0" brushRef="#br0" timeOffset="-164397.76">21391 9305 798 0,'0'0'573'16,"0"0"-573"-16,0 0-55 15,0 0 55-15,0 0 0 16,119 0-10-16,-66-7-238 16,-2-8-108-16,-6-1-45 15</inkml:trace>
  <inkml:trace contextRef="#ctx0" brushRef="#br0" timeOffset="-164159.32">21856 8989 1018 0,'0'0'180'16,"0"0"-164"-16,0 0 50 16,0 0-4-16,0 0 4 15,14 78 34-15,-8-25-38 16,1 3-14-16,-1-1-7 15,3-3-23-15,-1-3-4 16,1-11-14-16,-3-7 0 16,2-9-1-16,2-7-52 15,1-6-68-15,2-9-93 16,7 0-54-16,3-11-136 0</inkml:trace>
  <inkml:trace contextRef="#ctx0" brushRef="#br0" timeOffset="-163843.3">22120 9124 1214 0,'0'0'93'15,"0"0"-91"-15,0 0 56 16,-20 96 68-16,20-56-73 16,15-4-24-16,5-9-12 15,6-9-11-15,5-12 5 16,6-6-1-16,2 0-9 15,-3-18 9-15,-7-2-9 16,-11 2 1-16,-10-1 9 0,-8-6-7 16,0-3 27-16,-8-6-18 15,-16-4-7-15,-4 4 2 16,0 6-8-16,3 10 0 16,6 11-1-16,6 3-9 15,3 4-9-15,3 0-54 16,5 16-118-16,2 1-59 15,2-1-125-15,17-8-138 16</inkml:trace>
  <inkml:trace contextRef="#ctx0" brushRef="#br0" timeOffset="-163575.2">22401 9113 845 0,'0'0'272'0,"0"0"-252"15,0 0 69-15,0 0 45 16,36 89-43-16,-15-69-58 15,3-4-5-15,2-5-3 16,3-6-18-16,4-5 10 16,2 0-5-16,-2-18-4 15,-1-4 15-15,-10 0 4 16,-9 1 25-16,-9-2-14 16,-4 1-18-16,0-2 7 15,-17-3-21-15,-3 3-2 16,-5 1-5-16,0 3 1 0,-1 7-20 15,5 4-15 1,-1 9-54-16,3 0-89 0,6 5-112 16,3 11-261-16</inkml:trace>
  <inkml:trace contextRef="#ctx0" brushRef="#br0" timeOffset="-163144.33">22807 8973 1185 0,'0'0'272'0,"0"0"-267"16,86-31-3-16,-51 31 91 15,-4 0-52-15,-2 14-26 16,-9 5-12-16,-10 3 4 0,-10 0-3 16,0 2 5-16,-8 0-8 15,-18 0 21-15,-2-2-21 16,0-3 10-16,9-7-1 15,9-6-7-15,10-5 1 16,0 1-1-16,2-2 1 16,21 0 1-16,11 0-4 15,11 0 5-15,1 0-6 16,3 0 1-16,-5 0-5 16,-6 0 4-16,-8 12 0 15,-10-3 0-15,-8-1 3 16,-8-3 4-16,-4 0 22 15,-2 1-15-15,-22 3 22 0,-9 3-9 16,-8 0-21 0,-4-1 0-16,-1 0-4 0,-1-3-2 15,-2-2 0-15,3 0-32 16,2-3-42-16,2-1-141 16,2-2-179-16,0 0-376 15</inkml:trace>
  <inkml:trace contextRef="#ctx0" brushRef="#br0" timeOffset="-157278.17">21356 8668 312 0,'0'0'527'0,"0"0"-436"16,0 0-91-16,0 0 16 15,0 0 106-15,0 0-5 16,0 0-27-16,0-8-8 16,0-8-6-16,0-2 8 0,-4-7-30 15,-7-6-3 1,-4-12-14-16,-5-9-19 0,-5-11 6 15,-4-13-2-15,-6-11-16 16,-6-17 15-16,-10-16-20 16,-9-15 2-16,-13-18-3 15,-13-4 4-15,-10-4-4 16,-7 4 5-16,3 15 0 16,8 14-8-16,9 12 6 15,8 16 1-15,6 9 1 16,7 11 0-16,8 12 3 15,11 16-8-15,11 15 7 16,10 14-8-16,10 12 1 16,8 8 0-16,2 2 0 15,1 1-1-15,-2 0 0 0,3 0 1 16,-1 0-2 0,-1 0-3-16,-2 0 5 0,-6 0 0 15,-6 0 4-15,0 0 3 16,-3 0-6-16,4 0-1 15,-2 0 6-15,-1 0-5 16,0-5-1-16,-2-2 0 16,1 0 0-16,0 0 7 15,6 3-4-15,3-2-3 16,4 5 0-16,2-3 8 16,4 4-8-16,0 0 0 15,0-2 0-15,0 2 1 0,0 0-3 16,0 0 2-1,0 0-4-15,0 0-2 0,0 0 6 16,0 0-8-16,0 0-8 16,0 0-42-16,0 6-29 15,0 8-55-15,4 1-90 16,12-10-140-16,3-5-392 16</inkml:trace>
  <inkml:trace contextRef="#ctx0" brushRef="#br0" timeOffset="-149759.07">21404 5269 854 0,'0'0'328'0,"0"0"-285"16,0 0-28-16,0 0 20 15,0 0 49-15,0 0-14 16,0 0-28-16,31-46-36 16,-20 25 2-16,-1-3 27 15,0-3-9-15,-1-3-2 16,-1-3-3-16,-1-2-11 15,-2 2 2-15,-2 6 1 16,-1 9 4-16,-1 9 10 16,-1 4-9-16,0 5-10 15,0 0-8-15,0 0-7 0,0 23-12 16,2 17 19-16,0 16 9 16,1 9 6-16,-1-2-10 15,-1 0-2-15,1-7 1 16,-2-2-1-16,0-6-3 15,0-3 0-15,0-6 2 16,-12-6-8-16,-4-5 6 16,-7-6 0-16,-7-6-1 15,-6-4 2-15,-1-6 2 16,1-6 1-16,2 0-3 16,9 0 7-16,10-3-4 15,7-4 0-15,8-1 7 0,0-1-8 16,7-4 1-1,19-3 2-15,13-3-4 0,12 1 8 16,8 3-9-16,3 2 1 16,2 4-1-16,-5 5 3 15,-5 4-5-15,-11 0 1 16,-9 0-13-16,-10 0-41 16,-8 4-60-16,-6 0-87 15,-5-4-75-15,-5 0-243 16</inkml:trace>
  <inkml:trace contextRef="#ctx0" brushRef="#br0" timeOffset="-149196.81">21764 4975 593 0,'0'0'483'16,"-25"-78"-429"-16,11 37-48 15,-2 1 82-15,-2 0 23 16,-6 8-38-16,-3 4 2 16,-5 8-26-16,-4 5-21 15,-8 6-11-15,-6 6-10 16,-10 3 10-16,-3 3-7 16,-6 21-3-16,-1 8 15 0,-2 18-9 15,1 12 11 1,6 14-2-16,8 19-10 0,11 9 8 15,10 9-9 1,13 1-4-16,11-4 10 0,12-8-16 16,9-9 6-16,23-7-7 15,11-14 3-15,14-12-6 16,15-13 2-16,13-14-1 16,12-16 1-16,9-15-1 15,4-2 1-15,-2-18-6 16,-4-13-16-16,-7-12 10 15,-8-4-1-15,-14-8 10 16,-15-5 4-16,-16-4 2 16,-16-4 1-16,-14-6-2 0,-13-4 1 15,-1-6 1-15,-14-6-2 16,-19 5 2-16,-4 9 6 16,-5 16-6-16,2 17 6 15,7 10-8-15,3 9-1 16,8 8-1-16,6 7-11 15,2 9-25-15,9 0-63 16,5 15-149-16,0 13-53 16,8 4-74-16,13-2-111 15</inkml:trace>
  <inkml:trace contextRef="#ctx0" brushRef="#br0" timeOffset="-148863.27">22174 5108 954 0,'0'0'336'16,"0"0"-315"-16,0 0-21 15,0 0 0-15,0 0 17 16,50 97 35-16,-30-46-1 16,0-1-22-16,-3-5-14 15,-6-9-1-15,-4-9 14 16,-2-11 15-16,-3-8-1 15,-2-8 2-15,1 0 10 16,5 0 6-16,7-20-18 0,12-18-15 16,15-18-12-16,13-19-14 15,9-7 7-15,4 3-8 16,-6 6-1-16,-6 17 1 16,-13 13-4-16,-13 17-33 15,-9 11-27-15,-9 11-80 16,-10 4-139-16,0 2-200 15</inkml:trace>
  <inkml:trace contextRef="#ctx0" brushRef="#br0" timeOffset="-148496.68">22337 5077 1371 0,'0'0'121'0,"0"0"-121"15,0 0 0-15,0 0 28 16,0 0-8-16,0 0-6 16,39 53 2-16,-14-8 7 15,-3 4-4-15,-4 0-9 16,-3-9 15-16,-5-5-4 16,-1-8-4-16,-5-12 8 15,-1-6-4-15,-2-8 7 16,1-1 0-16,1 0-1 15,5-2 9-15,13-25-16 16,13-14-4-16,13-20-6 16,10-9-9-16,7-4 2 0,1 4-3 15,0 6-3-15,-7 12-3 16,-10 11-1-16,-10 5-38 16,-7 6-13-16,-6 0-80 15,-9 2-199-15,-13-3-307 16</inkml:trace>
  <inkml:trace contextRef="#ctx0" brushRef="#br0" timeOffset="-72603.83">5092 9869 1042 0,'0'0'175'0,"0"0"-175"16,0 0-17-16,0 0 17 0,0 0 8 16,0 0 22-16,0 0-5 15,0 0-17-15,0-12 4 16,0 12 2-16,0-2 9 15,0 0 16-15,0 2 10 16,0-1-3-16,0 1-17 16,0 0-20-16,0 0 1 15,0 0-5-15,0 0-4 16,0 0 5-16,0 0-6 16,0 0-2-16,0 0 1 15,0 0-6-15,0 0-6 16,0 0-84-16,0 7-46 15,0 12-176-15,0 0-92 16</inkml:trace>
  <inkml:trace contextRef="#ctx0" brushRef="#br0" timeOffset="-69078.85">8605 10557 576 0,'0'0'0'0,"0"0"-61"15,0 0-85-15,0 0 47 16,0 0 85-16,0 0-3 16,-24-63-178-16</inkml:trace>
  <inkml:trace contextRef="#ctx0" brushRef="#br0" timeOffset="-68675.02">7083 9031 422 0,'0'0'0'16,"0"0"-203"-16</inkml:trace>
  <inkml:trace contextRef="#ctx0" brushRef="#br0" timeOffset="-56144.03">9542 10369 337 0,'0'0'0'15,"0"0"-105"-15</inkml:trace>
  <inkml:trace contextRef="#ctx0" brushRef="#br0" timeOffset="-45912.78">10561 9782 416 0,'0'0'11'16,"0"0"-8"-16,-38-78-6 15,31 61 6-15,2 3 0 16,1 0 43-16,1 4 49 16,1 2 4-16,1 4-38 15,1 1-23-15,0 1 25 16,0 2-4-16,0 0-26 0,0 0-24 15,6 0-7-15,11 7 5 16,6 6 27-16,2 4-11 16,2 2-8-16,1 4-10 15,3-2 0-15,-3 1 6 16,-1-2-11-16,-3-2 3 16,-5-1 2-16,-3-6-5 15,-3 0 7-15,-5-2-7 16,-3-3 0-16,-1 0 1 15,-3-5-1-15,-1-1 0 16,0 0-1-16,0 0 1 16,0 0 5-16,0 0 1 0,0 0 1 15,0 0 1 1,0 0-8-16,0 0 5 0,0 0 2 16,0 0 1-16,0 0 13 15,0 2-10-15,0 3-2 16,0-1-2-16,0 5 3 15,2 2 19-15,-1-2-12 16,-1 0-13-16,0-5 5 16,0 1-6-16,2-1-1 15,0 1 5-15,1 3-7 16,1 1 5-16,0 0-2 16,3 1-2-16,2 0 1 15,-2 0 0-15,-1 3-2 16,1-4 0-16,-1 0 0 15,3 1-1-15,-1 0-1 0,2 0-37 16,-1-1 4-16,-1 0-29 16,-3 0-9-16,0 0-36 15,-3-1-14-15,-2-4-68 16,0-2 6-16,0-2-77 16</inkml:trace>
  <inkml:trace contextRef="#ctx0" brushRef="#br0" timeOffset="-45628.78">10910 9588 1034 0,'0'0'73'16,"0"0"-55"-16,0 0-18 15,0 0 0-15,-98 106 6 16,69-50-3-16,-1 4 26 16,-2 2 11-16,2-2-18 15,2-1-4-15,2-6-11 16,7-6-7-16,4-5 0 16,6-6-9-16,6-5-57 15,3-8-77-15,0-12-76 16,8-11-141-16</inkml:trace>
  <inkml:trace contextRef="#ctx0" brushRef="#br0" timeOffset="-44915.71">4946 9863 499 0,'0'0'104'16,"0"0"-43"-16,0 0-3 15,0 0-47-15,0 0 16 16,0 0 9-16,-4-23-7 16,4 23-17-16,15 0-12 15,6 0-4-15,13 12-56 16,7 5-133-16,8-2-40 16</inkml:trace>
  <inkml:trace contextRef="#ctx0" brushRef="#br0" timeOffset="-44661.82">8048 10422 382 0,'0'0'0'16</inkml:trace>
  <inkml:trace contextRef="#ctx0" brushRef="#br0" timeOffset="-44350.76">6633 9398 521 0,'0'0'27'16,"0"0"-27"-16,0 0-61 15,74 87-62-15,-35-60-128 16</inkml:trace>
  <inkml:trace contextRef="#ctx0" brushRef="#br0" timeOffset="-43356.68">4712 9695 941 0,'0'0'34'16,"0"0"-34"-16,0 0-16 16,0 0-87-16,0 0 75 15,0 0 28-15,0-26 0 16,0 26-2-16,0 0-151 15,0 1-85-15,3 8 115 0</inkml:trace>
  <inkml:trace contextRef="#ctx0" brushRef="#br0" timeOffset="-42739.29">8553 11627 937 0,'0'0'124'0,"0"0"-124"16,0 0-3-16,0 0 3 15,0 0 10-15,0 0 21 0,0 1-3 16,0-1-16-16,0 0-12 16,0 2-4-16,0-1-20 15,0-1-54-15,0 0-77 16,0 0-48-16,-15-7-90 15</inkml:trace>
  <inkml:trace contextRef="#ctx0" brushRef="#br0" timeOffset="-42140.3">4801 9946 913 0,'0'0'38'15,"0"0"-38"-15,0 0-62 16,0 0-118-16,0 0 33 16,0 0 127-16,-3 10-44 15,15 3-106-15</inkml:trace>
  <inkml:trace contextRef="#ctx0" brushRef="#br0" timeOffset="-41619.89">9824 11463 1187 0,'0'0'79'0,"0"0"-79"16,0 0-12-16,0 0-84 0,0 0 43 16,0 0 45-16,0-15 6 15,0 15-12-15,0-2-159 16,-7-7-239-16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1:30:34.30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7065 466 1107 0,'0'0'62'0,"0"0"-62"15,0 0 8-15,-35 96-8 16,20-25 27-16,2 7 0 16,-1 6-3-16,-1-3-1 15,0-5-16-15,0-9-3 16,-2-7-2-16,3-10-2 15,1-9 0-15,3-11-43 16,4-12-65-16,4-12-162 16,2-6-34-16,0-11 126 15</inkml:trace>
  <inkml:trace contextRef="#ctx0" brushRef="#br0" timeOffset="232.22">6992 592 744 0,'0'0'168'0,"0"0"-102"16,0 0 28-16,0 0 23 16,0 0-37-16,0 0-39 15,30-47-38-15,-12 79 16 16,7 15 44-16,5 13-25 16,0 10-4-16,0 4-21 15,-1 0-9-15,-4-1-4 16,-4-6-4-16,-2-5-26 15,-4-7-110-15,-4-4-72 16,-5-13-86-16,-6-11-149 0</inkml:trace>
  <inkml:trace contextRef="#ctx0" brushRef="#br0" timeOffset="1000.77">6933 1048 1020 0,'0'0'208'16,"0"0"-184"-16,0 0-23 16,0 0 10-16,0 0 27 0,0 0-28 15,107-43-5-15,-60 38-5 16,-4 2-8-16,-3 1-59 16,0 2-118-16,-8-1-19 15,-9-2-55-15,-4-3 59 16,-9-4 62-16,-7-4 138 15,-3-3 152-15,0 1 126 16,0 1-85-16,-3 3-5 16,3 6-48-16,0 3-69 15,0 3-21-15,0 0-46 16,15 1-3-16,9 17 19 16,-1 8 1-16,0 4 5 15,-2 4-22-15,-5 4-1 16,-5-2 4-16,-4-1-1 15,-5-7-4-15,-2-7 0 0,0-6-2 16,0-9-7-16,0-4 7 16,0-2 15-16,0 0 10 15,-2-8-6-15,-5-16-15 16,1-10-4-16,5-8 1 16,1-3-6-16,0-1 5 15,7 7 0-15,10 11-4 16,2 10 4-16,-1 12-1 15,-1 6-3-15,-1 0 0 16,3 15 3-16,1 10 1 16,-1 4 2-16,-1 4 7 15,-5-3-7-15,-2-3-2 0,-5-1 3 16,-2-6-3-16,-3-3-4 16,-1-3 4-16,0-7 0 15,0-4 6-15,0-3-1 16,0 0 6-16,0-6 9 15,0-18-16-15,0-9 0 16,0-7-4-16,0-3 6 16,2 1-4-16,8 6 3 15,3 7 1-15,2 9 7 16,3 7 3-16,-1 8-6 16,4 5-10-16,0 5-1 15,4 19-3-15,1 11 4 16,-1 4 0-16,-4 2 4 15,1-2-4-15,0-2-3 16,1-2-77-16,0-8-55 0,2-8-74 16,2-17-131-16,2-2-77 15</inkml:trace>
  <inkml:trace contextRef="#ctx0" brushRef="#br0" timeOffset="1331.39">8148 920 684 0,'0'0'205'0,"0"0"-85"15,0 0 74-15,0 0-62 16,-102-44-58-16,72 71-34 16,2 11-20-16,1 4 14 0,10-3-12 15,9-6-15 1,8-8 1-16,0-8-8 0,6-6-1 16,11-6 0-16,5-5 1 15,5 0-6-15,0-8 5 16,-1-14-19-16,0-7-12 15,-9-6-6-15,-3 1 20 16,-6 4 14-16,-2 6 4 16,-5 10 2-16,-1 10 4 15,0 4-6-15,0 7-3 16,0 20-16-16,0 9 19 16,3 2 5-16,6-2-5 15,4-3-52-15,1-3-124 16,-2-9-212-16,-1-7-322 15</inkml:trace>
  <inkml:trace contextRef="#ctx0" brushRef="#br0" timeOffset="1983.02">8252 941 1098 0,'0'0'140'0,"0"0"-100"15,0 0 55-15,0 0-22 16,0 0-42-16,0 0-19 15,85-25-7-15,-56 50 4 16,-6 7-9-16,-4 7 0 16,-8 3 2-16,-6-1 0 15,-5-8 1-15,0-8 3 0,0-12-5 16,-5-3-2 0,-5-7 2-16,0-3 22 0,0 0-13 15,0-13 3-15,3-12-13 16,5 0-7-16,2-1-5 15,0 2 2-15,11 3 4 16,7 6-1-16,5 9 6 16,5 6 0-16,0 2-8 15,5 25 5-15,3 7-3 16,-7 10 5-16,-3 7 1 16,-12 3-4-16,-14 2 5 15,0-2-3-15,-18-2 2 16,-16-2 1-16,-7-5 11 15,-6-9-8-15,2-12 12 0,3-12-4 16,9-12 1-16,7 0-2 16,8-28 7-16,8-18-11 15,10-10-6-15,0-8-7 16,15 4-2-16,15 2 8 16,9 0-16-16,6 4-23 15,5 1 15-15,0 4 1 16,-1 7 2-16,-7 6 22 15,-10 7 3-15,-9 10 1 16,-12 7 0-16,-6 7-2 16,-5 5 21-16,0 0 1 0,0 2-24 15,6 22 1 1,-2 9 8-16,5 11 20 0,-1 0-8 16,2-1-10-16,0-3 0 15,5-4-5-15,-2-7-6 16,3-8 0-16,-1-9-27 15,-1-10-70-15,3-2-130 16,-3-20-206-16</inkml:trace>
  <inkml:trace contextRef="#ctx0" brushRef="#br0" timeOffset="2097.8">8725 741 836 0,'0'0'127'0,"0"0"-127"15,0 0-119-15,0 0-4 0,0 0-77 16</inkml:trace>
  <inkml:trace contextRef="#ctx0" brushRef="#br0" timeOffset="2449.61">8837 901 275 0,'0'0'830'0,"0"0"-787"16,0 0-25-16,0 0 14 15,0 0 91-15,45 111-52 16,-33-66-38-16,0-3-8 16,-4-6-5-16,-2-9-6 15,0-9-6-15,-5-10-1 0,1-7 0 16,-2-1 3-16,1 0 47 16,2-21 6-16,-2-14-40 15,2-8-9-15,2-4-13 16,2 5 9-16,2 6 0 15,2 10-3-15,-1 10 2 16,2 9-1-16,1 7-8 16,3 6-1-16,5 19-12 15,4 13 13-15,0 3-1 16,1 0 3-16,0 0-4 16,3-7-8-16,2-4-60 15,3-11-109-15,2-12 2 16,3-7-107-16,-3-12-163 15</inkml:trace>
  <inkml:trace contextRef="#ctx0" brushRef="#br0" timeOffset="2913.85">9429 956 184 0,'0'0'652'0,"0"0"-484"16,0 0-35-16,-102-25-22 16,80 28-17-16,6 17-31 15,2 3-44-15,8 5-2 16,6-3-1-16,0-2-6 15,0-9-10-15,11-4 0 16,6-8-4-16,5-2 4 16,1 0 7-16,1-16 11 15,-1-8-18-15,-3 1-6 16,-4-4 5-16,-2 5 1 0,-8 7 2 16,-2 6 0-16,-4 5-2 15,0 4 0-15,2 13-19 16,-1 20-10-16,1 18 29 15,1 14 12-15,2 10-6 16,0 7-3-16,1 11-2 16,-3 0 3-16,-3-8-3 15,0-14-1-15,0-20 0 16,-15-17 3-16,-8-14 27 16,-6-11 38-16,0-9 1 15,-3 0-3-15,3-20-18 16,0-15-13-16,6-18-18 15,4-13-11-15,9-8-1 0,9 5-5 16,1 10 0-16,11 10 0 16,20 7-3-16,7 2-23 15,4 7-28-15,3 5-62 16,0 4-107-16,-3 4-207 16</inkml:trace>
  <inkml:trace contextRef="#ctx0" brushRef="#br0" timeOffset="3482.76">10044 743 1282 0,'0'0'256'15,"0"0"-254"-15,0 0 3 16,-42 92-5-16,42-24 46 15,17 8-11-15,15-4-14 16,10-6-10-16,-1-15-9 16,3-15-2-16,-3-14 0 15,-2-15 3-15,3-7 0 16,-2-16 4-16,0-24 6 16,-3-11-11-16,-7-11-2 15,-10-7-1-15,-10-4 1 16,-10-2 4-16,-8 2-4 15,-24 6 0-15,-10 8-1 16,-5 14 1-16,-2 18 0 0,-5 18-4 16,-3 9-5-16,-3 25 8 15,-1 21-1-15,6 9 1 16,12 2 1-16,13-3 0 16,15-10 0-16,13-13-1 15,2-7 1-15,21-7-5 16,17-6 5-16,13-3 4 15,8-6-2-15,4 1 6 16,1 1-4-16,-1 4-3 16,3 6 0-16,-3 5-1 0,-4 8 0 15,-11 5-4 1,-16 7 1-16,-12 7 3 0,-15 4-1 16,-5 6-3-16,-2-2-1 15,-14-5-46-15,4-14-58 16,5-17-87-16,7-16-65 15,0-2-69-15,0-31-286 16</inkml:trace>
  <inkml:trace contextRef="#ctx0" brushRef="#br0" timeOffset="4381.34">10649 890 916 0,'0'0'350'0,"0"0"-303"0,0 0-46 16,0 0 47-1,0 89 47-15,12-47-42 0,6-3-13 16,4-4-17-16,1-10-11 16,-3-7 3-16,-1-7-13 15,-6-8 1-15,-3-3 8 16,4 0-1-16,1-17 2 16,-2-8 3-16,-1-10-13 15,-7-4 2-15,-5 0 4 16,0 3-8-16,-4 6 4 15,-2 12 1-15,1 8 0 16,2 10-5-16,3 0-2 16,0 23-15-16,0 9 17 15,1 4 0-15,12-4 6 0,6-3-6 16,4-7 0-16,4-9 1 16,4-7-1-16,4-6-3 15,-2-1-5-15,2-20-7 16,-2-7 4-16,-4-5-4 15,-6-1 11-15,-7-4 3 16,-9 2 2-16,-5 9 1 16,-2 9-2-16,0 10-1 15,0 8-5-15,-5 2-2 16,-5 25-13-16,0 12 21 16,5 5 0-16,5-3 2 15,0-7-2-15,5-9-5 16,14-9 3-16,4-8-3 15,-1-8 5-15,-2 0 1 0,-2-1-1 16,-3-16-1-16,0-7-3 16,-1-1 0-16,-1-5 1 15,-1-2 2-15,1 4-1 16,2 5 0-16,6 7-9 16,0 7 4-16,3 7-2 15,2 2 1-15,1 4 8 16,-1 12 2-16,2 5 12 15,-5 4 8-15,-8 3 5 16,-8 2-9-16,-7 0 0 16,-2-3-9-16,-20-5 8 15,-8-2-13-15,-2-5 14 0,0-5-8 16,4-7-9-16,10-3 8 16,4-4-9-16,11-25-13 15,3-15-28-15,5-12-7 16,20-13 16-16,5-6-4 15,2 6 6-15,2 11 11 16,-1 13 19-16,-3 12 16 16,-2 10 35-16,-2 8-12 15,-5 9-8-15,-3 5-7 16,1 1-13-16,1 12-5 16,3 19 2-16,3 17 1 15,-4 10 17-15,-8 6 0 16,-1-1-13-16,-4-5-6 15,-2-2-2-15,-1-6-5 0,-4-9-30 16,-2-10-82 0,0-10-70-16,-5-11-212 0,-14-10-279 15</inkml:trace>
  <inkml:trace contextRef="#ctx0" brushRef="#br0" timeOffset="4551.63">11615 878 448 0,'0'0'913'0,"0"0"-832"16,0 0-71-16,0 0 31 16,111-77 21-16,-61 74-26 15,2 3-30-15,-5 0-6 0,-9 16 0 16,-9 5-44-16,-10 4-74 16,-8 4-83-16,-9-4-227 15</inkml:trace>
  <inkml:trace contextRef="#ctx0" brushRef="#br0" timeOffset="4693.85">12033 879 989 0,'0'0'183'0,"0"0"-142"16,0 0 1-16,0 0 30 16,0 0-72-16,0 0-27 15,17-30-195-15,-8 29-116 16,0 0-314-16</inkml:trace>
  <inkml:trace contextRef="#ctx0" brushRef="#br0" timeOffset="5281.95">12230 896 732 0,'0'0'421'16,"0"0"-366"-16,0 0-19 15,-3 101 61-15,3-74 2 16,0-6-45-16,6-4-28 15,2-7-17-15,2-3 2 16,-5-6-10-16,-2-1 11 16,1 0-4-16,-2 0 0 0,-2-13-8 15,0-1-10 1,-2-4-4-16,-12-4 8 0,-1-5 6 16,4-3 2-16,-1-4 4 15,5 1-4-15,5 3 4 16,2 3 3-16,0 6 4 15,12 4 2-15,8 5-10 16,4 4 6-16,1 8 0 16,2 0-8-16,1 9 3 15,0 16 0-15,-1 8 6 16,-3 2 7-16,-7 0-2 16,-6-2-2-16,-5-5-6 15,-6-8-8-15,0-6 6 16,0-8-1-16,0-5-1 15,0-1 12-15,0 0 5 0,0-8-1 16,-1-17-19-16,1-8-2 16,0-6-1-16,0 1 1 15,1 6-3-15,15 5 3 16,4 4-2-16,3 6 2 16,4 7 1-16,3 5-1 15,2 5 2-15,1 6 1 16,2 18 2-16,-1 11 3 15,-6 5 0-15,-11 2-5 16,-8 1-2-16,-8-4-1 16,-1-3-1-16,0-7-4 15,-8-9-52-15,-2-10-91 0,0-10-144 16,3 0-336-16</inkml:trace>
  <inkml:trace contextRef="#ctx0" brushRef="#br0" timeOffset="5630.82">13020 848 1369 0,'0'0'159'16,"0"0"-155"-16,0 0 2 15,0 0 46-15,0 0-20 16,0 0 6-16,82 78-11 15,-73-48-11-15,-2-4 3 16,-1-9 5-16,-2-8 0 0,2-5-12 16,-3-4 7-16,9 0 7 15,6-17 7-15,13-13 5 16,9-10-16-16,8-12-9 16,5-5 5-16,4-5-9 15,0-5-1-15,3 4-7 16,-2 7-1-16,-7 15-1 15,-9 15-9-15,-14 12-39 16,-8 14-8-16,-11 0-41 16,-9 20-127-16,-9 4-191 15,-28 5-473-15</inkml:trace>
  <inkml:trace contextRef="#ctx0" brushRef="#br0" timeOffset="93446.65">11619 2999 998 0,'0'0'90'16,"0"0"-81"-16,0 0 20 16,0 0 83-16,0 0-60 15,0 0-27-15,0 0-18 16,60-51 8-16,-40 35 16 16,0 0-8-16,0-5-9 15,-1-3-3-15,-1-2 3 16,-4-2-2-16,-1-5-5 15,-6-2 2-15,-5-4 9 16,-2-3-9-16,0-3-3 0,-10-2 8 16,-8 2-12-16,-2 9 11 15,2 12-4-15,4 10-9 16,7 10-3-16,0 4 2 16,0 0 1-16,-1 23-6 15,-2 24 6-15,1 18 2 16,6 12-2-16,3 7 7 15,0 1 20-15,0-3-14 16,7-1 5-16,6-7-12 16,1-10-5-16,-3-9-1 15,-1-10 1-15,-3-6-1 16,-4-4 0-16,-3-2-2 16,0-5 2-16,0-5-74 0,0-7-125 15,-5-9-37-15,-4-7-250 16</inkml:trace>
  <inkml:trace contextRef="#ctx0" brushRef="#br0" timeOffset="93702">11676 2921 1082 0,'0'0'175'15,"0"0"-144"-15,17-77 4 0,12 62 47 16,9 7-10-1,4 8-36-15,-6 0-13 0,-4 11-13 16,-9 13-2-16,-9 4 6 16,-8 5-10-16,-6 4-2 15,0-1 2-15,-6-2 1 16,-14-4-5-16,-3-4 3 16,0-4-3-16,5-6-48 15,7-6-109-15,7-9-49 16,4-1-166-16,0-14-221 15</inkml:trace>
  <inkml:trace contextRef="#ctx0" brushRef="#br0" timeOffset="93883.3">12104 2941 569 0,'0'0'570'0,"0"0"-529"15,0 0-36-15,0 0 45 16,0 102 22-16,0-61-21 15,0 1-39-15,0-4-11 16,0-4-1-16,0-2 0 16,0-6-94-16,2-7-197 15,6-8-206-15</inkml:trace>
  <inkml:trace contextRef="#ctx0" brushRef="#br0" timeOffset="94511.38">12477 2897 1045 0,'0'0'133'0,"0"0"-118"16,0 0 50-16,-7-91 43 15,-1 78-7-15,-1 7-68 16,-4 6-22-16,-3 0-11 15,-6 18-5-15,-2 12 3 16,0 6 4-16,4 0-2 16,7-2 0-16,7-6 0 15,6-10 0-15,0-6 0 0,0-7-6 16,0-5 4-16,3 0 2 16,7 0 8-16,2 0 9 15,4-13-10-15,4-3 0 16,4-2-5-16,1 2-1 15,1 0 2-15,2 5-3 16,-8 4 1-16,-6 4 3 16,-5 2-4-16,-7 1 0 15,-1 0-2-15,-1 9 2 16,0 10 0-16,0 7 5 16,-12 5 4-16,-8 2 1 15,-1 2-8-15,-3-2 5 16,3-7-4-16,2-6 0 15,6-7 18-15,4-5-1 0,6-4-4 16,3-4 2-16,0 0 6 16,0 0 11-16,0 0 0 15,5 0-6-15,9-7-5 16,4-3-13-16,3 2 6 16,1 1-14-16,-2 2 1 15,-1 5-6-15,-4 0 2 16,-1 0-3-16,-3 0 0 15,-2 2-25-15,2 8-17 16,1-1-41-16,3-1-35 16,3-1-103-16,1-7-58 15,-1 0-164-15</inkml:trace>
  <inkml:trace contextRef="#ctx0" brushRef="#br0" timeOffset="94702.58">12764 3057 745 0,'0'0'350'0,"0"0"-301"16,0 0-44-16,0 0 67 15,0 0 33-15,0 78-66 16,-2-46-17-16,-2 1-10 16,-2-2-10-16,0-2-1 15,1-2-1-15,3-5-88 16,1-7-188-16,1-10-336 0</inkml:trace>
  <inkml:trace contextRef="#ctx0" brushRef="#br0" timeOffset="95278.32">12978 2841 1083 0,'0'0'158'0,"0"0"-128"16,0 0 39-16,5-78 26 16,22 67-57-16,10 9-27 15,1 2-11-15,1 2 1 16,-6 19-3-16,-6 7 4 15,-7 7 3-15,-12 6-1 16,-6 3-4-16,-2-4 7 0,0-6-7 16,-10-10 3-16,-2-11 2 15,4-10 25-15,1-3 24 16,-1 0 19-16,-1-16-19 16,2-16-19-16,3-9-19 15,4-8-3-15,0 2-1 16,10 0-4-16,8 5-4 15,6 6-2-15,0 5-2 16,4 7 1-16,-4 11-1 16,2 9-8-16,-3 4-22 15,4 1-50-15,0 19-59 16,-1 4-110-16,-3 3-218 0</inkml:trace>
  <inkml:trace contextRef="#ctx0" brushRef="#br0" timeOffset="95730.17">13568 2851 1264 0,'0'0'80'0,"0"0"-54"15,0 0 94-15,0 0-54 16,0 0-51-16,104-16-3 15,-47 15-5-15,10-3-2 0,6-1 3 16,14-3 4-16,5-1 11 16,-2-1-3-16,-9 3-11 15,-19 1-8-15,-16 2 0 16,-17-1-1-16,-14 3 0 16,-10 0 3-16,-5 0 0 15,0-1-3-15,-2-1 5 16,-14-5 3-16,-6-2 0 15,-4-1-5-15,3 0-1 16,3 3-2-16,5 2 4 16,5 3-4-16,7 4 0 15,2 0 2-15,1 0 2 16,0 0-8-16,0 0 3 16,0 0-8-16,0 4 7 0,0 7 1 15,4 5 1-15,3 1 0 16,-1 2-2-16,1 3-45 15,2 0-122-15,1-2-115 16,-2-5-281-16</inkml:trace>
  <inkml:trace contextRef="#ctx0" brushRef="#br0" timeOffset="96147.87">14731 2731 1280 0,'0'0'52'15,"0"0"-50"-15,0 0 4 16,0 0 34-16,-48 83 15 16,48-37-33-16,0 1-10 15,14-5-9-15,7-7 4 16,5-9-7-16,4-10 3 15,-5-7-3-15,-2-9 1 16,-1 0-1-16,-2-11 18 16,2-14-7-16,-4-9 3 15,-6-6 16-15,-7-2 0 16,-5-5 0-16,0-2 9 0,-20-2-7 16,-8 0-21-16,-4 6-3 15,2 12-1-15,3 14-5 16,6 14-2-16,4 5-4 15,5 9 3-15,5 15 1 16,7 7-5-16,0 0-27 16,15-2-72-16,20-4-82 15,9-7-57-15,6-8-102 16,4-7-69-16</inkml:trace>
  <inkml:trace contextRef="#ctx0" brushRef="#br0" timeOffset="96797.27">15122 2750 765 0,'0'0'254'15,"0"0"-130"-15,0 0-25 16,0 0-11-16,0 0-11 16,0 0-21-16,-96 73-18 15,85-37 16-15,9 0-19 16,2-5-11-16,5-3-8 16,16-7-7-16,8-9-8 15,1-8 4-15,1-4-1 16,-5-3 7-16,-1-18-1 15,-5-5-2-15,-5-8-2 16,-3-4 22-16,-9-4-10 16,-3-4 11-16,-3-5-10 15,-24-10-8-15,-5-1-1 16,-3 4-6-16,0 11 1 16,7 17-1-16,4 18-4 0,7 12-6 15,6 6-1-15,3 23-1 16,6 10 7-16,2 6-18 15,12-4-38-15,18-4-13 16,7-7-129-16,5-10 20 16,1-8-8-16,5-8-56 15,-3-4 58-15,-1 0 106 16,-9-1 79-16,-10-5 1 16,-10 3 53-16,-11 0 117 15,-4 3 18-15,0 0-37 16,0 8-109-16,-4 14-3 15,-2 6 66-15,2 2-44 0,4-3 9 16,0-1-26-16,4-6-22 16,10-7-1-16,6-3 2 15,2-10-7-15,3 0 19 16,2-6 3-16,-4-14-4 16,-4-6 14-16,-9-6 1 15,-8 1-11-15,-2-4-7 16,-10 0-10-16,-19-5-2 15,-1 2-11-15,2 4-7 16,3 10-2-16,8 12-1 16,5 12-6-16,2 0-7 15,3 12-36-15,6 16-18 16,1 4-15-16,5 0-96 0,17-8-174 16,6-10-167-16</inkml:trace>
  <inkml:trace contextRef="#ctx0" brushRef="#br0" timeOffset="97211.72">15830 2689 929 0,'0'0'363'0,"0"0"-352"16,0 0-2-16,0 0 88 15,0 0 2-15,90-19-34 16,-52 6-31-16,-5-3-20 0,-8-1 2 15,-5-3 2-15,-7-1 12 16,-3-4-6-16,-4-2-5 16,-6 0-7-16,0-3-6 15,-2 0 0-15,-15-1-6 16,-3 3 9-16,0 4-8 16,3 8 5-16,6 8-1 15,4 6-3-15,4 2-2 16,1 0 0-16,1 16-9 15,1 21 9-15,0 22 5 16,0 16-2-16,4 12 3 16,10 3-2-16,3 1 6 15,0-2-9-15,0-6 4 0,2-1-1 16,-6-11-4 0,-6-8 0-16,-4-12 0 0,-3-12-5 15,0-9-21-15,0-12-60 16,-3-10-103-16,-4-8-96 15,0-15-280-15</inkml:trace>
  <inkml:trace contextRef="#ctx0" brushRef="#br0" timeOffset="97423.65">15927 2709 1261 0,'0'0'111'0,"0"0"-48"0,0 0 1 16,0 0-22-1,111-61-10-15,-66 67-2 0,0 18-11 16,-8 7-7-16,-14 4 8 16,-11 2-2-16,-10 1-18 15,-2 3-1-15,-2-2-3 16,-16 0-44-16,-2-7-130 16,1-12-216-16,6-15-523 15</inkml:trace>
  <inkml:trace contextRef="#ctx0" brushRef="#br0" timeOffset="97797.41">16208 2679 1119 0,'0'0'123'16,"0"0"-108"-16,0 0 10 0,0 0 60 16,114-43-25-16,-80 52-20 15,-4 16-13-15,-8 8-4 16,-9 2 7-16,-9 3-6 15,-4 0-12-15,0-5-8 16,-6-7-4-16,-5-7-1 16,-1-7 1-16,3-8 0 15,-1-4 10-15,2 0 3 16,2-11-2-16,3-17-11 16,3-12-3-16,4-4-19 15,16 3 22-15,0 7 0 16,-2 11 0-16,1 10 3 0,-1 7 2 15,2 6-3 1,2 4 2-16,2 18-4 0,-3 6 3 16,-1 2-2-16,-6 2-1 15,-4-2-1-15,-9-2-94 16,-1-8-187-16,0-11-397 16</inkml:trace>
  <inkml:trace contextRef="#ctx0" brushRef="#br0" timeOffset="97912.34">16613 2500 1041 0,'0'0'37'0,"0"0"-37"0,0 0-61 16,0 0-25-16,0 0-121 16</inkml:trace>
  <inkml:trace contextRef="#ctx0" brushRef="#br0" timeOffset="98827.81">16683 2663 913 0,'0'0'174'0,"0"0"-173"15,0 0 46-15,30 77 68 16,-18-39-17-16,-4 2-19 16,-1-1-29-16,-4-2-14 15,-1-9-5-15,-1-9-12 16,-1-8-4-16,0-6-2 15,0-5 8-15,0 0 30 0,0-3 3 16,0-16-15-16,3-8-34 16,0-4-3-16,3-4-1 15,3-1 0-15,1 4-1 16,5 7 0-16,0 4-1 16,0 7 1-16,-1 7-2 15,-3 7 1-15,1 0-3 16,0 15-2-16,-4 15 4 15,-2 5-2-15,0 3 4 16,-5-4 1-16,2-5-1 16,1-7 0-16,-2-8 0 15,-1-10 2-15,1-4-2 16,-2 0 5-16,1 0 4 0,1-15 1 16,3-10-10-16,5-6-1 15,2-5 0-15,0-1-6 16,-1 3-9-16,-2 11 1 15,-4 7 15-15,-4 11-2 16,1 5-1-16,0 0-10 16,1 16-2-16,4 9 15 15,1 2-2-15,6 0 2 16,4-9 0-16,6-3 0 16,5-10 2-16,3-5 3 15,1 0-3-15,1-9 1 16,-4-9 0-16,-3-4-1 15,-5-1 0-15,-9 3-1 16,-3-2 0-16,-7 6 0 0,-3 3-1 16,0 7-5-16,-6 6-6 15,-13 4-1-15,1 18 12 16,-2 5-3-16,6 0 3 16,10-3 0-16,4-3 0 15,0-6-3-15,6-6 2 16,11-6-1-16,3-3 1 15,-1 0-4-15,0-4-5 16,-3-9-2-16,-5-2 4 16,-1 2 3-16,-3-3 2 0,3-2-6 15,0-2 2 1,0 2-7-16,1 4 2 16,1 6 0-16,0 4 1 0,3 4 3 15,0 0 8-15,4 14-1 16,-1 9 1-16,4 2 20 15,1 4 25-15,-1-1-7 16,-4-1 3-16,-7-3-9 16,-8-3-10-16,-3-4-11 15,-6-2 12-15,-13-3-4 16,-10-3-9-16,-4-3-4 16,-2-3-6-16,-1-3-5 15,3 0-60-15,3-17-92 16,6-10-309-16</inkml:trace>
  <inkml:trace contextRef="#ctx0" brushRef="#br0" timeOffset="99048.78">17624 2491 1588 0,'0'0'36'16,"0"0"-26"-16,100-58 61 15,-71 54 3-15,-6 4-50 16,-2 0-21-16,-8 10-3 16,-5 16 0-16,-4 7-1 15,-4 9 1-15,0 5-4 16,-7 4 3-16,-11 1-43 0,-1-1-96 16,6-4-286-1,7-8-675-15</inkml:trace>
  <inkml:trace contextRef="#ctx0" brushRef="#br0" timeOffset="99183.77">17825 2959 1340 0,'0'0'330'16,"0"0"-284"-16,0 0 45 15,0 0-1-15,0 0-38 16,0 0-49-16,0 0-3 16,0 0-28-16,0 6-43 15,0-1-88-15,-8 0-333 16</inkml:trace>
  <inkml:trace contextRef="#ctx0" brushRef="#br0" timeOffset="109475.21">1003 3518 582 0,'0'0'186'0,"0"0"-118"16,0 0 6-16,0 0 13 0,0 0 43 15,0 0-18 1,0 0-24-16,0-8-18 0,0 8-15 16,0 0-18-16,0 0-10 15,0 0-13-15,0 0 0 16,0 9-14-16,11 10 0 15,6 10 17-15,8 5 12 16,10 3-17-16,9-1 4 16,8 2-7-16,8 0 21 15,7 2 0-15,3-2-18 16,2-6-2-16,0-2 1 16,-7-5-10-16,-5-6 10 15,-11-3-9-15,-9-3 1 16,-10-1 3-16,-7-3-5 15,-8-3 1-15,-5-2-2 0,-7-2 3 16,0-1-2-16,-3-1-1 16,0 0 4-16,0 0 13 15,0 0-2-15,0 0 3 16,0 0-4-16,0 0-12 16,0 0 4-16,0 0-6 15,0 0-4-15,-3-6-19 16,-3 0-37-16,1 0-35 15,5 1-170-15,0-5-74 16,0-2-348-16</inkml:trace>
  <inkml:trace contextRef="#ctx0" brushRef="#br0" timeOffset="109924.74">2165 3718 385 0,'0'0'881'0,"0"0"-817"15,0 0-46-15,0 0 16 16,0 0 0-16,0 0-11 16,-21 9-22-16,21 25 18 15,0 13 31-15,0 5-25 16,0 3-12-16,0-4-5 0,-7-4 2 15,-3-6-2-15,-3-5-3 16,4-7-5-16,-4-4 7 16,7-11-5-16,-1-6 4 15,4-6-6-15,3-2 0 16,0 0 9-16,0 0 0 16,0 0 0-16,5 0 0 15,15-6-6-15,6-3 19 16,7-3-13-16,0 4-6 15,2 0 0-15,-2 2-3 16,1 2 0-16,-2 2-2 16,-5 0-10-16,-2 2-16 0,-5 0-84 15,-2 0-40 1,-1 0 29-16,-2-2-78 0,0-4-33 16,-3-4-33-16,-2-1 16 15</inkml:trace>
  <inkml:trace contextRef="#ctx0" brushRef="#br0" timeOffset="110224.9">2486 3806 462 0,'0'0'197'0,"0"0"-88"16,0 0 13-16,0 0 25 15,0 0-1-15,0 0-39 16,0-67-28-16,0 67-43 16,0 2-36-16,0 22 0 15,0 14 6-15,1 6 35 16,1 2-20-16,-2 0-11 16,0-6-9-16,0-2 2 15,0-2-3-15,0-2-1 16,0-5-100-16,0-5-50 15,0-9-163-15,0-9-164 16</inkml:trace>
  <inkml:trace contextRef="#ctx0" brushRef="#br0" timeOffset="110561.33">2524 3991 907 0,'0'0'146'0,"0"0"-137"15,0 0-9-15,0 0 44 16,118-17 31-16,-73-2-20 16,-4-1-37-16,-7 1-3 15,-11 1-13-15,-11 1 6 16,-5-2-3-16,-7 0-1 16,0-1 11-16,0 0 13 15,-7 1-6-15,-5 0 26 16,0 8-5-16,5 0-13 15,4 7 2-15,0 2-13 16,3 2 4-16,0 0-23 0,0 19-28 16,0 13 15-16,0 15 13 15,0 3 2-15,0-1-2 16,0-4-1-16,3-2-14 16,12-6-118-16,4-6-80 15,2-12-82-15,6-15-257 16</inkml:trace>
  <inkml:trace contextRef="#ctx0" brushRef="#br0" timeOffset="110958.41">3118 3741 572 0,'0'0'511'15,"0"0"-461"-15,0 0-33 16,0 0 47-16,0 0 12 15,0 0-14-15,-77-47-50 16,67 52-8-16,0 12-4 16,3 4-1-16,2 1-3 15,4 1 0-15,1-2 4 16,0 4 2-16,0-1-2 16,14-1-2-16,6 3 0 15,4-4 2-15,1-2 6 16,0-4-6-16,-2-1 3 15,-6-7-3-15,-7-2 10 0,-6-3-9 16,-4-1 11-16,0 1 2 16,0-2 43-16,-22 5 14 15,-10 2-27-15,-7-2-27 16,-1-1-14-16,4-5 3 16,4 0-6-16,7 0-8 15,8 0-120-15,15 0-45 16,2-14-162-16,22-6-510 15</inkml:trace>
  <inkml:trace contextRef="#ctx0" brushRef="#br0" timeOffset="111102.79">3442 3724 1101 0,'0'0'133'0,"0"0"-133"16,0 0-10-16,0 0-4 15,0 0 14-15,0 0-286 16,-58 22-70-16</inkml:trace>
  <inkml:trace contextRef="#ctx0" brushRef="#br0" timeOffset="111244.45">3426 3943 921 0,'0'0'450'16,"0"0"-444"-16,0 0-3 0,0 0 8 15,0 0-11 1,0 0-5-16,-41 0-127 0,60 0-214 16,4 0-133-16</inkml:trace>
  <inkml:trace contextRef="#ctx0" brushRef="#br0" timeOffset="112143.83">3730 3803 1098 0,'0'0'232'0,"0"0"-232"15,0 0-7-15,0 0 7 16,-24 78 25-16,24-36-3 16,0 1-22-16,14-7 6 15,3-6-6-15,2-9-2 16,3-11 2-16,2-7 2 15,1-3 1-15,-4 0 10 16,-2-20-7-16,-6-6 8 16,-4-6 1-16,-9-1 8 15,0-3 12-15,-9-1 16 16,-14 5 0-16,-6 1-32 16,0 8-3-16,6 8-10 15,7 6-2-15,9 4-8 16,5 5 3-16,2 0-16 15,2 0-96-15,18 0-7 0,12 0 25 16,7 0-18-16,6 0-25 16,-2 0 42-16,-1 0 52 15,-9 0 24-15,-6 0 20 16,-9 3 26-16,-8 11 16 16,-7 5 24-16,-3 9-1 15,0 1 40-15,-1 3-24 16,-8-2-20-16,5-6-11 15,4-4-1-15,0-8-24 16,0-5-10-16,0-2 3 16,14-5-3-16,10 0 12 15,6-5 10-15,0-12-24 0,0-3 2 16,-8-2-8-16,-7 2 7 16,-10-4 20-16,-5 4 2 15,-1-4-12-15,-19 1-5 16,-9 4-12-16,-1 4 0 15,3 6 3-15,6 2-7 16,5 7-3-16,10 0-3 16,4 0 3-16,2 0-13 15,0 0-22-15,18 0-34 16,11 0 16-16,11 7 10 16,5-1-64-16,3 0 40 15,0 1 29-15,-7 2 33 16,-4 6-2-16,-8 5 3 0,-6 5 5 15,-7 4-1 1,1 1 2-16,-2-1 1 0,0-7 8 16,0-7 1-16,-3-4 12 15,-1-7 7-15,-2-4-1 16,1 0 55-16,-1-18 23 16,-3-12-31-16,-2-9-13 15,-4-9-19-15,0 0-9 16,-17-2 0-16,-8 7-28 15,0 3 1-15,-2 7-9 16,4 9-4-16,4 11 0 16,6 8-36-16,1 5-39 0,-3 16-72 15,-9 16-153 1,-9 12-158-16</inkml:trace>
  <inkml:trace contextRef="#ctx0" brushRef="#br0" timeOffset="112624.81">2303 4425 880 0,'0'0'332'0,"0"0"-300"16,0 0-24-16,0 0-3 16,0 0 2-16,-18 94 31 15,15-41-4-15,-2 1-19 16,0-1-7-16,0-4-7 15,-1-3 3-15,2-6-4 16,2-8-2-16,2-5-96 16,0-13-176-16,0-7-165 15</inkml:trace>
  <inkml:trace contextRef="#ctx0" brushRef="#br0" timeOffset="112991.62">2317 4485 966 0,'0'0'258'0,"0"-91"-203"0,3 66 19 16,5 10 76-16,5 12-81 16,1 3-49-16,10 7-19 15,0 19 2-15,0 8-2 16,-10 9 1-16,-10 0-2 16,-4 3 0-16,-10 3 0 15,-19-3 7-15,-10-3-6 16,-1-9 11-16,3-12-6 15,10-12 5-15,11-9 2 16,6-1-1-16,4-7 4 16,5-16-8-16,1-6-8 0,0 2-5 15,18 1 2-15,7 9 3 16,5 5 11-16,4 4-11 16,6 8-1-16,0 0 0 15,2 12-8-15,-1 13 5 16,-3 4-3-16,-5 5 3 15,-1 1-2-15,-2 0-87 16,-4-5-116-16,2-7-159 16,-8-11-252-16</inkml:trace>
  <inkml:trace contextRef="#ctx0" brushRef="#br0" timeOffset="113181.51">2778 4469 1084 0,'0'0'267'0,"0"0"-239"0,0 0-28 16,0 0 0-16,0 0-18 15,0 0 18-15,14 105 6 16,-2-61-6-16,-5 0-1 16,-1 0-96-16,-6-6-127 15,0-4-200-15</inkml:trace>
  <inkml:trace contextRef="#ctx0" brushRef="#br0" timeOffset="113474.88">2763 4669 1024 0,'0'0'107'0,"0"0"-99"16,0 0 69-16,0 0-22 16,76-88-39-16,-33 65-14 15,0 2 5-15,-8 0-6 16,-8 3 0-16,-12 2 5 15,-6 0 1-15,-9 3 4 16,0 1 50-16,0 3-8 16,0 2 16-16,-3 5-19 15,-3 2-6-15,6 0-29 16,-1 8-15-16,-1 15-26 16,0 14 24-16,2 8 3 15,-1 1-2-15,-1 2 2 16,-1 2-2-16,1-2-39 0,2-1-125 15,0-6-47-15,0-13-276 16</inkml:trace>
  <inkml:trace contextRef="#ctx0" brushRef="#br0" timeOffset="113862.32">3358 4478 383 0,'0'0'832'0,"0"0"-815"16,0 0-11-16,-90-33 24 0,75 33 28 15,1 0-35-15,1 13-23 16,2 4-2-16,1 4 2 16,1 2-3-16,6-2 6 15,0 0-8-15,3-4 2 16,0-2-3-16,8-2 6 15,9 0 2-15,1 0-1 16,4-2 7-16,0 1-6 16,-6-4-1-16,1 1 10 15,-5-1 8-15,-9-3 7 16,-2-1 5-16,-1-1-7 16,0 1 7-16,-10 3 23 15,-13 2 12-15,-9 3-32 16,-1-3-26-16,1 0-6 15,6-5-2-15,4-2-4 0,6-2-134 16,6-4-86 0,9-18-241-16</inkml:trace>
  <inkml:trace contextRef="#ctx0" brushRef="#br0" timeOffset="114019.95">3604 4465 1235 0,'0'0'0'0,"0"0"-1"16,0 0-34-1,0 0 31-15,0 0-174 0,0 0-298 16</inkml:trace>
  <inkml:trace contextRef="#ctx0" brushRef="#br0" timeOffset="114160.77">3598 4659 1355 0,'0'0'28'0,"0"0"-26"15,0 0-2-15,0 0 0 16,0 0-49-16,0 0-301 16,8-4-207-16</inkml:trace>
  <inkml:trace contextRef="#ctx0" brushRef="#br0" timeOffset="114508.41">3987 4590 1183 0,'0'0'79'0,"0"0"-78"16,0 0 39-16,90-96 107 15,-73 73-94-15,-7 5-18 16,-5 5-14-16,-5 0 1 16,0 6 22-16,0 1-27 0,-15 3-17 15,-2 3 1 1,-3 0 1-16,1 0 0 0,-6 16-2 16,2 11-4-16,1 8 4 15,2 4 0-15,7 0-1 16,8 0-1-16,5-4 0 15,0-4 0-15,12-2-6 16,11-5-64-16,6-6-50 16,6-4-58-16,0-10-123 15,0-4-112-15</inkml:trace>
  <inkml:trace contextRef="#ctx0" brushRef="#br0" timeOffset="115324.45">4238 4603 783 0,'0'0'186'15,"0"0"-153"-15,0 0 77 0,0 0 37 16,0 0-87-16,0 0-59 16,45-15 8-16,-27 39 32 15,1 2-26-15,-3 1 19 16,0 0-15-16,-5-4-8 16,-1-4 5-16,-5-5-6 15,0-5 12-15,-3-7-3 16,0-2-5-16,-1 0 13 15,1 0 27-15,3-9 5 16,2-17-25-16,2-8-33 0,4-1-1 16,-2-1-1-1,-1 10-8-15,4 6-8 0,0 12-43 16,2 8-9-16,3 0 61 16,4 2-25-16,3 12 21 15,6-2 12-15,4-5 2 16,2-4-2-16,0-3 4 15,-8 0-1-15,-7-7 3 16,-9-5 4-16,-9 0 11 16,-5 1 0-16,0 0 7 15,-3 1-4-15,-14 2-7 16,-1 1-11-16,-1 3 0 16,2 4-6-16,-1 0 0 15,3 7-1-15,0 19-2 16,5 5-3-16,8 3 12 0,2-1-3 15,3-6-2 1,22-6-1-16,5-8 3 0,5-7-3 16,1-4-3-16,-3-2-30 15,-2 0-40-15,-7-6-26 16,1-9 25-16,-5-4 28 16,-2 0 22-16,-7 0 9 15,-2 2 15-15,-5 3 4 16,-1 5 3-16,-1 5 18 15,-2 4 6-15,4 0-15 16,2 4-11-16,1 16 7 16,5 7 30-16,-1 3-4 0,1-1-5 15,-2-5 3-15,0-7-14 16,-3-8-18-16,-4-3 8 16,-1-6 5-16,-2 0 10 15,1-2 28-15,3-17-17 16,4-7-25-16,2-9-13 15,6-1 2-15,2 0-1 16,0 5-1-16,1 5-5 16,-1 9 5-16,-2 8-8 15,3 6 1-15,0 3 4 16,-3 5-3-16,1 14 4 16,-5 8-10-16,-4 0 8 15,-5 0-49-15,-3-2-130 16,0-8-178-16,-7-6-299 15</inkml:trace>
  <inkml:trace contextRef="#ctx0" brushRef="#br0" timeOffset="118373.53">18044 2396 901 0,'0'0'260'16,"0"0"-152"-16,0 0-70 15,0 0 59-15,0 0 19 16,0 0-59-16,0 0-43 15,19-27-12-15,12 58-1 16,13 14 23-16,8 17-9 16,4 5 2-16,5 3 1 15,-1-5 4-15,-3-13-10 16,-7-7-5-16,-10-9-5 16,-11-6 2-16,-9-7-3 15,-11-8 1-15,-4-6-2 16,-5-7 0-16,0-2-15 0,0 0-27 15,-5 0-24-15,-13-13-18 16,-5-11-129-16,-3-10-142 16,5-11-109-16</inkml:trace>
  <inkml:trace contextRef="#ctx0" brushRef="#br0" timeOffset="118656.77">18540 2280 750 0,'0'0'246'0,"0"0"-154"16,0 0 27-1,0 0 5-15,0 0-17 0,0 0-47 16,-18 2-33-16,-10 34-5 16,-10 13 47-16,-10 14-2 15,0 7-41-15,1 3 2 16,0 1 14-16,4-8-17 15,3-6-9-15,5-6-13 16,10-6-1-16,5-7-3 16,10-5 1-16,10-6-11 15,0-6-68-15,8-7-130 16,17-17-198-16,8 0-460 16</inkml:trace>
  <inkml:trace contextRef="#ctx0" brushRef="#br0" timeOffset="127955.94">4017 5637 469 0,'0'0'33'0,"0"0"121"16,0 0 0-16,0 0-7 16,0-89-47-16,0 74 21 15,-1 3-43-15,-3 6 12 16,-1 3-14-16,1 3-8 16,0 0-47-16,-8 25-21 15,-3 21 0-15,-2 15 1 16,3 7 7-16,5-3-8 15,9-8 7-15,0-8-6 16,5-8 0-16,12-10 0 0,4-8-1 16,4-11 7-16,0-7-7 15,4-5-7-15,-1-8-7 16,0-17-3-16,-4-10-5 16,-7-8-5-16,-14-2 16 15,-3-2 9-15,-6 0 1 16,-19 3 1-16,-7 5 1 15,-4 6 1-15,1 7 11 16,2 10-3-16,8 7 6 16,7 6-8-16,11 0-2 15,5 3 0-15,2-2-6 16,0 2-1-16,15 0-5 16,15 0 6-16,10 4 1 15,4 12 4-15,1 6-5 0,-3 9-4 16,-3 5 2-1,-6 3 3-15,-7 4-2 0,-7 1 1 16,-12 1-2-16,-7-3 1 16,0-7 0-16,-2-7 1 15,-8-9 3-15,2-9-3 16,6-6 0-16,2-4 6 16,0 0 5-16,0-22 12 15,6-19-23-15,10-12-3 16,6-4 3-16,-1 6 1 15,3 8 0-15,-3 10 0 16,-1 10 1-16,-5 11-2 16,-2 9 0-16,-3 3-4 0,-1 9-8 15,1 20 7-15,-3 8 5 16,-2 6 10-16,0-1-2 16,-2-6-1-16,4-5-6 15,-2-4 0-15,2-7 1 16,1-7-2-16,2-5 4 15,5-7-2-15,1-1 1 16,6 0 5-16,4-12-4 16,-1-9-2-16,-2-2 0 15,-1-9-1-15,-5-3-2 16,-9-4-1-16,-5 3 2 16,-3 4 0-16,0 8 3 15,-11 11-3-15,1 9 7 16,-2 4 15-16,-1 10-6 0,3 14-15 15,1 7 4-15,8 4 5 16,1 0-5-16,3-3-1 16,18-2 3-16,6-3-6 15,5-9 1-15,-4-2-1 16,-3-5-1-16,1-4-1 16,-9-4-9-16,2-2-51 15,3-1-82-15,1 0-79 16,3-4-167-16</inkml:trace>
  <inkml:trace contextRef="#ctx0" brushRef="#br0" timeOffset="128587.73">5301 5733 704 0,'0'0'352'15,"0"0"-335"-15,0 0-2 16,0 0 71-16,0 0-23 0,0 0-43 16,-71 39 7-1,62-12-15-15,6-1 6 0,3-5-9 16,0-5 1-16,8-6-3 15,6-2-7-15,-5-6 2 16,-2-2-2-16,-2 0 7 16,0-5 19-16,-2-14-11 15,-1-10-9-15,-2-8-1 16,0-5 4-16,0-5 10 16,-5-7-11-16,-5-1 0 15,3 0 10-15,5 5-8 16,2 10 3-16,0 11 19 15,17 9-30-15,8 14 6 16,4 6-8-16,3 15-9 0,3 25 8 16,-2 16 2-16,-3 17 3 15,-7 11 1-15,-9 11 3 16,-9 9 9-16,-5-1-13 16,0-5-2-16,-3-11 1 15,-6-16-1-15,2-17 0 16,4-15-2-16,0-15 3 15,3-15 2-15,0-7-5 16,0-2 12-16,0-2 19 16,5-19 13-16,10-6-19 15,2-4-21-15,-3 1-4 16,0 2 0-16,-3 2-3 16,-5-3-19-16,-2-1-13 15,-3-1-19-15,-1 3-51 16,0 4-25-16,0 2-19 0,0 2-195 15</inkml:trace>
  <inkml:trace contextRef="#ctx0" brushRef="#br0" timeOffset="128813.11">5903 5463 1288 0,'0'0'86'0,"0"0"-74"16,0 0 102-16,0 0-41 16,0 0-73-16,0 0 0 15,14 118 8-15,3-45-3 16,-5 1-3-16,-2-1-2 16,-3-6-11-16,-5-4-102 15,-2-12-109-15,0-14-308 16</inkml:trace>
  <inkml:trace contextRef="#ctx0" brushRef="#br0" timeOffset="129487.39">5839 5783 306 0,'0'0'957'0,"0"0"-925"15,0 0-23-15,0 0 8 0,66-85-5 16,-13 57 7-16,3-1-19 15,-10 4 6-15,-14 2-5 16,-13 2 0-16,-12 1 3 16,-3 1-2-16,-4 1 23 15,0 3 31-15,0 7-5 16,0 5-8-16,0 3-12 16,0 3-31-16,0 27-18 15,0 15 18-15,-5 15 1 16,3 1 6-16,2-4-3 0,0-6 4 15,0-9-8 1,2-8 6-16,6-6 1 0,1-12-7 16,-3-8 5-16,1-4-4 15,0-4 1-15,1 0 4 16,6-9 4-16,0-13-1 16,5-11-8-16,0-8-1 15,-5-5-3-15,1-3-14 16,-5 6 12-16,-4 12 4 15,-5 14 1-15,1 14 1 16,-2 3-1-16,1 15-32 16,5 13 26-16,4 7 6 15,3-4 2-15,7-4 3 16,3-7-5-16,4-6 9 16,7-7-4-16,-2-6 0 0,-1-1 4 15,-4 0-5-15,-7-6-3 16,-5-7 1-16,-5-3-1 15,-2-8 5-15,-6-1-1 16,-2-4-5-16,0 0 3 16,0 3-1-16,-3 6 0 15,-3 12 12-15,5 4 14 16,1 4-15-16,0 0-13 16,0 17-11-16,0 13 11 15,5 8 0-15,7 1 3 16,6 0-7-16,2-3 2 15,7-5-45-15,6-3-120 16,5-7-71-16,8-11-202 16</inkml:trace>
  <inkml:trace contextRef="#ctx0" brushRef="#br0" timeOffset="129803.88">7048 5797 873 0,'0'0'283'16,"0"0"-254"-16,0 0 31 15,22-105 50-15,-12 71-28 16,-1-4-33-16,-5-1-21 16,-2-2 13-16,-2 1-7 15,0-1-16-15,-6 4 3 16,-8 8-5-16,4 9 6 16,2 12 6-16,2 6-10 15,6 2 0-15,-1 6-18 0,1 27-9 16,-2 18 9-16,2 17 10 15,0 5-7-15,0 3 6 16,2-4-2-16,6-3-2 16,1-1-5-16,1-6 0 15,-4-3-1-15,0-6-4 16,-5-6-46-16,-1-8-116 16,0-12-96-16,0-13-253 15</inkml:trace>
  <inkml:trace contextRef="#ctx0" brushRef="#br0" timeOffset="130023.75">7068 5686 983 0,'0'0'300'16,"0"0"-227"-16,19-90-34 16,7 75 17-16,8 12 8 15,3 3-37-15,-1 9-12 16,-2 23-11-16,-11 5 5 15,-9 8 12-15,-9 4-13 16,-5-3-8-16,-2-1 2 16,-13-2-4-16,-5-8-34 15,5-6-108-15,1-15-78 16,10-14-204-16</inkml:trace>
  <inkml:trace contextRef="#ctx0" brushRef="#br0" timeOffset="130373.45">7359 5652 847 0,'0'0'341'0,"0"0"-293"16,0 0-16-16,0 0 26 15,0 0 18-15,106-15-12 16,-80 34-33-16,-4 4-11 16,-5-1-10-16,-9 0-7 15,-8-3 2-15,0-2 0 16,0-6 1-16,-5-4-4 15,-5-3 8-15,1-4 7 16,2 0-10-16,3-13 6 16,4-18-13-16,0-7-3 0,5 1-4 15,14 2 4-15,4 11 5 16,-1 7-2-16,1 10 7 16,0 7-7-16,2 4 6 15,1 23-2-15,-5 6 9 16,-2 5-3-16,-11-1-10 15,-3 0 0-15,-5-4-1 16,0-7-49-16,0-8-139 16,0-13-153-16,0-5-204 15</inkml:trace>
  <inkml:trace contextRef="#ctx0" brushRef="#br0" timeOffset="130493.21">7744 5450 711 0,'0'0'170'0,"0"0"-170"16,0 0-73-16,0 0-160 16,0 0 43-16</inkml:trace>
  <inkml:trace contextRef="#ctx0" brushRef="#br0" timeOffset="131403.85">7856 5575 1074 0,'0'0'166'0,"0"0"-156"16,0 0 19-16,11 83 84 0,-1-47-39 16,0 0-41-1,-1-2-11-15,-4-6-4 0,-2-9-3 16,-1-7-5-16,-2-7 3 16,0-5-6-16,0 0 24 15,0-2 26-15,1-18-20 16,5-9-29-16,0-8-8 15,4-5 0-15,2-3 0 16,3 4-9-16,0 10-6 16,0 9 7-16,2 15 1 15,-2 7 7-15,2 5 0 16,-1 21-12-16,-1 8 11 16,-3 5 2-16,0-1 1 0,-1-5 3 15,3-8-3 1,-4-9-2-16,-2-7 2 0,-2-5-1 15,-5-4 5-15,2 0-4 16,2-4 9-16,0-12 6 16,4-8-17-16,-1-1-2 15,-1-4 2-15,0 2-10 16,-1 3 4-16,-1 9-6 16,-2 6 7-16,-1 8 2 15,-1 1-3-15,5 7-11 16,2 16-4-16,2 4 21 15,5 1 2-15,2-5 0 16,5-5-1-16,6-6-1 16,5-9-1-16,9-3 1 0,2-3-2 15,-1-17-2-15,-4 1 4 16,-7-4-6-16,-11 1 5 16,-8 1-4-16,-9 1-4 15,-4 7 2-15,0 5-3 16,-2 8 2-16,-10 0-1 15,-2 12 8-15,-2 14 1 16,5 8 2-16,6-2-1 16,5-4 7-16,0-4-8 15,0-9 4-15,15-8-4 16,5-7 0-16,3 0 15 0,1-5-13 16,-2-12 5-1,-3 1-1-15,-3-2-5 16,-3 0 0-16,-2 0-1 15,0-2 0-15,-4 1-1 0,-3 2 1 16,-2 5 0-16,0 6-3 16,4 5-1-16,6 1-13 15,5 0-18-15,5 10 35 16,4 7 1-16,3 7 0 16,-1-2 6-16,-3 0 20 15,-5-4 1-15,-8-7 23 16,-7-3-15-16,-5 0-22 15,-2-1 1-15,-20 4 19 16,-8-2-12-16,-2-2-12 0,1-4-10 16,1-2-1-16,5-1-30 15,7 0-97-15,9-1-137 16,9-19-313-16</inkml:trace>
  <inkml:trace contextRef="#ctx0" brushRef="#br0" timeOffset="131761.57">9335 5304 1486 0,'0'0'7'0,"0"0"-7"15,0 0 0 1,0 0 26-16,12 102 18 0,1-65-5 15,1-4-17-15,-6-6-6 16,0-6-13-16,-1-6 2 16,0-5-4-16,-2-1-1 15,2 0-9-15,-2 0-38 16,2 1-31-16,-3-2-28 16,2 1 22-16,-3-4-7 15,-2-1-22-15,1 1 47 16,-1-3 38-16,1-1 28 15,0-1 0-15,0 1 2 16,1-1-1-16,0 0 19 16,1 0-2-16,2-2-18 0,-2-14-197 15,-1-4-279-15</inkml:trace>
  <inkml:trace contextRef="#ctx0" brushRef="#br0" timeOffset="131934.53">9518 4968 1304 0,'0'0'0'0,"0"0"-150"0,0 0 125 16,0 0 16-1,-12 99-186-15,13-54-311 0</inkml:trace>
  <inkml:trace contextRef="#ctx0" brushRef="#br0" timeOffset="132303.91">9633 5405 1009 0,'0'0'268'0,"0"0"-253"15,0 0 65-15,0 0 18 16,0 0-40-16,0 0-48 15,0-12-10-15,-7 12-9 16,-5 7 9-16,-1 7 5 0,2-1-5 16,5 0 0-16,6 3-2 15,0 2 1-15,6 4 1 16,15 0 3-16,6 0 4 16,6-1-3-16,0-3 3 15,-5-6-2-15,-8-3 10 16,-9-2 8-16,-9-4-3 15,-2-3 9-15,0 1 12 16,0-1-8-16,-15 3-7 16,-17 3-4-16,-8 1-12 15,-5 1-10-15,5-2-1 16,6-3-22-16,11-1-98 16,10-2-115-16,11-5-249 0</inkml:trace>
  <inkml:trace contextRef="#ctx0" brushRef="#br0" timeOffset="132721.79">10148 5310 871 0,'0'0'722'0,"0"0"-696"15,0 0-25-15,103-36 39 16,-67 36 18-16,-4 9-39 15,-6 15-15-15,-6 6-2 16,-11 6-2-16,-9 2 2 0,-2 3 1 16,-25-2 3-16,-8-3-6 15,-5-5 3-15,2-8 6 16,1-10-8-16,8-4 12 16,7-9 6-16,7 0-7 15,7 0 9-15,5 0-5 16,3 0 10-16,0 0-10 15,1 0-9-15,20 0 1 16,10 0 0-16,13-10-3 16,11-2-2-16,12-2-3 15,8-1 0-15,5 0 0 16,-3 2 0-16,-12 4 0 16,-11 5-3-16,-12 4 2 15,-16 0-8-15,-10 0-27 0,-12 0-14 16,-4 1-43-1,-3 8-151-15,-24 2-63 0,-11-1-312 16</inkml:trace>
  <inkml:trace contextRef="#ctx0" brushRef="#br0" timeOffset="133071.34">9882 5830 1233 0,'0'0'169'0,"0"0"-169"16,0 0 0-16,87 0 85 15,-15 0 3-15,16 0-50 16,8 0-22-16,1 0-13 16,1 0 9-16,-4-5-2 15,-16-3-7-15,-16 3-3 16,-21 4 0-16,-18 1-31 16,-14 0-55-16,-9 0-83 0,-9 0-58 15,-28 1-112 1,-13 8-132-16</inkml:trace>
  <inkml:trace contextRef="#ctx0" brushRef="#br0" timeOffset="133255.68">9857 6017 1346 0,'0'0'118'16,"93"0"-105"-16,-15 0-13 15,10 0 49-15,6-2-14 16,-1 2-34-16,-4 0-1 16,-10-3-58-16,-13-1-189 0,-14-2-448 15</inkml:trace>
  <inkml:trace contextRef="#ctx0" brushRef="#br0" timeOffset="133389.14">10785 5982 1412 0,'0'0'243'15,"0"0"-224"-15,0 0 23 16,0 0 4-16,0 0-46 16,0 0-7-16,60-34-77 15,-55 34-196-15,-5 0-649 16</inkml:trace>
  <inkml:trace contextRef="#ctx0" brushRef="#br1" timeOffset="143752.31">1606 901 814 0,'0'0'153'0,"0"0"-146"16,0 0 5-16,0 0 8 15,0 0 89-15,77-85-26 16,-51 55-6-16,-2-2-22 15,-3 1-5-15,-8-1 1 16,-2-1-14-16,-2-1-8 0,-4-1 9 16,-2 1-29-1,-3 1 7-15,0 4 4 0,0 0-10 16,0 4 12-16,-5 2-15 16,-1 2-6-16,-1 8 9 15,4 4-7-15,-1 4 7 16,2 5-7-16,2 0-3 15,0 0-9-15,-1 18-13 16,-2 22 14-16,-1 18 8 16,2 16 1-16,1 13 6 15,1 8-1-15,0 1-6 16,0 2 16-16,0-8-13 0,0-6 0 16,3-9-1-1,2-11 1-15,-2-10-2 0,-1-12-1 16,-2-9 0-16,0-9-3 15,0-7-27-15,0-9-104 16,0-6-47-16,0-2-54 16,0-23 20-16,2-21-582 15</inkml:trace>
  <inkml:trace contextRef="#ctx0" brushRef="#br1" timeOffset="143991.88">1735 838 1138 0,'0'0'102'0,"0"0"-76"16,0 0-11-16,19-86 41 16,-3 77 27-16,4 9-42 0,6 0-26 15,0 7 5-15,-3 14 22 16,-6 6-17-16,-8 2-18 16,-8 1-7-16,-1 2 7 15,-1-5 0-15,-15-2-6 16,2-3 9-16,2-6-10 15,0-4-33-15,5-4-90 16,7-6-57-16,0-2-149 16,7 0-135-16</inkml:trace>
  <inkml:trace contextRef="#ctx0" brushRef="#br1" timeOffset="144556.35">2431 819 868 0,'0'0'445'0,"0"0"-438"0,0 0 11 16,0 0-18-16,0 0 41 16,105-3 15-16,-47 3-20 15,11 0-15-15,4 0 4 16,5 0-4-16,-3 0-5 15,-2 0-5-15,-6 0-7 16,-10 0 2-16,-14 0-4 16,-8 0 0-16,-9 0 5 0,-10 0-6 15,-7-1 18-15,-6 0 4 16,-3 1-5-16,0-2 8 16,0 2 3-16,0-1-6 15,0 1 3-15,0-3-15 16,0 2 4-16,0-3-8 15,-6-1-5-15,-3-1-4 16,-1-1 2-16,0 1-3 16,0 0 3-16,1 0 5 15,1 0-1-15,2 1-4 16,-1 3 3-16,5 2-3 16,0-2 0-16,2 2 0 15,0 0 0-15,0 0-3 0,0 0 0 16,0 0-2-1,4 0-3-15,6 6 8 0,0 6 0 16,1 0 1-16,-2 4 0 16,-4-3-1-16,-2 0 0 15,-3 2-2-15,0 3-12 16,-11 1-33-16,-15 3-102 16,-9-6-83-16,-7-7-158 15,-3-7-257-15</inkml:trace>
  <inkml:trace contextRef="#ctx0" brushRef="#br1" timeOffset="145003.2">2601 665 1050 0,'0'0'162'0,"0"0"-160"16,0 0 0-16,0 0 62 0,0 0 16 15,0 0-40 1,-15 22-2-16,-9 1 48 0,-7 4-32 15,-9 1-11-15,-7 5-13 16,-1-3-16-16,-1-1-2 16,8-7-1-16,14-5-8 15,11-8 4-15,10-6-4 16,6-3 4-16,0 0 2 16,0 0-6-16,0 0-3 15,3 0 0-15,10 0-2 16,10 0 2-16,9 6 1 15,10 5-1-15,7 3 0 16,6 1-15-16,9 1-56 16,5 0-84-16,4-2-49 0,-4-5-178 15</inkml:trace>
  <inkml:trace contextRef="#ctx0" brushRef="#br1" timeOffset="145635.04">3844 723 1043 0,'0'0'186'0,"0"0"-182"16,0 0 1-16,0 0 101 15,0 0-26-15,0 0-16 16,-4-90-42-16,8 77 13 16,-4 0 21-16,0 1-9 15,-3 3-19-15,-8 2-11 16,-3 2-13-16,1 5 4 16,-2 0-8-16,-3 3 1 15,-6 17 0-15,1 5-1 16,1 5 0-16,7-4 0 15,5-6-4-15,7-7 4 16,3-8 0-16,0-4 0 0,0-1 0 16,0 0 0-16,6 0 3 15,13-1 3-15,10-10 2 16,4-1-3-16,2 4-3 16,-3 5-2-16,-4 3 0 15,-3 0-2-15,-3 9 1 16,-4 11-5-16,-3 9-1 15,-8 8 5-15,-7 7-1 16,0 3 3-16,-8-1 3 16,-14-4-2-16,-1-9 5 15,-1-6 4-15,6-14 7 16,6-6 17-16,5-6-9 16,6-1 3-16,1 0 9 0,0 0-13 15,0 0-10 1,20-11-7-16,12-9-5 0,16-4-4 15,15-3 0-15,12 0-4 16,9 4-24-16,5 3-24 16,-3 4-40-16,-5 4-130 15,-16 2-379-15</inkml:trace>
  <inkml:trace contextRef="#ctx0" brushRef="#br1" timeOffset="149500.34">3882 7354 898 0,'0'0'206'0,"0"0"-191"15,0 0 4-15,0 0 110 16,0 0-60-16,73-83 0 16,-39 44-16-16,1-6 5 15,0-6-9-15,2-3-12 16,-2-4-24-16,-7 0 6 16,-6 2-13-16,-10 8 2 15,-11 10-1-15,-1 12-6 16,0 9 10-16,-8 10-11 0,-6 7-4 15,0 0 0 1,-5 12 4-16,-3 12 6 0,5 3-6 16,10 0-4-16,7 1 4 15,0-5 0-15,14 1-3 16,11 0 3-16,4 2 0 16,-2 1 7-16,-1 3-7 15,-4 0 3-15,-3 1-3 16,-11 2 0-16,-8 4-5 15,0 0 5-15,-14 0 0 16,-7-9 8-16,0-6-8 16,5-9 1-16,6-5 12 0,3-5 7 15,5-3-1 1,2 0 1-16,0 0-8 0,0 0 5 16,11-1-14-16,12-11 1 15,12-5 5-15,9-4-8 16,4 3-1-16,-1 4-2 15,-2 1-56-15,-1 7-29 16,1 1-116-16,-5 0-136 16,-7-3-368-16</inkml:trace>
  <inkml:trace contextRef="#ctx0" brushRef="#br1" timeOffset="149667.57">4637 7149 258 0,'0'0'1288'0,"0"0"-1258"16,0 0-26-16,0 0-2 16,0 0 20-16,0 0-14 15,129-26-8-15,-60 23-18 16,-3 1-186-16,-2-3-100 16,-14-1-359-16</inkml:trace>
  <inkml:trace contextRef="#ctx0" brushRef="#br1" timeOffset="149845.04">4900 7208 1272 0,'0'0'118'0,"0"0"-118"0,0 0 0 16,0 0 0-1,0 0-4-15,0 0-7 0,80 2 11 16,-37 1-64-16,-1-3-85 15,-3 0-158-15,-7-3-212 16</inkml:trace>
  <inkml:trace contextRef="#ctx0" brushRef="#br1" timeOffset="150383.63">5323 6900 1075 0,'0'0'236'0,"0"0"-176"15,0 0-40 1,89-69 1-16,-41 66 51 0,2 3-26 16,-5 11-26-16,-11 18-11 15,-16 5-9-15,-16 7 0 16,-2 3 0-16,-32 4 2 15,-20 0 8-15,-12-1-3 16,-2-11-5-16,8-12 5 16,14-13 16-16,17-11 20 15,15 0 3-15,11-3-10 16,1-14-1-16,6-6-35 16,26 1 0-16,11-1 11 15,9 9-11-15,3 6 5 16,1 8-4-16,1 0-1 15,-4 2 0-15,-5 12-1 0,-7 5-1 16,-8-1-22-16,-10 2-66 16,-4-1-72-16,-6-6-103 15,-4-7-271-15</inkml:trace>
  <inkml:trace contextRef="#ctx0" brushRef="#br1" timeOffset="150623.82">5914 6667 898 0,'0'0'547'0,"0"0"-527"16,0 0-16-16,0 0-4 16,16 117 87-16,7-47-14 15,0 2-34-15,-1 3-18 16,-5-2-15-16,-8-3-5 15,-6-9 0-15,-3-6-1 16,0-10-60-16,-13-9-95 16,-9-12-138-16,-2-17-147 15</inkml:trace>
  <inkml:trace contextRef="#ctx0" brushRef="#br1" timeOffset="151449.85">5893 6578 1274 0,'0'0'86'16,"-92"-11"-83"-16,35 11 1 16,-10-4 81-16,-13 2 14 15,-15-1-47-15,-15-1-11 16,-14 0-5-16,-11-1-5 15,-10-1-7-15,-4 1-12 16,4 1 4-16,13-4 2 16,15 0-12-16,25 0 9 0,20-1-14 15,14 1 4 1,14 2-2-16,11 0-3 0,10 2 4 16,6 1-4-16,4 0 0 15,-1 0 0-15,-1 0 3 16,-4 0-3-16,-1 0 2 15,-6 1 2-15,-6-3-4 16,0 2 0-16,0 1 0 16,8-1 3-16,5-1 0 15,4 2 7-15,4-1-3 16,0 1-5-16,3 0-2 16,2 2 0-16,3 0 0 15,2 0-2-15,1 0 0 16,0 0 2-16,0 0-2 15,0 0-5-15,0 0 6 0,0 0 1 16,0 0 0-16,0 0-3 16,0 18 2-16,-6 14 1 15,2 16 0-15,-1 12 1 16,-2 13 2-16,0 10-2 16,-1 6-1-16,-2 5 0 15,-2 2-2-15,0-4 2 16,-1-9 0-16,3-11 1 15,0-10-4-15,4-11 7 16,-3-11-4-16,2-6 0 0,4-15 0 16,2-7 0-1,1-8 0-15,0-4-6 0,0 0 3 16,20 3-3-16,19 3 6 16,23 4 16-16,24-3 0 15,19 2 0-15,22-3-11 16,14 0-3-16,15 0 6 15,13-6-8-15,0 0 12 16,-3 0-12-16,-19-1-7 16,-27-5 7-16,-29 1-3 15,-30 2 3-15,-22 3 0 16,-19 0-6-16,-8 0-10 16,-5 0-15-16,3 0-33 15,9 0-47-15,11-4-141 16,9-11-172-16</inkml:trace>
  <inkml:trace contextRef="#ctx0" brushRef="#br1" timeOffset="153049.03">6664 7038 315 0,'0'0'660'16,"0"0"-552"-16,0 0-85 15,0 0 27-15,6-87 76 16,-6 66-21-16,0 0-29 16,0 1-24-16,-11 2-14 15,-9 5 5-15,-5 7-18 16,-9 6-17-16,-6 9 0 16,-2 27-2-16,2 16 0 15,10 12-3-15,12 2 7 16,14-3-5-16,4-10-5 0,16-14 3 15,10-12-3 1,3-9 0-16,2-14-2 0,3-4 2 16,1-7 7-16,2-22-4 15,-5-8-1-15,-8-9-2 16,-5-2 0-16,-11-1 2 16,-3 0-2-16,-5 10 1 15,0 9 5-15,0 14-5 16,0 9 2-16,0 7-3 15,0 4-9-15,0 19-2 16,0 10 11-16,10 3 1 16,5-1-1-16,8-6-2 0,6-8-2 15,4-8 2 1,6-13-19-16,3 0 3 0,2-9 5 16,-3-17-3-1,-4-6 13-15,-8-3 3 0,-8 1 1 16,-6 1 5-16,-6 3-3 15,-8 4 7-15,-1 7 15 16,0 4 1-16,-7 4-9 16,-3 5-11-16,-2 6-2 15,1 0-2-15,-4 8-2 16,3 13 0-16,2 4 0 16,6 3 0-16,4 1-3 15,0 0 3-15,9 0 0 16,10-1 0-16,5 0 2 15,2-6 2-15,0-1 2 0,-4-6-6 16,-9-3 6-16,-7-2-5 16,-6 1-1-16,-6 2 11 15,-15-2 12-15,-11 1-3 16,-2-4-2-16,4-5-14 16,7-3-1-16,10 0 1 15,8 0-4-15,5-9 0 16,5-9-14-16,25-6-6 15,15-5-8-15,12-3 12 16,6 1 5-16,4 0-4 0,-4-3 3 16,-5 2 11-1,-13 5-2-15,-17 8 3 0,-13 7 3 16,-13 8-1-16,-2 1 32 16,0-1-6-16,-13 1-21 15,-6 3 0-15,-4 0-3 16,-2 3-3-16,1 12 1 15,6 2 1-15,6-1-6 16,7 1 1-16,5-1 2 16,0-2-2-16,5 1-5 15,17-1 7-15,8-1 2 16,0 0-1-16,0-2 1 16,-7-1-2-16,-6-2 0 15,-7 0 2-15,-6-4-1 16,-4 1-1-16,0 0 0 15,0 5 0-15,-17 4 7 16,-11 2 3-16,-4 2-3 0,-2-2-5 16,6-5-2-16,3-2-1 15,9-4-32-15,10-5-65 16,6 0-113-16,3-12 31 16,22-14-330-16,11-7-242 15</inkml:trace>
  <inkml:trace contextRef="#ctx0" brushRef="#br1" timeOffset="153383.44">7638 6918 487 0,'0'0'506'0,"0"0"-363"0,0 0-116 15,0 0 41-15,0 0 95 16,2 89-58-16,-1-55-52 16,8-2-19-16,4-6-13 15,4-7-2-15,3-7-13 16,4-6-5-16,2-6 8 15,1 0-4-15,2-10 1 16,-1-13-1-16,-3-6-4 16,-1-5 0-16,-6-5 0 15,-6-2 0-15,-9 2 4 16,-3 6-3-16,0 10 0 16,0 12 6-16,0 5 14 15,-3 6-5-15,1 2-17 16,-2 21-3-16,3 6 3 15,1 5 0-15,0 0-3 0,1-3-6 16,17-4-56-16,-1-2-73 16,4-5-82-16,2-8-104 15,1-11-195-15</inkml:trace>
  <inkml:trace contextRef="#ctx0" brushRef="#br1" timeOffset="154066.91">8080 6967 357 0,'0'0'736'0,"0"0"-590"15,0 0-74-15,0 0 55 16,0 0-60-16,0 0-61 16,5 6-4-16,7 18 15 15,-2-1 5-15,-2-3-11 0,-5-8-5 16,1-5-3-16,-3-5-3 16,1-2 7-16,-2 0 8 15,0 0 15-15,0-9 19 16,1-10-43-16,2-3-2 15,1 0-4-15,2 3 0 16,0 2-2-16,5 6 0 16,1 4-2-16,2 4 3 15,1 3-1-15,0 0 2 16,0 19 0-16,1 7 0 16,-2 2 11-16,1 0 0 15,-2-4-2-15,3-5 2 16,-5-9-6-16,-1-3-1 0,-3-7-1 15,1 0-3-15,2-10 13 16,2-9-6-16,3-10-5 16,-3-1 1-16,0-2-2 15,-2 5-1-15,-3 3 0 16,-1 12 2-16,-6 10-4 16,0 2 0-16,0 2-11 15,0 21-3-15,0 8 16 16,0 1 0-16,5-4 6 15,5-8-6-15,5-6 2 16,10-6-1-16,5-8 1 16,4 0 6-16,2-8-7 0,-4-10-2 15,-5-4 0 1,-5-1-8-16,-9-5 6 0,-6-2-3 16,-7-1 1-16,0 1 2 15,-16 2-8-15,-4 11 6 16,-5 10 5-16,4 7 4 15,-1 13 11-15,3 20-9 16,12 6 6-16,4 5 14 16,3-2-3-16,10-4-2 15,16-5-17-15,3-10-4 16,9-8 0-16,3-6-1 16,6-6-12-16,2-3-40 15,0-3-71-15,2-15-196 16,-6-6-217-16</inkml:trace>
  <inkml:trace contextRef="#ctx0" brushRef="#br1" timeOffset="154164.45">9041 6964 301 0,'0'0'1052'0,"0"0"-922"15,0 0-123-15,0 0-7 16,0 0-19-16,0 0-192 16,-42-22-495-16</inkml:trace>
  <inkml:trace contextRef="#ctx0" brushRef="#br1" timeOffset="160395.69">5727 3507 210 0,'0'0'269'0,"0"0"-269"16,0 0-5-16,0 0-40 0,0 0-1 15,104 0-6-15,-77-2-54 16</inkml:trace>
  <inkml:trace contextRef="#ctx0" brushRef="#br1" timeOffset="160564.28">6187 3485 592 0,'0'0'125'15,"0"0"-125"-15,0 0-5 16,0 0 5-16,90-4 9 16,-48-1-9-16,12-5-34 15,5 3-112-15,2-2-27 16</inkml:trace>
  <inkml:trace contextRef="#ctx0" brushRef="#br1" timeOffset="160718.56">6899 3431 282 0,'0'0'151'0,"0"0"-88"16,0 0-57-16,0 0-5 16,0 0 2-16,0 0-3 15,99 22 2-15,-67-18-4 16,5 1-13-16,5-4-60 15,7-1-5-15,5 0-69 16</inkml:trace>
  <inkml:trace contextRef="#ctx0" brushRef="#br1" timeOffset="160997.51">7558 3465 210 0,'0'0'130'0,"0"0"-27"16,0 0-39-16,0 0-9 15,0 0 1-15,0 0-33 16,92-3-16-16,-73 1-4 15,7 2-3-15,10-3-10 16,7 0-96-16,7 0-25 16,5-1 42-16,1 1-12 15,-1 3-89-15,-3-2 166 16,-6 2 24-16,-4-2 151 16,0 2-57-16,-2-2-40 15,0-1-17-15,0-1-14 16,-3-2 7-16,-4 4-10 0,-1-1-13 15,0 1-2-15,1 0-5 16,7 2-23-16,4-2-61 16</inkml:trace>
  <inkml:trace contextRef="#ctx0" brushRef="#br1" timeOffset="161145.76">8919 3409 440 0,'0'0'184'0,"0"0"-130"15,0 0-23-15,0 0 21 16,0 0-3-16,0 0-15 16,29-9-28-16,-25 9-6 15,2 0-32-15,-3 0-128 16,-3 3-179-16</inkml:trace>
  <inkml:trace contextRef="#ctx0" brushRef="#br1" timeOffset="162198.32">3909 8060 869 0,'0'0'114'0,"0"0"-72"0,0 0 31 16,0 0 46-1,0 0-53-15,0 0-56 0,-7-2-10 16,5 35 0-16,-3 12 27 16,-1 6-12-16,0 5 2 15,0-1-10-15,-1-3 1 16,2-2-8-16,-2-8-3 16,2-4 1-16,2-6-60 15,1-8-80-15,2-7-117 16,0-13-144-16</inkml:trace>
  <inkml:trace contextRef="#ctx0" brushRef="#br1" timeOffset="162583.4">3883 8016 1121 0,'0'0'113'0,"0"0"-84"0,0 0 27 16,0 0 21-16,0 0-60 15,0 0-17-15,19-23 0 16,3 63 21-16,-5 5 1 16,-6 4-12-16,-6 2-8 15,-5 0-2-15,0-4 1 16,-12-7-1-16,-9-8 0 16,-4-9 1-16,1-11 3 15,2-4 8-15,6-8-9 16,6 0 8-16,4-10-1 15,6-11-1-15,0 0-9 0,6 2-3 16,12 2 3-16,5 5 0 16,2 7-1-16,4 5-2 15,-1 0-1-15,4 14 0 16,2 12 4-16,-2 7-1 16,-3 1 0-16,-2 2-5 15,-4 1-3-15,-4-3-59 16,-6-2-61-16,-4-7-145 15,-5-12-191-15</inkml:trace>
  <inkml:trace contextRef="#ctx0" brushRef="#br1" timeOffset="162810.09">4220 8151 1146 0,'0'0'202'15,"0"0"-202"-15,0 0-23 16,0 0 23-16,0 0 0 16,38 78 33-16,-21-35-23 15,-6-1-8-15,0 3-1 16,-7-2-1-16,-4 1-2 16,0-5-81-16,0-8-151 15,0-9-99-15,-4-16-71 0</inkml:trace>
  <inkml:trace contextRef="#ctx0" brushRef="#br1" timeOffset="163097.65">4286 8407 172 0,'0'0'776'15,"0"0"-685"-15,0 0-79 16,0 0-4-16,66-84 56 16,-36 61-9-16,-1 1-34 15,-3 2-12-15,-7 3-4 16,-10 4 13-16,-5 1 17 15,-4 0 22-15,0 2-5 16,0 0-26-16,-4 4 26 0,1 6-20 16,1 0-8-1,1 0-24-15,-1 11-20 0,1 16 17 16,-3 10 3-16,4 6 4 16,0 2 5-16,0-1-9 15,0-3 1-15,0-1-2 16,5-3-4-16,7-6-120 15,6-6-141-15,7-16-114 16</inkml:trace>
  <inkml:trace contextRef="#ctx0" brushRef="#br1" timeOffset="163483.84">4851 8199 973 0,'0'0'160'0,"0"0"-146"0,0 0 12 16,0 0 63-16,0 0-10 16,0 0-41-16,-53-52-37 15,38 52 1-15,-4 9 1 16,4 4-1-16,2 2 1 16,5 3-3-16,6-1 0 15,2 0-1-15,0 0-4 16,12 2 5-16,10 0 1 15,2 3 10-15,4-2-10 16,1 1 2-16,-2-1-2 16,-1-2 11-16,-5-3 7 0,-10-6 18 15,-5-3-3 1,-6-2-14-16,0 2 6 0,-7 4 19 16,-18 2 16-16,-12 1-21 15,-4-1-34-15,-3-4-2 16,1-3 0-16,1-3-4 15,3 0-37-15,7-2-114 16,11 0-74-16,12 0-253 16</inkml:trace>
  <inkml:trace contextRef="#ctx0" brushRef="#br1" timeOffset="163663.57">5340 8097 1374 0,'0'0'0'15,"0"0"-126"-15,0 0 95 16,0 0 23-16,0 0-242 16,0 0-231-16</inkml:trace>
  <inkml:trace contextRef="#ctx0" brushRef="#br1" timeOffset="163798.51">5340 8309 780 0,'0'0'590'0,"0"0"-590"0,0 0-24 16,0 0 24-16,0 0 0 16,0 0-213-16,-16 0-439 15</inkml:trace>
  <inkml:trace contextRef="#ctx0" brushRef="#br1" timeOffset="164197.29">5671 8208 1313 0,'0'0'173'0,"0"0"-160"15,0 0-12-15,90-28 15 16,-48 28 28-16,-4 7-30 0,-6 16-14 16,-15 7-6-16,-17 6-3 15,0 4 9-15,-29 7 4 16,-12 3-4-16,-11 0 2 16,-6-6 0-16,3-10-2 15,12-12 0-15,15-11 2 16,14-10 4-16,14-1 19 15,0-9 21-15,12-10-34 16,18-4-8-16,7 6 6 16,3 2-6-16,0 10 3 0,0 3-6 15,-3 2 1 1,2 0-2-16,-1 11-2 0,-1 5 2 16,-1 2-34-16,-4-1-115 15,-3-5-67-15,-8-6-208 16</inkml:trace>
  <inkml:trace contextRef="#ctx0" brushRef="#br1" timeOffset="164530.64">5917 8025 1185 0,'0'0'143'0,"0"0"-98"16,0 0-32-1,-3-86 36-15,30 78 9 0,2 8-44 16,-1 0-12-16,-6 14-2 16,-5 10-14-16,-12 6 12 15,-5 5-4-15,-2 2-1 16,-23-3 7-16,0-7 5 16,5-11 0-16,6-10-6 15,11-4 2-15,3-2 25 16,0 0 16-16,15 0-15 15,17-9-9-15,8-2-9 16,5 2-4-16,2 2-4 16,0-1-1-16,-2 4 0 15,-3 1-18-15,-5 3-134 0,-8 0-82 16,-10 0-203-16</inkml:trace>
  <inkml:trace contextRef="#ctx0" brushRef="#br1" timeOffset="164721.74">6204 8315 1203 0,'0'0'265'0,"0"0"-265"16,0 0 1-16,0 0-1 15,0 0 37-15,131 0-27 16,-82 0-10-16,-1 0-5 0,-12 0-100 15,-7 0-119-15,-9 0-217 16</inkml:trace>
  <inkml:trace contextRef="#ctx0" brushRef="#br1" timeOffset="164954.51">6336 8145 1302 0,'0'0'62'0,"0"0"-62"16,0 0 0-16,0 0 42 0,6 80 36 15,8-36-39-15,-2 2-18 16,-6 0-12-16,-2 0-6 16,-4-6-3-16,0-2-3 15,0-7-73-15,0-6-52 16,-4-9-119-16,1-8-190 15</inkml:trace>
  <inkml:trace contextRef="#ctx0" brushRef="#br1" timeOffset="165202.01">6685 8057 1181 0,'0'0'128'16,"0"0"-127"-16,0 0 7 15,0 118 44-15,0-73 35 16,13 4-46-16,0-3-25 16,-2-2-14-16,0-5-2 15,-5-5-1-15,-5-3-115 16,-1-7-118-16,0-8-222 15</inkml:trace>
  <inkml:trace contextRef="#ctx0" brushRef="#br1" timeOffset="165389.5">7073 8298 1306 0,'0'0'109'16,"0"0"-109"-16,0 0-10 16,0 0 9-16,111-4 0 15,-88 8-225-15,-10 4-365 16</inkml:trace>
  <inkml:trace contextRef="#ctx0" brushRef="#br1" timeOffset="165546.93">7009 8526 1432 0,'0'0'0'0,"0"0"-131"15,0 0 131-15,111-12 0 16,-53-1-1-16,8 0-396 16,-1-2-218-16</inkml:trace>
  <inkml:trace contextRef="#ctx0" brushRef="#br1" timeOffset="166163.23">7845 8195 831 0,'0'0'499'0,"0"0"-459"15,0 0-27-15,0 0 94 16,0 0 1-16,0 0-66 15,-14-26-33-15,2 26 1 16,-8 0 12-16,-9 0-12 16,-4 0-6-16,3 0-3 15,5 0 3-15,3 0-2 16,5 0 1-16,4 2-3 16,3-2 0-16,4 0 1 15,2 0-1-15,2 0 2 16,2 0-4-16,0 2 2 15,0-2-7-15,0 2-1 0,0 5-22 16,0 2-8-16,0 4 31 16,0 2-4-16,6-2-10 15,-2 4 5-15,-1 1 16 16,0 4 1-16,-3 2-1 16,0-1 1-16,0 0-2 15,0-6 2-15,0-1 0 16,0-7 1-16,0-3-4 15,4-1-3-15,11 0 5 16,7 3 3-16,6 1 8 16,6 0-5-16,1 0-2 15,-1 2 6-15,-2-4-5 0,-8-1 8 16,-10-3 3-16,-9-2 3 16,-5 2-7-16,0-3 9 15,0 2-8-15,-12 3-7 16,-18 2 10-16,-12 3 7 15,-10 4-17-15,0-2-3 16,7 2-3-16,3 0-1 16,11-5 0-16,12 0-42 15,11-3-77-15,8-6-74 16,3 0-140-16,22-10-299 16</inkml:trace>
  <inkml:trace contextRef="#ctx0" brushRef="#br1" timeOffset="167303.88">8424 8084 1038 0,'0'0'88'16,"0"0"-84"-16,0 0-2 15,0 0 18-15,0 0-20 16,0 0-10-16,7 16 8 16,-4 2-84-16,-3-3-155 15,0 1-194-15</inkml:trace>
  <inkml:trace contextRef="#ctx0" brushRef="#br1" timeOffset="167445.92">8450 8360 1136 0,'0'0'156'0,"0"0"-156"16,0 0 0-16,0 0-3 15,0 0-5-15,0 0-214 16,41-49-345-16</inkml:trace>
  <inkml:trace contextRef="#ctx0" brushRef="#br1" timeOffset="168312.8">8852 8105 1168 0,'0'0'100'0,"0"0"-97"15,0 0-3-15,0 0 28 16,0 0 32-16,-70 105-22 16,70-79-30-16,0-4-6 15,17-7-2-15,4-6 2 16,4-5 9-16,7-4 0 16,-2 0-9-16,-1-10 6 15,-4-10-4-15,-4-4-3 16,-7-3 2-16,-9-2 0 0,-5 1-2 15,-10 0 13-15,-22-1-9 16,-10 5 22-16,-3 4-17 16,-1 8-6-16,7 10 6 15,14 2 1-15,8 0-11 16,12 0 0-16,5 7-14 16,8 2-10-16,22-1-39 15,15-4 28-15,9-4-25 16,8 0-5-16,2 0 4 15,-5 0 26-15,-8 0 35 16,-9 0 5-16,-14 0-1 16,-11 6 0-16,-9 7 9 0,-6 5 28 15,-2 5 9 1,0 1 3-16,0 0-38 0,4-2-4 16,2-5 1-16,2-3 1 15,5-5 0-15,4-6-12 16,2-3 13-16,1 0 6 15,-5 0-7-15,-5-11 4 16,-8-4 26-16,-2-2 20 16,0-3-25-16,-5-6-20 15,-12-1-3-15,-3-2 3 16,-4 2-18-16,1 7 0 16,3 3 1-16,8 8 2 15,9 6-1-15,3 1-2 16,0-1-5-16,20 2-37 15,12-2 24-15,11 3 4 0,4 0 2 16,-2 6-36-16,-8 14 12 16,-4 4 25-16,-4 2 10 15,-2 2 1-15,-2-6 1 16,-4-5 13-16,-6-8 23 16,-5-5-1-16,-4-4-2 15,-5 0 26-15,4-4 11 16,5-19 1-16,2-12-56 15,-2-5 8-15,-6-2-3 16,-4-3-7-16,0 0-4 16,-12-2-10-16,-8-1 0 15,-2 7-1-15,-2 12-6 0,1 12-7 16,-5 17-25-16,-9 1-38 16,-8 33-79-16,-10 10-125 15,-12 7-242-15</inkml:trace>
  <inkml:trace contextRef="#ctx0" brushRef="#br1" timeOffset="169179.49">3990 8971 873 0,'0'0'218'16,"0"0"-158"-16,0 0-22 15,0 0 85-15,0 0-6 16,0 0-72-16,0-35-45 15,4 65 0-15,1 17 37 16,-1 12 14-16,-4 5-36 0,0 5-3 16,0-2-6-1,-11-8 2-15,-4-9 1 0,0-12-5 16,1-13 2-16,4-9-1 16,2-9 0-16,6-4 13 15,2-3-1-15,0 0 8 16,0 0 7-16,0 0-10 15,4 0-7-15,16-9-7 16,8-3-6-16,12-1 4 16,5 4-6-16,6 1-5 15,1 3 2-15,0 2-49 16,1 2-22-16,-3 1-79 16,-5 0-65-16,-9-3-147 15,-13-4-200-15</inkml:trace>
  <inkml:trace contextRef="#ctx0" brushRef="#br1" timeOffset="169395.61">4438 9113 1003 0,'0'0'158'0,"0"0"-134"16,0 0 51-16,0 0 48 16,0 0-16-16,0 0-107 15,-20-46-4-15,20 76 4 16,0 9 14-16,0 3 3 15,0 0-17-15,0-2 1 16,0 0-3-16,0-1-46 16,0-2-86-16,-1-10-53 0,-2-11-118 15,0-12-17 1,3-4 66-16</inkml:trace>
  <inkml:trace contextRef="#ctx0" brushRef="#br1" timeOffset="169679.4">4414 9363 135 0,'0'0'236'15,"0"0"-78"-15,0 0 15 16,45-96-69-16,-25 72-7 15,6 0-29-15,6-3 1 16,0 0-7-16,1-2-9 16,-6 0-2-16,-7 3-12 15,-6 0-5-15,-6 6 6 16,-5-2-6-16,-3 6 10 16,0 1 11-16,0 2-2 0,0 6-6 15,0 3-16 1,0 4-6-16,0 0-25 15,0 16-24-15,0 20 24 0,0 14 15 16,0 8-7-16,2 4-4 16,1-4-3-16,4-4 0 15,3-4-1-15,0-5-19 16,5-7-86-16,2-9-111 16,1-16-133-16,6-13-231 15</inkml:trace>
  <inkml:trace contextRef="#ctx0" brushRef="#br1" timeOffset="170063.67">4988 9072 1157 0,'0'0'134'16,"0"0"-123"-16,0 0-6 15,0 0 62-15,0 0 16 16,0 0-67-16,-43-44-16 15,34 48-12-15,2 15 12 16,-6 5 6-16,7-1-6 16,1 1-1-16,5-4 1 15,0 0-2-15,5-2-11 16,15 2 13-16,5-1 1 16,5-1 16-16,0 0-15 15,0-4-1-15,-6-2 5 0,-9-3 9 16,-5-1 17-16,-9-5-7 15,-1-1 9-15,0 4 5 16,-14 1-3-16,-15 8 6 16,-11-1-14-16,-4 0-22 15,1-3-2-15,5-1-3 16,2-4-2-16,7-6-6 16,5 0-70-16,6-5-126 15,11-14-160-15,7-7-439 16</inkml:trace>
  <inkml:trace contextRef="#ctx0" brushRef="#br1" timeOffset="170236.03">5241 9058 1144 0,'0'0'316'16,"0"0"-316"-16,0 0-141 15,0 0 105-15,0 0-6 16,0 0-268-16,12 2-410 16</inkml:trace>
  <inkml:trace contextRef="#ctx0" brushRef="#br1" timeOffset="170381.36">5348 9260 1273 0,'0'0'164'0,"0"0"-164"16,0 0-22-16,0 0 17 16,0 0-6-16,0 0-327 15,-14 6-129-15</inkml:trace>
  <inkml:trace contextRef="#ctx0" brushRef="#br1" timeOffset="170638.38">5793 9365 356 0,'0'0'0'16</inkml:trace>
  <inkml:trace contextRef="#ctx0" brushRef="#br1" timeOffset="172085.93">6164 9225 717 0,'0'0'129'15,"0"0"-110"-15,0 0 62 16,13-83 85-16,-8 63-44 15,-5 3-22-15,0 5-30 16,0 1 31-16,-12 8-26 16,-13 3-53-16,-9 0-18 15,-5 17 7-15,1 7-9 16,2 1 7-16,13 1-3 16,10-4-4-16,7-3-2 15,6-2 0-15,7-4 0 16,25-6 3-16,16-2 0 15,11-5 5-15,6 0-8 16,-3-11-1-16,-8-1-5 0,-12 4-18 16,-19 2-19-16,-13 5-7 15,-10 1 22-15,-12 0 5 16,-25 9 16-16,-16 13 7 16,-11 7 9-16,0 0 5 15,8-5 10-15,18-6 19 16,12-6-14-16,18-6-12 15,8-3-17-15,4-1 7 16,23 2-7-16,15-4 14 0,13 0-5 16,9-4-9-1,3-12-13-15,2-5-51 0,-6-3-8 16,-9-3 1-16,-14 0 12 16,-10-2 42-16,-13 1 17 15,-9-1 2-15,-3 4 6 16,-5 3 16-16,1 9 22 15,-1 4 23-15,2 6-11 16,0 3-21-16,3 0-37 16,3 12-11-16,4 15 11 15,3 5 12-15,0 0-8 16,0 1 0-16,2-6 1 16,-4-6-5-16,1-6 1 15,-8-8 1-15,-1-3-2 16,-3-4 4-16,-2 0-2 15,0 0 11-15,0-4 42 0,0-16-11 16,0-6-33-16,0-2-6 16,-5-3-2-16,2 4 4 15,1 4-7-15,2 8 1 16,0 8-2-16,0 5-9 16,12 2-11-16,14 0-1 15,12 6 13-15,3 3 9 16,8-1-16-16,-1-8-18 15,4 0 29-15,-7-5 2 16,-10-10 3-16,-15 1 0 16,-9-1 0-16,-11 3 5 15,0 2 5-15,-9 3 20 16,-17 2-15-16,-5 5-6 0,0 0 1 16,-4 17-1-16,9 9-6 15,6 12 5-15,10 2 1 16,10 0-5-16,0-4 0 15,20-6-4-15,13-9 0 16,8-8-3-16,2-6-5 16,-1-7-16-16,-4-1-8 15,-1-18-26-15,-7-5-8 16,-5-3-12-16,-8-1 47 16,-7-1 15-16,-6 5 16 15,-4 6 7-15,0 9 8 16,0 4 36-16,0 5 0 0,0 0-34 15,0 3-17-15,0 18-5 16,1 11 5-16,2 2 38 16,3-3-26-16,0-8-7 15,1-8 0-15,-3-6-3 16,-1-7-2-16,0-2 4 16,2 0 4-16,3-17 9 15,7-11-11-15,2-7-6 16,3-5 4-16,6-2-3 15,2 3-1-15,-4 8 0 16,2 12 0-16,-7 12 0 0,0 7 0 16,-2 7 0-1,-1 22 23-15,3 5 10 0,-7 4-8 16,-1-6-15-16,-1-3-10 16,-3-8 0-16,-2-7 0 15,-1-5-33-15,-3-4-70 16,-1-4-140-16,0-1-135 15,0 0-259-15</inkml:trace>
  <inkml:trace contextRef="#ctx0" brushRef="#br1" timeOffset="173081.08">9085 6716 522 0,'0'0'276'0,"0"0"-194"15,0 0 2-15,-55-86 85 16,48 75-24-16,4 6-1 16,3 3-14-16,0 2-49 15,0 0-29-15,0 0-34 0,3 16-9 16,23 15-3-16,16 11 25 15,15 5-5-15,7 3-5 16,3-5-10-16,-4 0-1 16,-8-3-9-16,-7-2 7 15,-7-5-8-15,-13-5 1 16,-7-6-3-16,-11-3-1 16,-7-6-3-16,-3-3-17 15,0-1-30-15,0-3-46 16,0-7-78-16,-9-1-58 15,-4-9-268-15</inkml:trace>
  <inkml:trace contextRef="#ctx0" brushRef="#br1" timeOffset="173364.01">9367 6601 805 0,'0'0'641'16,"0"0"-520"-16,0 0-114 16,0 0 47-16,0 0 9 15,0 0-46-15,-57 54 18 16,46 18 12-16,-3 2-27 16,-2-2-3-16,-5-2-10 0,-6-3-1 15,-1-1-6 1,-3-6-1-16,0-6-7 0,6-4-36 15,7-10-75-15,8-11-265 16,10-17-269-16</inkml:trace>
  <inkml:trace contextRef="#ctx0" brushRef="#br1" timeOffset="173460.98">9314 7177 1116 0,'0'0'0'15,"0"0"-521"-15</inkml:trace>
  <inkml:trace contextRef="#ctx0" brushRef="#br1" timeOffset="187327.08">20619 948 981 0,'0'0'133'16,"0"0"-130"-16,0 0 8 15,0 0 82-15,0 0 19 16,0 0-47-16,87-41-25 16,-66 19-8-16,3-2-5 0,-4-1-3 15,-3 0 4 1,-2-3-22-16,-5 1 6 0,-2-1-6 15,-5-1 2-15,-1 2 3 16,-2 3-9-16,0 5 19 16,-2 7-7-16,-4 2-4 15,1 8-8-15,2 2-1 16,1 0 7-16,0 0-6 16,-1 0-2-16,-4 17-4 15,-1 19-2-15,-2 14 6 16,0 12 0-16,3 6 1 15,2 1 1-15,1-3-2 0,1-2 4 16,3-5-3-16,-3-3 0 16,0-4-1-16,-3-2 2 15,2-5-2-15,-5-4-1 16,1-6 0-16,-1-9 1 16,1-5-34-16,5-5-137 15,1-9-25-15,2-7-103 16,0 0-192-16</inkml:trace>
  <inkml:trace contextRef="#ctx0" brushRef="#br1" timeOffset="187584">20756 989 1076 0,'0'0'127'0,"0"0"-98"0,12-79 68 16,2 62 25-1,5 7-38-15,4 5-76 0,6 5-4 16,1 0-2-16,-2 14 7 16,-5 7-9-16,-6 3-7 15,-5 3 7-15,-10 0 0 16,-2 0 1-16,0 0 2 16,-18-2 4-16,-8-1-2 15,0-4-5-15,3-5-32 16,4-6-125-16,9-9-85 15,8 0-197-15</inkml:trace>
  <inkml:trace contextRef="#ctx0" brushRef="#br1" timeOffset="187794.2">21144 932 1359 0,'0'0'43'16,"0"0"-19"-16,0 0-21 16,0 0 70-16,123-16-44 15,-77 16-29-15,-8 0 0 16,-5 1-48-16,-6 8-114 16,-10-1-200-16,-13-1-276 15</inkml:trace>
  <inkml:trace contextRef="#ctx0" brushRef="#br1" timeOffset="187945.97">21217 1132 1212 0,'0'0'91'0,"0"0"-91"16,0 0 0-16,0 0 17 16,125-3-6-16,-61-3-11 15,1-4-194-15,-6-2-139 16,-14-3-175-16</inkml:trace>
  <inkml:trace contextRef="#ctx0" brushRef="#br1" timeOffset="188292.58">21732 824 135 0,'0'0'1296'16,"0"0"-1243"-16,0 0-28 15,0 0 65-15,0 0-26 16,0 0-61-16,99-36-3 15,-66 42 0-15,-9 16-8 16,-13 7 0-16,-9 5 5 16,-2 7 1-16,-22 4 2 15,-13-2 5-15,-8-6-1 16,2-10 0-16,8-11 4 0,7-7-4 16,9-4 6-1,10-5-2-15,7 0 8 0,0 0 27 16,5 0-13-1,20-7-20-15,14-9 0 0,11-3-5 16,14 1-3-16,2 5 3 16,-2 3-5-16,-9 7-5 15,-15 3-52-15,-12 0-80 16,-16 5-131-16,-12 7-143 16</inkml:trace>
  <inkml:trace contextRef="#ctx0" brushRef="#br1" timeOffset="188691.39">20465 464 828 0,'0'0'147'0,"0"0"-147"0,0 0 0 16,0 0 2-16,-5 103 6 15,5-22 100-15,10 11-5 16,1 4-2-16,-2-1-12 16,-2-7-24-16,-2-6-39 15,-4-9-12-15,1-6-13 16,-2-10 2-16,0-8-3 16,0-8-2-16,0-12-178 15,0-15-128-15,0-10-372 16</inkml:trace>
  <inkml:trace contextRef="#ctx0" brushRef="#br1" timeOffset="189345.81">20567 437 1038 0,'0'0'89'0,"0"0"-83"15,0 0 35-15,0 0 46 16,0 0-65-16,0 0-5 16,105-8 13-16,-19 8 42 15,21 0 1-15,18 0-32 0,17 0-5 16,12 0-5-1,6 0-3-15,-6 0-20 0,-13 7-1 16,-15-1-3-16,-23 1 2 16,-22-2-6-16,-20-1 1 15,-21-2-1-15,-12-2 0 16,-8 0 0-16,-4 0 3 16,-5 0-1-16,-1 0 7 15,3 0 12-15,2 0-13 16,4 0 0-16,1 0-7 15,0 0-1-15,-4 0-3 16,-3 0 2-16,-7 0 1 0,-4 0-9 16,-1 0 9-16,-1 0-1 15,0 0 1-15,0 0 3 16,0 0 3-16,0 0 0 16,0 0 17-16,0 0-6 15,0 0-11-15,0 4-6 16,0 5-8-16,0 11 2 15,2 10 6-15,2 9 2 16,-1 11 3-16,-2 7-3 16,2 10-2-16,-2 8 17 15,1 1 0-15,2-2-8 16,2-3-5-16,2-8-4 16,0-8 1-16,-1-5 0 0,-2-6-1 15,-5-8-2 1,0-3-3-16,-7-6-78 0,-18-3-84 15,-8-9-126-15,-7-6-419 16</inkml:trace>
  <inkml:trace contextRef="#ctx0" brushRef="#br1" timeOffset="189708.57">20652 1498 1016 0,'0'0'240'15,"0"0"-228"-15,0 0-7 16,0 0 38-16,129-16 39 16,-25 16-21-16,26 0-29 15,22 0-6-15,16 0 18 16,4 0-3-16,-6 0-19 16,-5 0-12-16,-19 0-5 15,-20 0-5-15,-21 0-5 0,-22 0-25 16,-21 0-197-16,-15 0-201 15</inkml:trace>
  <inkml:trace contextRef="#ctx0" brushRef="#br1" timeOffset="189842.61">22459 1409 551 0,'0'0'710'0,"0"0"-710"0,-95-27-415 15,82 25 141 1</inkml:trace>
  <inkml:trace contextRef="#ctx0" brushRef="#br1" timeOffset="203539.17">530 3465 669 0,'0'0'178'0,"0"0"-161"16,0 0 32-16,0 0 57 15,0 0 22-15,0 0-27 16,0 0-16-16,0 0-21 16,-27 0-3-16,27 0-22 15,0 0-8-15,0 0-4 16,0 0-8-16,0 0 3 15,0 0-2-15,0 0-5 16,0-2 9-16,0 2-1 16,0 0 1-16,0 0 0 15,0 0-9-15,0 0 1 16,0 0-1-16,0 0-11 16,0 0 11-16,0 0-7 0,0-1-3 15,0 1-2-15,0 0 0 16,0 0 0-16,0 0-3 15,0 0 2-15,0 0-4 16,0 0 2-16,0 0-1 16,0-2 0-16,0 1-1 15,0 1 2-15,0 0-1 16,0-2-6-16,0 2 3 16,0-3-4-16,0 3 0 15,0 0 0-15,0 0-14 16,0-1 5-16,0 1-4 15,0-2-4-15,0 1-3 16,2 1 0-16,-2 0 4 16,1 0 2-16,-1 0-18 0,0 0-8 15,2 0 1-15,1-2-4 16,6 1 16-16,4-1 8 16,7 1 16-16,2-3-4 15,1 2 0-15,-1-1 7 16,-2-1-6-16,2 2 14 15,-1-2 5-15,1 1-5 16,-2-1 0-16,-3 2-1 16,-1 0 1-16,-2 2 0 15,0 0-10-15,-3 0-40 16,2 0 24-16,-1 0 5 16,0 0-5-16,-1 0-7 15,-1 0-2-15,2 0 5 16,4 0 1-16,-2 0-31 15,5 0 18-15,-3 0-23 0,1 0 53 16,2 0-14-16,-3 0 15 16,4 0 11-16,-3 0-1 15,0 0 3-15,-2 0 0 16,-3 0-2-16,-1 0 2 16,0 0 3-16,-1 0-2 15,3 0 3-15,0 0 9 16,3 0-2-16,-2 0 14 0,1 0-11 15,0 0 4 1,-1 0-3-16,0 0-7 0,2 0-2 16,-1 0 0-16,2 0-2 15,-1 0 6-15,1 0 23 16,-1 0-4-16,1 0 7 16,-2-2-17-16,1 1 3 15,-2-3 3-15,0 4-4 16,0 0-2-16,-1 0 5 15,1 0-4-15,2-2-6 16,0 0-1-16,1 1 4 16,2 1 0-16,-3-2-2 15,3 1-3-15,-1-1-6 16,2 1 4-16,-2-1 9 16,1 1-7-16,-3-2 4 15,3 1-4-15,-2 1-1 16,1-1 6-16,0 1-4 0,3-1-5 15,-1 1 3-15,-2 1-7 16,2 0 7-16,0 0-5 16,2 0-4-16,1 0 2 15,3 0 1-15,1 0-5 16,2 0 6-16,1 0-5 16,2 0 7-16,-2 0-6 15,-2 0-1-15,-2 0 8 16,-3 0-5-16,-1 0 1 15,-2 0 2-15,2 0-7 0,0 0 9 16,-2-2-9 0,1 1 2-16,1-1 2 0,0 0-1 15,3 1-3-15,3 0-1 16,0-1 1-16,3-1 2 16,-1 0-3-16,2 0 0 15,-4 0 4-15,2 2-4 16,-3-1 0-16,-1 0 1 15,-2 2 0-15,0 0-1 16,-4 0 0-16,-1 0 0 16,0 0 4-16,-2-3-4 15,-2 2 3-15,-2 1 5 16,-2-2-6-16,-2 2 3 16,-1 0-1-16,1 0-3 15,-3 0 2-15,3 0-3 0,-1 0 1 16,-1-1-1-16,-1 1 1 15,1-2 1-15,-4 2-3 16,1 0 1-16,-4 0 2 16,0 0-2-16,0 0-2 15,0-2 1-15,-5 2-52 16,-15 0-86-16,-12 0-282 16,-6 0-669-16</inkml:trace>
  <inkml:trace contextRef="#ctx0" brushRef="#br1" timeOffset="204888.61">19616 2060 995 0,'0'0'226'0,"0"0"-196"15,0 0 11-15,0 0 154 16,0 0-108-16,0 0-65 16,0 0-21-16,0 0 3 15,123-70-4-15,-86 83 0 16,-13 11-1-16,-13 6-6 16,-11 6 7-16,-8 6 0 15,-32 8 7-15,-17 4-1 16,-11-2-1-16,-4-8 0 0,6-10-1 15,7-14 3-15,16-11 2 16,18-7 22-16,14-2-9 16,11 0 12-16,0-11-11 15,20-11-11-15,13-7-10 16,11 1-1-16,4 5-1 16,2 5 0-16,-3 6 0 15,-2 6-4-15,-5 4 4 16,-3 2-2-16,-4 0-2 15,-4 7-2-15,-3 6-29 16,-2 2-41-16,1 0-26 16,0-3-98-16,5-5-18 0,4-6-146 15,-1-1-24-15</inkml:trace>
  <inkml:trace contextRef="#ctx0" brushRef="#br1" timeOffset="205404.89">20166 2204 707 0,'0'0'284'0,"0"0"-238"16,0 0 97-16,-10-79 33 16,-2 64-70-16,0 5-34 15,-5 3-29-15,-4 7-23 16,-6 0-5-16,-8 21-14 16,0 8 0-16,3 3 0 0,7 1-1 15,10-6 7-15,8-6-7 16,7-6 1-16,0-6-2 15,0-7 0-15,9-2 1 16,4 0 5-16,3 0 3 16,6-8 3-16,0-7-5 15,0-2-2-15,3 1 2 16,0 2-5-16,2 4 0 16,-1 3-1-16,-2 7 0 15,-4 0-1-15,-7 2 0 16,-4 20-8-16,-6 7 6 15,-3 9 3-15,0 4 3 16,-12 3 3-16,-7-2-4 16,-5 1 3-16,-1-4-1 15,-4-8-4-15,4-3 7 0,4-8 2 16,6-9 6-16,6-5-2 16,8-5-8-16,1-2 1 15,0 0 0-15,0 0-3 16,10 0 9-16,15-7 1 15,10-10-1-15,10-4-6 16,7 0-4-16,3 0-2 16,2 0 0-16,0 2-52 15,-4 0-50-15,-8 1-172 16,-8-1-155-16</inkml:trace>
  <inkml:trace contextRef="#ctx0" brushRef="#br1" timeOffset="205576.71">20567 2157 1355 0,'0'0'221'0,"0"0"-221"16,0 0 1-16,0 0 0 16,0 0 12-16,122-13-13 15,-67 13-2-15,-7 7-104 16,-10 3-106-16,-17-3-219 15</inkml:trace>
  <inkml:trace contextRef="#ctx0" brushRef="#br1" timeOffset="205725.8">20614 2384 1427 0,'0'0'54'0,"0"0"-54"0,0 0-4 16,0 0 4-16,93-2 0 15,-32-4-133-15,-3-3-172 16,-6-3-374-16</inkml:trace>
  <inkml:trace contextRef="#ctx0" brushRef="#br1" timeOffset="206204.35">21093 2244 1331 0,'0'0'81'0,"0"0"-67"16,0 0 8-16,58-100 36 16,-32 73-37-16,-3 2-16 15,-7 4 5-15,-10 3 5 16,-6 6 25-16,0 2-12 16,-6 7 7-16,-10 2-22 15,3 1-9-15,-2 0-4 16,5 0 0-16,5 3-2 15,3 6 1-15,2 2-2 16,0 2-5-16,12 3 3 16,10 0 5-16,3 3 2 0,2 4-1 15,1 1 0-15,-4 3-1 16,-6 4 0-16,-10-1-4 16,-8 3-1-16,0-5-4 15,-8-3 9-15,-9-8 0 16,0-5 0-16,9-7 3 15,3-1 13-15,5-4 6 16,0 0 4-16,0 0-6 16,0 0 1-16,13-1-7 15,14-10-2-15,14-7-1 16,5-2-11-16,8 1 1 0,1-3-1 16,0 6-37-1,-3 3-47-15,-3 1-107 0,-11 1-206 16,-13 3-505-16</inkml:trace>
  <inkml:trace contextRef="#ctx0" brushRef="#br1" timeOffset="206373.43">21680 2206 827 0,'0'0'721'16,"0"0"-710"-16,0 0-4 15,0 0 46-15,0 0-34 16,0 0-8-16,119-11-11 15,-68 11-4-15,0-4-28 16,1-2-64-16,-3 2-80 16,-9-4-105-16,-14-1-353 15</inkml:trace>
  <inkml:trace contextRef="#ctx0" brushRef="#br1" timeOffset="206576.95">21871 2035 1297 0,'0'0'115'16,"0"0"-115"-16,0 0-6 15,0 0 6-15,0 0 5 16,-4 116 5-16,13-69-4 16,-2-1-2-16,1-3-4 0,2-4-2 15,-2-3-144 1,2-9-168-16,0-10-310 0</inkml:trace>
  <inkml:trace contextRef="#ctx0" brushRef="#br1" timeOffset="206807.62">22227 1973 1404 0,'0'0'52'0,"0"0"-52"16,0 0-12-1,0 0 12-15,5 95 6 0,7-40 3 16,-1 3-7-16,-1-1-2 16,-1-4-75-16,-4-1-153 15,-5-10-442-15</inkml:trace>
  <inkml:trace contextRef="#ctx0" brushRef="#br1" timeOffset="208238.18">5463 3372 193 0,'0'0'0'0</inkml:trace>
  <inkml:trace contextRef="#ctx0" brushRef="#br1" timeOffset="209588.94">19010 3266 747 0,'0'0'181'16,"0"0"-157"-16,0 0 72 15,0 0 83-15,0 0-73 16,0 0-39-16,16-68-34 15,13 57-14-15,10 4-12 16,4 6-3-16,2 1 20 16,-4 3-2-16,-9 15-12 0,-9 6-9 15,-13 5 0-15,-10 7-1 16,-9 4 14-16,-30 9-13 16,-17-2 13-16,-11-3-14 15,1-10 4-15,4-14-2 16,13-11 4-16,14-7 22 15,17-2-3-15,11 0 18 16,7-16-3-16,12-8-24 16,22-2-12-16,17 2 2 15,8 4-4-15,2 7-1 16,-2 4 0-16,-2 6 0 16,-5 3-1-16,-6 0 0 0,-6 0-2 15,-8 4-10 1,-8 5-88-16,-4 3-53 0,-6-3-85 15,0-6-230-15</inkml:trace>
  <inkml:trace contextRef="#ctx0" brushRef="#br1" timeOffset="209903.99">19689 3004 1165 0,'0'0'100'0,"0"0"-96"15,0 0 40-15,0 0 97 16,0 0-81-16,0 0-60 0,-33 26 0 16,15 24 0-16,-2 12 18 15,-1 5 17-15,6 0-2 16,7 1 19-16,3-5-21 15,5-7-15-15,0-5-16 16,10-5 2-16,8-6-2 16,6-6-12-16,6-8-50 15,5-8-121-15,4-9-76 16,-1-9-291-16</inkml:trace>
  <inkml:trace contextRef="#ctx0" brushRef="#br1" timeOffset="210553.79">19985 3126 1024 0,'0'0'203'15,"0"0"-185"-15,0 0-17 16,0 0 20-16,0 0-1 15,0 0-20-15,-3 2 0 16,3 23 4-16,0 2 12 16,-9 2 18-16,-4 1 8 0,-7-3-12 15,-2-1-3-15,-1-6-17 16,-1-7-1-16,6-5 0 16,4-4-7-16,8-4 11 15,6 0 3-15,0 0 1 16,0 0 4-16,0 0-21 15,0 0-2-15,6 0-6 16,10 0 8-16,6 0-2 16,8 0 0-16,5 1 2 15,5 5 1-15,0-3 2 16,0 3-3-16,-7-6 0 16,-6 0 3-16,-6 0-2 0,-10 0-1 15,-2 0 3 1,-5-7 3-16,-4-3-3 0,0-2 8 15,0 0-1-15,0-5-9 16,0-3 12-16,-8 1-3 16,-1-4-2-16,3 3 4 15,-1 7-7-15,4 6 12 16,1 4 4-16,2 3-4 16,0 0-3-16,0 0-14 15,0 0-6-15,0 6 2 16,0 15-3-16,5 9 7 15,5 6 1-15,-1 3 1 16,-1 3 0-16,0 1-2 0,-1-2 0 16,2-2 0-1,-3-3-1-15,2-5-19 0,-1-4-85 16,2-8-97-16,-3-5-123 16,3-10-342-16</inkml:trace>
  <inkml:trace contextRef="#ctx0" brushRef="#br1" timeOffset="210872.69">20305 3362 161 0,'0'0'976'15,"0"0"-923"-15,0 0-37 16,0 0 143-16,0 0-29 16,0 0-85-16,3-1-39 15,29 0 2-15,13-2 7 16,10-1-3-16,4-3-12 15,0 1 6-15,-1 0-6 0,-9 3-3 16,-5 0-123 0,-9 0-123-16,-14 0-157 0</inkml:trace>
  <inkml:trace contextRef="#ctx0" brushRef="#br1" timeOffset="211082.02">20502 3217 1224 0,'0'0'47'0,"0"0"-47"15,0 0 0-15,0 0 17 16,13 98 9-16,2-58-6 16,0 1-5-16,-3-2-15 0,-2-3 5 15,1-3-5-15,-1-3-40 16,6-6-201-16,-3-10-198 15</inkml:trace>
  <inkml:trace contextRef="#ctx0" brushRef="#br1" timeOffset="211672.12">20975 3312 702 0,'0'0'506'0,"0"0"-489"0,0 0-3 16,0 0 76-1,0 0 52-15,0 0-59 0,-5-74-44 16,-10 73-18-16,-6 1-19 16,-3 0 7-16,-5 16-4 15,1 6-5-15,3 3 4 16,5 0 0-16,8-4-3 15,5-6-1-15,6-3 2 16,1-4-6-16,0-7 3 16,0 1 1-16,4-2 3 15,12 0 1-15,6 0 7 16,4-8-3-16,6-2-7 0,-2 2 4 16,-5 3-4-1,-2 1-1-15,-3 4 0 0,-3 0 0 16,-3 1-1-16,-4 13 0 15,-5 6-8-15,-5 5 8 16,0 6 1-16,-7 7 3 16,-11 2 9-16,-3 0-11 15,0-5 9-15,0-7-7 16,4-4 1-16,-2-7 10 16,6-5-5-16,3-5 0 15,6-4 5-15,4-3-3 16,0 0 6-16,0 0-2 15,0 0-9-15,0 0 8 16,7 0-4-16,11-3-6 16,7-6 6-16,10-3-10 15,6 1 0-15,0-1-1 16,3 0-15-16,-1-3-47 0,-1 4-36 16,-3-6-138-16,-10-1-175 15</inkml:trace>
  <inkml:trace contextRef="#ctx0" brushRef="#br1" timeOffset="212020.67">21164 3113 1198 0,'0'0'152'0,"0"0"-148"0,0 0 45 16,0 0 15-16,0 0-39 15,0 0-19-15,57-16 1 16,-42 21-7-16,-7 8 1 16,-7 1-2-16,-1 5 2 15,-1 3 3-15,-21 4 12 16,-3-2 4-16,0-5-1 16,7-7-1-16,9-7 12 15,9-4 1-15,0-1-18 16,0 0-12-16,12 0 2 15,14-3-1-15,10-7 8 16,9-3-5-16,4 0-5 16,-3 1-3-16,3 2-75 0,-5 2-79 15,-8 2-122-15,-9 0-245 16</inkml:trace>
  <inkml:trace contextRef="#ctx0" brushRef="#br1" timeOffset="212287.11">21555 3036 1203 0,'0'0'74'15,"0"0"-71"-15,0 0 8 16,0 0-4-16,0 0 20 0,0 0 0 16,88 117-3-1,-64-65-13-15,-4 2 17 0,-5 2 46 16,-6-1-22-16,-8 0-32 15,-1-2-4-15,-5-4-2 16,-11-8-6-16,-2-3-3 16,1-6-2-16,0-8-4 15,2-3 1-15,5-7-153 16,3-12-93-16,5-2-367 16</inkml:trace>
  <inkml:trace contextRef="#ctx0" brushRef="#br1" timeOffset="212475.56">21976 3272 226 0,'0'0'1416'0,"0"0"-1416"15,0 0-90-15,0 0 90 16,119-15 8-16,-60 15-8 15,-3 3-119-15,-9 5-233 16,-15-4-638-16</inkml:trace>
  <inkml:trace contextRef="#ctx0" brushRef="#br1" timeOffset="212621.08">22098 3388 1171 0,'0'0'268'0,"0"0"-268"0,0 0-35 15,0 0 35-15,0 0 3 16,132-4-3-16,-78 1-237 16,-12-5-324-16</inkml:trace>
  <inkml:trace contextRef="#ctx0" brushRef="#br1" timeOffset="213003.49">22548 3166 1237 0,'0'0'253'0,"0"0"-253"15,0 0 0-15,0 0 22 0,0 0-6 16,0 0-10-16,107 21 0 16,-72 5 1-16,-3 5-5 15,-6 4 4-15,-5 1-3 16,-10-1 1-16,-7-3 9 15,-4-7-6-15,0-3 12 16,-7-7 10-16,-6-6 15 16,1-3-12-16,1-5 4 15,2-1 1-15,-1 0 2 16,1-7-10-16,-1-15-4 0,2-7-3 16,5-6-16-1,3 4-3-15,0 1 1 0,10 3-3 16,8 2-1-16,7 0-3 15,4 1-3-15,4-1-36 16,2 1-41-16,0 0-47 16,-6-2-195-16,-11-6-418 15</inkml:trace>
  <inkml:trace contextRef="#ctx0" brushRef="#br1" timeOffset="213323.73">22887 2795 1326 0,'0'0'203'16,"0"0"-203"-16,0 0 20 16,0 0 35-16,0 0-49 0,0 0-2 15,55 0 1-15,-29 15-5 16,-10 5 0-16,-6 1-8 16,-10 7 3-16,0 0 0 15,-10-1 0-15,-12-4 5 16,1-7 5-16,3-5-4 15,4-5 9-15,8-5 6 16,4-1 32-16,2 0 1 16,0 0-28-16,6 0-2 15,16-3 10-15,8-10-19 16,7 3-4-16,5-3-6 16,0 6-3-16,-1 3-3 15,-2 4-68-15,-2 0-55 0,-4 0-194 16,-3 11-294-16</inkml:trace>
  <inkml:trace contextRef="#ctx0" brushRef="#br1" timeOffset="213556.82">23162 3319 1578 0,'0'0'0'0,"0"0"14"16,0 0 5-16,0 0 13 16,87-19-13-16,-27 12-14 0,5 1-1 15,-3 2-3-15,-5 0-1 16,-12 1-2-16,-12 2-44 16,-8 1-149-16,-9-1-88 15,-10-2-370-15</inkml:trace>
  <inkml:trace contextRef="#ctx0" brushRef="#br1" timeOffset="213758.12">23431 3152 311 0,'0'0'1079'15,"0"0"-1079"-15,0 0-35 0,0 0 35 16,-25 90 12-16,28-45 24 15,7 2-16-15,0-2-17 16,-1-1 1-16,2-5-4 16,0-7-46-16,0-5-193 15,-1-13-231-15</inkml:trace>
  <inkml:trace contextRef="#ctx0" brushRef="#br1" timeOffset="214372.85">23937 3279 1275 0,'0'0'55'0,"0"0"-53"15,0 0 98-15,0 0 28 16,0 0-97-16,0 0-13 16,34-62 16-16,-24 41-4 15,-2 0 3-15,-3-4-6 16,-1 0 9-16,-1-1-7 16,-3 1-27-16,0 4 4 0,0 7 10 15,0 7-15-15,0 5 1 16,0 2-2-16,0 0-6 15,0 0 1-15,0 0-6 16,0 20 8-16,0 10-1 16,0 9 8-16,0 3-3 15,1 3-1-15,5 2 0 16,-3-2 2-16,2-3-1 16,-1-3-1-16,0-6 0 15,-4-7 0-15,0-7-2 16,0-7 2-16,0-4-9 15,-4-2 2-15,-14-2-3 0,-3-1 10 16,-6-3-2 0,0 0 4-16,2 0 6 15,7-4 0-15,6-4-3 0,9 6 3 16,3-1-5 0,0-2 4-16,13-4 2 0,17-2-8 15,12-1 4-15,8 0-5 16,6 2-2-16,0-1 2 15,1 4-16-15,-7 1-29 16,-8 3-34-16,-12 1-81 16,-10 1-180-16,-8 1-323 15</inkml:trace>
  <inkml:trace contextRef="#ctx0" brushRef="#br1" timeOffset="-198763.36">12824 4892 631 0,'0'0'266'16,"0"0"-233"-16,0 0-6 16,0 0 91-16,0 0 18 15,0 0-22-15,0 0-34 16,0 0 4-16,0 0-7 15,71-86-29-15,-61 61-19 16,-1-2-12-16,-3-2 1 16,-5 0-2-16,-1 2-15 15,0 1 5-15,-10 1-1 16,-10 5-3-16,-3 6-2 16,-7 6 0-16,-5 8-7 15,-4 0 7-15,-4 18 0 16,3 6 0-16,3 1-2 0,10 1 2 15,10 1 0-15,13-2 0 16,4 0-4-16,6 1 2 16,24-2 0-16,10 1 2 15,7 1 2-15,3 2 2 16,1 2-5-16,-6 1 1 16,-5 2-2-16,-10 1 1 15,-12 1 1-15,-15 0-1 16,-3-4 0-16,-13-2 2 15,-19-7 2-15,-8-3 0 16,-8-6-1-16,-7-5 21 16,0-8-4-16,3 0 0 0,10-9 1 15,10-19 15-15,12-6-5 16,11-6-18-16,9-4-3 16,7 1-1-16,22 7-8 15,9 6 0-15,7 6-2 16,7 7 0-16,5 6-40 15,2 6-23-15,-3 5-62 16,-2 0-168-16,-11 0-263 16</inkml:trace>
  <inkml:trace contextRef="#ctx0" brushRef="#br1" timeOffset="-198544.19">13077 5017 1247 0,'0'0'272'0,"0"0"-272"15,0 0 6-15,0 0 12 16,127-45 20-16,-60 39-19 16,-2 2-18-16,-3 4-1 15,-7 0 0-15,-8 0-105 16,-8 0-138-16,-11 0-160 15</inkml:trace>
  <inkml:trace contextRef="#ctx0" brushRef="#br1" timeOffset="-198333.39">13432 4823 1161 0,'0'0'192'0,"0"0"-175"16,0 0-16-16,0 0 6 15,0 0 36-15,-22 83 19 16,22-36-40-16,2 5-13 16,-1-1-8-16,-1 1 3 15,2-7-4-15,1-7-63 16,2-6-101-16,4-11-142 16,-2-9-288-16</inkml:trace>
  <inkml:trace contextRef="#ctx0" brushRef="#br1" timeOffset="-197930.77">13769 4864 181 0,'0'0'1328'15,"0"0"-1264"-15,0 0-53 16,0 0 23-16,0 0 8 15,0 0-22-15,114 1 1 16,-81 21-15-16,-9 4-6 16,-11 7 0-16,-10 4 0 0,-3 3 3 15,-23 4-2 1,-19 1 1-16,-9-3-2 0,-7-6 5 16,3-11-4-16,7-9 3 15,11-11 3-15,15-3 7 16,14-2 13-16,6 0-1 15,2 0-5-15,9-7-7 16,18-9-7-16,11 0-1 16,8 3-4-16,5 2-1 15,1 5 2-15,1 1-3 16,2 5 0-16,0 0-4 16,-1 0-58-16,-5 0-26 0,-6 7-142 15,-6-7-107 1,-7 0-246-16</inkml:trace>
  <inkml:trace contextRef="#ctx0" brushRef="#br1" timeOffset="-197397.32">14355 5015 903 0,'0'0'331'0,"0"0"-313"15,0 0 70-15,0 0 35 16,-3-84-10-16,-4 72-74 15,-7 4 16-15,-8 8-26 16,-6 0-12-16,-8 14-11 0,0 18-2 16,1 8 5-1,8 0-8-15,10-4 6 0,12-8-7 16,5-10 0 0,0-4-1-16,9-8 1 0,8-3 0 15,6-3 9-15,2 0-9 16,2-11 7-16,-5-3-3 15,-3-2-4-15,0 1 3 16,-2 4-2-16,-3 3-1 16,0 5 0-16,0 3-1 15,-1 0-2-15,3 20 1 16,0 9-6-16,-6 12 7 0,-7 9 1 16,-3 8 0-1,-10 5 2-15,-15-1 1 0,-1-6-2 16,3-12-1-16,5-15 2 15,1-9 0-15,5-8 0 16,4-6 16-16,6-2 7 16,2-4-4-16,0 0 2 15,0 0-7-15,24-18-8 16,9-7 0-16,12-7-8 16,7 1-1-16,3 1 0 15,5 0-27-15,-1 1-20 16,-4 3-24-16,-5 2-91 15,-10-2-210-15,-11 1-370 16</inkml:trace>
  <inkml:trace contextRef="#ctx0" brushRef="#br1" timeOffset="-197063.1">14647 4779 1338 0,'0'0'166'0,"0"0"-151"15,0 0 48-15,0 0-18 16,16-78-17-16,15 73-25 16,0 5-1-16,-4 0-2 15,-9 4-4-15,-8 14 1 16,-8 7-7-16,-2 4 10 16,-6-2 3-16,-11-6-2 15,0-8 3-15,7-5 3 16,2-5 10-16,5-1 16 0,3-2 0 15,0 0-4-15,0 0-5 16,7 0-19-16,17 0 8 16,8-6-5-16,8-4-6 15,3 6-4-15,5 1 2 16,-3 3-28-16,1 0-60 16,-6 0-130-16,-11 0-164 15,-13 5-422-15</inkml:trace>
  <inkml:trace contextRef="#ctx0" brushRef="#br1" timeOffset="-196886.04">15060 5011 1450 0,'0'0'28'0,"0"0"-20"16,0 0-8-16,128-21 6 15,-73 15-6-15,1 3-41 16,-11 3-216-16,-17 0-345 16</inkml:trace>
  <inkml:trace contextRef="#ctx0" brushRef="#br1" timeOffset="-196729.59">15152 5193 1216 0,'0'0'302'0,"0"0"-302"0,0 0-4 16,0 0 4-16,88 0 6 16,-39 0-6-16,1 0-177 15,-5 0-81-15,-10 0-331 16</inkml:trace>
  <inkml:trace contextRef="#ctx0" brushRef="#br1" timeOffset="-195064.7">15780 4504 741 0,'0'0'229'0,"0"0"-119"16,0 0-33-16,0 0 28 16,0 0 8-16,0 0-19 15,-45-32-58-15,32 55-33 16,-2 14 1-16,-2 18 18 15,2 10 0-15,3 7 9 16,4 4-14-16,7-2 11 16,1-2-16-16,0-5-11 0,16-9 2 15,7-11-3-15,6-11-6 16,3-9-57-16,4-10-106 16,3-11-90-16,-3-6-211 15</inkml:trace>
  <inkml:trace contextRef="#ctx0" brushRef="#br1" timeOffset="-194662.89">15972 4757 1178 0,'0'0'209'0,"0"0"-162"15,0 0-36 1,0 0 12-16,97-41 46 0,-46 41-10 15,-6 8-34-15,-10 14-19 16,-10 4-2-16,-13 1-4 16,-12 3-4-16,0 0 4 15,-29 5 2-15,-17 1 5 16,-11-4-4-16,-3-4-1 16,3-8-1-16,8-12 2 15,16-6 6-15,11-2 0 16,12 0 8-16,10 0 25 15,0-9-16-15,25-8-16 16,14 0-3-16,11 6-2 16,7 0-4-16,3 5 0 15,1 1 2-15,1 3-4 0,-1 2 1 16,-6 0 0 0,-9 0-1-16,-5 0-13 0,-8 9-77 15,-4 0-77-15,-3-1-81 16,-3-8-165-16</inkml:trace>
  <inkml:trace contextRef="#ctx0" brushRef="#br1" timeOffset="-194130.71">16760 4799 80 0,'0'0'1101'0,"0"0"-1034"16,0 0-35-16,0 0 89 15,0 0 20-15,0 0-87 16,-82-58-35-16,53 60-18 16,-2 20 0-16,3 3 9 15,2 2-6-15,7-1 1 16,9-8-4-16,6-6 1 16,4-6-3-16,0-4 1 15,0-2-4-15,1 0 4 16,16 0 4-16,8 0 4 15,5-13 6-15,8-2-7 16,-2-1-5-16,3 0-1 16,-4 4 2-16,-5 5-3 0,-7 4 0 15,-6 3-1-15,-9 0 1 16,-5 1-11-16,-3 18 11 16,0 8 7-16,-3 6 6 15,-17 6 3-15,-3 0-14 16,-4 1-1-16,-1-6 8 15,1-6-7-15,0-9 15 16,7-6-4-16,5-5-2 16,5-5 9-16,6-1-5 15,4 0 0-15,0-2 0 16,0 0-4-16,0 0 1 16,16-4-1-16,9-9 0 0,13-8-3 15,9 0-7-15,5 1-1 16,3 1-1-16,0 4-38 15,2 1-34-15,0 3-61 16,-3-2-227-16,-9 1-282 16</inkml:trace>
  <inkml:trace contextRef="#ctx0" brushRef="#br1" timeOffset="-193954.57">17205 4844 1285 0,'0'0'204'16,"0"0"-191"-16,0 0-3 0,0 0 28 16,92-23-14-1,-37 23-15-15,2 0-9 0,-4 0-4 16,-2 0-112-16,-6 0-107 16,-9 0-170-16</inkml:trace>
  <inkml:trace contextRef="#ctx0" brushRef="#br1" timeOffset="-193729.82">17656 4681 1146 0,'0'0'148'0,"0"0"-147"15,0 0 1-15,0 0 20 0,0 0 53 16,7 98-2-16,5-56-49 15,-2 1-11-15,0-1 1 16,-2-4-13-16,0 2-1 16,1-6-6-16,-1-6-156 15,-2-9-104-15,0-9-304 16</inkml:trace>
  <inkml:trace contextRef="#ctx0" brushRef="#br1" timeOffset="-193450.07">17818 4683 1246 0,'0'0'146'0,"0"0"-146"16,0 0 0-16,0 0 12 15,0 0 65-15,89 78-33 16,-61-37-27-16,-7 4 4 15,-8 2 16-15,-8 3-9 16,-5 3-8-16,0-6-9 16,-7-5-9-16,-8-9 2 15,-2-7-4-15,-3-7-5 16,4-4-47-16,-1-7-143 16,4-8-125-16,3 0-442 0</inkml:trace>
  <inkml:trace contextRef="#ctx0" brushRef="#br1" timeOffset="-193114.97">17938 4466 1239 0,'0'0'171'15,"0"0"-150"-15,0 0-20 16,103-51 17-16,-63 51 24 15,-7 0-38-15,-9 17-4 0,-13 5-8 16,-9 6-2 0,-2-1 10-16,-16 0 4 15,-11-3 0-15,0-6 4 0,5-8-6 16,12-5 11-16,5-5 31 16,5 0 16-16,0 0-4 15,0 0-31-15,20 0-17 16,9 0 5-16,13 0-9 15,6 0 2-15,5 0-6 16,2 7-4-16,0 1-30 16,-1 2-162-16,-11 0-117 15,-12 0-481-15</inkml:trace>
  <inkml:trace contextRef="#ctx0" brushRef="#br1" timeOffset="-192921.62">18350 4907 1446 0,'0'0'121'15,"0"0"-113"-15,112-41-8 16,-43 25 15-16,8 3-10 16,-2 4-3-16,-7 2-2 15,-9 6-48-15,-12 1-165 16,-16 0-160-16,-14 0-410 15</inkml:trace>
  <inkml:trace contextRef="#ctx0" brushRef="#br1" timeOffset="-192732.39">18699 4752 1481 0,'0'0'25'16,"0"0"-25"-16,0 0-6 15,0 0 6-15,6 80 41 16,0-31-35-16,-2-2-2 16,-3 6-4-16,1-3-13 15,1-6-179-15,-1-9-181 16</inkml:trace>
  <inkml:trace contextRef="#ctx0" brushRef="#br1" timeOffset="-192181.8">19166 4790 1421 0,'0'0'36'0,"0"0"-32"15,0 0 43-15,57-94 59 16,-43 75-68-16,-1 4-23 15,-7 3 24-15,-4 1-3 16,-2 4-13-16,0 3 5 0,0 1-17 16,0 3 0-1,0 0-11-15,0 0 2 0,0 0-4 16,0 0 0-16,0 13-10 16,-8 9 12-16,-1 11 1 15,2 2-1-15,4 3 0 16,3-4 3-16,0-1-6 15,0-1 3-15,13-3 0 16,-1-4 0-16,-2-5-5 16,-3-4-5-16,-5-3-6 15,-2-2 1-15,-2 1-4 16,-20 2 19-16,-8-2 0 0,-3-2 5 16,-1-2-2-1,1-3 0-15,4-4 5 0,9-1 1 16,10 0 12-16,7 0-2 15,3 0-5-15,3 0-5 16,26 0-3-16,14-10 7 16,19-7-8-16,15 0-2 15,12-7-3-15,8 0-6 16,4 2-33-16,0 1 1 16,-10 7-22-16,-11 6-71 15,-21 5-391-15</inkml:trace>
  <inkml:trace contextRef="#ctx0" brushRef="#br1" timeOffset="-191015.45">12095 6227 879 0,'0'0'396'16,"0"0"-344"-16,0 0-11 15,18-78 29-15,-7 53 22 16,4-1-38-16,-2 1-31 16,-4 2 0-16,-2-1-1 0,-6 3-3 15,-1 2 8-15,0 1-17 16,-12 4-5-16,-6 5-5 16,-4 3 1-16,-3 4-3 15,-2 2 2-15,1 4-1 16,-1 17-1-16,2 3 3 15,3-1-1-15,11 1 0 16,5-2-1-16,6 1-1 16,6 1 2-16,22 2-3 15,12 1 3-15,12-1 1 16,4-1 1-16,3 2-1 16,-2-2 0-16,-10 2 2 0,-12-1-3 15,-13-3-2 1,-14-1 1-16,-8-1-5 0,-2-2 6 15,-23 1 4-15,-11-4-3 16,-12-1 12-16,-5-3 0 16,-1-6 1-16,6-6 4 15,10 0-3-15,7-3 9 16,12-14-1-16,5-3-19 16,11-6 2-16,3-4-6 15,15-2-2-15,20 0 1 16,13 1-5-16,7 4-28 15,11 4-32-15,3 4-48 16,-6 3-188-16,-6 3-261 16</inkml:trace>
  <inkml:trace contextRef="#ctx0" brushRef="#br1" timeOffset="-190827.76">12477 6197 1270 0,'0'0'230'0,"0"0"-210"16,0 0-11-16,0 0-2 16,125-14 58-16,-46 12-54 15,4 1-8-15,-4 1-3 16,-12 0-58-16,-11 0-173 0,-14-2-162 16,-16-3-266-1</inkml:trace>
  <inkml:trace contextRef="#ctx0" brushRef="#br1" timeOffset="-190614.21">12806 6046 1367 0,'0'0'64'0,"0"0"-53"15,0 0 6-15,0 0 3 16,-3 76 77-16,13-25-80 15,0 5-11-15,-2 2-4 0,-1-3-2 16,0-6-15 0,3-6-182-16,1-10-56 0,3-12-355 15</inkml:trace>
  <inkml:trace contextRef="#ctx0" brushRef="#br1" timeOffset="-190215.41">13229 6076 1377 0,'0'0'160'16,"0"0"-155"-16,0 0 2 16,103-24 39-16,-59 24-1 0,-4 19-29 15,-11 7-7 1,-13 4-9-16,-10 2 0 0,-6 1 0 15,-17 2 1-15,-21 2 11 16,-13-5-4-16,-7-3-4 16,1-9 2-16,5-11 2 15,11-5 18-15,15-4 7 16,13 0-10-16,10 0 3 16,3-1-5-16,4-10-11 15,23-4 2-15,13-1-12 16,9-3 11-16,6 6-10 15,2 3 0-15,1 5 0 0,-1 4-1 16,-3 1-1-16,-2 0-4 16,-6 4-58-1,-2 5-30-15,-4-2-71 0,-5-7-165 16,-5 0-255-16</inkml:trace>
  <inkml:trace contextRef="#ctx0" brushRef="#br1" timeOffset="-189715.44">13905 6119 921 0,'0'0'221'16,"0"0"-152"-16,0 0 82 15,0 0 14-15,-36-79-95 16,14 78-24-16,-2 1-11 0,-7 7-13 16,1 21-11-1,2 9-6-15,5 7 9 0,6 3-8 16,10-7-3-16,7-6-3 15,0-14-3-15,8-11 3 16,9-7 7-16,4-2-6 16,-2-7 10-16,1-17-9 15,2-6 5-15,0 0-1 16,-1 3-6-16,0 5 3 16,-3 9-3-16,-5 7 1 15,-1 6-3-15,0 0 0 16,0 8-4-16,-3 19 5 15,1 8-2-15,-3 12 1 16,-7 1 0-16,0 5 2 16,-10 0-1-16,-13-5 1 0,-2-6 2 15,3-9 0 1,4-12-1-16,6-9 13 0,7-6-5 16,3-3-2-16,2-2 5 15,0-1-5-15,6 0-3 16,17 0 6-16,12-13-1 15,7-4-3-15,4-1-6 16,2 1 1-16,-3-3-2 16,-4 1-32-16,-4 2-24 15,-5-5-49-15,-4-2-95 16,-3-8-75-16,-6-8-341 16</inkml:trace>
  <inkml:trace contextRef="#ctx0" brushRef="#br1" timeOffset="-189382.84">14155 5839 1336 0,'0'0'178'15,"0"0"-151"-15,0 0 45 16,0 0-39-16,0 0-20 16,0 0-12-16,86-62 2 15,-60 62-3-15,-4 7-2 16,-10 11-7-16,-7 3 8 15,-5 3-5-15,-3 4 6 0,-21 0 5 16,-1-3-5-16,3-5 6 16,7-10-3-16,8-4-2 15,6-2 13-15,1-4 4 16,0 0-10-16,4 0 2 16,18 0-5-16,10 0 21 15,10 0-11-15,5-6-11 16,5-2-7-16,2 0 3 15,-3 3-76-15,-5 3-136 16,-10-1-144-16,-13 1-397 16</inkml:trace>
  <inkml:trace contextRef="#ctx0" brushRef="#br1" timeOffset="-189237.74">14508 6093 1539 0,'0'0'67'0,"0"0"-67"16,0 0 0-16,127-37-3 16,-70 31-25-16,-8 2-222 15,-13 1-250-15</inkml:trace>
  <inkml:trace contextRef="#ctx0" brushRef="#br1" timeOffset="-189082.49">14625 6209 952 0,'0'0'620'16,"0"0"-620"-16,0 0 10 0,0 0-10 15,131-17 0 1,-75 14-15-16,-8 1-221 0,-15 2-270 16</inkml:trace>
  <inkml:trace contextRef="#ctx0" brushRef="#br1" timeOffset="-188232.04">15424 5826 818 0,'0'0'178'0,"0"0"-135"15,0 0 36-15,0 0 55 16,0 0-83-16,0 0-49 16,-28 49 4-16,21 6 56 15,4 1-15-15,3-2-13 16,0-5-1-16,12-7-11 16,4-6-11-16,6-8-10 15,-1-10-2-15,5-13 7 16,2-5-6-16,2 0 6 15,0-16 0-15,-3-11-6 16,-5-6-21-16,-7-1 2 16,-6-4 18-16,-8 1 2 0,-1 2 7 15,0 1-5-15,0 12 5 16,-5 8 19-16,2 9 11 16,1 5 11-16,2 5-42 15,0 25-4-15,0 16-3 16,0 11 24-16,0 4-14 15,5 3-8-15,5-1 0 16,1 1-2-16,1-4 0 16,2-8-54-16,-1-7-145 15,2-14-126-15,2-14-329 16</inkml:trace>
  <inkml:trace contextRef="#ctx0" brushRef="#br1" timeOffset="-187730.9">16004 6100 423 0,'0'0'790'16,"0"0"-710"-16,0 0-42 16,0 0 125-16,0 0-66 15,0 0-62-15,-80-67-32 16,53 82-1-16,-3 5-2 15,2 5 1-15,8-8 3 16,5-1-4-16,8-9-2 16,6-4 1-16,1-1-1 0,0-2-1 15,0 0 3-15,0 0 4 16,4 0-2-16,18-5 10 16,10-4-7-16,8 2-3 15,0 1-2-15,0 6 1 16,-3 0-2-16,-5 11 0 15,-7 10 0-15,-10 8-3 16,-13 5-3-16,-2 6 1 16,-16 1 4-16,-13-1 2 15,-3-10 7-15,0-6-4 16,11-11 1-16,7-6 8 16,7-5 10-16,7-2-1 15,0 0-4-15,0 0-8 0,18-7 8 16,9-9-5-16,10-6-7 15,0 3-5-15,0 0 2 16,0 6-4-16,-4 2-16 16,2 0-66-16,-2 0-98 15,-2-1-59-15,-8-3-235 16</inkml:trace>
  <inkml:trace contextRef="#ctx0" brushRef="#br1" timeOffset="-187414.09">16242 5862 947 0,'0'0'379'0,"0"0"-331"15,0 0-11-15,0 0 64 16,0 0-60-16,0 0-34 16,43-52-7-16,-29 52-5 15,-6 1 0-15,-8 13-14 16,0 3 6-16,-7 6 13 15,-16 2 2-15,-2-7 8 16,3-3-4-16,10-10-5 16,11-5 8-16,1 0 20 15,0 0 4-15,17 0-14 16,12 0-14-16,17 0 11 16,4-3-13-16,5 1-3 0,5 0 0 15,2 2-46-15,0 0-136 16,-8 0-123-16,-13 6-396 15</inkml:trace>
  <inkml:trace contextRef="#ctx0" brushRef="#br1" timeOffset="-187210.92">16461 6189 1275 0,'0'0'218'0,"0"0"-214"0,0 0-4 16,145-26 12-16,-71 19-6 16,4 2-4-1,0-1-2-15,-13 1-9 0,-13 3-99 16,-14 0-114-16,-18 1-278 16</inkml:trace>
  <inkml:trace contextRef="#ctx0" brushRef="#br1" timeOffset="-187000.29">16778 5993 596 0,'0'0'791'0,"0"0"-791"15,0 0 5-15,0 0-5 0,12 107 41 16,0-56-16-16,0 2-22 15,0-4-3-15,-2-4-31 16,-3-7-131-16,0-14-181 16,0-7-314-16</inkml:trace>
  <inkml:trace contextRef="#ctx0" brushRef="#br1" timeOffset="-186761.85">17083 5852 1304 0,'0'0'115'16,"0"0"-115"-16,0 0 0 16,0 0 84-16,50 110-16 15,-36-60-51-15,-7 2-8 16,0-1-4-16,-2-2-3 15,-5 3-2-15,0-4-95 16,0-5-119-16,0-8-253 16</inkml:trace>
  <inkml:trace contextRef="#ctx0" brushRef="#br1" timeOffset="-186590.79">17310 6171 1093 0,'0'0'237'16,"0"0"-227"-16,96-31-9 16,-43 24 7-16,4 4-5 15,-1 3-3-15,-1 0-50 16,-6 0-208-16,-10-2-260 16</inkml:trace>
  <inkml:trace contextRef="#ctx0" brushRef="#br1" timeOffset="-186181.88">17800 5864 1210 0,'0'0'59'0,"0"0"-59"16,0 0 0-16,0 0 18 15,-3 98 50-15,3-54-42 16,8-1-11-16,2-7 12 15,3-6-5-15,4-7-5 16,4-7-11-16,0-7-2 16,1-6 2-16,-3-3 2 15,0 0-1-15,-4-6-6 16,0-12 1-16,0-5-2 0,-3-5-5 16,0-4 2-1,-7-1 3-15,-2-1 0 0,-3 4 2 16,0 12 0-16,0 5 10 15,0 10 49-15,0 3-27 16,2 0-30-16,1 20-4 16,6 9 0-16,-2 9 6 15,0 5-2-15,-2 1 2 16,-1-1-6-16,1-1-3 16,3-3-47-16,4-6-149 15,5-9-162-15,3-11-251 16</inkml:trace>
  <inkml:trace contextRef="#ctx0" brushRef="#br1" timeOffset="-185699.58">18332 5915 1114 0,'0'0'147'15,"0"0"-111"-15,0 0 52 16,0 0 40-16,-90-53-68 15,73 81-54-15,-2 3 3 16,6 2 3-16,4-6-4 16,6-4-2-16,2-10-4 15,1-6-2-15,0-3-1 16,0-4-6-16,0 0 7 16,0 0 1-16,18 0 1 0,9 0 16 15,6 0-9 1,0 0-6-16,-1 0-3 0,-2 3 0 15,-2 9 0-15,-5 6-4 16,-8 6 0-16,-5 6 1 16,-10 3 4-16,0 2-1 15,-4 0 2-15,-14-3-2 16,-1-5 9-16,-1-6 0 16,2-6 2-16,4-6 8 15,5-4-1-15,2-3 3 16,7-2 4-16,0 0 1 15,0 0 5-15,0 0-14 16,10-11 0-16,13-5-5 16,9-7-12-16,8-1 1 0,4 2-1 15,4-2-30-15,2 4-25 16,4 2-46-16,-4-1-181 16,-5 2-173-16</inkml:trace>
  <inkml:trace contextRef="#ctx0" brushRef="#br1" timeOffset="-185494.14">18795 6009 1425 0,'0'0'23'15,"0"0"-14"-15,0 0-6 0,122-14 32 16,-65 9-25-16,1 1-9 15,2-4 3-15,-6 1-4 16,-8 0-3-16,-5 4-108 16,-12-1-121-16,-12-2-296 15</inkml:trace>
  <inkml:trace contextRef="#ctx0" brushRef="#br1" timeOffset="-185283.89">19054 5882 170 0,'0'0'1102'0,"0"0"-1087"15,0 0-5-15,0 0-5 16,-2 97 63-16,4-48-33 16,2 0-11-16,-3 1-16 15,2-1-7-15,3-1-2 16,1-8-90-16,3-13-167 15,1-13-306-15</inkml:trace>
  <inkml:trace contextRef="#ctx0" brushRef="#br1" timeOffset="-185044.4">19448 5724 1374 0,'0'0'144'0,"0"0"-144"15,0 0 0-15,-1 86 55 16,1-35-10-16,1 4-19 16,5 0-16-16,0-3-9 15,-1-1-1-15,-3-1-8 16,-2-3-190-16,0-10-226 15</inkml:trace>
  <inkml:trace contextRef="#ctx0" brushRef="#br1" timeOffset="-182966.8">11629 7380 616 0,'0'0'218'0,"0"0"-114"0,0 0 84 15,0 0-26-15,0 0-2 16,0 0-50-16,-15-62-47 16,32 42-23-16,15 4-15 15,6 4-10-15,7 7 4 16,-1 5-16-16,-6 0-1 16,-6 17-2-16,-9 8-2 15,-11 9 1-15,-12 7-1 16,0 6 2-16,-34 6 2 15,-19 3-2-15,-14-4 0 16,-3-7 6-16,0-10-4 0,15-14 1 16,14-12 0-16,20-8 2 15,12-1 4-15,9-2 4 16,5-20 8-16,24-5-17 16,12-1 1-16,15 2-5 15,9 6 1-15,5 5-1 16,4 6 1-16,-4 5-1 15,-7 4 0-15,-9 0 0 16,-9 8-7-16,-8 4-21 16,-5 0-40-16,-4 1-103 15,-1-2-91-15,-2-5-115 16,0-6-139-16</inkml:trace>
  <inkml:trace contextRef="#ctx0" brushRef="#br1" timeOffset="-182482.63">12380 7398 1084 0,'0'0'166'0,"0"0"-123"16,0 0 41-16,-69-80 58 15,49 80-52-15,-5 0-57 16,-7 23-22-16,-1 14-5 16,0 12 6-16,8 2 3 15,8-6-7-15,10-9 1 16,7-12-9-16,0-14-2 15,0-5 0-15,7-5-2 0,10 0 4 16,6-9 13-16,5-15-4 16,5-6-2-16,-1 0-6 15,2 6 1-15,-4 5-1 16,-3 7 1-16,-5 9-4 16,-6 3 1-16,-4 0-2 15,-6 21 0-15,-2 13-5 16,-4 7 8-16,-2 8 2 15,-16 4-1-15,-7-2 1 16,-3-3-2-16,1-6 0 16,2-9 2-16,9-12-1 15,8-9 5-15,5-7 8 16,3-5-5-16,0 2 7 16,0-2-6-16,0 0 0 15,7 0 5-15,16-6-7 0,9-10 1 16,8-7-4-16,3-1-3 15,1-2-4-15,-1-1-1 16,4 0-51-16,-2-1-44 16,0-4-148-16,-3-2-38 15,-8-6-275-15</inkml:trace>
  <inkml:trace contextRef="#ctx0" brushRef="#br1" timeOffset="-182181.68">12699 7133 1167 0,'0'0'200'0,"0"0"-162"0,0 0 40 16,0 0 14-1,0 0-59-15,0 0-33 0,20-40 0 16,-11 40-2-16,-2 14 2 16,-4 8-5-16,-3 7-2 15,0 6 7-15,-21-1 20 16,-3-5-10-16,7-9 18 15,5-9 3-15,12-10-2 16,0-1 9-16,1 0-17 16,27 0-8-16,11-1 3 15,19-9-6-15,7-5 2 16,8-3-12-16,4 1-2 16,-2 0-1-16,-2 3-46 0,-8 7-61 15,-10 2-140 1,-6 2-184-16</inkml:trace>
  <inkml:trace contextRef="#ctx0" brushRef="#br1" timeOffset="-181339.75">13049 7573 970 0,'0'0'309'0,"0"0"-295"15,0 0-14-15,0 0 0 16,0 0 27-16,98-16-8 16,-43 13-12-16,4 1-7 15,1 2-6-15,-1-4-102 16,-4-1-227-16,-7-2-237 16</inkml:trace>
  <inkml:trace contextRef="#ctx0" brushRef="#br1" timeOffset="-180850.47">13702 7261 105 0,'0'0'940'0,"0"0"-858"16,0 0-80-16,0 0 1 15,0 0 38-15,0 0-20 16,-3 40 23-16,3 2 31 16,-5 8-7-16,2 2-22 15,1 1 1-15,2-6-31 16,0-9-5-16,13-10 0 16,8-8-11-16,2-8 8 15,0-7-8-15,4-5 4 0,-2 0-4 16,-2-1 10-1,-3-12-10-15,-3-7-40 0,-3-5 17 16,-8-4 8-16,-2-6 5 16,-4 1 8-16,0-3 2 15,0 6 3-15,-6 7 0 16,3 11 7-16,0 9 27 16,3 4 22-16,0 0-39 15,0 17-20-15,0 21 0 16,3 16 10-16,7 7 3 0,2 1 0 15,0 0-10 1,-1-5-2-16,-1-2-1 0,0-3-3 16,-1-4-59-16,-1-10-140 15,2-13-179-15,4-16-381 16</inkml:trace>
  <inkml:trace contextRef="#ctx0" brushRef="#br1" timeOffset="-180330.44">14293 7566 300 0,'0'0'982'0,"0"0"-921"16,0 0-52-16,-10-78 41 0,3 72 98 15,-4 6-98-15,-5 0-41 16,-7 13-4-16,-6 16-3 15,-3 8 2-15,4 0-4 16,4-4 4-16,10-8-1 16,7-9-3-16,5-9-1 15,2-7-1-15,0 0-1 16,12 0 3-16,15-14 17 16,8-4-11-16,3-3-1 15,1 5-5-15,-1 2 1 16,-1 7-2-16,-2 5 2 15,-7 2 0-15,-6 0-1 0,-6 11-5 16,-7 13 4-16,-5 6 1 16,-4 7 7-16,0 3 6 15,-22 1-6-15,-10 2 0 16,-3-4 2-16,0-6 7 16,3-8 12-16,7-11 5 15,8-7 0-15,12-3 3 16,4-4-9-16,1 0-7 15,0 0-15-15,22-8-4 16,11-15 5-16,13-4-6 16,10-1-1-16,6-1-19 15,7 2-25-15,9-2-22 16,3 0-41-16,6-1-168 16,-1-7-180-16</inkml:trace>
  <inkml:trace contextRef="#ctx0" brushRef="#br1" timeOffset="-174966.92">14754 7443 266 0,'0'0'163'0,"0"0"-99"16,0 0 8-16,0 0 88 16,0 0-10-16,0 0-40 15,0 0-12-15,-37 4 4 16,37-4 6-16,0 0-10 16,0 0-5-16,0 0-34 15,0 0-32-15,0 0-8 0,11 0-13 16,8 0-3-1,10 0 11-15,6-2-12 0,3-5 0 16,4 3-2-16,-2 0 0 16,3 4-11-16,-2 0-160 15,-1 0-48-15,-4 0-121 16,-2 0-146-16</inkml:trace>
  <inkml:trace contextRef="#ctx0" brushRef="#br1" timeOffset="-174467.51">15464 7277 792 0,'0'0'298'16,"0"0"-240"-16,0 0-29 15,0 0 81-15,0 0-8 16,0 0-60-16,-100-43 3 16,70 43-17-16,-3 0 10 15,-4 9 6-15,0 12-18 16,0 9-4-16,5 7 2 16,9 8-3-16,10 6-8 0,11-2-5 15,2-4-4-15,9-5-6 16,17-6 4-16,14-10-1 15,11-9-1-15,8-12 0 16,5-3 6-16,-3-2-6 16,-9-16-14-16,-14-1-9 15,-15-1 5-15,-9 1 18 16,-14-1 3-16,0 0 7 16,-14-1-1-16,-16 1 7 15,-8-2-12-15,-7 7 3 16,-3 10-6-16,5 5-1 15,6 0 0-15,9 13-6 0,4 12 4 16,10 4-5 0,8-2-64-16,6-1-76 0,6-6-70 15,22-9-76-15,9-9-208 16</inkml:trace>
  <inkml:trace contextRef="#ctx0" brushRef="#br1" timeOffset="-174264">15768 7343 1160 0,'0'0'212'0,"0"0"-208"15,0 0 3-15,107-42 1 0,-48 32 14 16,5 1-21-16,-3 0-1 15,-5 3-32-15,-11 1-165 16,-17 3-179-16</inkml:trace>
  <inkml:trace contextRef="#ctx0" brushRef="#br1" timeOffset="-174110.48">15872 7473 1140 0,'0'0'148'0,"0"0"-148"16,0 0-37-16,0 0 37 0,109 1 0 16,-42-15-90-16,5-3-226 15,-4-5-154-15</inkml:trace>
  <inkml:trace contextRef="#ctx0" brushRef="#br1" timeOffset="-173818.37">16501 7261 1135 0,'0'0'69'0,"0"0"-68"16,0 0 3-16,0 0 29 15,-30 80 11-15,36-66-27 16,20-4-8-16,7-9 9 16,9-1-1-16,3-6 2 0,2-15-5 15,-4-4 21-15,-7-2 20 16,-13-2 13-16,-13 2 17 15,-10 1-21-15,0-1-9 16,-22 2-40-16,-9-1-11 16,-5 5-3-16,3 6-1 15,1 7-2-15,2 8-6 16,2 0-13-16,-1 17-77 16,1 13-110-16,-2 4-25 15,-4 1-382-15</inkml:trace>
  <inkml:trace contextRef="#ctx0" brushRef="#br1" timeOffset="-172618.29">10511 8851 762 0,'0'0'256'16,"0"0"-201"-16,0 0 7 16,0 0 66-16,0 0-18 15,22-76-46-15,-19 61-20 16,-2 3 2-16,-1 0-4 15,0 2-13-15,0 2 0 16,-8 4-15-16,-8 4-6 0,-5 0 2 16,-7 7-6-16,-4 23-4 15,-1 9 7-15,-1 9-5 16,9-1-1-16,7-3 4 16,8-8-2-16,10-10-2 15,0-6-1-15,0-8-2 16,4-6 0-16,13-6 2 15,11 0 3-15,5-11 5 16,3-14-1-16,1-2-5 16,-2-1-1-16,-3 5 0 15,-1 5 6-15,-5 8-7 16,-4 8 1-16,-4 2-3 16,-5 3 3-16,-4 21-1 15,-6 12 12-15,-3 13-3 0,-2 6-5 16,-21 6 4-16,-10 4-7 15,-13-1 1-15,-2-6-1 16,-2-11 1-16,6-14 1 16,12-13 8-16,15-10 16 15,11-7-3-15,6-3-5 16,0 0-6-16,10 0-5 16,19-10-1-16,10-8 1 15,12-5-7-15,5-3-1 16,5 2 3-16,3-1-3 15,-1-1 0-15,-5 1-34 16,-3-6-41-16,-4 0-30 16,-8-4-147-16,-11 0-124 15,-15-2-294-15</inkml:trace>
  <inkml:trace contextRef="#ctx0" brushRef="#br1" timeOffset="-172301.36">10893 8516 1147 0,'0'0'209'16,"0"0"-165"-16,0 0-13 16,0 0 40-16,14-82-14 15,4 77-45-15,1 5-7 16,-8 0-5-16,-2 3-2 16,-6 19-3-16,-3 7-1 0,0 6 6 15,-17 2 8-15,-6 0-5 16,1-9-3-16,6-9 1 15,9-10 9-15,5-7 2 16,2-2 15-16,0 0 1 16,19 0-17-16,14 0-2 15,12 0 3-15,10-9-9 16,6 4-1-16,0 1-2 16,3 4-11-16,-2 0-166 15,-10 1-89-15,-14 14-255 16</inkml:trace>
  <inkml:trace contextRef="#ctx0" brushRef="#br1" timeOffset="-172115.7">11109 9036 1507 0,'0'0'99'0,"0"0"-99"16,0 0 0-16,0 0 6 15,104-10 13-15,-41 6-17 16,7-2-2-16,-1 3-8 16,-5-3-161-16,-6-4-112 15,-9-1-329-15</inkml:trace>
  <inkml:trace contextRef="#ctx0" brushRef="#br1" timeOffset="-171668.72">11698 8834 1356 0,'0'0'117'16,"0"0"-90"-16,0 0 54 15,0 0-10-15,0 0-55 16,0 0-13-16,78-21 2 16,-54 21 1-16,-5 11 1 15,-2 7 10-15,-8 6-8 16,-6 2-4-16,-3 6 2 15,-7 1 0-15,-16 1 6 16,-11 3-11-16,-4-1 1 0,-3-6 2 16,2-4-4-16,5-11 8 15,11-5-4-15,10-5 3 16,4-4 3-16,9-1 0 16,0 0 2-16,0 0-7 15,0 0-4-15,0 0 2 16,0 0 0-16,15 0 4 15,8-10-2-15,12-5 4 16,8-2-2-16,8 2-8 16,5 0 1-16,-1 3 0 15,-4 5-1-15,-2 0-6 16,-7 6-2-16,-6 1-47 16,-2 0-19-16,-5 0-46 0,-5 0-141 15,-2 0-74-15,-5 0-208 16</inkml:trace>
  <inkml:trace contextRef="#ctx0" brushRef="#br1" timeOffset="-171085.68">12226 8974 860 0,'0'0'303'0,"0"0"-267"16,0 0-14-16,0 0 73 15,0 0-44-15,0 0-28 0,4-33 1 16,-3 28 57 0,-1 1 10-16,0 0-27 0,0-1-24 15,-10 1-16-15,-10 4-20 16,-7 0-3-16,-7 0 0 16,-2 13 0-16,3 8-1 15,2 1 0-15,10 1 2 16,9-6-3-16,7-6 1 15,5-6-1-15,0-4-7 16,14-1 8-16,13 0 8 16,7-10 1-16,2-6-8 15,-3-1-1-15,-7 3 1 16,-2 5 2-16,-4 3-1 16,-3 4 0-16,-1 2-4 15,1 0-2-15,-2 8 3 0,0 10-2 16,-1 6 2-16,-4 4-1 15,-7 5 1-15,-3 5 0 16,0 3 1-16,-17 0 0 16,-10-4 0-16,-6-5 0 15,0-7 0-15,1-8 5 16,7-6 8-16,9-6 8 16,10-5 4-16,5 0 1 15,1 0-11-15,0 0 1 16,1 0-14-16,19-15 8 15,10-3 1-15,7-1-10 16,3 0-1-16,2 0 0 0,-1 5-3 16,1 0-18-1,-1 3-44-15,-1 2-19 0,-2 0-97 16,-2 0-144-16,-8-3-336 16</inkml:trace>
  <inkml:trace contextRef="#ctx0" brushRef="#br1" timeOffset="-170853.93">12627 8956 1243 0,'0'0'280'0,"0"0"-240"0,0 0-34 16,0 0 34-16,0 0-16 15,0 0-18-15,104-21-1 16,-62 16-5-16,-4 1-3 16,-3-2-61-16,-3-1-120 15,-2-2-69-15,-8 0-194 16</inkml:trace>
  <inkml:trace contextRef="#ctx0" brushRef="#br1" timeOffset="-170420.51">12956 8732 978 0,'0'0'249'16,"0"0"-175"-16,0 0-2 0,31-89 14 16,0 76-19-16,7 6-42 15,0 3-16-15,-4 4 0 16,-8 1-5-16,-8 16-4 16,-8 6 1-16,-8 7 2 15,-2 5-3-15,-12 0 7 16,-14 2-5-16,-6-8 7 15,0-4-4-15,7-9-2 16,10-8 4-16,10-8-4 16,5 0 0-16,0 0-3 15,15 0 3-15,12 0-2 16,9-9 2-16,6 1-1 16,2 5-1-16,1 2-1 15,-2 1 1-15,-6 0-4 0,-7 5 3 16,-8 9 0-16,-10 2 0 15,-8 3 12-15,-4 2 24 16,-3 0-2-16,-20 2 6 16,-9-1-15-16,-5 1-15 15,-5 1 0-15,3-3-5 16,3-3 1-16,8-3-5 16,8-5-1-16,7-3-5 15,6-3-47-15,7-4-126 16,0-2-193-16,7-22-461 15</inkml:trace>
  <inkml:trace contextRef="#ctx0" brushRef="#br1" timeOffset="-170240.64">13547 8830 1564 0,'0'0'72'16,"0"0"-71"-16,0 0 6 15,127-29 1-15,-82 29-6 16,-2 0-2-16,-7 0-54 16,-10 2-182-16,-14 5-149 15,-12 4-314-15</inkml:trace>
  <inkml:trace contextRef="#ctx0" brushRef="#br1" timeOffset="-170099.54">13578 9016 1273 0,'0'0'244'0,"0"0"-244"16,0 0-11-16,0 0 11 16,0 0 17-16,97 0-17 15,-45 0-165-15,0-9-100 16,-1-5-233-16</inkml:trace>
  <inkml:trace contextRef="#ctx0" brushRef="#br1" timeOffset="-169786.3">14085 8854 402 0,'0'0'775'0,"0"0"-718"16,0 0-48-16,0 0 55 15,-13 94 33-15,30-69-39 16,7-7-34-16,5-7-3 16,4-6-3-16,-1-5-7 15,0 0-4-15,-4-10 0 16,-4-10-3-16,-5-3 3 15,-5-3 31-15,-7-3-9 16,-7-3 10-16,0-3-4 16,-25 0-20-16,-10 0-9 15,-7 8-6-15,0 11 0 0,3 16-1 16,10 2 0-16,2 24-1 16,8 7-24-16,9 0-43 15,10 0-73-15,0-6-81 16,27-12-164-1,7-11-394-15</inkml:trace>
  <inkml:trace contextRef="#ctx0" brushRef="#br1" timeOffset="-169512.83">14476 8467 1169 0,'0'0'165'0,"0"0"-144"0,0 0 9 16,0 0 39-1,0 0-45-15,0 0 55 0,47 94-3 16,-28-32-48-16,-2 8 0 16,-4-1-1-16,-5-3-11 15,-3-6-6-15,-2-6-9 16,1-7-1-16,-1-10-3 15,0-10-79-15,3-8-130 16,-5-12-78-16,-1-7-370 16</inkml:trace>
  <inkml:trace contextRef="#ctx0" brushRef="#br1" timeOffset="-167734.81">14565 8300 938 0,'0'0'339'16,"0"0"-318"-16,0 0-21 16,0 0 21-16,-96-4 96 15,65 11-32-15,-6-1-31 16,-5 1-10-16,-10 0 3 15,-7 0-7-15,-15-1-9 16,-13 0-10-16,-10-3 0 16,-12 0-7-16,-11-1-4 0,-8-1-5 15,-7 2 3-15,-2-1 4 16,1 1 4-16,10-1-7 16,5 2 3-16,8 2-5 15,7 1 2-15,4 2-3 16,5 4-6-16,7-1 0 15,2-2-4-15,1 0 4 16,-4-3-1-16,0 0 2 16,-3-3-1-16,-3 0 2 15,-2-3 0-15,2 0-2 16,0-1 5-16,2 0-5 16,1 0 3-16,4 0-2 15,5-1 3-15,10-5-4 0,4 2-4 16,7-2 2-16,6 2 1 15,3 1 1-15,5 0-1 16,2-3 1-16,2 3 0 16,-2 0 2-16,-3 0 1 15,-2 1-6-15,-2 0 3 16,0 0 0-16,3 1 0 16,1 1 2-16,6 0-2 15,5 0 1-15,5 0 1 16,5 0-2-16,4-3 0 15,-3-1 2-15,1-5-3 16,-1 1 4-16,6-1-3 16,1 0 0-16,2 1 3 0,3 1-5 15,1 0 2-15,-1 2 0 16,2-1-1-16,0 1 3 16,-2 1-3-16,4 1 1 15,-1-1-2-15,6 3 1 16,3 1 0-16,2 0 1 15,3 0-5-15,0 0 5 16,-2 0-1-16,0 0-2 16,-3 21-7-16,1 10 10 15,-2 10-1-15,5 5 0 16,1 7-2-16,0 10 3 16,1 8 0-16,11 6 0 0,1 2 3 15,3-3 0-15,-2-1 0 16,-1-3-3-16,-2-1 2 15,-1-2-1-15,-3-3 2 16,0-7-3-16,-3-5 2 16,-1-7 1-16,-3-3-3 15,0-7 0-15,0-5 3 16,0-4-2-16,0-5 0 16,0-3 0-16,0-4 0 15,0-5 0-15,0-3-1 16,0-3 0-16,0-3 1 15,0-2 1-15,0 0-2 0,0 0 0 16,0 0-2-16,0 0 2 16,0 0 0-16,0 0 6 15,0 0 1-15,10 0-6 16,12 0 4-16,10 0 2 16,13 0 7-16,2 0-1 15,7 0-13-15,4-4 2 16,5 1-1-16,4 1 2 15,4-4-2-15,1 1-1 16,-2 1 2-16,2-1 4 16,0 1-5-16,-1 2 2 15,1-1 0-15,-3 1-2 16,-6 2 1-16,-4 0-1 16,-2 0 0-16,1 0 2 15,2 0-3-15,1 0 1 0,-3 0-2 16,-1 0 2-16,-1 0-3 15,-1-5 1-15,3-2 1 16,5 1-2-16,-1-1 2 16,2 2 0-16,-3 2 0 15,0-1 1-15,-2 3 0 16,-1-3-1-16,0 3 0 16,1-1 0-16,3 0 1 15,-2-2 0-15,-1 0 0 16,-3 1-1-16,-4 1 3 15,-1 0-3-15,-6 2 2 16,1 0-1-16,-1 0-1 16,3 0 1-16,-2 0-1 15,-1 0-4-15,2 0 3 0,0 0-1 16,1 0 1-16,1 0 1 16,-1 0-2-16,2 0 2 15,-1 0-1-15,-1-2 2 16,0 2-1-16,0 0 0 15,0 0 0-15,1 0 1 16,-3 0 0-16,1 0-1 16,-3 0 0-16,1-2 1 15,-3-1-2-15,0 1 3 16,-2-2-2-16,-1 2 0 16,0 0 1-16,2 1 1 0,-2-3-2 15,1 1 1 1,4 2-1-16,1-2 2 0,4 0 0 15,1-2-2-15,-3 0-3 16,-2 1 2-16,-5 0-1 16,0-1-1-16,-2-1 2 15,0 1 1-15,-4-1 0 16,-2 2-1-16,-5-2 1 16,0 1 0-16,-6 1 0 15,-4 1 0-15,-6 1 0 16,-4 2 0-16,-4-1-1 15,0 1-1-15,-3 0-23 0,0 0-21 16,0 0-15 0,-10 0-59-16,-21 0-219 0,-19 0-528 15</inkml:trace>
  <inkml:trace contextRef="#ctx0" brushRef="#br1" timeOffset="-166685.78">8790 10416 913 0,'0'0'271'16,"0"0"-225"-16,0 0-38 15,0 0 53-15,0 0 71 16,75-82-74-16,-65 51-27 16,-4 3-14-16,-6 0 1 15,0 2 33-15,-9 6-21 16,-12 5-15-16,-4 10-15 15,-6 5 0-15,-2 13 2 16,-3 23-1-16,7 13 2 0,3 4 3 16,13-3-6-16,10-10-2 15,3-12-1-15,0-6 0 16,16-13 3-16,10-8 0 16,7-1 0-16,11-10 6 15,5-13-4-15,3-1 2 16,-3 3-4-16,-5 8 3 15,-6 5-3-15,-10 5 0 16,-7 3 0-16,-11 0-1 16,-9 15-2-16,-1 15 3 15,0 8 13-15,-25 5 0 16,-8 7-10-16,-9 3 3 0,-11 2-4 16,-2 0 1-1,-4-8 0-15,8-13 9 0,13-12 2 16,15-11 10-16,14-9-1 15,9-2-6-15,2 0-7 16,31-14 0-16,14-6-7 16,13-4-1-16,9 4-2 15,1 2 0-15,1 3-1 16,-1 4 1-16,-2 1-21 16,-8 3-45-16,-5-1-39 15,-10 1-169-15,-9-4-246 16</inkml:trace>
  <inkml:trace contextRef="#ctx0" brushRef="#br1" timeOffset="-166491.45">9455 10517 1462 0,'0'0'189'16,"0"0"-189"-16,0 0-23 15,101-13 23-15,-47 11 2 16,1 2-2-16,0-3-80 16,-7-2-116-16,-8-1-131 15,-9-4-287-15</inkml:trace>
  <inkml:trace contextRef="#ctx0" brushRef="#br1" timeOffset="-166087.05">9862 10303 193 0,'0'0'1146'0,"0"0"-1034"16,0 0-97-16,0 0-8 16,0 0 59-16,115-63-31 15,-81 63-27-15,-9 5-7 16,-10 13 1-16,-12 3 1 16,-3 5-1-16,-8 6 27 15,-24 4-9-15,-8-4 4 16,0-3-18-16,3-7 0 15,14-10-2-15,12-4 2 0,10-8 3 16,1 0-3 0,7 0-4-16,21-9-2 0,14-7 8 15,10 1-5-15,0 3-1 16,-2 7-2-16,-5 5 0 16,-9 0-2-16,-7 0 4 15,-13 12 1-15,-7 4 2 16,-9 4 16-16,0 1 5 15,-20 3 0-15,-15 4 3 16,-9-4-17-16,-4 0-10 16,-1-2-2-16,5-4-1 15,9-8-34-15,7-7-32 16,14-3-91-16,7-20-165 16,7-25-509-16</inkml:trace>
  <inkml:trace contextRef="#ctx0" brushRef="#br1" timeOffset="-165835.7">10202 10049 947 0,'0'0'619'0,"0"0"-581"16,0 0-31-16,0 0-7 16,128 102 93-16,-73-50-44 15,0 3-35-15,-8 3-8 16,-14 0 7-16,-16 2-8 15,-17 0 0-15,-7-2-4 16,-26-4-1-16,-13-6-1 0,-10-8-5 16,-9-1-26-16,-8-6-66 15,-14-2-141-15,-12-10-81 16,-12-11-263-16</inkml:trace>
  <inkml:trace contextRef="#ctx0" brushRef="#br1" timeOffset="-165504">8680 9926 1232 0,'0'0'199'0,"0"0"-171"16,0 0-15-16,-68 89 6 15,52-14 64-15,6 16-34 16,4 13-28-16,2 9 6 16,2-1-12-16,2-1 1 15,0-10-10-15,18-5-5 16,15-14-2-16,17-18-8 15,15-15-78-15,11-15-69 0,11-19-37 16,2-15-287-16</inkml:trace>
  <inkml:trace contextRef="#ctx0" brushRef="#br1" timeOffset="-165135.86">10892 10171 920 0,'0'0'309'0,"0"0"-249"15,0 0-18-15,0 0 105 16,0 0-23-16,0 0-60 16,-75 9-51-16,56 38 10 15,-1 14-3-15,5 12 1 16,2 3 3-16,4 2-5 16,6-4-5-16,3-9-12 15,0-8 0-15,17-11-2 16,8-13-4-16,7-10-51 15,6-9-61-15,5-14-123 16,6 0-121-16,-1-29-267 0</inkml:trace>
  <inkml:trace contextRef="#ctx0" brushRef="#br1" timeOffset="-164654.24">11211 10342 1026 0,'0'0'252'15,"0"0"-210"-15,0 0 23 16,0 0 103-16,-88-57-80 16,66 66-45-16,-6 22-37 15,-10 9-2-15,-1 5 5 16,2-1 2-16,9-5-4 16,7-13-5-16,11-9 1 0,9-8-3 15,1-9-5-15,1 0 5 16,27-13 1-16,14-11 12 15,7-3-11-15,-1 2 5 16,-4 10-5-16,-4 3-2 16,-7 8 1-16,-4 4-1 15,-9 0 0-15,-5 12-4 16,-7 12 1-16,-6 8 0 16,-2 7 3-16,-6 5 4 15,-20-1-4-15,-7 2 0 16,-4 0 0-16,-3-8 0 15,5-8 0-15,9-10 1 0,10-12-1 16,11-5 6-16,5-2 14 16,0 0-8-16,18-11-6 15,16-10-2-15,9-1-2 16,9-3-1-16,3 3 3 16,6 1-1-16,2 3-3 15,-1-1-4-15,-4 5-50 16,-6 3-69-16,-5-1-141 15,-7-2-166-15</inkml:trace>
  <inkml:trace contextRef="#ctx0" brushRef="#br1" timeOffset="-164481.02">11570 10481 1290 0,'0'0'225'16,"0"0"-225"-16,0 0 9 15,0 0-9-15,128-36 6 16,-66 23-1-16,4 0-5 16,-5 1-5-16,-12 3-108 15,-11 3-91-15,-17 2-222 16</inkml:trace>
  <inkml:trace contextRef="#ctx0" brushRef="#br1" timeOffset="-164285.65">11795 10334 1068 0,'0'0'338'0,"0"0"-330"0,0 0 5 16,0 0-13-16,-12 107 15 16,20-67 3-16,3-2-18 15,-1-7 0-15,-3-4-3 16,3-6-102-16,1-6-130 15,-1-9-305-15</inkml:trace>
  <inkml:trace contextRef="#ctx0" brushRef="#br1" timeOffset="-164045.83">12016 10204 1290 0,'0'0'91'16,"0"0"-91"-16,0 0 0 16,0 0 17-16,41 96 60 15,-23-45-48-15,-1 2-16 16,-7-1 0-16,-3-5 7 16,-2-3-13-16,-3-2-6 15,-2-9-1-15,0-5-113 16,0-8-98-16,0-8-393 15</inkml:trace>
  <inkml:trace contextRef="#ctx0" brushRef="#br1" timeOffset="-163775.78">12230 10157 1212 0,'0'0'51'16,"0"0"-48"-16,97-7 0 16,-58 26 62-16,-3 15-6 15,-7 6-27-15,-5 7-3 0,-12 4 24 16,-7-1-13 0,-5 0-7-16,0-1-18 0,-14-5-10 15,-4-2-3-15,-4-9-2 16,0-3-60-16,1-6-128 15,2-14-185-15,4-10-449 16</inkml:trace>
  <inkml:trace contextRef="#ctx0" brushRef="#br1" timeOffset="-163586.64">12758 10294 1286 0,'0'0'224'0,"0"0"-217"16,0 0-7-16,111-7 3 15,-69 8-3-15,-3 10-10 16,-7-2-211-16,-9-1-247 16</inkml:trace>
  <inkml:trace contextRef="#ctx0" brushRef="#br1" timeOffset="-163438.12">12817 10419 1288 0,'0'0'229'0,"0"0"-229"0,0 0-92 16,0 0 91-16,0 0-1 16,123-31-203-1,-73 15-288-15</inkml:trace>
  <inkml:trace contextRef="#ctx0" brushRef="#br1" timeOffset="-163203.45">13187 10310 1044 0,'0'0'165'15,"0"0"-134"-15,0 0 17 16,37 91 40-16,-1-77-10 16,7-10-46-16,2-4-20 15,-5-9 4-15,-6-15 45 16,-11-6 14-16,-8-1-4 15,-8 0-14-15,-7 1-5 0,-6 1-21 16,-20 3-24 0,-6 1-7-16,-3 1-1 0,-5 9-7 15,-2 8-31 1,-3 7-16-16,-4 9-45 0,-3 24-155 16,-6 9-198-16</inkml:trace>
  <inkml:trace contextRef="#ctx0" brushRef="#br1" timeOffset="-162321.47">9342 11550 1171 0,'0'0'111'0,"0"0"-99"0,0 0-4 15,0 0 89 1,0 0 11-16,0 0-54 0,-57-71-24 16,35 71-18-16,-7 11-8 15,-10 19 3-15,-5 11-6 16,6 3 4-16,6-5 3 15,10 1 8-15,11-13-11 16,7-7 4-16,4-10-9 16,0-5-3-16,4-5 3 15,16 0 7-15,8-2-4 16,9-14 5-16,6-8 2 16,1 1-10-16,-1 3 4 15,-1 3-4-15,-5 7 1 16,-7 7-2-16,-10 3 0 15,-6 3 0-15,-11 18-2 0,-3 12 3 16,-2 13 1 0,-23 4 3-16,-7 3-3 0,-9 3-1 15,-6-3 2-15,-1-6-2 16,-3-7 2-16,6-10 0 16,8-13 7-16,14-7 10 15,14-10 5-15,9 0 11 16,0 0-16-16,7 0-10 15,25-17 0-15,17-7-4 16,12-3 0-16,4 0-4 16,0 5-1-16,-1 4 0 15,-1 6-1-15,0 1-17 0,-7 3-48 16,-1 3-52 0,-7 1-159-16,-14-5-212 0</inkml:trace>
  <inkml:trace contextRef="#ctx0" brushRef="#br1" timeOffset="-162149.47">9752 11728 1392 0,'0'0'153'0,"0"0"-153"15,0 0-5-15,0 0 5 16,115-11 0-16,-75 11 0 15,-3 0-167-15,-11 7-117 16,-14-2-303-16</inkml:trace>
  <inkml:trace contextRef="#ctx0" brushRef="#br1" timeOffset="-162005.04">9800 11895 1287 0,'0'0'100'16,"0"0"-100"-16,0 0 0 15,0 0 2-15,132 0-2 16,-70-4-56-16,1-8-164 16,-2-1-163-16</inkml:trace>
  <inkml:trace contextRef="#ctx0" brushRef="#br1" timeOffset="-161537.49">10241 11597 135 0,'0'0'1184'16,"0"0"-1074"-16,0 0-79 16,0 0 64-16,-6-80-40 15,31 71-25-15,7 4-21 16,2 1-7-16,-2 4 0 16,-5 0-1-16,-8 12-1 15,-9 11 0-15,-10 4 0 16,0 2 2-16,-17 5 3 15,-10-3 1-15,0-2 0 0,6-11-3 16,4-6 0 0,9-5-2-16,4-4 3 0,4-3-4 15,0 0 4-15,9-2-3 16,15-9 0-16,11-3 0 16,3 7-1-16,3 5 0 15,0 2-1-15,-5 0-5 16,-4 11 5-16,-10 7 0 15,-11 6 1-15,-7 0 3 16,-4 2 7-16,-2-2 18 16,-16-5 6-16,-9 2-3 15,-5-5-8-15,-4 4-11 16,-2-5 1-16,5-2-6 16,3-6-5-16,10-1-2 0,5-6-7 15,5 0-40-15,7 0-71 16,3-17-185-16,1-2-222 15</inkml:trace>
  <inkml:trace contextRef="#ctx0" brushRef="#br1" timeOffset="-161347.08">10841 11768 1177 0,'0'0'183'0,"0"0"-171"0,0 0 26 15,-65 110 112 1,44-73-83-16,-1 3-49 0,4-2-15 16,4-9 1-16,4-4-4 15,5-7-98-15,5-7-159 16,0-11-242-16</inkml:trace>
  <inkml:trace contextRef="#ctx0" brushRef="#br1" timeOffset="-161128.05">11119 11755 932 0,'0'0'443'16,"0"0"-432"-16,0 0-4 15,119 0-5-15,-66 0 8 16,9 0-7-16,0 0-3 15,0 0-29-15,-7 0-121 16,-10 0-100-16,-8-14-91 16,-12-3-64-16</inkml:trace>
  <inkml:trace contextRef="#ctx0" brushRef="#br1" timeOffset="-160951.95">11661 11571 804 0,'0'0'194'15,"0"0"-113"-15,0 0 46 16,0 0 10-16,0 0-56 15,0 0-59-15,-30-27-20 0,33 66 8 16,6 12 56 0,-2 2-40-16,-1 4-23 0,-1-2 1 15,0-1-3-15,0-5-1 16,0-2-62-16,-5-10-79 16,0-4-164-16,0-10-328 15</inkml:trace>
  <inkml:trace contextRef="#ctx0" brushRef="#br1" timeOffset="-160619.87">11330 11315 1417 0,'0'0'172'0,"0"0"-165"16,0 0-7-16,0 0 1 15,94 119 122-15,-43-45-69 16,1 8-37-16,0 1 1 16,0 2-4-16,-2-6 8 15,0-1-12-15,-7-8-9 16,-4-8-1-16,-7-13 0 15,-7-12-2-15,-4-11-31 16,-5-7-25-16,-4-10-57 0,-6-9-183 16,-6 0-198-16</inkml:trace>
  <inkml:trace contextRef="#ctx0" brushRef="#br1" timeOffset="-160355.11">11823 11292 1424 0,'0'0'176'0,"0"0"-170"0,0 0-4 16,-40 80 55-16,20-2 47 15,-4 13-62-15,3 8-14 16,-3 5 1-16,1-1-2 15,-2-7-9-15,-2-6-16 16,2-10-2-16,1-13-4 16,4-1-40-16,4-12-50 15,-3-13-167-15,1-17-466 16</inkml:trace>
  <inkml:trace contextRef="#ctx0" brushRef="#br1" timeOffset="-160244.75">11512 12200 861 0,'0'0'0'15</inkml:trace>
  <inkml:trace contextRef="#ctx0" brushRef="#br1" timeOffset="-158022.9">22161 4456 481 0,'0'0'393'15,"0"0"-265"-15,0 0-105 16,0 0 71-16,0 0 33 16,0 0-53-16,0 0-14 15,11-33-3-15,-8 18-11 16,4 0 27-16,-2-2-39 0,-2 1-3 16,-1-2-2-1,-2 0-14-15,0-2 9 0,0 0-13 16,0 1-8-16,-8 4 14 15,-1 3-17-15,-1 5 1 16,-5 5-3-16,-5 2-11 16,-8 7 13-16,-7 19 0 15,0 6 0-15,1 5-1 16,10-4 1-16,10-4 0 16,5-5-5-16,9-7 6 15,0-2-2-15,0-3 0 16,2-5-8-16,6-3 7 15,-1-2-1-15,1-2 3 16,0 0-1-16,6 0 2 16,6-6 1-16,2-9-2 0,3-4 5 15,-2 2-2 1,-2-1-3-16,-3 3 3 0,-3 2-5 16,-3 5 4-16,-5 3-2 15,-4 3 0-15,-3 2 3 16,0 0-4-16,0 0 1 15,0 0 0-15,0 0-3 16,0 0-4-16,0 15 0 16,0 7 5-16,0 8 2 15,0 8 5-15,0 3-3 16,-6 0-1-16,-5 1-1 16,-6 1 4-16,-1-2-4 0,1-3 2 15,0-6-2-15,6-10 2 16,2-7-2-16,5-7 0 15,4-5-1-15,0-3 5 16,0 0-4-16,0 0 4 16,4 0 2-16,15-8 12 15,7-8-7-15,10-5-1 16,7-3-4-16,-1 2-4 16,3 0-3-16,-1 3 1 15,-4 2-6-15,1 4-23 16,-4 0-46-16,0 3-100 15,-4-2-96-15,-9-2-269 16</inkml:trace>
  <inkml:trace contextRef="#ctx0" brushRef="#br1" timeOffset="-157797.08">22585 4360 1082 0,'0'0'216'15,"0"0"-215"-15,0 0-1 16,0 0 15-16,0 0 15 16,118-15-23-16,-76 13-5 15,-1 1-4-15,-8 1-53 0,-8 0-215 16,-11 0-254-16</inkml:trace>
  <inkml:trace contextRef="#ctx0" brushRef="#br1" timeOffset="-157605.42">22635 4509 1080 0,'0'0'275'16,"0"0"-275"-16,0 0-73 15,0 0 73-15,94 0 30 16,-44 0-29-16,0 0-1 16,-5 0-118-16,-6 0-161 0,-13-5-208 15</inkml:trace>
  <inkml:trace contextRef="#ctx0" brushRef="#br1" timeOffset="-156986.02">23062 4310 485 0,'0'0'666'0,"0"0"-615"16,0 0-19-16,0 0 90 15,0 0-13-15,0 0-51 16,23-81-36-16,-8 65-10 16,5 2 11-16,2 2 0 15,-1 3-8-15,3 3-7 16,-1 3-6-16,-5 3 0 16,-4 0-2-16,-4 6-6 15,-9 7 0-15,-1 8-5 16,0 5 3-16,-14 6 8 15,-5-2 10-15,-1-5-5 16,7-7-4-16,4-7 1 0,4-6 0 16,5-3 0-1,0-2-4-15,0 0 2 0,0 0-4 16,2 0 2 0,11 0 2-16,6 4 3 0,6 0 4 15,0 1-7-15,0 8 0 16,-2 2 0-16,-7 4-4 15,-6 4 3-15,-6 1-5 16,-4 2 4-16,0-1 2 16,-8-1 1-16,-14-3 15 15,-6-2 18-15,-3-6 15 16,-5-3 11-16,2-2-24 16,3-4-7-16,3-2-8 15,9-2-12-15,9 0 3 0,5 0-4 16,5 0-7-1,0 0-2-15,0 0-5 0,0 0-39 16,0 0-26-16,0 0-68 16,4 0-152-16,0 5-209 15,-4 1-44-15</inkml:trace>
  <inkml:trace contextRef="#ctx0" brushRef="#br1" timeOffset="-156589.02">22386 4943 960 0,'0'0'418'16,"0"0"-390"-16,0 0-27 16,0 0 63-16,0 0 2 0,93 0-41 15,-15-6 12-15,19-3 7 16,11-1-15-16,6-2-8 15,-6 1-4-15,-12 3-16 16,-21 2 3-16,-16 0-4 16,-17 1-30-16,-13 0-56 15,-12-1-79-15,-15 0-57 16,-2-1-54-16,-19 2-296 16</inkml:trace>
  <inkml:trace contextRef="#ctx0" brushRef="#br1" timeOffset="-156365.83">22482 5095 565 0,'0'0'937'0,"0"0"-925"15,0 0-12-15,0 0 0 16,111-3 66-16,-31-1-22 15,14 0-36-15,3 4 0 16,-2-4-8-16,-9-1-4 16,-6-3-106-16,-17-8-243 15,-12-1-423-15</inkml:trace>
  <inkml:trace contextRef="#ctx0" brushRef="#br1" timeOffset="-156232.14">23421 4977 219 0,'0'0'1391'0,"0"0"-1391"0,0 0-64 16,0 0 36-16,0 0-2 15,0 0-211-15,32 0-206 16</inkml:trace>
  <inkml:trace contextRef="#ctx0" brushRef="#br1" timeOffset="-153506.6">21383 5739 706 0,'0'0'157'0,"0"0"-82"15,0 0 55-15,0 0-13 16,0 0-28-16,0 0-45 15,45-71-2-15,-24 61-3 16,3 5-15-16,3 5-8 16,1 0-9-16,3 15-3 15,-2 12 3-15,0 6 1 16,0 6 20-16,-6 4-12 16,-3 2-12-16,-12-1-1 15,-8-4-3-15,0-5 0 0,-12-7 1 16,-6-8 3-16,0-9-1 15,-1-4 9-15,3-4 3 16,0-3 14-16,3 0 5 16,3-17 3-16,5-14-2 15,5-12-28-15,0-9-4 16,2-6 1-16,18 6-1 16,3 7-2-16,5 9 5 15,4 6-3-15,2 9-1 16,3 4-2-16,-1 6-1 15,3 4-5-15,1 5-78 16,2 2-72-16,-4 0-66 0,-9 0-246 16</inkml:trace>
  <inkml:trace contextRef="#ctx0" brushRef="#br1" timeOffset="-153364.15">22010 5685 1330 0,'0'0'55'15,"0"0"-42"-15,0 0-13 16,102-8 3-16,-56 8-3 16,5 0-95-16,-10 0-221 15,-13 0-276-15</inkml:trace>
  <inkml:trace contextRef="#ctx0" brushRef="#br1" timeOffset="-153223.22">22050 5916 1410 0,'0'0'0'0,"0"0"-81"16,0 0 81-16,104-1 0 15,-39-10-10-15,8-2-239 16,-3-4-185-16</inkml:trace>
  <inkml:trace contextRef="#ctx0" brushRef="#br1" timeOffset="-152539.72">22919 5474 1411 0,'0'0'60'16,"0"0"-44"-16,0 0-15 15,0 0 73-15,0 0-38 16,0 0-26-16,5-3 7 15,-5 3 27-15,-17 3-1 16,-7 6-8-16,-14 4-11 16,-7-2-6-16,-3-2-6 15,3-1-6-15,7-4 4 16,6-2-7-16,10-2 3 16,10 0-3-16,5 0-3 0,7 0 6 15,0 0-6-15,0 0-6 16,0 0 4-16,0 0 2 15,0 0 0-15,0 0 4 16,0 0-4-16,0 0 0 16,0 0-1-16,0 3-12 15,0 4 12-15,0 7-9 16,-6 7 10-16,-4 4 1 16,-4 2 0-16,1-2 1 15,-2-3-2-15,4-6 1 16,1-3-1-16,6-9 0 15,2-1 0-15,2-3 1 16,0 0 2-16,0 0-6 16,17 0 2-16,8 0 1 0,8-5 4 15,8-1 0-15,2 6-7 16,-3 0 3-16,2 0 0 16,-5 6-3-16,-9 8 1 15,-6 3-1-15,-7 0 1 16,-8 4-4-16,-7-1 6 15,0 1-1-15,-2 2 3 16,-16-3 15-16,-4-3-9 16,-10-1 8-16,-1-3 8 15,-8-2-10-15,5-3-2 16,3-3-6-16,6-2-6 16,5-1 2-16,7-2-2 15,5 0-14-15,0 0-38 0,5 0-49 16,1-9-238-1,3-7-376-15</inkml:trace>
  <inkml:trace contextRef="#ctx0" brushRef="#br1" timeOffset="-149937.92">20376 6670 910 0,'0'0'213'16,"0"0"-187"-16,0 0-8 15,0 0 87-15,0 0-17 16,0 0-36-16,0 0-34 16,0-2 0-16,0 2 23 0,0 0 5 15,-5 0-10-15,-5 0-16 16,-6 3-10-16,-4 12 2 16,-6 13-2-16,0 10-3 15,0 15 12-15,7 13-11 16,3 9 9-16,10-1-1 15,6-1 5-15,0-10-13 16,6-8-6-16,13-6 0 16,3-11-2-16,-1-1 2 15,1-9-2-15,0-4-1 16,0-4-3-16,-1-4-72 16,1-5-69-16,1-7-40 0,-1-4-109 15,0 0-212 1</inkml:trace>
  <inkml:trace contextRef="#ctx0" brushRef="#br1" timeOffset="-149523.83">20575 7049 1222 0,'0'0'172'0,"0"0"-163"16,0 0 7-16,76-94 50 15,-21 76 0-15,7 7-46 16,0 7-4-16,-9 4 1 0,-11 0-6 16,-12 8-2-16,-10 10-3 15,-12 4-6-15,-8 5 0 16,-8 9 6-16,-30 4-1 16,-18 5 9-16,-14 1-8 15,-2-5 6-15,5-10-7 16,17-7-4-16,22-13 26 15,16-6 9-15,12-5-15 16,0 0-10-16,13 0-7 16,28 0-1-16,19-5 17 15,15-6 1-15,4-2-15 16,-6 2-6-16,-1 4-1 16,-5 1 1-16,-2 3-6 15,-6 1-14-15,-9 1-61 0,-9 0-54 16,-7-1-113-16,-9-2-188 15,-12-7-447-15</inkml:trace>
  <inkml:trace contextRef="#ctx0" brushRef="#br1" timeOffset="-149352.02">21373 7074 1272 0,'0'0'136'15,"0"0"-117"-15,0 0 39 16,0 0-2-16,0 0-33 15,-9 80 20-15,9-38-30 16,0-2-9-16,0 1-4 16,0-4 0-16,5-3-43 0,0-6-139 15,2-5-60-15,2-11-264 16</inkml:trace>
  <inkml:trace contextRef="#ctx0" brushRef="#br1" timeOffset="-148866.64">21559 6959 1272 0,'0'0'206'16,"0"0"-196"-16,0 0 0 0,0 0 44 15,0 0-24-15,0 0-25 16,103-54-2-16,-68 62 0 15,-3 5-1-15,-11 4-2 16,-8 2-1-16,-9-1-2 16,-4 6-1-16,0 1 3 15,-18 1 2-15,-9-4 8 16,2-5-7-16,5-7 6 16,10-5-4-16,6-5 2 15,4 0 5-15,0 0-2 16,4 0-9-16,16-9 1 15,7-2 1-15,6 2-2 16,1 5 0-16,1 4-1 0,-4 0 1 16,-2 0 0-1,-7 9-2-15,-7 2 2 0,-9 4-4 16,-4-2 4-16,-2 5 20 16,-3 0 11-16,-19 3 10 15,-8 0-9-15,-4-1-10 16,-2 0-7-16,-1-4-12 15,2-3 0-15,5-1-3 16,5-3-5-16,8-1-40 16,7-2-108-16,10-3-166 15,0-3-209-15</inkml:trace>
  <inkml:trace contextRef="#ctx0" brushRef="#br1" timeOffset="-148669.14">22074 7160 1538 0,'0'0'59'0,"0"0"-59"15,0 0 0-15,0 0 11 16,-24 89 8-16,22-58-18 16,2-4 0-16,0-1-1 15,0-7-46-15,0-5-157 16,6-8-131-16,7-6-309 15</inkml:trace>
  <inkml:trace contextRef="#ctx0" brushRef="#br1" timeOffset="-147975">22625 6795 1086 0,'0'0'285'16,"0"0"-260"-16,0 0-21 15,0 0 69-15,0 0 35 16,0 0-76-16,2-13-7 16,-9 13-2-16,-10 4 9 0,-11 6 5 15,-9 4-17-15,-5-2-7 16,2-2-1-16,4-3-8 15,7 0 5-15,9-5-6 16,8 0 1-16,9-2-3 16,3 0 1-16,0 0-2 15,0 0 0-15,0 0 0 16,0 0 2-16,0 0 0 16,0 0-1-16,0 0 2 15,0 0-2-15,0 2-2 16,0-2-8-16,-2 6 3 15,-5 3 0-15,-3 3 6 16,-1 6 2-16,-2 2-1 0,-5-1 1 16,4-1-1-1,-2-2-1-15,5-3 0 0,6-7 2 16,3-3-2-16,2-2-1 16,0-1-3-16,0 0 3 15,0 0-5-15,10 0 2 16,15 2 4-16,9-2 7 15,6 0-4-15,6 0-1 16,3 0-2-16,-1 4 1 16,0 2-1-16,-7 5 0 15,-9-1-3-15,-7 2 2 16,-10 0 1-16,-8-1-1 16,-5-2 0-16,-2 3 1 15,0 0 5-15,-11 3 5 0,-9 2 5 16,-6 1 3-1,-1-2-16-15,-3 1 0 0,0-4 1 16,1-1-3-16,2-3-26 16,4-4-38-16,7-5-100 15,6 0-128-15,4-21-181 16</inkml:trace>
  <inkml:trace contextRef="#ctx0" brushRef="#br1" timeOffset="-147707.37">22816 6688 1274 0,'0'0'290'0,"0"0"-290"16,0 0-43-16,0 0 43 15,93 54 61-15,-51-15-24 16,0 6-8-16,-9 5-6 15,-6 4 22-15,-12 3-15 16,-10 5-18-16,-5 0-9 16,-2 0-3-16,-23-1 0 15,-10-4-1-15,-8-5-33 16,-8 0-74-16,-5-6-175 16,-8-6-307-16</inkml:trace>
  <inkml:trace contextRef="#ctx0" brushRef="#br1" timeOffset="-143625.47">21746 7971 902 0,'0'0'255'16,"0"0"-178"-16,0 0-32 16,26-83 22-16,-2 69 9 15,8 8-34-15,1 6-22 16,2 0-7-16,-3 15 5 16,-7 12-6-16,-10 2 0 15,-12 7 0-15,-3 3 3 16,0 1-4-16,-21 1 2 15,-8-3-4-15,-3-4-6 16,0-6-1-16,4-9 6 0,8-7-7 16,10-9 14-16,9-3 29 15,1 0 3-15,0 0-20 16,13-7-12 0,15-13-9-16,16 0-5 0,11 1 1 15,9 4 1-15,-1 5-3 16,-3 2-29-16,-8 5-50 15,-13 3-56-15,-15 0-79 16,-17 0-161-16,-7 0-274 16</inkml:trace>
  <inkml:trace contextRef="#ctx0" brushRef="#br1" timeOffset="-143314.81">21555 8112 1198 0,'0'0'223'0,"0"0"-223"16,0 0-8-16,0 0 8 0,0 0 66 15,-10 102-41-15,4-60-19 16,-3 0-6-16,-3-2-19 16,-3-2-120-16,-5-9-176 15,-5-9-312-15</inkml:trace>
  <inkml:trace contextRef="#ctx0" brushRef="#br1" timeOffset="-142656.66">20836 8001 986 0,'0'0'268'0,"0"0"-239"16,0 0-24-16,0 0 30 15,23-80 48-15,1 71-55 0,4 4-23 16,4 5-3-16,0 0-1 16,-4 4-1-16,-7 11 0 15,-8 3 0-15,-6 6-1 16,-7 3 1-16,0 3 0 15,-19 3 10-15,-6 0-1 16,-2-6-4-16,2-4 10 16,5-10-14-16,10-5 2 15,5-5 1-15,5-3-4 16,0 0-6-16,18 0 6 16,14 0 4-16,8-2 0 15,7 2-3-15,3 0-2 0,-3 0 1 16,-7 4-1-16,-13 9-1 15,-12-2 0-15,-13 3 2 16,-2 4 12-16,-19 2 56 16,-16 1-12-16,-8-2-18 15,-4 0-1-15,-2-3-6 16,4-4-17-16,7-1-4 16,4-5-8-16,12-2-2 15,9-1-2-15,8-1-47 16,5-1-61-16,0 2-104 15,12 0-149-15,15-3-107 16</inkml:trace>
  <inkml:trace contextRef="#ctx0" brushRef="#br1" timeOffset="-142114.41">22555 8147 1173 0,'0'0'112'0,"0"0"-110"15,0 0 3-15,0 0 57 16,-57 91 7-16,47-53-44 15,1-1-15-15,3-7-10 16,1-2 0-16,2-7-64 16,-1-8-96-16,4-8-142 15,0-5-207-15</inkml:trace>
  <inkml:trace contextRef="#ctx0" brushRef="#br1" timeOffset="-141442.89">22916 7828 1121 0,'0'0'179'0,"0"0"-165"15,0 0-5-15,0 0 64 16,0 0 30-16,0 0-57 15,-19-8-15-15,-4 8-6 16,-13 0-4-16,-8 0 5 0,-2 2 6 16,1-2-5-16,5 0-4 15,9 0-2-15,9 0-5 16,10 0-10-16,7 0-2 16,5 0 0-16,0 0-4 15,0 0 0-15,0 0-2 16,0 0 1-16,0 0 1 15,0 0 0-15,0 0-2 16,0 0-1-16,0 2 3 16,0 7 0-16,3 7 1 15,1 1 0-15,-1 3-1 16,-3 4 0-16,0-3 0 16,0 4 0-16,-3-8 0 0,-7 0 0 15,3-3 2-15,3-7-1 16,0-2 0-16,4-4-1 15,0-1 0-15,0 0-1 16,8 0-1-16,19 0 2 16,11 0 3-16,9 0-3 15,5 0 2-15,0-3-1 16,-2 3-1-16,-8 0-1 16,-9 0 0-16,-9 6 1 15,-11 5 0-15,-6 1-4 16,-6 2 4-16,-1 2 4 15,0 3 9-15,-13 4-2 16,-8 0 4-16,-5-3 2 16,0-3-8-16,-5-1-8 0,1 1 1 15,-2-3-2-15,-1 0-28 16,-4-2-41-16,-1-2-72 16,-6-1-190-16,-6-4-268 15</inkml:trace>
  <inkml:trace contextRef="#ctx0" brushRef="#br1" timeOffset="-140941.89">20806 7697 851 0,'0'0'346'0,"0"0"-322"15,0 0-18-15,0 0 19 16,0 0 75-16,0 0-7 15,-102 123-30-15,75-46-4 16,8 12-26-16,8 4-3 16,11 1-5-16,0-2-8 15,21-7-9-15,17-9-8 0,17-10-1 16,17-14-93 0,13-19-86-16,15-16-52 0,9-17-288 15</inkml:trace>
  <inkml:trace contextRef="#ctx0" brushRef="#br1" timeOffset="-140542.47">23282 7524 1135 0,'0'0'199'0,"0"0"-199"15,0 0 9-15,0 0-9 16,0 0 46-16,102 115 21 16,-62-54-2-16,-7 9-33 15,-9 1 1-15,-16 2-9 16,-8-1-10-16,-10-7-2 16,-20-5-2-16,-10-9-9 15,-3-9-1-15,-6-9-23 0,-1-5-85 16,-2-7-83-1,-4-9-242-15</inkml:trace>
  <inkml:trace contextRef="#ctx0" brushRef="#br1" timeOffset="-140159.2">20865 8715 1024 0,'0'0'152'0,"0"0"-152"16,0 0 0-16,0 0 27 15,0 0 93-15,0 0-54 16,72-14-35-16,36 14 27 16,33 0 5-16,34 0-35 15,32-6-15-15,31-4 17 16,20-7-1-16,9-3-12 16,4-2-17-16,-21 0 0 0,-21 3 0 15,-37 2 0-15,-47 6-31 16,-47 4-155-16,-41 1-183 15,-40 0-224-15</inkml:trace>
  <inkml:trace contextRef="#ctx0" brushRef="#br1" timeOffset="-127276.37">20164 6031 555 0,'0'0'336'0,"0"0"-270"16,0 0-51-16,0 0-2 16,0 0 40-16,0 0 45 15,0 0-24-15,0 0-45 16,-18-29-18-16,18 29 12 0,0 0-8 16,0 0 16-1,0 0 4-15,0 0-18 0,0 0-2 16,0 0-8-16,0 0-7 15,0 2 0-15,0 11 0 16,-2 13 1-16,1 7 8 16,-1 10-9-16,2 10 5 15,0 2-3-15,0 5 10 16,0-7 0-16,6-2-1 16,6-4 19-16,-1-2-18 15,5-6 0-15,-3-3 5 16,2-6 7-16,-3-6-11 15,-4-8 5-15,-3-6-10 16,-5-3 3-16,0-3-1 16,0-3 2-16,0 1 15 0,0-2-5 15,0 0-1-15,0 0-4 16,0 0-6-16,0 0 3 16,0 0-5-16,0 0-2 15,0 0 1-15,0 0-4 16,0 0 4-16,0 0-4 15,0 0-4-15,0 0 6 16,0 0-3-16,0 0-2 16,0 0 2-16,-3 0-2 15,-9-7 2-15,-4-6-3 16,-4 2-1-16,4 0 1 16,3 2 1-16,4 3 1 0,2-2-4 15,1 2 4 1,1 0-2-16,0-1 1 0,2 3-1 15,-2 0 0-15,5 2-1 16,0 2 2-16,0 0-3 16,0 0 0-16,0 0 1 15,0 0 1-15,0 0-7 16,0 0 5-16,0 0-4 16,0 0-4-16,0 0 4 15,0 0 0-15,5 9 6 16,3 2 0-16,4-1-2 15,1 1-1-15,0-2 3 16,5 0 0-16,-4-3 5 16,0-1-5-16,-4-1-2 15,-5-2-1-15,-3 0 3 0,-2-2 5 16,0 0-3-16,0 0-2 16,0 0 6-16,0 0-4 15,1 0 5-15,1-11-2 16,1-15-5-16,-1-6 0 15,1 1-1-15,-1 7 1 16,-1 9 3-16,-1 7-3 16,3 5 4-16,-3 3-4 15,0-1 0-15,0 1-2 16,0 0 2-16,0 0-9 16,0 0-4-16,0 11-7 15,0 16 8-15,-4 14 10 0,-4 9-13 16,1 1-113-1,0 0-94-15,2-7-44 0,-2-11-294 16</inkml:trace>
  <inkml:trace contextRef="#ctx0" brushRef="#br1" timeOffset="-121628.73">23616 4451 307 0,'0'0'40'15,"0"0"-28"-15,0 0-1 16,0 0 56-16,0 0 15 16,0 0-6-16,0 0-22 0,4-36 43 15,-4 33 17-15,0 2-8 16,0 1-29-16,0 0-20 16,2 0-20-16,-2 0-17 15,0 0-9-15,0 0-10 16,1 0-1-16,-1 12 2 15,2 6 1-15,-1 3 12 16,-1 0-5-16,3-2-2 16,1-6 6-16,-4-6 6 15,3-2 16-15,-3-5 10 16,2 0 28-16,2 0 28 16,7-5-19-16,16-21-13 0,15-11-53 15,17-14-14 1,10-6-1-16,10-3-2 0,3 0-8 15,-2 16-71-15,-10 15-131 16,-23 19-145-16,-28 10-334 16</inkml:trace>
  <inkml:trace contextRef="#ctx0" brushRef="#br1" timeOffset="-52861.46">11650 2323 951 0,'0'0'101'0,"0"0"-87"0,0 0 20 16,0 0 64-16,0 0-7 16,0 0-8-16,0 0-13 15,-25-8-33-15,9 3-21 16,-7 2-4-16,-4 0-4 15,-5-2-4-15,-1 1 1 16,-4 0 8-16,-3-1 6 16,-4 1-8-16,-1 0-1 15,4 0-1-15,3 3 4 16,10-1 10-16,7 0-2 0,7 2-8 16,8-2-6-1,4 2 7-15,2 0-1 0,0 0-7 16,0 0-6-16,0 0-1 15,0 0-3-15,0 0 0 16,0 7-1-16,0 14 5 16,0 7 7-16,0 11-4 15,-2 12-1-15,0 8 1 16,2 15 0-16,-1 7 11 16,-1 3-3-16,2 2-6 15,-2-2-5-15,2 0 2 16,0-2 8-16,0-3 2 15,0-5-4-15,0-5-6 16,0-4 5-16,4-3 1 16,-1-10-7-16,1-6 5 0,-3-5-4 15,1-9-1-15,-1-6 4 16,-1-7-4-16,0-4 3 16,0-5 0-16,0-6-3 15,0-2 2-15,2-2 3 16,0 0 0-16,0 0 10 15,-1 0-5-15,-1 0-2 16,2 0-3-16,1 0-4 16,5 0 2-16,11 0-3 15,16 0 2-15,14 0 8 16,16 4-7-16,10-2 8 16,9-1-12-16,7-1 1 15,12 1-1-15,4 2 0 16,4 0-2-16,0 2 2 0,-4 0 0 15,-5-1 2-15,-5 0 0 16,-6-1 0-16,-4 2 0 16,1-4 2-16,-5 3-2 15,-2-1-2-15,-3-2 0 16,-3 1-1-16,0-2 0 16,4 0 2-16,1 0-1 15,3 0 1-15,-5 1 1 16,0 9-2-16,3 3 3 15,2 1-1-15,2-1-1 16,2 0-1-16,2-2 3 16,1-4 0-16,4-2-2 15,3-2 1-15,0-3-2 0,-2 0-2 16,1 0 1-16,-8 0 0 16,-8 0 1-16,-11-5 2 15,-11 1 0-15,-11-1 0 16,-10 2-2-16,-8 1 0 15,-13-2 0-15,-6 2-5 16,-8 2-25-16,-2-1-25 16,0 1-49-16,-18-8-190 15,-26-3-626-15</inkml:trace>
  <inkml:trace contextRef="#ctx0" brushRef="#br1" timeOffset="-43029.4">5302 3630 842 0,'0'0'137'0,"0"0"-107"16,0 0-13-1,0 0-14-15,0 0 6 0,0 0 4 16,3-21-3-16,-3 21 16 15,0 0-9-15,1 0-17 16,-1 0 0-16,3 0-8 16,1 0 6-16,1 11 2 15,0 1 26-15,0 5-11 16,-2-1-12-16,0 2 7 16,0 0 6-16,0-3-5 15,0-3 0-15,1 1 6 16,-1-6 9-16,0 1-4 15,-2-5-6-15,1-1 1 0,0-2 3 16,1 0 11-16,4 0 30 16,10-5 21-16,10-19-23 15,12-7-31-15,10-5-17 16,-1 0 0-16,1 4-10 16,-5 6 0-16,-6 2-2 15,-4 4-27-15,-11 6-120 16,-10 5-35-16,-13 5-175 15,-23-2-243-15</inkml:trace>
  <inkml:trace contextRef="#ctx0" brushRef="#br1" timeOffset="-42181.6">1695 3429 475 0,'0'0'531'16,"0"0"-464"-16,0 0-60 15,0 0 1-15,0 0 0 16,0 0-3-16,0 0 12 15,0 0 3-15,0 0 10 16,2 0-7-16,-1 0-15 16,1 0 1-16,-2 0-6 15,0 0-1-15,0 0 5 16,0 0-7-16,0 0-17 16,0 0-36-16,0 0-64 0,0 0-9 15,0 0-67-15,2 0-101 16</inkml:trace>
  <inkml:trace contextRef="#ctx0" brushRef="#br1" timeOffset="-41054.39">5525 4391 967 0,'0'0'120'0,"0"0"-120"16,0 0-22-16,0 0 22 15,0 0 18-15,0 0 12 16,0 0 3-16,0 0-10 0,0 0-23 16,0 2-3-16,0-1-142 15,0-1-131-15,0 0-341 16</inkml:trace>
  <inkml:trace contextRef="#ctx0" brushRef="#br1" timeOffset="-36930.87">10116 4903 53 0,'0'0'50'0,"0"0"-48"16,0 0 6-16,0 0-2 15,0 0 25-15,0 0 89 16,0 0-3-16,9 15-26 16,-5-17-80-16,0-4 3 15,-1 2-10-15,-1 1 0 16,-2 1 33-16,0 2 71 15,0-2-1-15,0 2-16 16,0 0-16-16,0-1-9 16,0 0 7-16,0-1-5 0,0-1-20 15,0-2-4-15,0 1-7 16,0-4-23-16,-5-1 24 16,-6 0-19-16,-2-1-6 15,-1 0 10-15,-4-3 6 16,-5 1-6-16,-3-1 3 15,-3-2-13-15,-1-1 9 16,1 0 6-16,3 0-10 16,-3 1 6-16,3 1-4 15,0 3 1-15,0 3-3 16,-1 3-17-16,3 3 10 16,1 2-4-16,0 0-2 15,0 0-1-15,-3 0-2 0,1 7 0 16,0 1 1-1,2 3-3-15,-1-2 4 0,-1 2-1 16,2 1-3-16,0 1 6 16,-3 3-3-16,3 4 0 15,-2 3 5-15,-2 2-3 16,5-2 3-16,0 1-4 16,1 3-1-16,1 2 3 15,0 2 0-15,0 4 1 16,3 1-3-16,2 5-1 15,-2-1 3-15,2 5-5 16,0 3 3-16,0 1 4 0,4 2-7 16,0-1 4-16,4 1 0 15,3-2-4-15,4-1 7 16,0 0-5-16,0-1 2 16,3-3-3-16,10-2-1 15,3-2 5-15,2 1-6 16,2-2 4-16,4-1-3 15,2 0 2-15,6-1 0 16,3-2-2-16,4-2 1 16,2 0 0-16,4-2 2 15,2-3-4-15,2 2 4 16,-1-5-2-16,4-4 1 16,-2-3-2-16,1-6 0 15,-2-3 1-15,3-2-1 16,2-3 3-16,2-3-1 0,5-1-2 15,1 0 0-15,-2-5-1 16,-1-8-2-16,-1-3 1 16,-2-4 0-16,3-1 2 15,-1-1-2-15,1-4 2 16,-2 0-1-16,-3 1 0 16,-6 0 1-16,-4 0-1 15,-6 3 0-15,-6-1 1 16,-4-1 1-16,-4-2-2 15,-3-1 0-15,-4-3 1 16,-2-3 1-16,0-4-2 16,-5-4 0-16,-2-5 1 0,-2 0 0 15,-6 0-1 1,0-1 0-16,0-1 0 0,-10-3 0 16,-9 0 0-16,-8-4-1 15,-9-4 0-15,-9-1 0 16,-9-3 1-16,-6-3 0 15,-9 4-2-15,-4 8 1 16,-1 8 0-16,0 11 1 16,3 8-1-16,3 8 1 15,7 10-4-15,2 5-16 16,7 4-3-16,7 16-32 16,7 25-50-16,7 28-110 15,3 10-87-15,2 5-348 16</inkml:trace>
  <inkml:trace contextRef="#ctx0" brushRef="#br1" timeOffset="-29654.94">4994 6692 94 0,'0'0'35'15,"0"0"-35"-15,0 0-81 0</inkml:trace>
  <inkml:trace contextRef="#ctx0" brushRef="#br1" timeOffset="-28215.67">8292 3289 745 0,'0'0'93'0,"0"0"-45"0,0 0-22 15,0 0 24-15,0 0 14 16,0 0 0-16,-8-7-19 15,8 7-16-15,0 0 5 16,0 0-17-16,0 0-5 16,0 0 1-16,0 2-12 15,0 14 19-15,-2 4 44 16,-1 4-32-16,-1-1-20 16,-1 1-1-16,2-1 1 15,-2-2 8-15,2-3-5 0,-1-3 0 16,2-3 3-16,1-5-9 15,1-2 7-15,0-3-9 16,0-2 5-16,0 0 5 16,0 0 4-16,0 0 4 15,0 0-4-15,13 0-14 16,11 0 11-16,9 0 7 16,7 0-8-16,6 0-4 15,5-2-13-15,9-5 4 16,13-2 2-16,12-1-6 15,8-2 5-15,4 0-5 16,0 3-1-16,-3-1 1 0,-2 3 0 16,-11 2 0-1,-10 1 0-15,-9 4 3 0,-10-2-4 16,-6 0 1-16,-2 1 0 16,-5-4 4-16,-3 2-3 15,-1-1-1-15,-5-2 0 16,-5 1 4-16,-6 2-5 15,-6 1 1-15,-6 1 0 16,-4 1 2-16,-1 0-2 16,0 0 0-16,-2 0 0 15,0 0 2-15,0-1 5 16,0 1 10-16,0-2 8 16,0 2-2-16,0-3-9 15,0-2 4-15,0-7-6 16,0-7-10-16,0-6-3 0,-7-6 1 15,0-2 0-15,-1 4-2 16,3 3 5-16,0 9-3 16,1 7 0-16,1 9-9 15,-2 1-55-15,-3 11-105 16,-6 21-141-16,-4 4-36 16</inkml:trace>
  <inkml:trace contextRef="#ctx0" brushRef="#br1" timeOffset="-25100.24">4953 3344 270 0,'0'0'0'16,"0"0"-4"-16,0 0-17 15,0 0 20-15,0 0 2 16,0 0 2-16,-27 0-3 15,26 0-5-15,-2 0-22 16,3 0 27-16,-2 0 2 0,1 0 94 16,1 0 50-1,-3 0 29-15,2 0-45 0,1 0-38 16,-2 0-19-16,2 0-11 16,0 0 2-16,0 0-17 15,0 0-5-15,0 0-5 16,-1 0-6-16,1 0 6 15,0 0-8-15,-2 0 6 16,2 0 6-16,0 0 1 16,0 0 2-16,0 0-6 15,0 0-14-15,0 0 8 16,0 0-6-16,0 0 0 16,0 0 5-16,0 0-7 15,0 0 1-15,0 0-8 0,0 0-12 16,0 0 3-16,5 0-8 15,9 0 0-15,15 0 9 16,27 3 0-16,24 8 2 16,31 3 11-16,27 4-13 15,21 6 5-15,16 4-8 16,14 3 3-16,0-4 10 16,-3-4-10-16,-12-5-8 15,-21-7 3-15,-19-5-2 16,-25-2 2-16,-29-4-4 15,-27 0 0-15,-22 0 0 16,-20 0 0-16,-5 1-5 16,-6 0-30-16,0 2-64 15,-7 1-220-15,-24-4-332 16</inkml:trace>
  <inkml:trace contextRef="#ctx0" brushRef="#br1" timeOffset="-23740.74">3168 6867 545 0,'0'0'152'15,"0"0"-76"-15,0 0-12 16,0 0 49-16,0 0 7 15,-57-80-3-15,55 69-2 16,2 1-31-16,0 5-7 16,0 5-25-16,0 0-27 15,0 0-25-15,22 15 0 0,17 12 0 16,14 13 14-16,8 2 12 16,5 2-10-16,-3-6-8 15,-7 0-7-15,-8-3 0 16,-11-2-2-16,-9-3 0 15,-6 0 0-15,-7-3 0 16,-4-3-61-16,-5-3-58 16,-2-4-31-16,-3-12-88 15,-1-5-161-15</inkml:trace>
  <inkml:trace contextRef="#ctx0" brushRef="#br1" timeOffset="-23449.53">3536 6632 1047 0,'0'0'142'16,"0"0"-95"-16,0 0-11 15,0 0 32-15,0 0 13 16,0 0-35-16,-45 60-17 15,28 8 41-15,-7 13-14 16,-7 7-27-16,-4 3-9 16,-9 0-15-16,-1-1-1 0,1-3-4 15,1 1-4 1,8 1-19-16,5-2-107 0,8-11-157 16,7-24-380-16</inkml:trace>
  <inkml:trace contextRef="#ctx0" brushRef="#br1" timeOffset="-19165.8">19467 1116 573 0,'0'0'108'16,"0"0"-60"-16,0 0 15 16,0 0 20-16,0 0 5 15,0 0 35-15,0 0-48 16,-42-61-54-16,42 61-21 15,0 0-11-15,16 8 11 16,8 13 16-16,4 6 4 16,1 4-6-16,-4 3 1 15,-3 0-7-15,-5-8 10 16,-4-6-17-16,-3-8 9 16,-3-5 1-16,-5-4-9 15,-1-3 17-15,2 0 5 16,4 0 36-16,13-22 55 0,17-24-28 15,15-15-75-15,8-9-12 16,-3 3 3-16,-7 9 5 16,-10 7-8-16,-8 11 1 15,-7 9-4-15,-10 13 3 16,-8 7-16-16,-6 7-50 16,-1 4-75-16,0 4-34 15,-13 20-188-15,-17 3 97 16,-10 0-46-16</inkml:trace>
  <inkml:trace contextRef="#ctx0" brushRef="#br1" timeOffset="-18862.79">19697 992 660 0,'0'0'175'0,"0"0"-118"0,0 0-57 15,0 0 5-15,0 0 37 16,0 0-17-16,2 16-11 15,17 6 42-15,-1 11-5 16,2 6 10-16,-5 3-17 16,-2-1-14-16,-3-6 1 15,-1-11-11-15,-1-4 5 16,-3-9 20-16,-1-6-9 16,1-5 14-16,0 0 12 15,11-16 27-15,15-22 4 16,17-22-80-16,21-20-10 15,7-9-3-15,8-9 4 0,-2 0-8 16,-7 13-38-16,-13 17-100 16,-9 23-54-16,-12 22-147 15,-16 19-289-15</inkml:trace>
  <inkml:trace contextRef="#ctx0" brushRef="#br1" timeOffset="-14785.16">24302 2226 570 0,'0'0'103'0,"0"0"-91"16,0 0 9-16,0 0 89 15,0 0-2-15,0 0-17 16,0 0-33-16,-5-5-31 16,5 5 8-16,0 0-26 15,0-2 7-15,0 2 9 16,0 0-18-16,0 0 16 16,2 0-2-16,-1 0-9 15,-1 0 17-15,2 0-14 16,-1 0 12-16,1-2 6 15,2 0-18-15,2 0 19 16,6-2-17-16,5-1-14 16,6-4 26-16,7-1-26 0,-1 3 5 15,-1 0-1-15,-6 2 1 16,-5 3-2-16,-4 0-6 16,-5 2 8-16,-3 0-18 15,-3 0 10-15,-2 0-7 16,0 0 4-16,2 2-10 15,1 9 11-15,2 6 2 16,2 10 0-16,0 5 3 16,-4 8 1-16,-2 6 1 15,1 5 13-15,-1 3-17 16,-1 6 15-16,0 5-7 16,3-1-9-16,-3-3 19 15,0-6-11-15,0-4-1 0,0-1-5 16,0-3 6-16,0-1 3 15,0-8-7-15,0-6 0 16,0-7-2-16,0-4 3 16,0-6-5-16,0-3 0 15,0-5 6-15,0 0-6 16,0-3 0-16,0 0 3 16,0 3-2-16,0-2 4 15,-3 0-5-15,3 0 1 16,0-1 7-16,0 1-3 15,0-3-5-15,0-1 3 0,0 1 2 16,-1-2-3 0,1 1-2-16,0-1 5 0,0 0 2 15,-2 0 1 1,1 0 0-16,-1 0-5 0,1 0 21 16,-3 0-22-16,-3 0 2 15,-10-1-4-15,-17-4-2 16,-25 3-69-16,-24 2-172 15,-30 0-284-15</inkml:trace>
  <inkml:trace contextRef="#ctx0" brushRef="#br1" timeOffset="-8409.51">21449 6572 137 0,'0'0'13'0,"32"78"-12"0,-13-37-1 16,4-2 5-16,3 0 5 16,3-3 12-16,5-2 13 15,3-2-4-15,3-1-18 16,0 0-9-16,-3-1-4 15,-5-1-82-15</inkml:trace>
  <inkml:trace contextRef="#ctx0" brushRef="#br1" timeOffset="-7517.09">23173 6749 1262 0,'0'0'89'0,"0"0"-74"15,0 0-15-15,0 0-34 16,0 0 30-16,0 0 4 16,0-35 23-16,0 35-7 0,0 0-1 15,0 0-4 1,0 0-10-16,0 0 3 0,0 0-2 16,0 0 14-16,0 0 20 15,0 0-7-15,0 0 4 16,0 0-3-16,0 0-11 15,0 0 11-15,0 0-12 16,0-2 2-16,0 2 7 16,0 0-15-16,0 0 4 15,0 0-6-15,0 0-9 16,0 0 3-16,0-1-4 16,0 1 0-16,0 0 0 0,0 0-1 15,0 0-16 1,0 0-19-16,0 0-35 15,0 0-41-15,0 1-73 0,-8 11-166 16,-14 0-70-16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1:38:30.69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9454 2641 753 0,'0'0'155'16,"0"0"-120"-16,0 0 31 15,3-91-14-15,13 67-4 0,0 2 23 16,9 1-37 0,2 6-10-16,1 4-11 0,-3 4-10 15,-5 5 4-15,-2 2-7 16,-8 0 2-16,-3 5-2 16,0 11-1-16,-5 11 1 15,-2 11 0-15,0 10 7 16,-16 10 19-16,-6 1-19 15,0 3 0-15,2-6-3 16,6-1-4-16,2-2 1 16,6-3 2-16,5 1-3 15,1-8 2-15,0-6-2 16,14-4 0-16,8-11 1 16,1-5 4-16,2-7 4 15,4-4-9-15,-2-4 5 0,-1-2-1 16,-2 0-3-1,-6 0 6-15,-5-6-3 0,-6-2-2 16,-3-1 4-16,-4 2-5 16,0-3 2-16,0 6-3 15,0 1 0-15,-9 3 0 16,-4 0-3-16,-3 12 4 16,-5 17-3-16,3 10 1 15,-1 11 1-15,4 7 1 16,10 7-1-16,5 2 0 15,0-1-2-15,4 0 5 16,11-1-2-16,-2-2-1 0,-3-6 2 16,-6-6-2-1,-4-13 0-15,0-6 0 0,0-11 1 16,-6-3 0 0,-7-6 11-16,-5-1 15 0,-7-5 18 15,-9-3-4-15,-3-2-21 16,-5 0-2-16,-1-13-1 15,3-7-7-15,3-2 0 16,4 1-10-16,8 2 0 16,5 6-1-16,7 5-70 15,7 6-107-15,6 2-238 16</inkml:trace>
  <inkml:trace contextRef="#ctx0" brushRef="#br1" timeOffset="11512.65">9121 3836 392 0,'0'0'41'0,"0"0"-37"16,0 0 8-16,0 0 100 15,0 0 107-15,0 0-62 16,0 0-9-16,-30-13-50 0,30 11-44 15,0 2-16-15,0 0-1 16,0 0-7-16,0 0-8 16,0 0-20-16,0 5-2 15,4 17 0-15,6 7 3 16,2 3 17-16,-5-7-11 16,0-5-9-16,-5-6 5 15,2-6-3-15,-4-3 15 16,0-4 15-16,1-1-11 15,1 0 3-15,1 0 16 16,0 0 6-16,7 0-3 0,10-16-10 16,9-13-5-16,7-10-11 15,6-6-13-15,-3 4 5 16,-4 7-8-16,-3 5 2 16,-5 7-4-16,-9 5 1 15,-5 8-10-15,-6 5-27 16,-7 4-48-16,0 0-51 15,0 0-55-15,-15 11 0 16,-7 8 35-16,-5-1-95 16,-1-4-7-16,3-4-132 15,2-6 373-15,1-1 17 16,5-3 176-16,2 0-6 16,5 0-48-16,1 0-9 15,6 0 38-15,2 0 8 16,1 0-38-16,0 0-1 0,0 0-43 15,0 0-36 1,0 0-17-16,0 0-14 0,0 9-9 16,0 14 4-16,4 7 30 15,3 4 6-15,0-2-11 16,-2-5-6-16,-2-8 14 16,1-8-3-16,-2-5-3 15,1-6 1-15,0 0 7 16,2 0 14-16,8-13-9 15,13-25-11-15,10-15-13 16,15-10-19-16,4 0 0 16,2 7-2-16,-1 7-2 0,-5 11-23 15,-8 15-96 1,-10 15-144-16,-14 8-228 0</inkml:trace>
  <inkml:trace contextRef="#ctx0" brushRef="#br1" timeOffset="12865.33">6341 2718 674 0,'0'0'150'15,"0"0"-83"-15,0 0-11 16,0 0 2-16,0 0 8 16,0 0-21-16,0 0-21 15,-5-20-24-15,5 25-10 0,0 11 10 16,0 5 9-16,2 0 13 15,4-1-11-15,-1-3-2 16,0-5 0-16,-1-1 3 16,-1-3 10-16,-1-3-2 15,-1-4 0-15,3-1 10 16,2 0 4-16,8 0 11 16,11-18 26-16,8-8-28 15,12-10-15-15,7-6-7 16,3-5-18-16,2 2 1 15,-4 4-3-15,-4 8-1 16,-12 11-14-16,-8 10-120 16,-15 9-40-16,-10 3-92 0,-4 4-152 15</inkml:trace>
  <inkml:trace contextRef="#ctx0" brushRef="#br1" timeOffset="13226.23">6575 2583 940 0,'0'0'140'16,"0"0"-117"-16,0 0-1 16,0 0 4-16,0 0-2 15,0 0-24-15,-8 28 10 16,13 11 11-16,1 9 7 0,1-5-18 15,-2-8-1-15,0-10 2 16,-3-12 16-16,-2-8 8 16,0-5 10-16,0 0 22 15,1 0-10-15,2 0-7 16,1 0 2-16,3-2-13 16,10-17-3-16,11-9-6 15,13-12-22-15,11-11-3 16,9-1-5-16,4-5 0 15,2 6-1-15,-5 10-30 16,-9 14-103-16,-14 15-110 16,-17 11-164-16</inkml:trace>
  <inkml:trace contextRef="#ctx0" brushRef="#br1" timeOffset="35208.93">11829 1934 461 0,'0'0'534'15,"0"0"-483"-15,0 0-40 0,0 0 37 16,0 0 44-1,0 0-14-15,0 0-27 0,-17-29-44 16,17 29-7 0,0 23-15-16,0 16 15 0,0 13 5 15,0 6 8-15,0 2 3 16,-2-5-11-16,0-3 2 16,2-5-4-16,-2-1 1 15,2-5 0-15,-3-6-3 16,2-6-1-16,-1-8-3 15,2-6-96-15,0-12-135 16,0-3-207-16</inkml:trace>
  <inkml:trace contextRef="#ctx0" brushRef="#br1" timeOffset="35518.81">11805 1955 953 0,'0'0'243'16,"0"0"-210"-16,-5-78 31 16,18 52-17-16,15 4-6 15,11 6 23-15,3 9-43 16,0 7-5-16,-4 0-16 16,-8 7 3-16,-8 13-5 15,-11 4 4-15,-7 5 5 16,-4 1-1-16,-4 2 3 0,-18-1 14 15,-5 0-15 1,-7-5 1-16,-1-2-7 0,1-2 3 16,6-3-5-16,7-4-9 15,7-1-193-15,9-4-28 16,5-3-106-16,0-5-79 16</inkml:trace>
  <inkml:trace contextRef="#ctx0" brushRef="#br1" timeOffset="36570.35">12353 2138 738 0,'0'0'318'15,"0"0"-267"-15,0 0-38 16,0 0 50-16,0 0 22 16,0 0-6-16,5-6-12 0,-3 6-35 15,-1 0-10-15,4-1-5 16,5 1 1-16,7-3 8 16,5-2 12-16,3 1-15 15,2-2-9-15,-2-1-5 16,-4 5-5-16,-6-1 3 15,-1 2-7-15,-8 1 0 16,1-3 0-16,0 3-1 16,-2 0 1-16,-2 0 2 15,-1 0 2-15,-2-2-1 16,0 2 1-16,0 0-2 16,0 0-2-16,0 0-7 15,0 0-7-15,0-2-77 16,0-5-108-16,0-2-119 15,0-2-385-15</inkml:trace>
  <inkml:trace contextRef="#ctx0" brushRef="#br1" timeOffset="37459.37">13002 2063 1034 0,'0'0'136'16,"0"0"-114"-16,0 0-10 16,0 0 41-16,0 0 43 15,0 0-11-15,44-82-53 0,-44 73-19 16,0 0-8-16,-12 3 3 16,-5 1-4-16,-3 5-4 15,-5 0 5-15,-2 21 0 16,-4 10-5-16,5 9-1 15,3 4 0-15,7-4 1 16,10-6-1-16,6-5-3 16,0-9 4-16,3-3-2 15,14-9-2-15,1-2 0 16,2-6 4-16,-1 0 3 16,3-1 16-16,-2-16-13 15,0-7-1-15,0-6 3 16,-5-5-7-16,-4-3-1 15,-7 4 2-15,-4 6-2 0,0 5 0 16,0 12 0-16,0 4-1 16,0 7 1-16,0 0-10 15,0 16-15-15,0 15 20 16,0 8 5-16,8-2 5 16,12-3-5-16,10-10-4 15,5-10-5-15,6-6 9 16,1-8-2-16,-1 0 4 15,-3-13-4-15,-6-9-8 16,-5-3-6-16,-9-8 16 16,-4-2 1-16,-6-6 1 0,-3-2-1 15,-5-2-1 1,0 1-2-16,0 10 2 0,0 13-2 16,0 13 2-16,-1 8-5 15,-3 14-20-15,-2 20 13 16,0 13 12-16,0 4 5 15,1-2-4-15,3-6-2 16,2-9 4-16,0-8-4 16,0-8 1-16,0-9 0 15,0-6 0-15,0-2 1 16,0-1 0-16,0-3 14 16,13-18 8-16,7-7-4 15,8-1-19-15,1 2-1 16,5 9-9-16,1 7 5 15,2 5-7-15,1 6 8 0,-4 0-1 16,-6 14 2 0,-6 4 3-16,-9 0-3 0,-8 1 3 15,-5 3 12-15,-2-4 11 16,-18-2 30-16,-5-1-3 16,-2-4-11-16,1-3-19 15,0-1-9-15,2-3-8 16,3-2-3-16,7-1 0 15,5-1-72-15,9 0-211 16,0-1-229-16</inkml:trace>
  <inkml:trace contextRef="#ctx0" brushRef="#br1" timeOffset="37625.86">13883 2050 538 0,'0'0'873'16,"0"0"-873"-16,0 0-1 16,0 0-19-16,0 0-12 15,0 0-158-15,2-8-307 16</inkml:trace>
  <inkml:trace contextRef="#ctx0" brushRef="#br1" timeOffset="37801.69">14012 2191 1189 0,'0'0'105'0,"0"0"-99"15,0 0-6-15,-68 102 12 16,55-72 15-16,5 0-18 16,3-1-9-16,5-5-19 15,0-10-228-15,0-12-322 16</inkml:trace>
  <inkml:trace contextRef="#ctx0" brushRef="#br1" timeOffset="38684.49">14988 1901 865 0,'0'0'70'16,"0"0"-30"-16,0 0 71 15,0 0-19-15,0-77 2 16,-4 62-12-16,-6 3-53 16,-1 3 12-16,-7 1-12 15,-5 4-10-15,-5 3-11 16,-3 1-4-16,-1 0-4 0,-2 16 2 15,4 6-1-15,4 2-1 16,6 2 0-16,6-2 0 16,8-3-4-16,6-1 0 15,0 0 0-15,14-4-2 16,15 1 6-16,9-1 6 16,8-3-1-16,3 2-3 15,2-1 3-15,-6 0-2 16,-8-1-3-16,-12 1 1 15,-12-1-1-15,-10 0-6 16,-3 4 6-16,-8 1 3 16,-22 5 19-16,-15-2 24 15,-10 0 0-15,-5-3-22 16,1-4-18-16,9-7 1 0,8-3-6 16,10-4 0-16,14 0-1 15,11-8-66-15,7-18-127 16,18-7-344-16</inkml:trace>
  <inkml:trace contextRef="#ctx0" brushRef="#br1" timeOffset="38849.97">15178 1916 1359 0,'0'0'122'0,"0"0"-122"15,0 0-33-15,0 0 22 0,0 0-8 16,0 0-196-16,46-11-240 16</inkml:trace>
  <inkml:trace contextRef="#ctx0" brushRef="#br1" timeOffset="38988.31">15227 2077 1263 0,'0'0'30'16,"0"0"-30"-16,0 0-41 16,0 0 39-16,0 0-109 15,0 0-375-15</inkml:trace>
  <inkml:trace contextRef="#ctx0" brushRef="#br1" timeOffset="39470.19">15757 1949 1193 0,'0'0'100'15,"0"0"-93"-15,0 0 3 16,0 0 73-16,4-81 18 15,-4 67-61-15,-9 4-40 0,-9 2 0 16,-6 5 7-16,-4 3-1 16,-6 0-5-16,-1 20 1 15,-2 10-2-15,4 6-1 16,5 2 0-16,8 3-1 16,10-6 1-16,10-6 1 15,0-7-6-15,4-6 4 16,15-8-4-16,3-5 6 15,5-3 9-15,-1 0-6 16,0-14-3-16,2-10-4 16,-4-5-11-16,0-5 6 0,-2 1-7 15,-6 5 16 1,-4 8 5-16,-5 10-5 16,-5 5 0-16,-1 5-1 0,2 0-7 15,3 17-31-15,4 9 31 16,3 5 7-16,4-2-2 15,5-4-118-15,3-5-85 16,-2-7-98-16,-1-7-115 16</inkml:trace>
  <inkml:trace contextRef="#ctx0" brushRef="#br1" timeOffset="39612.24">15971 2045 875 0,'0'0'330'15,"0"0"-285"-15,0 0-43 16,0 0 17-16,0 0 48 15,117-9-16-15,-67 6-40 0,0 0-10 16,-7-1-1-16,-5 1-81 16,-10-1-109-16,-11-3-202 15</inkml:trace>
  <inkml:trace contextRef="#ctx0" brushRef="#br1" timeOffset="39802.71">16175 1877 913 0,'0'0'311'0,"0"0"-311"16,0 0-5-1,0 0 5-15,-16 95 27 0,12-49 2 16,2 2-21 0,1-1-6-16,1-6-2 0,0-7-1 15,0-9-201-15,0-12-172 16</inkml:trace>
  <inkml:trace contextRef="#ctx0" brushRef="#br1" timeOffset="40237.69">16377 1803 1139 0,'0'0'112'0,"0"0"-107"15,0 0-5 1,-1 104 5-16,-2-59 5 0,3 0 16 16,0-3-12-16,0-6-12 15,0-8 1-15,0-11 0 16,0-7-2-16,0-8 1 16,0-2-1-16,0 0 9 15,0-1 5-15,4-19 40 16,11-7-44-16,5-2-8 15,3 1-3-15,5 5-13 16,-2 7 10-16,4 5 1 16,-1 7 2-16,0 4-10 0,-2 0 5 15,-2 15 1 1,-6 4 2-16,-7 2 0 0,-9 1 0 16,-3-1 2-16,-3-2 28 15,-21-3 28-15,-8 0 2 16,-2-4-2-16,-4-6-24 15,5-3-19-15,1-3-12 16,3 0-1-16,-3-3-22 16,0-17-211-16,0-12-288 15</inkml:trace>
  <inkml:trace contextRef="#ctx0" brushRef="#br1" timeOffset="43517.23">3481 5162 286 0,'0'0'517'0,"0"0"-468"0,0 0-37 16,0 0 82-16,0 0 54 15,0 0-60-15,0 0-43 16,30-58 9-16,-22 42 13 16,0-3-17-16,-1 0-5 15,-2 0-10-15,-2 2-7 16,-3 0 4-16,0-1-2 16,0 1-14-16,0 3 8 15,-9 3-4-15,-5 2-16 16,0 3 6-16,1 5-1 0,-4 1-9 15,1 0-3-15,-7 19 3 16,-3 18 5-16,3 17-5 16,1 8-6-16,3 7 5 15,13-8 0-15,6-6 0 16,0-14-1-16,3-8-4 16,14-7 0-16,0-10 1 15,3-1 1-15,2-8 2 16,1-7 0-16,0 0 2 15,3-2 0-15,0-20-3 16,-3-7 2-16,-1-7-3 16,-5-4 1-16,-4 0 3 15,-6-1 1-15,-5 2 1 0,-2 5 1 16,0 5-1-16,0 9 11 16,0 9-7-16,0 6 5 15,0 5 9-15,0 0-20 16,0 9-19-16,0 18 15 15,0 11 4-15,0 6 4 16,1-1-4-16,10-6-1 16,0-1-2-16,6-4-3 15,3-6-121-15,4-5-133 16,0-10-109-16,4-11-85 16</inkml:trace>
  <inkml:trace contextRef="#ctx0" brushRef="#br1" timeOffset="44251.35">3834 5276 1055 0,'0'0'93'15,"0"0"-92"-15,0 0 34 16,0 0 16-16,0 0-29 16,0 0-16-16,78-15 2 15,-56 9 1-15,-4-4 6 16,-2-2 2-16,2-1-3 15,-8-5 6-15,-3-2 12 0,-4 0 23 16,-3-2 1 0,0-3-14-16,-3-2-6 0,-8-3-25 15,-6-2 7-15,0-1-4 16,1 1-4-16,-1 4 13 16,2 3-11-16,4 7-5 15,2 5 11-15,4 6-8 16,2 2-2-16,3 5 6 15,0 0-2-15,0 0-12 16,0 0-3-16,0 6-6 16,0 18-2-16,0 14 11 15,5 10 0-15,1 8 0 16,1 2 4-16,-1 0-4 16,0-3 0-16,-3-8 0 15,-1-4 0-15,1-8 0 0,-3-12 1 16,0-4-1-16,0-10 1 15,0-3 1-15,0-4-1 16,0-2 1-16,0 0 3 16,0 0 1-16,0-10 2 15,0-9-6-15,0-7-2 16,0-1-2-16,4 3 1 16,7 3-8-16,8 3 7 15,4 3 1-15,7 4-4 16,2 2 5-16,3 9 0 15,-3 0-7-15,-2 3 6 16,-4 18-6-16,-2 7 1 16,-7 2 1-16,-7 0 5 15,-7-2 2-15,-3-4 1 0,0-2-2 16,-3-6 0-16,-14-3 0 16,-10 2-1-16,-4-7 11 15,-4 0-1-15,-3-6-4 16,7-2-3-16,6 0-1 15,6 0 2-15,8-5-4 16,9-1 0-16,2 0-7 16,10-3-77-16,25 0-161 15,10-2-129-15,5 2-27 16</inkml:trace>
  <inkml:trace contextRef="#ctx0" brushRef="#br1" timeOffset="44574.29">4427 5319 1111 0,'0'0'237'16,"0"0"-223"-16,0 0 19 0,0 0 62 15,0 0-73-15,0 0-2 16,101-3-3-16,-57 3-6 16,3 0-8-16,-5 0-2 15,-2 0-1-15,-5 0-53 16,-7 2-176-16,-8-2-152 15,-4 0-285-15</inkml:trace>
  <inkml:trace contextRef="#ctx0" brushRef="#br1" timeOffset="45182.87">5176 5211 692 0,'0'0'255'0,"0"0"-235"16,0 0 27-16,0 0 117 15,0 0-69-15,0 0-48 16,16-92 6-16,-16 74 22 16,0 1-26-16,-3 0-6 15,-12 1-27-15,-3 6 12 0,-1 0-12 16,-1 8-8-16,0 2 2 16,0 0-7-16,-2 17-3 15,-1 17-3-15,-1 14-1 16,3 12 2-16,6 2 1 15,5-5 0-15,8-8 0 16,2-7 1-16,0-15-4 16,12-9 3-16,4-8-4 15,8-10 5-15,4 0 5 16,4-13 5-16,1-15-6 16,-2-4-4-16,-7-5 1 15,-3-4 1-15,-8-3-2 16,-5-3 0-16,-2 5 3 0,-6 9-2 15,0 10 4 1,0 12-3-16,0 10 0 0,0 1-2 16,0 7-13-16,1 19-1 15,6 7 14-15,3 5 3 16,1-2 1-16,5-4-4 16,0-5 0-16,1-3-3 15,3-5-187-15,-3-6-136 16,0-4-189-16</inkml:trace>
  <inkml:trace contextRef="#ctx0" brushRef="#br1" timeOffset="45375.24">5482 5302 1177 0,'0'0'75'15,"0"0"-55"-15,0 0-19 16,88-6 49-16,-45 5-23 15,5-1-22-15,0-4-4 16,1 2-1-16,-3-3-7 16,2-1-127-16,-4-1-120 15,-2-5-119-15,-8 0-39 16</inkml:trace>
  <inkml:trace contextRef="#ctx0" brushRef="#br1" timeOffset="45833.28">5998 4984 594 0,'0'0'201'0,"0"0"-75"16,0 0 44-16,0 0-29 16,0 0-69-16,0 0-72 15,-25-16-2-15,27 50 2 16,8 12 25-16,0 5-6 16,-1-3-13-16,-3-2 4 15,-1-8 4-15,0-8-5 16,-4-9-4-16,-1-9 2 15,0-6-7-15,0-4 2 16,3-2 1-16,-2 0 9 16,-1 0 64-16,3-20-11 15,3-6-60-15,2-2-4 0,5-2-2 16,5 6-20-16,4 4-21 16,4 5 14-16,-2 6 1 15,5 9 9-15,-2 0 13 16,0 6 0-16,-3 15 0 15,-3 4 4-15,-5 2-5 16,-4-1 5-16,-7-2-1 16,-5-5-1-16,0-1 3 15,-5-3 17-15,-17 1 48 16,-12-3-3-16,-4 1-11 16,-2-5-22-16,1-3-6 0,4-2-12 15,5-2-7 1,4-2-4-16,3 0-11 0,9 0-156 15,6 0-255-15</inkml:trace>
  <inkml:trace contextRef="#ctx0" brushRef="#br1" timeOffset="46533.02">6743 5155 14 0,'0'0'746'16,"0"0"-689"-16,0 0-48 16,0 0 114-16,0 0 70 15,0 0-78-15,0 0-42 16,-29 3-27-16,37-3-14 15,16 0-10-15,11 0 43 16,8 0-8-16,9 0-34 16,2-4-16-16,1-3-6 0,-2 2 1 15,-4 2-2 1,-6 1-69-16,-8 1-192 0,-10-2-157 16,-18 0-346-16</inkml:trace>
  <inkml:trace contextRef="#ctx0" brushRef="#br1" timeOffset="46760.13">6966 4994 908 0,'0'0'273'0,"0"0"-260"0,0 0-12 15,0 0 17-15,0 0 9 16,0 0-12-16,-6 94 39 15,6-49-27-15,0 0-21 16,0-2 1-16,1 0-5 16,1-3-2-16,6-4 0 15,2-4-105-15,5-8-192 16,2-11-207-16</inkml:trace>
  <inkml:trace contextRef="#ctx0" brushRef="#br1" timeOffset="47533.06">7647 5067 725 0,'0'0'426'16,"0"0"-393"-16,0 0-7 15,0 0 80-15,0 0 11 16,0 0-63-16,-35-56-31 16,16 56-6-16,-6 3 6 15,-3 14 2-15,-1 8 3 16,6 3-3-16,4 1-1 16,9 1-9-16,7 1 3 15,3-3-9-15,0 1-7 0,20-2 0 16,5-3-2-16,8-4-1 15,8-7 0-15,9-7-3 16,8-6 3-16,8 0-37 16,4-2-51-16,-3-13-81 15,-1-3 2-15,-3-2-56 16,-12-1-28-16,-9 0 61 16,-14 2 121-16,-8 0 70 15,-9 0 20-15,-10 5 74 16,-1 1 109-16,0 3 9 15,-8-1-38-15,-7 4-122 0,-1 3 0 16,-3 0-9 0,0 4 20-16,1 4-27 0,0 16-21 15,-1 12-7-15,6 7 18 16,5 3-6-16,6 2-1 16,2-5-6-16,3-7-11 15,17-8 0-15,7-10-2 16,3-10 10-16,3-4 3 15,1-9-11-15,-4-15 3 16,-3-7-5-16,-7-3-10 16,-5-7-1-16,-7-6 1 15,-6-8 4-15,-2-5 6 16,-2-6 1-16,-18 4-1 16,-3 8 1-16,-4 13 2 0,5 16 15 15,6 13 35 1,6 12-16-16,0 0-23 0,1 24-14 15,6 14-1-15,3 12 1 16,0 4 1-16,0 1 1 16,12-5-2-16,4-7-2 15,3-4-3-15,2-8-7 16,1-5-102-16,0-7-131 16,-1-9-121-16,-2-8-260 15</inkml:trace>
  <inkml:trace contextRef="#ctx0" brushRef="#br1" timeOffset="47767.12">8481 5218 1283 0,'0'0'194'0,"0"0"-188"15,0 0 2-15,0 0 44 16,0 0-28-16,99-7-4 16,-44 7-14-16,-3 1-6 15,-6 4-4-15,-2-2-126 16,-5-3-97-16,-6 0-208 16</inkml:trace>
  <inkml:trace contextRef="#ctx0" brushRef="#br1" timeOffset="48216.2">9248 4959 909 0,'0'0'119'15,"0"0"-88"-15,0 0 102 16,0 0-28-16,0 0-19 16,0 0-30-16,-27-31-6 15,6 28-26-15,-6 3-3 16,-6 0 2-16,-4 11 8 15,0 14-5-15,1 7 0 16,0 6-13-16,8 2 9 16,6-1-11-16,11-4-4 15,8-6 4-15,3-5-7 16,3-5-3-16,16-3-1 16,10 0 3-16,6-7 0 0,8-3-3 15,8-4 1 1,2-2-5-16,4 0-39 0,0 0-91 15,-3-5-86-15,-8-7-149 16,-9-2-349-16</inkml:trace>
  <inkml:trace contextRef="#ctx0" brushRef="#br1" timeOffset="48387.25">9459 5166 395 0,'0'0'758'16,"0"0"-704"-16,0 0-11 15,0 0 33-15,0 0-52 16,0 0-10-16,104-11-8 0,-64 11-6 16,2 3 0-1,1 1-53-15,4-4-157 0,-2 0-118 16,-3 0-104-16</inkml:trace>
  <inkml:trace contextRef="#ctx0" brushRef="#br1" timeOffset="48899.14">10131 5037 520 0,'0'0'358'0,"0"0"-330"0,0 0 58 16,0 0 39-16,0 0-27 15,0 0-29-15,-25-62-53 16,8 49 19-16,-5 8 19 15,-4 5-6-15,0 0-18 16,-1 9 3-16,1 18-9 16,7 4-12-16,1 4 6 15,10 1-11-15,5-3 0 16,3-3 3-16,0-4-4 16,13-6-6-16,9-9 0 15,5-9 0-15,3-2 12 16,0-2-3-16,-2-18-6 15,-1-4 1-15,-9-5-4 0,-2-1-4 16,-8-4 2 0,-5-3-2-16,-3-5 4 0,0-4 0 15,-2-2 0-15,-13-1 0 16,-5 5 1-16,2 10 0 16,3 10 4-16,5 12 1 15,4 11 25-15,2 1 5 16,1 2-36-16,1 23-9 15,2 12 7-15,0 8 2 16,0 3-3-16,3 0 2 16,10-6 1-16,6-4-4 15,1-8-5-15,6-9-32 16,3-6-153-16,0-10-107 16,-3-5-336-16</inkml:trace>
  <inkml:trace contextRef="#ctx0" brushRef="#br1" timeOffset="49076.27">10623 4899 1047 0,'0'0'428'0,"0"0"-428"15,0 0-4-15,105-26 4 16,-61 26 0-16,-1 0-2 15,-7 0-207-15,-14 0-200 16</inkml:trace>
  <inkml:trace contextRef="#ctx0" brushRef="#br1" timeOffset="49234.22">10636 5097 572 0,'0'0'806'0,"0"0"-806"15,0 0-26-15,0 0 26 16,112-15 0-16,-60 6-90 16,-1-2-253-16,-5-3-240 15</inkml:trace>
  <inkml:trace contextRef="#ctx0" brushRef="#br1" timeOffset="49900.93">11343 4761 952 0,'0'0'103'0,"0"0"-20"16,0 0 10-16,0 0-6 16,0 0-14-16,0 0-35 15,94-72-19-15,-61 69-9 16,-1 3 2-16,-3 0-8 15,-6 6-4-15,-7 11-5 16,-9 5 0-16,-7 4 5 16,0 2 9-16,-20 4-5 15,-10 0 9-15,-5-4-7 0,0-4 2 16,8-7-2 0,5-7-2-16,11-5 1 0,6-5 0 15,5 0 0 1,0 0 4-16,0 0-5 0,3 0 5 15,16-8-9-15,4 1-2 16,7 2 1-16,0 5-1 16,-3 0-4-16,-1 0-13 15,-2 15 7-15,-4 6 9 16,-6 5-6-16,-7 2 7 16,-4 3 2-16,-3-1 0 15,-3-3 5-15,-13-3 3 16,-6-5 21-16,-1-4 3 15,-4-2 24-15,-6-4-10 16,-4-1-22-16,-5-1-14 0,4-6-4 16,6-1-4-1,5 0-2-15,7 0-3 0,2-5-99 16,1-2-214-16,0-1-396 16</inkml:trace>
  <inkml:trace contextRef="#ctx0" brushRef="#br1" timeOffset="53133.83">3663 5653 114 0,'0'0'84'15,"0"0"-84"-15,0 0-7 16,0 0-4-16,0 0 7 15,0 0 4-15,-9 28 0 0,9-28 5 16,0 0 18 0,0 0 78-16,0 0-11 0,0 0-7 15,0 0-7-15,0 0-36 16,0 0-19-16,0 0-13 16,0 0-2-16,0 0 18 15,0 0 10-15,5 0 25 16,4 0-17-16,1 2-17 15,0 1-17-15,0 1 1 16,-2-4-4-16,2 4-1 16,1-3 2-16,-1 1-3 15,-1-2 3-15,1 0 0 16,-1 1 7-16,-1-1-2 16,2 0-5-16,3 0 1 0,0 0 2 15,6 0-4-15,1 0 2 16,4 0-1-16,0 0 2 15,4 0-1-15,-4 0-5 16,5 0 6-16,-3 0 5 16,3 0 5-16,1 0-3 15,2-3-3-15,1-2-2 16,2 3 6-16,3-1-3 16,-2 1-3-16,1 2-5 15,-2 0 0-15,-3 0-1 16,-2 0-4-16,0 0 1 15,1 0 4-15,1 0-2 16,0 0 1-16,-2 0-1 16,-1 0-2-16,-6 0 0 15,1 0-1-15,0 3 0 0,4 1 0 16,0-4 0-16,-3 0 0 16,-2 0 0-16,1 0 1 15,-4 0 0-15,1 0-1 16,0 0 1-16,-1 0-1 15,1 0 2-15,1 0-2 16,0 0 2-16,0 0-1 16,-4 0 2-16,-1 0-3 15,-4-5 0-15,-3 3 1 16,-3 0 0-16,-4 2 1 16,1-4 10-16,-3 1 42 15,1-3 5-15,-2 0-14 0,1-2-6 16,1 0-12-16,2-1-20 15,-3 4 1-15,1-3-7 16,-2 4 1-16,1-2-2 16,-1 2-7-16,0-3-47 15,0 2-105-15,0-3-161 16,0 1-214-16</inkml:trace>
  <inkml:trace contextRef="#ctx0" brushRef="#br1" timeOffset="54114.92">3417 6313 304 0,'0'0'192'16,"0"0"-92"-16,0 0 27 15,0 0-26-15,0 0 10 16,0 0-29-16,0-33-12 16,0 26-1-16,0-2 2 15,0-5-32-15,0 1-1 16,0-6-3-16,0 1-14 0,-5 1 3 16,-3 0 0-16,-5 3-13 15,-1 4 4-15,-3 3 5 16,-5 5-14-16,-3 2-6 15,-5 3 0-15,-2 23 0 16,0 14-1-16,4 16-8 16,1 10 7-16,7 6-2 15,8-1 4-15,8-7-3 16,4-10 2-16,3-11-12 16,16-13 7-16,2-9 2 15,1-10 2-15,0-9 4 16,-1-2 8-16,3-2 3 15,-1-24-3-15,-3-9 0 16,0-6-7-16,-5-2 1 16,-5-1-4-16,-6 2 5 0,-3 1-2 15,-1 4 2-15,0 10-2 16,0 10 4-16,0 11 4 16,0 5-3-16,0 1-8 15,0 4-21-15,0 19 5 16,0 13 16-16,2 5 1 15,7 1 0-15,4-4-1 16,7-1-106-16,5-7-69 16,3-10-167-16,4-9-352 15</inkml:trace>
  <inkml:trace contextRef="#ctx0" brushRef="#br1" timeOffset="54414.83">3721 6156 931 0,'0'0'254'0,"0"0"-231"16,0 0-16-16,0 0 75 16,0 0 29-16,-85-13-97 15,80 37-14-15,-3 17-1 16,-1 15 1-16,1 5 6 15,1 7 6-15,3-3 11 16,4-2 0-16,0-6-13 0,4-3-3 16,14-3-4-1,5-10-3-15,3-6-3 0,4-8-11 16,4-10-132-16,6-9-51 16,-1-8-164-16,2-5-380 15</inkml:trace>
  <inkml:trace contextRef="#ctx0" brushRef="#br1" timeOffset="54884.31">3970 6313 1078 0,'0'0'65'0,"0"0"-65"15,0 0 0-15,-8 85 21 16,8-45-1-16,3-2 0 15,6-2-7-15,-4-6-8 16,-4-5-3-16,-1-2 7 16,0-8-4-16,0-6 1 15,0-4 3-15,0-5-3 16,0 0 14-16,0 0 27 16,0 0 8-16,-3-11-15 15,1-5-34-15,2-1 3 16,0-3-9-16,11-1-16 15,12 1 16-15,6 0 1 0,4 3-1 16,2 8-6 0,-3 5 1-16,-4 4 1 0,-3 0 2 15,-9 7-9-15,-3 10 10 16,-9 4-7-16,-4 1 8 16,0-1 5-16,0 1 4 15,-13-3 0-15,-7 0 6 16,-5-2 13-16,-3-1 9 15,-1-2-9-15,2-3-14 16,7-4-7-16,3-1-6 16,10-1 0-16,4-3-1 15,3-2-94-15,4 0-136 16,19-2-280-16</inkml:trace>
  <inkml:trace contextRef="#ctx0" brushRef="#br1" timeOffset="55063.92">4318 6587 992 0,'0'0'248'15,"0"0"-248"-15,0 0-15 16,0 0 15-16,86 1 19 16,-43 6-12-16,5-3-7 15,2 1 0-15,1-5-56 16,-3 0-223-16,-6 0-156 15</inkml:trace>
  <inkml:trace contextRef="#ctx0" brushRef="#br1" timeOffset="55282.65">4783 6389 570 0,'0'0'391'0,"0"0"-330"16,0 0-55-16,0 0-3 15,0 0 5-15,0 0 60 16,8 73-14-16,-3-38-37 16,0-1-11-16,-3 2-1 15,0-2-4-15,1-5 0 16,1-3-2-16,-3-6-151 16,2-8-134-16,0-9-268 0</inkml:trace>
  <inkml:trace contextRef="#ctx0" brushRef="#br1" timeOffset="55565.87">4898 6296 975 0,'0'0'23'16,"0"0"-19"-16,0 0 9 15,86 7 45-15,-56 20 12 0,-2 6-25 16,-5 3-14 0,-9 5 18-16,-8-2-25 0,-6 0 38 15,0-2-23 1,0 0-21-16,-4-6-10 0,-10 0 5 16,0-5-12-16,3-5 1 15,1-1-2-15,1-5-181 16,5-7-160-16,-1-6-467 15</inkml:trace>
  <inkml:trace contextRef="#ctx0" brushRef="#br1" timeOffset="56797.77">5308 6521 636 0,'0'0'140'0,"0"0"-68"15,0 0 49-15,0 0 48 16,0 0-54-16,0 0-51 15,-2-3-32-15,2 2-8 16,0 1-1-16,9-3-8 16,10 3-5-16,7-2 1 15,6-3-8-15,-1 4 1 16,3 0-4-16,-2-1-1 0,-2 2-42 16,-4 0-144-16,-3 0-82 15,-5 0-96-15</inkml:trace>
  <inkml:trace contextRef="#ctx0" brushRef="#br1" timeOffset="57231.12">5758 6186 434 0,'0'0'324'15,"0"0"-251"-15,0 0-39 16,0 0 105-16,0 0-13 15,0 0-42-15,0-11-51 16,-2 11-21-16,-3 0-1 16,-5 12-2-16,0 14 3 15,-4 10 22-15,3 11-21 16,1 5 12-16,3 5 27 16,5 2-37-16,2-1-6 0,0 1 0 15,12-6-6-15,5-7-2 16,1-5-1-16,0-10-2 15,1-7-14-15,3-10-102 16,2-6-55-16,4-8-144 16,0-2-131-16</inkml:trace>
  <inkml:trace contextRef="#ctx0" brushRef="#br1" timeOffset="57780.35">5973 6320 970 0,'0'0'39'0,"0"0"-39"0,0 0-4 16,0 0 4-16,0 0 40 16,0 0 11-16,45 112-15 15,-38-77-14-15,-2-1 18 16,-5-1-12-16,0-7-17 15,0-1-7-15,0-6 1 16,-6-4-1-16,0-5 0 16,3-3 0-16,3-5-4 15,0-1 2-15,-1-1 1 16,1 0-3-16,0 0 6 16,0 0 1-16,0-13 51 0,1-5-53 15,8-5-2-15,2 2-3 16,3 5 0-16,0-1 0 15,2 3-10-15,4 2 9 16,2 1-11-16,-1 0 9 16,6 5-3-16,-4 5 2 15,3 1 4-15,-5 0-2 16,-6 12 2-16,-3 7-6 16,-9 5 6-16,-3 3 3 15,0-1-2-15,0 0 5 16,-6-6-1-16,-10-1-2 15,0-4 5-15,-4-5 3 16,-1-1-4-16,3-2-2 0,2-5-4 16,-2 0 3-16,5-2-4 15,0 0-17-15,3-4-125 16,8-10-115-16,2 0-176 16</inkml:trace>
  <inkml:trace contextRef="#ctx0" brushRef="#br1" timeOffset="57974.04">6391 6536 925 0,'0'0'84'0,"0"0"-62"0,0 0-15 15,90-31 74-15,-48 20-47 16,0 3-27-16,0 1-7 15,-6 1-2-15,0 3-89 16,-8 0-176-16,-6 0-184 16</inkml:trace>
  <inkml:trace contextRef="#ctx0" brushRef="#br1" timeOffset="58221.84">6799 6279 840 0,'0'0'93'0,"0"0"-80"15,0 0 16-15,0 0 17 16,0 0 16-16,19 88 3 16,-11-47-32-16,-5-1-24 15,1 1-5-15,-3-3-1 16,-1-4-2-16,0-3-1 15,0-8-1-15,0-6-176 16,0-11-127-16,0-6-213 16</inkml:trace>
  <inkml:trace contextRef="#ctx0" brushRef="#br1" timeOffset="58514.12">6911 6140 320 0,'0'0'654'15,"0"0"-627"-15,0 0-16 16,0 0 4-16,91 40 102 16,-56 2-62-16,-1 7-29 15,-2 2 12-15,-6 1 12 16,-8-1-19-16,-10-6-1 15,-8-1-1-15,0-3-6 16,-15 2-11-16,-12-2-4 16,-6 0-1-16,-3-2-7 0,-3-6-68 15,-3-6-300-15,0-7-388 16</inkml:trace>
  <inkml:trace contextRef="#ctx0" brushRef="#br1" timeOffset="61901.47">11536 6345 509 0,'0'0'369'0,"0"0"-290"15,0 0-61-15,0 0 67 16,0 0 63-16,0 0-103 16,0 0-30-16,86-38-9 15,-41 29-5-15,3 3-1 0,-6 1 0 16,-6 5-80-16,-11 0-142 16,-14 0-124-16</inkml:trace>
  <inkml:trace contextRef="#ctx0" brushRef="#br1" timeOffset="62066.99">11596 6456 995 0,'0'0'135'0,"0"0"-135"0,0 0-21 16,0 0 21-16,0 0 11 15,125 18-11-15,-66-15-127 16,-1-3-180-16,-5 0-182 15</inkml:trace>
  <inkml:trace contextRef="#ctx0" brushRef="#br1" timeOffset="62596.21">12099 6155 950 0,'0'0'145'0,"0"0"-80"16,0 0-12-16,7-88-3 16,21 70-13-16,12 8-3 15,7 3-16-15,4 7-9 16,-2 0-9-16,-9 3 4 16,-11 14-4-16,-11 4-10 15,-14 6 10-15,-4 3 7 16,-2 6-4-16,-23 2 7 15,-9-4-9-15,-4-4 0 16,1-9 7-16,5-7-6 16,11-8 2-16,9-4 1 15,7-2-1-15,5 0 3 16,0 0-7-16,8-2-2 16,18-11-8-16,7-1 7 0,5 3-2 15,1 8-2-15,-3 3 6 16,-5 0 1-16,-7 12-3 15,-7 6 1-15,-7 4 0 16,-8 1-1-16,-2 4 3 16,-7 2 8-16,-15-1-4 15,-7-3 7-15,-7-3 4 16,-2-2 8-16,3-4-4 16,1-4-12-16,9-3-3 15,7-3-3-15,6-3 0 16,7-1-2-16,5-2-6 15,0 0-156-15,12 0-153 16,14-8-313-16</inkml:trace>
  <inkml:trace contextRef="#ctx0" brushRef="#br1" timeOffset="62786.97">12554 6356 1116 0,'0'0'140'0,"0"0"-122"16,0 0 17-16,0 0 9 16,108-36-19-16,-49 31-8 15,-2 3-16-15,-7 2-2 16,-10 0-1-16,-7 0-87 0,-6 0-154 16,-9 0-125-1,-11 0-316-15</inkml:trace>
  <inkml:trace contextRef="#ctx0" brushRef="#br1" timeOffset="63013.33">12707 6100 761 0,'0'0'237'0,"0"0"-237"16,0 0 11-16,-6 76-11 15,6-32 78-15,6 4-19 0,8 0-41 16,-6-1-16 0,1 0 0-16,-1-4-2 0,1-3-5 15,0-8-199-15,1-7-98 16,2-12-219-16</inkml:trace>
  <inkml:trace contextRef="#ctx0" brushRef="#br1" timeOffset="63275.41">13157 6055 1134 0,'0'0'38'0,"0"0"-27"16,0 0-11-16,-4 99 53 16,14-49-26-16,4 2-17 15,1-1-8-15,-3 2-2 16,-4-1-5-16,-1-5-270 16,-2-8-212-16</inkml:trace>
  <inkml:trace contextRef="#ctx0" brushRef="#br1" timeOffset="64459.83">7372 6471 916 0,'0'0'129'0,"0"0"-86"0,0 0 25 16,0 0 34-16,0 0-10 16,0 0-60-16,14-7-32 15,13 7 18-15,11 0-7 16,6 0-7-16,2-5 2 16,3-1-2-16,-4-2-4 15,-3 3 0-15,-8 1-5 16,-11 2-93-16,-8 0-32 0,-9 1-88 15,-6-1-98 1,-1 0-15-16</inkml:trace>
  <inkml:trace contextRef="#ctx0" brushRef="#br1" timeOffset="64675.94">7537 6330 283 0,'0'0'709'15,"0"0"-626"-15,0 0-83 16,0 0 3-16,0 0 1 16,0 0 99-16,-6 91-43 15,6-42-40-15,0 2-13 16,-3 0-2-16,-1-4-3 16,1-4-1-16,3-4-1 0,0-8-129 15,0-11-165-15,9-13-255 16</inkml:trace>
  <inkml:trace contextRef="#ctx0" brushRef="#br1" timeOffset="66196.28">8058 6340 788 0,'0'0'84'0,"0"0"-57"16,0 0 34-16,0 0 55 15,0 0-56-15,0 0-34 16,-2-16-12-16,-5 16 6 16,-3 0-8-16,-4 0 0 15,-10 12-4-15,-4 6 15 16,-3 9 5-16,0 6-14 15,1 5 18-15,5 4 12 16,8 1-28-16,10 1 5 16,7-4 8-16,2-5-5 15,20-8-3-15,8-6-9 16,5-7 7-16,7-7-4 16,3-2-5-16,3-5-10 0,-1 0-1 15,-2 0-82-15,2-11-43 16,-5-5-126-16,-7-7-153 15</inkml:trace>
  <inkml:trace contextRef="#ctx0" brushRef="#br1" timeOffset="66545.64">8456 6264 353 0,'0'0'512'0,"0"0"-440"16,0 0-32-16,0 0 51 15,0 0 6-15,0 0-34 16,-54-31-40-16,40 44-6 16,-2 9 6-16,0 12 12 15,-1 6 3-15,4 8 10 16,2 4-12-16,4-5-14 15,7 0 19-15,0-5-22 16,0-3-10-16,6-2-4 16,7-8-3-16,3-4-2 15,1-5-5-15,4-4-2 16,3-6-101-16,5-7-15 16,6-3-54-16,2 0-85 0,0-13-166 15</inkml:trace>
  <inkml:trace contextRef="#ctx0" brushRef="#br1" timeOffset="67012.09">8745 6545 813 0,'0'0'95'16,"0"0"-78"-16,0 0 32 15,0 0 80-15,0 0-29 16,0 0-57-16,-62-39-32 0,39 39-3 15,-2 4-2 1,3 16 12-16,2 8-10 0,3 4 5 16,7 1 9-1,7-1-5-15,3-5-3 0,0-6-10 16,13-6 2-16,7-8-2 16,6-4 4-16,6-3-8 15,1-1 14-15,2-18-14 16,-5-6-1-16,-4-3-17 15,-7-4-14-15,-7-1 21 16,-8-2 4-16,-4 0 7 16,0-6 2-16,-4-3 2 15,-10-7-2-15,-4-6 1 16,-1 6 4-16,3 8-2 16,3 12 15-16,6 15 40 0,1 10-35 15,6 6-9-15,0 0-16 16,0 17-4-16,0 19-6 15,0 14 10-15,10 1 0 16,-1 2 0-16,4-6-1 16,1-5-3-16,2-4-40 15,5-4-112-15,-3-8-154 16,2-10-104-16</inkml:trace>
  <inkml:trace contextRef="#ctx0" brushRef="#br1" timeOffset="67188.75">8954 6550 993 0,'0'0'192'15,"0"0"-192"-15,0 0 0 16,0 0 4-16,0 0 18 16,114-8-5-16,-67 2-15 15,-2 0-2-15,-2-1-80 16,-3 1-165-16,-8-5-146 15</inkml:trace>
  <inkml:trace contextRef="#ctx0" brushRef="#br1" timeOffset="67375.46">9328 6369 575 0,'0'0'331'15,"0"0"-258"-15,0 0-61 0,0 0 17 16,0 0 116-16,-7 87-110 15,7-54-26-15,6 1-8 16,1-2 1-16,3-3-2 16,-2-3-6-16,4-6-175 15,0-5-49-15,-4-11-177 16</inkml:trace>
  <inkml:trace contextRef="#ctx0" brushRef="#br1" timeOffset="67647.75">9442 6217 902 0,'0'0'129'16,"0"0"-99"-16,0 0-29 16,0 0 15-16,107-6 32 15,-68 37-14-15,-2 12-14 16,-4 5 3-16,-8 0 36 15,-8 3-28-15,-7-3 1 16,-9 2-10-16,-1 0-22 16,0-5 7-16,-8-5-5 15,-5-6-2-15,-2-6-1 0,-1-9-61 16,5-8-137 0,-1-9-158-16</inkml:trace>
  <inkml:trace contextRef="#ctx0" brushRef="#br1" timeOffset="67827.49">9800 6568 375 0,'0'0'581'0,"0"0"-557"15,87-28-18-15,-50 22 10 16,1 1-9-16,2-2-7 15,2-1-150-15,-9-1-295 0</inkml:trace>
  <inkml:trace contextRef="#ctx0" brushRef="#br1" timeOffset="68095.17">10158 6202 968 0,'0'0'128'16,"0"0"-118"-16,0 0-10 15,0 0 60-15,0 0-22 16,-8 77 41-16,11-25-26 0,2 4-25 16,-2 0-10-1,0-2 9-15,-1 0-19 0,0-4-3 16,3-4-5-16,3-5-7 15,6-10-58-15,6-9-153 16,1-14-242-16</inkml:trace>
  <inkml:trace contextRef="#ctx0" brushRef="#br1" timeOffset="68578.45">10491 6435 855 0,'0'0'188'0,"0"0"-164"16,0 0 63-16,0 0 11 15,-59-81-24-15,44 70-39 16,2 10-24-16,-1 1 0 16,-1 0-7-16,1 21-2 15,-4 9-2-15,7 6 4 16,4 3 2-16,5-1 11 15,2-4-8-15,0-7-7 16,3-7-2-16,13-6 3 16,4-8-1-16,5-6-1 15,0 0 16-15,3-9-16 16,-3-14-1-16,-3-5 0 16,-5-5-2-16,-5-4-3 0,-4-5-8 15,-8-3 11-15,0-5-3 16,0-5 5-16,-10-5 2 15,-7 2-1-15,1 8 5 16,2 15-3-16,4 12 32 16,7 14 10-16,1 7-15 15,2 2-21-15,0 0-9 16,0 16-13-16,0 15 12 16,3 13 1-16,4 6 0 15,3-1-1-15,2 0-100 0,1-2-36 16,3-7-169-1,-5-4-151-15</inkml:trace>
  <inkml:trace contextRef="#ctx0" brushRef="#br1" timeOffset="68748.67">10633 6455 931 0,'0'0'280'15,"0"0"-247"-15,0 0-12 16,0 0 28-16,0 0 0 15,0 0-21-15,113-10-24 16,-77 9 0-16,-3 1-4 16,-1 0-19-16,-2-2-164 15,-4-4-106-15,-2-1-185 16</inkml:trace>
  <inkml:trace contextRef="#ctx0" brushRef="#br1" timeOffset="68922.77">10980 6279 781 0,'0'0'271'0,"0"0"-269"16,0 0 15-16,0 0 24 15,0 0 35-15,0 111-57 16,9-72-14-16,-2-3-2 16,-1-3-3-16,2-4 0 15,-4-8-162-15,-1-8-144 16</inkml:trace>
  <inkml:trace contextRef="#ctx0" brushRef="#br1" timeOffset="69169.83">11159 6093 1020 0,'0'0'190'15,"0"0"-183"-15,0 0-5 16,0 0 43-16,114 70 30 16,-84-22-12-16,-6 6-7 15,-11 1-12-15,-8-1-29 16,-5-1 0-16,-6 3-11 16,-20 0-8-16,-9 0-3 0,-10-2-198 15,-8-6-237-15</inkml:trace>
  <inkml:trace contextRef="#ctx0" brushRef="#br1" timeOffset="70939.09">13460 6360 730 0,'0'0'168'0,"0"0"-144"15,0 0-16-15,0 0 99 0,0 0 32 16,0 0-91-16,37-26-28 16,-1 22-13-16,8-2 6 15,2 0 13-15,5-1-16 16,-2-1 1-16,-4 1-9 16,-7 2 5-16,-8 3-7 15,-12 2-9-15,-8 0-166 16,-10 0-111-16,0 0-62 15</inkml:trace>
  <inkml:trace contextRef="#ctx0" brushRef="#br1" timeOffset="71149.06">13637 6148 851 0,'0'0'164'0,"0"0"-151"15,0 0-13-15,0 0 0 16,0 0 69-16,-8 116-17 16,18-71-37-16,-2 2-7 15,-1-4-6-15,-2-2-2 16,-2-2-22-16,4-11-185 16,-2-8-130-16</inkml:trace>
  <inkml:trace contextRef="#ctx0" brushRef="#br1" timeOffset="71413.17">14045 5941 1012 0,'0'0'171'15,"0"0"-109"-15,0 0-62 16,0 0 0-16,0 0 9 16,6 133 47-16,1-62-40 15,3 1-11-15,-3-2-1 16,-2-6-4-16,-2-4 0 16,1-6-7-16,-4-7-324 0,0-11-227 15</inkml:trace>
  <inkml:trace contextRef="#ctx0" brushRef="#br1" timeOffset="72744.42">3588 7675 43 0,'0'0'823'16,"0"0"-749"-16,0 0-42 16,0 0 41-16,0-90 36 15,0 70-31-15,-7 0-48 16,-3 2-2-16,-2 2 11 15,-5 3 1-15,-1 6-24 16,-5 7-10-16,-4 11-3 16,-4 22-3-16,0 13-5 15,1 10 3-15,6 6-4 16,9 0 6-16,12-6 0 0,3-7 0 16,5-15-1-16,18-8-3 15,4-13 4-15,0-10 0 16,1-3 5-16,3-6 6 15,-1-19-5-15,-1-9-6 16,-3-6 0-16,-6-5-17 16,-5-2 8-16,-7-1 8 15,-6 1 1-15,-2 7 0 16,0 13 2-16,0 10 1 16,0 11 27-16,0 6-5 15,0 0-25-15,0 21-22 16,3 12 19-16,7 9 3 0,6 2 0 15,3-3-2 1,5-3-1-16,2-4-80 0,-1-7-120 16,1-4-141-16,-8-13-248 15</inkml:trace>
  <inkml:trace contextRef="#ctx0" brushRef="#br1" timeOffset="72926.31">3870 7732 962 0,'0'0'255'16,"0"0"-255"-16,0 0-5 15,0 0 5-15,87-3 21 16,-42 3-13-16,5-3-6 16,-2 0-2-16,1-2 0 0,-5 0-164 15,-6 0-189-15,-11-3-294 16</inkml:trace>
  <inkml:trace contextRef="#ctx0" brushRef="#br1" timeOffset="73123.66">4278 7505 463 0,'0'0'619'0,"0"0"-576"15,0 0-43-15,0 0 0 16,0 0 2-16,1 106 54 15,11-58-35-15,0-1-10 0,-2-5-5 16,-2-3-2-16,1-3-4 16,-3-6-1-16,0-6-206 15,-2-13-124-15</inkml:trace>
  <inkml:trace contextRef="#ctx0" brushRef="#br1" timeOffset="73393.78">4392 7404 1067 0,'0'0'170'0,"0"0"-170"0,0 0 0 16,0 0 0-16,0 0 45 15,126 84-6-15,-84-37 13 16,-6 3-29-16,-11-3-11 15,-17 1 5-15,-8 1-4 16,-1 1-6-16,-28-3-2 16,-6 0-4-16,-8-2-1 15,-8-3-96-15,-2-5-124 16,-9-12-307-16</inkml:trace>
  <inkml:trace contextRef="#ctx0" brushRef="#br1" timeOffset="73743.86">3335 7261 872 0,'0'0'146'0,"0"0"-104"15,0 0-30-15,-87-12 53 16,61 19 28-16,-3 20-59 16,-1 17-30-16,3 18 7 0,7 16-3 15,7 9 7-15,11 5 1 16,2-3-6-16,10-5-10 15,20-8-2-15,12-5-2 16,11-10 4-16,9-10-145 16,0-18-76-16,0-14-248 15</inkml:trace>
  <inkml:trace contextRef="#ctx0" brushRef="#br1" timeOffset="74178.21">4867 7387 289 0,'0'0'801'15,"0"0"-747"-15,0 0-48 0,0 0 42 16,0 0 29-16,0 0-41 15,-87 11-28-15,75 28 2 16,0 12 5-16,5 7 0 16,4 3-3-16,3 0 11 15,0-2-16-15,5-1-7 16,15-6 0-16,3-6-3 16,5-6-3-16,1-10-93 15,3-10-61-15,0-12-160 16,-2-8-264-16</inkml:trace>
  <inkml:trace contextRef="#ctx0" brushRef="#br1" timeOffset="74627.2">5089 7560 1109 0,'0'0'37'15,"0"0"-33"-15,0 0-4 16,-2 103 4-16,2-69 15 16,10-1 1-16,-3-2-17 15,-4-5 4-15,1-5-5 16,-4-6-1-16,0-7 0 16,0-6 1-16,0-2 1 0,0 0 6 15,0 0 2-15,0-16-2 16,0-6-9-16,1-7-33 15,9-1 29-15,7 3-1 16,6 3-14-16,6 4-1 16,3 9 17-16,1 4 1 15,0 7 2-15,-3 0 1 16,-2 12 0-16,-5 9-1 16,-7 5 4-16,-7 0-3 15,-9 3 4-15,0-2 13 16,-12 1 3-16,-11-3-7 15,-6-2 0-15,-3-4-4 0,1-4-2 16,0-6-4-16,8-4-4 16,3-5-1-16,8 0-122 15,6-11-234-15</inkml:trace>
  <inkml:trace contextRef="#ctx0" brushRef="#br1" timeOffset="74808.78">5478 7750 101 0,'0'0'1068'15,"0"0"-1029"-15,102-13-27 16,-56 12 5-16,2 0 13 16,-2 1-22-16,0-2-5 0,-5 2-3 15,0-3-86-15,-10-1-190 16,-7-1-236-16</inkml:trace>
  <inkml:trace contextRef="#ctx0" brushRef="#br1" timeOffset="75014.83">5920 7539 1005 0,'0'0'201'0,"0"0"-201"16,0 0 7-16,0 0-6 0,-2 83 51 15,11-38-35-15,-2 0-9 16,0-2-3-16,-2 0-4 16,1-4-1-16,-3-2 0 15,-2-7-122-15,-1-10-259 16,0-14-341-16</inkml:trace>
  <inkml:trace contextRef="#ctx0" brushRef="#br1" timeOffset="75267.14">6109 7419 985 0,'0'0'77'0,"0"0"-71"15,88 11 1 1,-46 20 79-16,-2 7-14 0,-6 8-18 15,-11 4 0-15,-11 0-19 16,-12 1 7-16,-4-1-11 16,-18-1-21-16,-6-7-7 15,1-5-3-15,4-7-1 16,-2-8-249-16,2-10-237 16</inkml:trace>
  <inkml:trace contextRef="#ctx0" brushRef="#br1" timeOffset="75799.03">6354 7785 283 0,'0'0'674'0,"0"0"-560"0,0 0-53 16,0 0-17-16,0 0 46 16,121-11-6-16,-60 1-40 15,3 3-21-15,0 1-11 16,-7 3-12-16,-7 3 0 16,-7 0-3-16,-6 0-68 15,-7 0-181-15,-10 0-290 16</inkml:trace>
  <inkml:trace contextRef="#ctx0" brushRef="#br1" timeOffset="76078.24">6757 7620 613 0,'0'0'192'0,"0"0"-176"16,0 0-15-16,0 0 43 15,0 0 106-15,0 0-46 16,-1 97-46-16,1-60-21 16,0 2-8-16,0 1-8 15,0-7-15-15,0 1 3 16,6-4-9-16,-2-2 0 15,-1-2-136-15,-1-6-251 0</inkml:trace>
  <inkml:trace contextRef="#ctx0" brushRef="#br1" timeOffset="76494.84">7269 7396 1105 0,'0'0'104'16,"0"0"-94"-16,0 0 6 15,0 0 88-15,-92 23-33 16,75 16-46-16,-1 14-3 16,3 8-2-16,3 4 7 15,6 1 9-15,3-5-6 16,3-2-22-16,0-8-7 15,13-7-1-15,8-11 0 16,9-11-33-16,9-9-165 0,6-13-110 16,4-5-417-1</inkml:trace>
  <inkml:trace contextRef="#ctx0" brushRef="#br1" timeOffset="76776.27">7593 7532 859 0,'0'0'380'0,"0"0"-352"15,0 0-12-15,0 0 116 16,0 0-58-16,-86-30-56 16,68 53-14-16,-2 12-2 0,0 6 2 15,4 4 14-15,4-2-2 16,7-2 4-16,5-7 4 15,0-3-12-15,15-7-7 16,7-6-5-16,4-3-3 16,12-8-2-16,1-7 2 15,12 0-141-15,1-9-61 16,-4-13-193-16,-5-5-456 16</inkml:trace>
  <inkml:trace contextRef="#ctx0" brushRef="#br1" timeOffset="76932.49">7831 7688 395 0,'0'0'886'0,"0"0"-819"16,0 0-66-16,0 0 15 15,0 0 12-15,113-27-28 16,-57 18 12-16,0-2-17 16,-1 0 5-16,-4-2-128 15,-8 1-92-15,-11 0-129 16,-9 4-27-16</inkml:trace>
  <inkml:trace contextRef="#ctx0" brushRef="#br1" timeOffset="77090.92">8269 7532 824 0,'0'0'210'0,"0"0"-145"16,0 0 5-16,0 0-10 0,0 0-43 16,0 0 32-1,-9 91-12-15,9-53-26 0,0-2-4 16,0-1-7-16,2-4 0 15,10-4-71-15,-1-7-170 16,3-8-201-16</inkml:trace>
  <inkml:trace contextRef="#ctx0" brushRef="#br1" timeOffset="77359.44">8367 7425 1228 0,'0'0'86'16,"0"0"-36"-16,0 0-20 15,0 0 7-15,0 0-2 16,109 31-12-16,-74 12-6 16,-8 4-2-16,-5 5 9 15,-9-4 5-15,-10 0-14 16,-3-3-8-16,-3 1-7 15,-17-5 2-15,-2-4-4 16,-1-7-4-16,4-8-168 16,6-11-133-16,3-11-299 15</inkml:trace>
  <inkml:trace contextRef="#ctx0" brushRef="#br1" timeOffset="77637.33">8780 7416 1186 0,'0'0'143'0,"0"0"-96"16,0 0 2-16,0 0 15 15,0 0-37-15,0 0-17 16,-43 119 53-16,39-62-50 15,4-1-1-15,0-1 0 0,0-4-5 16,0-4-7-16,5-8-2 16,12-8 2-16,5-7-14 15,7-9-181-15,5-14-46 16,5-1-322-16</inkml:trace>
  <inkml:trace contextRef="#ctx0" brushRef="#br1" timeOffset="78059.92">9172 7576 529 0,'0'0'570'0,"0"0"-508"16,0 0 27-16,0 0 13 0,0 0-19 16,-93-52-43-1,70 69-25-15,-2 14-8 0,5 7 3 16,5-1 17-16,10 2-3 15,5-5-11-15,0-9-5 16,12-4-8-16,12-8 0 16,7-11 4-16,4-2-2 15,2-9 3-15,-2-15-5 16,-5-4-12-16,-5-6 11 16,-5-5 0-16,-8-4-4 15,-6-7 5-15,-6-9-2 16,0-2 1-16,-6-2 1 15,-15 1 1-15,2 15 3 16,0 16 3-16,6 14 21 0,6 13 18 16,6 4-33-1,-1 19-13-15,2 25-15 0,0 16 15 16,0 9 0-16,3-4-6 16,14-5 5-16,3-11-56 15,5-9-113-15,-2-10-116 16,-1-12-284-16</inkml:trace>
  <inkml:trace contextRef="#ctx0" brushRef="#br1" timeOffset="78237.09">9461 7592 1086 0,'0'0'248'15,"0"0"-226"-15,0 0-19 16,0 0 16-16,103-31 33 15,-64 27-47-15,1-1-4 16,0-1-2-16,-3 2-83 16,-4-2-147-16,-6-1-285 15</inkml:trace>
  <inkml:trace contextRef="#ctx0" brushRef="#br1" timeOffset="78433.3">9853 7372 1039 0,'0'0'193'0,"0"0"-193"16,0 0 11-16,0 0 46 15,9 122 3-15,1-71-48 16,2-1-4-16,-4-6-5 16,-1-4-3-16,-1-7-4 15,3-4-161-15,-2-11-183 16,-4-10-371-16</inkml:trace>
  <inkml:trace contextRef="#ctx0" brushRef="#br1" timeOffset="78696.89">10028 7324 1153 0,'0'0'125'0,"0"0"-114"15,0 0-11-15,100 34 9 16,-60 0 36-16,-5 4-12 16,-3 6-26-16,-9 1 8 15,-10-1 14-15,-7-3 7 16,-6-2-25-16,-4 1-3 16,-15 0 2-16,-6-1-10 15,1 0 0-15,2-7-1 16,5-8-189-16,9-13-162 0,4-11-321 15</inkml:trace>
  <inkml:trace contextRef="#ctx0" brushRef="#br1" timeOffset="78897.19">10558 7461 1351 0,'0'0'125'16,"0"0"-122"-16,107-29-3 15,-57 24 30-15,0-1-30 0,0 6 0 16,-7 0-174 0,-12-1-272-16</inkml:trace>
  <inkml:trace contextRef="#ctx0" brushRef="#br1" timeOffset="79054.12">10641 7643 1361 0,'0'0'29'0,"0"0"-16"16,0 0-13-16,100 0 0 15,-41-11-5-15,-1-1-227 16,-6-3-351-16</inkml:trace>
  <inkml:trace contextRef="#ctx0" brushRef="#br1" timeOffset="79726.35">11531 7300 1296 0,'0'0'81'15,"0"0"-78"-15,0 0 40 16,0 0 83-16,0 0-52 0,0 0-52 16,-29-3-16-16,6-2-2 15,-6 1 0-15,3 1-1 16,0-2-2-16,3 1 1 15,3-1 3-15,7-1-5 16,3-1 4-16,3 2-2 16,3 1 1-16,3 2-1 15,1 1-2-15,0 1 0 16,0 0-1-16,0 0-6 16,0 0-7-16,0 0 9 15,0 9-7-15,0 12 9 16,0 7 3-16,0 3 4 15,0-1 1-15,-6 0-4 16,2-5 2-16,-1-5-1 0,1-8-1 16,3-6-1-16,1-4 0 15,0-2 2-15,0 0-1 16,0 0 2-16,0 0-3 16,0 0 0-16,11 0-17 15,17 0 17-15,5 0 15 16,3 0-15-16,2 0 0 15,-7 0-7-15,-1 8-11 16,-3 9 10-16,-5 6 0 16,-8 1 4-16,-5 0 4 15,-8 0-1-15,-1 0 1 0,0-4 8 16,-18 2-4 0,-7-4 27-16,-8-2 0 0,-6-2-7 15,-6-3-2 1,-2-4-13-16,6-2-3 0,6-4-6 15,4-1-2-15,8 0-14 16,0-1-155-16,-3-13-282 16</inkml:trace>
  <inkml:trace contextRef="#ctx0" brushRef="#br1" timeOffset="80726.12">2937 7082 461 0,'0'0'272'16,"0"0"-184"-16,0 0-47 16,0 0 57-16,0 0 22 15,0 0-16-15,0 0-34 16,0-62-25-16,0 62-32 15,0 21-13-15,0 24-7 16,2 27 7-16,8 34 14 0,1 17-3 16,3 15-1-16,-1 4-4 15,-1-8-1-15,-6-14 4 16,0-16-6-16,-5-17 4 16,-1-12-3-16,0-10 0 15,0-12-1-15,-8-11-3 16,1-13-2-16,4-9 1 15,1-9-10-15,2-8-187 16,0-3-14-16,0-10 26 16,0-21-562-16</inkml:trace>
  <inkml:trace contextRef="#ctx0" brushRef="#br1" timeOffset="82842.21">3059 7173 362 0,'0'0'251'0,"0"0"-172"15,0 0-45-15,0 0 91 0,0 0 13 16,0 0-39 0,0-9-50-16,0 9-13 0,0-3 5 15,0 3 5-15,0-1-4 16,0 1 11-16,0-2 1 16,0 2 19-16,0 0-23 15,0 0-22-15,0 0-11 16,0 0-13-16,2 0-4 15,10 0 3-15,4 0-3 16,6 0 13-16,-1 0-4 16,5-4-4-16,2-2 8 15,2 0-5-15,2 1 4 16,1 3-5-16,2-2-3 16,2 4 0-16,0 0-1 0,3 0-3 15,1 0 6-15,2 0-4 16,4 0 1-16,3 4 0 15,3 1 0-15,3 0 0 16,-1-1 3-16,0 3-4 16,-3-5 7-16,1 4-5 15,-1-4 5-15,2 0 0 16,-2-2-4-16,1 0 5 16,1 0-4-16,1 0 0 15,-2 0 6-15,2 0-9 16,-1 0 1-16,-2 0-2 15,0 5-2-15,-4 5 2 16,1-2-1-16,2 0 0 0,1 0 1 16,-2-4-1-16,1-1-2 15,-5 1-1-15,-1 0 0 16,2 1 2 0,3-3 0-16,2 1 2 0,3-1-2 15,0-2 2-15,4 0-2 16,3 0 0-16,1 1 0 15,-1 0 0-15,0 3 3 16,-1-1-3-16,-5 1 1 16,-1 2-1-16,-3 1 0 15,-4-2 0-15,1-2 2 16,-2-1 0-16,1-1-2 0,1-1 1 16,-2 0 1-1,1 0-2-15,-1 0-1 0,-2 0 1 16,0-1-4-16,0-1 4 15,0-1 0-15,4 0 0 16,1-1 0-16,2-1 0 16,1 1 0-16,5-2 0 15,-3 1 0-15,1 2 0 16,-4 0 1-16,-4 3 0 16,-4 0-1-16,-2 0 0 15,-1 0 0-15,0 0 0 16,2 0 2-16,2 0-2 15,0 0 0-15,3 0 0 16,-5 0 0-16,0-1 2 16,4-1-1-16,2 0-1 0,0 2 0 15,3 0 1-15,-1-4-1 16,-3-1-1-16,1 1 0 16,-1-3 1-16,1 1-2 15,-1-2 1-15,4-1-2 16,0 3 3-16,-2-1 0 15,0 2-2-15,-1 3 2 16,-3-1 0-16,0 2 3 16,0-1-3-16,1 1 0 15,5-2 1-15,3 0 1 0,2 0-2 16,0-1 0 0,-4-1 1-16,-2-1-1 0,-5 3 3 15,-2 0-2 1,-2 0-1-16,1-1 0 0,4 2 0 15,0-1 1-15,-2 1-1 16,0 1-1-16,-3-2 0 16,0 1-1-16,-2 2 2 15,0-1-1-15,3-1 0 16,2 1 0-16,5-3 1 16,2-2 0-16,0 0 1 15,0 4-1-15,0-1 1 16,-2 1-1-16,0-1 0 15,2 3 1-15,-2-1 0 0,3-2-1 16,1 1 0-16,-2-2 1 16,-2-1 2-16,-2 1-2 15,-4 1-1-15,-2 0 0 16,0 1 1-16,-1 1-1 16,1 1 0-16,0 0 1 15,2 0-1-15,-1 0 0 16,2-1 0-16,2-3-4 15,-2 2 4-15,0 0-1 16,2 0 1-16,-2 1-1 16,4-1-1-16,-1 2 2 15,-2 0 0-15,-3-2 0 16,-1 2-2-16,-3-4 2 16,2 1 2-16,-2-1-1 0,-1-1-1 15,2-1 1-15,2-1-1 16,3-1 2-16,4 2-2 15,-1 2 0-15,1 1 0 16,-4 0 1-16,-1 0-1 16,-3 1 0-16,-5 0 0 15,-1 1 0-15,-3-1 1 16,-2-1 0-16,4 0 1 16,1 1-2-16,2-3 0 15,1 1-2-15,0-3 0 16,-2 1 1-16,-3 2 0 15,-1 0 1-15,0 1 0 16,1 0-3-16,2 1 3 16,0 2-1-16,-1-3 3 0,-3 0-4 15,1 2 0-15,-3-3 2 16,-6 4 0-16,-6 0 2 16,-7 0-2-16,-2 0 0 15,-1 0 0-15,3 0 0 16,0 0 1-16,0 0-1 15,-1 0 0-15,-1 0 1 16,-3 0-1-16,0 0 0 16,-4 0 0-16,-1 0 0 15,0 0 1-15,0 0-1 16,0 0 0-16,0 0 1 16,3 0-4-16,0 0 1 0,5 16 1 15,0 6-1-15,-1 10 1 16,-4 5 1-16,-1 10 0 15,-2 6 1-15,2 8 3 16,-1 9 3-16,3 6-1 16,-3 2-1-16,1-2-1 15,0-5 6-15,1-10 7 16,-1-4-7-16,1-7-8 16,1-8 1-16,-1-8 0 15,-2-6-3-15,1-4-1 16,-2-6-1-16,0-1-4 15,0-3-57-15,-13-1-45 16,-16-9-230-16,-12-4-473 0</inkml:trace>
  <inkml:trace contextRef="#ctx0" brushRef="#br1" timeOffset="85910.8">3168 8356 512 0,'0'0'110'0,"0"0"-90"0,0 0 4 16,0 0 115-16,0 0-11 16,0 0-66-16,-50-6-31 15,41 6 24-15,3 0 29 16,-1 0-23-16,0 1-29 15,1 2-10-15,2 0 3 16,2-1-3-16,1-2-9 16,1 0 38-16,0 0 8 15,0 0-14-15,0 0-8 16,0 0-15-16,4 0-13 0,17 0 5 16,7 0 11-1,9 0 4-15,10 0-13 0,8 0-1 16,6 0-1-16,1 0-9 15,4 0 3-15,0 0-1 16,-1 0-3-16,1 0 9 16,3 0-7-16,-4 0 5 15,0 0 1-15,-1 0-6 16,-4 0 1-16,1 0-3 16,-3 0-1-16,-2 0 2 15,2 0-4-15,0 0 0 16,2 0 1-16,2 0-1 15,-2 1 7-15,-2 0-7 0,1-1 1 16,-1 0 0 0,3 0 1-16,-1 0-3 15,-3-2-1-15,-5-5 0 0,-6 5 1 16,-2 0-1-16,1 2 1 16,-2 0-1-16,3 0 1 15,1 0 0-15,1 0 3 16,2-1-3-16,1-4 1 15,-2 2 0-15,3 2 3 16,-3-1-4-16,-1 2-1 16,2 0 1-16,-1 0 1 15,-1 0 0-15,3 0 2 16,-6 5 1-16,0-1-4 16,-3-1 0-16,1-1 0 0,2-1 3 15,4-1-3 1,1 0 0-16,-2 0 2 0,-1 0-2 15,-4 0 0-15,-1 0-3 16,-1 0 3-16,0 1-1 16,1 1 1-16,0 1-2 15,3-3 1-15,2 2 1 16,0-2 0-16,1 0 1 16,1 0 1-16,5 1-2 15,1 2 0-15,1-1 3 16,3 0-3-16,1 0 0 15,-1 1 0-15,-1-1 5 16,0 0-3-16,-2-2 3 16,-1 0 3-16,-1 0-7 0,-2 0 3 15,-1 0-2-15,2 0 0 16,-2 2-2-16,-1 0 2 16,-3-2-2-16,-1 0 0 15,0 0-1-15,2 0 0 16,1 0 2-16,0 0 1 15,3-2-2-15,-3 0-1 16,-1 0 1-16,-3 0 2 16,1-1 0-16,-1 2 1 15,-2 0-2-15,1-3-1 16,-1 2 2-16,-1 1-1 0,2 0 1 16,1-1 3-1,0-1-4-15,0 1 3 0,0 1 2 16,-1 0-6-16,1 1 0 15,0 0 2-15,5 0 0 16,4-2-2-16,1-1 1 16,3 0-1-16,-1-1 0 15,-3 1 0-15,-5-2 0 16,-5 2-1-16,-1 2 3 16,-1-2-3-16,2 2 2 15,-3-1 1-15,1 2-2 16,-1-2 3-16,2 2-3 0,4-2 0 15,-2 1 0 1,2 0 1-16,-2 1 1 0,-2 0-1 16,-1 0-1-16,2 0 4 15,-1 0-2-15,1 0-2 16,-3 0 0-16,0-1 1 16,-1 1-2-16,-2-4 2 15,2 2 2-15,-2 0-2 16,3 0 1-16,1 1-2 15,-1-3 0-15,3 4-1 16,-1-4-2-16,-2 1 3 16,-1 1 0-16,-4 2-1 15,-1 0-1-15,-1 0 2 0,1 0-1 16,2 0 1 0,3 0-1-16,2 0 1 0,0 0 0 15,-1 0 2 1,5 0-3-16,0 0 1 0,1 0 0 15,2 0 0-15,-4 0 1 16,0 0 0-16,-2 0-1 16,-3 0 0-16,1 0 5 15,-3 0-5-15,-3 0 0 16,-1 0-2-16,-2 0 5 16,-2 0-1-16,2 0-1 15,-1 0-1-15,0 0-1 16,1 0 1-16,4-3 0 15,-3 3 0-15,-1 0 2 0,0 0-5 16,-4 0 3-16,-1 0 0 16,-2 0-2-16,-4-1 3 15,-3-1-2-15,0 1 0 16,-3 1 0-16,1-1 1 16,1-1 0-16,0 1 0 15,0-1-1-15,1-1 0 16,1 2 1-16,0-1 0 15,3 2 2-15,3 0-2 16,2 0 0-16,-2-1-1 16,-3 1-1-16,-4 0 1 15,-4 0 1-15,-4 0 2 16,-5 0-2-16,-2 0-1 16,-2 0 1-16,2 0 0 15,-2 0 2-15,-1 0-2 0,0 0 1 16,0 0-1-16,0 0 1 15,0 0-1-15,0 0 0 16,0 0 1-16,0 0-1 16,0 0 0-16,0 0 0 15,0 0 0-15,2 0 0 16,5 0-5-16,2 0 3 16,5 0 2-16,-1 0 0 15,-3 0 0-15,-1 0 0 16,-1 0 0-16,-1 0 1 15,0 0 0-15,-1 0-1 16,1 0 2-16,-4 0-2 16,-2 0 0-16,2 0 0 0,-3 0 0 15,0 0 1 1,0 0 0-16,3 0-1 0,-2 0-2 16,2 0 1-16,3 0 1 15,-1 0 0-15,2 1-1 16,0-1 2-16,0 2-1 15,-1-2 0-15,-3 0 0 16,-2 0-1-16,-1 0 1 16,4 0 0-16,-2 0 0 15,2 0 0-15,2 0 0 16,-1 0 0-16,1 0-2 16,-1 0 1-16,1 0-3 0,-3 0 1 15,0 0 3-15,-2 0-1 16,2 0 0-16,-3 0 1 15,3 0 0-15,1 0-1 16,5 0-2-16,1 0 3 16,0 0 0-16,-1 0 0 15,-1 0-2-15,-3 0 2 16,0 0 0-16,-3 0-1 16,-1 0 1-16,-1 0 0 15,0 0 0-15,0 0 0 16,0 0 2-16,0 0-2 15,0 0 2-15,0 0 1 0,0 0-2 16,0-8 3-16,0-7-1 16,0-8-2-16,0-8-1 15,0-10 0-15,7-9-4 16,-4-10-18-16,-3-4-37 16,0-6-61-16,-28-1-355 15</inkml:trace>
  <inkml:trace contextRef="#ctx0" brushRef="#br0" timeOffset="97105.87">19499 1110 472 0,'0'0'460'0,"0"0"-374"15,0 0-70-15,0 0 50 16,0 0 28-16,0 0 13 16,20-56-45-16,-20 38-34 15,0-2 2-15,0-4 19 16,-2 2-3-16,-13-2-19 16,-5 3-15-16,-7 4-8 15,-4 10-4-15,-8 7-2 0,-6 4-2 16,-4 32-3-16,1 22 6 15,4 18-2-15,11 6-1 16,15-2 4-16,13-10 0 16,5-15 1-16,9-9-2 15,18-12 0-15,5-10 0 16,1-15-1-16,6-9 2 16,-2 0 5-16,-1-26-5 15,0-6-20-15,-10-9-3 16,-3-8 20-16,-7-1 3 0,-4-7 2 15,-5 1 0-15,-4 0 1 16,-2 5-3-16,1 13 3 16,-2 14 3-16,0 12 0 15,0 12 30-15,0 0-36 16,0 8-2-16,1 19 1 16,3 12-1-16,2 6 4 15,3 2-2-15,1-2 0 16,2-8-1-16,1-2-2 15,2-6-145-15,3-8-34 16,1-11-138-16,1-10-184 16</inkml:trace>
  <inkml:trace contextRef="#ctx0" brushRef="#br0" timeOffset="97424.61">19839 1001 1239 0,'0'0'64'16,"0"0"-64"-16,0 0 0 15,0 0 2-15,0 0 6 16,0 0 12-16,106 49-5 16,-56-29-9-16,-2-2 1 15,0-2-4-15,-10-4-1 16,-11-5 4-16,-13-1-6 15,-7-4 2-15,-7-1 0 0,0 0 44 16,0 4 38-16,-23 3-23 16,-12 3-30-16,-10 0-20 15,-2 1-6-15,2 3 0 16,3 0-5-16,5 2-4 16,5 0-19-16,10 5-182 15,9-4-69-15,10-3-312 16</inkml:trace>
  <inkml:trace contextRef="#ctx0" brushRef="#br0" timeOffset="97613.59">19900 1444 1323 0,'0'0'30'16,"0"0"-30"-16,0 0 0 15,139-86 8-15,-77 64-1 16,4 3-7-16,1 1-59 16,-8 0-190-16,-11-5-279 15</inkml:trace>
  <inkml:trace contextRef="#ctx0" brushRef="#br0" timeOffset="97793.17">20542 917 1279 0,'0'0'104'0,"0"0"-104"0,0 0-7 15,0 0 7-15,0 0 0 16,3 99 0-16,13-49-2 16,0 4 0-16,-6 0-160 15,-5-2-230-15</inkml:trace>
  <inkml:trace contextRef="#ctx0" brushRef="#br0" timeOffset="98621.63">19230 2173 706 0,'0'0'321'0,"0"0"-293"15,0 0 19-15,0 0 61 16,0 0-25-16,0 0-38 16,21-65-15-16,-16 45 6 15,-3 1 12-15,-2-3 8 0,0 0-3 16,0-2-21-16,-15-1-18 15,-2 6-3-15,-5 5-2 16,-1 7 6-16,0 5-15 16,-2 2-10-16,-4 18 9 15,0 23-3-15,-2 17 3 16,4 10-1-16,7 4 4 16,12-7-2-16,8-11 0 15,0-11 0-15,17-11 0 16,9-10 0-16,6-9 0 0,3-11 1 15,0-2-1 1,3-7-1-16,0-15-16 0,-5-11-28 16,-7-5 16-16,-4-6-2 15,-8-4 25-15,-2 3 2 16,-8 4 8-16,0 13-1 16,-2 12 3-16,-2 9 2 15,0 6 9-15,1 1-17 16,4 11-20-16,3 16 3 15,6 10 17-15,3 5 7 16,6-2-7-16,0 0-113 16,4-4-32-16,1-8-141 15,-2-9-259-15</inkml:trace>
  <inkml:trace contextRef="#ctx0" brushRef="#br0" timeOffset="98782.86">19632 2204 1150 0,'0'0'86'16,"0"0"-82"-16,0 0 11 16,0 0 1-16,0 0-7 15,126-17-9-15,-73 17 0 16,4 0-9-16,2 0-112 16,-2 0-132-16,-7-3-215 15</inkml:trace>
  <inkml:trace contextRef="#ctx0" brushRef="#br0" timeOffset="98977.91">20144 1953 1096 0,'0'0'85'0,"0"0"-71"16,0 0 20-16,0 0-22 16,-15 78 37-16,15-23-11 15,0 3-16-15,7 2-11 16,1-4-6-16,-2-3 0 15,3-6-4-15,-1-9-1 16,-1-7-59-16,1-15-183 16,-1-13-254-16</inkml:trace>
  <inkml:trace contextRef="#ctx0" brushRef="#br0" timeOffset="99339.17">20416 2017 1180 0,'0'0'114'16,"0"0"-111"-16,0 0-3 16,0 0 7-16,113 40 7 15,-75-24-7-15,-5-1-6 16,-1-2 5-16,-6-4-4 15,-9-2 0-15,-3-1 13 16,-7-3-1-16,-7-3 16 0,0 0 33 16,0 0 29-16,0 2-18 15,-5 2-32-15,-14 5-23 16,-9 5-4-16,-7 4-11 16,-2 4-3-16,0 2-1 15,2 2-1-15,3 2 0 16,4-2-45-16,4 1-129 15,6-5-48-15,6-8-252 16</inkml:trace>
  <inkml:trace contextRef="#ctx0" brushRef="#br0" timeOffset="99502.87">20517 2405 1069 0,'0'0'277'15,"0"0"-276"-15,87-50 3 16,-39 32 1-16,7 0 5 16,3 3-10-16,-2-2-24 15,-4 1-168-15,-5-2-211 16</inkml:trace>
  <inkml:trace contextRef="#ctx0" brushRef="#br0" timeOffset="99839.08">21200 2069 1269 0,'0'0'43'0,"0"0"-42"15,0 0-1-15,0 0 21 16,0 0 15-16,-23 119-5 16,23-77-22-16,6-3 0 15,13-6-1-15,5-6 2 16,4-7-1-16,2-9 0 15,2-10-4-15,0-1-5 16,-4-5 13-16,-3-16-3 16,-5-4 6-16,-8-5 22 15,-12-3-5-15,0-3 5 16,-15-2 8-16,-16-1-26 0,-8 0-13 16,-3 1-1-16,3 9-6 15,8 11 0-15,5 11-5 16,10 7-18-16,6 0-85 15,10 11-81-15,0 3-90 16,16-1-175-16</inkml:trace>
  <inkml:trace contextRef="#ctx0" brushRef="#br0" timeOffset="100117.89">21639 1796 1265 0,'0'0'62'0,"0"0"-62"15,0 0-7-15,0 0 7 16,0 0 24-16,-4 138 27 16,15-66-22-16,-4 2 12 15,0 0 15-15,-1-4-25 16,-2-3-17-16,-1-9-8 15,1-9-3-15,-1-11-2 16,1-14-1-16,-1-10-71 16,-3-10-133-16,0-4-134 15,0-10-286-15</inkml:trace>
  <inkml:trace contextRef="#ctx0" brushRef="#br0" timeOffset="101338.3">21649 1676 789 0,'0'0'279'16,"0"0"-268"-16,-89 0-9 15,52 0 115-15,-6 0 1 0,-11 2-50 16,-10 5-23-16,-11-5-5 16,-13 2 21-16,-9-4-7 15,-13 0-23-15,-14 0-3 16,-8 0-9-16,-9-4-5 16,-6-5-6-16,0 1 13 15,-1 3-11-15,2 1 0 16,12 4-2-16,16 0 7 15,8 0-4-15,13 0 1 16,11 4-4-16,6 0-6 16,11-3-1-16,15-1 0 15,9 0 1-15,9 0-2 16,6 0 0-16,-2 0 2 0,0 0-4 16,-3 0 2-1,-2 0-1-15,2 0 1 0,2 0 1 16,1-3 2-16,0-1-1 15,0 0-2-15,0-1 0 16,1 1 1-16,4 1-1 16,5 1 0-16,2 0 0 15,9 2 2-15,5 0-2 16,3 0 2-16,3 0-2 16,0 0 0-16,0 0-5 15,0 0 5-15,0 0 1 16,0 0-1-16,0 0 1 0,0 0 2 15,0 0 2 1,0 0-5-16,0 0 2 0,0 0 0 16,0 0 0-16,0 0-2 15,0 0 0-15,0 0 1 16,0 0-2-16,0 0 1 16,0 0 0-16,0 0-2 15,0 0 2-15,0 0 0 16,0 0 0-16,0 0 0 15,0 0 0-15,0 0-3 16,0 0 0-16,0 0 3 16,0 8-5-16,0 14 5 15,-3 15 0-15,3 9 1 16,0 16-2-16,0 12 1 16,6 8 0-16,11 6 0 0,2-3 1 15,-1-2-1 1,2-9 0-16,0-11 1 0,-1-10-5 15,-6-10 8-15,-3-8-4 16,-5-7 1-16,-3-8 0 16,0-8 0-16,-2-7-1 15,0-5 1-15,1 0 1 16,-1 0-2-16,0 0 4 16,0 0 7-16,0 0 1 15,2 0 5-15,-2 0-11 16,1 0-3-16,2 0-2 15,11 0-1-15,9 0 0 0,19 0 11 16,13 0-9-16,15 0 0 16,18 0 0-16,15 6-1 15,17 3 5-15,11 1-6 16,7 5 0-16,5 0-1 16,4 0-5-16,7-1 6 15,1-7 1-15,7-2 0 16,7-5 3-16,2 1-2 15,-6 1-1-15,-12 2-1 16,-24 2-3-16,-25 1 1 16,-20 1 2-16,-17-5 0 15,-15-3 0-15,-12 0 1 16,-11 0 0-16,-10 0-1 16,-5 0-1-16,-6 0 1 0,-1 0 0 15,-6 0-4-15,3 0-6 16,1-4-58-16,3-4-62 15,2 0-207-15,2-3-490 16</inkml:trace>
  <inkml:trace contextRef="#ctx0" brushRef="#br0" timeOffset="106720.58">18800 3600 561 0,'0'0'296'0,"0"0"-252"15,0 0-38-15,0 0 54 16,0 0 20-16,0 0-31 16,0 0-9-16,0 0 7 15,8 0 23-15,-8 0 8 16,2 0-9-16,1-4-15 15,-1-7-15-15,-2-1-24 16,0-1 1-16,0 0-3 16,0-3-6-16,-5 3 2 15,-9-1 5-15,-2 4-8 16,-4 2-6-16,0 5 4 16,-4 3-2-16,-3 4-2 0,-5 28-3 15,-1 14 0-15,1 18 3 16,7 10 0-16,8 5-3 15,11-2 6-15,6-8-3 16,0-13 0-16,12-14 1 16,9-12-4-16,1-12 3 15,0-8 0-15,0-8 0 16,4-2 2-16,3-12 0 16,1-16-2-16,-1-9-16 15,-5-6 4-15,-5-11 9 16,-7-3 2-16,-6-2 1 15,-5 6 0-15,-1 11 4 0,0 9-3 16,0 12 3 0,0 11 16-16,0 5-17 0,0 5 19 15,-1 0-22-15,1 9-1 16,0 18 0-16,0 8 0 16,0 7 2-16,1 0 0 15,10-3-1-15,4-3 0 16,0-5-5-16,3-5-150 15,-1-5-38-15,1-7-188 16,-2-11-481-16</inkml:trace>
  <inkml:trace contextRef="#ctx0" brushRef="#br0" timeOffset="106888.78">19004 3803 1083 0,'0'0'198'0,"0"0"-187"15,0 0-7-15,0 0 16 16,115-9 17-16,-55 6-34 16,4 0-1-16,3 2-2 15,-4-1-83-15,-8-4-145 16,-13-3-185-16</inkml:trace>
  <inkml:trace contextRef="#ctx0" brushRef="#br0" timeOffset="107094.68">19509 3563 623 0,'0'0'246'0,"0"0"-141"16,0 0 54-16,0 0-56 15,0 0-83-15,0 0-19 16,0 0 11-16,-24 82 29 16,31-41-29-16,-4 2 0 15,4 4 0-15,-4 0-11 16,1-2 3-16,-3-4-4 15,3-7-2-15,-3-5-63 16,5-11-206-16,-2-9-295 16</inkml:trace>
  <inkml:trace contextRef="#ctx0" brushRef="#br0" timeOffset="107836.94">19905 3605 644 0,'0'0'189'0,"0"0"-124"15,0 0 84-15,0 0 6 16,0 0-69-16,0 0-39 16,-4-11-16-16,4 11 0 15,0 0 6-15,0 0 10 0,0 0-20 16,0 0 2 0,0-1-8-16,0 1-7 0,0-2-3 15,0 2 0-15,0 0-5 16,0 0 2-16,2 0-3 15,8 0-2-15,7 0 3 16,2 2-1-16,5 4 4 16,0-2-7-16,1 2-2 15,0 1 8-15,-3-2-8 16,-6 1 1-16,-2-3 0 16,-6 1 0-16,-4 0 1 15,-3-4 2-15,-1 2-1 16,0-1 9-16,0-1-7 15,0 2 2-15,0 2-2 16,0 0-1-16,0 2 8 0,-5 2 9 16,-7 5-5-16,-8 1-4 15,-8 6-2-15,-9 3-4 16,-7 3-3-16,-2 6-2 16,1-1 0-16,5 1-1 15,8-2-1-15,12-1-16 16,11-2-70-16,9-5-55 15,6-7-158-15,22-9-264 16</inkml:trace>
  <inkml:trace contextRef="#ctx0" brushRef="#br0" timeOffset="108046.9">19937 4066 1175 0,'0'0'187'16,"0"0"-177"-16,0 0 21 15,125-78 48-15,-70 56-40 16,-3 4-36-16,-2 1-3 16,-6-1-55-16,-8-2-86 15,-2-1-182-15,-9-6-219 16</inkml:trace>
  <inkml:trace contextRef="#ctx0" brushRef="#br0" timeOffset="108422.08">20515 3627 1288 0,'0'0'129'0,"0"0"-102"15,0 0 80-15,0 0-45 16,0 0-38-16,0 0-23 15,97-10 7-15,-69 22-7 16,0 1 0-16,-7 4 0 16,-4 2-1-16,-9 4-2 15,-8 4 2-15,-3 6 0 0,-26 6 1 16,-6-1 1 0,0-4-1-16,5-10 5 15,10-10 2-15,12-8 31 0,4-6 0 16,4 2-4-16,0-2 0 15,0 0-20-15,11 0-8 16,12 0 4-16,12-8-5 16,8-5-4-16,6 2-1 15,5 0 1-15,-5 4-4 16,2 1-14-16,-6 3-58 16,-4-1-34-16,-4 1-157 15,-5-6-118-15,-4-2-358 16</inkml:trace>
  <inkml:trace contextRef="#ctx0" brushRef="#br0" timeOffset="108709.88">21189 3347 257 0,'0'0'1012'15,"0"0"-952"-15,0 0-48 16,0 0 22-16,0 0-24 16,0 0-4-16,-3 115 21 15,14-49 49-15,2 2-47 16,-1 1 2-16,0 1-9 16,-4 3 0-16,1-7-15 0,-5-6-7 15,2-15 0-15,-6-9 0 16,0-12-26-16,0-9-185 15,-2-12-126-15,-9-3-373 16</inkml:trace>
  <inkml:trace contextRef="#ctx0" brushRef="#br0" timeOffset="109902.66">21206 3326 838 0,'0'0'342'0,"0"0"-306"15,0 0 15-15,0 0 82 16,0 0-22-16,0 0-59 16,-46-13-29-16,13 13-10 15,-11 0 24-15,-5 0 5 16,-12 0-12-16,-13 0-5 15,-12 0-7-15,-20 0-5 16,-11 0 2-16,-12 0-14 16,-7-6 5-16,-5-1-2 15,-1-4-3-15,3 1 5 16,9 0-6-16,6 1 5 16,4 5-2-16,5 1-2 15,2 1-1-15,6 2 0 0,9 0-4 16,8 0 4-16,7-1 2 15,7-1-1-15,7-2 2 16,9 1-3-16,6-3 8 16,11 0-1-16,6-1 2 15,3 3 1-15,5-1-9 16,2 3-1-16,2 0 0 16,-1 2 2-16,2 0-5 15,-3 0 3-15,2 0 0 16,3 0 0-16,6 0 0 0,0 0 0 15,6 0 1-15,4 0 1 16,4 0-1-16,2 0-1 16,0 0-4-16,0 0 2 15,0 0 2-15,0 0 0 16,0 0 3-16,0 0-2 16,0 0 1-16,0 0-2 15,0 0 1-15,0 0-4 16,0 0 2-16,0 0 0 15,0 0-1-15,0 8-4 16,0 12 4-16,0 11 1 16,0 14 1-16,0 11 3 15,5 8-1-15,6 7-2 16,3 6 1-16,1 4-1 0,1 3 6 16,2 4 0-16,-4-7-5 15,0-9 2 1,-2-13 0-16,-4-10-2 0,-3-11 0 15,0-10-1-15,-1-7 3 16,-3-7 2-16,-1-5-4 16,2-5 2-16,-2 0-1 15,0-4-1-15,0 1 2 16,0-1 0-16,0 1-1 16,0-1 6-16,0 0-3 15,0 0 1-15,0 0-4 16,0 0 0-16,3 0 2 15,-2 0-2-15,2 0 1 0,-3 0-2 16,1 0 0 0,-1 1 0-16,0-1 1 0,6 0-2 15,8 0 5-15,10 2 1 16,11 0 15-16,13 1-10 16,16 1-11-16,17 2 10 15,18 1-8-15,18 3-2 16,10 2 8-16,14 1-8 15,7 0 5-15,6-4-5 16,10-2 0-16,-1-1-3 16,-1-1-2-16,-6-2 5 15,-11-3-1-15,-17 3 2 16,-14 1 5-16,-12 1-3 16,-8 0-2-16,-9-2-1 0,-10-1-1 15,-13 1-2-15,-10-3 2 16,-9 2 0-16,-4 0 1 15,-6-2 0-15,-8 0-2 16,-3 2 2-16,-8 1-3 16,-7-3-2-16,-3 2-39 15,-4-2-22-15,0 0-41 16,-34-16-158-16,-24-13-818 16</inkml:trace>
  <inkml:trace contextRef="#ctx0" brushRef="#br0" timeOffset="111107.88">17223 3610 249 0,'0'0'894'15,"0"0"-815"-15,0 0-69 16,0 0 16-16,0 0 122 16,0 0-19-16,0 0-74 15,-15-19-18-15,0 3 7 16,-5-7-23-16,-2-6-6 15,4 0-1-15,6-5-6 16,6-1-3-16,6 6-2 16,0 2 1-16,25 5-4 15,11 13 0-15,8 9-1 0,3 8 1 16,-1 28-5 0,-7 13 4-16,-13 7-3 15,-10 4 4-15,-16 1 1 16,0-2-1-16,-14-8 0 0,-15-4 0 15,-9-12-2-15,-4-9 1 16,-3-9 2-16,2-12 2 16,4-5-3-16,6 0 1 15,5-17 0-15,6-6-1 16,12 0-1-16,9 3 0 16,1 5-12-16,14 6-7 15,20 7 20-15,11 2 0 16,10 0 0-16,11 2 0 0,2 6 0 15,0-5 0-15,-4-3 4 16,-8 0-4-16,-11-2 1 16,-12-13 0-1,-10-4 1-15,-8-6 0 0,-6-4 0 16,-6-6 3-16,-3-1-4 16,0-3 4-16,-5-2-1 15,-11 1-1-15,0-2 2 16,-1 6-4-16,4 7 5 15,3 12 7-15,5 12 1 16,4 5-1-16,1 0-13 16,0 27-9-16,0 20 7 0,0 22 2 15,0 13 1 1,0 14-1-16,0 16 0 16,0 10 2-16,0 5-2 0,3-10 0 15,5-18 0-15,5-24 0 16,2-23 0-16,4-20 0 15,1-17-1-15,5-15 0 16,3-2-6-16,6-29 0 16,1-16 7-16,-8-9-1 15,-7 0 1-15,-15-5 3 16,-5 4 1-16,-7 6 5 16,-18 4-6-16,-4 15 1 15,0 10-3-15,-2 13-1 0,4 8-6 16,9 1 5-1,7 0-3-15,11 0-22 0,6 4-69 16,33 2-129-16,16 1 29 16,12-5-232-16</inkml:trace>
  <inkml:trace contextRef="#ctx0" brushRef="#br0" timeOffset="113287.24">18113 4715 657 0,'0'0'389'0,"0"0"-344"16,0 0-35-16,0 0 101 15,0 0-20-15,0 0-65 16,0 0-26-16,0 0-9 0,-22 55 9 15,22 1 3 1,0 2 4-16,0-2-7 0,6-5 3 16,0-4-3-16,-1-10 1 15,0-12 0-15,-4-12 0 16,1-7-1-16,0-1 1 16,-2-5 0-16,1 0 4 15,-1 0 8-15,0-20 2 16,0-9 14-16,0-9-24 15,2-2 2-15,5 3 13 16,1 7-12-16,7 7-4 16,5 8-8-16,3 7 8 15,6 8-4-15,8 0 0 16,1 15 0-16,6 11-3 16,-8 8 6-16,-6 1-3 0,-8 5 0 15,-13-3 5-15,-9-2-1 16,0-7 4-16,-14-5 1 15,-14-3 30-15,-7-6 20 16,-7-1-20-16,0-6-19 16,2-3-16-16,3-4-2 15,4 0-2-15,10-3-3 16,6-13-116-16,15-5-101 16,2-3-228-16</inkml:trace>
  <inkml:trace contextRef="#ctx0" brushRef="#br0" timeOffset="113441.25">18437 4994 952 0,'0'0'135'0,"0"0"-128"16,96-19 44-16,-41 10 50 16,7 0-75-16,3 1-25 15,-4 1-1-15,-4-1-26 16,-10 1-240-16,-12-4-263 15</inkml:trace>
  <inkml:trace contextRef="#ctx0" brushRef="#br0" timeOffset="113635.87">18923 4770 892 0,'0'0'278'0,"0"0"-259"15,0 0-17-15,0 0-2 16,0 0 36-16,-6 111 8 15,15-68-30-15,4 2-3 16,-4 3-9-16,-2 2 2 16,0 1-4-16,-5-3 0 15,-2-3-1-15,0-9-191 16,0-5-282-16</inkml:trace>
  <inkml:trace contextRef="#ctx0" brushRef="#br0" timeOffset="113866.41">19151 5084 1076 0,'0'0'280'0,"0"0"-280"15,0 0-10-15,0 0 10 16,28 102 26-16,-19-59-9 15,-5-3-13-15,2 1-3 16,-6-5 1-16,0-4-2 16,0-7-94-16,0-8-190 15,0-11-325-15</inkml:trace>
  <inkml:trace contextRef="#ctx0" brushRef="#br0" timeOffset="114235.29">19755 4868 945 0,'0'0'310'15,"0"0"-282"-15,0 0-17 0,0 0 94 16,0 0-22-1,0 0-57-15,-10-44-14 0,-6 44 16 16,-4 0 7-16,-6 0-12 16,-3 16-11-16,1 6-1 15,2 6-7-15,5 6 3 16,4 3-2-16,7 4 1 16,9-3 1-16,1-3 0 15,9-8-4-15,15-2 9 16,6-7-6-16,7-6-6 15,5-5-2-15,4-4 2 16,6-3-11-16,-1 0-172 16,-3-10-93-16,-6-10-425 15</inkml:trace>
  <inkml:trace contextRef="#ctx0" brushRef="#br0" timeOffset="114423.52">20032 5014 1402 0,'0'0'65'0,"0"0"-51"16,0 0-4-16,90-30 26 16,-36 21-14-16,6 3-19 15,2-1-2-15,-2 4-2 16,-3-1-14-16,-4 0-111 16,-8-1-56-16,-10-1-132 15,-9-4-54-15,-12-1 29 16</inkml:trace>
  <inkml:trace contextRef="#ctx0" brushRef="#br0" timeOffset="114602.57">20588 4864 317 0,'0'0'293'16,"0"0"-116"-16,0 0-14 16,0 0 33-16,0 0-65 15,0 0-65-15,-31-28-41 16,31 28-3-16,0 0-15 16,0 16-4-16,0 13-3 15,4 8 15-15,3 7-5 16,0 8-2-16,2 2-8 15,1-1 2-15,0-3-2 16,0-6-85-16,-4-9-190 16,3-9-286-16</inkml:trace>
  <inkml:trace contextRef="#ctx0" brushRef="#br0" timeOffset="114796.17">20808 5027 1292 0,'0'0'22'16,"0"0"-14"-16,0 0-8 15,12 92 7-15,-8-47 6 16,2 2-4-16,-3-3-8 16,1-6 0-16,3-6-1 15,5-9-198-15,1-11-326 16</inkml:trace>
  <inkml:trace contextRef="#ctx0" brushRef="#br0" timeOffset="115252.09">21294 4922 614 0,'0'0'659'15,"0"0"-641"-15,0 0 11 16,0 0 123-16,-97-32-55 16,79 41-73-16,-2 19-23 15,2 7 1-15,4 6 5 16,9 0-7-16,5-3 1 0,0-8 2 16,13-9-3-1,12-7-1-15,5-7 1 0,6-7 4 16,-1 0-4-16,-3-15-2 15,-6-7 2-15,-6-9 0 16,-4-5 2-16,-5-4-2 16,-6-6 3-16,-5-2 1 15,0 0 4-15,-3-1-2 16,-14-3 14-16,1 7 16 16,2 12-13-16,4 13 16 15,5 16 2-15,3 4-15 16,2 0-26-16,0 15-18 15,0 17 13-15,0 10 3 0,0 4 0 16,10 1-6-16,5-7-69 16,5 3-60-16,2-7-126 15,-3-8-181-15</inkml:trace>
  <inkml:trace contextRef="#ctx0" brushRef="#br0" timeOffset="115427.2">21537 4975 1313 0,'0'0'82'0,"0"0"-71"15,0 0-10-15,95-15 11 0,-43 14-9 16,5-1-3 0,-2 0-22-16,-4-2-96 0,-2-3-98 15,-6-3-164-15,-9-2-151 16</inkml:trace>
  <inkml:trace contextRef="#ctx0" brushRef="#br0" timeOffset="115599.47">22054 4783 779 0,'0'0'192'15,"0"0"-83"-15,0 0 72 16,0 0-24-16,0 0-105 16,0 0-52-16,-11 17 0 15,18 20 0-15,7 7 23 0,-1 2-1 16,0 0-13-1,0 1-8-15,-1-5-2 0,0-7-2 16,1-11-176-16,-3-15-186 16</inkml:trace>
  <inkml:trace contextRef="#ctx0" brushRef="#br0" timeOffset="116017.97">22366 4704 1119 0,'0'0'408'0,"0"0"-408"16,0 0-2-16,0 0 2 15,0 0 1-15,0 0 25 16,90 55-9-16,-48-38-3 15,0-5-11-15,-2 0 1 16,0-4 3-16,-2-4-3 16,-3 0-2-16,-4-4 3 15,-7 0-1-15,-7 0 8 16,-6 0 9-16,-8 0-5 16,-3 0 7-16,0 0 7 15,0 0-1-15,0 0-21 16,0 3-8-16,-9 4 2 0,-7 4-1 15,-9 6 4-15,-7 4-1 16,-7 7-4-16,1 2 2 16,-2 1-2-16,7 2-37 15,9-4-83-15,11-2-98 16,6-5-182-16</inkml:trace>
  <inkml:trace contextRef="#ctx0" brushRef="#br0" timeOffset="116229.09">22620 5182 1364 0,'0'0'103'0,"0"0"-99"15,0 0 54-15,122-87 31 16,-77 65-69-16,-1 2-13 15,-1-2-7-15,-4 4-15 16,-4-5-122-16,-2-1-73 16,-4-2-238-16</inkml:trace>
  <inkml:trace contextRef="#ctx0" brushRef="#br0" timeOffset="116586.16">23152 4730 595 0,'0'0'847'0,"0"0"-820"0,0 0-18 16,0 0 63-16,0 0-13 16,104-20-43-16,-76 26-16 15,-1 15 3-15,-9 7-3 16,-6 4-1-16,-7 4 1 16,-5 1 4-16,-7-1 2 15,-17-2-1-15,-2-5-1 16,3-8 3-16,6-9 7 15,7-9 21-15,6-3 13 16,3 0-16-16,1 0 9 16,0 0 0-16,1-2-16 15,21-10-9-15,15-4-5 16,13-6-5-16,12 2 1 0,2 0-7 16,-3 5-2-16,-2 4 2 15,-6 5-12-15,-5 4-29 16,-4 2-39-16,-11 0-80 15,-11 0-227-15,-18 0-762 16</inkml:trace>
  <inkml:trace contextRef="#ctx0" brushRef="#br0" timeOffset="127816.17">3947 8703 956 0,'0'0'83'16,"0"0"-71"-16,0 0-4 16,0 0 59-16,0 0 0 15,0 0-38-15,0 0-24 16,75-75 0-16,-49 75-1 15,-2 4-1-15,-2 18 2 16,-6 8 3-16,-2 5 1 16,-9 6-7-16,-5 3-1 15,0-2 4-15,-15 1-4 16,-13 0-1-16,-9-2 10 16,-5-6-5-16,3-4 2 15,8-10-3-15,6-12 37 0,8-2 31 16,5-7 1-16,8 0-13 15,4 0-11-15,0 0-9 16,0 0-19-16,6-4-18 16,18-8 8-16,8 1-5 15,6 4-4-15,2 0 2 16,-2 7-4-16,2 0 1 16,-3 0-3-16,0 0 2 15,-5 0-9-15,-2 9-171 16,-4-1-48-16,-6-4-321 15</inkml:trace>
  <inkml:trace contextRef="#ctx0" brushRef="#br0" timeOffset="127963.44">4502 8958 1228 0,'0'0'0'0,"0"0"-12"15,0 0-99-15,0 0 92 16,0 0-231-16</inkml:trace>
  <inkml:trace contextRef="#ctx0" brushRef="#br0" timeOffset="128482.23">4822 8667 908 0,'0'0'170'0,"0"0"-149"16,0 0 71-16,0 0 46 15,0 0-21-15,0 0-81 0,38-56-30 16,-15 53-1 0,2 3-4-16,2 2 8 0,0 18-1 15,-7 10-6-15,-4 5 3 16,-7 6-4-16,-9 3 4 16,-2 2-2-16,-23 3-2 15,-9 0 0-15,-4-2 0 16,-2-8 3-16,1-9 1 15,11-14-3-15,8-8 6 16,7-8 12-16,8 0 19 16,3-16-14-16,2-7-19 15,5 0-3-15,20 3 13 16,7 2-11-16,6 2 2 16,4 6 8-16,5 2-8 15,1 6 0-15,3 2-6 0,-3 0 0 16,-6 0-2-16,-7 8 0 15,-4 4-4-15,-3 2-86 16,-4-3-121-16,-3-6-209 16</inkml:trace>
  <inkml:trace contextRef="#ctx0" brushRef="#br0" timeOffset="128691.16">5398 8867 1137 0,'0'0'311'0,"0"0"-311"0,0 0 0 16,115-3 2-16,-49-7 12 16,3-2-7-16,-4 0-7 15,-9 3-7-15,-11 2-170 16,-13 1-120-16,-15 2-225 15</inkml:trace>
  <inkml:trace contextRef="#ctx0" brushRef="#br0" timeOffset="128887.23">5661 8714 1157 0,'0'0'275'0,"0"0"-275"0,0 0-10 15,0 0 10-15,1 99 9 16,9-55-1-16,4 1-7 16,-4-3 4-16,-2 0-5 15,-2-5-5-15,1-4-171 16,-1-8-206-16</inkml:trace>
  <inkml:trace contextRef="#ctx0" brushRef="#br0" timeOffset="129250.53">6050 8723 1265 0,'0'0'207'0,"0"0"-205"16,0 0-2-16,112-13 13 15,-68 13 15-15,-5 2-24 16,-1 12-3-16,-13 2-1 15,-12 2-1-15,-13 3-8 16,-3 6 1-16,-29 2 8 16,-10 0 0-16,-3-4 0 15,2-4 5-15,4-4-4 16,9-7 7-16,13-2-5 16,9-5 33-16,8-2 3 0,0-1-23 15,5 0-8-15,20 0 2 16,8-3 11-16,9-9-5 15,-2-1-13-15,4 2-3 16,2 3-5-16,1 3-10 16,3 1-162-16,-5-2-148 15,-4 4-384-15</inkml:trace>
  <inkml:trace contextRef="#ctx0" brushRef="#br0" timeOffset="129371.99">6704 8873 1401 0,'0'0'87'16,"0"0"-85"-16,0 0-2 0,0 0 0 16,0 0-67-1,0 0-166-15,63-24-330 0</inkml:trace>
  <inkml:trace contextRef="#ctx0" brushRef="#br0" timeOffset="129717.18">7013 8632 1346 0,'0'0'195'0,"0"0"-188"15,0 0 1-15,90-37 42 16,-58 37-5-16,-3 8-29 16,-6 15-11-16,-8 8-4 15,-11 5-1-15,-4 3 0 0,-17 2 4 16,-17 3-4-16,-9-2 0 15,-4-6 1-15,5-8-1 16,7-12 3-16,13-7 3 16,12-7 38-16,8-2 4 15,2 0-17-15,22-3-19 16,18-15 2-16,12-3-10 16,9 0 1-16,2 6-5 15,0 2 0-15,1 5 0 16,-11 8-2-16,-12 0-30 15,-15 0-51-15,-17 17-117 16,-9 4-189-16,-12 2-414 16</inkml:trace>
  <inkml:trace contextRef="#ctx0" brushRef="#br0" timeOffset="132498.2">21702 3337 975 0,'0'0'127'0,"0"0"-93"15,0 0 77-15,0 0 19 16,0 0-34-16,0 0-65 0,3-11-21 16,13 21 1-16,7 11 20 15,7 13 13-15,10 11-19 16,6 9 11-16,7 5 9 16,5-3-20-16,-1-4-14 15,3-4 1-15,-6-4-10 16,-8-3 8-16,-10-5-10 15,-13-6 1-15,-6-9-4 16,-9-5 3-16,-2-5-2 16,-6-6-13-16,0-4-168 15,-7-1-103-15,-20-22-382 16</inkml:trace>
  <inkml:trace contextRef="#ctx0" brushRef="#br0" timeOffset="132848.6">22171 3293 1057 0,'0'0'175'0,"0"0"-153"16,0 0 44-16,0 0 75 15,0 0-76-15,0 0-65 0,-16 36 2 16,-4 13-1 0,-8 9 75-16,-11 7-10 0,-1-1-10 15,-2-2-26-15,4-5 7 16,3 0-5-16,3-7-11 16,5-2-2-16,2-6-16 15,5-5 5-15,0-3-8 16,1-4 1-16,5-3-4 15,2-3-13-15,12-5-89 16,0-15-297-16,10-4-736 16</inkml:trace>
  <inkml:trace contextRef="#ctx0" brushRef="#br0" timeOffset="141899.43">15534 6044 562 0,'0'0'289'15,"0"0"-197"-15,0 0-22 16,0 0 50-16,0 0-3 16,0 0-55-16,0 0-20 15,29-63 3-15,-21 44 29 16,-3-2-9-16,-1-5-30 0,-4-5 0 15,0 0-14-15,-2-1-7 16,-16-1 5-16,-8 4-7 16,-2 3 7-16,-3 7-11 15,-1 10-6-15,0 9 4 16,-3 2-2-16,-4 30 4 16,4 17-5-16,2 13-3 15,10 5 0-15,10-2-1 16,12-7 0-16,1-11 1 15,5-7 0-15,15-11 0 16,4-5-2-16,4-11-1 16,2-7 3-16,2-6-12 0,-2-2-24 15,-1-20 11-15,-3-7-9 16,-3-7-2-16,-4-1 14 16,-6-3 14-16,-3 2 8 15,-5 5 0-15,-1 7 1 16,-4 9 4-16,1 10 4 15,-1 7 20-15,0 0-29 16,3 16-10-16,3 13 10 16,4 7 0-16,1 2 3 15,6-2-6-15,1-1-9 16,4-1-143-16,0-4-56 16,1-9-243-16</inkml:trace>
  <inkml:trace contextRef="#ctx0" brushRef="#br0" timeOffset="142064.35">15777 6002 1055 0,'0'0'205'15,"0"0"-173"-15,0 0 28 16,0 0-9-16,109-27-13 16,-50 27-26-16,4 0-12 15,2 0-17-15,-3 3-91 16,-5-3-131-16,-12 0-166 15</inkml:trace>
  <inkml:trace contextRef="#ctx0" brushRef="#br0" timeOffset="142251.29">16297 5808 650 0,'0'0'381'16,"0"0"-258"-16,0 0-65 15,0 0-1-15,0 0-30 16,0 0 58-16,-14 85-40 15,23-37-19-15,-1-1-21 16,-1 5 1-16,1-3-6 16,1 0-8-16,1-7-111 15,0-8-78-15,0-11-216 16</inkml:trace>
  <inkml:trace contextRef="#ctx0" brushRef="#br0" timeOffset="142662.45">16739 5839 922 0,'0'0'231'0,"0"0"-210"16,0 0-14-16,0 0 43 15,0 0-9-15,0 0-7 0,-14 45 31 16,-14-16-19 0,-8 2-11-16,-5-4-11 0,-5 0 2 15,4-6 3-15,4-5-1 16,7-3 12-16,6-6 1 16,9-3-10-16,10-2-15 15,4-1-13-15,2-1 3 16,0 0-6-16,2 0-4 15,16 2 4-15,11-1 14 16,5 1 1-16,7 1-10 16,2 1-5-16,2 0 3 15,0 4-3-15,-1 1-37 16,-2 2-102-16,-4 0-62 16,-1-7-148-16,-5-4-307 15</inkml:trace>
  <inkml:trace contextRef="#ctx0" brushRef="#br0" timeOffset="143045.93">17031 5806 1250 0,'0'0'89'0,"0"0"-26"15,0 0 31-15,85-67-25 16,-43 64-26-16,0 3-20 15,-9 0-13-15,-6 15 2 16,-10 8-9-16,-12 2-2 0,-5 6-2 16,-11 6 1-16,-25 2 0 15,-9 0 14-15,-5-5-12 16,3-9 3-16,11-10-1 16,16-11 9-16,12-4 14 15,8 0-5-15,0 0 0 16,4 0-4-16,23-8-16 15,11-7 18-15,11 2-16 16,2 0-3-16,2 3 0 16,-1 4 0-16,-3 5-2 15,-7 1 1-15,-9 0-8 16,-5 1-38-16,-8 9-50 16,-3 1-79-16,-3-2-120 15,-4-2-241-15</inkml:trace>
  <inkml:trace contextRef="#ctx0" brushRef="#br0" timeOffset="143532.96">17763 5793 648 0,'0'0'155'0,"0"0"-47"15,0 0 81-15,0 0-12 16,0 0-54-16,0 0-66 16,-1-26-47-16,1 26-10 15,0 10-2-15,0 7 1 16,-2 10-14-16,2-2-150 16,0-3-176-16,-1 0-300 15</inkml:trace>
  <inkml:trace contextRef="#ctx0" brushRef="#br0" timeOffset="143696.18">17831 6015 1204 0,'0'0'146'16,"0"0"-144"-16,0 0 2 16,-90 111 24-16,76-70-13 15,4 5-15-15,4-3-16 16,3-7-133-16,3-10-213 15</inkml:trace>
  <inkml:trace contextRef="#ctx0" brushRef="#br0" timeOffset="144196.16">18499 5941 992 0,'0'0'250'15,"0"0"-230"-15,0 0-10 16,0 0 62-16,45-88 2 16,-45 77-42-16,0 3 9 15,-5-1 13-15,-17 1-35 16,-6 3 7-16,-8 5-16 15,-3 2-2-15,-1 23 2 0,5 15 6 16,6 9 2 0,10 2-7-16,15 1-6 0,4-7-1 15,3-8-3-15,18-7-2 16,7-9 1-16,1-10 0 16,0-10 0-16,-4-1 0 15,-4-5-2-15,-1-18 2 16,1-7 1-16,-1-6-1 15,-2-5 0-15,-3 0-1 16,-2 3 0-16,-4 12 2 16,-4 6 1-16,-2 12 3 15,1 8-2-15,-1 0-3 16,5 15-2-16,4 14 1 16,2 9-3-16,2 4 5 15,4-3-2-15,2-2-23 0,1-5-113 16,-1-5-98-1,-2-10-205-15</inkml:trace>
  <inkml:trace contextRef="#ctx0" brushRef="#br0" timeOffset="144514.14">19037 5877 1058 0,'0'0'209'15,"0"0"-204"-15,0 0 0 16,0 0 3-16,0 0 49 0,0 0-32 16,-100 87-18-16,56-59 21 15,1-5 18-15,6-5-13 16,10-7 6-16,12-6-10 16,8-4 4-16,7-1-11 15,0 0-1-15,0 0-9 16,2 2-12-16,15 4 0 15,10 1 31-15,5 4 5 16,4-1-26-16,1 4-6 16,0-1-3-16,0 2-2 15,-3-1-49-15,1-4-145 16,-6-6-38-16,-2-4-222 16</inkml:trace>
  <inkml:trace contextRef="#ctx0" brushRef="#br0" timeOffset="144979.06">19241 5882 1208 0,'0'0'126'16,"0"0"-91"-16,0 0 9 16,0 0 59-16,117-56-69 15,-77 56-21-15,-3 0-12 16,-9 0 0-16,-6 15 4 15,-8 5-5-15,-11 5 2 16,-3 5-2-16,-5 2 1 16,-19-2 10-16,-1-4-8 0,4-10 1 15,8-7-3-15,6-6 1 16,7-2 0-16,0-1 11 16,0 0-4-16,0 0-4 15,17-1-5-15,7-8-1 16,5 3 0-16,3 4-3 15,-4 2-3-15,1 0 6 16,-8 0-5-16,-2 16 6 16,-11 3-2-16,-4 4 2 15,-4 2 9-15,-2-1 25 16,-17-3 12-16,-4-1 9 16,-6-5-9-16,-1-4-10 15,-2-5-10-15,4-2-26 0,0-4 17 16,3 0-17-1,-1 0-4-15,-2 5-25 0,-7 5-84 16,-6 6-193-16,-10 4-276 16</inkml:trace>
  <inkml:trace contextRef="#ctx0" brushRef="#br0" timeOffset="147212.01">14922 6641 344 0,'0'0'284'0,"0"0"-95"15,0 0-66-15,0 0 15 16,0 0-2-16,0 0-68 16,0 6-49-16,0 26-17 15,0 13 65-15,0 8 22 16,4 1-67-16,1 0-12 16,2-3 3-16,-3-3-11 15,3-1-1-15,-2-4-1 0,4-5-36 16,2-3-100-1,3-11-85-15,-1-11-240 0</inkml:trace>
  <inkml:trace contextRef="#ctx0" brushRef="#br0" timeOffset="147611.71">15650 6695 1196 0,'0'0'41'0,"0"0"-38"16,0 0 11-16,0 0 3 16,-77 83 14-16,47-55-13 15,-10 3-17-15,-7-1 14 16,-7-4 9-16,5-2 6 15,5-8-6-15,13-7 16 16,12-3 8-16,12-5-13 16,5 1-18-16,2-2 11 15,0 0-26-15,0 0-2 16,17 2 0-16,10 0 7 16,13 2 7-16,7-1-5 15,8-2-8-15,2 0 2 16,3 2-3-16,2 0-1 0,1 0 0 15,0 1-96-15,-7-1-41 16,-8 0-51-16,-7-3-166 16,-16 0-246-16</inkml:trace>
  <inkml:trace contextRef="#ctx0" brushRef="#br0" timeOffset="147831.72">15408 7124 992 0,'0'0'140'0,"0"0"-136"16,0 0-4-16,100 29 44 15,-54-21-8-15,8 2-26 16,1-1-10-16,2-3-4 15,-3-3-148-15,-6-3-247 16</inkml:trace>
  <inkml:trace contextRef="#ctx0" brushRef="#br0" timeOffset="148295.32">16314 6762 1153 0,'0'0'76'0,"0"0"-64"16,0 0 53-16,0 0 44 16,0 0-44-16,-86-48-46 15,65 59-9-15,-6 18 4 16,0 12-3-16,5 3 4 15,11 0 0-15,6-3-6 16,5-6 1-16,0-8-9 0,18-9 2 16,4-6-3-16,5-10 3 15,-1-2 7-15,3 0 3 16,-6-16-13-16,-1-7-11 16,-5-8 4-16,-5-5 2 15,-6-5 5-15,-2 1 1 16,-4 1 2-16,0 6 1 15,0 11-2-15,0 10 10 16,0 8 6-16,0 4 4 16,0 4-22-16,4 23-14 15,8 11 13-15,5 6-2 16,-1 2 6-16,6-4-6 16,2-1-50-16,4-5-122 0,1-9-91 15,2-12-242 1</inkml:trace>
  <inkml:trace contextRef="#ctx0" brushRef="#br0" timeOffset="148628.16">16846 6733 990 0,'0'0'208'15,"0"0"-194"-15,0 0-12 16,0 0 13-16,0 0 43 15,0 0-30-15,-48 102-16 0,22-72-1 16,-11 2 20 0,-5-5 8-16,2-5-1 0,5-8-3 15,10-7 3-15,12-4 13 16,6-1-16-16,7-2-21 16,0 0 3-16,0 0-17 15,13 3-3-15,11 1 3 16,8 1 15-16,6 1-5 15,4-1-10-15,3-1 0 16,2 1 0-16,-1-1-111 16,3 1-84-16,-4-5-89 15,0 0-272-15</inkml:trace>
  <inkml:trace contextRef="#ctx0" brushRef="#br0" timeOffset="149061.66">17215 6715 1222 0,'0'0'110'0,"0"0"-78"15,0 0 21-15,0 0 22 16,95-70-32-16,-54 70-32 16,-7 0-11-16,-7 13 0 15,-10 8-5-15,-12 4-2 16,-5 4 5-16,-2-1 2 15,-21 3 9-15,-8-6 2 16,-2-3-5-16,1-5 12 0,9-6-6 16,8-5-5-1,10-6 2-15,5 0 0 0,0 0 0 16,13 0-9-16,17-3 0 16,9-5 7-16,9 4-7 15,1 4 2-15,-1 0-4 16,-4 0 2-16,-9 13-3 15,-13 8 2-15,-10 5-5 16,-12 2 6-16,0-1 0 16,-19 1 28-16,-11-5 15 15,-5-5-5-15,-2-3 5 16,-1-3-20-16,-1-4-19 16,2 0-1-16,-3 0-3 0,-3-2-35 15,-4-1-100 1,-8-3-219-16,-7-2-445 0</inkml:trace>
  <inkml:trace contextRef="#ctx0" brushRef="#br0" timeOffset="149677.63">14511 6451 780 0,'0'0'214'16,"0"0"-207"-16,0 0-1 15,19 129 147-15,-6-44-44 16,4 15-16-16,-1 6-19 0,-2 3-32 16,-4-3 3-16,-3-6-22 15,-4-9-19-15,1-6-4 16,-4-13 0-16,1-12-33 16,-1-15-114-16,2-19-111 15,-2-19-275-15</inkml:trace>
  <inkml:trace contextRef="#ctx0" brushRef="#br0" timeOffset="150594.98">14546 6518 326 0,'0'0'543'0,"0"0"-409"16,0 0-66-16,0 0 95 16,0 0-34-16,0 0-43 15,7-42-52-15,6 37-11 16,6-1 14-16,8 0 8 15,4 2-6-15,9 0-12 0,11-2-6 16,9 4 7 0,13-3-15-16,9 1 1 15,2-1-9-15,5-1-3 0,1 1 6 16,3-2 0-16,1 3-7 16,-2 0 2-16,-3 3-3 15,-1-2 1-15,5 2-4 16,0 1 6-16,1-2-3 15,1 2 0-15,-3 0 1 16,-2 0 1-16,-1 0 0 16,-2 0-2-16,1 0 2 15,7 0-2-15,6 0 5 16,2-6-5-16,0-1-1 16,-3 1 0-16,-8-2 0 15,-7 4 1-15,-5 0-2 0,-8 3 4 16,-5 1-2-16,-9 0 0 15,-6 0 0-15,-6 0 0 16,-7 0 0-16,0 0 0 16,-4 0 0-16,0 0 3 15,-5 0-3-15,-1 0 0 16,-4 0 1-16,-3 0 1 16,-4 0-2-16,-3 0 0 15,-4 0-1-15,0 0 2 16,0 0-1-16,5 0 0 15,-2 0 0-15,4-2 3 16,-2 1-3-16,-1-2 0 0,-1 0 0 16,-4 3 3-1,-3 0-3-15,-4-2 0 0,-2 2 0 16,-1 0 3-16,0 0-3 16,0 0 3-16,0 0 12 15,0 0-5-15,0 0-2 16,0 0-8-16,0 0-2 15,0 0 0-15,0 14-6 16,0 16 8-16,3 19 10 16,3 9-3-16,2 10 4 15,-3 9-2-15,5 3-1 16,0-4 3-16,0-6-11 16,3-9 2-16,-4-7-2 15,-4-9 0-15,-5-7-1 16,0-7-2-16,-2-2-4 0,-20-2-15 15,-11 0-53-15,-12-5-99 16,-9-10-218-16</inkml:trace>
  <inkml:trace contextRef="#ctx0" brushRef="#br0" timeOffset="151351.6">15087 7367 445 0,'0'0'165'0,"0"0"-94"16,-91-2-62-16,62 2 111 16,-2 0-2-16,3 0-41 15,1 0-21-15,2 0 16 16,0 0 24-16,2 0-28 16,1 0 12-16,6 0-11 15,6 0-14-15,7 0 8 16,3 0-10-16,0 0-15 15,0 0-12-15,0 0-20 16,13 0 9-16,13 0-1 0,16 0 10 16,16-2 9-16,16 1-17 15,16-3-5-15,18 1 5 16,21 0-11-16,17-4 6 16,14 0-11-16,7-2-1 15,2-2-1-15,2 0 2 16,-6 1 3-16,-8 0 1 15,1-4-3-15,-9 2 13 16,-11 0-7-16,-7-2-6 16,-20 6 1-16,-15-1 0 15,-12 4 1-15,-18 2-3 16,-12-2 0-16,-12 2 3 16,-14 0-3-16,-8 0 1 15,-10 2 2-15,-6 1-3 16,-3 0 0-16,-1-2 0 0,2 2-7 15,-2 0-19-15,1 0-38 16,2 0-121-16,6 0-207 16,1 0-422-16</inkml:trace>
  <inkml:trace contextRef="#ctx0" brushRef="#br0" timeOffset="151877.78">18313 6902 987 0,'0'0'206'0,"0"0"-178"16,0 0 70-16,0 0 40 15,0 0-91-15,0 0-47 0,19 16 0 16,-5 19 30-16,0 4-3 15,-4 2 1-15,-2-7-6 16,1-5 1-16,-4-7 2 16,-2-10 5-16,0-6-9 15,1-6 8-15,-1 0-2 16,14-1 4-16,13-25 5 16,22-13-12-16,16-14-15 15,13-4-3-15,2-1-3 16,-9 8 2-16,-13 9-4 15,-17 14-1-15,-19 12 0 16,-13 7-6-16,-7 7-21 0,-5 1-42 16,-5 2-104-1,-24 12-233-15,-11 0-156 0</inkml:trace>
  <inkml:trace contextRef="#ctx0" brushRef="#br0" timeOffset="152244.25">18576 6786 1070 0,'0'0'222'0,"0"0"-177"16,0 0-29-16,0 0 61 16,0 0-28-16,0 0-39 15,35 53 41-15,-17-12-12 0,-4 5-2 16,-4 5 9-16,-6-4-13 15,2-7-16-15,-2-9 2 16,-2-8 2-16,0-12 0 16,0-7 7-16,-1-4-10 15,4 0 5-15,11-2 12 16,15-20-2-16,13-11-5 16,18-10-16-16,6-1 1 15,7-3-2-15,5-2-8 16,2 6 1-16,-9 7-4 15,-14 8 0-15,-8 7-3 0,-11 5-42 16,-8 3-57 0,-12 0-111-16,-20-2-498 0</inkml:trace>
  <inkml:trace contextRef="#ctx0" brushRef="#br0" timeOffset="160225.17">3517 9987 853 0,'0'0'148'0,"0"0"-130"16,0 0 38-16,0 0 59 15,0 0-46-15,0 0-29 16,0 0-13-16,0 0 10 15,9-16 20-15,-9 7 2 16,0 3-22-16,0-4-8 16,0-3-17-16,0-2 6 15,0 1-8-15,-6 0 7 16,-5-1-11-16,-1 4 6 16,-3 6 11-16,0 3-13 0,-3 2-7 15,-4 12-5-15,-5 23 2 16,-1 12-6-16,-1 14 5 15,5 3-2-15,5-4 3 16,9-4-1-16,8-10-6 16,2-8 7-16,0-11-4 15,10-5 2-15,4-13-1 16,-3-2 3-16,2-4-4 16,3-3 2-16,0 0-2 15,6-7-2-15,4-18 6 16,0-8-11-16,1-8 3 15,-5-6-9-15,-8 3 17 16,-3 4 0-16,-10 9 3 0,-1 10 4 16,0 10 1-16,0 9 10 15,0 2 15-15,0 0-33 16,0 0-10-16,0 11-10 16,0 14 7-16,3 8 13 15,4 4 6-15,3 1-1 16,-1-2-5-16,-1 0-2 15,2-3-7-15,4 1-153 16,3-15-84-16,4-9-292 16</inkml:trace>
  <inkml:trace contextRef="#ctx0" brushRef="#br0" timeOffset="160408.29">3847 10133 1266 0,'0'0'254'16,"0"0"-254"-16,0 0-24 16,0 0 24-16,0 0 16 15,111-6-8-15,-63 6-8 16,-10 4-41-16,-6 8-126 16,-11-4-115-16,-14 1-260 15</inkml:trace>
  <inkml:trace contextRef="#ctx0" brushRef="#br0" timeOffset="160559.26">3889 10330 1296 0,'0'0'7'0,"0"0"-7"0,0 0-8 16,0 0 7-16,118-10 1 15,-63 6-141-15,0-4-179 16,-8-1-221-16</inkml:trace>
  <inkml:trace contextRef="#ctx0" brushRef="#br0" timeOffset="160796.46">4375 9937 1154 0,'0'0'151'15,"0"0"-151"-15,0 0-18 16,0 0 18-16,0 0 33 16,5 111 3-16,0-59-14 15,-3 2 1-15,-2-3-14 16,1-4-4-16,-1-5-5 16,4-6-4-16,-1-7-96 15,4-10-135-15,-1-14-226 16</inkml:trace>
  <inkml:trace contextRef="#ctx0" brushRef="#br0" timeOffset="161084.16">4557 9815 407 0,'0'0'758'16,"0"0"-729"-16,0 0-29 16,0 0 0-16,-3 83 51 15,3-32-16-15,3 4 16 16,7 1-14-16,-3-4-1 0,-1-4 2 16,-3-3-22-16,0-3-8 15,-3-4-5-15,0-3-3 16,0-8-87-16,0-6-65 15,0-11-203-15,0-10-184 16</inkml:trace>
  <inkml:trace contextRef="#ctx0" brushRef="#br0" timeOffset="162145.98">4532 9741 762 0,'0'0'380'0,"0"0"-329"15,0 0-44-15,-85-3 93 16,62 3 16-16,-3 0-54 15,-6 0-32-15,-7 0 1 16,-13 0 14-16,-10 0 2 16,-10 0-16-16,-8 0-5 15,-6 0 0-15,0 0 1 0,-4 0 6 16,6-2-17 0,5 1-2-16,11 1-2 0,9 0-6 15,7 0 6-15,11 0-10 16,2 0 0-16,7 1-2 15,2-1 4-15,3 0-2 16,0 0-2-16,2 0 0 16,4 0 4-16,0 0-1 15,5-1 0-15,4-2 5 16,2 2-8-16,2-2 5 16,1 1-1-16,0-1-3 15,1-1 1-15,-1 2-2 16,1 0 0-16,-1 1 0 15,2-1 0-15,0 2 0 16,3 0-1-16,0 0 1 16,2 0 0-16,0 0-2 15,0 0 2-15,0 0-2 0,0 0-1 16,0 0 1-16,0 0 2 16,0 0-7-16,0 0 7 15,0 5-7-15,0 10 6 16,0 7 0-16,0 10 0 15,0 8 1-15,4 9 1 16,1 4 0-16,1 2-2 16,3 0 2-16,-1 1 0 15,0-3 2-15,-1 0-1 16,-4-2-2-16,1-5 0 16,-1-1 2-16,-1-7-1 15,-2-6-1-15,0-7 0 0,0-4-1 16,0-4 2-16,0-7-1 15,0-1 0-15,0-4 3 16,0-1-2-16,0-4-1 16,0 0 0-16,0 0 1 15,0 0 1-15,0 0 4 16,0 0-6-16,0 0 1 16,0 0-2-16,3 0 1 15,5 0-2-15,11 3 2 16,7 3 6-16,15-1 4 15,9-1 3-15,14 0-5 16,11-1-7-16,12 1 3 16,11-1-1-16,9 0-2 15,6-3 0-15,-7 0 1 0,-7 0-2 16,-10 0 1-16,-10-6 2 16,-8-7-3-16,-7-2 7 15,-9 1-5-15,-6-1 2 16,-10 1 1-16,-3 3-3 15,-10 4 1-15,-4 3-3 16,-5-1 0-16,-5 3 0 16,-5 2 0-16,-3 0-8 15,-4 0-1-15,5 0-36 16,2 0-35-16,1 13-205 16,-3-2-231-16</inkml:trace>
  <inkml:trace contextRef="#ctx0" brushRef="#br0" timeOffset="165725.16">3663 11273 349 0,'0'0'152'0,"0"0"-97"15,0 0-3-15,0 0 101 0,0 0-2 16,0 0-68-16,0 0 3 16,0 0 9-16,0-4 10 15,-4 4-16-15,1 0-8 16,0 0-32-16,-1 0-9 16,-2 0-17-16,-3 4-14 15,-2 15 0-15,1 4-8 16,1 11 3-16,4 6-1 15,4 7-2-15,1 1 3 16,0 2-4-16,4-10 4 16,10-4-5-16,0-6 2 15,0-11-2-15,-1-8 1 0,1-4-1 16,0-7 1-16,-1 0 1 16,4 0 0-16,2-7 15 15,5-12-8-15,3-11 1 16,-4-3-9-16,-4-5-4 15,-8 0-3-15,-8 0 7 16,-3-3-3-16,-1-3 3 16,-18-2 3-16,-4 6 2 15,-2 2-1-15,2 7-1 16,1 9 11-16,3 5 5 16,5 5-15-16,5 7-4 15,4 3-3-15,2 2-5 16,0 6-6-16,-3 21-11 15,5 11-26-15,1 3-55 16,8 1-79-16,21-5-147 0,9-8-122 16</inkml:trace>
  <inkml:trace contextRef="#ctx0" brushRef="#br0" timeOffset="166175.04">4145 11421 1018 0,'0'0'125'0,"0"0"-117"15,0 0 72-15,0 0 43 0,0 0-48 16,0 0-45-1,-9 0-20-15,19 0-1 0,15 0 16 16,14-2 4-16,9-4 7 16,5-1-20-16,2 1-6 15,-1-2-6-15,-5 3-3 16,-3-2-2-16,-4 1-21 16,-9 4-80-16,-5-3-117 15,-14 1-49-15,-11 0-203 16</inkml:trace>
  <inkml:trace contextRef="#ctx0" brushRef="#br0" timeOffset="166437.53">4327 11212 786 0,'0'0'381'15,"0"0"-324"-15,0 0-51 16,0 0 4-16,0 0 9 16,0 0 39-16,4 91 34 15,3-41-53-15,-2 1-10 16,-3 2-15-16,-2-4-2 16,4-3-10-16,0-4-2 15,3-6-47-15,3-7-129 16,3-11-182-16,2-10-421 15</inkml:trace>
  <inkml:trace contextRef="#ctx0" brushRef="#br0" timeOffset="167042.9">5144 11162 671 0,'0'0'160'0,"0"0"-154"16,0 0 66-16,0 0 77 15,0 0-37-15,0 0-56 16,0-24-14-16,0 24 18 15,-4-3 13-15,0 0 9 0,-5 2-24 16,-1-2-13 0,-3 3-22-16,-4 0-9 0,-3 0 1 15,-2 0 0-15,-3 7-2 16,0 7-1-16,2 6 5 16,3 6-7-16,1 6-1 15,5 6 1-15,2 9-1 16,2 1 3-16,6 5-7 15,4-3 0-15,0-3-5 16,4-7-1-16,12-7 0 0,4-6 0 16,5-6-3-1,4-8-42-15,6-6-23 16,7-7-57-16,5 0-72 0,1-26-144 16,2-9-189-16</inkml:trace>
  <inkml:trace contextRef="#ctx0" brushRef="#br0" timeOffset="167391.09">5554 11249 953 0,'0'0'295'15,"0"0"-276"-15,0 0-13 16,0 0 77-16,0 0 14 15,0 0-53-15,0 0-26 0,-71-24-3 16,53 24 11-16,-6 7 4 16,-1 10-3-16,1 3-4 15,2 1-7-15,2 4 6 16,8-1-6-16,4 4 0 16,6-3-10-16,2 2-1 15,0 0 7-15,9-6-10 16,7 2 0-16,9-7-1 15,5-5 1-15,6-8-2 16,3-3-4-16,5 0-48 16,-1-7-47-16,3-9-75 15,-5-3-45-15,-5 0-153 16,-6 1-125-16</inkml:trace>
  <inkml:trace contextRef="#ctx0" brushRef="#br0" timeOffset="167546.03">5771 11389 948 0,'0'0'259'0,"0"0"-234"16,0 0-6-16,0 0 32 16,0 0 11-16,0 0-20 15,112-2-18-15,-65 2-21 16,1-6-3-16,2 1-8 16,1-1-69-16,-6-1-91 15,-7 0-110-15,-6-3-197 16</inkml:trace>
  <inkml:trace contextRef="#ctx0" brushRef="#br0" timeOffset="167756.19">6202 11183 948 0,'0'0'96'0,"0"0"-86"15,0 0 26-15,0 0 5 16,0 0 26-16,0 0-18 15,7 90-30-15,-1-58 8 16,0-1-16-16,-3 3-2 16,1-4-8-16,-1-3-1 15,1-4-63-15,0-6-162 0,-1-8-186 16</inkml:trace>
  <inkml:trace contextRef="#ctx0" brushRef="#br0" timeOffset="168035.17">6364 11069 579 0,'0'0'712'0,"0"0"-708"16,0 0 8-16,0 0-12 15,0 0 49-15,114 31-18 16,-77 7-2-16,-2 6 7 0,-7-1-7 15,-8 1 0-15,-8 2-2 16,-12-2-20-16,0-3 4 16,-9-2-5-16,-12-2 0 15,-4-10-3-15,0-2-3 16,3-9-50-16,8-8-85 16,8-8-94-16,5 0-316 15</inkml:trace>
  <inkml:trace contextRef="#ctx0" brushRef="#br0" timeOffset="168348.49">6840 11040 1220 0,'0'0'54'16,"0"0"-44"-16,0 0 47 15,0 0 33-15,0 0-56 16,-49 91-1-16,36-29 25 16,2-3-26-16,6-2 16 15,2-6-13-15,3-2-22 16,0-6-5-16,0-2-6 15,7-10-2-15,6-5-49 0,10-8-91 16,6-5-90-16,3-13-219 16</inkml:trace>
  <inkml:trace contextRef="#ctx0" brushRef="#br0" timeOffset="168823.66">7304 11276 1121 0,'0'0'183'0,"0"0"-166"15,0 0 32-15,0 0 81 0,0 0-50 16,-91-37-46-16,70 37-33 16,1 0 1-16,-1 17 0 15,-1 9 9-15,2 1 6 16,1 7 8-16,7-7-8 15,7-1-5-15,5-6-9 16,0-3-3-16,4-4 2 16,16-9-1-16,6-4 5 15,8 0-5-15,3-17-1 16,-2-7-5-16,0-5-7 16,-5-4 12-16,-1-5-11 15,-6-6 4-15,-8-6 7 16,-8-3 0-16,-7-1 1 0,-2-5 2 15,-16 8 6 1,-6 11 0-16,1 9 9 0,6 15 5 16,5 8-3-16,9 8-9 15,1 0-11-15,-3 15 0 16,2 17-6-16,-2 13 6 16,3 7 0-16,2-3-14 15,3-3-25-15,14-5-48 16,5-6-127-16,1-10-60 15,2-8-266-15</inkml:trace>
  <inkml:trace contextRef="#ctx0" brushRef="#br0" timeOffset="169025.74">7573 11227 1233 0,'0'0'157'15,"0"0"-151"-15,0 0-3 16,0 0 67-16,92-5-18 16,-48 5-38-16,1 0-14 15,-3 0-7-15,-4 0-99 16,-1 0-29-16,-4 0-180 16,-5 0-249-16</inkml:trace>
  <inkml:trace contextRef="#ctx0" brushRef="#br0" timeOffset="169227.86">7984 10978 1078 0,'0'0'218'0,"0"0"-168"16,0 0-36-16,0 0 6 16,0 0 66-16,7 106-21 15,2-55-55-15,-1 0-2 16,-1-5-5-16,-2-2-3 15,0-5-2-15,-1-7-85 16,0-7-80-16,1-8-167 16,-1-10-278-16</inkml:trace>
  <inkml:trace contextRef="#ctx0" brushRef="#br0" timeOffset="169481.67">8136 11019 1240 0,'0'0'200'0,"0"0"-200"15,0 0 10-15,0 0-5 16,110 50 52-16,-67-7-20 16,-6 7-25-16,-9 0 0 15,-12-1 22-15,-10 2-7 16,-6-4-11-16,-2-3-10 0,-18-4-6 15,-4-9-11-15,2-8 0 16,5-8-86-16,3-10-87 16,7-5-236-16</inkml:trace>
  <inkml:trace contextRef="#ctx0" brushRef="#br0" timeOffset="169692.47">8654 11149 1277 0,'0'0'287'0,"0"0"-287"0,0 0 13 16,86 0-13-16,-39 0 17 15,1 0-17-15,-2 0-40 16,-8 0-183-16,-9-4-251 15</inkml:trace>
  <inkml:trace contextRef="#ctx0" brushRef="#br0" timeOffset="169849.3">8757 11299 1200 0,'0'0'205'0,"0"0"-205"15,0 0-82-15,0 0 73 0,118 0 9 16,-60-9-300-16,-2-8-326 16</inkml:trace>
  <inkml:trace contextRef="#ctx0" brushRef="#br0" timeOffset="170558.09">9666 10887 916 0,'0'0'345'16,"0"0"-290"-16,0 0-54 16,0 0 57-16,0 0 70 15,0 0-52-15,0-3-36 16,0 3-5-16,-5 0 8 15,-14 0-9-15,-9 0 1 16,-5 7-23-16,0-2-4 16,1-1-1-16,0-4 6 15,3 0-8-15,5 0-4 16,4 0 6-16,6 0-6 16,7-4 3-16,4 1-4 15,3 1 0-15,0 1-1 16,0-1 1-16,0 2-3 0,0 0 2 15,0 0 0 1,0 0 1-16,0 0 0 0,0 0 0 16,0 8-6-16,0 10 5 15,0 6 1-15,2 3 3 16,-2 3-1-16,0-3-1 16,0-2-1-16,0-5 0 15,0-6 0-15,0-7 0 16,0-4 0-16,0-3 1 15,0 0-1-15,0 0 0 16,0 0 0-16,18 0-6 16,7-4 6-16,9-5 0 0,0-2-7 15,5 2-14 1,-4 5 1-16,1 4 6 0,-4 0-4 16,-6 4-6-16,-6 16 6 15,-5 1 9-15,-5 3 5 16,-5 2 2-16,-3-3 0 15,-2-2 2-15,0-5 0 16,-13-3 13-16,-14 1 22 16,-5-5-3-16,-5-2-13 15,0-3-7-15,4-4 1 16,1 0-4-16,0 0-6 16,0 0-3-16,1 0-15 15,3 0-59-15,1 2-169 16,2 3-334-16</inkml:trace>
  <inkml:trace contextRef="#ctx0" brushRef="#br0" timeOffset="178773.95">7921 11995 233 0,'0'0'667'0,"0"0"-566"15,0 0-90-15,0 0-3 16,0 0 98-16,0 0-5 15,0 0-43-15,0 0 3 16,0 0 28-16,0 0 1 16,0 0-6-16,0 0-26 15,0 0-13-15,0 0-13 16,-7 0-10-16,-6 0-6 16,-9 0-7-16,-6 2-6 0,-4 1 0 15,0-1-3-15,-1 2 1 16,1-1-1-16,2 1 1 15,3-1-1-15,3 0 0 16,11-3 2-16,6 0-1 16,6 0 0-16,1 0 0 15,0 0 0-15,0 0 1 16,0 0-1-16,0 0-1 16,0 0 0-16,0 0 1 15,0 0-1-15,0 3-2 16,0-3-1-16,0 3-1 0,0 5 1 15,-5 8-2 1,0 7 5-16,-2 5-1 16,0 1 2-16,1-5-1 0,1-1 0 15,0-5 0-15,3-8 0 16,0-7 0-16,2 1 1 16,0-4 0-16,0 0 0 15,0 0 1-15,0 0-2 16,0 0-4-16,0 0 3 15,2 0-2-15,8 0-3 16,5-7 6-16,12 6 7 16,6-2-7-16,3 3 0 15,-3 0-6-15,-6 0 6 16,-7 11-7-16,-7 2-2 16,-5 3 8-16,-2-2-9 0,-6-1 8 15,0 1 2-15,0-5 6 16,-9-2 7-16,-4 3 2 15,-5-6-4-15,-4-1-3 16,-4 1-6-16,-2-4-2 16,-3 0-3-16,-3 2-60 15,1 5-109-15,-6 3-132 16,-6 0-283-16</inkml:trace>
  <inkml:trace contextRef="#ctx0" brushRef="#br0" timeOffset="179721.98">6008 12137 489 0,'0'0'335'0,"0"0"-243"16,0 0-83-16,0 0 45 15,0 0 86-15,0 0-22 16,0-14-49-16,0 8-3 16,6-2 4-16,-2-2-7 15,3-2-12-15,-1 1-17 16,0-2-4-16,-1-1-10 15,-2 4-3-15,1-4-2 16,-1 5-6-16,-2 2 4 16,-1 0-2-16,2 7-5 15,-2 0 5-15,0 0-11 0,0 0 1 16,0 0-1 0,0 0 0-16,0 0-4 0,0 14-8 15,0 9 12-15,0 14 8 16,0 3 1-16,2 7 1 15,3 1-7-15,-2-2 0 16,-1-3-2-16,-2-2 0 16,0-8 0-16,0-9-1 15,0-4 0-15,0-10 0 16,0-4 0-16,-2-3 2 16,0-3 1-16,1 0 3 15,-1 0-5-15,-3 0 5 16,-10 0 2-16,-10 0 2 15,-10-3 0-15,-2-7-7 0,5 4 1 16,9 0 2-16,11 4 0 16,7 2 3-16,5-3 1 15,0 3 2-15,0-2-12 16,0-2-3-16,12-3-1 16,13-2 4-16,12-2 4 15,13 1 0-15,7 4-4 16,3 3-10-16,4 3-33 15,-1 0-66-15,4 6-128 16,-7 7-192-16</inkml:trace>
  <inkml:trace contextRef="#ctx0" brushRef="#br0" timeOffset="180798.98">7714 12778 1047 0,'0'0'163'0,"0"0"-152"16,0 0 12-16,0 0 86 15,0 0-25-15,0 0-75 16,0 0 0-16,-17 58-9 0,17-18 30 16,0 4-7-16,0-3-11 15,2-8-6-15,6-6-5 16,0-5 4-16,-2-4-1 16,-5-1-4-16,-1 0-53 15,-8-1-120-15,-27-5-255 16</inkml:trace>
  <inkml:trace contextRef="#ctx0" brushRef="#br0" timeOffset="181705.62">6207 12913 347 0,'0'0'526'0,"0"0"-426"15,0 0-87-15,0 0-6 16,0 0 50-16,0 0 13 16,0-4-51-16,0 4-10 15,0 0 3-15,0 0 18 16,0 0 49-16,0 0-2 15,0 0 4-15,0 0 1 16,-10 0-16-16,-3 0-26 16,-9-2-21-16,-6-1-7 15,-2-1 3-15,-4 1 13 16,2 2-10-16,2 1-1 0,7 0-8 16,8 0 2-16,5-3-8 15,6 3 1-15,4 0 2 16,0 0-4-16,0 0 0 15,0 0-3-15,0 0 1 16,0 0-6-16,0 0 6 16,-1 0-4-16,-4 14 3 15,-2 7-3-15,-2 7 4 16,3 3-1-16,1-5-1 16,0 1 2-16,4 0 0 15,-5-7 1-15,3-6-1 16,2-7 1-16,-1-7 0 0,2 0-1 15,0 0 2 1,0 0 2-16,0 0-1 0,0 0-3 16,0 0-6-16,2 0 2 15,9 0-4-15,11 0 8 16,10-5 10-16,6 3 0 16,-1 2-10-16,-5 0-1 15,-7 0 1-15,-8 2-4 16,-6 6-1-16,-6 1 2 15,-4-2-5-15,-1 1 8 16,0 4 2-16,-7 2 18 16,-13 2-1-16,-6-3-10 15,1-2-7-15,-1-3 4 16,0 1-6-16,0 2 0 16,4-1-33-16,2-1-37 0,7 1-53 15,4-6-105-15,9-4-17 16,0 0-93-16,0-7-11 15</inkml:trace>
  <inkml:trace contextRef="#ctx0" brushRef="#br0" timeOffset="182121.64">5541 13004 1033 0,'0'0'233'0,"0"0"-218"0,0 0-10 15,0 0 72-15,0 0 46 16,0 0-80-16,-3-10-27 16,40 10-3-16,20 0 42 15,18 0 3-15,25 10-17 16,24-3-16-16,20 0-9 15,22-4-1-15,21-3-10 16,22 0-2-16,17-10 0 16,14-10 12-16,3-4 14 15,-11 4-15-15,-20 10-14 16,-39 1 0-16,-41 9 0 0,-45 0 3 16,-39 0-3-1,-28 0 0-15,-18 0 0 0,-2 0-9 16,0 0 5-1,-16 0 4-15,-12 0 4 0,-5 0-4 16,-7 0-45-16,-2 0-36 16,0 9-122-16,-5 1-241 15</inkml:trace>
  <inkml:trace contextRef="#ctx0" brushRef="#br0" timeOffset="187270.26">9563 12652 28 0,'0'0'478'16,"0"0"-321"-16,0 0-41 16,0 0-18-16,0 0 17 15,0 0 2-15,0 0-71 16,0-60-5-16,0 50 10 16,0-4-5-16,-11 4 12 15,-2 1-19-15,-3 1 18 16,-3 5-29-16,-2 3-13 15,-3 0-15-15,-3 20 2 0,1 12-2 16,2 6 0 0,6 6 2-16,9-3-1 0,9-5-1 15,0-7-2-15,11-7 2 16,7-9-2-16,4-2 2 16,0-5 4-16,1-6 4 15,0 0-8-15,2-8-3 16,-1-12 3-16,-2-4 12 15,-3-5-12-15,-5-5-7 16,-6-2 6-16,-6-1 1 16,-2-4 4-16,0-8-3 15,-14-8 7-15,-1-7-5 16,2 7 0-16,2 10 10 0,4 17 6 16,2 16 20-1,3 9 11-15,2 5-19 0,-2 0-27 16,2 0-4-16,0 0-13 15,0 13-14-15,0 16 12 16,0 12 15-16,4 3 2 16,4 2-1-16,3 0-1 15,5-5-43-15,-1 0-89 16,2-8-66-16,-4-9-236 16</inkml:trace>
  <inkml:trace contextRef="#ctx0" brushRef="#br0" timeOffset="187448.62">9782 12579 1094 0,'0'0'305'16,"0"0"-305"-16,0 0-3 16,88-30 3-16,-43 23 12 15,6 6-12-15,-6 1-7 16,-3 0-138-16,-16 0-160 15,-16 3-224-15</inkml:trace>
  <inkml:trace contextRef="#ctx0" brushRef="#br0" timeOffset="187597.8">9843 12746 1222 0,'0'0'120'0,"0"0"-120"16,0 0-52-16,0 0 52 15,86 0 0-15,-36 0-44 16,2-3-215-16,0-5-122 16</inkml:trace>
  <inkml:trace contextRef="#ctx0" brushRef="#br0" timeOffset="188003.4">10514 12410 604 0,'0'0'484'0,"0"0"-409"0,0 0-54 15,0 0 67-15,0 0 37 16,0 0-80-16,-45-33-12 16,23 37-21-16,-6 22-1 15,-4 6 12-15,2 13 8 16,2-1-3-16,8 1-10 15,10-3-5-15,10-11-13 16,0-5 0-16,14-8 0 16,13-6 2-16,8-5-1 15,0-7 1-15,-1 0 3 16,-6 0-5-16,-8-7 0 16,-6-2 6-16,-9-2 3 15,-5 4-2-15,0-2 4 0,-10 1-11 16,-12-1 4-16,-3 6-4 15,3 2 1-15,4 1-5 16,4 0 2-16,8 0-22 16,6 4-87-16,0 2-90 15,13-6-126-15,12 0-217 16</inkml:trace>
  <inkml:trace contextRef="#ctx0" brushRef="#br0" timeOffset="188257.95">10723 12230 1170 0,'0'0'196'0,"0"0"-196"16,0 0-4-16,0 0 4 15,0 0 24-15,10 137 44 16,5-67-40-16,0 1-17 15,-5-11 1-15,-3-3 1 16,-2-3-8-16,0-10 0 16,-2-8-5-16,0-9-32 15,-3-4-89-15,0-13-78 16,0-7-210-16</inkml:trace>
  <inkml:trace contextRef="#ctx0" brushRef="#br0" timeOffset="189105.76">10760 12213 1212 0,'0'0'75'0,"0"0"-71"15,-87-19 0-15,50 14 86 16,-10 3 10-16,-9 2-60 15,-13-4-24-15,-10-1 5 0,-7-1 29 16,-7 1-10-16,-2-4-20 16,-4 1-1-16,2-2-8 15,6-4 0-15,3 1-4 16,11 2 1-16,9 5 6 16,8 0-2-16,13 0 1 15,10 4-6-15,6 0-4 16,4 2 3-16,2 0-3 15,5 0-3-15,3 0 2 16,7 0-1-16,3 0 1 16,0 0-1-16,3 0-2 15,-3 0 3-15,-2 2 0 16,5-2-2-16,0 2 0 16,4-2 2-16,0 0 9 15,0 0-4-15,0 0-3 0,0 0 2 16,0 0-3-16,0 0-3 15,0 0 3-15,0 1-3 16,0-1 1-16,0 0-1 16,0 0 2-16,0 0-4 15,0 0 4-15,0 2-4 16,-2 10 2-16,-2 15-5 16,-3 10 5-16,2 19-1 15,1 12 3-15,4 10-4 16,0 8 2-16,0 1 0 15,0 3 5-15,0-5-4 16,2-12-1-16,5-5-2 0,-2-15 2 16,0-13 2-1,-2-13-2-15,-1-7 2 0,0-10-1 16,-2-3-1-16,0-5 0 16,0-2 0-16,1 0 0 15,1 0 0-15,-2 0 0 16,1 0 2-16,6 0-2 15,6 5-1-15,15 1 1 16,17 1 11-16,20 2-7 16,22-6 4-16,20-3-4 15,24 0 0-15,20 0 1 16,8-9-2-16,3-4 2 16,-15 3-5-16,-23 1 0 15,-20 3-2-15,-26-3-1 16,-21 5 1-16,-22 1-5 0,-18 3-19 15,-14 0-4-15,-3 0-16 16,-10 0-32-16,-23 0-172 16,-21 7-346-16</inkml:trace>
  <inkml:trace contextRef="#ctx0" brushRef="#br0" timeOffset="189872.07">9563 13452 842 0,'0'0'213'0,"0"0"-157"0,0 0 23 15,0 0 41-15,0 0-13 16,0 0-35-16,-4-13-38 16,-3 13-1-16,-3 0 5 15,-4 0-12-15,-10 0-19 16,-3 0-4-16,-6 5 6 15,0 7 10-15,-1 1-1 16,1 7-3-16,3 1-3 16,5 6-8-16,3 0 2 15,7 9 2-15,6 1-2 16,7-3 7-16,2-1-5 16,0-6-5-16,14-5 4 0,8-4-5 15,3-4 2 1,8-5 1-16,8-4-4 0,2-5 6 15,5 0-7-15,1 0-7 16,1-16-42-16,0-3-68 16,-5-4-102-16,-6-3-134 15,-11-5-428-15</inkml:trace>
  <inkml:trace contextRef="#ctx0" brushRef="#br0" timeOffset="190021.49">9756 13562 1125 0,'0'0'293'0,"0"0"-293"16,0 0-4 0,0 0 4-16,0 0 24 0,0 0-24 15,118 24-2 1,-87-10-145-16,-11-1-103 0,-15-2-282 16</inkml:trace>
  <inkml:trace contextRef="#ctx0" brushRef="#br0" timeOffset="190186.14">9758 13777 1255 0,'0'0'194'0,"0"0"-194"16,0 0-90-16,0 0 90 16,0 0 0-16,119-3-17 15,-69-2-206-15,-7-3-131 0,-5-3-411 16</inkml:trace>
  <inkml:trace contextRef="#ctx0" brushRef="#br0" timeOffset="191438.58">10173 13436 665 0,'0'0'386'15,"0"0"-221"-15,0 0-65 16,0 0 13-16,0 0-4 15,49-80-54-15,-24 76-33 16,-2 4-11-16,2 0 1 16,-1 0-7-16,-6 13-5 15,-7 8-9-15,-7 8 4 16,-4 8 3-16,-12 10 4 16,-21 4 13-16,-11 1-5 15,-1-3-9-15,3-16 7 16,14-16-5-16,13-11 10 0,11-6 8 15,4 0 18-15,0 0-20 16,19-12-13-16,14-9-1 16,12 1 1-16,10 3-3 15,4 3-3-15,3 8 0 16,-2 2-3-16,-6 4 3 16,-12 0-15-16,-16 0-60 15,-14 11-65-15,-12 2-82 16,-5 7-154-16,-34 0-16 15</inkml:trace>
  <inkml:trace contextRef="#ctx0" brushRef="#br0" timeOffset="192635.65">8889 13262 783 0,'0'0'185'15,"0"0"-159"-15,0 0 17 16,0 0 103-16,0 0-33 16,0 0-47-16,0-37-35 15,0 37-9-15,0 0 13 16,-2 0-1-16,2 14-34 15,-3 22 7-15,1 18 18 16,2 23 26-16,-1 10-27 16,-1 13-1-16,2 8 3 0,-2-2-6 15,0-12-5-15,1-18-5 16,1-17-3-16,-2-17-5 16,1-15 1-16,-1-12 1 15,2-8 3-15,0-5-6 16,0-2 1-16,0 0 2 15,0 0 11-15,0 0 16 16,0 0-10-16,0 0-10 16,0 0-11-16,13 0 3 15,16 0 1-15,19-4 5 16,23-5-4-16,19-2 2 16,24-2-2-16,16-4-3 15,17 0-2-15,8 4 4 16,6 4-2-16,-7 6 1 0,-13-1-1 15,-12 0-2-15,-18 1-3 16,-16 3 3-16,-16-4 0 16,-17-2 2-16,-17 3-2 15,-15-5 1-15,-12 3-1 16,-6 0 3-16,-9 2-1 16,1 0 2-16,-4 3 0 15,0 0-3-15,0 0 1 16,0 0-1-16,0 0-1 15,0-3 0-15,0 3 1 0,1 0 0 16,-1 0-1 0,0 0 1-16,2-5 1 0,2-7-2 15,0-4 0-15,2-8 0 16,1-6 1-16,-1-7-1 16,-2-6-1-16,2-17-1 15,-5-11 2-15,3-5 0 16,-1-6 1-16,-1 2-2 15,-2 5 1-15,0 3 0 16,0 7-2-16,-12 5 1 16,2 0 1-16,2 6 0 15,-1 5 1-15,5 5-1 16,-3 14 0-16,3 10 0 16,1 10 0-16,1 7 1 15,2 3-1-15,0 0 0 0,0 0-2 16,0 0 0-1,-2 0-3-15,1 0 2 0,-1 0 0 16,1 0-2-16,1 0 5 16,-2 0-1-16,-2 0 2 15,-4 0 0-15,-5 3 3 16,-11 4 5-16,-7 3-3 16,-13-1 0-16,-12 1 1 15,-15-3 7-15,-10 1-10 16,-17 4 5-16,-12-5-4 15,-15 7-1-15,-11-5-4 16,-11 2 0-16,-8-1-7 16,-6 0-34-16,-10-4-27 15,-6 5-37-15,-1-8-243 0,8-3-538 16</inkml:trace>
  <inkml:trace contextRef="#ctx0" brushRef="#br0" timeOffset="197017.96">3449 9724 942 0,'0'0'80'0,"0"0"-80"15,0 0-9-15,0 0 9 16,0 0 17-16,0 0 58 16,0 0-7-16,0 11-4 15,0-11 15-15,0 0 3 16,0 0-2-16,-2-4-26 15,-3-12-18-15,0-5-15 16,-3-6-21-16,-1-6 20 16,1-9-10-16,1-8-4 15,2-7-2-15,2-6 3 16,3-6 0-16,0-6-4 16,0-7-3-16,0-4 1 0,5-2 2 15,10 1-3 1,1 3 0-16,3 14 0 0,-2 10 0 15,-2 7 0-15,-1 10-3 16,0 5 3-16,1 2 0 16,2 5-2-16,0 1 0 15,1 3 1-15,-2-1 1 16,-2 6 0-16,-2 4 1 16,-6 4-1-16,-2 9 0 15,-4 0 1-15,0 3 1 16,0 2 3-16,0-1-4 15,0 1-1-15,0 0 3 16,0 0-1-16,0 0-2 16,0 0 0-16,0 0-2 0,0 0 6 15,0 0-4-15,0 0 2 16,0 0 2-16,0 0 0 16,0 0-4-16,0 0 0 15,0 0-3-15,0 0 4 16,0 0-2-16,0 0-2 15,0 0 3-15,-1 1-1 16,-10 10-1-16,0 2 2 16,-6 4-1-16,-2 2 3 15,1 4-3-15,-6 1 2 16,1 1-1-16,4 0 0 16,3-6 2-16,6-5-2 15,5-8 0-15,3-3-1 0,2-3 0 16,0 0 1-16,0 0 0 15,0 0 1-15,0 0-1 16,0 0 1-16,0 2-1 16,0-2 0-16,0 0 0 15,0 0 2-15,0 0 0 16,0 0 0-16,0 0 0 16,0 0-2-16,0 0 2 15,-1 0-1-15,1 0 1 16,-2 0 0-16,0 0-2 0,2 0 6 15,-1 0-6 1,1 0 4-16,0 0 5 0,0 0-4 16,0 0 5-16,0 0-3 15,0 0-6-15,0 0 8 16,0 0-7-16,0 0 3 16,0 0 3-16,0 0-4 15,0 0 6-15,0 0-3 16,0-5-3-16,0-6 0 15,11-4-3-15,3-1-1 16,6-4 0-16,5-3-1 16,5-2 0-16,7-1 1 15,0-1-1-15,-1 1 1 16,-6 7 0-16,-11 4 1 16,-11 9-3-16,-4 3 4 0,-4 2-2 15,0 1 0 1,0 0-2-16,0 0 2 0,0 0-3 15,0 16 3-15,0 12-2 16,0 12 4-16,4 16-8 16,12 13-8-16,4 13-66 15,6 7-73-15,9 0-103 16,4-10-143-16</inkml:trace>
  <inkml:trace contextRef="#ctx0" brushRef="#br0" timeOffset="205566.17">1683 12464 546 0,'0'0'347'16,"0"0"-272"-16,0 0-59 0,0 0 68 16,0 0 11-16,0 0-30 15,0 0-46-15,-28-33-19 16,28 42-12-16,0 19 12 15,0 16 24-15,0 6 16 16,-2 7-26-16,-1-1-7 16,-1-1 6-16,1-7-8 15,3-7-2-15,-2-7-2 16,2-11 0-16,0-3 4 16,0-9-5-16,0-5 1 15,0-6 2-15,0 0-1 0,0 0 11 16,0-6 0-1,0-14-13-15,0-7 4 0,0-3-5 16,2 0 1 0,13 0-5-16,5 3 4 0,4 7 0 15,0 3 0-15,2 10-2 16,0 4 3-16,1 3-8 16,0 0 2-16,-2 10 4 15,-3 14-1-15,-6 2-2 16,-5 4 5-16,-10 6 0 15,-1-4 7-15,0-2 5 16,-12-5-4-16,-6-1 17 16,-7-7 5-16,0-3 19 15,0-4-16-15,-2-1-10 0,6-5-11 16,0-4-2-16,7 0-8 16,5 0-2-16,1 0-10 15,6-4-76-15,2-9-45 16,0-1-136-16,13-5-235 15</inkml:trace>
  <inkml:trace contextRef="#ctx0" brushRef="#br0" timeOffset="205760.95">2089 12686 1048 0,'0'0'439'0,"0"0"-416"15,0 0-23 1,0 0-23-16,0 0 23 0,0 0 2 16,83-7-2-16,-38 7-57 15,-2 0-122-15,-11 0-177 16,-15 0-317-16</inkml:trace>
  <inkml:trace contextRef="#ctx0" brushRef="#br0" timeOffset="205933.27">2103 12853 1290 0,'0'0'156'0,"0"0"-156"0,0 0-82 16,0 0 79-16,0 0 6 16,128 0-6-16,-70-7-54 15,0-6-176-15,-5-1-109 16</inkml:trace>
  <inkml:trace contextRef="#ctx0" brushRef="#br0" timeOffset="206151.42">2538 12428 898 0,'0'0'402'16,"0"0"-361"-16,0 0-41 15,0 0 0-15,0 0 22 0,4 84 46 16,12-37-22-16,-3 2-25 16,-3 1-12-16,-3-6-7 15,-4-3-2-15,-1-4-29 16,-2 0-84-16,0-5-103 16,-5-1-325-16</inkml:trace>
  <inkml:trace contextRef="#ctx0" brushRef="#br0" timeOffset="207382.38">1787 13359 527 0,'0'0'236'0,"0"0"-133"16,0 0-53-16,0 0 26 15,0 0 14-15,0 0-56 0,0 33-28 16,0 11 20-16,0 9 24 16,-3 1-12-16,-1-4-28 15,4 0-2-15,0-6 1 16,0-5 8-16,0-15 1 15,0-10-16-15,0-7-1 16,0-7 1-16,0 0 6 16,0 0-3-16,0-7 4 15,0-13 1-15,0-7-2 16,0-6-8-16,7-5-15 16,4 0 12-16,4 0 1 15,4 2-7-15,4 8 6 16,-1 8 3-16,5 8 0 0,-2 7-5 15,2 5 5 1,5 0 0-16,-6 8-7 0,-1 11-1 16,-5 11 8-16,-10 6 1 15,-4 4 9-15,-6 4-3 16,0 0 18-16,-16-3 0 16,-10-11 2-16,-5-6 16 15,0-2 12-15,-1-8-12 16,6 0-15-16,1-5-17 15,6-5-4-15,4-4-3 16,3 0-4-16,5 0-20 16,5-10-93-16,2-10-30 15,4-1-207-15,16-6-114 16</inkml:trace>
  <inkml:trace contextRef="#ctx0" brushRef="#br0" timeOffset="207539.85">2279 13519 1025 0,'0'0'284'0,"0"0"-284"15,0 0-32-15,0 0 32 16,0 0 9-16,114-29-9 16,-80 28-101-16,-6-2-234 15,-9 3-241-15</inkml:trace>
  <inkml:trace contextRef="#ctx0" brushRef="#br0" timeOffset="208049.48">2708 13376 908 0,'0'0'575'0,"0"0"-575"16,0 0 3-16,0 0-3 15,0 0 63-15,110-68-32 16,-81 72-31-16,-7 13-4 16,-8 13-2-16,-12 10 6 15,-2 10 1-15,-18 7 16 16,-22 1-11-16,-12-5 3 16,0-13-3-16,2-13-1 15,13-10-3-15,14-14 10 16,11-3 25-16,8 0 5 0,4-6-10 15,4-12-30 1,23-5-2-16,6 3 4 0,7 2-1 16,2 1-1-16,2 8-2 15,-3 5-2-15,-4 1 0 16,-5 3-8-16,-5 0-71 16,-9 7-50-16,-6 8-88 15,-10-4-122-15,-2-4-191 16</inkml:trace>
  <inkml:trace contextRef="#ctx0" brushRef="#br0" timeOffset="209667.18">3093 12461 786 0,'0'0'262'0,"0"0"-198"0,0 0-58 16,0 0-1-16,0 0 53 16,0 0-7-16,35-76-47 15,-12 72 8-15,-1 4-12 16,-5 0-2-16,-4 9 0 16,-1 13 2-16,-5 11 18 15,-3 6-3-15,-2 5 4 16,-2 3-5-16,0 3-6 15,0-3-1-15,0-4 1 16,0-5-8-16,0-7 3 16,0-13-2-16,0-7 3 15,0-5-4-15,0-6 0 0,4 0 0 16,5 0 11-16,0 0 1 16,-2 0-1-16,-4-2 0 15,-2-2 4-15,-1 4 15 16,0 0-10-16,0 0-14 15,0 0 7-15,0 4-8 16,-4 12 8-16,-7 11-10 16,1 3 7-16,2 8 6 15,3 4-14-15,5 1 3 16,0 1 5-16,0 0-4 16,15-10-1-16,5-8-1 15,2-6-2-15,1-5-2 16,-1-6 4-16,-4-2-2 0,-4-5 4 15,-6 5-6-15,-5-7 0 16,-3 1 2-16,0-1-1 16,0 3-2-16,0-3 1 15,0 4 0-15,0-2 0 16,0 1-1-16,2 2 1 16,2 1 0-16,-1 1-2 15,0 3 2-15,2 0-2 16,1 1 1-16,0 1 0 15,-3 1 1-15,-1-5 1 16,-2-3-1-16,0 0 0 16,-2 1 9-16,-21 3 25 15,-12 2 3-15,-10-1-25 16,-2-1-10-16,2 2-2 0,4 2-22 16,5 8-179-16,2 5-266 15</inkml:trace>
  <inkml:trace contextRef="#ctx0" brushRef="#br0" timeOffset="-211215.32">8939 8643 161 0,'0'0'139'0,"0"0"-111"15,0 0-12-15,0 0-1 16,0 0-4-16,0 0 1 16,0 0-5-16,7 0-1 15,-7 0-3-15,0 0 0 16,0 0-3-16,0 0 39 16,0 0 55-16,2-2 54 15,-2 0 1-15,1-1-60 16,-1-1-31-16,2 2 23 0,-2-2-29 15,1 1-9-15,1-3-7 16,0 2-13-16,0-1 5 16,-2 4 2-16,0 1 11 15,0-1 7-15,0 1-12 16,0 0 7-16,0 0-8 16,0 0-19-16,0 0-1 15,0 0-11-15,0 0-3 16,0 0 13-16,0 0-10 15,0 0 3-15,0 0-4 16,0 0 0-16,0 0-3 16,-6 5 0-16,-2 9 0 15,-3 5 5-15,-3 7-5 0,1 5 24 16,-2 7-10 0,1 11-1-16,2 6 17 0,2 8-25 15,7 6 26-15,3 2-9 16,0-4-13-16,0-8 0 15,13-8-3-15,4-5-6 16,4-8 7-16,-1-4-7 16,-1-5 0-16,0-2-3 15,-2-5 3-15,-1-3 0 16,3-10-89-16,2-4-94 16,3-5-34-16,3-16-254 15</inkml:trace>
  <inkml:trace contextRef="#ctx0" brushRef="#br0" timeOffset="-210300.04">9315 8974 760 0,'0'0'173'16,"0"0"-124"-16,0 0 17 0,0 0 47 15,0 0-26-15,0 0-10 16,0-9-11-16,0 8 0 16,2-3-8-16,0-5-8 15,0-6-22-15,2-4-13 16,-1-7-12-16,3 1 2 16,1-3 11-16,-3 1-3 15,1 2-1-15,-1 2 3 16,-3 5 10-16,1 5-6 15,-2 6-8-15,0 3-3 16,0 2 5-16,0 2-10 16,0 0 0-16,0 0-3 15,0 0-6-15,0 0 5 0,0 8-3 16,0 15 4 0,0 11 2-16,0 8 0 0,2 5 1 15,3 0-1-15,0-1-1 16,0 1 1-16,-2-2-2 15,0-5 0-15,1-3 0 16,-4-9 2-16,0-6-5 16,0-3 2-16,0-4-8 15,-2-1 8-15,-10-4 0 16,-4 0 0-16,-3-5 1 16,-1-3-21-16,-5-2 1 15,0 0 12-15,0 0 6 16,2 0 2-16,8-2 2 15,8-1-1-15,5 1 5 0,2 2-6 16,0-4 2 0,0 1-2-16,12-3-4 0,17-3 4 15,9-2 4-15,9 1 0 16,1 0-4-16,1 6 2 16,-4 0-2-16,-6 4 0 15,-4 0-7-15,-7 0-36 16,-5 0-160-16,-2 0-58 15,-3 0-124-15</inkml:trace>
  <inkml:trace contextRef="#ctx0" brushRef="#br0" timeOffset="-210049.4">9711 9086 1103 0,'0'0'169'16,"0"0"-156"-16,0 0-13 15,0 0 0-15,-14 86 53 16,14-42-40-16,0-3-2 16,0-2-8-16,0-6-3 15,3-3 0-15,-2-4-2 16,2-5-101-16,-3-8-184 0,0-10-197 15</inkml:trace>
  <inkml:trace contextRef="#ctx0" brushRef="#br0" timeOffset="-209500.53">9925 9011 1157 0,'0'0'88'0,"0"0"-73"15,0 0 25-15,0 0 0 0,0 0 26 16,22-85-35 0,-15 70-16-16,-5 3 44 0,-1 1-3 15,-1 1-15-15,0 0 0 16,0 4-19-16,0 2-5 15,0 3 0-15,0 1-8 16,0 0-7-16,-1 0-2 16,-1 21-3-16,1 10 3 15,1 10 3-15,0 2 0 16,0-1-3-16,0 1 0 16,7-1 0-16,3-3 3 15,-3-3-2-15,-3-5-1 16,-4-4-2-16,0-7 1 15,0-2 1-15,-11-6-48 0,-5-3-8 16,-2-5-10 0,0-4 20-16,1 0 46 0,0-2 2 15,5-7 3-15,3 3 2 16,8 1 1-16,1 2 16 16,0 2 28-16,0-4-40 15,12 1-11-15,15-4 10 16,11 2-3-16,7 0-5 15,2 0-3-15,1 1 0 16,2 1-3-16,-3-4-47 16,-5 3-161-16,-5-5-48 15,-7 0-153-15</inkml:trace>
  <inkml:trace contextRef="#ctx0" brushRef="#br0" timeOffset="-209329.75">10343 9110 941 0,'0'0'278'16,"0"0"-278"-16,0 0-6 16,0 0 6-16,0 0 46 15,21 86-28-15,-13-53-13 16,2-2-2-16,-2-4-3 16,2-2-6-16,-1-6-234 15,1-8-246-15</inkml:trace>
  <inkml:trace contextRef="#ctx0" brushRef="#br0" timeOffset="-208933.75">10588 8923 1244 0,'0'0'167'0,"0"0"-143"16,0 0-17-16,93-72 28 15,-54 64 27-15,-3 8-42 16,0 0-20-16,-8 11 0 16,-8 10 4-16,-9 8-1 15,-9 2-3-15,-2 5 3 16,-15 3 0-16,-18 2 1 0,-6-3 2 16,-3-5-5-16,6-11 4 15,6-10-2-15,8-8 4 16,10-2 7-16,11-2 24 15,1 0 9-15,0 0-17 16,8-6-15-16,15-9-11 16,9 0 9-16,5-2-10 15,2 5-3-15,-3 4 1 16,1 4 0-16,-3 4-1 16,-3 0-3-16,-4 0 3 15,-2 0-29-15,-1 6-119 16,-4 0-102-16,-4-5-237 15</inkml:trace>
  <inkml:trace contextRef="#ctx0" brushRef="#br0" timeOffset="-208745.64">11079 8969 1227 0,'0'0'166'0,"0"0"-149"15,0 0-15-15,0 0 27 16,0 0 92-16,-20 95-98 15,15-57-15-15,0-2-7 16,1-5 1-16,3-4-2 16,1-4-4-16,0-8-148 15,4-7-49-15,10-8-213 16</inkml:trace>
  <inkml:trace contextRef="#ctx0" brushRef="#br0" timeOffset="-208317.06">11388 8841 1146 0,'0'0'109'0,"0"0"-97"0,0 0 74 15,0 0 34 1,0 0-56-16,0 0-43 0,-103-17-19 15,74 42 12-15,1 11 9 16,1 11 3-16,4 3-3 16,7 7-7-16,10-5 0 15,6-7-12-15,0-9-2 16,27-12-4-16,8-11-1 16,10-10 3-16,5-3 5 15,-1-7-4-15,-11-11 6 16,-13-1-4-16,-11-1 0 15,-13 5 10-15,-1 0-13 16,0 3 2-16,-18 2 4 16,-7 2-6-16,-6 5 3 15,-2 3-3-15,0 0-2 16,2 6-2-16,10 7-36 16,4 0-76-16,9-4-108 0,8-6-209 15,0-3-281 1</inkml:trace>
  <inkml:trace contextRef="#ctx0" brushRef="#br0" timeOffset="-208083.99">11465 8657 1332 0,'0'0'175'0,"0"0"-175"16,0 0-19-16,0 0 19 15,0 0 75-15,137 70-28 0,-86-25-31 16,-13 7-16-16,-10 2 1 16,-15 4 4-16,-13 4-1 15,-3 6 0-15,-30-1-4 16,-16 2-1-16,-12 1-97 16,-18-7-126-16,-17-6-251 15</inkml:trace>
  <inkml:trace contextRef="#ctx0" brushRef="#br0" timeOffset="-207481.93">9225 9672 128 0,'0'0'645'0,"0"0"-536"0,0 0-32 15,0 0 63 1,0 0 9-16,0 0-32 16,0-51-19-16,0 51-57 0,-10 20-22 15,-9 20-7-15,1 15 7 16,0 15 17-16,8 9-13 15,6 5 10-15,4 0-22 16,0-10-10-16,14-7-1 16,9-10-1-16,6-14-7 15,4-7-23-15,4-12-136 16,-2-10-80-16,-4-14-278 16</inkml:trace>
  <inkml:trace contextRef="#ctx0" brushRef="#br0" timeOffset="-207178.94">9542 9782 1079 0,'0'0'140'15,"0"0"-108"-15,0 0 45 16,0 0 29-16,0 0-69 16,0 0-29-16,-1 66-8 15,1-10 68-15,4 0-37 16,-4 1-15-16,1-4-12 16,1-5 0-16,-1-6-2 0,1-2-2 15,1-8-3-15,4-2-167 16,0-13-127-16,-1-9-367 15</inkml:trace>
  <inkml:trace contextRef="#ctx0" brushRef="#br0" timeOffset="-206842.71">9837 10070 1006 0,'0'0'301'16,"0"0"-249"-16,0 0-42 15,0 0 24-15,0 0-1 16,0 0-23-16,-1 80 52 16,-2-44-54-16,3 0-1 15,0-3-7-15,0-6-3 16,0-4-5-16,0-7-155 16,7-12-50-16,3-4-243 0</inkml:trace>
  <inkml:trace contextRef="#ctx0" brushRef="#br0" timeOffset="-206414.69">10009 9881 1102 0,'0'0'259'15,"0"0"-187"-15,0 0-42 0,0 0 39 16,0 0-33 0,0 0-15-16,119-46-12 0,-79 46-5 15,-5 0-8-15,-6 18 4 16,-10 8-1-16,-9 6 1 16,-10 3-6-16,0 3 6 15,-20 5 7-15,-19-3-2 16,-6 0 4-16,-4-7-7 15,7-11 2-15,8-7-2 16,14-7 0-16,10-6 9 0,10-2 30 16,0 0-3-1,2 0-9-15,25-2-29 16,8-10 19-16,11-4-6 0,3 6-12 16,0-1 2-16,1 4-3 15,0 0-1-15,-2 1-3 16,-2-1-39-16,-8 1-105 15,-6-3-150-15,-11-3-182 16</inkml:trace>
  <inkml:trace contextRef="#ctx0" brushRef="#br0" timeOffset="-206219.09">10529 9975 1235 0,'0'0'177'0,"0"0"-177"15,0 0 0-15,-13 89 78 16,13-48-20-16,0 2-30 16,0-2-18-16,0-5-10 15,0-5 0-15,0-5-8 16,7-7-211-16,4-12-110 16,1-7-338-16</inkml:trace>
  <inkml:trace contextRef="#ctx0" brushRef="#br0" timeOffset="-205833.02">10696 9863 1295 0,'0'0'187'16,"0"0"-149"-16,0 0-11 0,0 0 2 15,0 0 9-15,114-37-20 16,-79 50-12-16,-7 12-4 15,-9 4 0-15,-9 6-1 16,-10 0 0-16,0 6 1 16,-25 1 0-16,-12-1 9 15,-5-5-5-15,0-8-6 16,6-10 5-16,7-9-3 16,9-7 1-16,12-2 5 15,6 0 3-15,2 0 34 16,0-6-14-16,18-8-21 15,13-6 8-15,7 0-11 0,4 5-3 16,-2 6 2-16,0 4-6 16,-1 4 1-16,-6 1-2 15,-5 0-4-15,-6 7-1 16,-7 7-35-16,-3 1-66 16,-3-1-167-16,-3-3-189 15</inkml:trace>
  <inkml:trace contextRef="#ctx0" brushRef="#br0" timeOffset="-205596.98">11135 9998 1188 0,'0'0'199'0,"0"0"-180"16,0 0 6-16,0 0 60 15,0 0-38-15,0 0-43 16,-34 83 52-16,19-38-18 15,2 2-22-15,2-2 0 16,4-1-13-16,6-9 2 16,1-5-5-16,0-7-3 15,12-11-21-15,8-6-83 16,3-6-104-16,6 0-103 16,-1-10-168-16</inkml:trace>
  <inkml:trace contextRef="#ctx0" brushRef="#br0" timeOffset="-205131.46">11479 9888 837 0,'0'0'210'16,"0"0"-158"-16,0 0-17 15,0 0 71-15,0 0-24 16,0 0-39-16,-14-24-3 16,5 24 36-16,-8 0 2 15,-5 6-37-15,-5 14-9 0,0 5 5 16,4 9-8 0,3 4-8-16,5 4-5 0,8 2-10 15,4-3 0-15,3-7-6 16,5-5-2-16,16-12-1 15,4-7 1-15,2-5 2 16,0-5 1-16,-3 0 0 16,-2-20 11-16,-3-6-2 15,-4-6-7-15,-6 3 4 16,-6 0 4-16,-3 5 4 16,0 8-8-16,-8 3-4 15,-9 8 11-15,-4 5-14 16,-3 0-1-16,2 0 0 15,2 13-1-15,6 5-6 0,6-3-55 16,8 0-67-16,0-1-125 16,8-8-114-16,10-6-268 15</inkml:trace>
  <inkml:trace contextRef="#ctx0" brushRef="#br0" timeOffset="-204848.25">11594 9708 1164 0,'0'0'209'0,"0"0"-168"0,0 0-40 16,0 0 43-16,0 0 28 15,114-2-15-15,-65 24-35 16,-6 6-5-16,-7 9 37 15,-11 10-11-15,-9 6-32 16,-13 5 21-16,-3-2-18 16,-10-3-8-16,-19-4-5 15,-6-2 0-15,-5-3-2 16,-1-6-103-16,-1-10-186 16,6-16-318-16</inkml:trace>
  <inkml:trace contextRef="#ctx0" brushRef="#br0" timeOffset="-203917.8">12211 8895 1038 0,'0'0'221'0,"0"0"-169"15,0 0 28-15,0 0 35 16,-13-92-51-16,29 75-14 16,11 6-41-16,4 6-8 15,-2 5 6-15,0 0-4 16,-8 5-2-16,-7 17-2 15,-11 11-1-15,-3 5 2 16,-7 13 9-16,-21 5-5 16,-7 11 3-16,-4 0-2 15,3-2-5-15,7-5 6 16,6-7-6-16,11-7 0 16,7-3 1-16,5-9 2 15,0-6-1-15,20-6-2 0,5-7 0 16,6-6-1-16,-3-3 5 15,-3-3-4-15,-5-3 0 16,-8 1 4-16,-7-1 0 16,-4 1-2-16,-1 1-1 15,0 2 3-15,0-4-4 16,0 7-6-16,0 3 0 16,0 6 6-16,3 4 2 15,4 3-2-15,3 1 1 16,2 1-3-16,1-1 2 15,1 1 0-15,-2-5 0 16,-2-3 2-16,-4-5-2 0,-2-4 0 16,-4-4 0-16,0-2 0 15,0 1 6-15,-19 1 38 16,-16 5 2-16,-13 3-27 16,-8 4 0-16,0 1-4 15,4 6-14-15,5 5 0 16,9 3-1-16,4 8-42 15,2-2-146-15,-8 1-584 16</inkml:trace>
  <inkml:trace contextRef="#ctx0" brushRef="#br0" timeOffset="-192337.11">13212 3213 948 0,'0'0'126'0,"0"0"-111"16,0 0-1 0,0 0 45-16,0 0 39 0,0 0-14 15,0 0-49-15,0 0-3 16,51-74 9-16,-48 54 2 15,-2-1 4-15,-1-3-13 16,0-3-14-16,-1-1-8 16,-12 0-10-16,-2 7 2 15,-4 6-2-15,1 10-2 16,-6 5-6-16,-4 12 6 16,-6 28 0-16,1 15 0 15,4 14-3-15,11 3 1 0,8-4 2 16,10-9-1-1,0-11-1-15,15-14 2 0,10-8-1 16,0-9-3-16,2-8 4 16,0-6-7-16,-2-3-7 15,0-6-2-15,-1-17 5 16,-4-8-3-16,-5-7 7 16,-5-4 6-16,-4-5-14 15,-2 0 14-15,-1 1 0 16,-3 10 2-16,3 13-1 15,-3 13 2-15,0 10 12 16,0 0-14-16,0 12-36 16,4 16 10-16,0 9 26 0,5 3 3 15,3-2-3-15,5-3-65 16,2-7-66-16,5-6-67 16,-4-9-168-16</inkml:trace>
  <inkml:trace contextRef="#ctx0" brushRef="#br0" timeOffset="-192169.22">13580 3176 1238 0,'0'0'216'0,"0"0"-216"16,0 0-3-16,0 0 3 0,101-20 17 15,-45 19-9-15,3 1-8 16,-2 0-69-16,-9 0-186 15,-12 4-295-15</inkml:trace>
  <inkml:trace contextRef="#ctx0" brushRef="#br0" timeOffset="-192020.18">13617 3416 182 0,'0'0'1229'16,"0"0"-1229"-16,0 0-81 15,0 0 81-15,107-23 4 16,-39 6-4-16,9-1-124 0,2-3-240 16</inkml:trace>
  <inkml:trace contextRef="#ctx0" brushRef="#br0" timeOffset="-191536.06">14251 3153 1105 0,'0'0'123'0,"0"0"-121"16,20-94 41-16,-7 58 52 15,-1 0 6-15,-1 1-25 16,-2 5-41-16,-4 2 5 16,-5 6 0-16,0 10-2 15,0 6-5-15,0 6-16 0,0 0 0 16,0 0-17-16,0 0-5 15,0 14-2-15,-4 13 7 16,1 13 7-16,2 9-5 16,1 0 0-16,0 6 0 15,4-4-2-15,10-2 0 16,0-4 1-16,-1-6-1 16,-3-7-6-16,-6-10-9 15,-4-4-13-15,0-5-13 16,-1-4-8-16,-19-3 32 15,-5-4 17-15,-4-2 6 16,-1 0-2-16,2 0 7 16,8-1-4-16,8-5 8 0,9 3 15 15,3-1-1 1,8-1-17-16,19-1-4 0,8 1-4 16,8-1-2-16,6 5-2 15,2 1-2-15,7 0-14 16,-3 0-104-16,-2 0-109 15,-9 0-207-15</inkml:trace>
  <inkml:trace contextRef="#ctx0" brushRef="#br0" timeOffset="-191367.78">14767 3239 1156 0,'0'0'316'0,"0"0"-298"16,0 0-17-16,0 0 19 15,0 0 13-15,-50 97-17 16,50-61-14-16,0-3-2 16,0-3-82-16,0-11-116 15,8-7-141-15,9-12-279 16</inkml:trace>
  <inkml:trace contextRef="#ctx0" brushRef="#br0" timeOffset="-190804.25">15210 3041 1167 0,'0'0'147'0,"0"0"-141"16,0 0-6-16,0 0 24 15,0 0 48-15,0 0-16 16,-36 30-36-16,22-30 1 15,-3 0 8-15,-3 0-15 16,0 0 7-16,4-15 9 16,6-6-1-16,3-4-4 15,5-4-21-15,2 3-2 16,0 2-2-16,15 5 0 16,5 4 4-16,6 8-1 15,0 7-3-15,-1 0 0 0,-1 20-4 16,-8 13 0-1,-7 12-2-15,-9 10 4 0,0 3 1 16,-17 1 1-16,-10-6 0 16,-1-12 2-16,1-11-1 15,4-8 1-15,1-9 14 16,0-6-11-16,5-7 11 16,0 0 3-16,4 0-16 15,5-13 19-15,6-8-17 16,2-2-3-16,0 2-4 15,12 3 6-15,6 6-1 16,6 7 2-16,-1 5-4 16,6 0 3-16,-1 5-3 0,6 14 2 15,-3 1 3-15,0 2-6 16,-3-1 0-16,-1 1 0 16,-1 0-14-16,0 0-44 15,-3 2-116-15,-1-3-177 16,-6-1-439-16</inkml:trace>
  <inkml:trace contextRef="#ctx0" brushRef="#br0" timeOffset="-188603.33">19701 7857 795 0,'0'0'104'0,"0"0"-92"16,0 0 44-16,13-91 81 15,-13 70-50-15,0 3-36 16,0 1-12-16,-10 4-9 15,-1 2 6-15,-5 5 0 16,-2 6-19-16,-2 0-10 16,-5 17-1-16,-2 15-5 15,-1 9 5-15,3 11 8 16,5 0-9-16,5 1 7 16,6-7-11-16,9-8 1 15,0-9-2-15,7-7 0 16,13-8-2-16,5-8-6 0,2-4 3 15,1-2 0-15,-1-4-26 16,-2-14 9-16,-3-7 6 16,1-10 9-16,-1-5 5 15,-5-2 0-15,-5-1 2 16,-9 7 1-16,-3 11 10 16,0 8 9-16,0 10 25 15,0 7 14-15,0 0-33 16,0 3-26-16,0 21-5 15,0 12 5-15,0 7 6 16,0-2-2-16,11-5-4 16,6-4 0-16,1-6-31 0,2-8-56 15,1-3-25 1,-1-10-145-16,0-5-226 0</inkml:trace>
  <inkml:trace contextRef="#ctx0" brushRef="#br0" timeOffset="-188445.88">20081 7842 229 0,'0'0'1110'15,"0"0"-1088"-15,0 0-22 16,0 0 0-16,0 0 10 16,86-3-10-16,-49 10-3 0,-3 0-148 15,-11 1-206 1,-11-1-156-16</inkml:trace>
  <inkml:trace contextRef="#ctx0" brushRef="#br0" timeOffset="-188271.71">20030 8073 762 0,'0'0'655'0,"0"0"-642"16,0 0 6-16,0 0-19 15,0 0 31-15,107-3-18 16,-48-5-13-16,2-3-48 15,0-2-90-15,-5-5-71 16,-8-1-175-16,-13-2-207 0</inkml:trace>
  <inkml:trace contextRef="#ctx0" brushRef="#br0" timeOffset="-187938.19">20505 7785 995 0,'0'0'279'0,"0"0"-230"16,0 0 8-16,0 0-11 15,0 0 0-15,121-24-24 16,-79 25 0-16,-9 16-15 16,-7 3 6-16,-14 3-11 15,-11 4 0-15,-1 3-1 16,-24 3 14-16,-18 3 5 16,-10-2-11-16,-2-5-4 15,6-7 1-15,11-11 6 0,15-6 9 16,15-5 10-1,7 0 6-15,0 0-6 0,10-6-20 16,18-7-2-16,10-4-6 16,7 5 4-16,6 3-6 15,0 3 0-15,2 1-1 16,-1 4 0-16,-1 1-19 16,-6 0-59-16,-5 0-67 15,-2 0-91-15,-6 0-283 16</inkml:trace>
  <inkml:trace contextRef="#ctx0" brushRef="#br0" timeOffset="-187708.49">21129 7494 1135 0,'0'0'283'0,"0"0"-283"16,0 0 11-16,-8 79 25 15,18-20 43-15,4 5-41 16,0 2 5-16,-3 0-21 16,-5-3-1-16,-3-3-11 15,-3-6-7-15,0-8-1 16,0-8-2-16,-9-9-53 16,-4-8-66-16,-2-12-86 0,0-9-218 15</inkml:trace>
  <inkml:trace contextRef="#ctx0" brushRef="#br0" timeOffset="-186854.82">21137 7488 969 0,'0'0'398'16,"0"0"-368"-16,0 0-17 15,-112-24 128-15,70 24-45 16,-11 0-57-16,-14 0-21 16,-18 0 10-16,-14 3 0 15,-15 3-12-15,-13 2-4 0,-12-4-8 16,-11 0 7-16,-14 1-3 16,4 0-8-16,2 4 11 15,15-2-4-15,21 1 3 16,23-4 1-16,27-1-7 15,25-3 4-15,21 0-2 16,11 0-5-16,1 0 5 16,4 0-6-16,-3 0 0 15,-2 0-1-15,-1 0 6 16,3-5-5-16,0-1 0 16,1 1 0-16,4-1 4 15,-1 1-4-15,5 0 2 0,-2 2 5 16,2 2-4-1,2 1 4-15,2 0 2 0,0 0-9 16,0-2 6-16,0 1-5 16,0 1 0-16,0 0-2 15,0 0 2-15,0 0-3 16,0 0 2-16,0 0-3 16,0 0 0-16,0 8 0 15,2 17 3-15,8 12 0 16,1 13 0-16,1 9 8 15,0 3-6-15,-4 8-2 16,-3 5 7-16,-4 4-3 16,-1-1-4-16,0-7 2 0,0-3-2 15,0-12 0-15,0-6 1 16,0-11-1-16,0-10 3 16,0-11-3-16,0-9 0 15,0-5-3-15,3-2-2 16,13-2 5-16,14 0 3 15,17 0 6-15,22 0 5 16,24-4-11-16,25-4 5 16,30-1-8-16,27-2-1 15,21 1 1-15,10 1-4 16,-2 0 1-16,-7 0 3 16,-18 3 8-16,-24-1-8 0,-28 1-3 15,-34 3-2-15,-31 3 5 16,-28-3 0-16,-15 2 0 15,-13 1-2-15,-6 0 2 16,0 0-13-16,0 0-14 16,0 0-26-16,0-3-24 15,0-7-62-15,9-11-229 16,6-13-493-16</inkml:trace>
  <inkml:trace contextRef="#ctx0" brushRef="#br0" timeOffset="-186471.57">21539 7654 1175 0,'0'0'329'15,"0"0"-290"-15,0 0-37 16,0 0 31-16,0 0 7 15,0 0-39-15,23-15-1 16,0 43 5-16,-3 8 1 16,-7 0 5-16,-4-3 8 15,-4-7 1-15,-3-10 2 16,-1-8 4-16,-1-7 1 16,2-1 21-16,3 0-12 15,2 0 7-15,14-13-14 0,20-20-14 16,15-15 0-1,18-11-9-15,0 2-6 0,-6 3 5 16,-13 11-5-16,-16 12-5 16,-16 13-13-16,-11 9-29 15,-12 5-11-15,0 4-49 16,-15 6-187-16,-24 8-241 16</inkml:trace>
  <inkml:trace contextRef="#ctx0" brushRef="#br0" timeOffset="-186187.77">21818 7587 1366 0,'0'0'71'0,"0"0"-63"0,0 0-7 16,0 0 31-16,0 0 25 16,11 101-2-16,1-54-20 15,-2-5-6-15,0-5 6 16,0-11 3-16,-4-9-11 15,3-10 11-15,1-7-9 16,12 0 4-16,21-18 7 16,22-21-1-16,21-14-16 15,12-13-17-15,8-8-6 16,-2-2 0-16,-13-1-5 16,-16 9-34-16,-21 14-33 0,-19 15-83 15,-21 19-235 1,-14 19-501-16</inkml:trace>
  <inkml:trace contextRef="#ctx0" brushRef="#br0" timeOffset="-184402.4">3770 8207 991 0,'0'0'0'16,"0"0"-333"-16,0 0-153 16</inkml:trace>
  <inkml:trace contextRef="#ctx0" brushRef="#br0" timeOffset="-184272.28">4069 8223 1025 0,'0'0'0'0</inkml:trace>
  <inkml:trace contextRef="#ctx0" brushRef="#br0" timeOffset="-180388.33">13905 8723 480 0,'0'0'322'0,"0"0"-258"15,0 0-23-15,0 0 77 16,0 0 20-16,0 0-38 0,0 0-44 15,0 0-4-15,0-41 2 16,-3 41-14-16,-6 15-24 16,-8 21-12-16,-3 15 20 15,-2 16-2-15,6 11-4 16,6 6 13-16,6 1 2 16,4 0-22-16,0-10-3 15,16-10-1-15,7-11-7 16,3-9 3-16,1-7-3 15,2-8-10-15,-6-8-64 16,1-5-55-16,-3-10-50 16,-1-7-171-16,-2-1-136 0</inkml:trace>
  <inkml:trace contextRef="#ctx0" brushRef="#br0" timeOffset="-179818.53">14168 8920 920 0,'0'0'238'0,"0"0"-182"16,0 0-46-16,0 0-5 15,0 0 1-15,0 0 24 0,-6 109-15 16,6-59-1-1,2-3 10-15,2-5-3 0,-2-5 6 16,0-4-11-16,-2-7-4 16,0-8-3-16,0-8-5 15,0-3 2-15,0-6-3 16,0 0 1-16,0-1 5 16,0 0 2-16,0 0 7 15,0-11 32-15,0-13-30 16,0-6-19-16,3-6-1 15,2 4 2-15,4 0-4 16,2 5 3-16,2 4-4 16,6 6-1-16,1 6-4 15,4 5 6-15,3 6 0 0,1 0 4 16,3 4-5-16,-2 16 1 16,-3 8 2-16,-5 4 0 15,-10 3-1-15,-5-2 1 16,-6 0 10-16,0-1 3 15,-10-7 15-15,-12-3 5 16,0-5 1-16,-5-3-6 16,4-7-5-16,1-2-5 15,3-5-8-15,5 0-7 16,1 0-1-16,1-6-2 16,3-6-39-16,6-2-40 15,3-1-81-15,0 1-91 16,17-3-179-16</inkml:trace>
  <inkml:trace contextRef="#ctx0" brushRef="#br0" timeOffset="-179569.39">14573 9209 1061 0,'0'0'185'0,"0"0"-165"16,0 0 11-16,0 0 59 16,0 0-31-16,116-24-27 0,-64 17-18 15,1 0 1 1,2-2-8-16,-3 2-7 0,-5 0-2 16,-5 3-61-16,-9-1-77 15,-6 1-107-15,-9-2-109 16</inkml:trace>
  <inkml:trace contextRef="#ctx0" brushRef="#br0" timeOffset="-179308.4">15068 8989 977 0,'0'0'108'0,"0"0"-95"15,0 0 59-15,0 0-30 0,0 0-35 16,0 0 19-16,7 51 76 16,-1-16-48-16,-2 0-10 15,-1 2-13-15,-3-1-16 16,0-2-7-16,0-1-8 16,0-1-2-16,0-3-12 15,0-2-104-15,0-5-34 16,-5-8-162-16,3-10-185 15</inkml:trace>
  <inkml:trace contextRef="#ctx0" brushRef="#br0" timeOffset="-178987.75">15232 8888 1169 0,'0'0'123'0,"0"0"-123"16,0 0 3-16,0 0-2 15,0 0 71-15,101 59-11 16,-67-22-28-16,-5 2-15 16,-7 2 26-16,-10 1-5 15,-9 2 2-15,-3-2-9 16,-2-1-6-16,-15-4-1 0,-6 0-17 15,-6-5-3 1,0-2-5-16,1-1-16 0,5-8-97 16,6-8-116-16,7-9-172 15,1-4-390-15</inkml:trace>
  <inkml:trace contextRef="#ctx0" brushRef="#br0" timeOffset="-178638.58">15593 9243 826 0,'0'0'289'15,"0"0"-246"-15,0 0 54 16,0 0 9-16,0 0-29 16,0 0-41-16,0 0-12 15,102-9 12-15,-42-2-18 16,9 0-9-16,0-3-4 15,-6 1-5-15,-9 6-2 0,-12 3-57 16,-13 1-118-16,-10 0-169 16,-11-2-229-16</inkml:trace>
  <inkml:trace contextRef="#ctx0" brushRef="#br0" timeOffset="-178415.74">15903 8995 1169 0,'0'0'123'0,"0"0"-123"15,0 0 0-15,0 0 2 0,14 89 63 16,2-47-32-16,-3 1-19 16,-3 0-2-16,-4-2-8 15,-2-6-4-15,-4 0 0 16,0-7-71-16,0-2-73 15,0-9-206-15,0-8-148 16</inkml:trace>
  <inkml:trace contextRef="#ctx0" brushRef="#br0" timeOffset="-178076.59">16396 8885 1122 0,'0'0'139'0,"0"0"-128"15,0 0 19-15,0 0 58 16,0 0-42-16,0 0-46 15,-12 19 9-15,7 21 34 16,-4 9 33-16,3 4-37 16,1 1-9-16,0-3-14 15,5-2-9-15,0-7-4 0,0-5-3 16,0-5-2-16,16-7-69 16,6-7-106-16,4-10-111 15,2-8-260-15</inkml:trace>
  <inkml:trace contextRef="#ctx0" brushRef="#br0" timeOffset="-177770.73">16746 9019 1008 0,'0'0'228'0,"0"0"-186"0,0 0 14 16,0 0 76-1,0 0-12-15,0 0-80 0,-83-53-28 16,56 64-6-16,-3 16 4 16,1 11 8-16,1 6 0 15,10 6-2-15,8-1 8 16,8-3 2-16,2-7-16 16,10-6 4-16,15-5-11 15,7-8 3-15,5-6-6 16,5-6-1-16,1-7-1 15,1-1-37-15,-2 0-52 16,-4-9-126-16,-1-11-64 16,-5-1-335-16</inkml:trace>
  <inkml:trace contextRef="#ctx0" brushRef="#br0" timeOffset="-177598.5">16962 9207 1161 0,'0'0'258'0,"0"0"-255"15,0 0 16-15,0 0 9 16,85-20 40-16,-33 11-45 16,6-1-23-16,-3 1-3 15,-3 0-24-15,-6 0-83 16,-8 1-113-16,-6-3-84 16,-8 2-98-16</inkml:trace>
  <inkml:trace contextRef="#ctx0" brushRef="#br0" timeOffset="-177426.41">17423 9040 866 0,'0'0'181'0,"0"0"-108"16,0 0 27-16,0 0-36 15,0 0-37-15,0 0 61 16,-19 99-34-16,19-62-39 16,0-1-2-16,0-2-10 15,0-4-3-15,10-3-46 16,-1-6-85-16,2-6-158 15,-4-9-274-15</inkml:trace>
  <inkml:trace contextRef="#ctx0" brushRef="#br0" timeOffset="-177153.11">17494 8913 1291 0,'0'0'39'16,"0"0"-26"-16,0 0-13 16,116 22 49-16,-78 8-9 15,0 9-12-15,-7 8-4 16,-11 2-2-16,-12 6 8 16,-8-3-1-16,0-4-9 15,-2-4-6-15,-13-7-9 16,0-7-5-16,0-7 0 15,2-5-52-15,3-6-131 0,4-9-128 16,5-3-314 0</inkml:trace>
  <inkml:trace contextRef="#ctx0" brushRef="#br0" timeOffset="-176878.62">17938 8882 538 0,'0'0'797'0,"0"0"-735"0,0 0-49 16,0 0 42-16,0 0-16 16,0 0-2-16,-38 116 46 15,31-45-53-15,3 4-8 16,4-7-8-16,0-7-4 15,0-7-5-15,3-8-5 16,14-12-1-16,1-7-49 16,2-9-98-16,6-10-102 15,3-8-274-15</inkml:trace>
  <inkml:trace contextRef="#ctx0" brushRef="#br0" timeOffset="-176454.16">18340 9144 961 0,'0'0'341'0,"0"0"-294"0,0 0-20 16,0 0 107-16,-87-53-38 16,67 59-49-16,-2 23-45 15,1 12 12-15,4 4-7 16,7 0 12-16,8-4-3 15,2-8-7-15,9-8-5 16,14-8-4-16,6-10 0 16,-2-7 0-16,4 0 0 0,-3-14 9 15,-3-8-9 1,-2-8 9-16,-4-5-8 0,-6-4 4 16,-4-5-5-16,-9-2 2 15,0-4 1-15,-5-1 0 16,-10 1-1-16,0 8-1 15,3 13 0-15,5 13-1 16,4 10 4-16,2 6 1 16,-2 0-5-16,3 0-5 15,-1 23-13-15,1 8 5 16,0 10-8-16,0 2-106 16,4 1-73-16,9-3-82 15,3-10-277-15</inkml:trace>
  <inkml:trace contextRef="#ctx0" brushRef="#br0" timeOffset="-176277.89">18521 9210 1006 0,'0'0'359'0,"0"0"-311"16,0 0-3-16,0 0 59 16,85-14-22-16,-47 9-59 15,3-1-18-15,-3 1-5 16,-4 1-4-16,-3 2-48 15,-4-1-102-15,-5 0-64 16,-4 0-111-16,-6-3-130 16</inkml:trace>
  <inkml:trace contextRef="#ctx0" brushRef="#br0" timeOffset="-176109.95">18907 9069 715 0,'0'0'473'0,"0"0"-431"16,0 0-38-16,0 0 24 15,0 0 45-15,10 107-45 16,-4-67-21-16,0-2-3 16,-3-7-4-16,0-5-42 15,1-5-73-15,1-9-189 16,-1-6-262-16</inkml:trace>
  <inkml:trace contextRef="#ctx0" brushRef="#br0" timeOffset="-175836.18">19022 8906 1102 0,'0'0'144'16,"0"0"-121"-16,0 0 25 16,0 0 18-16,0 0 16 15,94 17-19-15,-64 18-21 16,2 6-10-16,-6 6 11 15,-3 3-7-15,-2-2-6 16,-11-1-5-16,-6-4-3 16,-4-3-19-16,0-5 4 0,-12-5-6 15,-4-6-2 1,3-6-1-16,2-5-38 0,2-7-105 16,0-6-125-16,3 0-215 15</inkml:trace>
  <inkml:trace contextRef="#ctx0" brushRef="#br0" timeOffset="-175570.64">19535 9016 1255 0,'0'0'98'0,"0"0"-95"15,0 0 38-15,117-10 58 16,-66 6-57-16,1 3-37 16,-4-1-5-16,-9 1-101 15,-11-4-131-15,-14 0-357 16</inkml:trace>
  <inkml:trace contextRef="#ctx0" brushRef="#br0" timeOffset="-175418.98">19609 9169 744 0,'0'0'615'16,"0"0"-615"-16,0 0-1 15,0 0 1-15,95 3 0 16,-47-3-20-16,1-10-246 15,-7-5-178-15</inkml:trace>
  <inkml:trace contextRef="#ctx0" brushRef="#br0" timeOffset="-174621.87">20360 8781 749 0,'0'0'283'0,"0"0"-230"16,0 0-11-16,0 0 96 15,0 0 4-15,0 0-61 16,4-8-40-16,-4 7 0 15,0 0 3-15,0 1 2 16,0-1-16-16,-3 1-8 16,-11-2-6-16,-8 2-5 15,-4-2-5-15,3-1-5 16,4 2 0-16,3-4 3 0,4 2-3 16,4 0 5-16,3 2-3 15,3-1-2-15,2 2 4 16,0 0-4-16,0 0 0 15,0 0 4-15,0 0-4 16,0 0 0-16,0 0-1 16,0 0-2-16,0 0 0 15,-2 0-4-15,-4 14-3 16,-4 8 5-16,-4 8 4 16,1 4 1-16,3-3 0 15,1-2 0-15,3-7 2 0,3-4-3 16,-1-6 2-1,3-5-3-15,1-1 2 0,0-5-1 16,0-1 0-16,0 0 0 16,0 0 1-16,0 0-1 15,3 0-4-15,15 0 4 16,7 0 14-16,5 0-13 16,4 0-1-16,-1 0-4 15,-1 0 4-15,-2 4-7 16,-3 9-6-16,-5 0 4 15,-6 2-1-15,-2 1 4 16,-6 4 0-16,-3-2 1 16,-5-2-1-16,0 0 6 15,0-1-2-15,-10 0 2 0,-10-2 9 16,-5-1 19 0,-3-3-8-16,-4-2 4 0,0-3 0 15,2-4-10-15,2 0-5 16,1 0 1-16,3 0-9 15,3-4-1-15,1-4-1 16,1 2-24-16,3 0-33 16,-3 0-161-16,0-2-331 15</inkml:trace>
  <inkml:trace contextRef="#ctx0" brushRef="#br0" timeOffset="-172338.13">13931 9629 967 0,'0'0'0'15</inkml:trace>
  <inkml:trace contextRef="#ctx0" brushRef="#br0" timeOffset="-171585.59">12671 8726 663 0,'0'0'182'0,"0"0"-59"15,0 0-72-15,0 0 48 16,0 0-18-16,0 0-45 0,0-25-34 16,1 50 2-16,6 11-4 15,-2 6 1-15,-2 9-1 16,-1 7-30-16,-2 7-152 16,0 1-111-16,0-5-169 15</inkml:trace>
  <inkml:trace contextRef="#ctx0" brushRef="#br0" timeOffset="-171443.67">12801 9389 123 0,'0'0'812'15,"0"0"-755"-15,0 0-52 16,0 0-5-16,0 0 4 0,0 0-1 16,0 90-3-1,-5-55-79-15,3 5-174 0,1 1-2 16</inkml:trace>
  <inkml:trace contextRef="#ctx0" brushRef="#br0" timeOffset="-171307.94">12801 9813 204 0,'0'0'542'16,"0"0"-474"-16,0 0-55 16,0 0-7-16,0 0-4 15,0 0 0-15,-22 100-2 16,19-72-184-16,-2-1-125 15</inkml:trace>
  <inkml:trace contextRef="#ctx0" brushRef="#br0" timeOffset="-171151.68">12831 10157 937 0,'0'0'228'0,"0"0"-225"16,0 0 1-16,0 0 16 15,0 0 27-15,0 0-39 16,0 88-5-16,2-60-3 15,1 4-78-15,-1 4-108 16,3 5-74-16,-3 1-79 16</inkml:trace>
  <inkml:trace contextRef="#ctx0" brushRef="#br0" timeOffset="-171009.59">12905 10606 573 0,'0'0'323'0,"0"0"-269"15,0 0-38-15,0 0 51 16,0 0 22-16,-8 79-65 15,-1-48-19-15,2 3-5 16,2 6-54-16,2-1-96 16,1 5-156-16,-1-3-61 15</inkml:trace>
  <inkml:trace contextRef="#ctx0" brushRef="#br0" timeOffset="-170865.95">12907 11154 617 0,'0'0'180'0,"0"0"-85"15,0 0-25-15,1 91 16 16,-1-61-15-16,0 1-46 0,3 6-22 16,-1-1-3-16,2 6-32 15,-1 0-141-15,0 1-176 16</inkml:trace>
  <inkml:trace contextRef="#ctx0" brushRef="#br0" timeOffset="-170708.27">12973 11838 658 0,'0'0'257'16,"0"0"-168"-16,0 0-72 15,-20 94 17-15,20-61-2 16,0 2-26-16,0 4-6 0,0 6-80 16,-3 0-88-16,-2 2-162 15</inkml:trace>
  <inkml:trace contextRef="#ctx0" brushRef="#br0" timeOffset="-170537.13">12980 12584 975 0,'0'0'262'0,"0"0"-198"16,0 0-14-16,-53 93 23 15,47-68-17-15,6 3-38 16,0-2-17-16,0-4-1 15,0 2-121-15,9-7-73 0,-1-9-219 16</inkml:trace>
  <inkml:trace contextRef="#ctx0" brushRef="#br0" timeOffset="-158510.49">21498 6277 586 0,'0'0'209'15,"0"0"-124"-15,0 0-7 16,0 0 1-16,0 0 18 16,0 0-29-16,0 0-39 15,0 0-8-15,-13-44-7 16,8 46 1-16,0 27-13 15,-5 16 7-15,-2 15 22 16,1 11-5-16,-1 1-14 0,3-6 0 16,2-6-12-1,6-8 9-15,-1-15 0 0,2-9-5 16,0-7 9-16,0-10-9 16,0-5 0-16,0-1 2 15,0-4-2-15,0 1 11 16,0-1 12-16,0-1 11 15,0 0 12-15,0-9-18 16,0-10-25-16,0-7-2 16,5 1-3-16,4-3-2 15,1 4-2-15,3 2-3 16,2 2 5-16,2 3 0 0,3 4 2 16,1 4-8-1,1 6-1-15,0 3 5 0,0 0 0 16,-2 17-6-16,-2 7 4 15,-3 6-6-15,-5 2 10 16,-7-1-3-16,-3 0 1 16,0-7 2-16,-1-5 0 15,-16-3 0-15,-4-1 27 16,-5-2-2-16,-6 0-7 16,1-4-2-16,-1-3-12 15,5-3 1-15,4-2-5 16,6-1 5-16,11 0-10 15,4 0-13-15,2 0-58 0,10-9-104 16,21-10-185 0,11-10-125-16</inkml:trace>
  <inkml:trace contextRef="#ctx0" brushRef="#br0" timeOffset="-158125.91">21879 6476 1026 0,'0'0'173'16,"0"0"-147"-16,0 0 1 15,0 0 70-15,0 0-33 16,0 0-53-16,9 1-4 16,14 16 6-16,7-1 2 0,5 1 14 15,2-4-21-15,4-1 0 16,-7-1 0-16,-3-3-2 15,-8-4 1-15,-11-1-6 16,-8-3 4-16,-4 3 1 16,0-3 5-16,0 0 37 15,0 2-14-15,0-2 2 16,-13 5-9-16,-13 6-14 16,-13 4 26-16,-8 7-32 15,0 1-3-15,2 3-8 16,7 1 3-16,8 2-1 15,4-4-3-15,13-1-87 16,8-3-35-16,5-1-62 0,0-7-80 16,15-7-185-1</inkml:trace>
  <inkml:trace contextRef="#ctx0" brushRef="#br0" timeOffset="-157955.66">21919 6915 1137 0,'0'0'175'0,"0"0"-170"16,0 0 4-16,0 0 57 15,0 0-23-15,0 0-16 16,131-35-27-16,-76 19-61 0,-5-4-100 16,-3-2-117-1,-7-4-179-15</inkml:trace>
  <inkml:trace contextRef="#ctx0" brushRef="#br0" timeOffset="-157611.54">22391 6555 937 0,'0'0'347'15,"0"0"-242"-15,0 0-17 16,0 0 17-16,0 0-41 16,91-81-35-16,-53 80-19 15,3 1-9-15,-6 3-1 16,-6 17 0-16,-9 4-9 15,-10 4 6-15,-10 7-2 16,0 5 2-16,-28 4 2 16,-13 0 2-16,-2-10 3 0,3-9 0 15,9-11 3 1,12-8 23-16,13-4 14 0,6-2-6 16,0 0-8-16,7-2-30 15,17-11 0-15,8-5-1 16,11-2 9-16,7 2-8 15,1 1 0-15,0 4-6 16,-2 2-25-16,-6 4-43 16,-4 4-54-16,-4-2-123 15,-9-1-142-15,-4-6-354 16</inkml:trace>
  <inkml:trace contextRef="#ctx0" brushRef="#br0" timeOffset="-157365.09">23038 6222 1248 0,'0'0'86'0,"0"0"-76"16,0 0 5-16,0 0 50 16,0 0-49-16,0 0 29 15,30 129 6-15,-15-59-20 16,-1-1 0-16,-4 2-10 15,-6-2-6-15,0-5-4 16,-4-6-8-16,0-11-6 0,0-9-20 16,-5-10-98-16,-7-8-48 15,-3-16-220-15,1-4-237 16</inkml:trace>
  <inkml:trace contextRef="#ctx0" brushRef="#br0" timeOffset="-156542.89">23075 6156 900 0,'0'0'358'0,"0"0"-343"16,-92-16-2-16,57 16 94 15,-7-1 6-15,-10 1-52 16,-10 0-38-16,-13 0-1 0,-14 0 26 15,-12 0-28-15,-10-1-2 16,-10-4 5-16,-7-1-20 16,1 0 24-16,3-4-16 15,9-1-7-15,11-2 15 16,9 3-15-16,6 1 5 16,12 3-1-16,9 5-4 15,13 1 3-15,6 0-7 16,11 0 3-16,2 0-5 15,6 1 3-15,4 4-1 16,-1-2 0-16,2 0 7 0,-3-2-2 16,1 1-4-16,3-2 4 15,6 0 8-15,5 0-12 16,6 0 8-16,5 0 2 16,2 0-4-16,0 0 1 15,0 0-8-15,0 0 1 16,0 0-5-16,0 0 4 15,0 0 0-15,0 0-3 16,0 1-5-16,0 9 5 16,0 12 1-16,0 12 2 15,0 19-2-15,6 12 5 16,-2 7-3-16,3 6 0 16,-4 0 4-16,0 1-3 15,1-2-1-15,-4-3 0 16,0-9-2-16,0-10 5 0,0-11-3 15,0-9 0-15,0-7 1 16,0-10 0-16,0-3-1 16,0-10 0-16,0-2-2 15,0-3 1-15,0 0-2 16,0 0 2-16,0 0 0 16,5 0 1-16,7 3 6 15,8 0 4-15,13 3 10 16,16-1-12-16,21 1 6 15,20 0-10-15,24-2-2 16,21 0 14-16,16-3-13 0,18-1-2 16,6 0 3-1,6 0-3-15,-7 0-1 0,-17 0-2 16,-27 0-3-16,-30 0 3 16,-23 0 2-16,-25 0-11 15,-17 0-12-15,-8 0-35 16,-7 0-25-16,2 4-99 15,1 0-158-15,-1-2-314 16</inkml:trace>
  <inkml:trace contextRef="#ctx0" brushRef="#br0" timeOffset="-156436.7">23140 7070 883 0,'0'0'403'0,"0"0"-388"0,0 0-15 15,0 0-26-15,0 0-225 16,0 0-490-16</inkml:trace>
  <inkml:trace contextRef="#ctx0" brushRef="#br0" timeOffset="-152495.64">13274 10275 263 0,'0'0'399'16,"0"0"-324"-16,0 0-62 0,0 0 67 15,0 0 3 1,0 0-58-16,0 0-24 0,0 0-1 16,-8 81 55-16,-1-27-10 15,-1 3-8-15,4-5-9 16,-1-6-14-16,2-8 4 15,1-7-2-15,3-8-11 16,-2-8 6-16,3-6-8 16,0-8 0-16,0 1 6 15,0-2-3-15,0 0 13 16,0-5 14-16,0-15 8 16,0-6-32-16,0-6-1 15,0 0-5-15,10 1 0 0,8 3-2 16,4 5 2-1,1 8-3-15,4 8-9 0,-2 7 6 16,-1 0 3-16,-3 7-5 16,0 14 4-16,-8 5 0 15,-5 3 1-15,-5 2 9 16,-3-4 1-16,0-5 10 16,-3-4 4-16,-14-1 27 15,-5-5 23-15,-2-2-12 16,-7-2-27-16,5-4-20 15,4-2-12-15,2-1 3 16,9-1-6-16,2 0-17 16,5 0-76-16,4-1-92 15,10-10-155-15,16-5-335 0</inkml:trace>
  <inkml:trace contextRef="#ctx0" brushRef="#br0" timeOffset="-152354.95">13572 10543 381 0,'0'0'757'0,"0"0"-697"16,0 0-42-16,0 0-18 15,0 0 0-15,92-9-3 16,-71 10-116-16,-7 7-266 16</inkml:trace>
  <inkml:trace contextRef="#ctx0" brushRef="#br0" timeOffset="-152195.31">13575 10728 1240 0,'0'0'79'0,"0"0"-79"15,0 0 0-15,0 0 12 16,0 0-8-16,120-2-4 16,-78-5-130-16,-4-3-89 15,-7-6-58-15,-10-2-139 16</inkml:trace>
  <inkml:trace contextRef="#ctx0" brushRef="#br0" timeOffset="-151845.66">13850 10448 320 0,'0'0'764'16,"0"0"-654"-16,0 0-75 0,0 0 28 16,61-83 28-16,-32 81-41 15,-1 2-30-15,-1 2-11 16,-6 19-2-16,-7 9-2 15,-10 6 4-15,-4 5-1 16,-21 2-2-16,-16 1 9 16,-5-5-9-16,3-8 3 15,5-11 2-15,13-9 25 16,8-8 18-16,9-3 5 16,4 0-19-16,0-5-14 15,0-11-11-15,14-5-12 16,10 1-3-16,4 4 4 15,3 2 2-15,-1 3-3 0,2 6-1 16,-1 5-2-16,0 0 0 16,-5 0-7-16,-4 0-49 15,-5 1-54-15,-6 5-42 16,-2 0-70-16,-6-6-213 16</inkml:trace>
  <inkml:trace contextRef="#ctx0" brushRef="#br0" timeOffset="-150978.42">14142 10285 768 0,'0'0'170'0,"0"0"-126"16,-33-88 12-16,21 59 79 16,-3 1-23-16,-2 4-41 15,-4 1-18-15,-7 2 0 16,-5 2 5-16,0 0-16 15,-4 4-18-15,2 2 4 16,-3 2 2-16,-3 5-12 16,-1 4-2-16,-4 2-8 15,0 0-3-15,-2 0 2 16,-1 13-6-16,4 2 6 16,2 1 4-16,1 4-7 15,2-2 5-15,0 0-7 16,1 0 3-16,3-1 6 0,0 2-10 15,1 2 12-15,0 3 2 16,4 1-7-16,0 2 6 16,5-5-7-16,0 2-3 15,6 1 1-15,2 3-2 16,4 3 2-16,3-1-1 16,3 4-3-16,3 1 7 15,3 2-8-15,2 2 3 16,0-1 3-16,2 2-6 15,13-2 11-15,3 3 0 16,4-4-8-16,1 3 0 16,2-2 2-16,0-4 0 15,4 1-2-15,-1-5-2 0,6-4 0 16,1-2 4-16,1-4-4 16,6 0 9-16,3-6-9 15,3-1 2-15,4-8 2 16,-3-1-4-16,2-4 0 15,-1 0 6-15,-2 0-6 16,-3 0 1-16,0-6-2 16,-1-7 2-16,1-4 0 15,-1-3-2-15,-1 1 4 16,1-2-2-16,-1-1-1 16,-1 0 0-16,-2 1-1 15,-5 3 0-15,-5 1 0 16,-3 0-4-16,-3-3 4 15,-2-3-1-15,-2-4 4 0,-6-2-6 16,-6-5 4 0,-8-5-1-16,0-1 0 0,-1-3 2 15,-17-4-1-15,-6 0 1 16,-1 1-1-16,-2 2-1 16,-1 3 1-16,-1 6-1 15,-3 5 0-15,2 10 2 16,1 5-2-16,0 6 0 15,6 9-10-15,1-3 8 16,5 3-24-16,8 0-8 16,5 0-7-16,4 0-23 15,0 0-75-15,0 16-201 0,8-1 43 16,8 1-234 0</inkml:trace>
  <inkml:trace contextRef="#ctx0" brushRef="#br0" timeOffset="-149778.6">15039 10452 575 0,'0'0'336'15,"0"0"-253"-15,0 0-18 16,0 0 66-16,0 0-35 15,0 0-35-15,19-24-40 16,-10 8 11-16,2 2 21 16,-1-6 4-16,2 0-15 15,0-4-7-15,-1 4-13 0,-1 0-4 16,-1 1 1-16,-5 0 4 16,0 5-7-16,-1 2 0 15,-3 3 0-15,2 4-5 16,-2 4 1-16,0 1 0 15,0 0-12-15,0 0-2 16,0 0-4-16,0 17-6 16,0 14 12-16,-2 6 7 15,-1 10 2-15,2 0-7 16,1 2 1-16,0-1 9 16,0-1-6-16,0-6-5 15,0-5 2-15,0-9-2 16,0-6 0-16,1-9-1 0,1-5 1 15,-2-4-1 1,0-1 1-16,0-1-1 0,0-1 0 16,0 2-2-16,-12 1 2 15,-11-2 5-15,-4-1-5 16,-3 0 0-16,-1 0-1 16,5 0 1-16,3 0 0 15,4-1 1-15,7 1 0 16,8 0-1-16,1 0 0 15,3 0 5-15,0-3-5 16,0 1 1-16,4-1 1 16,18-1 4-16,11-4 8 0,12 1 3 15,6-4-10 1,4 0 0-16,2 1-2 0,-1 0-4 16,0 2-1-16,-8 2-1 15,-6 3-2-15,-10 2-43 16,-7 1-60-16,-5 0-112 15,-10 0-230-15,-10 0-421 16</inkml:trace>
  <inkml:trace contextRef="#ctx0" brushRef="#br0" timeOffset="-149146.73">15777 10450 371 0,'0'0'636'0,"0"0"-511"15,0 0-95-15,0 0 22 16,0 0 23-16,0 0-17 16,88-47-13-16,-44 36-7 15,2 1-4-15,-3 2-20 16,-3 3-14-16,-7 4 1 15,-3 1-1-15,-7 0-87 16,-6 0-85-16,-10 1-189 16,-7 4-139-16</inkml:trace>
  <inkml:trace contextRef="#ctx0" brushRef="#br0" timeOffset="-148942.75">15939 10278 1145 0,'0'0'105'16,"0"0"-105"-16,0 0 0 16,0 0 45-16,-13 93 54 15,16-45-66-15,4 2-20 16,-4-2-4-16,0-3-9 16,3-6-1-16,2-6-80 15,2-4-99-15,5-13-156 16,0-14-330-16</inkml:trace>
  <inkml:trace contextRef="#ctx0" brushRef="#br0" timeOffset="-148596.1">16513 10135 1082 0,'0'0'140'16,"0"0"-116"-16,0 0 1 16,0 0 91-16,0 0 1 15,0 0-87-15,-42-11-15 0,13 35-2 16,-4 8 19-16,0 9 2 16,1 7-6-16,3 3 5 15,8 3 2-15,10-3-18 16,10-3-3-16,1-6-6 15,12-9-5-15,18-5-3 16,5-7 0-16,3-8 0 16,4-4-18-16,-2-9-54 15,0 0-51-15,-1 0-94 16,-6-10-99-16,-8-10-301 16</inkml:trace>
  <inkml:trace contextRef="#ctx0" brushRef="#br0" timeOffset="-148277.06">16633 10441 962 0,'0'0'320'0,"0"0"-277"15,0 0-43-15,0 0 0 16,0 0 54-16,119-25-43 16,-66 18-11-16,1-4-26 15,-4-2-80-15,-3-3-22 16,-11 1-72-16,-7 1-85 15,-13-5 53-15,-7-1 33 16,-9 3 199-16,0-1 52 16,0 3 145-16,-5 6 18 15,-2 5-1-15,2 4-4 16,2 0-97-16,0 9-92 0,-2 13-15 16,-1 8 73-16,3 3-29 15,3 0-35-15,0 0-3 16,0-3-11-16,0-2-1 15,0-3-7-15,5-4-128 16,5-8-131-16,-1-9-245 16</inkml:trace>
  <inkml:trace contextRef="#ctx0" brushRef="#br0" timeOffset="-148035.7">17131 10140 1086 0,'0'0'131'0,"0"0"-110"0,0 0 2 16,0 0 27-16,0 0 22 15,107 28-39-15,-85 14-16 16,-7 3 17-16,-7 5-5 16,-8-1-11-16,0 0-6 15,-3-3-12-15,-16-2-2 16,-4-5-1-16,3-6-84 15,0-8-63-15,8-9-153 16,8-15-263-16</inkml:trace>
  <inkml:trace contextRef="#ctx0" brushRef="#br0" timeOffset="-147764.73">17469 10122 734 0,'0'0'529'0,"0"0"-476"15,0 0-51-15,0 0 14 16,0 0 27-16,0 0 55 16,-30 116-36-16,30-63-32 15,0 0 10-15,0-5-11 16,0-4-23-16,0-4-6 0,3-5 0 15,13-5-12-15,1-6-102 16,7-9-95-16,3-10-153 16,2-5-228-16</inkml:trace>
  <inkml:trace contextRef="#ctx0" brushRef="#br0" timeOffset="-147346.1">17797 10347 925 0,'0'0'186'16,"0"0"-151"-16,0 0 18 0,0 0 61 15,0 0-21 1,-86-63-42-16,70 63-18 0,-3 1-25 16,-1 19 3-16,2 7 5 15,3 4-2-15,3 1-7 16,9-3 5-16,3-4-9 15,0-5 3-15,15-7-6 16,11-7 1-16,4-6 6 16,4 0 5-16,-2-12 0 15,-1-12 2-15,-5-6-10 16,-6-6 5-16,-7-3-6 16,-8-1 1-16,-5-4 3 15,0-1-3-15,-5-2 15 16,-12 0-5-16,-3 2-13 15,0 12-1-15,5 11 0 0,7 14-4 16,1 8 0-16,2 12-5 16,0 18-9-16,1 11 8 15,4 3-74-15,0 0-66 16,9-1-54-16,7-7-147 16,-2-8-255-16</inkml:trace>
  <inkml:trace contextRef="#ctx0" brushRef="#br0" timeOffset="-147016.77">17974 10290 1270 0,'0'0'50'15,"0"0"-49"-15,0 0-1 16,0 0 50-16,90-18-21 0,-53 12-29 15,0 2-25-15,-2-2-81 16,-5 1-95-16,-3-8-133 16,-11 3-284-16</inkml:trace>
  <inkml:trace contextRef="#ctx0" brushRef="#br0" timeOffset="-146830.53">18283 10100 917 0,'0'0'244'15,"0"0"-202"-15,0 0-37 16,0 0 22-16,0 0 50 16,-12 122-34-16,12-71-32 15,0-3-8-15,0-6-3 0,0-6-23 16,12-7-142-16,2-12-155 16,-1-12-422-16</inkml:trace>
  <inkml:trace contextRef="#ctx0" brushRef="#br0" timeOffset="-146601.89">18378 10019 1150 0,'0'0'77'0,"0"0"-74"15,0 0 9-15,0 0 16 16,0 0 35-16,111 75-27 15,-89-24-21-15,-9 8 12 0,-8 3 9 16,-5-3-14-16,-3-2-15 16,-21-7-7-16,-6-4 0 15,-8-7-77-15,-4-4-63 16,-5-11-149-16,-8-10-331 16</inkml:trace>
  <inkml:trace contextRef="#ctx0" brushRef="#br0" timeOffset="-146029.45">16259 10044 368 0,'0'0'327'16,"0"0"-238"-16,0 0-67 0,0 0 60 15,-86 96 19-15,73-45-14 16,-1 12-20-16,8 13-21 16,6 6-11-16,0 2-15 15,19-4-14-15,19-10-2 16,14-7-4-16,11-9 0 15,4-7-62-15,3-17-151 16,-4-13-190-16</inkml:trace>
  <inkml:trace contextRef="#ctx0" brushRef="#br0" timeOffset="-145394.78">18640 10178 632 0,'0'0'161'0,"0"0"-75"16,0 0 76-16,0 0-12 15,0 0-82-15,0 0-47 16,71-10-7-16,-44 9-7 15,-1 1-7-15,2 0-6 16,-2 0-83-16,-4-2-166 16,-8 2-184-16</inkml:trace>
  <inkml:trace contextRef="#ctx0" brushRef="#br0" timeOffset="-145260.77">18701 10301 990 0,'0'0'207'0,"0"0"-207"0,0 0-55 16,0 0 55-16,0 0-2 16,99 0-166-16,-52-10-207 15</inkml:trace>
  <inkml:trace contextRef="#ctx0" brushRef="#br0" timeOffset="-144930.59">19055 10091 987 0,'0'0'129'0,"0"0"-103"16,0 0 47-16,0 0 3 16,0 0-50-16,0 0-25 15,-4 14-1-15,2 4 14 16,0 2 1-16,2-1-3 16,0-3 3-16,0-2 6 15,0-1 7-15,4 0 0 16,9-3-9-16,4 0-1 15,1 3 5-15,2-4-3 16,2 2-3-16,-2-1-2 16,-2-1-7-16,-6 0-1 15,-7 0-2-15,-5 1-5 0,0 6 0 16,-14 0 6-16,-14 2 5 16,-9-6-11-16,-5-4-25 15,-1-8-116-15,3 0-143 16,5-27-379-16</inkml:trace>
  <inkml:trace contextRef="#ctx0" brushRef="#br0" timeOffset="-144817.97">19114 10006 985 0,'0'0'192'0,"0"0"-192"16,106-20 5-16,-70 20-5 15,-7 9-8-15,-9 11-209 16,-17 2-331-16</inkml:trace>
  <inkml:trace contextRef="#ctx0" brushRef="#br0" timeOffset="-143680.39">13996 11571 580 0,'0'0'267'0,"0"0"-201"15,0 0-20-15,0 0 76 16,0 0-10-16,0 0-64 16,-21-27-22-16,9 27 10 15,-7 0-1-15,-7 3 0 16,-6 16 9-16,-8 9 11 15,-2 6-16-15,0 6 3 16,9-6-16-16,8-2-2 16,12-6-4-16,9-4-6 15,4-9-13-15,4 0 7 16,19-3-8-16,10-3 1 16,12-4-3-16,13-3-10 15,7 0-102-15,6 0-83 16,0-13-131-16,-11-3-244 15</inkml:trace>
  <inkml:trace contextRef="#ctx0" brushRef="#br0" timeOffset="-143360.47">14212 11705 1017 0,'0'0'324'16,"0"0"-260"-16,0 0-40 16,0 0 35-16,0 0-22 15,0 0-10-15,109-57-17 16,-64 55-8-16,2 2-2 15,-1 0-1-15,-2-3-2 16,-9 0-53-16,-8 0-39 0,-10-4 46 16,-7-5 37-1,-7-1 12-15,-3-9-5 0,0 3 5 16,0-4 7-16,0 3 5 16,-5 7 6-16,0 5 19 15,0 7 22-15,3 1-5 16,0 0-54-16,-1 21 0 15,0 11 0-15,-2 10 19 16,3 1-10-16,2 1-9 16,0-8 0-16,5-1-21 15,7-5-111-15,-2-13-82 16,0-12-307-16</inkml:trace>
  <inkml:trace contextRef="#ctx0" brushRef="#br0" timeOffset="-143113.96">14677 11419 666 0,'0'0'523'15,"0"0"-449"-15,0 0-72 16,0 0 27-16,0 0 74 16,110 11-12-16,-78 26-45 15,-7 9-18-15,-8 7-1 16,-11 2-4-16,-6-1-8 15,-1-1-14-15,-24-6-1 16,-10-4-12-16,-8-8 11 16,-8-2-62-16,-5-10-114 0,-10-3-49 15,-10-11-226-15</inkml:trace>
  <inkml:trace contextRef="#ctx0" brushRef="#br0" timeOffset="-142798.12">13654 11269 964 0,'0'0'192'15,"0"0"-181"-15,0 0-7 0,0 0 5 16,-96 91 78-16,71-27 8 16,2 12-31-16,0 14-22 15,3-3-9-15,8 1-15 16,12-8-6-16,0-14-7 16,28-11-5-16,19-9-11 15,10-11-122-15,10-10-56 16,3-15-115-16,0-10-277 15</inkml:trace>
  <inkml:trace contextRef="#ctx0" brushRef="#br0" timeOffset="-142500.81">15077 11400 1193 0,'0'0'86'16,"0"0"-80"-16,0 0-6 16,0 0 56-16,-71 90 45 15,51-36-49-15,5 9-29 16,4 2 16-16,5 1-11 0,6-3-18 15,0-9-1-15,6-4-9 16,15-12-1-16,8-8-69 16,6-10-84-16,3-13-50 15,1-7-186-15</inkml:trace>
  <inkml:trace contextRef="#ctx0" brushRef="#br0" timeOffset="-142112.41">15389 11607 1030 0,'0'0'215'0,"0"0"-190"0,0 0 11 15,-102-26 61 1,70 39-4-16,3 21-63 0,0 10-15 16,7 6-3-16,11-4 3 15,9-10 10-15,2-6-20 16,0-11-4-16,16-10-1 15,6-7 3-15,8-2 5 16,2-15 12-16,-2-13-3 16,-1-5-8-16,-10-8 0 15,-3-4-6-15,-6-6 4 16,-4-6-7-16,-4-7 4 16,-2 0-3-16,0 4-1 15,0 7 7-15,0 18-6 16,-2 17 0-16,1 17-1 15,-3 1-7-15,-1 31-14 0,0 18 21 16,1 9 0-16,4 4-6 16,0-4-102-16,18-5-76 15,10-8-56-15,3-13-190 16</inkml:trace>
  <inkml:trace contextRef="#ctx0" brushRef="#br0" timeOffset="-141953.42">15590 11684 931 0,'0'0'260'0,"0"0"-186"16,0 0-16-16,0 0 16 16,0 0-6-16,0 0-30 15,110-14-22-15,-65 14-14 0,0-6-2 16,2 1-31-16,-3-3-103 16,-5-3-67-16,-4-2-162 15,-12-4-241-15</inkml:trace>
  <inkml:trace contextRef="#ctx0" brushRef="#br0" timeOffset="-141794.8">15994 11463 577 0,'0'0'338'16,"0"0"-208"-16,0 0 30 15,0 0-48-15,0 0-78 16,0 0-25-16,-29 58 45 16,29-13-22-16,0 1-22 15,0-5-6-15,0-3-4 16,0-5-3-16,3-5-106 0,7-9-112 15,0-11-240-15</inkml:trace>
  <inkml:trace contextRef="#ctx0" brushRef="#br0" timeOffset="-141539.9">16073 11372 1114 0,'0'0'160'0,"0"0"-138"16,0 0-19-16,0 0 40 16,0 0 56-16,110 61-56 0,-79-18-21 15,-10 5-7-15,-7 2 5 16,-10 0 9-16,-4-4-8 16,0-2-19-16,-6-10 10 15,-11 0-12-15,2-13-2 16,0-2-10-16,5-5-131 15,2-8-96-15,4-6-340 16</inkml:trace>
  <inkml:trace contextRef="#ctx0" brushRef="#br0" timeOffset="-141376.78">16484 11583 1237 0,'0'0'262'0,"0"0"-262"0,0 0 0 16,0 0 0-16,86-15 0 16,-50 15-68-16,0 0-258 15,-11 0-276-15</inkml:trace>
  <inkml:trace contextRef="#ctx0" brushRef="#br0" timeOffset="-141230.55">16519 11746 1044 0,'0'0'406'0,"0"0"-406"16,0 0-96-1,0 0 96-15,85-35-15 0,-31 21-206 16,-4-2-279-16</inkml:trace>
  <inkml:trace contextRef="#ctx0" brushRef="#br0" timeOffset="-140797.85">16924 11349 969 0,'0'0'230'15,"0"0"-196"-15,0 0 13 16,0 0 55-16,0 0-30 16,0 0-72-16,-9 4 9 15,9 30-8-15,4 3 45 16,-1 2-14-16,2-5-8 0,2-3-13 15,2-7-1-15,1-5-2 16,-1-4-4-16,3-4-4 16,-2-1 0-16,2-5 3 15,0-1-3-15,1-2-4 16,6-2 2-16,-2 0 2 16,4-5-2-16,-3-10 2 15,-3-2-2-15,-7-8 2 16,-4-1 1-16,-4-1-1 15,0-2 2-15,0-4 4 16,-4 5 1-16,0 5 2 16,-2 12 20-16,3 8 22 15,3 3-13-15,0 0-29 16,0 4-9-16,0 19-8 0,0 11 8 16,0 7 1-16,0 5 2 15,0 3-6-15,0 3 3 16,0 7-98-16,-10 1-139 15,-13 4-202-15</inkml:trace>
  <inkml:trace contextRef="#ctx0" brushRef="#br0" timeOffset="-136779.8">14279 12394 864 0,'0'0'157'0,"0"0"-76"15,0 0-29-15,0 0 6 16,0 0-18-16,83-83-10 16,-45 83-12-16,-8 0-6 15,-8 7-10-15,-11 10-2 16,-9 12-2-16,-2 1 2 15,-9 4 1-15,-19 2 5 0,-10 2 8 16,-1-4-10-16,1-5 0 16,9-12 2-16,12-7-3 15,9-7 2-15,8-3 32 16,0 0 31-16,0 0-7 16,20-3-30-16,11-10-11 15,15-1-15-15,8 7-3 16,4 1-4-16,5 6-7 15,6 0-12-15,4 0-131 16,6 0-8-16,1-3-267 16</inkml:trace>
  <inkml:trace contextRef="#ctx0" brushRef="#br0" timeOffset="-136415.17">15444 12196 1185 0,'0'0'150'16,"0"0"-146"-16,0 0-2 15,0 0 30-15,114-22 42 16,-82 42-41-16,-4 5-27 16,-9 5-6-16,-12 2-4 15,-7-2 1-15,0 6 3 16,-29-2 5-16,-11 0 9 0,-7-4-8 15,1-11 0-15,5-8 36 16,16-5 18-16,11-6 13 16,13 0-14-16,1 0-23 15,3 0-30-15,23-13-3 16,12-1-1-16,10-3 0 16,6 4-2-16,3 7-2 15,5 3-44-15,1 3-37 16,-2 0-59-16,-3 10-59 15,-18 10-140-15,-17 3-209 16</inkml:trace>
  <inkml:trace contextRef="#ctx0" brushRef="#br0" timeOffset="-135781.2">15575 12920 915 0,'0'0'156'0,"0"0"-156"0,0 0 28 16,0 0 66-16,0 0-49 15,0 0-42-15,-21 11-3 16,5 8 25-16,-4 2 5 16,-2 2-16-16,1 4 3 15,0-5-11-15,3 0 3 16,6-6-3-16,4-2-4 15,4-8-2-15,4-2-1 16,0-1-1-16,7 0 2 0,15-3 7 16,8 0 22-1,5 0-10-15,6 0-1 0,0 0-8 16,-2-10-6-16,-6-1 1 16,-4-5 0-16,-9 3-2 15,-6-3 2-15,-5 1 1 16,-6-2 8-16,-3 0 20 15,0 4-9-15,-8 0 4 16,-6 4 9-16,4 1-17 16,2 8 14-16,5 0 5 15,3 0-24-15,-2 0-16 16,-3 21-7-16,2 12 5 16,-2 11 2-16,3 8 2 15,2 0-1-15,0 2-1 16,0 2-6-16,0 5-56 0,0 5-114 15,-2-9-53-15,-20-7-394 16</inkml:trace>
  <inkml:trace contextRef="#ctx0" brushRef="#br0" timeOffset="-135382.79">14749 13000 922 0,'0'0'220'16,"0"0"-143"-16,0 0-51 16,0 0 86-16,0 0-15 15,0 0-65-15,-7-23-32 0,9 53 0 16,8 14 25-16,-1 6-5 15,-5 7-15-15,-2 3-3 16,-2 11-2-16,0 13-134 16,0 3-141-16,-9-1-401 15</inkml:trace>
  <inkml:trace contextRef="#ctx0" brushRef="#br0" timeOffset="-128364.34">12293 12706 580 0,'0'0'184'0,"0"0"-159"0,0 0 12 16,0 0 94-16,0 0-6 15,0 0-47-15,0 0-32 16,5 0 1-16,-5 0-13 16,0 0 5-16,0-4-15 15,0 4-10-15,0-3-1 16,0 3 13-16,-2-3-4 15,-8 3-13-15,-3-3-7 16,-4 3-2-16,-3 0 0 16,-3 3 4-16,-1 10-4 15,-1 4 2-15,1 3 0 0,4 7 5 16,6 0 3-16,3 3-1 16,10-4-2-16,1 1 7 15,1-6 0-15,20-1-2 16,6-4 2-16,4-3 0 15,3-2-8-15,2-4-5 16,1-4 1-16,2 0-4 16,-3-3-2-16,1 0-79 15,-3-6-71-15,-4-9-124 16,-8-4-244-16</inkml:trace>
  <inkml:trace contextRef="#ctx0" brushRef="#br0" timeOffset="-128213.86">12502 12856 1043 0,'0'0'278'16,"0"0"-278"-16,0 0-12 15,0 0 12-15,0 0 1 16,0 0-1-16,100 7-5 16,-67 1-226-16,-6 1-181 15</inkml:trace>
  <inkml:trace contextRef="#ctx0" brushRef="#br0" timeOffset="-128066.73">12627 12987 1043 0,'0'0'39'0,"0"0"-39"16,0 0-104-16,104-13 104 15,-56 3-7-15,3-4-371 16</inkml:trace>
  <inkml:trace contextRef="#ctx0" brushRef="#br0" timeOffset="-127633.33">13000 12679 998 0,'0'0'235'0,"0"0"-193"15,0 0-15-15,0 0 4 16,0 0 0-16,0 0-4 15,80-46-19-15,-61 46-5 16,-7 3-3-16,-8 13-7 16,-4 4 4-16,0 1 3 15,-4 5 1-15,-13 1 4 16,-4-8 10-16,5-6-12 16,6-2 12-16,3-7 1 15,6-4 5-15,1 0-11 16,0 0 0-16,0 0-7 15,3 0-3-15,12 0-3 16,5 0 3-16,7 0 11 0,1 0-7 16,-3 7-4-1,-5-1-1-15,-10 1 1 0,-5 2-3 16,-5 5 3-16,0 3 24 16,-18-3 23-16,-10 3 13 15,-6-1-4-15,-5-2-29 16,3-2-13-16,-1-5-5 15,2 3-9-15,3-3-1 16,0 1-24-16,6-2-109 16,3 4-104-16,1 3-219 15</inkml:trace>
  <inkml:trace contextRef="#ctx0" brushRef="#br0" timeOffset="-127084.52">12285 13570 783 0,'0'0'177'0,"0"0"-110"0,0 0 39 15,0 0 6-15,-20-81-16 16,9 69-25-16,0 4-29 16,-2 2-8-16,-3 6-5 15,0 0 3-15,-4 17-15 16,-1 9-16-16,3 7-2 15,6 8 1-15,9-4 0 16,3-8 0-16,0-4-2 16,9-15-2-16,9-4 3 15,7-6 1-15,1 0 20 16,2-10-4-16,-5-16-4 16,-3-6-5-16,-4-7 1 0,-2-9 0 15,-7-1-1 1,-7-4 3-16,0 2 9 0,-2 4 3 15,-15 7-13-15,1 6-6 16,6 14 6-16,1 7-9 16,6 10-7-16,3 3 0 15,0 0-45-15,0 3-85 16,8 17-86-16,14 3 38 16,5 7-190-16</inkml:trace>
  <inkml:trace contextRef="#ctx0" brushRef="#br0" timeOffset="-126947.14">12499 13373 956 0,'0'0'307'0,"0"0"-288"0,0 0-13 15,0 0 21-15,0 0 24 16,88 0-46-16,-59 6-5 16,-4 7-97-16,-11 3-117 15,-8 6-116-15,-6 11-151 16</inkml:trace>
  <inkml:trace contextRef="#ctx0" brushRef="#br0" timeOffset="-126817.92">12485 13657 574 0,'0'0'516'0,"0"0"-364"15,0 0-125-15,0 0-5 16,0 0-2-16,0 0 8 0,119-11-28 16,-51-5-87-1,-1-4-163-15,-2-7-163 0</inkml:trace>
  <inkml:trace contextRef="#ctx0" brushRef="#br0" timeOffset="-126433.54">12973 13302 1334 0,'0'0'129'16,"0"0"-116"-16,0 0 3 15,0 0 35-15,89-34-14 16,-66 34-30-16,-4 10-7 15,-8 7-5-15,-4 4-4 16,-7 6 6-16,0 3-4 16,-18 5 3-16,-11-1 4 15,1-10 16-15,9-10-14 16,9-8 5-16,9-6-1 0,1 0 2 16,0 0-8-16,22 0 1 15,11-10-1-15,4 0 10 16,0 4-8-16,-7 6 1 15,-14 0-2-15,-7 6-1 16,-8 11-1-16,-1 10 1 16,-6 2 23-16,-23 12 44 15,-10-4-25-15,-5 0-12 16,-5-4-17-16,2-9-6 16,9-4-2-16,5-10-5 15,9-3-21-15,4-7-90 0,8-7-134 16,9-33-233-16</inkml:trace>
  <inkml:trace contextRef="#ctx0" brushRef="#br0" timeOffset="-125216.66">13163 12455 738 0,'0'0'177'0,"0"0"-125"16,-94-70-33-16,64 46 93 15,1-3 5-15,2 1-51 16,-1 1-6-16,-7-1 1 16,-4 2-10-16,-6 2 4 15,-5 5-10-15,-4 1-8 16,-4 8-6-16,-2 1-11 16,0 7-8-16,-1 0 0 15,-1 0-4-15,1 7 2 0,-3 3 7 16,2 6-4-1,7-1 4-15,6 4-4 0,6-3 7 16,5 8-7-16,2-3-9 16,3 6 3-16,5-1-5 15,1 7-1-15,2 0 4 16,-2 5-3-16,2 6 1 16,-1 2 4-16,0 4-4 15,1 1 2-15,4-4-3 16,0-1 0-16,3-2 6 15,2-1-8-15,0-2 6 16,6 3-1-16,4-1-4 16,4 1 2-16,2 2-1 15,0 1 0-15,0 0-2 16,10 1 0-16,3-2 1 0,2 4-1 16,2 1 3-16,1 5-3 15,2 1 0-15,0 0 0 16,6-5 0-16,0-3 0 15,5-3 2-15,0 1 3 16,1-4-2-16,0-2 2 16,0 0-1-16,1-5-3 15,-1 0-1-15,4-5-1 16,2 0 1-16,0-6 0 16,2-3 3-16,2-3 1 0,0-1-3 15,1 0 6 1,1-3-7-16,1 1 8 0,1-9-5 15,1-4-1-15,5-2 2 16,0-1 2-16,0 0-3 16,-2 0-3-16,-3 0 3 15,0-1-2-15,1-15 1 16,-2-2-2-16,6-4 0 16,-1-2-1-16,-1 4 2 15,0-1 1-15,-3-1-2 16,-5-2 0-16,-4 3 1 15,-3-5-1-15,-3-1 1 16,-2 0 1-16,-1-10-1 16,-3-6 1-16,0-5-2 15,-3-11 1-15,-1-5 1 0,-4-3-2 16,-3 0-1-16,-5 1 0 16,-3 12 2-16,-2 7 0 15,-4 4-1-15,1 4 0 16,-2 4 0-16,0-2-1 15,0 0 1-15,-2-1-3 16,-9-1 3-16,-6 5 0 16,-3-3-1-16,-2 4 2 15,-2-4 0-15,-2 4-1 16,-3-4 1-16,1-3 1 16,-3 0-1-16,-1-1-1 15,2 0 0-15,1 5 0 16,1 3 0-16,1 0 0 0,2 9 0 15,3 0-1-15,1 7 1 16,0 7 0-16,4 4-1 16,0 0-10-16,-1 6-10 15,-3 0-14-15,-6 0-14 16,-3 9-45-16,-6 11-140 16,-2 4-248-16</inkml:trace>
  <inkml:trace contextRef="#ctx0" brushRef="#br0" timeOffset="-122014.89">12846 5018 400 0,'0'-87'56'0,"0"9"-29"16,-4 6-27-16,-3 0-69 16,-4 2-26-16</inkml:trace>
  <inkml:trace contextRef="#ctx0" brushRef="#br0" timeOffset="-121401.78">12467 3741 843 0,'0'0'185'0,"0"0"-119"15,0 0-27-15,0 0 56 16,-107 40 2-16,75 7-9 16,0 11-21-16,4 15-13 15,4 5-27-15,7 4 8 16,10-2-10-16,7-8-20 16,1-6 10-16,22-9-15 15,8-9-1-15,5-7 0 16,4-9-29-16,2-8-59 0,-1-7-55 15,0-12-47-15,-1-5-146 16,-4 0-192-16</inkml:trace>
  <inkml:trace contextRef="#ctx0" brushRef="#br0" timeOffset="-121018.79">12649 4173 1028 0,'0'0'136'0,"0"0"-45"0,6-83 3 16,30 61-17 0,14 4-9-16,9 5-30 0,4 8-6 15,-5 5-13-15,-7 0-8 16,-16 10-6-16,-17 14-5 16,-15 3-4-16,-3 8 1 15,-26 9 6-15,-20 4 4 16,-15 3-5-16,-8-4 5 15,1-10-5-15,9-11 2 16,17-16-1-16,20-5 7 16,18-5-6-16,4 0 36 15,18-3-27-15,26-12-2 16,14-3 0-16,12 3-10 16,2 3 3-16,1 4-4 15,-4 5 1-15,-5 3-4 0,-7 0 1 16,-12 0-17-16,-12 15-95 15,-10 3-49-15,-7 2-100 16,-8-5-110-16,-6-5-282 16</inkml:trace>
  <inkml:trace contextRef="#ctx0" brushRef="#br0" timeOffset="-120855.49">13332 4321 819 0,'0'0'301'0,"0"0"-170"16,0 0-53-16,0 0 8 15,0 0-31-15,0 0-35 16,0 35 8-16,0 0-2 0,0 1-15 16,0-1-11-16,0-2-36 15,6-6-108-15,7-6-101 16,3-14-269-16</inkml:trace>
  <inkml:trace contextRef="#ctx0" brushRef="#br0" timeOffset="-120335.35">13497 4184 1180 0,'0'0'131'15,"0"0"-38"-15,0 0 23 16,26-94-43-16,13 84-28 16,8 5-29-16,-1 5 5 0,-6 8-12 15,-11 18-8-15,-16 9-1 16,-11 11-2-16,-2 0 2 15,-13 6 0-15,-18-5 0 16,-7-6 0-16,0-12-1 16,6-14 5-16,7-10-2 15,10-5 5-15,8 0 1 16,6-5 0-16,1-10-8 16,8-2 0-16,17 0 0 15,8 1 1-15,4 3 4 16,-2 5-4-16,-1 7-1 15,-2 1 0-15,1 0-3 0,0 1 1 16,1 10 1 0,-1-1-38-16,-3-1-62 0,-2-4-90 15,-1-5 5-15,-3 0-55 16,-3-9-10-16,-7-8 76 16,-9-1 175-16,-5 0 4 15,0 2 151-15,0 0 36 16,-9 6-1-16,1 4-3 15,5 6-41-15,-4 0-40 16,1 18-93-16,-3 14 1 16,-1 10 20-16,5 0-23 15,5-1-6-15,0-1-5 16,2-3-15-16,13-8-116 16,8-9-76-16,0-11-253 15</inkml:trace>
  <inkml:trace contextRef="#ctx0" brushRef="#br0" timeOffset="-119900.35">14226 4100 1273 0,'0'0'129'15,"0"0"-101"-15,0 0 33 16,0 0-21-16,0 0-7 15,107-56-6-15,-79 56-17 16,-8 10-10-16,-15 15-6 0,-5 3 1 16,-5 5 5-1,-15 0 9-15,-3-4-8 0,4-9 8 16,7-9-9-16,9-8 2 16,3-1 5-16,0-2-5 15,0 0-2-15,10 0 1 16,10 0 2-16,8 0 2 15,4 0-5-15,2 0 0 16,-4 2-2-16,-7 5 5 16,-4 1-3-16,-8-3 13 15,-8 4 6-15,-3 2 5 16,0 2 3-16,-17 4 17 16,-12 3-1-16,-4 1-27 15,-2 1-9-15,1-2-3 16,4 1-3-16,7-4-2 0,6-3-51 15,7-1-82-15,10-10-123 16,0-3-280-16</inkml:trace>
  <inkml:trace contextRef="#ctx0" brushRef="#br0" timeOffset="-119727.6">14746 4310 1103 0,'0'0'360'0,"0"0"-343"0,0 0-16 16,0 0 54 0,-15 95-21-16,9-66-29 0,3 3-5 15,2 0-8-15,-2-5-168 16,2-4-205-16,-1-13-312 16</inkml:trace>
  <inkml:trace contextRef="#ctx0" brushRef="#br0" timeOffset="-119317.31">14913 4166 1056 0,'0'0'393'0,"0"0"-339"0,0 0-6 16,0 0-5-1,90-76 5-15,-55 76-17 0,-8 0-30 16,-11 10-1-16,-9 14-5 15,-7 5-6-15,0 5 11 16,-23-1 2-16,-4-3 3 16,2-7 2-16,6-10-6 15,11-6 2-15,6-6 2 16,2 2-5-16,0-2-1 16,22 1 1-16,8-1 7 15,8-1 1-15,0 2-5 16,-1-1-2-16,-2 4 2 15,-7 2-2-15,-8-1 9 16,-12 3 10-16,-6 3-10 0,-2 1 1 16,-12 6 20-16,-20 2-1 15,-9 0-8-15,-9 2-17 16,-2-5-3-16,5-4-2 16,6-1-26-16,10-4-57 15,13-9-136-15,13-7-250 16</inkml:trace>
  <inkml:trace contextRef="#ctx0" brushRef="#br0" timeOffset="-119068.67">15309 3982 1325 0,'0'0'174'0,"0"0"-165"16,0 0 4-16,92 20 51 0,-39 8 17 15,8 10-44-15,-6 7-19 16,-9 3 8-16,-8 5-6 16,-19 0-9-16,-14 1 8 15,-5-2-19-15,-17 0 0 16,-22 1 2-16,-10-4 1 16,-8 0-6-16,-6-2-97 15,-6-5-159-15,-6-7-418 16</inkml:trace>
  <inkml:trace contextRef="#ctx0" brushRef="#br0" timeOffset="-106687.17">14306 4977 114 0,'0'0'711'0,"0"0"-620"16,0 0-43-16,0 0 71 16,0 0-3-16,0 0-37 15,0 0-15-15,0 0-33 16,3-58-12-16,12 45-14 0,6-3 7 15,0 5-3-15,6 0 3 16,-3 5-9-16,5 5-3 16,-2 1 0-16,-2 0-8 15,-3 14 5-15,-9 10-4 16,-6 10 7-16,-7 6 5 16,0 5-5-16,-12-2 1 15,-8-9 5-15,-2-7-4 16,1-10 0-16,2-9 5 15,6-1-5-15,4-6 3 16,8-1 0-16,1 0-1 16,0 0 10-16,0-2-14 15,10-11-16-15,10 0-13 0,5 3 15 16,4 5 11-16,1 5 2 16,1 0-5-16,1 7 4 15,-2 13-4-15,-4 3 5 16,-7 3-3-16,-7 3-1 15,-10-2 5-15,-2-2 3 16,-6 0 8-16,-17-3 25 16,-9-2 29-16,-6-4-1 15,-3-3-19-15,-1-3-18 16,6-4-9-16,10-3-12 16,11-2-6-16,8-1 0 15,7 0-30-15,1 0-162 16,24 0-284-16</inkml:trace>
  <inkml:trace contextRef="#ctx0" brushRef="#br0" timeOffset="-106498.77">14864 5182 1180 0,'0'0'161'0,"0"0"-156"16,0 0 0-16,0 0-2 15,-30 89 7-15,27-51-4 16,3-2-2-16,0-3-4 16,0-5-2-16,8-7-96 15,2-8-222-15,1-13-320 16</inkml:trace>
  <inkml:trace contextRef="#ctx0" brushRef="#br0" timeOffset="-105805.06">15269 4930 927 0,'0'0'184'0,"0"0"-177"15,0 0 68 1,0 0 45-16,0 0-31 0,0 0-27 16,-45-6-45-16,28 6-2 15,-2 0-4-15,-1 4 13 16,1 1 9-16,-1-4-13 16,-2-1 9-16,2 0-1 15,-2 0-20-15,3 0 3 16,5 0-4-16,4 0-2 15,4 0 1-15,6 0-5 16,0 0 3-16,0 0-4 16,0 0 0-16,0 0-3 15,0 0-3-15,0 0 6 16,0 2 0-16,-4 15-5 16,-5 13 5-16,0 8 1 0,-1 2 1 15,2-2-2 1,3-9 1-16,1-4-1 0,1-11 0 15,3-4-1-15,0-8 1 16,0-2-11-16,0 0-3 16,17 0 14-16,5-8 9 15,4-6-2-15,5-1-4 16,-3 1-1-16,3 4-3 16,-4 2 1-16,-1 4-4 15,-6 2 4-15,-5 2-3 16,-2 0 3-16,-3 2 0 15,-4 10-4-15,-2 3 4 0,-4 1 0 16,0 4 3-16,0-1 7 16,-8 2-6-16,-5-1 0 15,-1-2 0-15,-3 0-2 16,0-1-2-16,-5 1 0 16,-2-3-5-16,0-2-24 15,6-5-154-15,6-7-146 16,11-1-363-16</inkml:trace>
  <inkml:trace contextRef="#ctx0" brushRef="#br0" timeOffset="-105521.74">15343 4854 1070 0,'0'0'166'0,"0"0"-144"15,0 0-6-15,0 0 30 16,0 0-1-16,0 0-29 16,94 5 14-16,-68 28 7 15,0 9-5-15,-6 5-4 16,1 3 20-16,-10 3-23 16,-4-1-4-16,-7-4-16 15,0-4-2-15,-8-4-2 16,-19-1-1-16,-10-3-1 15,-9 1-98-15,-13-6-97 0,-11-7-117 16,-5-4-253-16</inkml:trace>
  <inkml:trace contextRef="#ctx0" brushRef="#br0" timeOffset="-104669.77">12706 4924 624 0,'0'0'169'0,"0"0"-85"16,0 0 40-16,0 0 26 15,0 0-71-15,0 0-42 16,-7-27 1-16,5 27-14 0,-4 0-7 15,-6 6 7-15,-10 18-17 16,-4 15-2-16,-1 18 3 16,0 11 40-16,8 5-2 15,6 4 21-15,10-3-32 16,3-7-16-16,6-3-15 16,25-6 1-16,7-4-4 15,10-5 3-15,11-6-4 16,5-5-15-16,9-3-174 15,4-12-38-15,-1-5-271 16</inkml:trace>
  <inkml:trace contextRef="#ctx0" brushRef="#br0" timeOffset="-101354.49">13056 5062 383 0,'0'0'83'0,"0"0"-51"16,0 0-18-16,0 0 1 0,0 0 3 16,0 0-15-1,-21 13 0-15,20-8 1 0,-1-3-3 16,2 0 5-16,-2-2-2 15,0 4 41-15,-1-3 8 16,-1 2-23-16,1 0-10 16,0-1-13-16,2 2-3 15,-3-1 1-15,2-1-4 16,2 0 2-16,-1-2 0 16,1 0-2-16,0 0 3 15,-2 0 10-15,2 0 26 16,0 0 14-16,0 0-2 0,0 0 12 15,-1 0 25 1,-1 0-13-16,0 0-17 0,0 0-15 16,-1 0 3-16,0 0 23 15,-1-4-13-15,1-1 11 16,0-3-21-16,-1-1-26 16,1 0 5-16,1-5 2 15,2-1-19-15,0 0-5 16,0 0-3-16,5 1 4 15,7 2-5-15,6 3 2 16,4 5 0-16,8 4-2 16,4 0-4-16,0 15 2 15,-2 10 0-15,-5 13 2 0,-8 4-1 16,-11 8 1-16,-8 1-1 16,0 2 1-16,-22-6 0 15,-10-3-3 1,-4-6 7-16,-6-11-3 0,3-6 8 15,4-7-8-15,7-7 5 16,8-5-4-16,9-2 11 16,2 0-1-16,5 0 6 15,3 0 7-15,1 0-6 16,0 0-14-16,0-7-3 16,10-5 0-16,13 0-1 15,9-1 1-15,8 4-1 16,5 2 2-16,4 0-3 15,1 3 0-15,-2 4-2 0,-4 0 2 16,-9 0-5-16,-3 0 3 16,-7 2-36-16,-2 5-75 15,-2-1-166-15,-4-5-135 16</inkml:trace>
  <inkml:trace contextRef="#ctx0" brushRef="#br0" timeOffset="-101164.23">13560 5294 1258 0,'0'0'146'15,"0"0"-128"-15,0 0-17 16,0 0 5-16,0 0 34 0,-13 104 27 16,9-56-56-16,0 2-10 15,-3-4 3-15,0-2-4 16,1-7-5-16,-3-4-141 15,1-4-84-15,-4-9-400 16</inkml:trace>
  <inkml:trace contextRef="#ctx0" brushRef="#br0" timeOffset="-99888.31">13788 5086 244 0,'0'0'275'16,"0"0"-136"-16,0 0-32 16,0 0 45-16,0 0-8 15,0 0-25-15,1 0-36 16,1-8-21-16,3-3-9 15,-2-1-16-15,4 3 20 16,0-3-11-16,4 2-13 16,5 1-25-16,3 5-6 15,3 4 0-15,-1 0-2 0,-3 13 0 16,-5 11-7 0,-6 8 6-16,-7 6-1 0,0 6 1 15,-10 6 1-15,-19 2 0 16,-6-5 1-16,-1-2-2 15,0-11 2-15,3-7 4 16,8-9 0-16,6-6 1 16,13-4 9-16,4-5 8 15,2-1 15-15,0-2-13 16,3 0-16-16,21-7-7 16,9-12 14-16,9-3-14 15,6 4 1-15,2 9-3 16,1 4 2-16,1 5-2 15,-1 0-4-15,-2 0-1 0,-6 13-77 16,-6 3-90 0,-7 1-58-16,-7-5-263 0</inkml:trace>
  <inkml:trace contextRef="#ctx0" brushRef="#br0" timeOffset="-99710.18">14334 5211 983 0,'0'0'348'16,"0"0"-232"-16,0 0-112 16,0 0-1-16,0 0-3 15,0 0 23-15,-24 114-22 16,24-58-1-16,4 3-1 0,6-3-135 16,-3-4-167-16,-7-4-735 15</inkml:trace>
  <inkml:trace contextRef="#ctx0" brushRef="#br0" timeOffset="-96154.25">15976 4107 378 0,'0'0'70'16,"0"0"-49"-16,0 0 63 15,0 0 94-15,0 0-34 16,0 0-29-16,0 0 4 16,0 0-39-16,-14 0-18 15,14 0-13-15,0 0 1 16,0 0 1-16,0 0 4 16,0 0 5-16,0 0-9 15,0 0-22-15,0 0-8 16,3-3-7-16,8-4-8 15,6-6 6-15,7 0-10 0,7 1 2 16,2-1-4-16,4-1 4 16,0 2-1-16,-6 1-2 15,-2 4-1-15,-9 2 0 16,-6 2 4-16,-8 2-4 16,-6 1 0-16,0 0-2 15,0 0 0-15,0 10 4 16,0 13-2-16,0 5 13 15,0 8-5-15,0 2-2 16,-2 6-1-16,-1 7-1 16,-2 4 16-16,-2 4-12 15,0 1-4-15,0 2 9 0,-2 1-11 16,1-1 4 0,3-1 4-16,0-2-6 0,1-6 5 15,3-7-7-15,-1-3 4 16,0-2-2-16,2-3-3 15,0-1 4-15,0-2-3 16,0-1-1-16,0-1 1 16,0-5-2-16,0-2 1 15,0-7-2-15,0-7 3 16,0-4-2-16,0-3 0 16,0-3 2-16,0 0-1 15,0-2-1-15,0 1 0 16,0-1 4-16,0 0-3 15,0 0 3-15,0 0-2 0,0 0 1 16,0 0 18-16,0 0-6 16,0 0-4-16,0 0 2 15,0 0-8-15,0 0 8 16,-10 0-1-16,-8 0-10 16,-14 0 2-16,-11 0-3 15,-6 0-2-15,-4 0 1 16,-1 0-31-16,6 4-32 15,6 6-31-15,10-4-121 16,14-5-243-16</inkml:trace>
  <inkml:trace contextRef="#ctx0" brushRef="#br0" timeOffset="-89690.96">22719 1210 263 0,'0'0'166'0,"0"0"-128"16,0 0 11-16,0 0 43 16,0 0 26-16,0 0-56 15,0 0 7-15,0 0-7 16,-2-27 26-16,0 26-2 15,2-1-16-15,0 1-5 0,0 1-19 16,0 0-24-16,0 0-8 16,0 0-6-16,0 0-8 15,0 0 0-15,0 0-2 16,-2 9-11-16,1 20 13 16,-2 8 4-16,1 10 6 15,-2 1-4-15,4 4-6 16,-1 1 8-16,1-2-5 15,0-4 0-15,0-10 0 16,0-7-2-16,0-8 0 16,0-11-1-16,0-3 2 15,0-5 1-15,0-1-3 0,0-2 3 16,0 0 8-16,0 0-2 16,0-2 11-16,0-16 56 15,0-5-62-15,0-10-9 16,0-2-1-16,0 3-2 15,1 1-2-15,9 2-7 16,4 5-1-16,1 6 1 16,1 3 5-16,3 7-4 15,0 5 3-15,1 3 2 16,-2 0-1-16,0 7-9 16,-3 12 2-16,-1 2 1 15,-5 4 7-15,-5 4 1 0,-4-1 4 16,0 1 0-16,-7 0 4 15,-9-4 1-15,-7-1 7 16,-3-3 3-16,-2-3-6 16,3-4 5-16,3-4-9 15,7-3-6-15,3-5 3 16,4-2-5-16,3 0-2 16,5 0-52-16,0 0-88 15,6-15-140-15,19-12-329 16</inkml:trace>
  <inkml:trace contextRef="#ctx0" brushRef="#br0" timeOffset="-89533.1">23078 1433 1043 0,'0'0'223'0,"0"0"-223"0,0 0-21 16,0 0 21-16,105-22 0 15,-68 22-7-15,-7 0-272 16,-8 0-211-16</inkml:trace>
  <inkml:trace contextRef="#ctx0" brushRef="#br0" timeOffset="-89375.11">23162 1672 1400 0,'0'0'0'0,"0"0"-58"15,0 0 53-15,0 0 5 16,0 0 0-16,135-15-2 16,-82 8-191-16,-7-2-140 15,-13-5-180-15</inkml:trace>
  <inkml:trace contextRef="#ctx0" brushRef="#br0" timeOffset="-88955.45">23501 1360 1192 0,'0'0'107'0,"0"0"-106"16,0 0 1-16,0 0 37 15,0 0-3-15,115-79-12 0,-67 75-20 16,-9 4-1 0,-7 0-6-16,-15 18-9 0,-14 10-6 15,-3 9 18-15,-15 4 0 16,-13-4 18-16,-1-4-13 15,3-11-5-15,8-8 9 16,11-8-3-16,3-2 1 16,4-4-5-16,0 0 5 15,5 0-5-15,15-3 3 16,7-6 3-16,5 0-7 16,1 4-1-16,-1 3 0 15,-7 2-3-15,-5 0 3 16,-10 0 0-16,-6 7 6 0,-4 7-6 15,0 4 24-15,-16 5 34 16,-9 4 7-16,-6-2-14 16,-1-1-27-16,0-3-7 15,2 0-14-15,-1-3 1 16,0-3-4-16,-3-3-16 16,5-7-133-16,0-5-111 15,9-9-253-15</inkml:trace>
  <inkml:trace contextRef="#ctx0" brushRef="#br0" timeOffset="-88290.09">23904 1072 1024 0,'0'0'174'16,"0"0"-158"-16,-71-89-8 15,47 61 29-15,-4 3 75 16,-4 0-59-16,-5 3-26 16,-7 0-15-16,-2 4 6 15,-8 0 16-15,-3 5-1 16,-8 4-16-16,-7 4 2 16,-5 2 0-16,-5 3-11 0,2 0 7 15,0 4-1-15,3 13-7 16,2 2 9-1,3 1-4-15,5 1-4 0,8 4 5 16,5 2-5-16,6 3-6 16,5 4 9-16,1 9-10 15,3 5 5-15,1 10 0 16,5 7-3-16,3 6 6 16,5 3-5-16,8 8 2 15,8 5 2-15,9 2-6 16,0 2 5-16,17-5-3 15,18-2 5-15,12-6 3 16,12-7-11-16,14-9 3 0,13-8 1 16,8-10 0-1,13-11-5-15,6-12 1 0,9-10 1 16,15-11-2-16,6-3 4 16,6-23 6-16,-8-4-10 15,-20-4-7-15,-24-1 6 16,-21-2 2-16,-18-4 4 15,-10-9-2-15,-12-10 2 16,-7-9 3-16,-16-12-6 16,-8-10-2-16,-5-5 0 15,-3 3 0-15,-22 9 1 16,-5 14 5-16,-1 21-2 16,1 10-2-16,5 11-2 15,5 12-3-15,0 10 0 16,0 6-43-16,-10 14-37 0,-12 30-103 15,-17 21-162-15,-7 20-277 16</inkml:trace>
  <inkml:trace contextRef="#ctx0" brushRef="#br0" timeOffset="-84109.65">22962 2547 800 0,'0'0'159'0,"0"0"-126"0,0 0-30 16,0 0 8-16,0 0 14 15,0 0-25-15,0 0 8 16,0 77-4-16,0-12 60 16,-1 7-28-16,-1-3-25 15,-1-11 0-15,2-9-3 16,1-14-7-16,-3-12 5 16,2-7-2-16,1-10 1 15,-2-4 4-15,2-2 4 16,0 0 26-16,0 0 21 15,0-16-1-15,0-12-29 0,6-6-27 16,7-4 1-16,9-2-8 16,6 4-2-16,3 10 0 15,3 6 6-15,1 13-5 16,-4 7 5-16,-4 0 0 16,-5 16-8-16,-6 6 0 15,-12 5 3-15,-4 5 3 16,0-4 2-16,-10-1 2 15,-8-3 27-15,-6-5-3 16,1-4-7-16,3-4-6 16,0-2-11-16,5-3-2 15,3-6-122-15,4 0-213 16,3-11-331-16</inkml:trace>
  <inkml:trace contextRef="#ctx0" brushRef="#br0" timeOffset="-83940.39">23312 2842 990 0,'0'0'229'0,"0"0"-226"15,92-39-1-15,-50 26 15 16,-5 4-5-16,-2 0-12 16,0 1-21-16,-5-1-135 15,-7-5-77-15,-6-4-122 16,-8-2-96-16</inkml:trace>
  <inkml:trace contextRef="#ctx0" brushRef="#br0" timeOffset="-83784.35">23615 2616 449 0,'0'0'336'0,"0"0"-143"16,0 0-40-16,0 0-38 15,0 0-83-15,0 0-32 16,-25 17 0-16,25 22 4 16,1 8 15-16,4 1-5 15,-1 3-13-15,-3-3 2 16,-1-2-2-16,0-6-1 15,0-4-77-15,0-11-161 16,0-10-207-16</inkml:trace>
  <inkml:trace contextRef="#ctx0" brushRef="#br0" timeOffset="-83409.41">23775 2603 1046 0,'0'0'228'0,"0"0"-228"16,0 0-10-16,0 0-2 16,0 0 12-16,0 0 19 15,68 51 8-15,-24-30-8 16,3-2-7-16,0-6 11 15,-4-2-5-15,-7-4-10 16,-10-2 3-16,-11-4-7 16,-7 0 2-16,-8-1 0 0,0 2 44 15,0-2 31 1,0 2-32-16,-4 2-25 0,-12 5-14 16,-4 6 5-16,-3 6-11 15,-2 4-3-15,-2 0-1 16,2 3-68-16,0 4-73 15,2 1-67-15,4-3-242 16</inkml:trace>
  <inkml:trace contextRef="#ctx0" brushRef="#br0" timeOffset="-83251.95">23957 3075 1273 0,'0'0'89'0,"0"0"-81"0,0 0-8 16,87-87 15-16,-45 65-15 16,2 1-31-16,-1-3-212 15,-6 0-181-15</inkml:trace>
  <inkml:trace contextRef="#ctx0" brushRef="#br0" timeOffset="-82926.35">24315 2638 1366 0,'0'0'122'0,"0"0"-114"0,0 0 4 16,0 0 35-16,0 0-26 15,0 0-15-15,104-24-6 16,-78 43-2-16,-6 10 1 16,-8 8-9-16,-12 8 4 15,0 5 1-15,-22-2 5 16,-11-9 2-16,-3-10 2 15,1-14 12-15,6-9 31 16,10-5 20-16,9-1-10 16,10 0-6-16,0 0-20 15,0 0-24-15,14 0-7 16,14-10 3-16,16-5-3 16,13 0 10-16,6-2-10 15,10 5-5-15,4 3-27 16,7 5-50-16,-3 2-142 0,-13 2-239 15</inkml:trace>
  <inkml:trace contextRef="#ctx0" brushRef="#br0" timeOffset="-81727.57">14607 8300 932 0,'0'0'198'0,"0"0"-134"16,0 0-52-16,0 0 2 15,0 0 7-15,120-62 41 16,-78 62-23-16,-7 0-25 15,-10 11-14-15,-12 12-6 16,-13 7 6-16,-1 7 7 16,-29 7-3-16,-14 2 8 15,-6-3-10-15,2-12 7 16,7-10 15-16,15-11 43 16,12-8-3-16,13-2-1 15,1 0-10-15,6-3-29 0,26-14-24 16,16 0 17-16,11-4-11 15,1 6-5-15,1 8-1 16,-3 3 1-16,-2 4-3 16,-1 0 1-16,-3 0-82 15,-3 0-90-15,-1 11-41 16,-7-4-219-16</inkml:trace>
  <inkml:trace contextRef="#ctx0" brushRef="#br0" timeOffset="-81092.01">16491 8281 116 0,'0'0'874'16,"0"0"-760"-16,0 0-113 15,0 0 17-15,0 0 58 16,113-36-14-16,-85 36-39 15,-5 4-16-15,-4 14-7 16,-12 6 0-16,-7 7 0 16,-4 4 3-16,-27 3 17 15,-11-3-9-15,-2-6-1 0,2-8 14 16,5-10 32-16,13-6 14 16,11-4 1-16,10-1-6 15,3 0-11-15,0 0-24 16,16-9-24-16,14-4 8 15,11-4-6-15,9 4-2 16,5-2-3-16,3 7-2 16,1 0-1-16,-2 6-4 15,-5 2-13-15,-6 0-119 16,-2 0-64-16,-5 1-81 16,-8 2-389-16</inkml:trace>
  <inkml:trace contextRef="#ctx0" brushRef="#br0" timeOffset="-80642.58">17882 8220 803 0,'0'0'433'0,"0"0"-391"15,0 0-39 1,0 0 10-16,0 0 21 0,0 0-2 16,97-15-9-16,-52 30-7 15,-6 5-6-15,-16 2-10 16,-13 7-9-16,-10 3 9 15,-17 2 5-15,-23 1 8 16,-10-4 8-16,-1-7 11 16,8-10 12-16,15-8 26 15,13-4 5-15,10-2-17 16,5 0-17-16,1 0-16 16,28-11-24-16,19-5 12 15,14-3-9-15,8 3 1 16,-1 5-5-16,-7 6-5 0,-7 3-48 15,-8 2-49-15,-10 0-78 16,-15 6-90-16,-15 4-262 16</inkml:trace>
  <inkml:trace contextRef="#ctx0" brushRef="#br0" timeOffset="-77640.56">23573 2364 962 0,'0'0'125'0,"0"0"-82"0,0 0 7 16,-10-80 90-16,7 73 36 15,0 5-43-15,0 2-81 16,3 0-52-16,0 16-12 16,14 19 12-16,19 24 4 15,18 22 30-15,12 9-21 16,14 8 18-16,10-5-7 16,0-5-14-16,-2-7 4 0,-8-7-4 15,-19-8-6-15,-14-10-4 16,-17-12 1-16,-16-6-3 15,-11-6-31-15,0-7-62 16,-18-10-109-16,-14-15-144 16,-1-7-336-16</inkml:trace>
  <inkml:trace contextRef="#ctx0" brushRef="#br0" timeOffset="-77361.49">24270 2331 1318 0,'0'0'134'0,"0"0"-117"15,0 0 16-15,0 0 73 0,0 0-47 16,-90 54-52 0,40 27 21-16,-16 26 21 0,-4 10-6 15,-3 3-11-15,1-9-9 16,5-13 0-16,10-11-5 15,10-15-11-15,8-9-4 16,8-8 1-16,3-4-4 16,5-4-4-16,-2-3-57 15,6-9-99-15,-3-21-437 16</inkml:trace>
  <inkml:trace contextRef="#ctx0" brushRef="#br0" timeOffset="-74361.73">8237 9118 461 0,'0'0'704'0,"0"0"-581"15,0 0-123-15,0 0 0 16,40 80 4-16,-2-42 43 16,4-10 4-16,2-9 10 15,-4-11-26-15,2-8 18 16,1-13 17-16,9-23 5 16,7-21-29-16,6-15-26 15,7-13-7-15,-2-5-7 16,-3 0-5-16,-6 12 0 15,-10 14 1-15,-15 24-4 16,-7 23-1-16,-6 17-43 16,-7 41-104-16,-12 28-40 15,-4 21-80-15,-28 17-349 16</inkml:trace>
  <inkml:trace contextRef="#ctx0" brushRef="#br0" timeOffset="-73994.33">8483 10168 1031 0,'0'0'160'0,"0"0"-131"0,0 0-29 16,0 0 0-16,0 0 2 16,0 0 26-16,16 33 52 15,-4-24-38-15,-4-3 16 16,-2-4 11-16,-5-2-10 16,2 0 38-16,8-17-17 15,10-16-28-15,13-13-33 16,8-15-14-16,11-9 7 15,8-10-12-15,7-5 1 16,7 1-5-16,7 6 2 16,4 6-50-16,3 5-65 15,5 3-166-15,-2 1-113 16</inkml:trace>
  <inkml:trace contextRef="#ctx0" brushRef="#br0" timeOffset="-73128.6">11880 3921 873 0,'0'0'51'16,"0"0"18"-16,0 0-29 15,0 0 38-15,0 0-67 16,0 0 53-16,-20 92 37 16,20-31-51-16,10-11-21 15,15-13-8-15,3-16 4 16,6-16 23-16,8-5 27 0,6-36 5 16,11-17-18-16,4-16-43 15,1-6-7-15,-11 3-6 16,-8 16-6-16,-6 18-1 15,-7 20-4-15,3 18-75 16,3 20-128-16,-4 38 0 16,-6 24-79-16,-11 17-250 15</inkml:trace>
  <inkml:trace contextRef="#ctx0" brushRef="#br0" timeOffset="-72878.77">12358 5440 779 0,'0'0'501'0,"0"0"-452"15,0 0-48-15,0 0 20 16,0 0 24-16,0 0 3 16,-28 56 17-16,74-80 32 15,15-10-32-15,14-8-42 16,7-8-6-16,7-3-6 15,1-8-11-15,-5 0-1 16,-5 0-2-16,-3 1-52 16,-8 7-124-16,-16 2-183 15,-26 15-435-15</inkml:trace>
  <inkml:trace contextRef="#ctx0" brushRef="#br0" timeOffset="-71929">2621 10728 816 0,'0'0'302'0,"0"0"-157"16,0 0-61-16,0 0-4 15,0 0-38-15,-42 79-20 16,25 4 37-16,6 22-17 16,2 21-6-16,6 5-3 15,3-3-17-15,0-8-5 16,0-13-9-16,0-20 0 16,0-16-2-16,0-18-4 15,2-20-81-15,-1-20-116 16,2-13-167-16,-3-27-274 15</inkml:trace>
  <inkml:trace contextRef="#ctx0" brushRef="#br0" timeOffset="-71577.45">2616 10619 960 0,'0'0'251'16,"0"0"-191"-16,0 0 5 0,0 0 74 16,0 0-27-1,-94-56-34-15,34 56-44 0,-25 0-10 16,-22 0-3-16,-23 3-5 15,-21 7 1-15,-11-3-12 16,-14-4-5-16,1-3 0 16,7 0 0-16,13-3 2 15,30-11 2-15,35 2-2 16,35 2-2-16,31 4-6 16,20 1-34-16,10 5-117 15,33 0-268-15,13 2 16 16</inkml:trace>
  <inkml:trace contextRef="#ctx0" brushRef="#br0" timeOffset="-71146.3">2671 12076 452 0,'0'0'499'16,"0"0"-323"-16,-147 0-77 15,62 0 54-15,-22 0 20 16,-26 0-60-16,-19 0-52 16,-11 0-24-16,-8 0-8 15,8 4-27-15,17-4 1 16,12 0 1-16,20 0-4 15,23 0-8-15,22 0-74 0,27-15-93 16,27-17-242-16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1:45:53.51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16691 2969 907 0,'0'0'75'15,"0"0"-74"-15,0 0 3 16,0 0 74-16,0 0 17 16,0 0-38-16,0 0-29 15,22 1-13-15,23 1 29 0,19-2 10 16,26 0-23-16,22-3-4 16,27-16-8-16,21-5-13 15,18-3 1-15,9-3-1 16,4 2-2-16,-11 2 9 15,-14 5-8-15,-26 5-4 16,-26 4-2-16,-27 1 2 16,-29 5-1-16,-25 0 1 15,-19 1-1-15,-11 5 7 16,-3-2 44-16,0-3 33 16,0-3-29-16,0-4-30 15,-8 0-18-15,-2 0-2 16,-2 3-2-16,1 1-1 0,-1 4-2 15,2 0 0-15,0 1 3 16,1 0-2-16,3 3 3 16,1-2-4-16,5 2 2 15,-2 0-1-15,2 0-1 16,0 0 0-16,0 0-1 16,-3 0-7-16,-4 8-10 15,-6 11-1-15,-4 11-96 16,7 2-91-16,7-7-75 15,3-5-264-15</inkml:trace>
  <inkml:trace contextRef="#ctx0" brushRef="#br0" timeOffset="495.88">19227 2453 1087 0,'0'0'96'15,"0"0"-93"-15,0 0 21 16,-19-86 81-16,7 74-28 16,2 5-53-16,-4 4-10 15,0 3-6-15,-5 0-8 0,-3 17 3 16,-3 7-3-1,-2 5 9-15,4 1-8 0,4 1 6 16,12-2-7-16,7 2 0 16,0 2-1-16,13-1 5 15,16 5 0-15,4 2 1 16,3 0-5-16,5-1 5 16,-3-4-2-16,-4-4 7 15,-11-4-5-15,-11-10-4 16,-11-3 22-16,-1 0 6 15,-7 0 6-15,-18 4 25 16,-9 1 0-16,-8-4-36 16,-3-3-6-16,-4-4-5 0,1-6-9 15,-1-1-4-15,2 0 0 16,9-9-1-16,7-6-13 16,15 0-49-16,16-3-61 15,3-2-143-15,29-4-215 16,11-3-117-16</inkml:trace>
  <inkml:trace contextRef="#ctx0" brushRef="#br0" timeOffset="1163.64">19305 2609 973 0,'0'0'270'15,"0"0"-269"-15,0 0 11 16,0 0-12-16,0 0 7 0,0 0 34 15,50 121-8-15,-33-73-12 16,1-3-8-16,-1-8-8 16,1-7 5-16,-3-8-4 15,-1-9 8-15,-3-6-9 16,-3-4 7-16,1-3 2 16,-1 0 16-16,4-18 35 15,-4-7-6-15,-1-7-34 16,-5-3 9-16,-2-3 13 15,0 1-23-15,-2 5-17 16,-5 4 13-16,2 10-15 16,0 8 1-16,4 5-6 15,1 5-1-15,-2 0-5 0,2 0-6 16,0 0-16-16,0 11-34 16,3 6 27-16,16 1-32 15,4-5-25-15,11-6-35 16,2-7 18-16,6 0 9 15,-2-12-15-15,-3-9 4 16,-5-6 46-16,-11 0 65 16,-7 0 15-16,-9 0 66 15,-5 0 64-15,0-3-26 16,0-3-20-16,-13 1-7 16,-3 3 4-16,0 9-31 15,4 7 5-15,4 8-29 16,3 5-8-16,5 0-19 15,-4 0-14-15,1 18-9 0,-2 16 6 16,3 19 3-16,2 12 3 16,0 14 0-16,14 9 0 15,5 0 0-15,5-3-3 16,0-10 7-16,2-8-7 16,-4-6 1-16,-2-7 1 15,-7-7-1-15,-4-7-1 16,-6-11 0-16,-1-5-1 15,-2-7-2-15,0-8-55 16,-2-6-92-16,-10-3-67 0,-1-17-101 16,-6-20-364-16</inkml:trace>
  <inkml:trace contextRef="#ctx0" brushRef="#br0" timeOffset="2215.27">19711 2772 952 0,'0'0'246'16,"-7"-78"-201"-16,7 54 56 15,15 7-13-15,14 4-33 16,9 5-39-16,9 7-4 16,0 1 14-16,-5 5-8 15,-9 16-8-15,-10 7-7 16,-9 6-3-16,-12 2-5 16,-2 3 4-16,-9-1 1 15,-13-10 10-15,1-7-8 16,4-10 16-16,9-6-16 0,6-5-1 15,2-2-1-15,0-24-20 16,18-9-122-16,9-9 46 16,7-2 77-16,1 5 7 15,-2 6 12-15,-1 2 0 16,-2 5 4-16,-5 4 4 16,-8 11 12-16,-9 6 32 15,-8 5 6-15,0 2 15 16,0 0-39-16,-4 2-34 15,-6 17 0-15,0 6 8 16,3 4-5-16,3 5-3 16,4 2-2-16,0-4-1 0,14-3-3 15,5-5-3 1,8-7-70-16,-2-8-16 0,1-8 5 16,-5-1-40-16,-4-8 36 15,-2-17 38-15,-3-5 47 16,-2-6 9-16,0-2 37 15,0 4 50-15,3 5 5 16,3 7-21-16,1 9-23 16,2 8-18-16,-1 5-18 15,4 0-7-15,-2 5 7 16,-3 16 1-16,-5 7-10 16,-8 3 9-16,-4 4 11 15,0 1-13-15,-11 0 1 0,-8-3-8 16,-4-6 8-1,5-10-3-15,6-11-8 0,8-6-19 16,4-15 16-16,7-22-85 16,18-17-16-16,8-6 70 15,6 0 10-15,2 5-18 16,0 9 42-16,-1 9 5 16,-7 4 9-16,-4 6 33 15,-10 5-5-15,-8 9 30 16,-6 3-20-16,-5 4 15 15,0 3-5-15,0 1-18 16,0 2-10-16,0 0-23 16,0 0-11-16,-2 11-13 15,-6 18 3-15,-2 12 10 0,2 5 0 16,-1 3 3-16,8-2-1 16,-1-5 1-16,0-3-1 15,1-7-1-15,-1-10 2 16,0-6-3-16,1-13 0 15,1-1 2-15,0-2 1 16,0 0 7-16,0-5 12 16,0-19 2-16,3-3-23 15,9 0 0-15,3 6 0 16,3 6-1-16,4 7-4 16,1 7 1-16,3 1 3 15,0 5-9-15,1 16 5 16,-7 7 1-16,-8 7 3 0,-11-1 2 15,-1 0 6 1,-7-5 13-16,-16-4-4 0,-3-6 4 16,-6-4-7-16,3-5-4 15,4-8-8-15,4-2-2 16,4-1-8-16,5-22-94 16,7-9-214-16,5-12-279 15</inkml:trace>
  <inkml:trace contextRef="#ctx0" brushRef="#br0" timeOffset="2779.75">21313 2430 804 0,'0'0'619'0,"0"0"-604"16,0 0 3-16,0 0 70 16,0 0-68-16,0 0-18 15,-55 59-2-15,49-8 4 16,6 0-3-16,0-4 8 16,14-7-5-16,11-7 1 15,3-8-5-15,8-11 6 0,0-10 1 16,3-4-1-1,2-16 6-15,1-16-6 16,-2-8-1-16,-5-3-2 0,-8-2 1 16,-12-2-1-16,-13-3 2 15,-2-4-5-15,-17-4 1 16,-16 4 3-16,-9 10-3 16,-7 14 3-16,1 17 7 15,-4 13-9-15,2 2-4 16,2 24 3-16,7 4-2 15,11 0 2-15,12-3-2 16,13-5-1-16,5-2-4 0,7-2 2 16,21 1 1-1,9-2 3-15,6 0 4 0,5 3 7 16,0 0-6-16,-3 3-2 16,0 4 1-16,0 5 5 15,0 4 1-15,-1 4-5 16,-9 2-4-16,-12 5-1 15,-11 1-4-15,-12-3-3 16,-2-8-113-16,-16-13-339 16</inkml:trace>
  <inkml:trace contextRef="#ctx0" brushRef="#br0" timeOffset="2917.65">21832 2638 1502 0,'0'0'0'0,"0"0"-29"16,0 0 21-16,0 0-84 16,0 0-285-16,0 0-242 15</inkml:trace>
  <inkml:trace contextRef="#ctx0" brushRef="#br0" timeOffset="3829.24">21874 2453 1300 0,'0'0'135'0,"0"0"-135"16,0 0-16-16,0 0 16 15,0 0 5-15,55 105 18 16,-24-78-10-16,-5-3-6 15,-4-6-2-15,-7-7-1 16,-6-5-2-16,-6-5 2 16,-3-1 4-16,0 0 29 15,0 0 47-15,0-14-17 16,0-10-33-16,0-7-34 16,0-2 0-16,0 2 1 15,0 4 2-15,-3 11-3 0,0 9-1 16,3 4-1-1,0 3 1-15,0 0-14 0,0 0 5 16,4 10 2-16,17 1 7 16,6-2-1-16,11-3-4 15,4-6 3-15,-3 0 1 16,-3 0 2-16,-11-2 0 16,-11-8-2-16,-7 1 2 15,-5-3 7-15,-2 0-3 16,0 4-4-16,-2 2-14 15,-6 6 14-15,-2 0 0 16,-5 4 0-16,2 16-5 16,-1 5 4-16,8 3-2 15,6-5 0-15,0-4-4 0,6-4 4 16,11-6 2-16,1-5-6 16,3-4 4-16,-5 0 3 15,3-4 0-15,-3-14 0 16,2-3 0-16,-1-2-9 15,0 1 7-15,0 3 1 16,3 2-2-16,-2 6 2 16,0 5-3-16,0 4-2 15,-1 2 5-15,0 2-5 16,2 15 5-16,-4 5 1 16,-4 4 10-16,-7-1 10 15,-4-1-9-15,0-4-1 16,0-5-6-16,-11-5 3 0,0-7-2 15,-2-3 2-15,-2 0 3 16,-1-7 5-16,0-16-15 16,2-9-6-16,8-12-10 15,4-6-13-15,2-1 5 16,5 5 15-16,15 6 6 16,5 13 1-16,2 8-2 15,5 7 4-15,1 6 1 16,2 6 9-16,4 0-3 15,-1 7 5-15,2 19 4 16,-5 5 8-16,-6 9-5 16,-9 5-9-16,-8 1-7 0,-11 3-3 15,-1 2-3-15,-10-3-30 16,-20-7-211-16,-10-13-438 16</inkml:trace>
  <inkml:trace contextRef="#ctx0" brushRef="#br0" timeOffset="3968.12">22637 2436 1186 0,'0'0'486'16,"0"0"-486"-16,0 0-81 16,0 0 46-16,0 0-123 15,87-16-184-15</inkml:trace>
  <inkml:trace contextRef="#ctx0" brushRef="#br0" timeOffset="13526.89">7959 3727 352 0,'0'0'211'0,"0"0"-40"16,0 0-31-16,0 0 17 16,0 0-13-16,0 0-45 15,0 0-18-15,-10-17-6 16,10 17-24-16,-3 0-33 0,-5 12-9 16,-4 20-2-1,-3 16 13-15,-2 12-8 0,4 8 5 16,3 4-10-16,3-5 7 15,7 0 2-15,0-4 0 16,2-5-4-16,19-2-4 16,10-3 4-16,7-5-4 15,9-1-2-15,8-4 6 16,10-4-6-16,10-1-1 16,9-7 4-16,11-2-8 15,11-8 2-15,13-7-1 16,9-9-2-16,9-5 1 15,7 0-3-15,-2-13 2 16,0-5 0-16,-13-2 1 0,-17 5 4 16,-22 3-4-16,-19 3 1 15,-23 6 1-15,-18 0-2 16,-11 3-1-16,-15 0 0 16,-4-1 2-16,0 1 0 15,0-2 15-15,0 2 7 16,0-4 1-16,-8-1-7 15,-7-2-9-15,-4-1-9 16,-1 1 1-16,-1 1-1 16,3 1 0-16,2 2-2 15,6 3 1-15,5 0 0 16,2 0 1-16,3 0 0 16,0 0-8-16,0 8 6 0,0 9 0 15,0 6 2-15,2 3 3 16,3 1-3-16,-2 0-15 15,2 3-35-15,-2-1-81 16,1-6-159-16,-2-8-158 16</inkml:trace>
  <inkml:trace contextRef="#ctx0" brushRef="#br0" timeOffset="14543.19">10631 4672 723 0,'0'0'319'0,"0"0"-290"0,0 0-18 16,0 0 74-16,0 0 10 15,0 0-47-15,-21-40-16 16,24 25-18-16,-2-2 46 16,-1 1 9-16,0-3 1 15,-13-5-36-15,-7 1-2 16,-3 0-15-16,-2 3-4 0,1 8 18 15,0 8-22 1,0 4-2-16,-7 23-3 16,-2 22-3-16,3 15-1 0,6 8 0 15,13-4 0-15,11-8 0 16,0-11 0-16,13-11 0 16,10-13-2-16,4-6 1 15,-2-11-4-15,-1-4 2 16,1-7-7-16,-3-16 9 15,1-15-1-15,-1-9 3 16,-4-7-2-16,-4-3-1 16,-4 4 2-16,-6 10 0 15,-4 12 3-15,2 15-2 16,-2 12-1-16,0 4 0 16,0 16-15-16,5 20 2 0,4 13 13 15,3 1 1 1,5-1 2-16,7-9-3 0,6-7 1 15,2-8-1 1,5-11 3-16,-2-10-3 0,0-4 0 16,0-1-2-16,-3-21 5 15,-4-9-3-15,-5-9 3 16,-7-3-2-16,-8-5 1 16,-8-5-1-16,0-3-1 15,-3-4 0-15,-12-5 3 16,-2 1-3-16,0 1 3 15,2 10-2-15,5 18 5 0,2 18-1 16,6 17 16 0,2 2-21-16,0 36-7 0,0 20 7 15,0 16 7-15,0 6-7 16,8-2 5-16,6-9-5 16,3-11 0-16,1-9 0 15,2-10 2-15,-2-9-4 16,-2-7 2-16,-5-8-2 15,-5-6-26-15,0-5-62 16,-3-4-134-16,-3 0-108 16,0-25-115-16</inkml:trace>
  <inkml:trace contextRef="#ctx0" brushRef="#br0" timeOffset="15593.52">10772 4561 1176 0,'0'0'165'0,"0"0"-151"15,0 0-11-15,0 0 25 16,0 0-2-16,108-31-21 16,-38 20 0-16,4-4-3 15,-2-4-2-15,-10-4-1 16,-13 2-57-16,-17 1-14 16,-16 1 72-16,-13-2 0 15,-3-4 19-15,0-1 3 16,-12 1 24-16,2 8 13 0,2 7 10 15,1 9 1 1,4 1-27-16,-2 17-43 0,-4 23 2 16,1 16 4-16,3 7 6 15,2 2-1-15,3-3-6 16,0-7 5-16,6-7 3 16,14-7-12-16,4-11 1 15,6-10-2-15,2-10-1 16,1-10 1-16,2 0-1 15,1-10 3-15,-3-14-1 16,-1-4-1-16,-6-4-5 16,-6 0-6-16,-6-4 8 15,-4-2 3-15,-9 3-8 16,-1 10 6-16,0 7 0 16,0 11 4-16,0 7 2 0,0 0-4 15,-6 7-3-15,-1 17 3 16,4 9 6-16,3 4-2 15,0-1-4-15,10-3 2 16,16-6 2-16,13-7-4 16,6-8 0-16,9-10-3 15,5-2 6-15,0-6-4 16,-2-15 1-16,-7-6-9 16,-5-4 1-16,-11 1 2 15,-9-1-3-15,-10-3 1 16,-10 5 4-16,-5 0 4 15,0 8 3-15,0 8-1 0,-5 8-4 16,-1 5-3-16,-3 8-9 16,-1 16 10-16,2 7 4 15,3 2 0-15,5-2-1 16,0-6 1-16,0-5-1 16,6-9 0-16,4-4-2 15,0-7-6-15,0 0-1 16,-1 0 7-16,3-13-3 15,-1-8 6-15,2-1-29 16,6 0-9-16,-3 6 6 16,3 6 3-16,3 5 11 15,-1 5 14-15,3 0 3 16,1 20-3-16,0 6 4 0,-5 3 1 16,-3 3 0-1,-5-1-1-15,-6-7 1 0,-6-2 0 16,0-9-1-1,0-5 0-15,0-5 14 0,0-3 19 16,-6 0-10-16,-4-9 1 16,-2-17-22-16,-2-9-1 15,3-11 8-15,2-11-9 16,7-3-11-16,2 0 11 16,0 8-2-16,16 10 2 15,6 12 14-15,6 10 0 16,0 9-2-16,4 11-10 0,5 3 4 15,-2 24 4 1,-1 11 9-16,-7 7-6 0,-5 4-7 16,-12 7 0-16,-6-1-6 15,-4 0-6-15,0-3-12 16,-11-5-143-16,-8-16-134 16,-1-13-316-16</inkml:trace>
  <inkml:trace contextRef="#ctx0" brushRef="#br0" timeOffset="15711">12388 4658 1327 0,'0'0'73'0,"0"0"-39"15,0 0 12-15,0 0-34 16,97-26-12-16,-37 22-22 16,7-2-186-16,0-5-273 0</inkml:trace>
  <inkml:trace contextRef="#ctx0" brushRef="#br0" timeOffset="16159.8">13167 4427 716 0,'0'0'864'0,"0"0"-833"15,-17-82 9-15,47 58 0 16,14 3-11-16,5 7-14 15,-1 9-13-15,-6 5-2 0,-14 3 0 16,-9 16-6-16,-11 9 1 16,-8 5 2-16,0 3 3 15,-20-2 0-15,-7-3 2 16,-3-9 2-16,-2-5-4 16,6-6 8-16,7-5-4 15,11-5-3-15,8-1 2 16,0 0-3-16,13 0-17 15,17-6-6-15,12-1 23 16,8 5 1-16,2 2-1 16,-8 4 2-16,-8 15-2 15,-11 3 0-15,-15 7 0 16,-10 2 8-16,-8 4 7 0,-25-3 11 16,-11-4 3-1,-4-5-16-15,3-7-3 0,4-3-9 16,11-5-1-16,12-3-5 15,11-5-77-15,7-13-51 16,14-25-187-16,19-14-617 16</inkml:trace>
  <inkml:trace contextRef="#ctx0" brushRef="#br0" timeOffset="16442.84">13627 4466 937 0,'0'0'462'0,"0"0"-461"16,0 0-1-16,12 83 91 15,-2-38 26-15,6 0-53 16,8-4-37-16,8-9-11 0,4-11 2 16,3-11-1-1,-1-10-8-15,-1 0-2 0,-6-21 11 16,-5-9 11-16,-13-4-3 16,-11-2-1-16,-2-4-2 15,-22-1-14-15,-14 3-9 16,-9 1 0-16,3 9-2 15,5 11 0-15,3 14-6 16,4 3-6-16,5 13-17 16,7 15-25-16,10 5-19 15,8 2-57-15,3-4-161 16,19-7-117-16,2-10-281 16</inkml:trace>
  <inkml:trace contextRef="#ctx0" brushRef="#br0" timeOffset="17226.23">14106 4534 1283 0,'0'0'150'16,"0"0"-123"-16,0 0 99 16,0 0-20-16,-24-83-59 15,51 72-42-15,5 0 2 16,6 7-5-16,-4 4-2 15,2 0 0-15,-4 16-6 0,-6 11 3 16,-4 7 1-16,-9 4 2 16,-6 2-2-16,-7-3 3 15,0-4-1-15,0-7 1 16,-10-10 3-16,-3-7-2 16,0-6 6-16,1-3-1 15,-2 0 6-15,1-6-8 16,1-16 0-16,4-11-1 15,6-4-4-15,2 1 0 16,3 5-10-16,18 10 5 16,-1 10 5-16,1 7-10 15,4 4 9-15,1 6 0 16,0 16-4-16,0 7 5 16,-1 2 0-16,-5-4 1 15,-4-2 1-15,-6-9-2 0,-3-7 0 16,-4-5-2-16,-3-4 4 15,0 0-2-15,0 0 3 16,0-4 5-16,0-15 2 16,0-11-10-16,0-7 0 15,0 0 0-15,6-1-1 16,7 6 0-16,2 8-3 16,5 7 4-16,3 6-4 15,4 8 3-15,2 3 0 16,-3 12 0-16,-1 15-4 0,-3 6 5 15,-4 2 2 1,-4-2-1-16,-4-5 0 0,-2-4-1 16,-2-8 0-16,-2-8 0 15,-2-6 0-15,3-2-4 16,0-2-3-16,3-17-5 16,1-8-18-16,-3-7 9 15,1-4 2-15,0-2-8 16,-2 7 8-16,-1 9 15 15,0 11 4-15,-1 12 2 16,4 1-2-16,3 13 7 16,5 17 3-16,2 7 24 15,1 3-22-15,1-6-7 16,-1-7-5-16,2-6-1 16,2-12-40-16,-2-9-196 0,-2-1-142 15,-5-26-451-15</inkml:trace>
  <inkml:trace contextRef="#ctx0" brushRef="#br0" timeOffset="17331.2">14948 4144 812 0,'0'0'0'0,"0"0"-63"16,0 0-317-16</inkml:trace>
  <inkml:trace contextRef="#ctx0" brushRef="#br0" timeOffset="17709.7">15107 4345 1151 0,'0'0'329'0,"0"0"-326"16,0 0 0-16,0 0 13 16,29 84 48-16,-13-52-32 15,-3-2-21-15,-3-5-5 16,-3-7 0-16,-5-5-3 15,-2-10 5-15,0-1-4 16,0-2 12-16,0 0 33 16,-2 0-13-16,-6-2-12 15,1-11-13-15,5-8-6 16,2-4-3-16,0-5-2 16,12 3-3-16,5 4 2 15,1 8 2-15,0 7 2 0,2 8-2 16,1 0-1-16,0 11 4 15,1 13-2-15,-6 6 1 16,-2 2-2-16,-5-4-1 16,-5-1 0-16,1-6-3 15,0-1-42-15,-3-7-89 16,5-7-187-16,-2-6-225 16</inkml:trace>
  <inkml:trace contextRef="#ctx0" brushRef="#br0" timeOffset="18209.54">15441 4376 989 0,'0'0'257'0,"0"0"-243"0,0 0 7 15,0 0 104-15,16 99-25 16,0-65-53-16,4-9-23 16,3-9 0-16,-1-5 0 15,-2-7-6-15,-2-4-6 16,-4 0-5-16,-1-9-2 15,-3-13 1-15,-1-3-5 16,-4-4-1-16,0-1-2 16,-3 5-3-16,1 7 1 15,-3 7 4-15,1 6 0 16,1 5-1-16,6 0-2 16,4 17-24-16,5 9 27 0,3 3 6 15,3 0 1 1,5-6 0-16,10-7-7 0,2-8 2 15,5-8 3-15,-3 0-2 16,-7-18-3-16,-9-7 6 16,-11-2-2-16,-6-5-3 15,-7-6-1-15,-2-6 0 16,0-2 0-16,-17-6 0 16,-1 4 1-16,1 7 0 15,2 10-1-15,8 15 3 16,1 11 5-16,6 5-3 15,0 18-5-15,0 18-1 0,0 14 1 16,0 1 11 0,11-1-10-16,0-5 0 0,-1-8-1 15,-1-2-2-15,-8-4-25 16,-1-1-151-16,-4-8-199 16,-15-11-398-16</inkml:trace>
  <inkml:trace contextRef="#ctx0" brushRef="#br0" timeOffset="18746.37">15826 4429 1228 0,'0'0'51'15,"0"0"-44"-15,0 0 35 16,93-12-22-16,-31 6-13 0,12-2-7 16,4-4 0-1,-3-4 0-15,-6-1 31 0,-22 2 5 16,-15 2 19-16,-18 4-1 15,-10 3 2-15,-4 4 4 16,0 0-26-16,-10 2-21 16,-10 0 0-16,-2 19-13 15,4 7 3-15,8 6-1 16,10 3 1-16,0 0 2 16,8-4-2-16,15-5 4 15,2-10-7-15,4-6 0 16,3-8 0-16,-1-2 5 15,1-6 3-15,-5-12-7 0,-7 1 0 16,-9-2-1-16,-4-1-1 16,-5-2 1-16,-2-4 0 15,0-2-3-15,0 1 3 16,4 2-10-16,0 11 1 16,5 8 2-16,4 6-26 15,6 0 14-15,2 3 18 16,6 14 1-16,5 3 1 15,3 3 2-15,3-1 2 16,-6-1 11-16,-9-1 26 16,-13-5-12-16,-10-3 6 15,0 0 2-15,-31-1 3 16,-13 0 8-16,-4-2-21 16,5-5-15-16,9-3-12 0,10 1-1 15,10-2-10 1,7 0-59-16,7 0-53 0,0 0-298 15</inkml:trace>
  <inkml:trace contextRef="#ctx0" brushRef="#br0" timeOffset="18889.91">16950 4502 1453 0,'0'0'277'15,"0"0"-256"-15,0 0-15 16,0 0 9-16,0 0-15 15,0 0-35-15,0-4-240 16,-11 10-275-16</inkml:trace>
  <inkml:trace contextRef="#ctx0" brushRef="#br0" timeOffset="19176.3">15070 4936 1504 0,'0'0'90'16,"0"0"-90"-16,0 0 0 15,173 1 93-15,-40 8-32 0,24-2-31 16,13-5-30-16,6-2-2 15,0 0 2-15,-11-4 2 16,-19-4-2-16,-25 5-7 16,-18 0-98-16,-22-4-300 15,-19-4-443-15</inkml:trace>
  <inkml:trace contextRef="#ctx0" brushRef="#br0" timeOffset="19311.24">17160 4868 1758 0,'0'0'0'16,"0"0"-87"-16,0 0 55 15,0 0-59-15,0 0-232 16</inkml:trace>
  <inkml:trace contextRef="#ctx0" brushRef="#br0" timeOffset="38888.83">5191 7300 917 0,'0'0'123'16,"0"0"-90"-16,0 0 63 15,0 0 5-15,-9-95-12 16,35 71-32-16,9 3-26 16,5 8-5-16,1 6-7 15,3 7-15-15,-6 7 1 16,-3 20 1-16,-6 12-4 15,-9 8 7-15,-10 7-1 0,-10 10 0 16,-1 7 0-16,-30 4-7 16,-4-6 10-16,-5-14-7 15,5-18-4-15,7-16 7 16,11-14-7-16,10-7 8 16,7 0 4-16,0-22 5 15,0-21-17-15,20-12 0 16,12-8 0-16,8 1 0 15,3 5-2-15,1 9 2 16,-2 7 0-16,-2 6 2 16,-5-1-2-16,-2 3 1 15,-6 5 0-15,-7 4 2 16,-6 6-2-16,-6 5 4 0,-5 4 8 16,-3 3 14-16,0 6 11 15,0 0-9-15,0 0-12 16,0 0-9-16,0 0-7 15,-10 17-1-15,-8 19 4 16,-6 14-4-16,-1 9 3 16,4 2-3-16,8 0 0 15,6-3 3-15,7-8 0 16,0-6-3-16,11-10 0 16,9-7 1-16,4-7-2 15,3-9 0-15,5-7-4 16,3-4-40-16,6-7-66 0,3-25-155 15,1-16-217 1</inkml:trace>
  <inkml:trace contextRef="#ctx0" brushRef="#br0" timeOffset="39406.47">6117 6882 958 0,'0'0'62'0,"0"0"-51"15,32-96-7-15,-22 58 92 0,-3 4 12 16,-6 0-66-16,-1 3 15 16,0 5-20-16,-5 5 10 15,-10 6 35-15,-4 6-58 16,-4 5-4-16,-2 4-16 15,-2 0-1-15,-1 6-3 16,3 10 0-16,5 3 0 16,8 0-1-16,7-3 0 15,5 2 0-15,2-1-3 16,18 1 5-16,9 0-1 16,9 0 6-16,3 0-6 15,6 2 0-15,-3 2 3 16,-7 1-3-16,-13 3 0 15,-8-1-2-15,-13-1 1 0,-3-3-1 16,0-4 2-16,-22-4 0 16,-8-2 18-16,-5-6 17 15,-2-3-7-15,6-2 6 16,4 0 10-16,10-15-13 16,5-7-16-16,12-5-15 15,0-1-8-15,12 0 7 16,16 5 1-16,7 6-38 15,7 10-20-15,2 7-50 16,3 0-70-16,-7 11-91 16,-6 11-225-16</inkml:trace>
  <inkml:trace contextRef="#ctx0" brushRef="#br0" timeOffset="39697.69">6244 7414 145 0,'0'0'1173'16,"0"0"-1142"-16,0 0-18 0,0 0-12 15,97-30 21-15,-22 21 25 16,12 1-37-16,4 4-5 16,-8 3-5-16,-6 1 0 15,-8 0-2-15,-14 0-109 16,-14 0-169-16,-17 0-189 16</inkml:trace>
  <inkml:trace contextRef="#ctx0" brushRef="#br0" timeOffset="39933.79">6692 7158 1259 0,'0'0'123'0,"0"0"-123"15,0 0-12-15,0 0 12 16,0 0 30-16,19 122 46 15,-3-67-58-15,0-1-17 16,-3 2 2-16,-2-3-3 16,3-3-2-16,1-6-100 15,-2-13-103-15,1-9-242 16</inkml:trace>
  <inkml:trace contextRef="#ctx0" brushRef="#br0" timeOffset="40322.31">7372 7273 1372 0,'0'0'143'16,"0"0"-116"-16,0 0-27 15,0 0 12-15,135-46 49 16,-80 46-45-16,-2 0-7 15,-8 19-9-15,-13 6 1 16,-17 9-1-16,-15 4 2 16,-12 14-2-16,-31 7 2 15,-16 2 8-15,-10-4-7 16,4-12-1-16,9-17 10 16,15-15 2-16,18-8 24 0,13-4 9 15,10-1-16-15,0 0-19 16,12 0-11-16,23-6 2 15,13-7 6-15,14 0-9 16,4 5-2-16,0 3 1 16,1 0-2-16,-3 4 0 15,-9 1-62-15,-12 0-52 16,-13 0-173-16,-14 0-247 16</inkml:trace>
  <inkml:trace contextRef="#ctx0" brushRef="#br0" timeOffset="41004.71">7863 6554 926 0,'0'0'237'15,"0"0"-149"-15,0 0-42 0,16-84 62 16,4 69-7-1,9 5-73-15,2 9-14 0,7 1-13 16,0 7 1-16,-5 16 9 16,-8 9-11-16,-11 5 0 15,-11 7-1-15,-3 6-1 16,-13 3 1-16,-21-2 1 16,-9-6 2-16,-4-11 7 15,3-13-6-15,9-10 5 16,12-8 6-16,11-3 12 15,10 0 12-15,2 0 17 16,0-5-36-16,24-10-16 16,8 0 2-16,11 3-2 15,4 3-3-15,3 6 3 16,-2 2-3-16,-1 1 0 0,-5 0-2 16,-8 0 1-1,-8 6-29-15,-7 3-69 0,-6 0-76 16,-4-6-73-16,-8-3-243 15</inkml:trace>
  <inkml:trace contextRef="#ctx0" brushRef="#br0" timeOffset="41555.51">8243 6235 938 0,'0'0'122'16,"0"0"-87"-16,10-84-12 15,12 66 73-15,2 7-8 16,3 7-47-16,1 4-28 16,-1 0-8-16,-3 13 4 15,-5 8-1-15,-6 7-7 16,-7 5 2-16,-6 3-3 15,0 2 1-15,-12-3-2 16,-5-6 11-16,5-14-5 16,4-7-5-16,5-5 2 15,3-3 10-15,0 0-6 0,0-10-4 16,0-11-2-16,10-5-24 16,1-5 24-16,3 4-1 15,1 3 3-15,-3 0-1 16,-2 2 0-16,1-1 0 15,-2 2-1-15,-3-1 4 16,1 4 0-16,-4 1 0 16,-3 4 3-16,0 9 48 15,0 3-5-15,0 1 1 16,0 0-51-16,0 0-1 16,0 7 1-16,-4 11 3 15,-2 10-2-15,3 2 0 16,3 7-1-16,0 5 1 15,2 3-1-15,9 0 0 0,5 0-3 16,-3 1-118-16,0-3-55 16,-3-2-181-16,-1-5-403 15</inkml:trace>
  <inkml:trace contextRef="#ctx0" brushRef="#br0" timeOffset="41746.24">8556 6656 1078 0,'0'0'266'16,"0"0"-252"-16,0 0-10 0,0 0 2 15,0 0 26 1,124 0-18-16,-71 0-9 0,-1-1-4 16,-5 0 0-16,-4-3-2 15,-7 1-7-15,-8-1-182 16,-8-2-148-16,-11-1-247 15</inkml:trace>
  <inkml:trace contextRef="#ctx0" brushRef="#br0" timeOffset="41947.49">8800 6517 801 0,'0'0'379'0,"0"0"-379"0,0 0 2 15,0 0 20 1,-16 104 30-16,16-64-2 0,5 2-35 16,5 0-8-16,-2-5-4 15,-2-2-3-15,3-6 0 16,1-7-134-16,-2-10-203 16</inkml:trace>
  <inkml:trace contextRef="#ctx0" brushRef="#br0" timeOffset="42304.54">9089 6479 772 0,'0'0'543'0,"0"0"-526"16,0 0-17-16,126-34 8 15,-83 34 42-15,-4 0-35 16,-9 16-11-16,-12 4 0 15,-15 8-4-15,-3 5 0 16,-21 5 6-16,-23 3 22 16,-1-7 21-16,2-9-27 15,11-11 51-15,17-9 7 16,10-5-31-16,5 0-6 16,0 0-31-16,20 0-9 15,19-9 0-15,16-7 4 0,7 0-5 16,3 1-2-1,-4 4 0-15,-6 5-22 0,-6 6-40 16,-12 0-53-16,-12 6-69 16,-13 9-137-16,-12 2-285 15</inkml:trace>
  <inkml:trace contextRef="#ctx0" brushRef="#br0" timeOffset="44037.64">8966 5910 280 0,'0'0'493'0,"0"0"-442"15,0 0-41-15,0 0 103 16,0 0 40-16,0 0-56 15,-37-45-30-15,32 41-10 16,-3-1 9-16,-4-1-19 16,-3 1-3-16,-7-2-13 15,-5-1-4-15,-7 3 12 0,-5-3-5 16,-5 1 6-16,-4 1-14 16,1-1 2-16,-1 3-5 15,2-1-16-15,7 2 11 16,1-1-5-16,7 0-3 15,4 1 3-15,2-1-7 16,1 2 8-16,0 1-8 16,-3-2-6-16,-3 2 9 15,-2 1-9-15,-1 0 1 16,-1 0 1-16,3 0-1 16,0 0 3-16,4 0 3 15,2 0 3-15,2 1 1 16,1 2-4-16,-1-2-5 15,1 3 3-15,-2 4-3 0,1 0 0 16,-2 5-2-16,2 0 3 16,-1 2-2-16,2 1-1 15,3 0 2-15,-1 0 0 16,1 0 1-16,1 4-3 16,0 1 0-16,4 3 0 15,1 0-1-15,1 3 3 16,3 4-2-16,1 0 2 15,0 4 0-15,1 2 0 16,0 1 0-16,1 1-2 16,2-1 2-16,1-4-1 15,1 1-1-15,2-5 0 16,0 2 0-16,0-2 4 0,0 2-1 16,0-2-3-1,0-1 5-15,0 1-4 0,0 1-1 16,0 0 2-16,5 3-1 15,-1-3 6-15,1-3-5 16,0 0 2-16,0-3 0 16,0-1-1-16,3-1 0 15,0-3 0-15,1-1-3 16,3-1 0-16,1 1 4 16,4-1-3-16,4 2 4 15,3 1-5-15,3 0 6 16,-1 0 1-16,-1 0-7 0,4 0 3 15,-1 0 1 1,4-3-1-16,2 0 6 0,2-2-3 16,3 0 1-16,3-1 1 15,0-2-3-15,-1 1 2 16,6-2-3-16,3 0-3 16,2-1 5-16,5-1-5 15,1-2 1-15,4-4 3 16,8-1-4-16,4-3 6 15,1 0-3-15,-1 0-4 16,-8 0 0-16,-5 0 0 16,-5 0 0-16,-4 0 0 15,-5-3 0-15,0 0 0 0,-3-1 0 16,-1-2 0 0,4 0 0-16,0 0 0 0,1-2 0 15,4 3 0-15,0-5 0 16,0 1 0-16,-4 1 0 15,-3 0 0-15,0-1 0 16,-1 0 0-16,-4-2 0 16,-5-3 0-16,-3-1 0 15,-4-1 0-15,-3-4 0 16,-3-1 0-16,2-1 0 16,-3-3 0-16,3-2 0 15,-3-1 0-15,-2-2 0 16,-3 0 0-16,-3 0 0 15,-4-2 0-15,-5-1 0 0,-4-1 0 16,0-7 0-16,0-2 0 16,0-1 0-16,-13-4 0 15,-3-3 0-15,-6 0 0 16,-1 2 0-16,-6 2 0 16,1 2 0-16,-4 3 0 15,-4 2-8-15,-1 4 8 16,-5 1 0-16,-1 5 0 15,-1 0-1-15,2 3 3 16,1 4-2-16,2 4 1 16,1 1 0-16,-1 2-1 15,0 5 0-15,1 3-4 16,-2 5 3-16,0 1 0 16,-2 2 1-16,4 0 0 15,-3 0 0-15,3 4 0 0,0 6-6 16,3 5-13-16,4 1-22 15,8 7-17-15,8 0-28 16,8 6-48-16,6-5-222 16,-1-2-349-16</inkml:trace>
  <inkml:trace contextRef="#ctx0" brushRef="#br0" timeOffset="44619.85">10119 7348 860 0,'0'0'418'0,"0"0"-303"15,0 0-94-15,0 0 9 16,0 0 53-16,114-36-33 16,-48 33-34-16,0 3-14 15,-2 0-2-15,-8 0-10 16,-14 0-238-16,-18 0-314 15</inkml:trace>
  <inkml:trace contextRef="#ctx0" brushRef="#br0" timeOffset="44793.14">10133 7559 1495 0,'0'0'8'16,"0"0"-7"-16,0 0-1 15,0 0 8-15,137 17-4 16,-60-15-4-16,6 0-155 16,-6-2-159-16,-13 0-406 15</inkml:trace>
  <inkml:trace contextRef="#ctx0" brushRef="#br0" timeOffset="45203.85">10917 7427 1136 0,'0'0'227'16,"0"0"-206"-16,0 0-16 15,105-92 74-15,-73 71-3 16,-3 1-60-16,-8-1-9 16,-4-1-4-16,-6-4 5 15,-7-1-5-15,-4-2 7 16,0-4-4-16,-4-1 4 15,-11-1 5-15,-3 1-4 16,3 11 1-16,2 6 16 16,4 8-6-16,6 5 7 15,1 4-18-15,2 0-6 0,0 0-5 16,0 16-11 0,0 21 11-16,0 15 0 0,0 11 6 15,0 9-5-15,0 9 5 16,4 10 0-16,2 3-4 15,1 3 6-15,-2-5-7 16,-1-6-1-16,0-10 4 16,2-9-4-16,-3-9-6 15,2-16-15-15,-2-12-127 16,0-15-200-16,1-15-377 16</inkml:trace>
  <inkml:trace contextRef="#ctx0" brushRef="#br0" timeOffset="45437.36">11066 7502 1328 0,'0'0'188'15,"0"0"-129"-15,8-95-38 16,35 74 1-16,20 4 36 16,12 10-18-16,3 5-15 15,-11 2-13-15,-20 11-2 16,-21 11-9-16,-19 8 0 15,-7 3-1-15,-17 5 1 16,-21 0 6-16,-10-4-7 16,-8-2-3-16,-2-4-71 15,-9 0-228-15,-6-5-395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4T11:47:50.66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15830 11842 256 0,'0'0'673'0,"4"-78"-597"15,1 49-55-15,1 9-18 16,3 6-2-16,4 3 4 15,4 2 5-15,0 3-3 16,-4 4-6-16,0 2 2 16,-2 0-1-16,-3 15 1 15,1 11 7-15,-5-2 5 16,2 6 0-16,-2-3-2 0,-1-1 2 16,1-2 4-16,-1-5-5 15,-1-4 2-15,0-3 13 16,-1-4-1-16,-1-5-7 15,2 0-4-15,5-3 3 16,6 0 7-16,11-9 7 16,14-16-15-16,14-13-6 15,10-7-7-15,9-9 0 16,7-3-5-16,-5 4 3 16,-1 3-4-16,-10 4-2 15,-9 11-1-15,-12 5-24 16,-13 13-13-16,-14 7-37 0,-11 7-31 15,-3 0-72-15,-17 3-79 16,-17 0-66-16</inkml:trace>
  <inkml:trace contextRef="#ctx0" brushRef="#br0" timeOffset="383.45">16146 11511 724 0,'0'0'215'0,"0"0"-152"16,0 0-46-16,0 0-17 15,0 0-6-15,0 0-3 0,-3-12 9 16,0 43 2-16,-2 12 22 16,-3 11 29-16,-2 6-22 15,0 0-20-15,3-6-6 16,2-6-3-16,3-9 1 15,2-15 1-15,0-7 27 16,0-8-2-16,0-7-8 16,0-2 9-16,0 0 2 15,0 0-2-15,7 0 6 16,26-11-4-16,19-19-17 16,20-16-11-16,6-8-3 15,9-10 3-15,2 1-3 0,4-2-1 16,1-1-4-1,-4 6-63-15,-9 9-20 0,-21 10-48 16,-17 11-81-16,-17 7-86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d46f6e0bfa_1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7" name="Google Shape;1117;gd46f6e0bfa_1_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d46f6e0bfa_1_6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d46f6e0bfa_1_6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d46f6e0bfa_1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d46f6e0bfa_1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d46f6e0bfa_1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d46f6e0bfa_1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d46f6e0bfa_1_1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d46f6e0bfa_1_1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d46f6e0bfa_1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3" name="Google Shape;1163;gd46f6e0bfa_1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d42a26b0e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d42a26b0e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d42a26b0e6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d42a26b0e6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d42a26b0e6_1_19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d42a26b0e6_1_19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d42a26b0e6_1_19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d42a26b0e6_1_19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d42a26b0e6_1_1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d42a26b0e6_1_19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d42a26b0e6_1_20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d42a26b0e6_1_20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d42a26b0e6_1_1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d42a26b0e6_1_1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d42a26b0e6_1_20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d42a26b0e6_1_20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d42a26b0e6_1_19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d42a26b0e6_1_19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d42a26b0e6_0_19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d42a26b0e6_0_19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d42a26b0e6_0_19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d42a26b0e6_0_19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d42a26b0e6_1_20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d42a26b0e6_1_20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d42a26b0e6_1_2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d42a26b0e6_1_2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d42a26b0e6_1_2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d42a26b0e6_1_2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d42a26b0e6_1_2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d42a26b0e6_1_2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d42a26b0e6_1_2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d42a26b0e6_1_2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d46f6e0bf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d46f6e0bfa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d42a26b0e6_1_2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d42a26b0e6_1_2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d42a26b0e6_1_2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3" name="Google Shape;1343;gd42a26b0e6_1_2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d42a26b0e6_1_2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d42a26b0e6_1_2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d42a26b0e6_1_2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d42a26b0e6_1_2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d42a26b0e6_1_2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d42a26b0e6_1_2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d42a26b0e6_1_2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d42a26b0e6_1_2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d42a26b0e6_1_2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d42a26b0e6_1_2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d42a26b0e6_1_2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d42a26b0e6_1_2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d42a26b0e6_1_2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d42a26b0e6_1_2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d46f6e0bfa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d46f6e0bfa_1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d46f6e0b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d46f6e0bf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d46f6e0bfa_1_1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d46f6e0bfa_1_1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d46f6e0bfa_1_1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d46f6e0bfa_1_1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6f6e0bfa_1_1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d46f6e0bfa_1_1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d46f6e0bfa_1_1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d46f6e0bfa_1_1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d46f6e0bfa_1_1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3" name="Google Shape;1483;gd46f6e0bfa_1_1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d46f6e0bf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d46f6e0bf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d46f6e0bf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d46f6e0bf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8" Type="http://schemas.openxmlformats.org/officeDocument/2006/relationships/image" Target="../media/image12.png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8.jp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png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" Type="http://schemas.openxmlformats.org/officeDocument/2006/relationships/image" Target="../media/image40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29" Type="http://schemas.openxmlformats.org/officeDocument/2006/relationships/image" Target="../media/image66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28" Type="http://schemas.openxmlformats.org/officeDocument/2006/relationships/image" Target="../media/image65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31" Type="http://schemas.openxmlformats.org/officeDocument/2006/relationships/image" Target="../media/image68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Relationship Id="rId30" Type="http://schemas.openxmlformats.org/officeDocument/2006/relationships/image" Target="../media/image67.png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26" Type="http://schemas.openxmlformats.org/officeDocument/2006/relationships/image" Target="../media/image93.png"/><Relationship Id="rId3" Type="http://schemas.openxmlformats.org/officeDocument/2006/relationships/image" Target="../media/image70.png"/><Relationship Id="rId21" Type="http://schemas.openxmlformats.org/officeDocument/2006/relationships/image" Target="../media/image88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92.png"/><Relationship Id="rId2" Type="http://schemas.openxmlformats.org/officeDocument/2006/relationships/image" Target="../media/image69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24" Type="http://schemas.openxmlformats.org/officeDocument/2006/relationships/image" Target="../media/image91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23" Type="http://schemas.openxmlformats.org/officeDocument/2006/relationships/image" Target="../media/image90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Relationship Id="rId22" Type="http://schemas.openxmlformats.org/officeDocument/2006/relationships/image" Target="../media/image89.png"/><Relationship Id="rId27" Type="http://schemas.openxmlformats.org/officeDocument/2006/relationships/image" Target="../media/image94.png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" Type="http://schemas.openxmlformats.org/officeDocument/2006/relationships/image" Target="../media/image40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28" Type="http://schemas.openxmlformats.org/officeDocument/2006/relationships/image" Target="../media/image95.jp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" Type="http://schemas.openxmlformats.org/officeDocument/2006/relationships/image" Target="../media/image40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6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66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png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7">
  <p:cSld name="TITLE_AND_BODY_7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">
  <p:cSld name="TITLE_1_1_1">
    <p:bg>
      <p:bgPr>
        <a:solidFill>
          <a:srgbClr val="5D408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">
  <p:cSld name="TITLE_1_1_1_2">
    <p:bg>
      <p:bgPr>
        <a:solidFill>
          <a:srgbClr val="B388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674EA7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2">
  <p:cSld name="TITLE_1_1_1_2_2">
    <p:bg>
      <p:bgPr>
        <a:solidFill>
          <a:srgbClr val="EA80FC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674EA7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">
  <p:cSld name="TITLE_1_1_1_2_1">
    <p:bg>
      <p:bgPr>
        <a:solidFill>
          <a:srgbClr val="80D8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3C78D8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">
  <p:cSld name="TITLE_1_1_1_2_1_1">
    <p:bg>
      <p:bgPr>
        <a:solidFill>
          <a:srgbClr val="CBFF90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6AA84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40" y="4800600"/>
            <a:ext cx="836893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">
  <p:cSld name="TITLE_1_1_1_2_1_1_1">
    <p:bg>
      <p:bgPr>
        <a:solidFill>
          <a:srgbClr val="F4FF8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BF9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81" name="Google Shape;8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40" y="4800600"/>
            <a:ext cx="836893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 3">
  <p:cSld name="TITLE_1_1_1_2_1_1_1_3">
    <p:bg>
      <p:bgPr>
        <a:solidFill>
          <a:srgbClr val="A7FFEA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3D85C6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3D85C6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3D85C6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3D85C6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3D85C6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3D85C6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3D85C6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3D85C6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3D85C6"/>
                </a:solidFill>
              </a:defRPr>
            </a:lvl9pPr>
          </a:lstStyle>
          <a:p>
            <a:endParaRPr/>
          </a:p>
        </p:txBody>
      </p:sp>
      <p:pic>
        <p:nvPicPr>
          <p:cNvPr id="85" name="Google Shape;85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40" y="4800600"/>
            <a:ext cx="836893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 2">
  <p:cSld name="TITLE_1_1_1_2_1_1_1_2">
    <p:bg>
      <p:bgPr>
        <a:solidFill>
          <a:srgbClr val="FF8A80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89" name="Google Shape;8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 2 1">
  <p:cSld name="TITLE_1_1_1_2_1_1_1_2_1">
    <p:bg>
      <p:bgPr>
        <a:solidFill>
          <a:srgbClr val="FF8E5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783F0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93" name="Google Shape;9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 1">
  <p:cSld name="TITLE_1_1_1_2_1_1_1_1">
    <p:bg>
      <p:bgPr>
        <a:solidFill>
          <a:srgbClr val="AA00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FEFE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97" name="Google Shape;9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 1 1">
  <p:cSld name="TITLE_1_1_1_2_1_1_1_1_1">
    <p:bg>
      <p:bgPr>
        <a:solidFill>
          <a:srgbClr val="5D408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01" name="Google Shape;101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hysics title">
  <p:cSld name="TITLE_1_1_1_1">
    <p:bg>
      <p:bgPr>
        <a:solidFill>
          <a:srgbClr val="00579B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6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05" name="Google Shape;105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hysics title 1">
  <p:cSld name="TITLE_1_1_1_1_2">
    <p:bg>
      <p:bgPr>
        <a:solidFill>
          <a:srgbClr val="1D88E5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Biology title">
  <p:cSld name="TITLE_1_1_1_1_1">
    <p:bg>
      <p:bgPr>
        <a:solidFill>
          <a:srgbClr val="1A5E20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8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11" name="Google Shape;111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Biology title 1">
  <p:cSld name="TITLE_1_1_1_1_1_2">
    <p:bg>
      <p:bgPr>
        <a:solidFill>
          <a:srgbClr val="4CAF50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9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9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15" name="Google Shape;1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hemistry title">
  <p:cSld name="TITLE_1_1_1_1_1_1">
    <p:bg>
      <p:bgPr>
        <a:solidFill>
          <a:srgbClr val="880D4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0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19" name="Google Shape;11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hemistry title 1">
  <p:cSld name="TITLE_1_1_1_1_1_1_1">
    <p:bg>
      <p:bgPr>
        <a:solidFill>
          <a:srgbClr val="880D4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1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1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23" name="Google Shape;123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Maths sub-section title">
  <p:cSld name="CUSTOM">
    <p:bg>
      <p:bgPr>
        <a:solidFill>
          <a:srgbClr val="5D408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2"/>
          <p:cNvSpPr txBox="1">
            <a:spLocks noGrp="1"/>
          </p:cNvSpPr>
          <p:nvPr>
            <p:ph type="title"/>
          </p:nvPr>
        </p:nvSpPr>
        <p:spPr>
          <a:xfrm>
            <a:off x="679875" y="2378606"/>
            <a:ext cx="7772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roxima Nova"/>
              <a:buNone/>
              <a:defRPr sz="36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6" name="Google Shape;126;p32"/>
          <p:cNvSpPr txBox="1">
            <a:spLocks noGrp="1"/>
          </p:cNvSpPr>
          <p:nvPr>
            <p:ph type="subTitle" idx="1"/>
          </p:nvPr>
        </p:nvSpPr>
        <p:spPr>
          <a:xfrm>
            <a:off x="679875" y="2066081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ED83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27" name="Google Shape;12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hysics sub-section title">
  <p:cSld name="CUSTOM_1">
    <p:bg>
      <p:bgPr>
        <a:solidFill>
          <a:srgbClr val="00579B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3"/>
          <p:cNvSpPr txBox="1">
            <a:spLocks noGrp="1"/>
          </p:cNvSpPr>
          <p:nvPr>
            <p:ph type="title"/>
          </p:nvPr>
        </p:nvSpPr>
        <p:spPr>
          <a:xfrm>
            <a:off x="679875" y="2378606"/>
            <a:ext cx="7772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roxima Nova"/>
              <a:buNone/>
              <a:defRPr sz="36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30" name="Google Shape;130;p33"/>
          <p:cNvSpPr txBox="1">
            <a:spLocks noGrp="1"/>
          </p:cNvSpPr>
          <p:nvPr>
            <p:ph type="subTitle" idx="1"/>
          </p:nvPr>
        </p:nvSpPr>
        <p:spPr>
          <a:xfrm>
            <a:off x="679875" y="2066081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ED83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31" name="Google Shape;13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Biology sub-section title">
  <p:cSld name="SECTION_HEADER_1">
    <p:bg>
      <p:bgPr>
        <a:solidFill>
          <a:srgbClr val="1A5E20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4"/>
          <p:cNvSpPr txBox="1">
            <a:spLocks noGrp="1"/>
          </p:cNvSpPr>
          <p:nvPr>
            <p:ph type="title"/>
          </p:nvPr>
        </p:nvSpPr>
        <p:spPr>
          <a:xfrm>
            <a:off x="679875" y="2378606"/>
            <a:ext cx="7772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roxima Nova"/>
              <a:buNone/>
              <a:defRPr sz="36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34" name="Google Shape;134;p34"/>
          <p:cNvSpPr txBox="1">
            <a:spLocks noGrp="1"/>
          </p:cNvSpPr>
          <p:nvPr>
            <p:ph type="subTitle" idx="1"/>
          </p:nvPr>
        </p:nvSpPr>
        <p:spPr>
          <a:xfrm>
            <a:off x="679875" y="2066081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ED83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35" name="Google Shape;13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hemistry sub-section title">
  <p:cSld name="SECTION_HEADER_1_1">
    <p:bg>
      <p:bgPr>
        <a:solidFill>
          <a:srgbClr val="880D4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5"/>
          <p:cNvSpPr txBox="1">
            <a:spLocks noGrp="1"/>
          </p:cNvSpPr>
          <p:nvPr>
            <p:ph type="title"/>
          </p:nvPr>
        </p:nvSpPr>
        <p:spPr>
          <a:xfrm>
            <a:off x="679875" y="2378606"/>
            <a:ext cx="7772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roxima Nova"/>
              <a:buNone/>
              <a:defRPr sz="36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subTitle" idx="1"/>
          </p:nvPr>
        </p:nvSpPr>
        <p:spPr>
          <a:xfrm>
            <a:off x="679875" y="2066081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ED83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ndex">
  <p:cSld name="TITLE_AND_BODY_1">
    <p:bg>
      <p:bgPr>
        <a:solidFill>
          <a:srgbClr val="00579B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body" idx="1"/>
          </p:nvPr>
        </p:nvSpPr>
        <p:spPr>
          <a:xfrm>
            <a:off x="679875" y="761128"/>
            <a:ext cx="8152500" cy="38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 sz="2000">
                <a:solidFill>
                  <a:srgbClr val="FFFFFF"/>
                </a:solidFill>
              </a:defRPr>
            </a:lvl1pPr>
            <a:lvl2pPr marL="914400" lvl="1" indent="-3683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683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556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556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556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429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429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42900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8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36"/>
          <p:cNvSpPr txBox="1">
            <a:spLocks noGrp="1"/>
          </p:cNvSpPr>
          <p:nvPr>
            <p:ph type="subTitle" idx="2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ED83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ED834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ED834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ED834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ED834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ED834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ED834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ED834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ED83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left">
  <p:cSld name="CUSTOM_2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7"/>
          <p:cNvSpPr txBox="1">
            <a:spLocks noGrp="1"/>
          </p:cNvSpPr>
          <p:nvPr>
            <p:ph type="body" idx="1"/>
          </p:nvPr>
        </p:nvSpPr>
        <p:spPr>
          <a:xfrm>
            <a:off x="457200" y="342900"/>
            <a:ext cx="4138200" cy="44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146" name="Google Shape;146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right">
  <p:cSld name="CUSTOM_2_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 txBox="1">
            <a:spLocks noGrp="1"/>
          </p:cNvSpPr>
          <p:nvPr>
            <p:ph type="body" idx="1"/>
          </p:nvPr>
        </p:nvSpPr>
        <p:spPr>
          <a:xfrm>
            <a:off x="4572000" y="342900"/>
            <a:ext cx="4164300" cy="44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149" name="Google Shape;14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top">
  <p:cSld name="CUSTOM_2_1_1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9"/>
          <p:cNvSpPr txBox="1">
            <a:spLocks noGrp="1"/>
          </p:cNvSpPr>
          <p:nvPr>
            <p:ph type="body" idx="1"/>
          </p:nvPr>
        </p:nvSpPr>
        <p:spPr>
          <a:xfrm>
            <a:off x="457200" y="342900"/>
            <a:ext cx="8279100" cy="22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152" name="Google Shape;152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bottom">
  <p:cSld name="CUSTOM_2_1_1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0"/>
          <p:cNvSpPr txBox="1">
            <a:spLocks noGrp="1"/>
          </p:cNvSpPr>
          <p:nvPr>
            <p:ph type="body" idx="1"/>
          </p:nvPr>
        </p:nvSpPr>
        <p:spPr>
          <a:xfrm>
            <a:off x="457200" y="2567250"/>
            <a:ext cx="8279100" cy="22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155" name="Google Shape;15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7">
  <p:cSld name="TITLE_AND_BODY_7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4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 3">
  <p:cSld name="TITLE_ONLY_1_1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44"/>
          <p:cNvGrpSpPr/>
          <p:nvPr/>
        </p:nvGrpSpPr>
        <p:grpSpPr>
          <a:xfrm>
            <a:off x="-74625" y="-50562"/>
            <a:ext cx="9142425" cy="5233800"/>
            <a:chOff x="-119900" y="-50550"/>
            <a:chExt cx="9142425" cy="5233800"/>
          </a:xfrm>
        </p:grpSpPr>
        <p:sp>
          <p:nvSpPr>
            <p:cNvPr id="170" name="Google Shape;170;p44"/>
            <p:cNvSpPr/>
            <p:nvPr/>
          </p:nvSpPr>
          <p:spPr>
            <a:xfrm>
              <a:off x="-119900" y="-50550"/>
              <a:ext cx="8714100" cy="5233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8575" dist="38100" dir="2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44"/>
            <p:cNvSpPr/>
            <p:nvPr/>
          </p:nvSpPr>
          <p:spPr>
            <a:xfrm rot="5400000">
              <a:off x="8278075" y="3908300"/>
              <a:ext cx="1053300" cy="43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>
              <a:noFill/>
            </a:ln>
            <a:effectLst>
              <a:outerShdw blurRad="28575" dist="38100" dir="2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44"/>
          <p:cNvGrpSpPr/>
          <p:nvPr/>
        </p:nvGrpSpPr>
        <p:grpSpPr>
          <a:xfrm>
            <a:off x="-314850" y="-50562"/>
            <a:ext cx="9142400" cy="5233800"/>
            <a:chOff x="-119900" y="-50550"/>
            <a:chExt cx="9142400" cy="5233800"/>
          </a:xfrm>
        </p:grpSpPr>
        <p:sp>
          <p:nvSpPr>
            <p:cNvPr id="173" name="Google Shape;173;p44"/>
            <p:cNvSpPr/>
            <p:nvPr/>
          </p:nvSpPr>
          <p:spPr>
            <a:xfrm>
              <a:off x="-119900" y="-50550"/>
              <a:ext cx="8714100" cy="5233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>
              <a:outerShdw blurRad="28575" dist="38100" dir="2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4"/>
            <p:cNvSpPr/>
            <p:nvPr/>
          </p:nvSpPr>
          <p:spPr>
            <a:xfrm rot="5400000">
              <a:off x="8278050" y="2687875"/>
              <a:ext cx="1053300" cy="43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2"/>
            </a:solidFill>
            <a:ln>
              <a:noFill/>
            </a:ln>
            <a:effectLst>
              <a:outerShdw blurRad="28575" dist="38100" dir="2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" name="Google Shape;175;p44"/>
          <p:cNvSpPr txBox="1">
            <a:spLocks noGrp="1"/>
          </p:cNvSpPr>
          <p:nvPr>
            <p:ph type="title"/>
          </p:nvPr>
        </p:nvSpPr>
        <p:spPr>
          <a:xfrm>
            <a:off x="481425" y="290325"/>
            <a:ext cx="59751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76" name="Google Shape;176;p44"/>
          <p:cNvGrpSpPr/>
          <p:nvPr/>
        </p:nvGrpSpPr>
        <p:grpSpPr>
          <a:xfrm rot="1263493" flipH="1">
            <a:off x="7531263" y="4478635"/>
            <a:ext cx="643782" cy="672853"/>
            <a:chOff x="3586913" y="4050713"/>
            <a:chExt cx="498538" cy="521050"/>
          </a:xfrm>
        </p:grpSpPr>
        <p:sp>
          <p:nvSpPr>
            <p:cNvPr id="177" name="Google Shape;177;p44"/>
            <p:cNvSpPr/>
            <p:nvPr/>
          </p:nvSpPr>
          <p:spPr>
            <a:xfrm>
              <a:off x="3624050" y="4313338"/>
              <a:ext cx="424775" cy="120325"/>
            </a:xfrm>
            <a:custGeom>
              <a:avLst/>
              <a:gdLst/>
              <a:ahLst/>
              <a:cxnLst/>
              <a:rect l="l" t="t" r="r" b="b"/>
              <a:pathLst>
                <a:path w="16991" h="4813" extrusionOk="0">
                  <a:moveTo>
                    <a:pt x="1068" y="0"/>
                  </a:moveTo>
                  <a:cubicBezTo>
                    <a:pt x="482" y="0"/>
                    <a:pt x="1" y="482"/>
                    <a:pt x="1" y="1067"/>
                  </a:cubicBezTo>
                  <a:lnTo>
                    <a:pt x="1" y="3746"/>
                  </a:lnTo>
                  <a:cubicBezTo>
                    <a:pt x="1" y="4331"/>
                    <a:pt x="482" y="4813"/>
                    <a:pt x="1068" y="4813"/>
                  </a:cubicBezTo>
                  <a:lnTo>
                    <a:pt x="16216" y="4813"/>
                  </a:lnTo>
                  <a:cubicBezTo>
                    <a:pt x="16342" y="4813"/>
                    <a:pt x="16468" y="4792"/>
                    <a:pt x="16991" y="4750"/>
                  </a:cubicBezTo>
                  <a:lnTo>
                    <a:pt x="16991" y="63"/>
                  </a:lnTo>
                  <a:cubicBezTo>
                    <a:pt x="16468" y="21"/>
                    <a:pt x="16342" y="0"/>
                    <a:pt x="16196" y="0"/>
                  </a:cubicBezTo>
                  <a:close/>
                </a:path>
              </a:pathLst>
            </a:custGeom>
            <a:solidFill>
              <a:srgbClr val="F1F1F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44"/>
            <p:cNvSpPr/>
            <p:nvPr/>
          </p:nvSpPr>
          <p:spPr>
            <a:xfrm>
              <a:off x="3616200" y="4304963"/>
              <a:ext cx="439425" cy="133925"/>
            </a:xfrm>
            <a:custGeom>
              <a:avLst/>
              <a:gdLst/>
              <a:ahLst/>
              <a:cxnLst/>
              <a:rect l="l" t="t" r="r" b="b"/>
              <a:pathLst>
                <a:path w="17577" h="5357" extrusionOk="0">
                  <a:moveTo>
                    <a:pt x="1068" y="1"/>
                  </a:moveTo>
                  <a:cubicBezTo>
                    <a:pt x="482" y="1"/>
                    <a:pt x="1" y="482"/>
                    <a:pt x="1" y="1068"/>
                  </a:cubicBezTo>
                  <a:lnTo>
                    <a:pt x="1" y="4290"/>
                  </a:lnTo>
                  <a:cubicBezTo>
                    <a:pt x="1" y="4876"/>
                    <a:pt x="482" y="5357"/>
                    <a:pt x="1068" y="5357"/>
                  </a:cubicBezTo>
                  <a:lnTo>
                    <a:pt x="17577" y="5357"/>
                  </a:lnTo>
                  <a:lnTo>
                    <a:pt x="17577" y="4876"/>
                  </a:lnTo>
                  <a:lnTo>
                    <a:pt x="1612" y="4876"/>
                  </a:lnTo>
                  <a:cubicBezTo>
                    <a:pt x="1005" y="4876"/>
                    <a:pt x="545" y="4394"/>
                    <a:pt x="545" y="3809"/>
                  </a:cubicBezTo>
                  <a:lnTo>
                    <a:pt x="545" y="1549"/>
                  </a:lnTo>
                  <a:cubicBezTo>
                    <a:pt x="545" y="963"/>
                    <a:pt x="1005" y="482"/>
                    <a:pt x="1612" y="482"/>
                  </a:cubicBezTo>
                  <a:lnTo>
                    <a:pt x="17577" y="482"/>
                  </a:lnTo>
                  <a:lnTo>
                    <a:pt x="17577" y="1"/>
                  </a:lnTo>
                  <a:close/>
                </a:path>
              </a:pathLst>
            </a:custGeom>
            <a:solidFill>
              <a:srgbClr val="F05A24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44"/>
            <p:cNvSpPr/>
            <p:nvPr/>
          </p:nvSpPr>
          <p:spPr>
            <a:xfrm>
              <a:off x="3593725" y="4446713"/>
              <a:ext cx="483875" cy="120350"/>
            </a:xfrm>
            <a:custGeom>
              <a:avLst/>
              <a:gdLst/>
              <a:ahLst/>
              <a:cxnLst/>
              <a:rect l="l" t="t" r="r" b="b"/>
              <a:pathLst>
                <a:path w="19355" h="4814" extrusionOk="0">
                  <a:moveTo>
                    <a:pt x="795" y="1"/>
                  </a:moveTo>
                  <a:cubicBezTo>
                    <a:pt x="649" y="1"/>
                    <a:pt x="523" y="43"/>
                    <a:pt x="0" y="84"/>
                  </a:cubicBezTo>
                  <a:lnTo>
                    <a:pt x="0" y="4750"/>
                  </a:lnTo>
                  <a:cubicBezTo>
                    <a:pt x="523" y="4792"/>
                    <a:pt x="649" y="4813"/>
                    <a:pt x="774" y="4813"/>
                  </a:cubicBezTo>
                  <a:lnTo>
                    <a:pt x="18287" y="4813"/>
                  </a:lnTo>
                  <a:cubicBezTo>
                    <a:pt x="18873" y="4813"/>
                    <a:pt x="19354" y="4332"/>
                    <a:pt x="19354" y="3746"/>
                  </a:cubicBezTo>
                  <a:lnTo>
                    <a:pt x="19354" y="1068"/>
                  </a:lnTo>
                  <a:cubicBezTo>
                    <a:pt x="19354" y="482"/>
                    <a:pt x="18873" y="1"/>
                    <a:pt x="18287" y="1"/>
                  </a:cubicBezTo>
                  <a:close/>
                </a:path>
              </a:pathLst>
            </a:custGeom>
            <a:solidFill>
              <a:srgbClr val="F1F1F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44"/>
            <p:cNvSpPr/>
            <p:nvPr/>
          </p:nvSpPr>
          <p:spPr>
            <a:xfrm>
              <a:off x="3586925" y="4438863"/>
              <a:ext cx="498525" cy="132900"/>
            </a:xfrm>
            <a:custGeom>
              <a:avLst/>
              <a:gdLst/>
              <a:ahLst/>
              <a:cxnLst/>
              <a:rect l="l" t="t" r="r" b="b"/>
              <a:pathLst>
                <a:path w="19941" h="5316" extrusionOk="0">
                  <a:moveTo>
                    <a:pt x="0" y="1"/>
                  </a:moveTo>
                  <a:lnTo>
                    <a:pt x="0" y="461"/>
                  </a:lnTo>
                  <a:lnTo>
                    <a:pt x="18329" y="461"/>
                  </a:lnTo>
                  <a:cubicBezTo>
                    <a:pt x="18915" y="461"/>
                    <a:pt x="19396" y="943"/>
                    <a:pt x="19396" y="1528"/>
                  </a:cubicBezTo>
                  <a:lnTo>
                    <a:pt x="19396" y="3809"/>
                  </a:lnTo>
                  <a:cubicBezTo>
                    <a:pt x="19396" y="4395"/>
                    <a:pt x="18915" y="4855"/>
                    <a:pt x="18329" y="4855"/>
                  </a:cubicBezTo>
                  <a:lnTo>
                    <a:pt x="0" y="4855"/>
                  </a:lnTo>
                  <a:lnTo>
                    <a:pt x="0" y="5316"/>
                  </a:lnTo>
                  <a:lnTo>
                    <a:pt x="18873" y="5316"/>
                  </a:lnTo>
                  <a:cubicBezTo>
                    <a:pt x="19459" y="5316"/>
                    <a:pt x="19940" y="4855"/>
                    <a:pt x="19940" y="4269"/>
                  </a:cubicBezTo>
                  <a:lnTo>
                    <a:pt x="19940" y="1047"/>
                  </a:lnTo>
                  <a:cubicBezTo>
                    <a:pt x="19940" y="461"/>
                    <a:pt x="19459" y="1"/>
                    <a:pt x="18873" y="1"/>
                  </a:cubicBezTo>
                  <a:close/>
                </a:path>
              </a:pathLst>
            </a:custGeom>
            <a:solidFill>
              <a:srgbClr val="39B44A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44"/>
            <p:cNvSpPr/>
            <p:nvPr/>
          </p:nvSpPr>
          <p:spPr>
            <a:xfrm>
              <a:off x="3762150" y="4050713"/>
              <a:ext cx="73775" cy="51325"/>
            </a:xfrm>
            <a:custGeom>
              <a:avLst/>
              <a:gdLst/>
              <a:ahLst/>
              <a:cxnLst/>
              <a:rect l="l" t="t" r="r" b="b"/>
              <a:pathLst>
                <a:path w="2951" h="2053" extrusionOk="0">
                  <a:moveTo>
                    <a:pt x="128" y="0"/>
                  </a:moveTo>
                  <a:cubicBezTo>
                    <a:pt x="86" y="0"/>
                    <a:pt x="44" y="1"/>
                    <a:pt x="1" y="2"/>
                  </a:cubicBezTo>
                  <a:cubicBezTo>
                    <a:pt x="1" y="2"/>
                    <a:pt x="879" y="1968"/>
                    <a:pt x="2951" y="2052"/>
                  </a:cubicBezTo>
                  <a:cubicBezTo>
                    <a:pt x="2951" y="2052"/>
                    <a:pt x="2951" y="0"/>
                    <a:pt x="128" y="0"/>
                  </a:cubicBezTo>
                  <a:close/>
                </a:path>
              </a:pathLst>
            </a:custGeom>
            <a:solidFill>
              <a:srgbClr val="8BC53F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44"/>
            <p:cNvSpPr/>
            <p:nvPr/>
          </p:nvSpPr>
          <p:spPr>
            <a:xfrm>
              <a:off x="3831725" y="4053363"/>
              <a:ext cx="28275" cy="81100"/>
            </a:xfrm>
            <a:custGeom>
              <a:avLst/>
              <a:gdLst/>
              <a:ahLst/>
              <a:cxnLst/>
              <a:rect l="l" t="t" r="r" b="b"/>
              <a:pathLst>
                <a:path w="1131" h="3244" extrusionOk="0">
                  <a:moveTo>
                    <a:pt x="1109" y="0"/>
                  </a:moveTo>
                  <a:cubicBezTo>
                    <a:pt x="1067" y="21"/>
                    <a:pt x="1005" y="42"/>
                    <a:pt x="963" y="63"/>
                  </a:cubicBezTo>
                  <a:cubicBezTo>
                    <a:pt x="900" y="84"/>
                    <a:pt x="837" y="105"/>
                    <a:pt x="795" y="147"/>
                  </a:cubicBezTo>
                  <a:cubicBezTo>
                    <a:pt x="733" y="189"/>
                    <a:pt x="670" y="230"/>
                    <a:pt x="586" y="293"/>
                  </a:cubicBezTo>
                  <a:cubicBezTo>
                    <a:pt x="544" y="356"/>
                    <a:pt x="482" y="440"/>
                    <a:pt x="398" y="523"/>
                  </a:cubicBezTo>
                  <a:cubicBezTo>
                    <a:pt x="356" y="607"/>
                    <a:pt x="293" y="712"/>
                    <a:pt x="251" y="795"/>
                  </a:cubicBezTo>
                  <a:cubicBezTo>
                    <a:pt x="210" y="900"/>
                    <a:pt x="189" y="1005"/>
                    <a:pt x="147" y="1130"/>
                  </a:cubicBezTo>
                  <a:cubicBezTo>
                    <a:pt x="126" y="1235"/>
                    <a:pt x="84" y="1339"/>
                    <a:pt x="84" y="1465"/>
                  </a:cubicBezTo>
                  <a:cubicBezTo>
                    <a:pt x="0" y="2051"/>
                    <a:pt x="21" y="2658"/>
                    <a:pt x="126" y="3243"/>
                  </a:cubicBezTo>
                  <a:lnTo>
                    <a:pt x="147" y="3243"/>
                  </a:lnTo>
                  <a:cubicBezTo>
                    <a:pt x="147" y="3243"/>
                    <a:pt x="147" y="3013"/>
                    <a:pt x="168" y="2678"/>
                  </a:cubicBezTo>
                  <a:cubicBezTo>
                    <a:pt x="189" y="2532"/>
                    <a:pt x="210" y="2344"/>
                    <a:pt x="231" y="2134"/>
                  </a:cubicBezTo>
                  <a:cubicBezTo>
                    <a:pt x="272" y="1925"/>
                    <a:pt x="314" y="1716"/>
                    <a:pt x="377" y="1507"/>
                  </a:cubicBezTo>
                  <a:cubicBezTo>
                    <a:pt x="398" y="1402"/>
                    <a:pt x="440" y="1298"/>
                    <a:pt x="461" y="1214"/>
                  </a:cubicBezTo>
                  <a:cubicBezTo>
                    <a:pt x="503" y="1130"/>
                    <a:pt x="544" y="1046"/>
                    <a:pt x="586" y="963"/>
                  </a:cubicBezTo>
                  <a:cubicBezTo>
                    <a:pt x="628" y="858"/>
                    <a:pt x="670" y="774"/>
                    <a:pt x="712" y="691"/>
                  </a:cubicBezTo>
                  <a:cubicBezTo>
                    <a:pt x="754" y="628"/>
                    <a:pt x="775" y="544"/>
                    <a:pt x="816" y="481"/>
                  </a:cubicBezTo>
                  <a:lnTo>
                    <a:pt x="942" y="293"/>
                  </a:lnTo>
                  <a:cubicBezTo>
                    <a:pt x="963" y="251"/>
                    <a:pt x="1005" y="209"/>
                    <a:pt x="1026" y="168"/>
                  </a:cubicBezTo>
                  <a:cubicBezTo>
                    <a:pt x="1088" y="84"/>
                    <a:pt x="1130" y="42"/>
                    <a:pt x="1130" y="42"/>
                  </a:cubicBezTo>
                  <a:lnTo>
                    <a:pt x="1109" y="0"/>
                  </a:lnTo>
                  <a:close/>
                </a:path>
              </a:pathLst>
            </a:custGeom>
            <a:solidFill>
              <a:srgbClr val="A57C52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44"/>
            <p:cNvSpPr/>
            <p:nvPr/>
          </p:nvSpPr>
          <p:spPr>
            <a:xfrm>
              <a:off x="3706700" y="4094763"/>
              <a:ext cx="258950" cy="210475"/>
            </a:xfrm>
            <a:custGeom>
              <a:avLst/>
              <a:gdLst/>
              <a:ahLst/>
              <a:cxnLst/>
              <a:rect l="l" t="t" r="r" b="b"/>
              <a:pathLst>
                <a:path w="10358" h="8419" extrusionOk="0">
                  <a:moveTo>
                    <a:pt x="3320" y="1"/>
                  </a:moveTo>
                  <a:cubicBezTo>
                    <a:pt x="2754" y="1"/>
                    <a:pt x="2145" y="134"/>
                    <a:pt x="1612" y="583"/>
                  </a:cubicBezTo>
                  <a:cubicBezTo>
                    <a:pt x="314" y="1671"/>
                    <a:pt x="1" y="4224"/>
                    <a:pt x="775" y="5647"/>
                  </a:cubicBezTo>
                  <a:cubicBezTo>
                    <a:pt x="1393" y="6736"/>
                    <a:pt x="2225" y="8418"/>
                    <a:pt x="3714" y="8418"/>
                  </a:cubicBezTo>
                  <a:cubicBezTo>
                    <a:pt x="4141" y="8418"/>
                    <a:pt x="4623" y="8280"/>
                    <a:pt x="5169" y="7948"/>
                  </a:cubicBezTo>
                  <a:cubicBezTo>
                    <a:pt x="5717" y="8278"/>
                    <a:pt x="6199" y="8416"/>
                    <a:pt x="6626" y="8416"/>
                  </a:cubicBezTo>
                  <a:cubicBezTo>
                    <a:pt x="8123" y="8416"/>
                    <a:pt x="8944" y="6721"/>
                    <a:pt x="9563" y="5647"/>
                  </a:cubicBezTo>
                  <a:cubicBezTo>
                    <a:pt x="10358" y="4245"/>
                    <a:pt x="10044" y="1671"/>
                    <a:pt x="8726" y="583"/>
                  </a:cubicBezTo>
                  <a:cubicBezTo>
                    <a:pt x="8201" y="134"/>
                    <a:pt x="7597" y="1"/>
                    <a:pt x="7033" y="1"/>
                  </a:cubicBezTo>
                  <a:cubicBezTo>
                    <a:pt x="6202" y="1"/>
                    <a:pt x="5455" y="290"/>
                    <a:pt x="5169" y="290"/>
                  </a:cubicBezTo>
                  <a:cubicBezTo>
                    <a:pt x="4895" y="290"/>
                    <a:pt x="4153" y="1"/>
                    <a:pt x="3320" y="1"/>
                  </a:cubicBezTo>
                  <a:close/>
                </a:path>
              </a:pathLst>
            </a:custGeom>
            <a:solidFill>
              <a:srgbClr val="C0272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44"/>
            <p:cNvSpPr/>
            <p:nvPr/>
          </p:nvSpPr>
          <p:spPr>
            <a:xfrm>
              <a:off x="3624038" y="4313338"/>
              <a:ext cx="424775" cy="120325"/>
            </a:xfrm>
            <a:custGeom>
              <a:avLst/>
              <a:gdLst/>
              <a:ahLst/>
              <a:cxnLst/>
              <a:rect l="l" t="t" r="r" b="b"/>
              <a:pathLst>
                <a:path w="16991" h="4813" extrusionOk="0">
                  <a:moveTo>
                    <a:pt x="1068" y="0"/>
                  </a:moveTo>
                  <a:cubicBezTo>
                    <a:pt x="482" y="0"/>
                    <a:pt x="1" y="482"/>
                    <a:pt x="1" y="1067"/>
                  </a:cubicBezTo>
                  <a:lnTo>
                    <a:pt x="1" y="3746"/>
                  </a:lnTo>
                  <a:cubicBezTo>
                    <a:pt x="1" y="4331"/>
                    <a:pt x="482" y="4813"/>
                    <a:pt x="1068" y="4813"/>
                  </a:cubicBezTo>
                  <a:lnTo>
                    <a:pt x="16216" y="4813"/>
                  </a:lnTo>
                  <a:cubicBezTo>
                    <a:pt x="16342" y="4813"/>
                    <a:pt x="16468" y="4792"/>
                    <a:pt x="16991" y="4750"/>
                  </a:cubicBezTo>
                  <a:lnTo>
                    <a:pt x="16991" y="63"/>
                  </a:lnTo>
                  <a:cubicBezTo>
                    <a:pt x="16468" y="21"/>
                    <a:pt x="16342" y="0"/>
                    <a:pt x="161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44"/>
            <p:cNvSpPr/>
            <p:nvPr/>
          </p:nvSpPr>
          <p:spPr>
            <a:xfrm>
              <a:off x="3616188" y="4304963"/>
              <a:ext cx="439425" cy="133925"/>
            </a:xfrm>
            <a:custGeom>
              <a:avLst/>
              <a:gdLst/>
              <a:ahLst/>
              <a:cxnLst/>
              <a:rect l="l" t="t" r="r" b="b"/>
              <a:pathLst>
                <a:path w="17577" h="5357" extrusionOk="0">
                  <a:moveTo>
                    <a:pt x="1068" y="1"/>
                  </a:moveTo>
                  <a:cubicBezTo>
                    <a:pt x="482" y="1"/>
                    <a:pt x="1" y="482"/>
                    <a:pt x="1" y="1068"/>
                  </a:cubicBezTo>
                  <a:lnTo>
                    <a:pt x="1" y="4290"/>
                  </a:lnTo>
                  <a:cubicBezTo>
                    <a:pt x="1" y="4876"/>
                    <a:pt x="482" y="5357"/>
                    <a:pt x="1068" y="5357"/>
                  </a:cubicBezTo>
                  <a:lnTo>
                    <a:pt x="17577" y="5357"/>
                  </a:lnTo>
                  <a:lnTo>
                    <a:pt x="17577" y="4876"/>
                  </a:lnTo>
                  <a:lnTo>
                    <a:pt x="1612" y="4876"/>
                  </a:lnTo>
                  <a:cubicBezTo>
                    <a:pt x="1005" y="4876"/>
                    <a:pt x="545" y="4394"/>
                    <a:pt x="545" y="3809"/>
                  </a:cubicBezTo>
                  <a:lnTo>
                    <a:pt x="545" y="1549"/>
                  </a:lnTo>
                  <a:cubicBezTo>
                    <a:pt x="545" y="963"/>
                    <a:pt x="1005" y="482"/>
                    <a:pt x="1612" y="482"/>
                  </a:cubicBezTo>
                  <a:lnTo>
                    <a:pt x="17577" y="482"/>
                  </a:lnTo>
                  <a:lnTo>
                    <a:pt x="17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44"/>
            <p:cNvSpPr/>
            <p:nvPr/>
          </p:nvSpPr>
          <p:spPr>
            <a:xfrm>
              <a:off x="3593713" y="4446713"/>
              <a:ext cx="483875" cy="120350"/>
            </a:xfrm>
            <a:custGeom>
              <a:avLst/>
              <a:gdLst/>
              <a:ahLst/>
              <a:cxnLst/>
              <a:rect l="l" t="t" r="r" b="b"/>
              <a:pathLst>
                <a:path w="19355" h="4814" extrusionOk="0">
                  <a:moveTo>
                    <a:pt x="795" y="1"/>
                  </a:moveTo>
                  <a:cubicBezTo>
                    <a:pt x="649" y="1"/>
                    <a:pt x="523" y="43"/>
                    <a:pt x="0" y="84"/>
                  </a:cubicBezTo>
                  <a:lnTo>
                    <a:pt x="0" y="4750"/>
                  </a:lnTo>
                  <a:cubicBezTo>
                    <a:pt x="523" y="4792"/>
                    <a:pt x="649" y="4813"/>
                    <a:pt x="774" y="4813"/>
                  </a:cubicBezTo>
                  <a:lnTo>
                    <a:pt x="18287" y="4813"/>
                  </a:lnTo>
                  <a:cubicBezTo>
                    <a:pt x="18873" y="4813"/>
                    <a:pt x="19354" y="4332"/>
                    <a:pt x="19354" y="3746"/>
                  </a:cubicBezTo>
                  <a:lnTo>
                    <a:pt x="19354" y="1068"/>
                  </a:lnTo>
                  <a:cubicBezTo>
                    <a:pt x="19354" y="482"/>
                    <a:pt x="18873" y="1"/>
                    <a:pt x="182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44"/>
            <p:cNvSpPr/>
            <p:nvPr/>
          </p:nvSpPr>
          <p:spPr>
            <a:xfrm>
              <a:off x="3586913" y="4438863"/>
              <a:ext cx="498525" cy="132900"/>
            </a:xfrm>
            <a:custGeom>
              <a:avLst/>
              <a:gdLst/>
              <a:ahLst/>
              <a:cxnLst/>
              <a:rect l="l" t="t" r="r" b="b"/>
              <a:pathLst>
                <a:path w="19941" h="5316" extrusionOk="0">
                  <a:moveTo>
                    <a:pt x="0" y="1"/>
                  </a:moveTo>
                  <a:lnTo>
                    <a:pt x="0" y="461"/>
                  </a:lnTo>
                  <a:lnTo>
                    <a:pt x="18329" y="461"/>
                  </a:lnTo>
                  <a:cubicBezTo>
                    <a:pt x="18915" y="461"/>
                    <a:pt x="19396" y="943"/>
                    <a:pt x="19396" y="1528"/>
                  </a:cubicBezTo>
                  <a:lnTo>
                    <a:pt x="19396" y="3809"/>
                  </a:lnTo>
                  <a:cubicBezTo>
                    <a:pt x="19396" y="4395"/>
                    <a:pt x="18915" y="4855"/>
                    <a:pt x="18329" y="4855"/>
                  </a:cubicBezTo>
                  <a:lnTo>
                    <a:pt x="0" y="4855"/>
                  </a:lnTo>
                  <a:lnTo>
                    <a:pt x="0" y="5316"/>
                  </a:lnTo>
                  <a:lnTo>
                    <a:pt x="18873" y="5316"/>
                  </a:lnTo>
                  <a:cubicBezTo>
                    <a:pt x="19459" y="5316"/>
                    <a:pt x="19940" y="4855"/>
                    <a:pt x="19940" y="4269"/>
                  </a:cubicBezTo>
                  <a:lnTo>
                    <a:pt x="19940" y="1047"/>
                  </a:lnTo>
                  <a:cubicBezTo>
                    <a:pt x="19940" y="461"/>
                    <a:pt x="19459" y="1"/>
                    <a:pt x="188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44"/>
            <p:cNvSpPr/>
            <p:nvPr/>
          </p:nvSpPr>
          <p:spPr>
            <a:xfrm>
              <a:off x="3762138" y="4050713"/>
              <a:ext cx="73775" cy="51325"/>
            </a:xfrm>
            <a:custGeom>
              <a:avLst/>
              <a:gdLst/>
              <a:ahLst/>
              <a:cxnLst/>
              <a:rect l="l" t="t" r="r" b="b"/>
              <a:pathLst>
                <a:path w="2951" h="2053" extrusionOk="0">
                  <a:moveTo>
                    <a:pt x="128" y="0"/>
                  </a:moveTo>
                  <a:cubicBezTo>
                    <a:pt x="86" y="0"/>
                    <a:pt x="44" y="1"/>
                    <a:pt x="1" y="2"/>
                  </a:cubicBezTo>
                  <a:cubicBezTo>
                    <a:pt x="1" y="2"/>
                    <a:pt x="879" y="1968"/>
                    <a:pt x="2951" y="2052"/>
                  </a:cubicBezTo>
                  <a:cubicBezTo>
                    <a:pt x="2951" y="2052"/>
                    <a:pt x="2951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44"/>
            <p:cNvSpPr/>
            <p:nvPr/>
          </p:nvSpPr>
          <p:spPr>
            <a:xfrm>
              <a:off x="3831713" y="4053363"/>
              <a:ext cx="28275" cy="81100"/>
            </a:xfrm>
            <a:custGeom>
              <a:avLst/>
              <a:gdLst/>
              <a:ahLst/>
              <a:cxnLst/>
              <a:rect l="l" t="t" r="r" b="b"/>
              <a:pathLst>
                <a:path w="1131" h="3244" extrusionOk="0">
                  <a:moveTo>
                    <a:pt x="1109" y="0"/>
                  </a:moveTo>
                  <a:cubicBezTo>
                    <a:pt x="1067" y="21"/>
                    <a:pt x="1005" y="42"/>
                    <a:pt x="963" y="63"/>
                  </a:cubicBezTo>
                  <a:cubicBezTo>
                    <a:pt x="900" y="84"/>
                    <a:pt x="837" y="105"/>
                    <a:pt x="795" y="147"/>
                  </a:cubicBezTo>
                  <a:cubicBezTo>
                    <a:pt x="733" y="189"/>
                    <a:pt x="670" y="230"/>
                    <a:pt x="586" y="293"/>
                  </a:cubicBezTo>
                  <a:cubicBezTo>
                    <a:pt x="544" y="356"/>
                    <a:pt x="482" y="440"/>
                    <a:pt x="398" y="523"/>
                  </a:cubicBezTo>
                  <a:cubicBezTo>
                    <a:pt x="356" y="607"/>
                    <a:pt x="293" y="712"/>
                    <a:pt x="251" y="795"/>
                  </a:cubicBezTo>
                  <a:cubicBezTo>
                    <a:pt x="210" y="900"/>
                    <a:pt x="189" y="1005"/>
                    <a:pt x="147" y="1130"/>
                  </a:cubicBezTo>
                  <a:cubicBezTo>
                    <a:pt x="126" y="1235"/>
                    <a:pt x="84" y="1339"/>
                    <a:pt x="84" y="1465"/>
                  </a:cubicBezTo>
                  <a:cubicBezTo>
                    <a:pt x="0" y="2051"/>
                    <a:pt x="21" y="2658"/>
                    <a:pt x="126" y="3243"/>
                  </a:cubicBezTo>
                  <a:lnTo>
                    <a:pt x="147" y="3243"/>
                  </a:lnTo>
                  <a:cubicBezTo>
                    <a:pt x="147" y="3243"/>
                    <a:pt x="147" y="3013"/>
                    <a:pt x="168" y="2678"/>
                  </a:cubicBezTo>
                  <a:cubicBezTo>
                    <a:pt x="189" y="2532"/>
                    <a:pt x="210" y="2344"/>
                    <a:pt x="231" y="2134"/>
                  </a:cubicBezTo>
                  <a:cubicBezTo>
                    <a:pt x="272" y="1925"/>
                    <a:pt x="314" y="1716"/>
                    <a:pt x="377" y="1507"/>
                  </a:cubicBezTo>
                  <a:cubicBezTo>
                    <a:pt x="398" y="1402"/>
                    <a:pt x="440" y="1298"/>
                    <a:pt x="461" y="1214"/>
                  </a:cubicBezTo>
                  <a:cubicBezTo>
                    <a:pt x="503" y="1130"/>
                    <a:pt x="544" y="1046"/>
                    <a:pt x="586" y="963"/>
                  </a:cubicBezTo>
                  <a:cubicBezTo>
                    <a:pt x="628" y="858"/>
                    <a:pt x="670" y="774"/>
                    <a:pt x="712" y="691"/>
                  </a:cubicBezTo>
                  <a:cubicBezTo>
                    <a:pt x="754" y="628"/>
                    <a:pt x="775" y="544"/>
                    <a:pt x="816" y="481"/>
                  </a:cubicBezTo>
                  <a:lnTo>
                    <a:pt x="942" y="293"/>
                  </a:lnTo>
                  <a:cubicBezTo>
                    <a:pt x="963" y="251"/>
                    <a:pt x="1005" y="209"/>
                    <a:pt x="1026" y="168"/>
                  </a:cubicBezTo>
                  <a:cubicBezTo>
                    <a:pt x="1088" y="84"/>
                    <a:pt x="1130" y="42"/>
                    <a:pt x="1130" y="42"/>
                  </a:cubicBezTo>
                  <a:lnTo>
                    <a:pt x="1109" y="0"/>
                  </a:lnTo>
                  <a:close/>
                </a:path>
              </a:pathLst>
            </a:custGeom>
            <a:solidFill>
              <a:srgbClr val="A57C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44"/>
            <p:cNvSpPr/>
            <p:nvPr/>
          </p:nvSpPr>
          <p:spPr>
            <a:xfrm>
              <a:off x="3706688" y="4094763"/>
              <a:ext cx="258950" cy="210475"/>
            </a:xfrm>
            <a:custGeom>
              <a:avLst/>
              <a:gdLst/>
              <a:ahLst/>
              <a:cxnLst/>
              <a:rect l="l" t="t" r="r" b="b"/>
              <a:pathLst>
                <a:path w="10358" h="8419" extrusionOk="0">
                  <a:moveTo>
                    <a:pt x="3320" y="1"/>
                  </a:moveTo>
                  <a:cubicBezTo>
                    <a:pt x="2754" y="1"/>
                    <a:pt x="2145" y="134"/>
                    <a:pt x="1612" y="583"/>
                  </a:cubicBezTo>
                  <a:cubicBezTo>
                    <a:pt x="314" y="1671"/>
                    <a:pt x="1" y="4224"/>
                    <a:pt x="775" y="5647"/>
                  </a:cubicBezTo>
                  <a:cubicBezTo>
                    <a:pt x="1393" y="6736"/>
                    <a:pt x="2225" y="8418"/>
                    <a:pt x="3714" y="8418"/>
                  </a:cubicBezTo>
                  <a:cubicBezTo>
                    <a:pt x="4141" y="8418"/>
                    <a:pt x="4623" y="8280"/>
                    <a:pt x="5169" y="7948"/>
                  </a:cubicBezTo>
                  <a:cubicBezTo>
                    <a:pt x="5717" y="8278"/>
                    <a:pt x="6199" y="8416"/>
                    <a:pt x="6626" y="8416"/>
                  </a:cubicBezTo>
                  <a:cubicBezTo>
                    <a:pt x="8123" y="8416"/>
                    <a:pt x="8944" y="6721"/>
                    <a:pt x="9563" y="5647"/>
                  </a:cubicBezTo>
                  <a:cubicBezTo>
                    <a:pt x="10358" y="4245"/>
                    <a:pt x="10044" y="1671"/>
                    <a:pt x="8726" y="583"/>
                  </a:cubicBezTo>
                  <a:cubicBezTo>
                    <a:pt x="8201" y="134"/>
                    <a:pt x="7597" y="1"/>
                    <a:pt x="7033" y="1"/>
                  </a:cubicBezTo>
                  <a:cubicBezTo>
                    <a:pt x="6202" y="1"/>
                    <a:pt x="5455" y="290"/>
                    <a:pt x="5169" y="290"/>
                  </a:cubicBezTo>
                  <a:cubicBezTo>
                    <a:pt x="4895" y="290"/>
                    <a:pt x="4153" y="1"/>
                    <a:pt x="3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44"/>
          <p:cNvGrpSpPr/>
          <p:nvPr/>
        </p:nvGrpSpPr>
        <p:grpSpPr>
          <a:xfrm rot="-3285256" flipH="1">
            <a:off x="3560813" y="4446309"/>
            <a:ext cx="572845" cy="840293"/>
            <a:chOff x="1713713" y="4972438"/>
            <a:chExt cx="443613" cy="650725"/>
          </a:xfrm>
        </p:grpSpPr>
        <p:sp>
          <p:nvSpPr>
            <p:cNvPr id="192" name="Google Shape;192;p44"/>
            <p:cNvSpPr/>
            <p:nvPr/>
          </p:nvSpPr>
          <p:spPr>
            <a:xfrm>
              <a:off x="1922975" y="5313488"/>
              <a:ext cx="127125" cy="99925"/>
            </a:xfrm>
            <a:custGeom>
              <a:avLst/>
              <a:gdLst/>
              <a:ahLst/>
              <a:cxnLst/>
              <a:rect l="l" t="t" r="r" b="b"/>
              <a:pathLst>
                <a:path w="5085" h="3997" extrusionOk="0">
                  <a:moveTo>
                    <a:pt x="942" y="0"/>
                  </a:moveTo>
                  <a:lnTo>
                    <a:pt x="0" y="1674"/>
                  </a:lnTo>
                  <a:lnTo>
                    <a:pt x="4164" y="3997"/>
                  </a:lnTo>
                  <a:lnTo>
                    <a:pt x="4101" y="2867"/>
                  </a:lnTo>
                  <a:lnTo>
                    <a:pt x="5085" y="2323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rgbClr val="C0272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44"/>
            <p:cNvSpPr/>
            <p:nvPr/>
          </p:nvSpPr>
          <p:spPr>
            <a:xfrm>
              <a:off x="1924000" y="5319238"/>
              <a:ext cx="65425" cy="125050"/>
            </a:xfrm>
            <a:custGeom>
              <a:avLst/>
              <a:gdLst/>
              <a:ahLst/>
              <a:cxnLst/>
              <a:rect l="l" t="t" r="r" b="b"/>
              <a:pathLst>
                <a:path w="2617" h="5002" extrusionOk="0">
                  <a:moveTo>
                    <a:pt x="1905" y="0"/>
                  </a:moveTo>
                  <a:lnTo>
                    <a:pt x="1" y="293"/>
                  </a:lnTo>
                  <a:lnTo>
                    <a:pt x="712" y="5001"/>
                  </a:lnTo>
                  <a:lnTo>
                    <a:pt x="1570" y="4269"/>
                  </a:lnTo>
                  <a:lnTo>
                    <a:pt x="2616" y="4708"/>
                  </a:lnTo>
                  <a:lnTo>
                    <a:pt x="2616" y="4708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C0272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44"/>
            <p:cNvSpPr/>
            <p:nvPr/>
          </p:nvSpPr>
          <p:spPr>
            <a:xfrm>
              <a:off x="1713725" y="4972438"/>
              <a:ext cx="443600" cy="650725"/>
            </a:xfrm>
            <a:custGeom>
              <a:avLst/>
              <a:gdLst/>
              <a:ahLst/>
              <a:cxnLst/>
              <a:rect l="l" t="t" r="r" b="b"/>
              <a:pathLst>
                <a:path w="17744" h="26029" extrusionOk="0">
                  <a:moveTo>
                    <a:pt x="13015" y="0"/>
                  </a:moveTo>
                  <a:lnTo>
                    <a:pt x="1" y="23393"/>
                  </a:lnTo>
                  <a:cubicBezTo>
                    <a:pt x="670" y="25757"/>
                    <a:pt x="4750" y="26029"/>
                    <a:pt x="4750" y="26029"/>
                  </a:cubicBezTo>
                  <a:lnTo>
                    <a:pt x="17744" y="2636"/>
                  </a:lnTo>
                  <a:cubicBezTo>
                    <a:pt x="17200" y="837"/>
                    <a:pt x="13015" y="0"/>
                    <a:pt x="13015" y="0"/>
                  </a:cubicBezTo>
                  <a:close/>
                </a:path>
              </a:pathLst>
            </a:custGeom>
            <a:solidFill>
              <a:srgbClr val="FFF0A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44"/>
            <p:cNvSpPr/>
            <p:nvPr/>
          </p:nvSpPr>
          <p:spPr>
            <a:xfrm>
              <a:off x="1772850" y="4997538"/>
              <a:ext cx="384475" cy="625625"/>
            </a:xfrm>
            <a:custGeom>
              <a:avLst/>
              <a:gdLst/>
              <a:ahLst/>
              <a:cxnLst/>
              <a:rect l="l" t="t" r="r" b="b"/>
              <a:pathLst>
                <a:path w="15379" h="25025" extrusionOk="0">
                  <a:moveTo>
                    <a:pt x="13621" y="0"/>
                  </a:moveTo>
                  <a:lnTo>
                    <a:pt x="0" y="24502"/>
                  </a:lnTo>
                  <a:cubicBezTo>
                    <a:pt x="774" y="24774"/>
                    <a:pt x="1569" y="24941"/>
                    <a:pt x="2385" y="25025"/>
                  </a:cubicBezTo>
                  <a:lnTo>
                    <a:pt x="15379" y="1632"/>
                  </a:lnTo>
                  <a:cubicBezTo>
                    <a:pt x="15170" y="963"/>
                    <a:pt x="14458" y="419"/>
                    <a:pt x="13621" y="0"/>
                  </a:cubicBezTo>
                  <a:close/>
                </a:path>
              </a:pathLst>
            </a:custGeom>
            <a:solidFill>
              <a:srgbClr val="FFF0A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44"/>
            <p:cNvSpPr/>
            <p:nvPr/>
          </p:nvSpPr>
          <p:spPr>
            <a:xfrm>
              <a:off x="1813650" y="5021588"/>
              <a:ext cx="343675" cy="601575"/>
            </a:xfrm>
            <a:custGeom>
              <a:avLst/>
              <a:gdLst/>
              <a:ahLst/>
              <a:cxnLst/>
              <a:rect l="l" t="t" r="r" b="b"/>
              <a:pathLst>
                <a:path w="13747" h="24063" extrusionOk="0">
                  <a:moveTo>
                    <a:pt x="13349" y="1"/>
                  </a:moveTo>
                  <a:lnTo>
                    <a:pt x="0" y="23958"/>
                  </a:lnTo>
                  <a:cubicBezTo>
                    <a:pt x="439" y="24042"/>
                    <a:pt x="732" y="24063"/>
                    <a:pt x="732" y="24063"/>
                  </a:cubicBezTo>
                  <a:lnTo>
                    <a:pt x="13747" y="670"/>
                  </a:lnTo>
                  <a:cubicBezTo>
                    <a:pt x="13663" y="419"/>
                    <a:pt x="13517" y="189"/>
                    <a:pt x="13349" y="1"/>
                  </a:cubicBezTo>
                  <a:close/>
                </a:path>
              </a:pathLst>
            </a:custGeom>
            <a:solidFill>
              <a:srgbClr val="FFF0A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44"/>
            <p:cNvSpPr/>
            <p:nvPr/>
          </p:nvSpPr>
          <p:spPr>
            <a:xfrm>
              <a:off x="1857050" y="5254513"/>
              <a:ext cx="148600" cy="111300"/>
            </a:xfrm>
            <a:custGeom>
              <a:avLst/>
              <a:gdLst/>
              <a:ahLst/>
              <a:cxnLst/>
              <a:rect l="l" t="t" r="r" b="b"/>
              <a:pathLst>
                <a:path w="5944" h="4452" extrusionOk="0">
                  <a:moveTo>
                    <a:pt x="1" y="1814"/>
                  </a:moveTo>
                  <a:cubicBezTo>
                    <a:pt x="1" y="1815"/>
                    <a:pt x="1" y="1815"/>
                    <a:pt x="1" y="1815"/>
                  </a:cubicBezTo>
                  <a:lnTo>
                    <a:pt x="1" y="1814"/>
                  </a:lnTo>
                  <a:close/>
                  <a:moveTo>
                    <a:pt x="1220" y="1"/>
                  </a:moveTo>
                  <a:cubicBezTo>
                    <a:pt x="1006" y="1"/>
                    <a:pt x="963" y="79"/>
                    <a:pt x="963" y="79"/>
                  </a:cubicBezTo>
                  <a:lnTo>
                    <a:pt x="1" y="1814"/>
                  </a:lnTo>
                  <a:lnTo>
                    <a:pt x="1" y="1814"/>
                  </a:lnTo>
                  <a:cubicBezTo>
                    <a:pt x="6" y="1807"/>
                    <a:pt x="52" y="1737"/>
                    <a:pt x="251" y="1737"/>
                  </a:cubicBezTo>
                  <a:cubicBezTo>
                    <a:pt x="554" y="1737"/>
                    <a:pt x="1212" y="1897"/>
                    <a:pt x="2616" y="2673"/>
                  </a:cubicBezTo>
                  <a:cubicBezTo>
                    <a:pt x="4981" y="3991"/>
                    <a:pt x="4729" y="4452"/>
                    <a:pt x="4729" y="4452"/>
                  </a:cubicBezTo>
                  <a:lnTo>
                    <a:pt x="5692" y="2715"/>
                  </a:lnTo>
                  <a:cubicBezTo>
                    <a:pt x="5692" y="2715"/>
                    <a:pt x="5943" y="2255"/>
                    <a:pt x="3579" y="936"/>
                  </a:cubicBezTo>
                  <a:cubicBezTo>
                    <a:pt x="2187" y="160"/>
                    <a:pt x="1527" y="1"/>
                    <a:pt x="1220" y="1"/>
                  </a:cubicBezTo>
                  <a:close/>
                </a:path>
              </a:pathLst>
            </a:custGeom>
            <a:solidFill>
              <a:srgbClr val="C0272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44"/>
            <p:cNvSpPr/>
            <p:nvPr/>
          </p:nvSpPr>
          <p:spPr>
            <a:xfrm>
              <a:off x="1922963" y="5313488"/>
              <a:ext cx="127125" cy="99925"/>
            </a:xfrm>
            <a:custGeom>
              <a:avLst/>
              <a:gdLst/>
              <a:ahLst/>
              <a:cxnLst/>
              <a:rect l="l" t="t" r="r" b="b"/>
              <a:pathLst>
                <a:path w="5085" h="3997" extrusionOk="0">
                  <a:moveTo>
                    <a:pt x="942" y="0"/>
                  </a:moveTo>
                  <a:lnTo>
                    <a:pt x="0" y="1674"/>
                  </a:lnTo>
                  <a:lnTo>
                    <a:pt x="4164" y="3997"/>
                  </a:lnTo>
                  <a:lnTo>
                    <a:pt x="4101" y="2867"/>
                  </a:lnTo>
                  <a:lnTo>
                    <a:pt x="5085" y="2323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44"/>
            <p:cNvSpPr/>
            <p:nvPr/>
          </p:nvSpPr>
          <p:spPr>
            <a:xfrm>
              <a:off x="1923988" y="5319238"/>
              <a:ext cx="65425" cy="125050"/>
            </a:xfrm>
            <a:custGeom>
              <a:avLst/>
              <a:gdLst/>
              <a:ahLst/>
              <a:cxnLst/>
              <a:rect l="l" t="t" r="r" b="b"/>
              <a:pathLst>
                <a:path w="2617" h="5002" extrusionOk="0">
                  <a:moveTo>
                    <a:pt x="1905" y="0"/>
                  </a:moveTo>
                  <a:lnTo>
                    <a:pt x="1" y="293"/>
                  </a:lnTo>
                  <a:lnTo>
                    <a:pt x="712" y="5001"/>
                  </a:lnTo>
                  <a:lnTo>
                    <a:pt x="1570" y="4269"/>
                  </a:lnTo>
                  <a:lnTo>
                    <a:pt x="2616" y="4708"/>
                  </a:lnTo>
                  <a:lnTo>
                    <a:pt x="2616" y="4708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44"/>
            <p:cNvSpPr/>
            <p:nvPr/>
          </p:nvSpPr>
          <p:spPr>
            <a:xfrm>
              <a:off x="1713713" y="4972438"/>
              <a:ext cx="443600" cy="650725"/>
            </a:xfrm>
            <a:custGeom>
              <a:avLst/>
              <a:gdLst/>
              <a:ahLst/>
              <a:cxnLst/>
              <a:rect l="l" t="t" r="r" b="b"/>
              <a:pathLst>
                <a:path w="17744" h="26029" extrusionOk="0">
                  <a:moveTo>
                    <a:pt x="13015" y="0"/>
                  </a:moveTo>
                  <a:lnTo>
                    <a:pt x="1" y="23393"/>
                  </a:lnTo>
                  <a:cubicBezTo>
                    <a:pt x="670" y="25757"/>
                    <a:pt x="4750" y="26029"/>
                    <a:pt x="4750" y="26029"/>
                  </a:cubicBezTo>
                  <a:lnTo>
                    <a:pt x="17744" y="2636"/>
                  </a:lnTo>
                  <a:cubicBezTo>
                    <a:pt x="17200" y="837"/>
                    <a:pt x="13015" y="0"/>
                    <a:pt x="13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44"/>
            <p:cNvSpPr/>
            <p:nvPr/>
          </p:nvSpPr>
          <p:spPr>
            <a:xfrm>
              <a:off x="1772838" y="4997538"/>
              <a:ext cx="384475" cy="625625"/>
            </a:xfrm>
            <a:custGeom>
              <a:avLst/>
              <a:gdLst/>
              <a:ahLst/>
              <a:cxnLst/>
              <a:rect l="l" t="t" r="r" b="b"/>
              <a:pathLst>
                <a:path w="15379" h="25025" extrusionOk="0">
                  <a:moveTo>
                    <a:pt x="13621" y="0"/>
                  </a:moveTo>
                  <a:lnTo>
                    <a:pt x="0" y="24502"/>
                  </a:lnTo>
                  <a:cubicBezTo>
                    <a:pt x="774" y="24774"/>
                    <a:pt x="1569" y="24941"/>
                    <a:pt x="2385" y="25025"/>
                  </a:cubicBezTo>
                  <a:lnTo>
                    <a:pt x="15379" y="1632"/>
                  </a:lnTo>
                  <a:cubicBezTo>
                    <a:pt x="15170" y="963"/>
                    <a:pt x="14458" y="419"/>
                    <a:pt x="136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44"/>
            <p:cNvSpPr/>
            <p:nvPr/>
          </p:nvSpPr>
          <p:spPr>
            <a:xfrm>
              <a:off x="1749724" y="5016760"/>
              <a:ext cx="343675" cy="601575"/>
            </a:xfrm>
            <a:custGeom>
              <a:avLst/>
              <a:gdLst/>
              <a:ahLst/>
              <a:cxnLst/>
              <a:rect l="l" t="t" r="r" b="b"/>
              <a:pathLst>
                <a:path w="13747" h="24063" extrusionOk="0">
                  <a:moveTo>
                    <a:pt x="13349" y="1"/>
                  </a:moveTo>
                  <a:lnTo>
                    <a:pt x="0" y="23958"/>
                  </a:lnTo>
                  <a:cubicBezTo>
                    <a:pt x="439" y="24042"/>
                    <a:pt x="732" y="24063"/>
                    <a:pt x="732" y="24063"/>
                  </a:cubicBezTo>
                  <a:lnTo>
                    <a:pt x="13747" y="670"/>
                  </a:lnTo>
                  <a:cubicBezTo>
                    <a:pt x="13663" y="419"/>
                    <a:pt x="13517" y="189"/>
                    <a:pt x="133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44"/>
            <p:cNvSpPr/>
            <p:nvPr/>
          </p:nvSpPr>
          <p:spPr>
            <a:xfrm>
              <a:off x="1857038" y="5254513"/>
              <a:ext cx="148600" cy="111300"/>
            </a:xfrm>
            <a:custGeom>
              <a:avLst/>
              <a:gdLst/>
              <a:ahLst/>
              <a:cxnLst/>
              <a:rect l="l" t="t" r="r" b="b"/>
              <a:pathLst>
                <a:path w="5944" h="4452" extrusionOk="0">
                  <a:moveTo>
                    <a:pt x="1" y="1814"/>
                  </a:moveTo>
                  <a:cubicBezTo>
                    <a:pt x="1" y="1815"/>
                    <a:pt x="1" y="1815"/>
                    <a:pt x="1" y="1815"/>
                  </a:cubicBezTo>
                  <a:lnTo>
                    <a:pt x="1" y="1814"/>
                  </a:lnTo>
                  <a:close/>
                  <a:moveTo>
                    <a:pt x="1220" y="1"/>
                  </a:moveTo>
                  <a:cubicBezTo>
                    <a:pt x="1006" y="1"/>
                    <a:pt x="963" y="79"/>
                    <a:pt x="963" y="79"/>
                  </a:cubicBezTo>
                  <a:lnTo>
                    <a:pt x="1" y="1814"/>
                  </a:lnTo>
                  <a:lnTo>
                    <a:pt x="1" y="1814"/>
                  </a:lnTo>
                  <a:cubicBezTo>
                    <a:pt x="6" y="1807"/>
                    <a:pt x="52" y="1737"/>
                    <a:pt x="251" y="1737"/>
                  </a:cubicBezTo>
                  <a:cubicBezTo>
                    <a:pt x="554" y="1737"/>
                    <a:pt x="1212" y="1897"/>
                    <a:pt x="2616" y="2673"/>
                  </a:cubicBezTo>
                  <a:cubicBezTo>
                    <a:pt x="4981" y="3991"/>
                    <a:pt x="4729" y="4452"/>
                    <a:pt x="4729" y="4452"/>
                  </a:cubicBezTo>
                  <a:lnTo>
                    <a:pt x="5692" y="2715"/>
                  </a:lnTo>
                  <a:cubicBezTo>
                    <a:pt x="5692" y="2715"/>
                    <a:pt x="5943" y="2255"/>
                    <a:pt x="3579" y="936"/>
                  </a:cubicBezTo>
                  <a:cubicBezTo>
                    <a:pt x="2187" y="160"/>
                    <a:pt x="1527" y="1"/>
                    <a:pt x="12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" name="Google Shape;204;p44"/>
          <p:cNvGrpSpPr/>
          <p:nvPr/>
        </p:nvGrpSpPr>
        <p:grpSpPr>
          <a:xfrm rot="2700000">
            <a:off x="-144321" y="4381582"/>
            <a:ext cx="1052441" cy="866959"/>
            <a:chOff x="4399263" y="2810788"/>
            <a:chExt cx="815013" cy="671375"/>
          </a:xfrm>
        </p:grpSpPr>
        <p:sp>
          <p:nvSpPr>
            <p:cNvPr id="205" name="Google Shape;205;p44"/>
            <p:cNvSpPr/>
            <p:nvPr/>
          </p:nvSpPr>
          <p:spPr>
            <a:xfrm>
              <a:off x="4399275" y="2810788"/>
              <a:ext cx="815000" cy="332350"/>
            </a:xfrm>
            <a:custGeom>
              <a:avLst/>
              <a:gdLst/>
              <a:ahLst/>
              <a:cxnLst/>
              <a:rect l="l" t="t" r="r" b="b"/>
              <a:pathLst>
                <a:path w="32600" h="13294" extrusionOk="0">
                  <a:moveTo>
                    <a:pt x="1877" y="0"/>
                  </a:moveTo>
                  <a:cubicBezTo>
                    <a:pt x="1477" y="0"/>
                    <a:pt x="1106" y="256"/>
                    <a:pt x="984" y="658"/>
                  </a:cubicBezTo>
                  <a:lnTo>
                    <a:pt x="147" y="3609"/>
                  </a:lnTo>
                  <a:cubicBezTo>
                    <a:pt x="0" y="4090"/>
                    <a:pt x="272" y="4592"/>
                    <a:pt x="754" y="4738"/>
                  </a:cubicBezTo>
                  <a:lnTo>
                    <a:pt x="30507" y="13254"/>
                  </a:lnTo>
                  <a:cubicBezTo>
                    <a:pt x="30595" y="13281"/>
                    <a:pt x="30684" y="13294"/>
                    <a:pt x="30772" y="13294"/>
                  </a:cubicBezTo>
                  <a:cubicBezTo>
                    <a:pt x="31160" y="13294"/>
                    <a:pt x="31514" y="13040"/>
                    <a:pt x="31616" y="12648"/>
                  </a:cubicBezTo>
                  <a:lnTo>
                    <a:pt x="32474" y="9697"/>
                  </a:lnTo>
                  <a:cubicBezTo>
                    <a:pt x="32599" y="9216"/>
                    <a:pt x="32327" y="8714"/>
                    <a:pt x="31846" y="8567"/>
                  </a:cubicBezTo>
                  <a:lnTo>
                    <a:pt x="2114" y="31"/>
                  </a:lnTo>
                  <a:cubicBezTo>
                    <a:pt x="2035" y="10"/>
                    <a:pt x="1955" y="0"/>
                    <a:pt x="1877" y="0"/>
                  </a:cubicBezTo>
                  <a:close/>
                </a:path>
              </a:pathLst>
            </a:custGeom>
            <a:solidFill>
              <a:srgbClr val="BFEFE5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44"/>
            <p:cNvSpPr/>
            <p:nvPr/>
          </p:nvSpPr>
          <p:spPr>
            <a:xfrm>
              <a:off x="4399275" y="2851288"/>
              <a:ext cx="805050" cy="291850"/>
            </a:xfrm>
            <a:custGeom>
              <a:avLst/>
              <a:gdLst/>
              <a:ahLst/>
              <a:cxnLst/>
              <a:rect l="l" t="t" r="r" b="b"/>
              <a:pathLst>
                <a:path w="32202" h="11674" extrusionOk="0">
                  <a:moveTo>
                    <a:pt x="712" y="1"/>
                  </a:moveTo>
                  <a:lnTo>
                    <a:pt x="147" y="1989"/>
                  </a:lnTo>
                  <a:cubicBezTo>
                    <a:pt x="0" y="2470"/>
                    <a:pt x="272" y="2972"/>
                    <a:pt x="775" y="3118"/>
                  </a:cubicBezTo>
                  <a:lnTo>
                    <a:pt x="30507" y="11634"/>
                  </a:lnTo>
                  <a:cubicBezTo>
                    <a:pt x="30595" y="11661"/>
                    <a:pt x="30684" y="11674"/>
                    <a:pt x="30772" y="11674"/>
                  </a:cubicBezTo>
                  <a:cubicBezTo>
                    <a:pt x="31160" y="11674"/>
                    <a:pt x="31514" y="11420"/>
                    <a:pt x="31616" y="11028"/>
                  </a:cubicBezTo>
                  <a:lnTo>
                    <a:pt x="32202" y="9040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rgbClr val="BFEFE5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44"/>
            <p:cNvSpPr/>
            <p:nvPr/>
          </p:nvSpPr>
          <p:spPr>
            <a:xfrm>
              <a:off x="4399800" y="2891563"/>
              <a:ext cx="793025" cy="251575"/>
            </a:xfrm>
            <a:custGeom>
              <a:avLst/>
              <a:gdLst/>
              <a:ahLst/>
              <a:cxnLst/>
              <a:rect l="l" t="t" r="r" b="b"/>
              <a:pathLst>
                <a:path w="31721" h="10063" extrusionOk="0">
                  <a:moveTo>
                    <a:pt x="251" y="1"/>
                  </a:moveTo>
                  <a:lnTo>
                    <a:pt x="126" y="378"/>
                  </a:lnTo>
                  <a:cubicBezTo>
                    <a:pt x="0" y="859"/>
                    <a:pt x="272" y="1361"/>
                    <a:pt x="754" y="1507"/>
                  </a:cubicBezTo>
                  <a:lnTo>
                    <a:pt x="30486" y="10023"/>
                  </a:lnTo>
                  <a:cubicBezTo>
                    <a:pt x="30574" y="10050"/>
                    <a:pt x="30663" y="10063"/>
                    <a:pt x="30751" y="10063"/>
                  </a:cubicBezTo>
                  <a:cubicBezTo>
                    <a:pt x="31139" y="10063"/>
                    <a:pt x="31493" y="9809"/>
                    <a:pt x="31595" y="9417"/>
                  </a:cubicBezTo>
                  <a:lnTo>
                    <a:pt x="31721" y="9040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BFEFE5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44"/>
            <p:cNvSpPr/>
            <p:nvPr/>
          </p:nvSpPr>
          <p:spPr>
            <a:xfrm>
              <a:off x="4444250" y="2812588"/>
              <a:ext cx="12600" cy="33500"/>
            </a:xfrm>
            <a:custGeom>
              <a:avLst/>
              <a:gdLst/>
              <a:ahLst/>
              <a:cxnLst/>
              <a:rect l="l" t="t" r="r" b="b"/>
              <a:pathLst>
                <a:path w="504" h="1340" extrusionOk="0">
                  <a:moveTo>
                    <a:pt x="378" y="0"/>
                  </a:moveTo>
                  <a:lnTo>
                    <a:pt x="1" y="1298"/>
                  </a:lnTo>
                  <a:lnTo>
                    <a:pt x="126" y="1340"/>
                  </a:lnTo>
                  <a:lnTo>
                    <a:pt x="503" y="42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44"/>
            <p:cNvSpPr/>
            <p:nvPr/>
          </p:nvSpPr>
          <p:spPr>
            <a:xfrm>
              <a:off x="4459425" y="2815213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44"/>
            <p:cNvSpPr/>
            <p:nvPr/>
          </p:nvSpPr>
          <p:spPr>
            <a:xfrm>
              <a:off x="4470950" y="2818863"/>
              <a:ext cx="7850" cy="16775"/>
            </a:xfrm>
            <a:custGeom>
              <a:avLst/>
              <a:gdLst/>
              <a:ahLst/>
              <a:cxnLst/>
              <a:rect l="l" t="t" r="r" b="b"/>
              <a:pathLst>
                <a:path w="314" h="671" extrusionOk="0">
                  <a:moveTo>
                    <a:pt x="188" y="1"/>
                  </a:moveTo>
                  <a:lnTo>
                    <a:pt x="0" y="649"/>
                  </a:lnTo>
                  <a:lnTo>
                    <a:pt x="126" y="670"/>
                  </a:lnTo>
                  <a:lnTo>
                    <a:pt x="314" y="21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44"/>
            <p:cNvSpPr/>
            <p:nvPr/>
          </p:nvSpPr>
          <p:spPr>
            <a:xfrm>
              <a:off x="4489775" y="28288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44"/>
            <p:cNvSpPr/>
            <p:nvPr/>
          </p:nvSpPr>
          <p:spPr>
            <a:xfrm>
              <a:off x="4506500" y="283768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44"/>
            <p:cNvSpPr/>
            <p:nvPr/>
          </p:nvSpPr>
          <p:spPr>
            <a:xfrm>
              <a:off x="4499700" y="28282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57" y="0"/>
                  </a:moveTo>
                  <a:lnTo>
                    <a:pt x="1" y="1297"/>
                  </a:lnTo>
                  <a:lnTo>
                    <a:pt x="126" y="1339"/>
                  </a:lnTo>
                  <a:lnTo>
                    <a:pt x="503" y="42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44"/>
            <p:cNvSpPr/>
            <p:nvPr/>
          </p:nvSpPr>
          <p:spPr>
            <a:xfrm>
              <a:off x="4514875" y="2831413"/>
              <a:ext cx="8400" cy="17300"/>
            </a:xfrm>
            <a:custGeom>
              <a:avLst/>
              <a:gdLst/>
              <a:ahLst/>
              <a:cxnLst/>
              <a:rect l="l" t="t" r="r" b="b"/>
              <a:pathLst>
                <a:path w="336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44"/>
            <p:cNvSpPr/>
            <p:nvPr/>
          </p:nvSpPr>
          <p:spPr>
            <a:xfrm>
              <a:off x="4503900" y="283036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68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44"/>
            <p:cNvSpPr/>
            <p:nvPr/>
          </p:nvSpPr>
          <p:spPr>
            <a:xfrm>
              <a:off x="4536850" y="2837688"/>
              <a:ext cx="8400" cy="16775"/>
            </a:xfrm>
            <a:custGeom>
              <a:avLst/>
              <a:gdLst/>
              <a:ahLst/>
              <a:cxnLst/>
              <a:rect l="l" t="t" r="r" b="b"/>
              <a:pathLst>
                <a:path w="336" h="671" extrusionOk="0">
                  <a:moveTo>
                    <a:pt x="189" y="1"/>
                  </a:moveTo>
                  <a:lnTo>
                    <a:pt x="0" y="649"/>
                  </a:lnTo>
                  <a:lnTo>
                    <a:pt x="147" y="670"/>
                  </a:lnTo>
                  <a:lnTo>
                    <a:pt x="335" y="22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44"/>
            <p:cNvSpPr/>
            <p:nvPr/>
          </p:nvSpPr>
          <p:spPr>
            <a:xfrm>
              <a:off x="4548350" y="28408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44"/>
            <p:cNvSpPr/>
            <p:nvPr/>
          </p:nvSpPr>
          <p:spPr>
            <a:xfrm>
              <a:off x="4554625" y="2843963"/>
              <a:ext cx="13100" cy="33500"/>
            </a:xfrm>
            <a:custGeom>
              <a:avLst/>
              <a:gdLst/>
              <a:ahLst/>
              <a:cxnLst/>
              <a:rect l="l" t="t" r="r" b="b"/>
              <a:pathLst>
                <a:path w="524" h="1340" extrusionOk="0">
                  <a:moveTo>
                    <a:pt x="377" y="1"/>
                  </a:moveTo>
                  <a:lnTo>
                    <a:pt x="1" y="1298"/>
                  </a:lnTo>
                  <a:lnTo>
                    <a:pt x="147" y="1340"/>
                  </a:lnTo>
                  <a:lnTo>
                    <a:pt x="524" y="4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44"/>
            <p:cNvSpPr/>
            <p:nvPr/>
          </p:nvSpPr>
          <p:spPr>
            <a:xfrm>
              <a:off x="4570850" y="2847638"/>
              <a:ext cx="7875" cy="16750"/>
            </a:xfrm>
            <a:custGeom>
              <a:avLst/>
              <a:gdLst/>
              <a:ahLst/>
              <a:cxnLst/>
              <a:rect l="l" t="t" r="r" b="b"/>
              <a:pathLst>
                <a:path w="315" h="670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70"/>
                  </a:lnTo>
                  <a:lnTo>
                    <a:pt x="314" y="2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44"/>
            <p:cNvSpPr/>
            <p:nvPr/>
          </p:nvSpPr>
          <p:spPr>
            <a:xfrm>
              <a:off x="4581300" y="2850238"/>
              <a:ext cx="8400" cy="17300"/>
            </a:xfrm>
            <a:custGeom>
              <a:avLst/>
              <a:gdLst/>
              <a:ahLst/>
              <a:cxnLst/>
              <a:rect l="l" t="t" r="r" b="b"/>
              <a:pathLst>
                <a:path w="336" h="692" extrusionOk="0">
                  <a:moveTo>
                    <a:pt x="189" y="1"/>
                  </a:moveTo>
                  <a:lnTo>
                    <a:pt x="1" y="650"/>
                  </a:lnTo>
                  <a:lnTo>
                    <a:pt x="147" y="691"/>
                  </a:lnTo>
                  <a:lnTo>
                    <a:pt x="336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44"/>
            <p:cNvSpPr/>
            <p:nvPr/>
          </p:nvSpPr>
          <p:spPr>
            <a:xfrm>
              <a:off x="4600675" y="2860713"/>
              <a:ext cx="7850" cy="17275"/>
            </a:xfrm>
            <a:custGeom>
              <a:avLst/>
              <a:gdLst/>
              <a:ahLst/>
              <a:cxnLst/>
              <a:rect l="l" t="t" r="r" b="b"/>
              <a:pathLst>
                <a:path w="314" h="691" extrusionOk="0">
                  <a:moveTo>
                    <a:pt x="188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44"/>
            <p:cNvSpPr/>
            <p:nvPr/>
          </p:nvSpPr>
          <p:spPr>
            <a:xfrm>
              <a:off x="4603800" y="28565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0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44"/>
            <p:cNvSpPr/>
            <p:nvPr/>
          </p:nvSpPr>
          <p:spPr>
            <a:xfrm>
              <a:off x="4610075" y="2859663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1"/>
                  </a:moveTo>
                  <a:lnTo>
                    <a:pt x="1" y="1298"/>
                  </a:lnTo>
                  <a:lnTo>
                    <a:pt x="126" y="1340"/>
                  </a:lnTo>
                  <a:lnTo>
                    <a:pt x="503" y="42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44"/>
            <p:cNvSpPr/>
            <p:nvPr/>
          </p:nvSpPr>
          <p:spPr>
            <a:xfrm>
              <a:off x="4625775" y="2863338"/>
              <a:ext cx="7875" cy="16750"/>
            </a:xfrm>
            <a:custGeom>
              <a:avLst/>
              <a:gdLst/>
              <a:ahLst/>
              <a:cxnLst/>
              <a:rect l="l" t="t" r="r" b="b"/>
              <a:pathLst>
                <a:path w="315" h="670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70"/>
                  </a:lnTo>
                  <a:lnTo>
                    <a:pt x="314" y="2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44"/>
            <p:cNvSpPr/>
            <p:nvPr/>
          </p:nvSpPr>
          <p:spPr>
            <a:xfrm>
              <a:off x="4649300" y="2877963"/>
              <a:ext cx="8400" cy="17300"/>
            </a:xfrm>
            <a:custGeom>
              <a:avLst/>
              <a:gdLst/>
              <a:ahLst/>
              <a:cxnLst/>
              <a:rect l="l" t="t" r="r" b="b"/>
              <a:pathLst>
                <a:path w="336" h="692" extrusionOk="0">
                  <a:moveTo>
                    <a:pt x="189" y="1"/>
                  </a:moveTo>
                  <a:lnTo>
                    <a:pt x="1" y="650"/>
                  </a:lnTo>
                  <a:lnTo>
                    <a:pt x="147" y="691"/>
                  </a:lnTo>
                  <a:lnTo>
                    <a:pt x="336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44"/>
            <p:cNvSpPr/>
            <p:nvPr/>
          </p:nvSpPr>
          <p:spPr>
            <a:xfrm>
              <a:off x="4647750" y="286908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44"/>
            <p:cNvSpPr/>
            <p:nvPr/>
          </p:nvSpPr>
          <p:spPr>
            <a:xfrm>
              <a:off x="4659250" y="287273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44"/>
            <p:cNvSpPr/>
            <p:nvPr/>
          </p:nvSpPr>
          <p:spPr>
            <a:xfrm>
              <a:off x="4679650" y="2888963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0"/>
                  </a:moveTo>
                  <a:lnTo>
                    <a:pt x="1" y="1298"/>
                  </a:lnTo>
                  <a:lnTo>
                    <a:pt x="126" y="1339"/>
                  </a:lnTo>
                  <a:lnTo>
                    <a:pt x="503" y="4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44"/>
            <p:cNvSpPr/>
            <p:nvPr/>
          </p:nvSpPr>
          <p:spPr>
            <a:xfrm>
              <a:off x="4681225" y="287901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44"/>
            <p:cNvSpPr/>
            <p:nvPr/>
          </p:nvSpPr>
          <p:spPr>
            <a:xfrm>
              <a:off x="4692200" y="2882163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44"/>
            <p:cNvSpPr/>
            <p:nvPr/>
          </p:nvSpPr>
          <p:spPr>
            <a:xfrm>
              <a:off x="4703200" y="2885288"/>
              <a:ext cx="8375" cy="17300"/>
            </a:xfrm>
            <a:custGeom>
              <a:avLst/>
              <a:gdLst/>
              <a:ahLst/>
              <a:cxnLst/>
              <a:rect l="l" t="t" r="r" b="b"/>
              <a:pathLst>
                <a:path w="335" h="692" extrusionOk="0">
                  <a:moveTo>
                    <a:pt x="188" y="1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35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4"/>
            <p:cNvSpPr/>
            <p:nvPr/>
          </p:nvSpPr>
          <p:spPr>
            <a:xfrm>
              <a:off x="4729875" y="29025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4"/>
            <p:cNvSpPr/>
            <p:nvPr/>
          </p:nvSpPr>
          <p:spPr>
            <a:xfrm>
              <a:off x="4720975" y="2891563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1"/>
                  </a:moveTo>
                  <a:lnTo>
                    <a:pt x="1" y="1298"/>
                  </a:lnTo>
                  <a:lnTo>
                    <a:pt x="126" y="1340"/>
                  </a:lnTo>
                  <a:lnTo>
                    <a:pt x="503" y="4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4"/>
            <p:cNvSpPr/>
            <p:nvPr/>
          </p:nvSpPr>
          <p:spPr>
            <a:xfrm>
              <a:off x="4736675" y="28947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4"/>
            <p:cNvSpPr/>
            <p:nvPr/>
          </p:nvSpPr>
          <p:spPr>
            <a:xfrm>
              <a:off x="4747650" y="289783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50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4"/>
            <p:cNvSpPr/>
            <p:nvPr/>
          </p:nvSpPr>
          <p:spPr>
            <a:xfrm>
              <a:off x="4758650" y="2900988"/>
              <a:ext cx="8375" cy="17275"/>
            </a:xfrm>
            <a:custGeom>
              <a:avLst/>
              <a:gdLst/>
              <a:ahLst/>
              <a:cxnLst/>
              <a:rect l="l" t="t" r="r" b="b"/>
              <a:pathLst>
                <a:path w="335" h="691" extrusionOk="0">
                  <a:moveTo>
                    <a:pt x="188" y="1"/>
                  </a:moveTo>
                  <a:lnTo>
                    <a:pt x="0" y="649"/>
                  </a:lnTo>
                  <a:lnTo>
                    <a:pt x="146" y="691"/>
                  </a:lnTo>
                  <a:lnTo>
                    <a:pt x="335" y="42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4"/>
            <p:cNvSpPr/>
            <p:nvPr/>
          </p:nvSpPr>
          <p:spPr>
            <a:xfrm>
              <a:off x="4769625" y="29041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4"/>
            <p:cNvSpPr/>
            <p:nvPr/>
          </p:nvSpPr>
          <p:spPr>
            <a:xfrm>
              <a:off x="4776425" y="2907788"/>
              <a:ext cx="12575" cy="32975"/>
            </a:xfrm>
            <a:custGeom>
              <a:avLst/>
              <a:gdLst/>
              <a:ahLst/>
              <a:cxnLst/>
              <a:rect l="l" t="t" r="r" b="b"/>
              <a:pathLst>
                <a:path w="503" h="1319" extrusionOk="0">
                  <a:moveTo>
                    <a:pt x="377" y="1"/>
                  </a:moveTo>
                  <a:lnTo>
                    <a:pt x="0" y="1298"/>
                  </a:lnTo>
                  <a:lnTo>
                    <a:pt x="126" y="1319"/>
                  </a:lnTo>
                  <a:lnTo>
                    <a:pt x="503" y="21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4"/>
            <p:cNvSpPr/>
            <p:nvPr/>
          </p:nvSpPr>
          <p:spPr>
            <a:xfrm>
              <a:off x="4791600" y="2910413"/>
              <a:ext cx="8375" cy="17275"/>
            </a:xfrm>
            <a:custGeom>
              <a:avLst/>
              <a:gdLst/>
              <a:ahLst/>
              <a:cxnLst/>
              <a:rect l="l" t="t" r="r" b="b"/>
              <a:pathLst>
                <a:path w="33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4"/>
            <p:cNvSpPr/>
            <p:nvPr/>
          </p:nvSpPr>
          <p:spPr>
            <a:xfrm>
              <a:off x="4803100" y="291353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68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4"/>
            <p:cNvSpPr/>
            <p:nvPr/>
          </p:nvSpPr>
          <p:spPr>
            <a:xfrm>
              <a:off x="4814075" y="29172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2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4"/>
            <p:cNvSpPr/>
            <p:nvPr/>
          </p:nvSpPr>
          <p:spPr>
            <a:xfrm>
              <a:off x="4825075" y="291981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4"/>
            <p:cNvSpPr/>
            <p:nvPr/>
          </p:nvSpPr>
          <p:spPr>
            <a:xfrm>
              <a:off x="4831875" y="29234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56" y="0"/>
                  </a:moveTo>
                  <a:lnTo>
                    <a:pt x="0" y="1297"/>
                  </a:lnTo>
                  <a:lnTo>
                    <a:pt x="126" y="1339"/>
                  </a:lnTo>
                  <a:lnTo>
                    <a:pt x="502" y="42"/>
                  </a:lnTo>
                  <a:lnTo>
                    <a:pt x="356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4"/>
            <p:cNvSpPr/>
            <p:nvPr/>
          </p:nvSpPr>
          <p:spPr>
            <a:xfrm>
              <a:off x="4847050" y="2926613"/>
              <a:ext cx="8375" cy="17300"/>
            </a:xfrm>
            <a:custGeom>
              <a:avLst/>
              <a:gdLst/>
              <a:ahLst/>
              <a:cxnLst/>
              <a:rect l="l" t="t" r="r" b="b"/>
              <a:pathLst>
                <a:path w="335" h="692" extrusionOk="0">
                  <a:moveTo>
                    <a:pt x="188" y="1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35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4"/>
            <p:cNvSpPr/>
            <p:nvPr/>
          </p:nvSpPr>
          <p:spPr>
            <a:xfrm>
              <a:off x="4858550" y="29297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4"/>
            <p:cNvSpPr/>
            <p:nvPr/>
          </p:nvSpPr>
          <p:spPr>
            <a:xfrm>
              <a:off x="4844950" y="29287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4"/>
            <p:cNvSpPr/>
            <p:nvPr/>
          </p:nvSpPr>
          <p:spPr>
            <a:xfrm>
              <a:off x="4880525" y="29360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4"/>
            <p:cNvSpPr/>
            <p:nvPr/>
          </p:nvSpPr>
          <p:spPr>
            <a:xfrm>
              <a:off x="4886800" y="2939163"/>
              <a:ext cx="12575" cy="33525"/>
            </a:xfrm>
            <a:custGeom>
              <a:avLst/>
              <a:gdLst/>
              <a:ahLst/>
              <a:cxnLst/>
              <a:rect l="l" t="t" r="r" b="b"/>
              <a:pathLst>
                <a:path w="503" h="1341" extrusionOk="0">
                  <a:moveTo>
                    <a:pt x="377" y="1"/>
                  </a:moveTo>
                  <a:lnTo>
                    <a:pt x="0" y="1298"/>
                  </a:lnTo>
                  <a:lnTo>
                    <a:pt x="126" y="1340"/>
                  </a:lnTo>
                  <a:lnTo>
                    <a:pt x="502" y="4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4"/>
            <p:cNvSpPr/>
            <p:nvPr/>
          </p:nvSpPr>
          <p:spPr>
            <a:xfrm>
              <a:off x="4902500" y="2942838"/>
              <a:ext cx="8375" cy="16750"/>
            </a:xfrm>
            <a:custGeom>
              <a:avLst/>
              <a:gdLst/>
              <a:ahLst/>
              <a:cxnLst/>
              <a:rect l="l" t="t" r="r" b="b"/>
              <a:pathLst>
                <a:path w="335" h="670" extrusionOk="0">
                  <a:moveTo>
                    <a:pt x="188" y="0"/>
                  </a:moveTo>
                  <a:lnTo>
                    <a:pt x="0" y="649"/>
                  </a:lnTo>
                  <a:lnTo>
                    <a:pt x="146" y="670"/>
                  </a:lnTo>
                  <a:lnTo>
                    <a:pt x="335" y="21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4"/>
            <p:cNvSpPr/>
            <p:nvPr/>
          </p:nvSpPr>
          <p:spPr>
            <a:xfrm>
              <a:off x="4929700" y="2960088"/>
              <a:ext cx="8375" cy="17300"/>
            </a:xfrm>
            <a:custGeom>
              <a:avLst/>
              <a:gdLst/>
              <a:ahLst/>
              <a:cxnLst/>
              <a:rect l="l" t="t" r="r" b="b"/>
              <a:pathLst>
                <a:path w="335" h="692" extrusionOk="0">
                  <a:moveTo>
                    <a:pt x="188" y="1"/>
                  </a:moveTo>
                  <a:lnTo>
                    <a:pt x="0" y="650"/>
                  </a:lnTo>
                  <a:lnTo>
                    <a:pt x="146" y="691"/>
                  </a:lnTo>
                  <a:lnTo>
                    <a:pt x="335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4"/>
            <p:cNvSpPr/>
            <p:nvPr/>
          </p:nvSpPr>
          <p:spPr>
            <a:xfrm>
              <a:off x="4924975" y="29491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2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4"/>
            <p:cNvSpPr/>
            <p:nvPr/>
          </p:nvSpPr>
          <p:spPr>
            <a:xfrm>
              <a:off x="4935975" y="2952263"/>
              <a:ext cx="7850" cy="16750"/>
            </a:xfrm>
            <a:custGeom>
              <a:avLst/>
              <a:gdLst/>
              <a:ahLst/>
              <a:cxnLst/>
              <a:rect l="l" t="t" r="r" b="b"/>
              <a:pathLst>
                <a:path w="314" h="670" extrusionOk="0">
                  <a:moveTo>
                    <a:pt x="188" y="0"/>
                  </a:moveTo>
                  <a:lnTo>
                    <a:pt x="0" y="649"/>
                  </a:lnTo>
                  <a:lnTo>
                    <a:pt x="126" y="670"/>
                  </a:lnTo>
                  <a:lnTo>
                    <a:pt x="314" y="21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4"/>
            <p:cNvSpPr/>
            <p:nvPr/>
          </p:nvSpPr>
          <p:spPr>
            <a:xfrm>
              <a:off x="4942775" y="29553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56" y="1"/>
                  </a:moveTo>
                  <a:lnTo>
                    <a:pt x="0" y="1298"/>
                  </a:lnTo>
                  <a:lnTo>
                    <a:pt x="126" y="1340"/>
                  </a:lnTo>
                  <a:lnTo>
                    <a:pt x="502" y="42"/>
                  </a:lnTo>
                  <a:lnTo>
                    <a:pt x="356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4"/>
            <p:cNvSpPr/>
            <p:nvPr/>
          </p:nvSpPr>
          <p:spPr>
            <a:xfrm>
              <a:off x="4957925" y="2958538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6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4"/>
            <p:cNvSpPr/>
            <p:nvPr/>
          </p:nvSpPr>
          <p:spPr>
            <a:xfrm>
              <a:off x="4968925" y="296113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4"/>
            <p:cNvSpPr/>
            <p:nvPr/>
          </p:nvSpPr>
          <p:spPr>
            <a:xfrm>
              <a:off x="4980425" y="29648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4"/>
            <p:cNvSpPr/>
            <p:nvPr/>
          </p:nvSpPr>
          <p:spPr>
            <a:xfrm>
              <a:off x="4991425" y="2967938"/>
              <a:ext cx="7850" cy="17300"/>
            </a:xfrm>
            <a:custGeom>
              <a:avLst/>
              <a:gdLst/>
              <a:ahLst/>
              <a:cxnLst/>
              <a:rect l="l" t="t" r="r" b="b"/>
              <a:pathLst>
                <a:path w="314" h="692" extrusionOk="0">
                  <a:moveTo>
                    <a:pt x="188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4"/>
            <p:cNvSpPr/>
            <p:nvPr/>
          </p:nvSpPr>
          <p:spPr>
            <a:xfrm>
              <a:off x="4997700" y="29710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0"/>
                  </a:moveTo>
                  <a:lnTo>
                    <a:pt x="0" y="1298"/>
                  </a:lnTo>
                  <a:lnTo>
                    <a:pt x="147" y="1339"/>
                  </a:lnTo>
                  <a:lnTo>
                    <a:pt x="502" y="4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4"/>
            <p:cNvSpPr/>
            <p:nvPr/>
          </p:nvSpPr>
          <p:spPr>
            <a:xfrm>
              <a:off x="5013375" y="297421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4"/>
            <p:cNvSpPr/>
            <p:nvPr/>
          </p:nvSpPr>
          <p:spPr>
            <a:xfrm>
              <a:off x="5024375" y="29773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4"/>
            <p:cNvSpPr/>
            <p:nvPr/>
          </p:nvSpPr>
          <p:spPr>
            <a:xfrm>
              <a:off x="5035875" y="298101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4"/>
            <p:cNvSpPr/>
            <p:nvPr/>
          </p:nvSpPr>
          <p:spPr>
            <a:xfrm>
              <a:off x="5046850" y="29836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4"/>
            <p:cNvSpPr/>
            <p:nvPr/>
          </p:nvSpPr>
          <p:spPr>
            <a:xfrm>
              <a:off x="5052625" y="2986763"/>
              <a:ext cx="13100" cy="33525"/>
            </a:xfrm>
            <a:custGeom>
              <a:avLst/>
              <a:gdLst/>
              <a:ahLst/>
              <a:cxnLst/>
              <a:rect l="l" t="t" r="r" b="b"/>
              <a:pathLst>
                <a:path w="524" h="1341" extrusionOk="0">
                  <a:moveTo>
                    <a:pt x="377" y="1"/>
                  </a:moveTo>
                  <a:lnTo>
                    <a:pt x="0" y="1298"/>
                  </a:lnTo>
                  <a:lnTo>
                    <a:pt x="147" y="1340"/>
                  </a:lnTo>
                  <a:lnTo>
                    <a:pt x="523" y="4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4"/>
            <p:cNvSpPr/>
            <p:nvPr/>
          </p:nvSpPr>
          <p:spPr>
            <a:xfrm>
              <a:off x="5068825" y="2990438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4"/>
            <p:cNvSpPr/>
            <p:nvPr/>
          </p:nvSpPr>
          <p:spPr>
            <a:xfrm>
              <a:off x="5079825" y="2993563"/>
              <a:ext cx="7850" cy="16775"/>
            </a:xfrm>
            <a:custGeom>
              <a:avLst/>
              <a:gdLst/>
              <a:ahLst/>
              <a:cxnLst/>
              <a:rect l="l" t="t" r="r" b="b"/>
              <a:pathLst>
                <a:path w="314" h="671" extrusionOk="0">
                  <a:moveTo>
                    <a:pt x="188" y="1"/>
                  </a:moveTo>
                  <a:lnTo>
                    <a:pt x="0" y="650"/>
                  </a:lnTo>
                  <a:lnTo>
                    <a:pt x="126" y="671"/>
                  </a:lnTo>
                  <a:lnTo>
                    <a:pt x="314" y="22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4"/>
            <p:cNvSpPr/>
            <p:nvPr/>
          </p:nvSpPr>
          <p:spPr>
            <a:xfrm>
              <a:off x="5090800" y="299618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4"/>
            <p:cNvSpPr/>
            <p:nvPr/>
          </p:nvSpPr>
          <p:spPr>
            <a:xfrm>
              <a:off x="5102300" y="29998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68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2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4"/>
            <p:cNvSpPr/>
            <p:nvPr/>
          </p:nvSpPr>
          <p:spPr>
            <a:xfrm>
              <a:off x="5108575" y="3002988"/>
              <a:ext cx="12600" cy="32975"/>
            </a:xfrm>
            <a:custGeom>
              <a:avLst/>
              <a:gdLst/>
              <a:ahLst/>
              <a:cxnLst/>
              <a:rect l="l" t="t" r="r" b="b"/>
              <a:pathLst>
                <a:path w="504" h="1319" extrusionOk="0">
                  <a:moveTo>
                    <a:pt x="378" y="1"/>
                  </a:moveTo>
                  <a:lnTo>
                    <a:pt x="1" y="1298"/>
                  </a:lnTo>
                  <a:lnTo>
                    <a:pt x="126" y="1319"/>
                  </a:lnTo>
                  <a:lnTo>
                    <a:pt x="503" y="22"/>
                  </a:lnTo>
                  <a:lnTo>
                    <a:pt x="37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44"/>
            <p:cNvSpPr/>
            <p:nvPr/>
          </p:nvSpPr>
          <p:spPr>
            <a:xfrm>
              <a:off x="5123750" y="3005613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44"/>
            <p:cNvSpPr/>
            <p:nvPr/>
          </p:nvSpPr>
          <p:spPr>
            <a:xfrm>
              <a:off x="5135275" y="3009263"/>
              <a:ext cx="7850" cy="17300"/>
            </a:xfrm>
            <a:custGeom>
              <a:avLst/>
              <a:gdLst/>
              <a:ahLst/>
              <a:cxnLst/>
              <a:rect l="l" t="t" r="r" b="b"/>
              <a:pathLst>
                <a:path w="314" h="692" extrusionOk="0">
                  <a:moveTo>
                    <a:pt x="188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44"/>
            <p:cNvSpPr/>
            <p:nvPr/>
          </p:nvSpPr>
          <p:spPr>
            <a:xfrm>
              <a:off x="5146250" y="30124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44"/>
            <p:cNvSpPr/>
            <p:nvPr/>
          </p:nvSpPr>
          <p:spPr>
            <a:xfrm>
              <a:off x="5157225" y="3015538"/>
              <a:ext cx="7875" cy="16775"/>
            </a:xfrm>
            <a:custGeom>
              <a:avLst/>
              <a:gdLst/>
              <a:ahLst/>
              <a:cxnLst/>
              <a:rect l="l" t="t" r="r" b="b"/>
              <a:pathLst>
                <a:path w="315" h="671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70"/>
                  </a:lnTo>
                  <a:lnTo>
                    <a:pt x="315" y="22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4"/>
            <p:cNvSpPr/>
            <p:nvPr/>
          </p:nvSpPr>
          <p:spPr>
            <a:xfrm>
              <a:off x="5164025" y="30186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0"/>
                  </a:moveTo>
                  <a:lnTo>
                    <a:pt x="1" y="1319"/>
                  </a:lnTo>
                  <a:lnTo>
                    <a:pt x="126" y="1339"/>
                  </a:lnTo>
                  <a:lnTo>
                    <a:pt x="503" y="4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4"/>
            <p:cNvSpPr/>
            <p:nvPr/>
          </p:nvSpPr>
          <p:spPr>
            <a:xfrm>
              <a:off x="5179200" y="3021813"/>
              <a:ext cx="8400" cy="17300"/>
            </a:xfrm>
            <a:custGeom>
              <a:avLst/>
              <a:gdLst/>
              <a:ahLst/>
              <a:cxnLst/>
              <a:rect l="l" t="t" r="r" b="b"/>
              <a:pathLst>
                <a:path w="336" h="692" extrusionOk="0">
                  <a:moveTo>
                    <a:pt x="189" y="1"/>
                  </a:moveTo>
                  <a:lnTo>
                    <a:pt x="1" y="650"/>
                  </a:lnTo>
                  <a:lnTo>
                    <a:pt x="147" y="691"/>
                  </a:lnTo>
                  <a:lnTo>
                    <a:pt x="335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4"/>
            <p:cNvSpPr/>
            <p:nvPr/>
          </p:nvSpPr>
          <p:spPr>
            <a:xfrm>
              <a:off x="5190700" y="30249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4"/>
            <p:cNvSpPr/>
            <p:nvPr/>
          </p:nvSpPr>
          <p:spPr>
            <a:xfrm>
              <a:off x="4514875" y="2959563"/>
              <a:ext cx="613600" cy="522600"/>
            </a:xfrm>
            <a:custGeom>
              <a:avLst/>
              <a:gdLst/>
              <a:ahLst/>
              <a:cxnLst/>
              <a:rect l="l" t="t" r="r" b="b"/>
              <a:pathLst>
                <a:path w="24544" h="20904" extrusionOk="0">
                  <a:moveTo>
                    <a:pt x="16237" y="4709"/>
                  </a:moveTo>
                  <a:lnTo>
                    <a:pt x="5629" y="15338"/>
                  </a:lnTo>
                  <a:lnTo>
                    <a:pt x="3746" y="7826"/>
                  </a:lnTo>
                  <a:lnTo>
                    <a:pt x="16237" y="4709"/>
                  </a:lnTo>
                  <a:close/>
                  <a:moveTo>
                    <a:pt x="24544" y="1"/>
                  </a:moveTo>
                  <a:lnTo>
                    <a:pt x="1" y="6153"/>
                  </a:lnTo>
                  <a:lnTo>
                    <a:pt x="3683" y="20904"/>
                  </a:lnTo>
                  <a:lnTo>
                    <a:pt x="24544" y="1"/>
                  </a:lnTo>
                  <a:close/>
                </a:path>
              </a:pathLst>
            </a:custGeom>
            <a:solidFill>
              <a:srgbClr val="BFEFE5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4"/>
            <p:cNvSpPr/>
            <p:nvPr/>
          </p:nvSpPr>
          <p:spPr>
            <a:xfrm>
              <a:off x="4592300" y="2960088"/>
              <a:ext cx="536175" cy="522075"/>
            </a:xfrm>
            <a:custGeom>
              <a:avLst/>
              <a:gdLst/>
              <a:ahLst/>
              <a:cxnLst/>
              <a:rect l="l" t="t" r="r" b="b"/>
              <a:pathLst>
                <a:path w="21447" h="20883" extrusionOk="0">
                  <a:moveTo>
                    <a:pt x="21447" y="1"/>
                  </a:moveTo>
                  <a:lnTo>
                    <a:pt x="17534" y="963"/>
                  </a:lnTo>
                  <a:lnTo>
                    <a:pt x="0" y="18518"/>
                  </a:lnTo>
                  <a:lnTo>
                    <a:pt x="586" y="20883"/>
                  </a:lnTo>
                  <a:lnTo>
                    <a:pt x="21447" y="1"/>
                  </a:lnTo>
                  <a:close/>
                </a:path>
              </a:pathLst>
            </a:custGeom>
            <a:solidFill>
              <a:srgbClr val="BFEFE5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44"/>
            <p:cNvSpPr/>
            <p:nvPr/>
          </p:nvSpPr>
          <p:spPr>
            <a:xfrm>
              <a:off x="4600150" y="2960088"/>
              <a:ext cx="528325" cy="522075"/>
            </a:xfrm>
            <a:custGeom>
              <a:avLst/>
              <a:gdLst/>
              <a:ahLst/>
              <a:cxnLst/>
              <a:rect l="l" t="t" r="r" b="b"/>
              <a:pathLst>
                <a:path w="21133" h="20883" extrusionOk="0">
                  <a:moveTo>
                    <a:pt x="21133" y="1"/>
                  </a:moveTo>
                  <a:lnTo>
                    <a:pt x="19375" y="440"/>
                  </a:lnTo>
                  <a:lnTo>
                    <a:pt x="0" y="19795"/>
                  </a:lnTo>
                  <a:lnTo>
                    <a:pt x="272" y="20883"/>
                  </a:lnTo>
                  <a:lnTo>
                    <a:pt x="21133" y="1"/>
                  </a:lnTo>
                  <a:close/>
                </a:path>
              </a:pathLst>
            </a:custGeom>
            <a:solidFill>
              <a:srgbClr val="BFEFE5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4"/>
            <p:cNvSpPr/>
            <p:nvPr/>
          </p:nvSpPr>
          <p:spPr>
            <a:xfrm>
              <a:off x="4531100" y="3108663"/>
              <a:ext cx="8375" cy="24075"/>
            </a:xfrm>
            <a:custGeom>
              <a:avLst/>
              <a:gdLst/>
              <a:ahLst/>
              <a:cxnLst/>
              <a:rect l="l" t="t" r="r" b="b"/>
              <a:pathLst>
                <a:path w="335" h="963" extrusionOk="0">
                  <a:moveTo>
                    <a:pt x="105" y="0"/>
                  </a:moveTo>
                  <a:lnTo>
                    <a:pt x="0" y="21"/>
                  </a:lnTo>
                  <a:lnTo>
                    <a:pt x="230" y="963"/>
                  </a:lnTo>
                  <a:lnTo>
                    <a:pt x="335" y="9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4"/>
            <p:cNvSpPr/>
            <p:nvPr/>
          </p:nvSpPr>
          <p:spPr>
            <a:xfrm>
              <a:off x="4541550" y="3106038"/>
              <a:ext cx="5775" cy="12050"/>
            </a:xfrm>
            <a:custGeom>
              <a:avLst/>
              <a:gdLst/>
              <a:ahLst/>
              <a:cxnLst/>
              <a:rect l="l" t="t" r="r" b="b"/>
              <a:pathLst>
                <a:path w="231" h="482" extrusionOk="0">
                  <a:moveTo>
                    <a:pt x="126" y="1"/>
                  </a:moveTo>
                  <a:lnTo>
                    <a:pt x="1" y="21"/>
                  </a:lnTo>
                  <a:lnTo>
                    <a:pt x="126" y="482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4"/>
            <p:cNvSpPr/>
            <p:nvPr/>
          </p:nvSpPr>
          <p:spPr>
            <a:xfrm>
              <a:off x="4551500" y="3103413"/>
              <a:ext cx="5775" cy="12600"/>
            </a:xfrm>
            <a:custGeom>
              <a:avLst/>
              <a:gdLst/>
              <a:ahLst/>
              <a:cxnLst/>
              <a:rect l="l" t="t" r="r" b="b"/>
              <a:pathLst>
                <a:path w="231" h="504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503"/>
                  </a:lnTo>
                  <a:lnTo>
                    <a:pt x="230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4"/>
            <p:cNvSpPr/>
            <p:nvPr/>
          </p:nvSpPr>
          <p:spPr>
            <a:xfrm>
              <a:off x="4561425" y="310081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503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44"/>
            <p:cNvSpPr/>
            <p:nvPr/>
          </p:nvSpPr>
          <p:spPr>
            <a:xfrm>
              <a:off x="4571375" y="30981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503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44"/>
            <p:cNvSpPr/>
            <p:nvPr/>
          </p:nvSpPr>
          <p:spPr>
            <a:xfrm>
              <a:off x="4581825" y="3095588"/>
              <a:ext cx="8925" cy="24075"/>
            </a:xfrm>
            <a:custGeom>
              <a:avLst/>
              <a:gdLst/>
              <a:ahLst/>
              <a:cxnLst/>
              <a:rect l="l" t="t" r="r" b="b"/>
              <a:pathLst>
                <a:path w="357" h="963" extrusionOk="0">
                  <a:moveTo>
                    <a:pt x="126" y="0"/>
                  </a:moveTo>
                  <a:lnTo>
                    <a:pt x="1" y="21"/>
                  </a:lnTo>
                  <a:lnTo>
                    <a:pt x="252" y="963"/>
                  </a:lnTo>
                  <a:lnTo>
                    <a:pt x="357" y="942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44"/>
            <p:cNvSpPr/>
            <p:nvPr/>
          </p:nvSpPr>
          <p:spPr>
            <a:xfrm>
              <a:off x="4592825" y="309296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21"/>
                  </a:lnTo>
                  <a:lnTo>
                    <a:pt x="105" y="503"/>
                  </a:lnTo>
                  <a:lnTo>
                    <a:pt x="230" y="46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44"/>
            <p:cNvSpPr/>
            <p:nvPr/>
          </p:nvSpPr>
          <p:spPr>
            <a:xfrm>
              <a:off x="4602750" y="3090863"/>
              <a:ext cx="5775" cy="12075"/>
            </a:xfrm>
            <a:custGeom>
              <a:avLst/>
              <a:gdLst/>
              <a:ahLst/>
              <a:cxnLst/>
              <a:rect l="l" t="t" r="r" b="b"/>
              <a:pathLst>
                <a:path w="231" h="483" extrusionOk="0">
                  <a:moveTo>
                    <a:pt x="105" y="1"/>
                  </a:moveTo>
                  <a:lnTo>
                    <a:pt x="1" y="22"/>
                  </a:lnTo>
                  <a:lnTo>
                    <a:pt x="105" y="482"/>
                  </a:lnTo>
                  <a:lnTo>
                    <a:pt x="231" y="46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44"/>
            <p:cNvSpPr/>
            <p:nvPr/>
          </p:nvSpPr>
          <p:spPr>
            <a:xfrm>
              <a:off x="4612700" y="30877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42"/>
                  </a:lnTo>
                  <a:lnTo>
                    <a:pt x="105" y="502"/>
                  </a:lnTo>
                  <a:lnTo>
                    <a:pt x="230" y="48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44"/>
            <p:cNvSpPr/>
            <p:nvPr/>
          </p:nvSpPr>
          <p:spPr>
            <a:xfrm>
              <a:off x="4622100" y="3085638"/>
              <a:ext cx="6325" cy="12575"/>
            </a:xfrm>
            <a:custGeom>
              <a:avLst/>
              <a:gdLst/>
              <a:ahLst/>
              <a:cxnLst/>
              <a:rect l="l" t="t" r="r" b="b"/>
              <a:pathLst>
                <a:path w="253" h="503" extrusionOk="0">
                  <a:moveTo>
                    <a:pt x="126" y="1"/>
                  </a:moveTo>
                  <a:lnTo>
                    <a:pt x="1" y="21"/>
                  </a:lnTo>
                  <a:lnTo>
                    <a:pt x="126" y="503"/>
                  </a:lnTo>
                  <a:lnTo>
                    <a:pt x="252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44"/>
            <p:cNvSpPr/>
            <p:nvPr/>
          </p:nvSpPr>
          <p:spPr>
            <a:xfrm>
              <a:off x="4633100" y="3083013"/>
              <a:ext cx="8925" cy="24625"/>
            </a:xfrm>
            <a:custGeom>
              <a:avLst/>
              <a:gdLst/>
              <a:ahLst/>
              <a:cxnLst/>
              <a:rect l="l" t="t" r="r" b="b"/>
              <a:pathLst>
                <a:path w="357" h="985" extrusionOk="0">
                  <a:moveTo>
                    <a:pt x="105" y="1"/>
                  </a:moveTo>
                  <a:lnTo>
                    <a:pt x="0" y="43"/>
                  </a:lnTo>
                  <a:lnTo>
                    <a:pt x="231" y="984"/>
                  </a:lnTo>
                  <a:lnTo>
                    <a:pt x="356" y="942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44"/>
            <p:cNvSpPr/>
            <p:nvPr/>
          </p:nvSpPr>
          <p:spPr>
            <a:xfrm>
              <a:off x="4643550" y="3079888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0"/>
                  </a:moveTo>
                  <a:lnTo>
                    <a:pt x="1" y="42"/>
                  </a:lnTo>
                  <a:lnTo>
                    <a:pt x="126" y="503"/>
                  </a:lnTo>
                  <a:lnTo>
                    <a:pt x="252" y="482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44"/>
            <p:cNvSpPr/>
            <p:nvPr/>
          </p:nvSpPr>
          <p:spPr>
            <a:xfrm>
              <a:off x="4653500" y="3078313"/>
              <a:ext cx="5775" cy="12050"/>
            </a:xfrm>
            <a:custGeom>
              <a:avLst/>
              <a:gdLst/>
              <a:ahLst/>
              <a:cxnLst/>
              <a:rect l="l" t="t" r="r" b="b"/>
              <a:pathLst>
                <a:path w="231" h="482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482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44"/>
            <p:cNvSpPr/>
            <p:nvPr/>
          </p:nvSpPr>
          <p:spPr>
            <a:xfrm>
              <a:off x="4663425" y="3075713"/>
              <a:ext cx="5800" cy="12050"/>
            </a:xfrm>
            <a:custGeom>
              <a:avLst/>
              <a:gdLst/>
              <a:ahLst/>
              <a:cxnLst/>
              <a:rect l="l" t="t" r="r" b="b"/>
              <a:pathLst>
                <a:path w="232" h="482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481"/>
                  </a:lnTo>
                  <a:lnTo>
                    <a:pt x="231" y="460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44"/>
            <p:cNvSpPr/>
            <p:nvPr/>
          </p:nvSpPr>
          <p:spPr>
            <a:xfrm>
              <a:off x="4673375" y="3073088"/>
              <a:ext cx="5775" cy="12050"/>
            </a:xfrm>
            <a:custGeom>
              <a:avLst/>
              <a:gdLst/>
              <a:ahLst/>
              <a:cxnLst/>
              <a:rect l="l" t="t" r="r" b="b"/>
              <a:pathLst>
                <a:path w="231" h="482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482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44"/>
            <p:cNvSpPr/>
            <p:nvPr/>
          </p:nvSpPr>
          <p:spPr>
            <a:xfrm>
              <a:off x="4684350" y="3069938"/>
              <a:ext cx="8400" cy="24100"/>
            </a:xfrm>
            <a:custGeom>
              <a:avLst/>
              <a:gdLst/>
              <a:ahLst/>
              <a:cxnLst/>
              <a:rect l="l" t="t" r="r" b="b"/>
              <a:pathLst>
                <a:path w="336" h="964" extrusionOk="0">
                  <a:moveTo>
                    <a:pt x="105" y="1"/>
                  </a:moveTo>
                  <a:lnTo>
                    <a:pt x="1" y="22"/>
                  </a:lnTo>
                  <a:lnTo>
                    <a:pt x="231" y="963"/>
                  </a:lnTo>
                  <a:lnTo>
                    <a:pt x="336" y="942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44"/>
            <p:cNvSpPr/>
            <p:nvPr/>
          </p:nvSpPr>
          <p:spPr>
            <a:xfrm>
              <a:off x="4694825" y="30673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502"/>
                  </a:lnTo>
                  <a:lnTo>
                    <a:pt x="230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44"/>
            <p:cNvSpPr/>
            <p:nvPr/>
          </p:nvSpPr>
          <p:spPr>
            <a:xfrm>
              <a:off x="4704750" y="3065238"/>
              <a:ext cx="5800" cy="12575"/>
            </a:xfrm>
            <a:custGeom>
              <a:avLst/>
              <a:gdLst/>
              <a:ahLst/>
              <a:cxnLst/>
              <a:rect l="l" t="t" r="r" b="b"/>
              <a:pathLst>
                <a:path w="232" h="503" extrusionOk="0">
                  <a:moveTo>
                    <a:pt x="126" y="1"/>
                  </a:moveTo>
                  <a:lnTo>
                    <a:pt x="1" y="21"/>
                  </a:lnTo>
                  <a:lnTo>
                    <a:pt x="126" y="503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4"/>
            <p:cNvSpPr/>
            <p:nvPr/>
          </p:nvSpPr>
          <p:spPr>
            <a:xfrm>
              <a:off x="4714700" y="3062613"/>
              <a:ext cx="5775" cy="12600"/>
            </a:xfrm>
            <a:custGeom>
              <a:avLst/>
              <a:gdLst/>
              <a:ahLst/>
              <a:cxnLst/>
              <a:rect l="l" t="t" r="r" b="b"/>
              <a:pathLst>
                <a:path w="231" h="504" extrusionOk="0">
                  <a:moveTo>
                    <a:pt x="105" y="1"/>
                  </a:moveTo>
                  <a:lnTo>
                    <a:pt x="0" y="22"/>
                  </a:lnTo>
                  <a:lnTo>
                    <a:pt x="105" y="503"/>
                  </a:lnTo>
                  <a:lnTo>
                    <a:pt x="231" y="46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4"/>
            <p:cNvSpPr/>
            <p:nvPr/>
          </p:nvSpPr>
          <p:spPr>
            <a:xfrm>
              <a:off x="4724625" y="3060013"/>
              <a:ext cx="5800" cy="12575"/>
            </a:xfrm>
            <a:custGeom>
              <a:avLst/>
              <a:gdLst/>
              <a:ahLst/>
              <a:cxnLst/>
              <a:rect l="l" t="t" r="r" b="b"/>
              <a:pathLst>
                <a:path w="232" h="503" extrusionOk="0">
                  <a:moveTo>
                    <a:pt x="106" y="0"/>
                  </a:moveTo>
                  <a:lnTo>
                    <a:pt x="1" y="21"/>
                  </a:lnTo>
                  <a:lnTo>
                    <a:pt x="106" y="502"/>
                  </a:lnTo>
                  <a:lnTo>
                    <a:pt x="231" y="46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4"/>
            <p:cNvSpPr/>
            <p:nvPr/>
          </p:nvSpPr>
          <p:spPr>
            <a:xfrm>
              <a:off x="4735100" y="3057388"/>
              <a:ext cx="8925" cy="24100"/>
            </a:xfrm>
            <a:custGeom>
              <a:avLst/>
              <a:gdLst/>
              <a:ahLst/>
              <a:cxnLst/>
              <a:rect l="l" t="t" r="r" b="b"/>
              <a:pathLst>
                <a:path w="357" h="964" extrusionOk="0">
                  <a:moveTo>
                    <a:pt x="126" y="1"/>
                  </a:moveTo>
                  <a:lnTo>
                    <a:pt x="0" y="22"/>
                  </a:lnTo>
                  <a:lnTo>
                    <a:pt x="231" y="963"/>
                  </a:lnTo>
                  <a:lnTo>
                    <a:pt x="356" y="94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44"/>
            <p:cNvSpPr/>
            <p:nvPr/>
          </p:nvSpPr>
          <p:spPr>
            <a:xfrm>
              <a:off x="4746075" y="30547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1" y="21"/>
                  </a:lnTo>
                  <a:lnTo>
                    <a:pt x="105" y="502"/>
                  </a:lnTo>
                  <a:lnTo>
                    <a:pt x="231" y="460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44"/>
            <p:cNvSpPr/>
            <p:nvPr/>
          </p:nvSpPr>
          <p:spPr>
            <a:xfrm>
              <a:off x="4755500" y="3052688"/>
              <a:ext cx="6300" cy="12050"/>
            </a:xfrm>
            <a:custGeom>
              <a:avLst/>
              <a:gdLst/>
              <a:ahLst/>
              <a:cxnLst/>
              <a:rect l="l" t="t" r="r" b="b"/>
              <a:pathLst>
                <a:path w="252" h="482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482"/>
                  </a:lnTo>
                  <a:lnTo>
                    <a:pt x="252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44"/>
            <p:cNvSpPr/>
            <p:nvPr/>
          </p:nvSpPr>
          <p:spPr>
            <a:xfrm>
              <a:off x="4765450" y="3050063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1"/>
                  </a:moveTo>
                  <a:lnTo>
                    <a:pt x="0" y="43"/>
                  </a:lnTo>
                  <a:lnTo>
                    <a:pt x="126" y="503"/>
                  </a:lnTo>
                  <a:lnTo>
                    <a:pt x="251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44"/>
            <p:cNvSpPr/>
            <p:nvPr/>
          </p:nvSpPr>
          <p:spPr>
            <a:xfrm>
              <a:off x="4775900" y="30469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42"/>
                  </a:lnTo>
                  <a:lnTo>
                    <a:pt x="105" y="502"/>
                  </a:lnTo>
                  <a:lnTo>
                    <a:pt x="231" y="48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44"/>
            <p:cNvSpPr/>
            <p:nvPr/>
          </p:nvSpPr>
          <p:spPr>
            <a:xfrm>
              <a:off x="4786350" y="3044313"/>
              <a:ext cx="8925" cy="24100"/>
            </a:xfrm>
            <a:custGeom>
              <a:avLst/>
              <a:gdLst/>
              <a:ahLst/>
              <a:cxnLst/>
              <a:rect l="l" t="t" r="r" b="b"/>
              <a:pathLst>
                <a:path w="357" h="964" extrusionOk="0">
                  <a:moveTo>
                    <a:pt x="127" y="1"/>
                  </a:moveTo>
                  <a:lnTo>
                    <a:pt x="1" y="22"/>
                  </a:lnTo>
                  <a:lnTo>
                    <a:pt x="231" y="963"/>
                  </a:lnTo>
                  <a:lnTo>
                    <a:pt x="357" y="942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44"/>
            <p:cNvSpPr/>
            <p:nvPr/>
          </p:nvSpPr>
          <p:spPr>
            <a:xfrm>
              <a:off x="4796825" y="3041688"/>
              <a:ext cx="6300" cy="12600"/>
            </a:xfrm>
            <a:custGeom>
              <a:avLst/>
              <a:gdLst/>
              <a:ahLst/>
              <a:cxnLst/>
              <a:rect l="l" t="t" r="r" b="b"/>
              <a:pathLst>
                <a:path w="252" h="504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503"/>
                  </a:lnTo>
                  <a:lnTo>
                    <a:pt x="252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4"/>
            <p:cNvSpPr/>
            <p:nvPr/>
          </p:nvSpPr>
          <p:spPr>
            <a:xfrm>
              <a:off x="4806750" y="3039613"/>
              <a:ext cx="5800" cy="12575"/>
            </a:xfrm>
            <a:custGeom>
              <a:avLst/>
              <a:gdLst/>
              <a:ahLst/>
              <a:cxnLst/>
              <a:rect l="l" t="t" r="r" b="b"/>
              <a:pathLst>
                <a:path w="232" h="503" extrusionOk="0">
                  <a:moveTo>
                    <a:pt x="127" y="0"/>
                  </a:moveTo>
                  <a:lnTo>
                    <a:pt x="1" y="21"/>
                  </a:lnTo>
                  <a:lnTo>
                    <a:pt x="127" y="502"/>
                  </a:lnTo>
                  <a:lnTo>
                    <a:pt x="231" y="461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44"/>
            <p:cNvSpPr/>
            <p:nvPr/>
          </p:nvSpPr>
          <p:spPr>
            <a:xfrm>
              <a:off x="4816700" y="30369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1"/>
                  </a:moveTo>
                  <a:lnTo>
                    <a:pt x="1" y="43"/>
                  </a:lnTo>
                  <a:lnTo>
                    <a:pt x="126" y="503"/>
                  </a:lnTo>
                  <a:lnTo>
                    <a:pt x="231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44"/>
            <p:cNvSpPr/>
            <p:nvPr/>
          </p:nvSpPr>
          <p:spPr>
            <a:xfrm>
              <a:off x="4826650" y="30343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0" y="42"/>
                  </a:lnTo>
                  <a:lnTo>
                    <a:pt x="126" y="502"/>
                  </a:lnTo>
                  <a:lnTo>
                    <a:pt x="230" y="48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4"/>
            <p:cNvSpPr/>
            <p:nvPr/>
          </p:nvSpPr>
          <p:spPr>
            <a:xfrm>
              <a:off x="4837625" y="3031763"/>
              <a:ext cx="8400" cy="24075"/>
            </a:xfrm>
            <a:custGeom>
              <a:avLst/>
              <a:gdLst/>
              <a:ahLst/>
              <a:cxnLst/>
              <a:rect l="l" t="t" r="r" b="b"/>
              <a:pathLst>
                <a:path w="336" h="963" extrusionOk="0">
                  <a:moveTo>
                    <a:pt x="105" y="0"/>
                  </a:moveTo>
                  <a:lnTo>
                    <a:pt x="0" y="21"/>
                  </a:lnTo>
                  <a:lnTo>
                    <a:pt x="231" y="963"/>
                  </a:lnTo>
                  <a:lnTo>
                    <a:pt x="335" y="9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44"/>
            <p:cNvSpPr/>
            <p:nvPr/>
          </p:nvSpPr>
          <p:spPr>
            <a:xfrm>
              <a:off x="4848075" y="3029138"/>
              <a:ext cx="5800" cy="12575"/>
            </a:xfrm>
            <a:custGeom>
              <a:avLst/>
              <a:gdLst/>
              <a:ahLst/>
              <a:cxnLst/>
              <a:rect l="l" t="t" r="r" b="b"/>
              <a:pathLst>
                <a:path w="232" h="503" extrusionOk="0">
                  <a:moveTo>
                    <a:pt x="126" y="1"/>
                  </a:moveTo>
                  <a:lnTo>
                    <a:pt x="1" y="43"/>
                  </a:lnTo>
                  <a:lnTo>
                    <a:pt x="126" y="503"/>
                  </a:lnTo>
                  <a:lnTo>
                    <a:pt x="231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44"/>
            <p:cNvSpPr/>
            <p:nvPr/>
          </p:nvSpPr>
          <p:spPr>
            <a:xfrm>
              <a:off x="4858025" y="30265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502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44"/>
            <p:cNvSpPr/>
            <p:nvPr/>
          </p:nvSpPr>
          <p:spPr>
            <a:xfrm>
              <a:off x="4867975" y="302391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1"/>
                  </a:moveTo>
                  <a:lnTo>
                    <a:pt x="0" y="21"/>
                  </a:lnTo>
                  <a:lnTo>
                    <a:pt x="126" y="503"/>
                  </a:lnTo>
                  <a:lnTo>
                    <a:pt x="230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44"/>
            <p:cNvSpPr/>
            <p:nvPr/>
          </p:nvSpPr>
          <p:spPr>
            <a:xfrm>
              <a:off x="4877900" y="3021813"/>
              <a:ext cx="5775" cy="12600"/>
            </a:xfrm>
            <a:custGeom>
              <a:avLst/>
              <a:gdLst/>
              <a:ahLst/>
              <a:cxnLst/>
              <a:rect l="l" t="t" r="r" b="b"/>
              <a:pathLst>
                <a:path w="231" h="504" extrusionOk="0">
                  <a:moveTo>
                    <a:pt x="105" y="1"/>
                  </a:moveTo>
                  <a:lnTo>
                    <a:pt x="1" y="43"/>
                  </a:lnTo>
                  <a:lnTo>
                    <a:pt x="105" y="503"/>
                  </a:lnTo>
                  <a:lnTo>
                    <a:pt x="231" y="482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44"/>
            <p:cNvSpPr/>
            <p:nvPr/>
          </p:nvSpPr>
          <p:spPr>
            <a:xfrm>
              <a:off x="4888375" y="3019213"/>
              <a:ext cx="8900" cy="24075"/>
            </a:xfrm>
            <a:custGeom>
              <a:avLst/>
              <a:gdLst/>
              <a:ahLst/>
              <a:cxnLst/>
              <a:rect l="l" t="t" r="r" b="b"/>
              <a:pathLst>
                <a:path w="356" h="963" extrusionOk="0">
                  <a:moveTo>
                    <a:pt x="126" y="0"/>
                  </a:moveTo>
                  <a:lnTo>
                    <a:pt x="0" y="21"/>
                  </a:lnTo>
                  <a:lnTo>
                    <a:pt x="230" y="963"/>
                  </a:lnTo>
                  <a:lnTo>
                    <a:pt x="356" y="942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44"/>
            <p:cNvSpPr/>
            <p:nvPr/>
          </p:nvSpPr>
          <p:spPr>
            <a:xfrm>
              <a:off x="4899350" y="30165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1"/>
                  </a:moveTo>
                  <a:lnTo>
                    <a:pt x="0" y="22"/>
                  </a:lnTo>
                  <a:lnTo>
                    <a:pt x="105" y="503"/>
                  </a:lnTo>
                  <a:lnTo>
                    <a:pt x="231" y="46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4"/>
            <p:cNvSpPr/>
            <p:nvPr/>
          </p:nvSpPr>
          <p:spPr>
            <a:xfrm>
              <a:off x="4909300" y="30139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21"/>
                  </a:lnTo>
                  <a:lnTo>
                    <a:pt x="105" y="502"/>
                  </a:lnTo>
                  <a:lnTo>
                    <a:pt x="230" y="48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4"/>
            <p:cNvSpPr/>
            <p:nvPr/>
          </p:nvSpPr>
          <p:spPr>
            <a:xfrm>
              <a:off x="4918700" y="3011888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502"/>
                  </a:lnTo>
                  <a:lnTo>
                    <a:pt x="252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4"/>
            <p:cNvSpPr/>
            <p:nvPr/>
          </p:nvSpPr>
          <p:spPr>
            <a:xfrm>
              <a:off x="4928650" y="3009263"/>
              <a:ext cx="6300" cy="12050"/>
            </a:xfrm>
            <a:custGeom>
              <a:avLst/>
              <a:gdLst/>
              <a:ahLst/>
              <a:cxnLst/>
              <a:rect l="l" t="t" r="r" b="b"/>
              <a:pathLst>
                <a:path w="252" h="482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482"/>
                  </a:lnTo>
                  <a:lnTo>
                    <a:pt x="25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44"/>
            <p:cNvSpPr/>
            <p:nvPr/>
          </p:nvSpPr>
          <p:spPr>
            <a:xfrm>
              <a:off x="4939625" y="3006663"/>
              <a:ext cx="8400" cy="24075"/>
            </a:xfrm>
            <a:custGeom>
              <a:avLst/>
              <a:gdLst/>
              <a:ahLst/>
              <a:cxnLst/>
              <a:rect l="l" t="t" r="r" b="b"/>
              <a:pathLst>
                <a:path w="336" h="963" extrusionOk="0">
                  <a:moveTo>
                    <a:pt x="105" y="0"/>
                  </a:moveTo>
                  <a:lnTo>
                    <a:pt x="1" y="21"/>
                  </a:lnTo>
                  <a:lnTo>
                    <a:pt x="231" y="963"/>
                  </a:lnTo>
                  <a:lnTo>
                    <a:pt x="335" y="9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4"/>
            <p:cNvSpPr/>
            <p:nvPr/>
          </p:nvSpPr>
          <p:spPr>
            <a:xfrm>
              <a:off x="4950100" y="3003513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1"/>
                  </a:moveTo>
                  <a:lnTo>
                    <a:pt x="0" y="21"/>
                  </a:lnTo>
                  <a:lnTo>
                    <a:pt x="126" y="503"/>
                  </a:lnTo>
                  <a:lnTo>
                    <a:pt x="25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4"/>
            <p:cNvSpPr/>
            <p:nvPr/>
          </p:nvSpPr>
          <p:spPr>
            <a:xfrm>
              <a:off x="4960025" y="3001413"/>
              <a:ext cx="5775" cy="12075"/>
            </a:xfrm>
            <a:custGeom>
              <a:avLst/>
              <a:gdLst/>
              <a:ahLst/>
              <a:cxnLst/>
              <a:rect l="l" t="t" r="r" b="b"/>
              <a:pathLst>
                <a:path w="231" h="483" extrusionOk="0">
                  <a:moveTo>
                    <a:pt x="126" y="1"/>
                  </a:moveTo>
                  <a:lnTo>
                    <a:pt x="1" y="22"/>
                  </a:lnTo>
                  <a:lnTo>
                    <a:pt x="126" y="482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4"/>
            <p:cNvSpPr/>
            <p:nvPr/>
          </p:nvSpPr>
          <p:spPr>
            <a:xfrm>
              <a:off x="4969975" y="299881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502"/>
                  </a:lnTo>
                  <a:lnTo>
                    <a:pt x="230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4"/>
            <p:cNvSpPr/>
            <p:nvPr/>
          </p:nvSpPr>
          <p:spPr>
            <a:xfrm>
              <a:off x="4979900" y="29961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1"/>
                  </a:moveTo>
                  <a:lnTo>
                    <a:pt x="1" y="42"/>
                  </a:lnTo>
                  <a:lnTo>
                    <a:pt x="126" y="503"/>
                  </a:lnTo>
                  <a:lnTo>
                    <a:pt x="231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4"/>
            <p:cNvSpPr/>
            <p:nvPr/>
          </p:nvSpPr>
          <p:spPr>
            <a:xfrm>
              <a:off x="4990900" y="2993063"/>
              <a:ext cx="8375" cy="24600"/>
            </a:xfrm>
            <a:custGeom>
              <a:avLst/>
              <a:gdLst/>
              <a:ahLst/>
              <a:cxnLst/>
              <a:rect l="l" t="t" r="r" b="b"/>
              <a:pathLst>
                <a:path w="335" h="984" extrusionOk="0">
                  <a:moveTo>
                    <a:pt x="105" y="0"/>
                  </a:moveTo>
                  <a:lnTo>
                    <a:pt x="0" y="42"/>
                  </a:lnTo>
                  <a:lnTo>
                    <a:pt x="230" y="983"/>
                  </a:lnTo>
                  <a:lnTo>
                    <a:pt x="335" y="9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44"/>
            <p:cNvSpPr/>
            <p:nvPr/>
          </p:nvSpPr>
          <p:spPr>
            <a:xfrm>
              <a:off x="5001350" y="299096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05" y="503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44"/>
            <p:cNvSpPr/>
            <p:nvPr/>
          </p:nvSpPr>
          <p:spPr>
            <a:xfrm>
              <a:off x="5011300" y="2988338"/>
              <a:ext cx="5775" cy="12050"/>
            </a:xfrm>
            <a:custGeom>
              <a:avLst/>
              <a:gdLst/>
              <a:ahLst/>
              <a:cxnLst/>
              <a:rect l="l" t="t" r="r" b="b"/>
              <a:pathLst>
                <a:path w="231" h="482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482"/>
                  </a:lnTo>
                  <a:lnTo>
                    <a:pt x="230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4"/>
            <p:cNvSpPr/>
            <p:nvPr/>
          </p:nvSpPr>
          <p:spPr>
            <a:xfrm>
              <a:off x="5021225" y="29857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502"/>
                  </a:lnTo>
                  <a:lnTo>
                    <a:pt x="231" y="460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4"/>
            <p:cNvSpPr/>
            <p:nvPr/>
          </p:nvSpPr>
          <p:spPr>
            <a:xfrm>
              <a:off x="5031175" y="29836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21"/>
                  </a:lnTo>
                  <a:lnTo>
                    <a:pt x="105" y="503"/>
                  </a:lnTo>
                  <a:lnTo>
                    <a:pt x="230" y="46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4"/>
            <p:cNvSpPr/>
            <p:nvPr/>
          </p:nvSpPr>
          <p:spPr>
            <a:xfrm>
              <a:off x="5041625" y="2981013"/>
              <a:ext cx="8925" cy="24100"/>
            </a:xfrm>
            <a:custGeom>
              <a:avLst/>
              <a:gdLst/>
              <a:ahLst/>
              <a:cxnLst/>
              <a:rect l="l" t="t" r="r" b="b"/>
              <a:pathLst>
                <a:path w="357" h="964" extrusionOk="0">
                  <a:moveTo>
                    <a:pt x="126" y="1"/>
                  </a:moveTo>
                  <a:lnTo>
                    <a:pt x="1" y="22"/>
                  </a:lnTo>
                  <a:lnTo>
                    <a:pt x="231" y="963"/>
                  </a:lnTo>
                  <a:lnTo>
                    <a:pt x="356" y="94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4"/>
            <p:cNvSpPr/>
            <p:nvPr/>
          </p:nvSpPr>
          <p:spPr>
            <a:xfrm>
              <a:off x="5052625" y="29778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42"/>
                  </a:lnTo>
                  <a:lnTo>
                    <a:pt x="105" y="502"/>
                  </a:lnTo>
                  <a:lnTo>
                    <a:pt x="230" y="48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4"/>
            <p:cNvSpPr/>
            <p:nvPr/>
          </p:nvSpPr>
          <p:spPr>
            <a:xfrm>
              <a:off x="5062025" y="2975788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1"/>
                  </a:moveTo>
                  <a:lnTo>
                    <a:pt x="1" y="42"/>
                  </a:lnTo>
                  <a:lnTo>
                    <a:pt x="126" y="503"/>
                  </a:lnTo>
                  <a:lnTo>
                    <a:pt x="252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4"/>
            <p:cNvSpPr/>
            <p:nvPr/>
          </p:nvSpPr>
          <p:spPr>
            <a:xfrm>
              <a:off x="5071975" y="2973163"/>
              <a:ext cx="6300" cy="12600"/>
            </a:xfrm>
            <a:custGeom>
              <a:avLst/>
              <a:gdLst/>
              <a:ahLst/>
              <a:cxnLst/>
              <a:rect l="l" t="t" r="r" b="b"/>
              <a:pathLst>
                <a:path w="252" h="504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503"/>
                  </a:lnTo>
                  <a:lnTo>
                    <a:pt x="25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4"/>
            <p:cNvSpPr/>
            <p:nvPr/>
          </p:nvSpPr>
          <p:spPr>
            <a:xfrm>
              <a:off x="5081900" y="29710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502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4"/>
            <p:cNvSpPr/>
            <p:nvPr/>
          </p:nvSpPr>
          <p:spPr>
            <a:xfrm>
              <a:off x="4399263" y="2810788"/>
              <a:ext cx="815000" cy="332350"/>
            </a:xfrm>
            <a:custGeom>
              <a:avLst/>
              <a:gdLst/>
              <a:ahLst/>
              <a:cxnLst/>
              <a:rect l="l" t="t" r="r" b="b"/>
              <a:pathLst>
                <a:path w="32600" h="13294" extrusionOk="0">
                  <a:moveTo>
                    <a:pt x="1877" y="0"/>
                  </a:moveTo>
                  <a:cubicBezTo>
                    <a:pt x="1477" y="0"/>
                    <a:pt x="1106" y="256"/>
                    <a:pt x="984" y="658"/>
                  </a:cubicBezTo>
                  <a:lnTo>
                    <a:pt x="147" y="3609"/>
                  </a:lnTo>
                  <a:cubicBezTo>
                    <a:pt x="0" y="4090"/>
                    <a:pt x="272" y="4592"/>
                    <a:pt x="754" y="4738"/>
                  </a:cubicBezTo>
                  <a:lnTo>
                    <a:pt x="30507" y="13254"/>
                  </a:lnTo>
                  <a:cubicBezTo>
                    <a:pt x="30595" y="13281"/>
                    <a:pt x="30684" y="13294"/>
                    <a:pt x="30772" y="13294"/>
                  </a:cubicBezTo>
                  <a:cubicBezTo>
                    <a:pt x="31160" y="13294"/>
                    <a:pt x="31514" y="13040"/>
                    <a:pt x="31616" y="12648"/>
                  </a:cubicBezTo>
                  <a:lnTo>
                    <a:pt x="32474" y="9697"/>
                  </a:lnTo>
                  <a:cubicBezTo>
                    <a:pt x="32599" y="9216"/>
                    <a:pt x="32327" y="8714"/>
                    <a:pt x="31846" y="8567"/>
                  </a:cubicBezTo>
                  <a:lnTo>
                    <a:pt x="2114" y="31"/>
                  </a:lnTo>
                  <a:cubicBezTo>
                    <a:pt x="2035" y="10"/>
                    <a:pt x="1955" y="0"/>
                    <a:pt x="18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4"/>
            <p:cNvSpPr/>
            <p:nvPr/>
          </p:nvSpPr>
          <p:spPr>
            <a:xfrm>
              <a:off x="4399263" y="2851288"/>
              <a:ext cx="805050" cy="291850"/>
            </a:xfrm>
            <a:custGeom>
              <a:avLst/>
              <a:gdLst/>
              <a:ahLst/>
              <a:cxnLst/>
              <a:rect l="l" t="t" r="r" b="b"/>
              <a:pathLst>
                <a:path w="32202" h="11674" extrusionOk="0">
                  <a:moveTo>
                    <a:pt x="712" y="1"/>
                  </a:moveTo>
                  <a:lnTo>
                    <a:pt x="147" y="1989"/>
                  </a:lnTo>
                  <a:cubicBezTo>
                    <a:pt x="0" y="2470"/>
                    <a:pt x="272" y="2972"/>
                    <a:pt x="775" y="3118"/>
                  </a:cubicBezTo>
                  <a:lnTo>
                    <a:pt x="30507" y="11634"/>
                  </a:lnTo>
                  <a:cubicBezTo>
                    <a:pt x="30595" y="11661"/>
                    <a:pt x="30684" y="11674"/>
                    <a:pt x="30772" y="11674"/>
                  </a:cubicBezTo>
                  <a:cubicBezTo>
                    <a:pt x="31160" y="11674"/>
                    <a:pt x="31514" y="11420"/>
                    <a:pt x="31616" y="11028"/>
                  </a:cubicBezTo>
                  <a:lnTo>
                    <a:pt x="32202" y="9040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4"/>
            <p:cNvSpPr/>
            <p:nvPr/>
          </p:nvSpPr>
          <p:spPr>
            <a:xfrm>
              <a:off x="4399788" y="2891563"/>
              <a:ext cx="793025" cy="251575"/>
            </a:xfrm>
            <a:custGeom>
              <a:avLst/>
              <a:gdLst/>
              <a:ahLst/>
              <a:cxnLst/>
              <a:rect l="l" t="t" r="r" b="b"/>
              <a:pathLst>
                <a:path w="31721" h="10063" extrusionOk="0">
                  <a:moveTo>
                    <a:pt x="251" y="1"/>
                  </a:moveTo>
                  <a:lnTo>
                    <a:pt x="126" y="378"/>
                  </a:lnTo>
                  <a:cubicBezTo>
                    <a:pt x="0" y="859"/>
                    <a:pt x="272" y="1361"/>
                    <a:pt x="754" y="1507"/>
                  </a:cubicBezTo>
                  <a:lnTo>
                    <a:pt x="30486" y="10023"/>
                  </a:lnTo>
                  <a:cubicBezTo>
                    <a:pt x="30574" y="10050"/>
                    <a:pt x="30663" y="10063"/>
                    <a:pt x="30751" y="10063"/>
                  </a:cubicBezTo>
                  <a:cubicBezTo>
                    <a:pt x="31139" y="10063"/>
                    <a:pt x="31493" y="9809"/>
                    <a:pt x="31595" y="9417"/>
                  </a:cubicBezTo>
                  <a:lnTo>
                    <a:pt x="31721" y="9040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4"/>
            <p:cNvSpPr/>
            <p:nvPr/>
          </p:nvSpPr>
          <p:spPr>
            <a:xfrm>
              <a:off x="4444238" y="2812588"/>
              <a:ext cx="12600" cy="33500"/>
            </a:xfrm>
            <a:custGeom>
              <a:avLst/>
              <a:gdLst/>
              <a:ahLst/>
              <a:cxnLst/>
              <a:rect l="l" t="t" r="r" b="b"/>
              <a:pathLst>
                <a:path w="504" h="1340" extrusionOk="0">
                  <a:moveTo>
                    <a:pt x="378" y="0"/>
                  </a:moveTo>
                  <a:lnTo>
                    <a:pt x="1" y="1298"/>
                  </a:lnTo>
                  <a:lnTo>
                    <a:pt x="126" y="1340"/>
                  </a:lnTo>
                  <a:lnTo>
                    <a:pt x="503" y="42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4"/>
            <p:cNvSpPr/>
            <p:nvPr/>
          </p:nvSpPr>
          <p:spPr>
            <a:xfrm>
              <a:off x="4459413" y="2815213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4"/>
            <p:cNvSpPr/>
            <p:nvPr/>
          </p:nvSpPr>
          <p:spPr>
            <a:xfrm>
              <a:off x="4470938" y="2818863"/>
              <a:ext cx="7850" cy="16775"/>
            </a:xfrm>
            <a:custGeom>
              <a:avLst/>
              <a:gdLst/>
              <a:ahLst/>
              <a:cxnLst/>
              <a:rect l="l" t="t" r="r" b="b"/>
              <a:pathLst>
                <a:path w="314" h="671" extrusionOk="0">
                  <a:moveTo>
                    <a:pt x="188" y="1"/>
                  </a:moveTo>
                  <a:lnTo>
                    <a:pt x="0" y="649"/>
                  </a:lnTo>
                  <a:lnTo>
                    <a:pt x="126" y="670"/>
                  </a:lnTo>
                  <a:lnTo>
                    <a:pt x="314" y="21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4"/>
            <p:cNvSpPr/>
            <p:nvPr/>
          </p:nvSpPr>
          <p:spPr>
            <a:xfrm>
              <a:off x="4489763" y="28288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4"/>
            <p:cNvSpPr/>
            <p:nvPr/>
          </p:nvSpPr>
          <p:spPr>
            <a:xfrm>
              <a:off x="4506488" y="283768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4"/>
            <p:cNvSpPr/>
            <p:nvPr/>
          </p:nvSpPr>
          <p:spPr>
            <a:xfrm>
              <a:off x="4499688" y="28282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57" y="0"/>
                  </a:moveTo>
                  <a:lnTo>
                    <a:pt x="1" y="1297"/>
                  </a:lnTo>
                  <a:lnTo>
                    <a:pt x="126" y="1339"/>
                  </a:lnTo>
                  <a:lnTo>
                    <a:pt x="503" y="42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4"/>
            <p:cNvSpPr/>
            <p:nvPr/>
          </p:nvSpPr>
          <p:spPr>
            <a:xfrm>
              <a:off x="4514863" y="2831413"/>
              <a:ext cx="8400" cy="17300"/>
            </a:xfrm>
            <a:custGeom>
              <a:avLst/>
              <a:gdLst/>
              <a:ahLst/>
              <a:cxnLst/>
              <a:rect l="l" t="t" r="r" b="b"/>
              <a:pathLst>
                <a:path w="336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4"/>
            <p:cNvSpPr/>
            <p:nvPr/>
          </p:nvSpPr>
          <p:spPr>
            <a:xfrm>
              <a:off x="4503888" y="283036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68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4"/>
            <p:cNvSpPr/>
            <p:nvPr/>
          </p:nvSpPr>
          <p:spPr>
            <a:xfrm>
              <a:off x="4536838" y="2837688"/>
              <a:ext cx="8400" cy="16775"/>
            </a:xfrm>
            <a:custGeom>
              <a:avLst/>
              <a:gdLst/>
              <a:ahLst/>
              <a:cxnLst/>
              <a:rect l="l" t="t" r="r" b="b"/>
              <a:pathLst>
                <a:path w="336" h="671" extrusionOk="0">
                  <a:moveTo>
                    <a:pt x="189" y="1"/>
                  </a:moveTo>
                  <a:lnTo>
                    <a:pt x="0" y="649"/>
                  </a:lnTo>
                  <a:lnTo>
                    <a:pt x="147" y="670"/>
                  </a:lnTo>
                  <a:lnTo>
                    <a:pt x="335" y="22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4"/>
            <p:cNvSpPr/>
            <p:nvPr/>
          </p:nvSpPr>
          <p:spPr>
            <a:xfrm>
              <a:off x="4548338" y="28408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4"/>
            <p:cNvSpPr/>
            <p:nvPr/>
          </p:nvSpPr>
          <p:spPr>
            <a:xfrm>
              <a:off x="4554613" y="2843963"/>
              <a:ext cx="13100" cy="33500"/>
            </a:xfrm>
            <a:custGeom>
              <a:avLst/>
              <a:gdLst/>
              <a:ahLst/>
              <a:cxnLst/>
              <a:rect l="l" t="t" r="r" b="b"/>
              <a:pathLst>
                <a:path w="524" h="1340" extrusionOk="0">
                  <a:moveTo>
                    <a:pt x="377" y="1"/>
                  </a:moveTo>
                  <a:lnTo>
                    <a:pt x="1" y="1298"/>
                  </a:lnTo>
                  <a:lnTo>
                    <a:pt x="147" y="1340"/>
                  </a:lnTo>
                  <a:lnTo>
                    <a:pt x="524" y="4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4"/>
            <p:cNvSpPr/>
            <p:nvPr/>
          </p:nvSpPr>
          <p:spPr>
            <a:xfrm>
              <a:off x="4570838" y="2847638"/>
              <a:ext cx="7875" cy="16750"/>
            </a:xfrm>
            <a:custGeom>
              <a:avLst/>
              <a:gdLst/>
              <a:ahLst/>
              <a:cxnLst/>
              <a:rect l="l" t="t" r="r" b="b"/>
              <a:pathLst>
                <a:path w="315" h="670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70"/>
                  </a:lnTo>
                  <a:lnTo>
                    <a:pt x="314" y="2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4"/>
            <p:cNvSpPr/>
            <p:nvPr/>
          </p:nvSpPr>
          <p:spPr>
            <a:xfrm>
              <a:off x="4581288" y="2850238"/>
              <a:ext cx="8400" cy="17300"/>
            </a:xfrm>
            <a:custGeom>
              <a:avLst/>
              <a:gdLst/>
              <a:ahLst/>
              <a:cxnLst/>
              <a:rect l="l" t="t" r="r" b="b"/>
              <a:pathLst>
                <a:path w="336" h="692" extrusionOk="0">
                  <a:moveTo>
                    <a:pt x="189" y="1"/>
                  </a:moveTo>
                  <a:lnTo>
                    <a:pt x="1" y="650"/>
                  </a:lnTo>
                  <a:lnTo>
                    <a:pt x="147" y="691"/>
                  </a:lnTo>
                  <a:lnTo>
                    <a:pt x="336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4"/>
            <p:cNvSpPr/>
            <p:nvPr/>
          </p:nvSpPr>
          <p:spPr>
            <a:xfrm>
              <a:off x="4600663" y="2860713"/>
              <a:ext cx="7850" cy="17275"/>
            </a:xfrm>
            <a:custGeom>
              <a:avLst/>
              <a:gdLst/>
              <a:ahLst/>
              <a:cxnLst/>
              <a:rect l="l" t="t" r="r" b="b"/>
              <a:pathLst>
                <a:path w="314" h="691" extrusionOk="0">
                  <a:moveTo>
                    <a:pt x="188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4"/>
            <p:cNvSpPr/>
            <p:nvPr/>
          </p:nvSpPr>
          <p:spPr>
            <a:xfrm>
              <a:off x="4603788" y="28565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0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4"/>
            <p:cNvSpPr/>
            <p:nvPr/>
          </p:nvSpPr>
          <p:spPr>
            <a:xfrm>
              <a:off x="4610063" y="2859663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1"/>
                  </a:moveTo>
                  <a:lnTo>
                    <a:pt x="1" y="1298"/>
                  </a:lnTo>
                  <a:lnTo>
                    <a:pt x="126" y="1340"/>
                  </a:lnTo>
                  <a:lnTo>
                    <a:pt x="503" y="42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4"/>
            <p:cNvSpPr/>
            <p:nvPr/>
          </p:nvSpPr>
          <p:spPr>
            <a:xfrm>
              <a:off x="4625763" y="2863338"/>
              <a:ext cx="7875" cy="16750"/>
            </a:xfrm>
            <a:custGeom>
              <a:avLst/>
              <a:gdLst/>
              <a:ahLst/>
              <a:cxnLst/>
              <a:rect l="l" t="t" r="r" b="b"/>
              <a:pathLst>
                <a:path w="315" h="670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70"/>
                  </a:lnTo>
                  <a:lnTo>
                    <a:pt x="314" y="2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4"/>
            <p:cNvSpPr/>
            <p:nvPr/>
          </p:nvSpPr>
          <p:spPr>
            <a:xfrm>
              <a:off x="4649288" y="2877963"/>
              <a:ext cx="8400" cy="17300"/>
            </a:xfrm>
            <a:custGeom>
              <a:avLst/>
              <a:gdLst/>
              <a:ahLst/>
              <a:cxnLst/>
              <a:rect l="l" t="t" r="r" b="b"/>
              <a:pathLst>
                <a:path w="336" h="692" extrusionOk="0">
                  <a:moveTo>
                    <a:pt x="189" y="1"/>
                  </a:moveTo>
                  <a:lnTo>
                    <a:pt x="1" y="650"/>
                  </a:lnTo>
                  <a:lnTo>
                    <a:pt x="147" y="691"/>
                  </a:lnTo>
                  <a:lnTo>
                    <a:pt x="336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4"/>
            <p:cNvSpPr/>
            <p:nvPr/>
          </p:nvSpPr>
          <p:spPr>
            <a:xfrm>
              <a:off x="4647738" y="286908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4"/>
            <p:cNvSpPr/>
            <p:nvPr/>
          </p:nvSpPr>
          <p:spPr>
            <a:xfrm>
              <a:off x="4659238" y="287273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4"/>
            <p:cNvSpPr/>
            <p:nvPr/>
          </p:nvSpPr>
          <p:spPr>
            <a:xfrm>
              <a:off x="4679638" y="2888963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0"/>
                  </a:moveTo>
                  <a:lnTo>
                    <a:pt x="1" y="1298"/>
                  </a:lnTo>
                  <a:lnTo>
                    <a:pt x="126" y="1339"/>
                  </a:lnTo>
                  <a:lnTo>
                    <a:pt x="503" y="4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44"/>
            <p:cNvSpPr/>
            <p:nvPr/>
          </p:nvSpPr>
          <p:spPr>
            <a:xfrm>
              <a:off x="4681213" y="287901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4"/>
            <p:cNvSpPr/>
            <p:nvPr/>
          </p:nvSpPr>
          <p:spPr>
            <a:xfrm>
              <a:off x="4692188" y="2882163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4"/>
            <p:cNvSpPr/>
            <p:nvPr/>
          </p:nvSpPr>
          <p:spPr>
            <a:xfrm>
              <a:off x="4703188" y="2885288"/>
              <a:ext cx="8375" cy="17300"/>
            </a:xfrm>
            <a:custGeom>
              <a:avLst/>
              <a:gdLst/>
              <a:ahLst/>
              <a:cxnLst/>
              <a:rect l="l" t="t" r="r" b="b"/>
              <a:pathLst>
                <a:path w="335" h="692" extrusionOk="0">
                  <a:moveTo>
                    <a:pt x="188" y="1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35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4"/>
            <p:cNvSpPr/>
            <p:nvPr/>
          </p:nvSpPr>
          <p:spPr>
            <a:xfrm>
              <a:off x="4729863" y="29025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4"/>
            <p:cNvSpPr/>
            <p:nvPr/>
          </p:nvSpPr>
          <p:spPr>
            <a:xfrm>
              <a:off x="4720963" y="2891563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1"/>
                  </a:moveTo>
                  <a:lnTo>
                    <a:pt x="1" y="1298"/>
                  </a:lnTo>
                  <a:lnTo>
                    <a:pt x="126" y="1340"/>
                  </a:lnTo>
                  <a:lnTo>
                    <a:pt x="503" y="4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4"/>
            <p:cNvSpPr/>
            <p:nvPr/>
          </p:nvSpPr>
          <p:spPr>
            <a:xfrm>
              <a:off x="4736663" y="28947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4"/>
            <p:cNvSpPr/>
            <p:nvPr/>
          </p:nvSpPr>
          <p:spPr>
            <a:xfrm>
              <a:off x="4747638" y="289783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50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4"/>
            <p:cNvSpPr/>
            <p:nvPr/>
          </p:nvSpPr>
          <p:spPr>
            <a:xfrm>
              <a:off x="4758638" y="2900988"/>
              <a:ext cx="8375" cy="17275"/>
            </a:xfrm>
            <a:custGeom>
              <a:avLst/>
              <a:gdLst/>
              <a:ahLst/>
              <a:cxnLst/>
              <a:rect l="l" t="t" r="r" b="b"/>
              <a:pathLst>
                <a:path w="335" h="691" extrusionOk="0">
                  <a:moveTo>
                    <a:pt x="188" y="1"/>
                  </a:moveTo>
                  <a:lnTo>
                    <a:pt x="0" y="649"/>
                  </a:lnTo>
                  <a:lnTo>
                    <a:pt x="146" y="691"/>
                  </a:lnTo>
                  <a:lnTo>
                    <a:pt x="335" y="42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4"/>
            <p:cNvSpPr/>
            <p:nvPr/>
          </p:nvSpPr>
          <p:spPr>
            <a:xfrm>
              <a:off x="4769613" y="29041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4"/>
            <p:cNvSpPr/>
            <p:nvPr/>
          </p:nvSpPr>
          <p:spPr>
            <a:xfrm>
              <a:off x="4776413" y="2907788"/>
              <a:ext cx="12575" cy="32975"/>
            </a:xfrm>
            <a:custGeom>
              <a:avLst/>
              <a:gdLst/>
              <a:ahLst/>
              <a:cxnLst/>
              <a:rect l="l" t="t" r="r" b="b"/>
              <a:pathLst>
                <a:path w="503" h="1319" extrusionOk="0">
                  <a:moveTo>
                    <a:pt x="377" y="1"/>
                  </a:moveTo>
                  <a:lnTo>
                    <a:pt x="0" y="1298"/>
                  </a:lnTo>
                  <a:lnTo>
                    <a:pt x="126" y="1319"/>
                  </a:lnTo>
                  <a:lnTo>
                    <a:pt x="503" y="21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4"/>
            <p:cNvSpPr/>
            <p:nvPr/>
          </p:nvSpPr>
          <p:spPr>
            <a:xfrm>
              <a:off x="4791588" y="2910413"/>
              <a:ext cx="8375" cy="17275"/>
            </a:xfrm>
            <a:custGeom>
              <a:avLst/>
              <a:gdLst/>
              <a:ahLst/>
              <a:cxnLst/>
              <a:rect l="l" t="t" r="r" b="b"/>
              <a:pathLst>
                <a:path w="33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4"/>
            <p:cNvSpPr/>
            <p:nvPr/>
          </p:nvSpPr>
          <p:spPr>
            <a:xfrm>
              <a:off x="4803088" y="291353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68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4"/>
            <p:cNvSpPr/>
            <p:nvPr/>
          </p:nvSpPr>
          <p:spPr>
            <a:xfrm>
              <a:off x="4814063" y="29172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2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4"/>
            <p:cNvSpPr/>
            <p:nvPr/>
          </p:nvSpPr>
          <p:spPr>
            <a:xfrm>
              <a:off x="4825063" y="291981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4"/>
            <p:cNvSpPr/>
            <p:nvPr/>
          </p:nvSpPr>
          <p:spPr>
            <a:xfrm>
              <a:off x="4831863" y="29234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56" y="0"/>
                  </a:moveTo>
                  <a:lnTo>
                    <a:pt x="0" y="1297"/>
                  </a:lnTo>
                  <a:lnTo>
                    <a:pt x="126" y="1339"/>
                  </a:lnTo>
                  <a:lnTo>
                    <a:pt x="502" y="42"/>
                  </a:lnTo>
                  <a:lnTo>
                    <a:pt x="356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4"/>
            <p:cNvSpPr/>
            <p:nvPr/>
          </p:nvSpPr>
          <p:spPr>
            <a:xfrm>
              <a:off x="4847038" y="2926613"/>
              <a:ext cx="8375" cy="17300"/>
            </a:xfrm>
            <a:custGeom>
              <a:avLst/>
              <a:gdLst/>
              <a:ahLst/>
              <a:cxnLst/>
              <a:rect l="l" t="t" r="r" b="b"/>
              <a:pathLst>
                <a:path w="335" h="692" extrusionOk="0">
                  <a:moveTo>
                    <a:pt x="188" y="1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35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4"/>
            <p:cNvSpPr/>
            <p:nvPr/>
          </p:nvSpPr>
          <p:spPr>
            <a:xfrm>
              <a:off x="4858538" y="29297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4"/>
            <p:cNvSpPr/>
            <p:nvPr/>
          </p:nvSpPr>
          <p:spPr>
            <a:xfrm>
              <a:off x="4844938" y="29287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4"/>
            <p:cNvSpPr/>
            <p:nvPr/>
          </p:nvSpPr>
          <p:spPr>
            <a:xfrm>
              <a:off x="4880513" y="29360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4"/>
            <p:cNvSpPr/>
            <p:nvPr/>
          </p:nvSpPr>
          <p:spPr>
            <a:xfrm>
              <a:off x="4886788" y="2939163"/>
              <a:ext cx="12575" cy="33525"/>
            </a:xfrm>
            <a:custGeom>
              <a:avLst/>
              <a:gdLst/>
              <a:ahLst/>
              <a:cxnLst/>
              <a:rect l="l" t="t" r="r" b="b"/>
              <a:pathLst>
                <a:path w="503" h="1341" extrusionOk="0">
                  <a:moveTo>
                    <a:pt x="377" y="1"/>
                  </a:moveTo>
                  <a:lnTo>
                    <a:pt x="0" y="1298"/>
                  </a:lnTo>
                  <a:lnTo>
                    <a:pt x="126" y="1340"/>
                  </a:lnTo>
                  <a:lnTo>
                    <a:pt x="502" y="4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4"/>
            <p:cNvSpPr/>
            <p:nvPr/>
          </p:nvSpPr>
          <p:spPr>
            <a:xfrm>
              <a:off x="4902488" y="2942838"/>
              <a:ext cx="8375" cy="16750"/>
            </a:xfrm>
            <a:custGeom>
              <a:avLst/>
              <a:gdLst/>
              <a:ahLst/>
              <a:cxnLst/>
              <a:rect l="l" t="t" r="r" b="b"/>
              <a:pathLst>
                <a:path w="335" h="670" extrusionOk="0">
                  <a:moveTo>
                    <a:pt x="188" y="0"/>
                  </a:moveTo>
                  <a:lnTo>
                    <a:pt x="0" y="649"/>
                  </a:lnTo>
                  <a:lnTo>
                    <a:pt x="146" y="670"/>
                  </a:lnTo>
                  <a:lnTo>
                    <a:pt x="335" y="21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4"/>
            <p:cNvSpPr/>
            <p:nvPr/>
          </p:nvSpPr>
          <p:spPr>
            <a:xfrm>
              <a:off x="4929688" y="2960088"/>
              <a:ext cx="8375" cy="17300"/>
            </a:xfrm>
            <a:custGeom>
              <a:avLst/>
              <a:gdLst/>
              <a:ahLst/>
              <a:cxnLst/>
              <a:rect l="l" t="t" r="r" b="b"/>
              <a:pathLst>
                <a:path w="335" h="692" extrusionOk="0">
                  <a:moveTo>
                    <a:pt x="188" y="1"/>
                  </a:moveTo>
                  <a:lnTo>
                    <a:pt x="0" y="650"/>
                  </a:lnTo>
                  <a:lnTo>
                    <a:pt x="146" y="691"/>
                  </a:lnTo>
                  <a:lnTo>
                    <a:pt x="335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4"/>
            <p:cNvSpPr/>
            <p:nvPr/>
          </p:nvSpPr>
          <p:spPr>
            <a:xfrm>
              <a:off x="4924963" y="29491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2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4"/>
            <p:cNvSpPr/>
            <p:nvPr/>
          </p:nvSpPr>
          <p:spPr>
            <a:xfrm>
              <a:off x="4935963" y="2952263"/>
              <a:ext cx="7850" cy="16750"/>
            </a:xfrm>
            <a:custGeom>
              <a:avLst/>
              <a:gdLst/>
              <a:ahLst/>
              <a:cxnLst/>
              <a:rect l="l" t="t" r="r" b="b"/>
              <a:pathLst>
                <a:path w="314" h="670" extrusionOk="0">
                  <a:moveTo>
                    <a:pt x="188" y="0"/>
                  </a:moveTo>
                  <a:lnTo>
                    <a:pt x="0" y="649"/>
                  </a:lnTo>
                  <a:lnTo>
                    <a:pt x="126" y="670"/>
                  </a:lnTo>
                  <a:lnTo>
                    <a:pt x="314" y="21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44"/>
            <p:cNvSpPr/>
            <p:nvPr/>
          </p:nvSpPr>
          <p:spPr>
            <a:xfrm>
              <a:off x="4942763" y="29553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56" y="1"/>
                  </a:moveTo>
                  <a:lnTo>
                    <a:pt x="0" y="1298"/>
                  </a:lnTo>
                  <a:lnTo>
                    <a:pt x="126" y="1340"/>
                  </a:lnTo>
                  <a:lnTo>
                    <a:pt x="502" y="42"/>
                  </a:lnTo>
                  <a:lnTo>
                    <a:pt x="356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44"/>
            <p:cNvSpPr/>
            <p:nvPr/>
          </p:nvSpPr>
          <p:spPr>
            <a:xfrm>
              <a:off x="4957913" y="2958538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6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44"/>
            <p:cNvSpPr/>
            <p:nvPr/>
          </p:nvSpPr>
          <p:spPr>
            <a:xfrm>
              <a:off x="4968913" y="296113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4"/>
            <p:cNvSpPr/>
            <p:nvPr/>
          </p:nvSpPr>
          <p:spPr>
            <a:xfrm>
              <a:off x="4980413" y="29648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44"/>
            <p:cNvSpPr/>
            <p:nvPr/>
          </p:nvSpPr>
          <p:spPr>
            <a:xfrm>
              <a:off x="4991413" y="2967938"/>
              <a:ext cx="7850" cy="17300"/>
            </a:xfrm>
            <a:custGeom>
              <a:avLst/>
              <a:gdLst/>
              <a:ahLst/>
              <a:cxnLst/>
              <a:rect l="l" t="t" r="r" b="b"/>
              <a:pathLst>
                <a:path w="314" h="692" extrusionOk="0">
                  <a:moveTo>
                    <a:pt x="188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44"/>
            <p:cNvSpPr/>
            <p:nvPr/>
          </p:nvSpPr>
          <p:spPr>
            <a:xfrm>
              <a:off x="4997688" y="29710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0"/>
                  </a:moveTo>
                  <a:lnTo>
                    <a:pt x="0" y="1298"/>
                  </a:lnTo>
                  <a:lnTo>
                    <a:pt x="147" y="1339"/>
                  </a:lnTo>
                  <a:lnTo>
                    <a:pt x="502" y="4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44"/>
            <p:cNvSpPr/>
            <p:nvPr/>
          </p:nvSpPr>
          <p:spPr>
            <a:xfrm>
              <a:off x="5013363" y="297421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44"/>
            <p:cNvSpPr/>
            <p:nvPr/>
          </p:nvSpPr>
          <p:spPr>
            <a:xfrm>
              <a:off x="5024363" y="29773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44"/>
            <p:cNvSpPr/>
            <p:nvPr/>
          </p:nvSpPr>
          <p:spPr>
            <a:xfrm>
              <a:off x="5035863" y="298101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44"/>
            <p:cNvSpPr/>
            <p:nvPr/>
          </p:nvSpPr>
          <p:spPr>
            <a:xfrm>
              <a:off x="5046838" y="29836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44"/>
            <p:cNvSpPr/>
            <p:nvPr/>
          </p:nvSpPr>
          <p:spPr>
            <a:xfrm>
              <a:off x="5052613" y="2986763"/>
              <a:ext cx="13100" cy="33525"/>
            </a:xfrm>
            <a:custGeom>
              <a:avLst/>
              <a:gdLst/>
              <a:ahLst/>
              <a:cxnLst/>
              <a:rect l="l" t="t" r="r" b="b"/>
              <a:pathLst>
                <a:path w="524" h="1341" extrusionOk="0">
                  <a:moveTo>
                    <a:pt x="377" y="1"/>
                  </a:moveTo>
                  <a:lnTo>
                    <a:pt x="0" y="1298"/>
                  </a:lnTo>
                  <a:lnTo>
                    <a:pt x="147" y="1340"/>
                  </a:lnTo>
                  <a:lnTo>
                    <a:pt x="523" y="4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44"/>
            <p:cNvSpPr/>
            <p:nvPr/>
          </p:nvSpPr>
          <p:spPr>
            <a:xfrm>
              <a:off x="5068813" y="2990438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44"/>
            <p:cNvSpPr/>
            <p:nvPr/>
          </p:nvSpPr>
          <p:spPr>
            <a:xfrm>
              <a:off x="5079813" y="2993563"/>
              <a:ext cx="7850" cy="16775"/>
            </a:xfrm>
            <a:custGeom>
              <a:avLst/>
              <a:gdLst/>
              <a:ahLst/>
              <a:cxnLst/>
              <a:rect l="l" t="t" r="r" b="b"/>
              <a:pathLst>
                <a:path w="314" h="671" extrusionOk="0">
                  <a:moveTo>
                    <a:pt x="188" y="1"/>
                  </a:moveTo>
                  <a:lnTo>
                    <a:pt x="0" y="650"/>
                  </a:lnTo>
                  <a:lnTo>
                    <a:pt x="126" y="671"/>
                  </a:lnTo>
                  <a:lnTo>
                    <a:pt x="314" y="22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44"/>
            <p:cNvSpPr/>
            <p:nvPr/>
          </p:nvSpPr>
          <p:spPr>
            <a:xfrm>
              <a:off x="5090788" y="299618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44"/>
            <p:cNvSpPr/>
            <p:nvPr/>
          </p:nvSpPr>
          <p:spPr>
            <a:xfrm>
              <a:off x="5102288" y="29998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68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2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4"/>
            <p:cNvSpPr/>
            <p:nvPr/>
          </p:nvSpPr>
          <p:spPr>
            <a:xfrm>
              <a:off x="5108563" y="3002988"/>
              <a:ext cx="12600" cy="32975"/>
            </a:xfrm>
            <a:custGeom>
              <a:avLst/>
              <a:gdLst/>
              <a:ahLst/>
              <a:cxnLst/>
              <a:rect l="l" t="t" r="r" b="b"/>
              <a:pathLst>
                <a:path w="504" h="1319" extrusionOk="0">
                  <a:moveTo>
                    <a:pt x="378" y="1"/>
                  </a:moveTo>
                  <a:lnTo>
                    <a:pt x="1" y="1298"/>
                  </a:lnTo>
                  <a:lnTo>
                    <a:pt x="126" y="1319"/>
                  </a:lnTo>
                  <a:lnTo>
                    <a:pt x="503" y="22"/>
                  </a:lnTo>
                  <a:lnTo>
                    <a:pt x="37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4"/>
            <p:cNvSpPr/>
            <p:nvPr/>
          </p:nvSpPr>
          <p:spPr>
            <a:xfrm>
              <a:off x="5123738" y="3005613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4"/>
            <p:cNvSpPr/>
            <p:nvPr/>
          </p:nvSpPr>
          <p:spPr>
            <a:xfrm>
              <a:off x="5135263" y="3009263"/>
              <a:ext cx="7850" cy="17300"/>
            </a:xfrm>
            <a:custGeom>
              <a:avLst/>
              <a:gdLst/>
              <a:ahLst/>
              <a:cxnLst/>
              <a:rect l="l" t="t" r="r" b="b"/>
              <a:pathLst>
                <a:path w="314" h="692" extrusionOk="0">
                  <a:moveTo>
                    <a:pt x="188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44"/>
            <p:cNvSpPr/>
            <p:nvPr/>
          </p:nvSpPr>
          <p:spPr>
            <a:xfrm>
              <a:off x="5146238" y="30124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44"/>
            <p:cNvSpPr/>
            <p:nvPr/>
          </p:nvSpPr>
          <p:spPr>
            <a:xfrm>
              <a:off x="5157213" y="3015538"/>
              <a:ext cx="7875" cy="16775"/>
            </a:xfrm>
            <a:custGeom>
              <a:avLst/>
              <a:gdLst/>
              <a:ahLst/>
              <a:cxnLst/>
              <a:rect l="l" t="t" r="r" b="b"/>
              <a:pathLst>
                <a:path w="315" h="671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70"/>
                  </a:lnTo>
                  <a:lnTo>
                    <a:pt x="315" y="22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4"/>
            <p:cNvSpPr/>
            <p:nvPr/>
          </p:nvSpPr>
          <p:spPr>
            <a:xfrm>
              <a:off x="5164013" y="30186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0"/>
                  </a:moveTo>
                  <a:lnTo>
                    <a:pt x="1" y="1319"/>
                  </a:lnTo>
                  <a:lnTo>
                    <a:pt x="126" y="1339"/>
                  </a:lnTo>
                  <a:lnTo>
                    <a:pt x="503" y="4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44"/>
            <p:cNvSpPr/>
            <p:nvPr/>
          </p:nvSpPr>
          <p:spPr>
            <a:xfrm>
              <a:off x="5179188" y="3021813"/>
              <a:ext cx="8400" cy="17300"/>
            </a:xfrm>
            <a:custGeom>
              <a:avLst/>
              <a:gdLst/>
              <a:ahLst/>
              <a:cxnLst/>
              <a:rect l="l" t="t" r="r" b="b"/>
              <a:pathLst>
                <a:path w="336" h="692" extrusionOk="0">
                  <a:moveTo>
                    <a:pt x="189" y="1"/>
                  </a:moveTo>
                  <a:lnTo>
                    <a:pt x="1" y="650"/>
                  </a:lnTo>
                  <a:lnTo>
                    <a:pt x="147" y="691"/>
                  </a:lnTo>
                  <a:lnTo>
                    <a:pt x="335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44"/>
            <p:cNvSpPr/>
            <p:nvPr/>
          </p:nvSpPr>
          <p:spPr>
            <a:xfrm>
              <a:off x="5190688" y="30249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44"/>
            <p:cNvSpPr/>
            <p:nvPr/>
          </p:nvSpPr>
          <p:spPr>
            <a:xfrm>
              <a:off x="4514863" y="2959563"/>
              <a:ext cx="613600" cy="522600"/>
            </a:xfrm>
            <a:custGeom>
              <a:avLst/>
              <a:gdLst/>
              <a:ahLst/>
              <a:cxnLst/>
              <a:rect l="l" t="t" r="r" b="b"/>
              <a:pathLst>
                <a:path w="24544" h="20904" extrusionOk="0">
                  <a:moveTo>
                    <a:pt x="16237" y="4709"/>
                  </a:moveTo>
                  <a:lnTo>
                    <a:pt x="5629" y="15338"/>
                  </a:lnTo>
                  <a:lnTo>
                    <a:pt x="3746" y="7826"/>
                  </a:lnTo>
                  <a:lnTo>
                    <a:pt x="16237" y="4709"/>
                  </a:lnTo>
                  <a:close/>
                  <a:moveTo>
                    <a:pt x="24544" y="1"/>
                  </a:moveTo>
                  <a:lnTo>
                    <a:pt x="1" y="6153"/>
                  </a:lnTo>
                  <a:lnTo>
                    <a:pt x="3683" y="20904"/>
                  </a:lnTo>
                  <a:lnTo>
                    <a:pt x="245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44"/>
            <p:cNvSpPr/>
            <p:nvPr/>
          </p:nvSpPr>
          <p:spPr>
            <a:xfrm>
              <a:off x="4592288" y="2960088"/>
              <a:ext cx="536175" cy="522075"/>
            </a:xfrm>
            <a:custGeom>
              <a:avLst/>
              <a:gdLst/>
              <a:ahLst/>
              <a:cxnLst/>
              <a:rect l="l" t="t" r="r" b="b"/>
              <a:pathLst>
                <a:path w="21447" h="20883" extrusionOk="0">
                  <a:moveTo>
                    <a:pt x="21447" y="1"/>
                  </a:moveTo>
                  <a:lnTo>
                    <a:pt x="17534" y="963"/>
                  </a:lnTo>
                  <a:lnTo>
                    <a:pt x="0" y="18518"/>
                  </a:lnTo>
                  <a:lnTo>
                    <a:pt x="586" y="20883"/>
                  </a:lnTo>
                  <a:lnTo>
                    <a:pt x="214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44"/>
            <p:cNvSpPr/>
            <p:nvPr/>
          </p:nvSpPr>
          <p:spPr>
            <a:xfrm>
              <a:off x="4600138" y="2960088"/>
              <a:ext cx="528325" cy="522075"/>
            </a:xfrm>
            <a:custGeom>
              <a:avLst/>
              <a:gdLst/>
              <a:ahLst/>
              <a:cxnLst/>
              <a:rect l="l" t="t" r="r" b="b"/>
              <a:pathLst>
                <a:path w="21133" h="20883" extrusionOk="0">
                  <a:moveTo>
                    <a:pt x="21133" y="1"/>
                  </a:moveTo>
                  <a:lnTo>
                    <a:pt x="19375" y="440"/>
                  </a:lnTo>
                  <a:lnTo>
                    <a:pt x="0" y="19795"/>
                  </a:lnTo>
                  <a:lnTo>
                    <a:pt x="272" y="20883"/>
                  </a:lnTo>
                  <a:lnTo>
                    <a:pt x="211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44"/>
            <p:cNvSpPr/>
            <p:nvPr/>
          </p:nvSpPr>
          <p:spPr>
            <a:xfrm>
              <a:off x="4531088" y="3108663"/>
              <a:ext cx="8375" cy="24075"/>
            </a:xfrm>
            <a:custGeom>
              <a:avLst/>
              <a:gdLst/>
              <a:ahLst/>
              <a:cxnLst/>
              <a:rect l="l" t="t" r="r" b="b"/>
              <a:pathLst>
                <a:path w="335" h="963" extrusionOk="0">
                  <a:moveTo>
                    <a:pt x="105" y="0"/>
                  </a:moveTo>
                  <a:lnTo>
                    <a:pt x="0" y="21"/>
                  </a:lnTo>
                  <a:lnTo>
                    <a:pt x="230" y="963"/>
                  </a:lnTo>
                  <a:lnTo>
                    <a:pt x="335" y="9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44"/>
            <p:cNvSpPr/>
            <p:nvPr/>
          </p:nvSpPr>
          <p:spPr>
            <a:xfrm>
              <a:off x="4541538" y="3106038"/>
              <a:ext cx="5775" cy="12050"/>
            </a:xfrm>
            <a:custGeom>
              <a:avLst/>
              <a:gdLst/>
              <a:ahLst/>
              <a:cxnLst/>
              <a:rect l="l" t="t" r="r" b="b"/>
              <a:pathLst>
                <a:path w="231" h="482" extrusionOk="0">
                  <a:moveTo>
                    <a:pt x="126" y="1"/>
                  </a:moveTo>
                  <a:lnTo>
                    <a:pt x="1" y="21"/>
                  </a:lnTo>
                  <a:lnTo>
                    <a:pt x="126" y="482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44"/>
            <p:cNvSpPr/>
            <p:nvPr/>
          </p:nvSpPr>
          <p:spPr>
            <a:xfrm>
              <a:off x="4551488" y="3103413"/>
              <a:ext cx="5775" cy="12600"/>
            </a:xfrm>
            <a:custGeom>
              <a:avLst/>
              <a:gdLst/>
              <a:ahLst/>
              <a:cxnLst/>
              <a:rect l="l" t="t" r="r" b="b"/>
              <a:pathLst>
                <a:path w="231" h="504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503"/>
                  </a:lnTo>
                  <a:lnTo>
                    <a:pt x="230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44"/>
            <p:cNvSpPr/>
            <p:nvPr/>
          </p:nvSpPr>
          <p:spPr>
            <a:xfrm>
              <a:off x="4561413" y="310081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503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4"/>
            <p:cNvSpPr/>
            <p:nvPr/>
          </p:nvSpPr>
          <p:spPr>
            <a:xfrm>
              <a:off x="4571363" y="30981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503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44"/>
            <p:cNvSpPr/>
            <p:nvPr/>
          </p:nvSpPr>
          <p:spPr>
            <a:xfrm>
              <a:off x="4581813" y="3095588"/>
              <a:ext cx="8925" cy="24075"/>
            </a:xfrm>
            <a:custGeom>
              <a:avLst/>
              <a:gdLst/>
              <a:ahLst/>
              <a:cxnLst/>
              <a:rect l="l" t="t" r="r" b="b"/>
              <a:pathLst>
                <a:path w="357" h="963" extrusionOk="0">
                  <a:moveTo>
                    <a:pt x="126" y="0"/>
                  </a:moveTo>
                  <a:lnTo>
                    <a:pt x="1" y="21"/>
                  </a:lnTo>
                  <a:lnTo>
                    <a:pt x="252" y="963"/>
                  </a:lnTo>
                  <a:lnTo>
                    <a:pt x="357" y="942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44"/>
            <p:cNvSpPr/>
            <p:nvPr/>
          </p:nvSpPr>
          <p:spPr>
            <a:xfrm>
              <a:off x="4592813" y="309296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21"/>
                  </a:lnTo>
                  <a:lnTo>
                    <a:pt x="105" y="503"/>
                  </a:lnTo>
                  <a:lnTo>
                    <a:pt x="230" y="46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4"/>
            <p:cNvSpPr/>
            <p:nvPr/>
          </p:nvSpPr>
          <p:spPr>
            <a:xfrm>
              <a:off x="4602738" y="3090863"/>
              <a:ext cx="5775" cy="12075"/>
            </a:xfrm>
            <a:custGeom>
              <a:avLst/>
              <a:gdLst/>
              <a:ahLst/>
              <a:cxnLst/>
              <a:rect l="l" t="t" r="r" b="b"/>
              <a:pathLst>
                <a:path w="231" h="483" extrusionOk="0">
                  <a:moveTo>
                    <a:pt x="105" y="1"/>
                  </a:moveTo>
                  <a:lnTo>
                    <a:pt x="1" y="22"/>
                  </a:lnTo>
                  <a:lnTo>
                    <a:pt x="105" y="482"/>
                  </a:lnTo>
                  <a:lnTo>
                    <a:pt x="231" y="46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4"/>
            <p:cNvSpPr/>
            <p:nvPr/>
          </p:nvSpPr>
          <p:spPr>
            <a:xfrm>
              <a:off x="4612688" y="30877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42"/>
                  </a:lnTo>
                  <a:lnTo>
                    <a:pt x="105" y="502"/>
                  </a:lnTo>
                  <a:lnTo>
                    <a:pt x="230" y="48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4"/>
            <p:cNvSpPr/>
            <p:nvPr/>
          </p:nvSpPr>
          <p:spPr>
            <a:xfrm>
              <a:off x="4622088" y="3085638"/>
              <a:ext cx="6325" cy="12575"/>
            </a:xfrm>
            <a:custGeom>
              <a:avLst/>
              <a:gdLst/>
              <a:ahLst/>
              <a:cxnLst/>
              <a:rect l="l" t="t" r="r" b="b"/>
              <a:pathLst>
                <a:path w="253" h="503" extrusionOk="0">
                  <a:moveTo>
                    <a:pt x="126" y="1"/>
                  </a:moveTo>
                  <a:lnTo>
                    <a:pt x="1" y="21"/>
                  </a:lnTo>
                  <a:lnTo>
                    <a:pt x="126" y="503"/>
                  </a:lnTo>
                  <a:lnTo>
                    <a:pt x="252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4"/>
            <p:cNvSpPr/>
            <p:nvPr/>
          </p:nvSpPr>
          <p:spPr>
            <a:xfrm>
              <a:off x="4633088" y="3083013"/>
              <a:ext cx="8925" cy="24625"/>
            </a:xfrm>
            <a:custGeom>
              <a:avLst/>
              <a:gdLst/>
              <a:ahLst/>
              <a:cxnLst/>
              <a:rect l="l" t="t" r="r" b="b"/>
              <a:pathLst>
                <a:path w="357" h="985" extrusionOk="0">
                  <a:moveTo>
                    <a:pt x="105" y="1"/>
                  </a:moveTo>
                  <a:lnTo>
                    <a:pt x="0" y="43"/>
                  </a:lnTo>
                  <a:lnTo>
                    <a:pt x="231" y="984"/>
                  </a:lnTo>
                  <a:lnTo>
                    <a:pt x="356" y="942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4"/>
            <p:cNvSpPr/>
            <p:nvPr/>
          </p:nvSpPr>
          <p:spPr>
            <a:xfrm>
              <a:off x="4643538" y="3079888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0"/>
                  </a:moveTo>
                  <a:lnTo>
                    <a:pt x="1" y="42"/>
                  </a:lnTo>
                  <a:lnTo>
                    <a:pt x="126" y="503"/>
                  </a:lnTo>
                  <a:lnTo>
                    <a:pt x="252" y="482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4"/>
            <p:cNvSpPr/>
            <p:nvPr/>
          </p:nvSpPr>
          <p:spPr>
            <a:xfrm>
              <a:off x="4653488" y="3078313"/>
              <a:ext cx="5775" cy="12050"/>
            </a:xfrm>
            <a:custGeom>
              <a:avLst/>
              <a:gdLst/>
              <a:ahLst/>
              <a:cxnLst/>
              <a:rect l="l" t="t" r="r" b="b"/>
              <a:pathLst>
                <a:path w="231" h="482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482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4663413" y="3075713"/>
              <a:ext cx="5800" cy="12050"/>
            </a:xfrm>
            <a:custGeom>
              <a:avLst/>
              <a:gdLst/>
              <a:ahLst/>
              <a:cxnLst/>
              <a:rect l="l" t="t" r="r" b="b"/>
              <a:pathLst>
                <a:path w="232" h="482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481"/>
                  </a:lnTo>
                  <a:lnTo>
                    <a:pt x="231" y="460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4673363" y="3073088"/>
              <a:ext cx="5775" cy="12050"/>
            </a:xfrm>
            <a:custGeom>
              <a:avLst/>
              <a:gdLst/>
              <a:ahLst/>
              <a:cxnLst/>
              <a:rect l="l" t="t" r="r" b="b"/>
              <a:pathLst>
                <a:path w="231" h="482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482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4684338" y="3069938"/>
              <a:ext cx="8400" cy="24100"/>
            </a:xfrm>
            <a:custGeom>
              <a:avLst/>
              <a:gdLst/>
              <a:ahLst/>
              <a:cxnLst/>
              <a:rect l="l" t="t" r="r" b="b"/>
              <a:pathLst>
                <a:path w="336" h="964" extrusionOk="0">
                  <a:moveTo>
                    <a:pt x="105" y="1"/>
                  </a:moveTo>
                  <a:lnTo>
                    <a:pt x="1" y="22"/>
                  </a:lnTo>
                  <a:lnTo>
                    <a:pt x="231" y="963"/>
                  </a:lnTo>
                  <a:lnTo>
                    <a:pt x="336" y="942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4694813" y="30673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502"/>
                  </a:lnTo>
                  <a:lnTo>
                    <a:pt x="230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4"/>
            <p:cNvSpPr/>
            <p:nvPr/>
          </p:nvSpPr>
          <p:spPr>
            <a:xfrm>
              <a:off x="4704738" y="3065238"/>
              <a:ext cx="5800" cy="12575"/>
            </a:xfrm>
            <a:custGeom>
              <a:avLst/>
              <a:gdLst/>
              <a:ahLst/>
              <a:cxnLst/>
              <a:rect l="l" t="t" r="r" b="b"/>
              <a:pathLst>
                <a:path w="232" h="503" extrusionOk="0">
                  <a:moveTo>
                    <a:pt x="126" y="1"/>
                  </a:moveTo>
                  <a:lnTo>
                    <a:pt x="1" y="21"/>
                  </a:lnTo>
                  <a:lnTo>
                    <a:pt x="126" y="503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4"/>
            <p:cNvSpPr/>
            <p:nvPr/>
          </p:nvSpPr>
          <p:spPr>
            <a:xfrm>
              <a:off x="4714688" y="3062613"/>
              <a:ext cx="5775" cy="12600"/>
            </a:xfrm>
            <a:custGeom>
              <a:avLst/>
              <a:gdLst/>
              <a:ahLst/>
              <a:cxnLst/>
              <a:rect l="l" t="t" r="r" b="b"/>
              <a:pathLst>
                <a:path w="231" h="504" extrusionOk="0">
                  <a:moveTo>
                    <a:pt x="105" y="1"/>
                  </a:moveTo>
                  <a:lnTo>
                    <a:pt x="0" y="22"/>
                  </a:lnTo>
                  <a:lnTo>
                    <a:pt x="105" y="503"/>
                  </a:lnTo>
                  <a:lnTo>
                    <a:pt x="231" y="46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4"/>
            <p:cNvSpPr/>
            <p:nvPr/>
          </p:nvSpPr>
          <p:spPr>
            <a:xfrm>
              <a:off x="4724613" y="3060013"/>
              <a:ext cx="5800" cy="12575"/>
            </a:xfrm>
            <a:custGeom>
              <a:avLst/>
              <a:gdLst/>
              <a:ahLst/>
              <a:cxnLst/>
              <a:rect l="l" t="t" r="r" b="b"/>
              <a:pathLst>
                <a:path w="232" h="503" extrusionOk="0">
                  <a:moveTo>
                    <a:pt x="106" y="0"/>
                  </a:moveTo>
                  <a:lnTo>
                    <a:pt x="1" y="21"/>
                  </a:lnTo>
                  <a:lnTo>
                    <a:pt x="106" y="502"/>
                  </a:lnTo>
                  <a:lnTo>
                    <a:pt x="231" y="46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4"/>
            <p:cNvSpPr/>
            <p:nvPr/>
          </p:nvSpPr>
          <p:spPr>
            <a:xfrm>
              <a:off x="4735088" y="3057388"/>
              <a:ext cx="8925" cy="24100"/>
            </a:xfrm>
            <a:custGeom>
              <a:avLst/>
              <a:gdLst/>
              <a:ahLst/>
              <a:cxnLst/>
              <a:rect l="l" t="t" r="r" b="b"/>
              <a:pathLst>
                <a:path w="357" h="964" extrusionOk="0">
                  <a:moveTo>
                    <a:pt x="126" y="1"/>
                  </a:moveTo>
                  <a:lnTo>
                    <a:pt x="0" y="22"/>
                  </a:lnTo>
                  <a:lnTo>
                    <a:pt x="231" y="963"/>
                  </a:lnTo>
                  <a:lnTo>
                    <a:pt x="356" y="94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44"/>
            <p:cNvSpPr/>
            <p:nvPr/>
          </p:nvSpPr>
          <p:spPr>
            <a:xfrm>
              <a:off x="4746063" y="30547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1" y="21"/>
                  </a:lnTo>
                  <a:lnTo>
                    <a:pt x="105" y="502"/>
                  </a:lnTo>
                  <a:lnTo>
                    <a:pt x="231" y="460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4"/>
            <p:cNvSpPr/>
            <p:nvPr/>
          </p:nvSpPr>
          <p:spPr>
            <a:xfrm>
              <a:off x="4755488" y="3052688"/>
              <a:ext cx="6300" cy="12050"/>
            </a:xfrm>
            <a:custGeom>
              <a:avLst/>
              <a:gdLst/>
              <a:ahLst/>
              <a:cxnLst/>
              <a:rect l="l" t="t" r="r" b="b"/>
              <a:pathLst>
                <a:path w="252" h="482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482"/>
                  </a:lnTo>
                  <a:lnTo>
                    <a:pt x="252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4"/>
            <p:cNvSpPr/>
            <p:nvPr/>
          </p:nvSpPr>
          <p:spPr>
            <a:xfrm>
              <a:off x="4765438" y="3050063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1"/>
                  </a:moveTo>
                  <a:lnTo>
                    <a:pt x="0" y="43"/>
                  </a:lnTo>
                  <a:lnTo>
                    <a:pt x="126" y="503"/>
                  </a:lnTo>
                  <a:lnTo>
                    <a:pt x="251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4"/>
            <p:cNvSpPr/>
            <p:nvPr/>
          </p:nvSpPr>
          <p:spPr>
            <a:xfrm>
              <a:off x="4775888" y="30469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42"/>
                  </a:lnTo>
                  <a:lnTo>
                    <a:pt x="105" y="502"/>
                  </a:lnTo>
                  <a:lnTo>
                    <a:pt x="231" y="48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44"/>
            <p:cNvSpPr/>
            <p:nvPr/>
          </p:nvSpPr>
          <p:spPr>
            <a:xfrm>
              <a:off x="4786338" y="3044313"/>
              <a:ext cx="8925" cy="24100"/>
            </a:xfrm>
            <a:custGeom>
              <a:avLst/>
              <a:gdLst/>
              <a:ahLst/>
              <a:cxnLst/>
              <a:rect l="l" t="t" r="r" b="b"/>
              <a:pathLst>
                <a:path w="357" h="964" extrusionOk="0">
                  <a:moveTo>
                    <a:pt x="127" y="1"/>
                  </a:moveTo>
                  <a:lnTo>
                    <a:pt x="1" y="22"/>
                  </a:lnTo>
                  <a:lnTo>
                    <a:pt x="231" y="963"/>
                  </a:lnTo>
                  <a:lnTo>
                    <a:pt x="357" y="942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4"/>
            <p:cNvSpPr/>
            <p:nvPr/>
          </p:nvSpPr>
          <p:spPr>
            <a:xfrm>
              <a:off x="4796813" y="3041688"/>
              <a:ext cx="6300" cy="12600"/>
            </a:xfrm>
            <a:custGeom>
              <a:avLst/>
              <a:gdLst/>
              <a:ahLst/>
              <a:cxnLst/>
              <a:rect l="l" t="t" r="r" b="b"/>
              <a:pathLst>
                <a:path w="252" h="504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503"/>
                  </a:lnTo>
                  <a:lnTo>
                    <a:pt x="252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4"/>
            <p:cNvSpPr/>
            <p:nvPr/>
          </p:nvSpPr>
          <p:spPr>
            <a:xfrm>
              <a:off x="4806738" y="3039613"/>
              <a:ext cx="5800" cy="12575"/>
            </a:xfrm>
            <a:custGeom>
              <a:avLst/>
              <a:gdLst/>
              <a:ahLst/>
              <a:cxnLst/>
              <a:rect l="l" t="t" r="r" b="b"/>
              <a:pathLst>
                <a:path w="232" h="503" extrusionOk="0">
                  <a:moveTo>
                    <a:pt x="127" y="0"/>
                  </a:moveTo>
                  <a:lnTo>
                    <a:pt x="1" y="21"/>
                  </a:lnTo>
                  <a:lnTo>
                    <a:pt x="127" y="502"/>
                  </a:lnTo>
                  <a:lnTo>
                    <a:pt x="231" y="461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4"/>
            <p:cNvSpPr/>
            <p:nvPr/>
          </p:nvSpPr>
          <p:spPr>
            <a:xfrm>
              <a:off x="4816688" y="30369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1"/>
                  </a:moveTo>
                  <a:lnTo>
                    <a:pt x="1" y="43"/>
                  </a:lnTo>
                  <a:lnTo>
                    <a:pt x="126" y="503"/>
                  </a:lnTo>
                  <a:lnTo>
                    <a:pt x="231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4"/>
            <p:cNvSpPr/>
            <p:nvPr/>
          </p:nvSpPr>
          <p:spPr>
            <a:xfrm>
              <a:off x="4826638" y="30343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0" y="42"/>
                  </a:lnTo>
                  <a:lnTo>
                    <a:pt x="126" y="502"/>
                  </a:lnTo>
                  <a:lnTo>
                    <a:pt x="230" y="48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4"/>
            <p:cNvSpPr/>
            <p:nvPr/>
          </p:nvSpPr>
          <p:spPr>
            <a:xfrm>
              <a:off x="4837613" y="3031763"/>
              <a:ext cx="8400" cy="24075"/>
            </a:xfrm>
            <a:custGeom>
              <a:avLst/>
              <a:gdLst/>
              <a:ahLst/>
              <a:cxnLst/>
              <a:rect l="l" t="t" r="r" b="b"/>
              <a:pathLst>
                <a:path w="336" h="963" extrusionOk="0">
                  <a:moveTo>
                    <a:pt x="105" y="0"/>
                  </a:moveTo>
                  <a:lnTo>
                    <a:pt x="0" y="21"/>
                  </a:lnTo>
                  <a:lnTo>
                    <a:pt x="231" y="963"/>
                  </a:lnTo>
                  <a:lnTo>
                    <a:pt x="335" y="9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4"/>
            <p:cNvSpPr/>
            <p:nvPr/>
          </p:nvSpPr>
          <p:spPr>
            <a:xfrm>
              <a:off x="4848063" y="3029138"/>
              <a:ext cx="5800" cy="12575"/>
            </a:xfrm>
            <a:custGeom>
              <a:avLst/>
              <a:gdLst/>
              <a:ahLst/>
              <a:cxnLst/>
              <a:rect l="l" t="t" r="r" b="b"/>
              <a:pathLst>
                <a:path w="232" h="503" extrusionOk="0">
                  <a:moveTo>
                    <a:pt x="126" y="1"/>
                  </a:moveTo>
                  <a:lnTo>
                    <a:pt x="1" y="43"/>
                  </a:lnTo>
                  <a:lnTo>
                    <a:pt x="126" y="503"/>
                  </a:lnTo>
                  <a:lnTo>
                    <a:pt x="231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4"/>
            <p:cNvSpPr/>
            <p:nvPr/>
          </p:nvSpPr>
          <p:spPr>
            <a:xfrm>
              <a:off x="4858013" y="30265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502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4"/>
            <p:cNvSpPr/>
            <p:nvPr/>
          </p:nvSpPr>
          <p:spPr>
            <a:xfrm>
              <a:off x="4867963" y="302391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1"/>
                  </a:moveTo>
                  <a:lnTo>
                    <a:pt x="0" y="21"/>
                  </a:lnTo>
                  <a:lnTo>
                    <a:pt x="126" y="503"/>
                  </a:lnTo>
                  <a:lnTo>
                    <a:pt x="230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4"/>
            <p:cNvSpPr/>
            <p:nvPr/>
          </p:nvSpPr>
          <p:spPr>
            <a:xfrm>
              <a:off x="4877888" y="3021813"/>
              <a:ext cx="5775" cy="12600"/>
            </a:xfrm>
            <a:custGeom>
              <a:avLst/>
              <a:gdLst/>
              <a:ahLst/>
              <a:cxnLst/>
              <a:rect l="l" t="t" r="r" b="b"/>
              <a:pathLst>
                <a:path w="231" h="504" extrusionOk="0">
                  <a:moveTo>
                    <a:pt x="105" y="1"/>
                  </a:moveTo>
                  <a:lnTo>
                    <a:pt x="1" y="43"/>
                  </a:lnTo>
                  <a:lnTo>
                    <a:pt x="105" y="503"/>
                  </a:lnTo>
                  <a:lnTo>
                    <a:pt x="231" y="482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4"/>
            <p:cNvSpPr/>
            <p:nvPr/>
          </p:nvSpPr>
          <p:spPr>
            <a:xfrm>
              <a:off x="4888363" y="3019213"/>
              <a:ext cx="8900" cy="24075"/>
            </a:xfrm>
            <a:custGeom>
              <a:avLst/>
              <a:gdLst/>
              <a:ahLst/>
              <a:cxnLst/>
              <a:rect l="l" t="t" r="r" b="b"/>
              <a:pathLst>
                <a:path w="356" h="963" extrusionOk="0">
                  <a:moveTo>
                    <a:pt x="126" y="0"/>
                  </a:moveTo>
                  <a:lnTo>
                    <a:pt x="0" y="21"/>
                  </a:lnTo>
                  <a:lnTo>
                    <a:pt x="230" y="963"/>
                  </a:lnTo>
                  <a:lnTo>
                    <a:pt x="356" y="942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4"/>
            <p:cNvSpPr/>
            <p:nvPr/>
          </p:nvSpPr>
          <p:spPr>
            <a:xfrm>
              <a:off x="4899338" y="30165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1"/>
                  </a:moveTo>
                  <a:lnTo>
                    <a:pt x="0" y="22"/>
                  </a:lnTo>
                  <a:lnTo>
                    <a:pt x="105" y="503"/>
                  </a:lnTo>
                  <a:lnTo>
                    <a:pt x="231" y="46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4"/>
            <p:cNvSpPr/>
            <p:nvPr/>
          </p:nvSpPr>
          <p:spPr>
            <a:xfrm>
              <a:off x="4909288" y="30139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21"/>
                  </a:lnTo>
                  <a:lnTo>
                    <a:pt x="105" y="502"/>
                  </a:lnTo>
                  <a:lnTo>
                    <a:pt x="230" y="48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4"/>
            <p:cNvSpPr/>
            <p:nvPr/>
          </p:nvSpPr>
          <p:spPr>
            <a:xfrm>
              <a:off x="4918688" y="3011888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502"/>
                  </a:lnTo>
                  <a:lnTo>
                    <a:pt x="252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4"/>
            <p:cNvSpPr/>
            <p:nvPr/>
          </p:nvSpPr>
          <p:spPr>
            <a:xfrm>
              <a:off x="4928638" y="3009263"/>
              <a:ext cx="6300" cy="12050"/>
            </a:xfrm>
            <a:custGeom>
              <a:avLst/>
              <a:gdLst/>
              <a:ahLst/>
              <a:cxnLst/>
              <a:rect l="l" t="t" r="r" b="b"/>
              <a:pathLst>
                <a:path w="252" h="482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482"/>
                  </a:lnTo>
                  <a:lnTo>
                    <a:pt x="25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4"/>
            <p:cNvSpPr/>
            <p:nvPr/>
          </p:nvSpPr>
          <p:spPr>
            <a:xfrm>
              <a:off x="4939613" y="3006663"/>
              <a:ext cx="8400" cy="24075"/>
            </a:xfrm>
            <a:custGeom>
              <a:avLst/>
              <a:gdLst/>
              <a:ahLst/>
              <a:cxnLst/>
              <a:rect l="l" t="t" r="r" b="b"/>
              <a:pathLst>
                <a:path w="336" h="963" extrusionOk="0">
                  <a:moveTo>
                    <a:pt x="105" y="0"/>
                  </a:moveTo>
                  <a:lnTo>
                    <a:pt x="1" y="21"/>
                  </a:lnTo>
                  <a:lnTo>
                    <a:pt x="231" y="963"/>
                  </a:lnTo>
                  <a:lnTo>
                    <a:pt x="335" y="9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4"/>
            <p:cNvSpPr/>
            <p:nvPr/>
          </p:nvSpPr>
          <p:spPr>
            <a:xfrm>
              <a:off x="4950088" y="3003513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1"/>
                  </a:moveTo>
                  <a:lnTo>
                    <a:pt x="0" y="21"/>
                  </a:lnTo>
                  <a:lnTo>
                    <a:pt x="126" y="503"/>
                  </a:lnTo>
                  <a:lnTo>
                    <a:pt x="25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4"/>
            <p:cNvSpPr/>
            <p:nvPr/>
          </p:nvSpPr>
          <p:spPr>
            <a:xfrm>
              <a:off x="4960013" y="3001413"/>
              <a:ext cx="5775" cy="12075"/>
            </a:xfrm>
            <a:custGeom>
              <a:avLst/>
              <a:gdLst/>
              <a:ahLst/>
              <a:cxnLst/>
              <a:rect l="l" t="t" r="r" b="b"/>
              <a:pathLst>
                <a:path w="231" h="483" extrusionOk="0">
                  <a:moveTo>
                    <a:pt x="126" y="1"/>
                  </a:moveTo>
                  <a:lnTo>
                    <a:pt x="1" y="22"/>
                  </a:lnTo>
                  <a:lnTo>
                    <a:pt x="126" y="482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4"/>
            <p:cNvSpPr/>
            <p:nvPr/>
          </p:nvSpPr>
          <p:spPr>
            <a:xfrm>
              <a:off x="4969963" y="299881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502"/>
                  </a:lnTo>
                  <a:lnTo>
                    <a:pt x="230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4"/>
            <p:cNvSpPr/>
            <p:nvPr/>
          </p:nvSpPr>
          <p:spPr>
            <a:xfrm>
              <a:off x="4979888" y="29961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1"/>
                  </a:moveTo>
                  <a:lnTo>
                    <a:pt x="1" y="42"/>
                  </a:lnTo>
                  <a:lnTo>
                    <a:pt x="126" y="503"/>
                  </a:lnTo>
                  <a:lnTo>
                    <a:pt x="231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44"/>
            <p:cNvSpPr/>
            <p:nvPr/>
          </p:nvSpPr>
          <p:spPr>
            <a:xfrm>
              <a:off x="4990888" y="2993063"/>
              <a:ext cx="8375" cy="24600"/>
            </a:xfrm>
            <a:custGeom>
              <a:avLst/>
              <a:gdLst/>
              <a:ahLst/>
              <a:cxnLst/>
              <a:rect l="l" t="t" r="r" b="b"/>
              <a:pathLst>
                <a:path w="335" h="984" extrusionOk="0">
                  <a:moveTo>
                    <a:pt x="105" y="0"/>
                  </a:moveTo>
                  <a:lnTo>
                    <a:pt x="0" y="42"/>
                  </a:lnTo>
                  <a:lnTo>
                    <a:pt x="230" y="983"/>
                  </a:lnTo>
                  <a:lnTo>
                    <a:pt x="335" y="9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44"/>
            <p:cNvSpPr/>
            <p:nvPr/>
          </p:nvSpPr>
          <p:spPr>
            <a:xfrm>
              <a:off x="5001338" y="299096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05" y="503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44"/>
            <p:cNvSpPr/>
            <p:nvPr/>
          </p:nvSpPr>
          <p:spPr>
            <a:xfrm>
              <a:off x="5011288" y="2988338"/>
              <a:ext cx="5775" cy="12050"/>
            </a:xfrm>
            <a:custGeom>
              <a:avLst/>
              <a:gdLst/>
              <a:ahLst/>
              <a:cxnLst/>
              <a:rect l="l" t="t" r="r" b="b"/>
              <a:pathLst>
                <a:path w="231" h="482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482"/>
                  </a:lnTo>
                  <a:lnTo>
                    <a:pt x="230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44"/>
            <p:cNvSpPr/>
            <p:nvPr/>
          </p:nvSpPr>
          <p:spPr>
            <a:xfrm>
              <a:off x="5021213" y="29857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502"/>
                  </a:lnTo>
                  <a:lnTo>
                    <a:pt x="231" y="460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44"/>
            <p:cNvSpPr/>
            <p:nvPr/>
          </p:nvSpPr>
          <p:spPr>
            <a:xfrm>
              <a:off x="5031163" y="29836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21"/>
                  </a:lnTo>
                  <a:lnTo>
                    <a:pt x="105" y="503"/>
                  </a:lnTo>
                  <a:lnTo>
                    <a:pt x="230" y="46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44"/>
            <p:cNvSpPr/>
            <p:nvPr/>
          </p:nvSpPr>
          <p:spPr>
            <a:xfrm>
              <a:off x="5041613" y="2981013"/>
              <a:ext cx="8925" cy="24100"/>
            </a:xfrm>
            <a:custGeom>
              <a:avLst/>
              <a:gdLst/>
              <a:ahLst/>
              <a:cxnLst/>
              <a:rect l="l" t="t" r="r" b="b"/>
              <a:pathLst>
                <a:path w="357" h="964" extrusionOk="0">
                  <a:moveTo>
                    <a:pt x="126" y="1"/>
                  </a:moveTo>
                  <a:lnTo>
                    <a:pt x="1" y="22"/>
                  </a:lnTo>
                  <a:lnTo>
                    <a:pt x="231" y="963"/>
                  </a:lnTo>
                  <a:lnTo>
                    <a:pt x="356" y="94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44"/>
            <p:cNvSpPr/>
            <p:nvPr/>
          </p:nvSpPr>
          <p:spPr>
            <a:xfrm>
              <a:off x="5052613" y="29778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42"/>
                  </a:lnTo>
                  <a:lnTo>
                    <a:pt x="105" y="502"/>
                  </a:lnTo>
                  <a:lnTo>
                    <a:pt x="230" y="48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44"/>
            <p:cNvSpPr/>
            <p:nvPr/>
          </p:nvSpPr>
          <p:spPr>
            <a:xfrm>
              <a:off x="5062013" y="2975788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1"/>
                  </a:moveTo>
                  <a:lnTo>
                    <a:pt x="1" y="42"/>
                  </a:lnTo>
                  <a:lnTo>
                    <a:pt x="126" y="503"/>
                  </a:lnTo>
                  <a:lnTo>
                    <a:pt x="252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4"/>
            <p:cNvSpPr/>
            <p:nvPr/>
          </p:nvSpPr>
          <p:spPr>
            <a:xfrm>
              <a:off x="5071963" y="2973163"/>
              <a:ext cx="6300" cy="12600"/>
            </a:xfrm>
            <a:custGeom>
              <a:avLst/>
              <a:gdLst/>
              <a:ahLst/>
              <a:cxnLst/>
              <a:rect l="l" t="t" r="r" b="b"/>
              <a:pathLst>
                <a:path w="252" h="504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503"/>
                  </a:lnTo>
                  <a:lnTo>
                    <a:pt x="25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44"/>
            <p:cNvSpPr/>
            <p:nvPr/>
          </p:nvSpPr>
          <p:spPr>
            <a:xfrm>
              <a:off x="5081888" y="29710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502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44"/>
          <p:cNvGrpSpPr/>
          <p:nvPr/>
        </p:nvGrpSpPr>
        <p:grpSpPr>
          <a:xfrm rot="-662724">
            <a:off x="7655574" y="-3731"/>
            <a:ext cx="556640" cy="703189"/>
            <a:chOff x="2884913" y="4249000"/>
            <a:chExt cx="431063" cy="544550"/>
          </a:xfrm>
        </p:grpSpPr>
        <p:sp>
          <p:nvSpPr>
            <p:cNvPr id="464" name="Google Shape;464;p44"/>
            <p:cNvSpPr/>
            <p:nvPr/>
          </p:nvSpPr>
          <p:spPr>
            <a:xfrm>
              <a:off x="2884925" y="4249000"/>
              <a:ext cx="371425" cy="498000"/>
            </a:xfrm>
            <a:custGeom>
              <a:avLst/>
              <a:gdLst/>
              <a:ahLst/>
              <a:cxnLst/>
              <a:rect l="l" t="t" r="r" b="b"/>
              <a:pathLst>
                <a:path w="14857" h="19920" extrusionOk="0">
                  <a:moveTo>
                    <a:pt x="0" y="0"/>
                  </a:moveTo>
                  <a:lnTo>
                    <a:pt x="0" y="19920"/>
                  </a:lnTo>
                  <a:lnTo>
                    <a:pt x="14856" y="19920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F1F1F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44"/>
            <p:cNvSpPr/>
            <p:nvPr/>
          </p:nvSpPr>
          <p:spPr>
            <a:xfrm>
              <a:off x="2922575" y="4299725"/>
              <a:ext cx="145975" cy="9450"/>
            </a:xfrm>
            <a:custGeom>
              <a:avLst/>
              <a:gdLst/>
              <a:ahLst/>
              <a:cxnLst/>
              <a:rect l="l" t="t" r="r" b="b"/>
              <a:pathLst>
                <a:path w="5839" h="378" extrusionOk="0">
                  <a:moveTo>
                    <a:pt x="1" y="1"/>
                  </a:moveTo>
                  <a:lnTo>
                    <a:pt x="1" y="378"/>
                  </a:lnTo>
                  <a:lnTo>
                    <a:pt x="5838" y="378"/>
                  </a:lnTo>
                  <a:lnTo>
                    <a:pt x="5838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4"/>
            <p:cNvSpPr/>
            <p:nvPr/>
          </p:nvSpPr>
          <p:spPr>
            <a:xfrm>
              <a:off x="2922575" y="43227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4"/>
            <p:cNvSpPr/>
            <p:nvPr/>
          </p:nvSpPr>
          <p:spPr>
            <a:xfrm>
              <a:off x="2922575" y="4343150"/>
              <a:ext cx="295575" cy="9975"/>
            </a:xfrm>
            <a:custGeom>
              <a:avLst/>
              <a:gdLst/>
              <a:ahLst/>
              <a:cxnLst/>
              <a:rect l="l" t="t" r="r" b="b"/>
              <a:pathLst>
                <a:path w="11823" h="399" extrusionOk="0">
                  <a:moveTo>
                    <a:pt x="1" y="1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4"/>
            <p:cNvSpPr/>
            <p:nvPr/>
          </p:nvSpPr>
          <p:spPr>
            <a:xfrm>
              <a:off x="2922575" y="436407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4"/>
            <p:cNvSpPr/>
            <p:nvPr/>
          </p:nvSpPr>
          <p:spPr>
            <a:xfrm>
              <a:off x="2922575" y="438500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4"/>
            <p:cNvSpPr/>
            <p:nvPr/>
          </p:nvSpPr>
          <p:spPr>
            <a:xfrm>
              <a:off x="2922575" y="440592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4"/>
            <p:cNvSpPr/>
            <p:nvPr/>
          </p:nvSpPr>
          <p:spPr>
            <a:xfrm>
              <a:off x="2922575" y="44268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4"/>
            <p:cNvSpPr/>
            <p:nvPr/>
          </p:nvSpPr>
          <p:spPr>
            <a:xfrm>
              <a:off x="2922575" y="444777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4"/>
            <p:cNvSpPr/>
            <p:nvPr/>
          </p:nvSpPr>
          <p:spPr>
            <a:xfrm>
              <a:off x="2922575" y="446870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4"/>
            <p:cNvSpPr/>
            <p:nvPr/>
          </p:nvSpPr>
          <p:spPr>
            <a:xfrm>
              <a:off x="2922575" y="448962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4"/>
            <p:cNvSpPr/>
            <p:nvPr/>
          </p:nvSpPr>
          <p:spPr>
            <a:xfrm>
              <a:off x="2922575" y="4510025"/>
              <a:ext cx="295575" cy="9950"/>
            </a:xfrm>
            <a:custGeom>
              <a:avLst/>
              <a:gdLst/>
              <a:ahLst/>
              <a:cxnLst/>
              <a:rect l="l" t="t" r="r" b="b"/>
              <a:pathLst>
                <a:path w="11823" h="398" extrusionOk="0">
                  <a:moveTo>
                    <a:pt x="1" y="0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4"/>
            <p:cNvSpPr/>
            <p:nvPr/>
          </p:nvSpPr>
          <p:spPr>
            <a:xfrm>
              <a:off x="2922575" y="4530950"/>
              <a:ext cx="295575" cy="9950"/>
            </a:xfrm>
            <a:custGeom>
              <a:avLst/>
              <a:gdLst/>
              <a:ahLst/>
              <a:cxnLst/>
              <a:rect l="l" t="t" r="r" b="b"/>
              <a:pathLst>
                <a:path w="11823" h="398" extrusionOk="0">
                  <a:moveTo>
                    <a:pt x="1" y="0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4"/>
            <p:cNvSpPr/>
            <p:nvPr/>
          </p:nvSpPr>
          <p:spPr>
            <a:xfrm>
              <a:off x="2922575" y="455187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4"/>
            <p:cNvSpPr/>
            <p:nvPr/>
          </p:nvSpPr>
          <p:spPr>
            <a:xfrm>
              <a:off x="2922575" y="457280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4"/>
            <p:cNvSpPr/>
            <p:nvPr/>
          </p:nvSpPr>
          <p:spPr>
            <a:xfrm>
              <a:off x="2922575" y="459372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4"/>
            <p:cNvSpPr/>
            <p:nvPr/>
          </p:nvSpPr>
          <p:spPr>
            <a:xfrm>
              <a:off x="2922575" y="461465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4"/>
            <p:cNvSpPr/>
            <p:nvPr/>
          </p:nvSpPr>
          <p:spPr>
            <a:xfrm>
              <a:off x="2922575" y="46355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8"/>
                  </a:lnTo>
                  <a:lnTo>
                    <a:pt x="11823" y="37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4"/>
            <p:cNvSpPr/>
            <p:nvPr/>
          </p:nvSpPr>
          <p:spPr>
            <a:xfrm>
              <a:off x="2922575" y="465647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8"/>
                  </a:lnTo>
                  <a:lnTo>
                    <a:pt x="11823" y="37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44"/>
            <p:cNvSpPr/>
            <p:nvPr/>
          </p:nvSpPr>
          <p:spPr>
            <a:xfrm>
              <a:off x="3258400" y="4337850"/>
              <a:ext cx="57575" cy="66600"/>
            </a:xfrm>
            <a:custGeom>
              <a:avLst/>
              <a:gdLst/>
              <a:ahLst/>
              <a:cxnLst/>
              <a:rect l="l" t="t" r="r" b="b"/>
              <a:pathLst>
                <a:path w="2303" h="2664" extrusionOk="0">
                  <a:moveTo>
                    <a:pt x="1087" y="0"/>
                  </a:moveTo>
                  <a:cubicBezTo>
                    <a:pt x="967" y="0"/>
                    <a:pt x="858" y="67"/>
                    <a:pt x="796" y="192"/>
                  </a:cubicBezTo>
                  <a:lnTo>
                    <a:pt x="63" y="1845"/>
                  </a:lnTo>
                  <a:cubicBezTo>
                    <a:pt x="1" y="1991"/>
                    <a:pt x="63" y="2179"/>
                    <a:pt x="210" y="2242"/>
                  </a:cubicBezTo>
                  <a:lnTo>
                    <a:pt x="1089" y="2640"/>
                  </a:lnTo>
                  <a:cubicBezTo>
                    <a:pt x="1126" y="2656"/>
                    <a:pt x="1166" y="2664"/>
                    <a:pt x="1206" y="2664"/>
                  </a:cubicBezTo>
                  <a:cubicBezTo>
                    <a:pt x="1323" y="2664"/>
                    <a:pt x="1440" y="2597"/>
                    <a:pt x="1486" y="2472"/>
                  </a:cubicBezTo>
                  <a:lnTo>
                    <a:pt x="2219" y="819"/>
                  </a:lnTo>
                  <a:cubicBezTo>
                    <a:pt x="2302" y="673"/>
                    <a:pt x="2219" y="485"/>
                    <a:pt x="2072" y="422"/>
                  </a:cubicBezTo>
                  <a:lnTo>
                    <a:pt x="1214" y="24"/>
                  </a:lnTo>
                  <a:cubicBezTo>
                    <a:pt x="1172" y="8"/>
                    <a:pt x="1129" y="0"/>
                    <a:pt x="1087" y="0"/>
                  </a:cubicBezTo>
                  <a:close/>
                </a:path>
              </a:pathLst>
            </a:custGeom>
            <a:solidFill>
              <a:srgbClr val="FF7BA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4"/>
            <p:cNvSpPr/>
            <p:nvPr/>
          </p:nvSpPr>
          <p:spPr>
            <a:xfrm>
              <a:off x="3260500" y="4357800"/>
              <a:ext cx="46575" cy="40300"/>
            </a:xfrm>
            <a:custGeom>
              <a:avLst/>
              <a:gdLst/>
              <a:ahLst/>
              <a:cxnLst/>
              <a:rect l="l" t="t" r="r" b="b"/>
              <a:pathLst>
                <a:path w="1863" h="1612" extrusionOk="0">
                  <a:moveTo>
                    <a:pt x="440" y="1"/>
                  </a:moveTo>
                  <a:lnTo>
                    <a:pt x="0" y="984"/>
                  </a:lnTo>
                  <a:lnTo>
                    <a:pt x="1444" y="1612"/>
                  </a:lnTo>
                  <a:lnTo>
                    <a:pt x="1863" y="649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rgbClr val="B2B2B2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4"/>
            <p:cNvSpPr/>
            <p:nvPr/>
          </p:nvSpPr>
          <p:spPr>
            <a:xfrm>
              <a:off x="3099375" y="4382900"/>
              <a:ext cx="172650" cy="366200"/>
            </a:xfrm>
            <a:custGeom>
              <a:avLst/>
              <a:gdLst/>
              <a:ahLst/>
              <a:cxnLst/>
              <a:rect l="l" t="t" r="r" b="b"/>
              <a:pathLst>
                <a:path w="6906" h="14648" extrusionOk="0">
                  <a:moveTo>
                    <a:pt x="6424" y="1"/>
                  </a:moveTo>
                  <a:lnTo>
                    <a:pt x="1" y="14438"/>
                  </a:lnTo>
                  <a:lnTo>
                    <a:pt x="461" y="14647"/>
                  </a:lnTo>
                  <a:lnTo>
                    <a:pt x="6906" y="210"/>
                  </a:lnTo>
                  <a:lnTo>
                    <a:pt x="6424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4"/>
            <p:cNvSpPr/>
            <p:nvPr/>
          </p:nvSpPr>
          <p:spPr>
            <a:xfrm>
              <a:off x="3110900" y="4387625"/>
              <a:ext cx="173150" cy="366175"/>
            </a:xfrm>
            <a:custGeom>
              <a:avLst/>
              <a:gdLst/>
              <a:ahLst/>
              <a:cxnLst/>
              <a:rect l="l" t="t" r="r" b="b"/>
              <a:pathLst>
                <a:path w="6926" h="14647" extrusionOk="0">
                  <a:moveTo>
                    <a:pt x="6445" y="0"/>
                  </a:moveTo>
                  <a:lnTo>
                    <a:pt x="0" y="14437"/>
                  </a:lnTo>
                  <a:lnTo>
                    <a:pt x="482" y="14647"/>
                  </a:lnTo>
                  <a:lnTo>
                    <a:pt x="6926" y="209"/>
                  </a:lnTo>
                  <a:lnTo>
                    <a:pt x="6445" y="0"/>
                  </a:lnTo>
                  <a:close/>
                </a:path>
              </a:pathLst>
            </a:custGeom>
            <a:solidFill>
              <a:srgbClr val="FBED2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4"/>
            <p:cNvSpPr/>
            <p:nvPr/>
          </p:nvSpPr>
          <p:spPr>
            <a:xfrm>
              <a:off x="3122925" y="4393375"/>
              <a:ext cx="173175" cy="366175"/>
            </a:xfrm>
            <a:custGeom>
              <a:avLst/>
              <a:gdLst/>
              <a:ahLst/>
              <a:cxnLst/>
              <a:rect l="l" t="t" r="r" b="b"/>
              <a:pathLst>
                <a:path w="6927" h="14647" extrusionOk="0">
                  <a:moveTo>
                    <a:pt x="6445" y="0"/>
                  </a:moveTo>
                  <a:lnTo>
                    <a:pt x="1" y="14417"/>
                  </a:lnTo>
                  <a:lnTo>
                    <a:pt x="482" y="14647"/>
                  </a:lnTo>
                  <a:lnTo>
                    <a:pt x="6926" y="210"/>
                  </a:lnTo>
                  <a:lnTo>
                    <a:pt x="6445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4"/>
            <p:cNvSpPr/>
            <p:nvPr/>
          </p:nvSpPr>
          <p:spPr>
            <a:xfrm>
              <a:off x="3256325" y="4379575"/>
              <a:ext cx="43425" cy="22375"/>
            </a:xfrm>
            <a:custGeom>
              <a:avLst/>
              <a:gdLst/>
              <a:ahLst/>
              <a:cxnLst/>
              <a:rect l="l" t="t" r="r" b="b"/>
              <a:pathLst>
                <a:path w="1737" h="895" extrusionOk="0">
                  <a:moveTo>
                    <a:pt x="142" y="0"/>
                  </a:moveTo>
                  <a:cubicBezTo>
                    <a:pt x="97" y="0"/>
                    <a:pt x="58" y="24"/>
                    <a:pt x="42" y="71"/>
                  </a:cubicBezTo>
                  <a:cubicBezTo>
                    <a:pt x="0" y="134"/>
                    <a:pt x="42" y="218"/>
                    <a:pt x="105" y="238"/>
                  </a:cubicBezTo>
                  <a:lnTo>
                    <a:pt x="1548" y="887"/>
                  </a:lnTo>
                  <a:cubicBezTo>
                    <a:pt x="1564" y="892"/>
                    <a:pt x="1580" y="895"/>
                    <a:pt x="1595" y="895"/>
                  </a:cubicBezTo>
                  <a:cubicBezTo>
                    <a:pt x="1641" y="895"/>
                    <a:pt x="1684" y="871"/>
                    <a:pt x="1716" y="824"/>
                  </a:cubicBezTo>
                  <a:cubicBezTo>
                    <a:pt x="1737" y="762"/>
                    <a:pt x="1716" y="699"/>
                    <a:pt x="1653" y="657"/>
                  </a:cubicBezTo>
                  <a:lnTo>
                    <a:pt x="188" y="8"/>
                  </a:lnTo>
                  <a:cubicBezTo>
                    <a:pt x="173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CBCBC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4"/>
            <p:cNvSpPr/>
            <p:nvPr/>
          </p:nvSpPr>
          <p:spPr>
            <a:xfrm>
              <a:off x="3267825" y="4354475"/>
              <a:ext cx="42925" cy="22600"/>
            </a:xfrm>
            <a:custGeom>
              <a:avLst/>
              <a:gdLst/>
              <a:ahLst/>
              <a:cxnLst/>
              <a:rect l="l" t="t" r="r" b="b"/>
              <a:pathLst>
                <a:path w="1717" h="904" extrusionOk="0">
                  <a:moveTo>
                    <a:pt x="142" y="0"/>
                  </a:moveTo>
                  <a:cubicBezTo>
                    <a:pt x="90" y="0"/>
                    <a:pt x="37" y="28"/>
                    <a:pt x="21" y="92"/>
                  </a:cubicBezTo>
                  <a:cubicBezTo>
                    <a:pt x="0" y="154"/>
                    <a:pt x="21" y="217"/>
                    <a:pt x="84" y="238"/>
                  </a:cubicBezTo>
                  <a:lnTo>
                    <a:pt x="1528" y="887"/>
                  </a:lnTo>
                  <a:cubicBezTo>
                    <a:pt x="1545" y="898"/>
                    <a:pt x="1564" y="904"/>
                    <a:pt x="1583" y="904"/>
                  </a:cubicBezTo>
                  <a:cubicBezTo>
                    <a:pt x="1632" y="904"/>
                    <a:pt x="1680" y="869"/>
                    <a:pt x="1695" y="824"/>
                  </a:cubicBezTo>
                  <a:cubicBezTo>
                    <a:pt x="1716" y="761"/>
                    <a:pt x="1695" y="698"/>
                    <a:pt x="1632" y="657"/>
                  </a:cubicBezTo>
                  <a:lnTo>
                    <a:pt x="189" y="8"/>
                  </a:lnTo>
                  <a:cubicBezTo>
                    <a:pt x="174" y="3"/>
                    <a:pt x="158" y="0"/>
                    <a:pt x="142" y="0"/>
                  </a:cubicBezTo>
                  <a:close/>
                </a:path>
              </a:pathLst>
            </a:custGeom>
            <a:solidFill>
              <a:srgbClr val="CBCBC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4"/>
            <p:cNvSpPr/>
            <p:nvPr/>
          </p:nvSpPr>
          <p:spPr>
            <a:xfrm>
              <a:off x="3098350" y="4743325"/>
              <a:ext cx="36625" cy="50225"/>
            </a:xfrm>
            <a:custGeom>
              <a:avLst/>
              <a:gdLst/>
              <a:ahLst/>
              <a:cxnLst/>
              <a:rect l="l" t="t" r="r" b="b"/>
              <a:pathLst>
                <a:path w="1465" h="2009" extrusionOk="0">
                  <a:moveTo>
                    <a:pt x="21" y="0"/>
                  </a:moveTo>
                  <a:lnTo>
                    <a:pt x="0" y="2009"/>
                  </a:lnTo>
                  <a:lnTo>
                    <a:pt x="1465" y="649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EBD3B9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4"/>
            <p:cNvSpPr/>
            <p:nvPr/>
          </p:nvSpPr>
          <p:spPr>
            <a:xfrm>
              <a:off x="3098350" y="4781500"/>
              <a:ext cx="8375" cy="12050"/>
            </a:xfrm>
            <a:custGeom>
              <a:avLst/>
              <a:gdLst/>
              <a:ahLst/>
              <a:cxnLst/>
              <a:rect l="l" t="t" r="r" b="b"/>
              <a:pathLst>
                <a:path w="335" h="482" extrusionOk="0">
                  <a:moveTo>
                    <a:pt x="0" y="1"/>
                  </a:moveTo>
                  <a:lnTo>
                    <a:pt x="0" y="482"/>
                  </a:lnTo>
                  <a:lnTo>
                    <a:pt x="335" y="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4"/>
            <p:cNvSpPr/>
            <p:nvPr/>
          </p:nvSpPr>
          <p:spPr>
            <a:xfrm>
              <a:off x="3289275" y="4343150"/>
              <a:ext cx="26700" cy="27750"/>
            </a:xfrm>
            <a:custGeom>
              <a:avLst/>
              <a:gdLst/>
              <a:ahLst/>
              <a:cxnLst/>
              <a:rect l="l" t="t" r="r" b="b"/>
              <a:pathLst>
                <a:path w="1068" h="1110" extrusionOk="0">
                  <a:moveTo>
                    <a:pt x="356" y="1"/>
                  </a:moveTo>
                  <a:lnTo>
                    <a:pt x="0" y="775"/>
                  </a:lnTo>
                  <a:lnTo>
                    <a:pt x="774" y="1110"/>
                  </a:lnTo>
                  <a:lnTo>
                    <a:pt x="984" y="607"/>
                  </a:lnTo>
                  <a:cubicBezTo>
                    <a:pt x="1067" y="461"/>
                    <a:pt x="984" y="273"/>
                    <a:pt x="837" y="210"/>
                  </a:cubicBezTo>
                  <a:lnTo>
                    <a:pt x="356" y="1"/>
                  </a:lnTo>
                  <a:close/>
                </a:path>
              </a:pathLst>
            </a:custGeom>
            <a:solidFill>
              <a:srgbClr val="FF7BA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4"/>
            <p:cNvSpPr/>
            <p:nvPr/>
          </p:nvSpPr>
          <p:spPr>
            <a:xfrm>
              <a:off x="3278275" y="4368250"/>
              <a:ext cx="27750" cy="27750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336" y="1"/>
                  </a:moveTo>
                  <a:lnTo>
                    <a:pt x="1" y="775"/>
                  </a:lnTo>
                  <a:lnTo>
                    <a:pt x="775" y="1110"/>
                  </a:lnTo>
                  <a:lnTo>
                    <a:pt x="1110" y="336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B2B2B2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4"/>
            <p:cNvSpPr/>
            <p:nvPr/>
          </p:nvSpPr>
          <p:spPr>
            <a:xfrm>
              <a:off x="3116125" y="4393375"/>
              <a:ext cx="166900" cy="360950"/>
            </a:xfrm>
            <a:custGeom>
              <a:avLst/>
              <a:gdLst/>
              <a:ahLst/>
              <a:cxnLst/>
              <a:rect l="l" t="t" r="r" b="b"/>
              <a:pathLst>
                <a:path w="6676" h="14438" extrusionOk="0">
                  <a:moveTo>
                    <a:pt x="6382" y="0"/>
                  </a:moveTo>
                  <a:lnTo>
                    <a:pt x="6299" y="189"/>
                  </a:lnTo>
                  <a:lnTo>
                    <a:pt x="0" y="14312"/>
                  </a:lnTo>
                  <a:lnTo>
                    <a:pt x="273" y="14438"/>
                  </a:lnTo>
                  <a:lnTo>
                    <a:pt x="6675" y="126"/>
                  </a:lnTo>
                  <a:lnTo>
                    <a:pt x="6382" y="0"/>
                  </a:lnTo>
                  <a:close/>
                </a:path>
              </a:pathLst>
            </a:custGeom>
            <a:solidFill>
              <a:srgbClr val="FBED2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4"/>
            <p:cNvSpPr/>
            <p:nvPr/>
          </p:nvSpPr>
          <p:spPr>
            <a:xfrm>
              <a:off x="3122925" y="4396500"/>
              <a:ext cx="171600" cy="363050"/>
            </a:xfrm>
            <a:custGeom>
              <a:avLst/>
              <a:gdLst/>
              <a:ahLst/>
              <a:cxnLst/>
              <a:rect l="l" t="t" r="r" b="b"/>
              <a:pathLst>
                <a:path w="6864" h="14522" extrusionOk="0">
                  <a:moveTo>
                    <a:pt x="6403" y="1"/>
                  </a:moveTo>
                  <a:lnTo>
                    <a:pt x="1" y="14313"/>
                  </a:lnTo>
                  <a:lnTo>
                    <a:pt x="482" y="14522"/>
                  </a:lnTo>
                  <a:lnTo>
                    <a:pt x="6863" y="210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44"/>
            <p:cNvSpPr/>
            <p:nvPr/>
          </p:nvSpPr>
          <p:spPr>
            <a:xfrm>
              <a:off x="3275675" y="4387625"/>
              <a:ext cx="24700" cy="14400"/>
            </a:xfrm>
            <a:custGeom>
              <a:avLst/>
              <a:gdLst/>
              <a:ahLst/>
              <a:cxnLst/>
              <a:rect l="l" t="t" r="r" b="b"/>
              <a:pathLst>
                <a:path w="988" h="576" extrusionOk="0">
                  <a:moveTo>
                    <a:pt x="105" y="0"/>
                  </a:moveTo>
                  <a:lnTo>
                    <a:pt x="63" y="84"/>
                  </a:lnTo>
                  <a:lnTo>
                    <a:pt x="63" y="105"/>
                  </a:lnTo>
                  <a:lnTo>
                    <a:pt x="0" y="230"/>
                  </a:lnTo>
                  <a:lnTo>
                    <a:pt x="293" y="356"/>
                  </a:lnTo>
                  <a:lnTo>
                    <a:pt x="753" y="565"/>
                  </a:lnTo>
                  <a:cubicBezTo>
                    <a:pt x="773" y="573"/>
                    <a:pt x="792" y="576"/>
                    <a:pt x="809" y="576"/>
                  </a:cubicBezTo>
                  <a:cubicBezTo>
                    <a:pt x="937" y="576"/>
                    <a:pt x="987" y="390"/>
                    <a:pt x="858" y="335"/>
                  </a:cubicBezTo>
                  <a:lnTo>
                    <a:pt x="879" y="33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CBCBC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4"/>
            <p:cNvSpPr/>
            <p:nvPr/>
          </p:nvSpPr>
          <p:spPr>
            <a:xfrm>
              <a:off x="3287175" y="4362500"/>
              <a:ext cx="23575" cy="14575"/>
            </a:xfrm>
            <a:custGeom>
              <a:avLst/>
              <a:gdLst/>
              <a:ahLst/>
              <a:cxnLst/>
              <a:rect l="l" t="t" r="r" b="b"/>
              <a:pathLst>
                <a:path w="943" h="583" extrusionOk="0">
                  <a:moveTo>
                    <a:pt x="105" y="1"/>
                  </a:moveTo>
                  <a:lnTo>
                    <a:pt x="42" y="126"/>
                  </a:lnTo>
                  <a:lnTo>
                    <a:pt x="1" y="231"/>
                  </a:lnTo>
                  <a:lnTo>
                    <a:pt x="754" y="566"/>
                  </a:lnTo>
                  <a:cubicBezTo>
                    <a:pt x="771" y="577"/>
                    <a:pt x="790" y="583"/>
                    <a:pt x="809" y="583"/>
                  </a:cubicBezTo>
                  <a:cubicBezTo>
                    <a:pt x="858" y="583"/>
                    <a:pt x="906" y="548"/>
                    <a:pt x="921" y="503"/>
                  </a:cubicBezTo>
                  <a:cubicBezTo>
                    <a:pt x="942" y="440"/>
                    <a:pt x="921" y="377"/>
                    <a:pt x="858" y="336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rgbClr val="CBCBC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4"/>
            <p:cNvSpPr/>
            <p:nvPr/>
          </p:nvSpPr>
          <p:spPr>
            <a:xfrm>
              <a:off x="3098350" y="4751175"/>
              <a:ext cx="36625" cy="42375"/>
            </a:xfrm>
            <a:custGeom>
              <a:avLst/>
              <a:gdLst/>
              <a:ahLst/>
              <a:cxnLst/>
              <a:rect l="l" t="t" r="r" b="b"/>
              <a:pathLst>
                <a:path w="1465" h="1695" extrusionOk="0">
                  <a:moveTo>
                    <a:pt x="711" y="0"/>
                  </a:moveTo>
                  <a:lnTo>
                    <a:pt x="0" y="1590"/>
                  </a:lnTo>
                  <a:lnTo>
                    <a:pt x="0" y="1695"/>
                  </a:lnTo>
                  <a:lnTo>
                    <a:pt x="1465" y="335"/>
                  </a:lnTo>
                  <a:lnTo>
                    <a:pt x="984" y="126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EBD3B9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4"/>
            <p:cNvSpPr/>
            <p:nvPr/>
          </p:nvSpPr>
          <p:spPr>
            <a:xfrm>
              <a:off x="2884913" y="4249000"/>
              <a:ext cx="371425" cy="498000"/>
            </a:xfrm>
            <a:custGeom>
              <a:avLst/>
              <a:gdLst/>
              <a:ahLst/>
              <a:cxnLst/>
              <a:rect l="l" t="t" r="r" b="b"/>
              <a:pathLst>
                <a:path w="14857" h="19920" extrusionOk="0">
                  <a:moveTo>
                    <a:pt x="0" y="0"/>
                  </a:moveTo>
                  <a:lnTo>
                    <a:pt x="0" y="19920"/>
                  </a:lnTo>
                  <a:lnTo>
                    <a:pt x="14856" y="19920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4"/>
            <p:cNvSpPr/>
            <p:nvPr/>
          </p:nvSpPr>
          <p:spPr>
            <a:xfrm>
              <a:off x="2922563" y="4299725"/>
              <a:ext cx="145975" cy="9450"/>
            </a:xfrm>
            <a:custGeom>
              <a:avLst/>
              <a:gdLst/>
              <a:ahLst/>
              <a:cxnLst/>
              <a:rect l="l" t="t" r="r" b="b"/>
              <a:pathLst>
                <a:path w="5839" h="378" extrusionOk="0">
                  <a:moveTo>
                    <a:pt x="1" y="1"/>
                  </a:moveTo>
                  <a:lnTo>
                    <a:pt x="1" y="378"/>
                  </a:lnTo>
                  <a:lnTo>
                    <a:pt x="5838" y="378"/>
                  </a:lnTo>
                  <a:lnTo>
                    <a:pt x="58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4"/>
            <p:cNvSpPr/>
            <p:nvPr/>
          </p:nvSpPr>
          <p:spPr>
            <a:xfrm>
              <a:off x="2922563" y="43227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4"/>
            <p:cNvSpPr/>
            <p:nvPr/>
          </p:nvSpPr>
          <p:spPr>
            <a:xfrm>
              <a:off x="2922563" y="4343150"/>
              <a:ext cx="295575" cy="9975"/>
            </a:xfrm>
            <a:custGeom>
              <a:avLst/>
              <a:gdLst/>
              <a:ahLst/>
              <a:cxnLst/>
              <a:rect l="l" t="t" r="r" b="b"/>
              <a:pathLst>
                <a:path w="11823" h="399" extrusionOk="0">
                  <a:moveTo>
                    <a:pt x="1" y="1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4"/>
            <p:cNvSpPr/>
            <p:nvPr/>
          </p:nvSpPr>
          <p:spPr>
            <a:xfrm>
              <a:off x="2922563" y="436407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4"/>
            <p:cNvSpPr/>
            <p:nvPr/>
          </p:nvSpPr>
          <p:spPr>
            <a:xfrm>
              <a:off x="2922563" y="438500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4"/>
            <p:cNvSpPr/>
            <p:nvPr/>
          </p:nvSpPr>
          <p:spPr>
            <a:xfrm>
              <a:off x="2922563" y="440592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4"/>
            <p:cNvSpPr/>
            <p:nvPr/>
          </p:nvSpPr>
          <p:spPr>
            <a:xfrm>
              <a:off x="2922563" y="44268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4"/>
            <p:cNvSpPr/>
            <p:nvPr/>
          </p:nvSpPr>
          <p:spPr>
            <a:xfrm>
              <a:off x="2922563" y="444777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4"/>
            <p:cNvSpPr/>
            <p:nvPr/>
          </p:nvSpPr>
          <p:spPr>
            <a:xfrm>
              <a:off x="2922563" y="446870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4"/>
            <p:cNvSpPr/>
            <p:nvPr/>
          </p:nvSpPr>
          <p:spPr>
            <a:xfrm>
              <a:off x="2922563" y="448962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4"/>
            <p:cNvSpPr/>
            <p:nvPr/>
          </p:nvSpPr>
          <p:spPr>
            <a:xfrm>
              <a:off x="2922563" y="4510025"/>
              <a:ext cx="295575" cy="9950"/>
            </a:xfrm>
            <a:custGeom>
              <a:avLst/>
              <a:gdLst/>
              <a:ahLst/>
              <a:cxnLst/>
              <a:rect l="l" t="t" r="r" b="b"/>
              <a:pathLst>
                <a:path w="11823" h="398" extrusionOk="0">
                  <a:moveTo>
                    <a:pt x="1" y="0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4"/>
            <p:cNvSpPr/>
            <p:nvPr/>
          </p:nvSpPr>
          <p:spPr>
            <a:xfrm>
              <a:off x="2922563" y="4530950"/>
              <a:ext cx="295575" cy="9950"/>
            </a:xfrm>
            <a:custGeom>
              <a:avLst/>
              <a:gdLst/>
              <a:ahLst/>
              <a:cxnLst/>
              <a:rect l="l" t="t" r="r" b="b"/>
              <a:pathLst>
                <a:path w="11823" h="398" extrusionOk="0">
                  <a:moveTo>
                    <a:pt x="1" y="0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4"/>
            <p:cNvSpPr/>
            <p:nvPr/>
          </p:nvSpPr>
          <p:spPr>
            <a:xfrm>
              <a:off x="2922563" y="455187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4"/>
            <p:cNvSpPr/>
            <p:nvPr/>
          </p:nvSpPr>
          <p:spPr>
            <a:xfrm>
              <a:off x="2922563" y="457280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4"/>
            <p:cNvSpPr/>
            <p:nvPr/>
          </p:nvSpPr>
          <p:spPr>
            <a:xfrm>
              <a:off x="2922563" y="459372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4"/>
            <p:cNvSpPr/>
            <p:nvPr/>
          </p:nvSpPr>
          <p:spPr>
            <a:xfrm>
              <a:off x="2922563" y="461465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4"/>
            <p:cNvSpPr/>
            <p:nvPr/>
          </p:nvSpPr>
          <p:spPr>
            <a:xfrm>
              <a:off x="2922563" y="46355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8"/>
                  </a:lnTo>
                  <a:lnTo>
                    <a:pt x="11823" y="37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4"/>
            <p:cNvSpPr/>
            <p:nvPr/>
          </p:nvSpPr>
          <p:spPr>
            <a:xfrm>
              <a:off x="2922563" y="465647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8"/>
                  </a:lnTo>
                  <a:lnTo>
                    <a:pt x="11823" y="37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4"/>
            <p:cNvSpPr/>
            <p:nvPr/>
          </p:nvSpPr>
          <p:spPr>
            <a:xfrm>
              <a:off x="3258388" y="4337850"/>
              <a:ext cx="57575" cy="66600"/>
            </a:xfrm>
            <a:custGeom>
              <a:avLst/>
              <a:gdLst/>
              <a:ahLst/>
              <a:cxnLst/>
              <a:rect l="l" t="t" r="r" b="b"/>
              <a:pathLst>
                <a:path w="2303" h="2664" extrusionOk="0">
                  <a:moveTo>
                    <a:pt x="1087" y="0"/>
                  </a:moveTo>
                  <a:cubicBezTo>
                    <a:pt x="967" y="0"/>
                    <a:pt x="858" y="67"/>
                    <a:pt x="796" y="192"/>
                  </a:cubicBezTo>
                  <a:lnTo>
                    <a:pt x="63" y="1845"/>
                  </a:lnTo>
                  <a:cubicBezTo>
                    <a:pt x="1" y="1991"/>
                    <a:pt x="63" y="2179"/>
                    <a:pt x="210" y="2242"/>
                  </a:cubicBezTo>
                  <a:lnTo>
                    <a:pt x="1089" y="2640"/>
                  </a:lnTo>
                  <a:cubicBezTo>
                    <a:pt x="1126" y="2656"/>
                    <a:pt x="1166" y="2664"/>
                    <a:pt x="1206" y="2664"/>
                  </a:cubicBezTo>
                  <a:cubicBezTo>
                    <a:pt x="1323" y="2664"/>
                    <a:pt x="1440" y="2597"/>
                    <a:pt x="1486" y="2472"/>
                  </a:cubicBezTo>
                  <a:lnTo>
                    <a:pt x="2219" y="819"/>
                  </a:lnTo>
                  <a:cubicBezTo>
                    <a:pt x="2302" y="673"/>
                    <a:pt x="2219" y="485"/>
                    <a:pt x="2072" y="422"/>
                  </a:cubicBezTo>
                  <a:lnTo>
                    <a:pt x="1214" y="24"/>
                  </a:lnTo>
                  <a:cubicBezTo>
                    <a:pt x="1172" y="8"/>
                    <a:pt x="1129" y="0"/>
                    <a:pt x="10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44"/>
            <p:cNvSpPr/>
            <p:nvPr/>
          </p:nvSpPr>
          <p:spPr>
            <a:xfrm>
              <a:off x="3260488" y="4357800"/>
              <a:ext cx="46575" cy="40300"/>
            </a:xfrm>
            <a:custGeom>
              <a:avLst/>
              <a:gdLst/>
              <a:ahLst/>
              <a:cxnLst/>
              <a:rect l="l" t="t" r="r" b="b"/>
              <a:pathLst>
                <a:path w="1863" h="1612" extrusionOk="0">
                  <a:moveTo>
                    <a:pt x="440" y="1"/>
                  </a:moveTo>
                  <a:lnTo>
                    <a:pt x="0" y="984"/>
                  </a:lnTo>
                  <a:lnTo>
                    <a:pt x="1444" y="1612"/>
                  </a:lnTo>
                  <a:lnTo>
                    <a:pt x="1863" y="649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4"/>
            <p:cNvSpPr/>
            <p:nvPr/>
          </p:nvSpPr>
          <p:spPr>
            <a:xfrm>
              <a:off x="3099363" y="4382900"/>
              <a:ext cx="172650" cy="366200"/>
            </a:xfrm>
            <a:custGeom>
              <a:avLst/>
              <a:gdLst/>
              <a:ahLst/>
              <a:cxnLst/>
              <a:rect l="l" t="t" r="r" b="b"/>
              <a:pathLst>
                <a:path w="6906" h="14648" extrusionOk="0">
                  <a:moveTo>
                    <a:pt x="6424" y="1"/>
                  </a:moveTo>
                  <a:lnTo>
                    <a:pt x="1" y="14438"/>
                  </a:lnTo>
                  <a:lnTo>
                    <a:pt x="461" y="14647"/>
                  </a:lnTo>
                  <a:lnTo>
                    <a:pt x="6906" y="210"/>
                  </a:lnTo>
                  <a:lnTo>
                    <a:pt x="64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4"/>
            <p:cNvSpPr/>
            <p:nvPr/>
          </p:nvSpPr>
          <p:spPr>
            <a:xfrm>
              <a:off x="3110888" y="4387625"/>
              <a:ext cx="173150" cy="366175"/>
            </a:xfrm>
            <a:custGeom>
              <a:avLst/>
              <a:gdLst/>
              <a:ahLst/>
              <a:cxnLst/>
              <a:rect l="l" t="t" r="r" b="b"/>
              <a:pathLst>
                <a:path w="6926" h="14647" extrusionOk="0">
                  <a:moveTo>
                    <a:pt x="6445" y="0"/>
                  </a:moveTo>
                  <a:lnTo>
                    <a:pt x="0" y="14437"/>
                  </a:lnTo>
                  <a:lnTo>
                    <a:pt x="482" y="14647"/>
                  </a:lnTo>
                  <a:lnTo>
                    <a:pt x="6926" y="209"/>
                  </a:lnTo>
                  <a:lnTo>
                    <a:pt x="64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4"/>
            <p:cNvSpPr/>
            <p:nvPr/>
          </p:nvSpPr>
          <p:spPr>
            <a:xfrm>
              <a:off x="3122913" y="4393375"/>
              <a:ext cx="173175" cy="366175"/>
            </a:xfrm>
            <a:custGeom>
              <a:avLst/>
              <a:gdLst/>
              <a:ahLst/>
              <a:cxnLst/>
              <a:rect l="l" t="t" r="r" b="b"/>
              <a:pathLst>
                <a:path w="6927" h="14647" extrusionOk="0">
                  <a:moveTo>
                    <a:pt x="6445" y="0"/>
                  </a:moveTo>
                  <a:lnTo>
                    <a:pt x="1" y="14417"/>
                  </a:lnTo>
                  <a:lnTo>
                    <a:pt x="482" y="14647"/>
                  </a:lnTo>
                  <a:lnTo>
                    <a:pt x="6926" y="210"/>
                  </a:lnTo>
                  <a:lnTo>
                    <a:pt x="6445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4"/>
            <p:cNvSpPr/>
            <p:nvPr/>
          </p:nvSpPr>
          <p:spPr>
            <a:xfrm>
              <a:off x="3256313" y="4379575"/>
              <a:ext cx="43425" cy="22375"/>
            </a:xfrm>
            <a:custGeom>
              <a:avLst/>
              <a:gdLst/>
              <a:ahLst/>
              <a:cxnLst/>
              <a:rect l="l" t="t" r="r" b="b"/>
              <a:pathLst>
                <a:path w="1737" h="895" extrusionOk="0">
                  <a:moveTo>
                    <a:pt x="142" y="0"/>
                  </a:moveTo>
                  <a:cubicBezTo>
                    <a:pt x="97" y="0"/>
                    <a:pt x="58" y="24"/>
                    <a:pt x="42" y="71"/>
                  </a:cubicBezTo>
                  <a:cubicBezTo>
                    <a:pt x="0" y="134"/>
                    <a:pt x="42" y="218"/>
                    <a:pt x="105" y="238"/>
                  </a:cubicBezTo>
                  <a:lnTo>
                    <a:pt x="1548" y="887"/>
                  </a:lnTo>
                  <a:cubicBezTo>
                    <a:pt x="1564" y="892"/>
                    <a:pt x="1580" y="895"/>
                    <a:pt x="1595" y="895"/>
                  </a:cubicBezTo>
                  <a:cubicBezTo>
                    <a:pt x="1641" y="895"/>
                    <a:pt x="1684" y="871"/>
                    <a:pt x="1716" y="824"/>
                  </a:cubicBezTo>
                  <a:cubicBezTo>
                    <a:pt x="1737" y="762"/>
                    <a:pt x="1716" y="699"/>
                    <a:pt x="1653" y="657"/>
                  </a:cubicBezTo>
                  <a:lnTo>
                    <a:pt x="188" y="8"/>
                  </a:lnTo>
                  <a:cubicBezTo>
                    <a:pt x="173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4"/>
            <p:cNvSpPr/>
            <p:nvPr/>
          </p:nvSpPr>
          <p:spPr>
            <a:xfrm>
              <a:off x="3267813" y="4354475"/>
              <a:ext cx="42925" cy="22600"/>
            </a:xfrm>
            <a:custGeom>
              <a:avLst/>
              <a:gdLst/>
              <a:ahLst/>
              <a:cxnLst/>
              <a:rect l="l" t="t" r="r" b="b"/>
              <a:pathLst>
                <a:path w="1717" h="904" extrusionOk="0">
                  <a:moveTo>
                    <a:pt x="142" y="0"/>
                  </a:moveTo>
                  <a:cubicBezTo>
                    <a:pt x="90" y="0"/>
                    <a:pt x="37" y="28"/>
                    <a:pt x="21" y="92"/>
                  </a:cubicBezTo>
                  <a:cubicBezTo>
                    <a:pt x="0" y="154"/>
                    <a:pt x="21" y="217"/>
                    <a:pt x="84" y="238"/>
                  </a:cubicBezTo>
                  <a:lnTo>
                    <a:pt x="1528" y="887"/>
                  </a:lnTo>
                  <a:cubicBezTo>
                    <a:pt x="1545" y="898"/>
                    <a:pt x="1564" y="904"/>
                    <a:pt x="1583" y="904"/>
                  </a:cubicBezTo>
                  <a:cubicBezTo>
                    <a:pt x="1632" y="904"/>
                    <a:pt x="1680" y="869"/>
                    <a:pt x="1695" y="824"/>
                  </a:cubicBezTo>
                  <a:cubicBezTo>
                    <a:pt x="1716" y="761"/>
                    <a:pt x="1695" y="698"/>
                    <a:pt x="1632" y="657"/>
                  </a:cubicBezTo>
                  <a:lnTo>
                    <a:pt x="189" y="8"/>
                  </a:lnTo>
                  <a:cubicBezTo>
                    <a:pt x="174" y="3"/>
                    <a:pt x="158" y="0"/>
                    <a:pt x="142" y="0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4"/>
            <p:cNvSpPr/>
            <p:nvPr/>
          </p:nvSpPr>
          <p:spPr>
            <a:xfrm>
              <a:off x="3098338" y="4743325"/>
              <a:ext cx="36625" cy="50225"/>
            </a:xfrm>
            <a:custGeom>
              <a:avLst/>
              <a:gdLst/>
              <a:ahLst/>
              <a:cxnLst/>
              <a:rect l="l" t="t" r="r" b="b"/>
              <a:pathLst>
                <a:path w="1465" h="2009" extrusionOk="0">
                  <a:moveTo>
                    <a:pt x="21" y="0"/>
                  </a:moveTo>
                  <a:lnTo>
                    <a:pt x="0" y="2009"/>
                  </a:lnTo>
                  <a:lnTo>
                    <a:pt x="1465" y="649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EBD3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4"/>
            <p:cNvSpPr/>
            <p:nvPr/>
          </p:nvSpPr>
          <p:spPr>
            <a:xfrm>
              <a:off x="3289263" y="4343150"/>
              <a:ext cx="26700" cy="27750"/>
            </a:xfrm>
            <a:custGeom>
              <a:avLst/>
              <a:gdLst/>
              <a:ahLst/>
              <a:cxnLst/>
              <a:rect l="l" t="t" r="r" b="b"/>
              <a:pathLst>
                <a:path w="1068" h="1110" extrusionOk="0">
                  <a:moveTo>
                    <a:pt x="356" y="1"/>
                  </a:moveTo>
                  <a:lnTo>
                    <a:pt x="0" y="775"/>
                  </a:lnTo>
                  <a:lnTo>
                    <a:pt x="774" y="1110"/>
                  </a:lnTo>
                  <a:lnTo>
                    <a:pt x="984" y="607"/>
                  </a:lnTo>
                  <a:cubicBezTo>
                    <a:pt x="1067" y="461"/>
                    <a:pt x="984" y="273"/>
                    <a:pt x="837" y="210"/>
                  </a:cubicBezTo>
                  <a:lnTo>
                    <a:pt x="3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4"/>
            <p:cNvSpPr/>
            <p:nvPr/>
          </p:nvSpPr>
          <p:spPr>
            <a:xfrm>
              <a:off x="3278263" y="4368250"/>
              <a:ext cx="27750" cy="27750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336" y="1"/>
                  </a:moveTo>
                  <a:lnTo>
                    <a:pt x="1" y="775"/>
                  </a:lnTo>
                  <a:lnTo>
                    <a:pt x="775" y="1110"/>
                  </a:lnTo>
                  <a:lnTo>
                    <a:pt x="1110" y="336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4"/>
            <p:cNvSpPr/>
            <p:nvPr/>
          </p:nvSpPr>
          <p:spPr>
            <a:xfrm>
              <a:off x="3116113" y="4393375"/>
              <a:ext cx="166900" cy="360950"/>
            </a:xfrm>
            <a:custGeom>
              <a:avLst/>
              <a:gdLst/>
              <a:ahLst/>
              <a:cxnLst/>
              <a:rect l="l" t="t" r="r" b="b"/>
              <a:pathLst>
                <a:path w="6676" h="14438" extrusionOk="0">
                  <a:moveTo>
                    <a:pt x="6382" y="0"/>
                  </a:moveTo>
                  <a:lnTo>
                    <a:pt x="6299" y="189"/>
                  </a:lnTo>
                  <a:lnTo>
                    <a:pt x="0" y="14312"/>
                  </a:lnTo>
                  <a:lnTo>
                    <a:pt x="273" y="14438"/>
                  </a:lnTo>
                  <a:lnTo>
                    <a:pt x="6675" y="126"/>
                  </a:lnTo>
                  <a:lnTo>
                    <a:pt x="63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4"/>
            <p:cNvSpPr/>
            <p:nvPr/>
          </p:nvSpPr>
          <p:spPr>
            <a:xfrm>
              <a:off x="3122913" y="4396500"/>
              <a:ext cx="171600" cy="363050"/>
            </a:xfrm>
            <a:custGeom>
              <a:avLst/>
              <a:gdLst/>
              <a:ahLst/>
              <a:cxnLst/>
              <a:rect l="l" t="t" r="r" b="b"/>
              <a:pathLst>
                <a:path w="6864" h="14522" extrusionOk="0">
                  <a:moveTo>
                    <a:pt x="6403" y="1"/>
                  </a:moveTo>
                  <a:lnTo>
                    <a:pt x="1" y="14313"/>
                  </a:lnTo>
                  <a:lnTo>
                    <a:pt x="482" y="14522"/>
                  </a:lnTo>
                  <a:lnTo>
                    <a:pt x="6863" y="210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44"/>
            <p:cNvSpPr/>
            <p:nvPr/>
          </p:nvSpPr>
          <p:spPr>
            <a:xfrm>
              <a:off x="3275663" y="4387625"/>
              <a:ext cx="24700" cy="14400"/>
            </a:xfrm>
            <a:custGeom>
              <a:avLst/>
              <a:gdLst/>
              <a:ahLst/>
              <a:cxnLst/>
              <a:rect l="l" t="t" r="r" b="b"/>
              <a:pathLst>
                <a:path w="988" h="576" extrusionOk="0">
                  <a:moveTo>
                    <a:pt x="105" y="0"/>
                  </a:moveTo>
                  <a:lnTo>
                    <a:pt x="63" y="84"/>
                  </a:lnTo>
                  <a:lnTo>
                    <a:pt x="63" y="105"/>
                  </a:lnTo>
                  <a:lnTo>
                    <a:pt x="0" y="230"/>
                  </a:lnTo>
                  <a:lnTo>
                    <a:pt x="293" y="356"/>
                  </a:lnTo>
                  <a:lnTo>
                    <a:pt x="753" y="565"/>
                  </a:lnTo>
                  <a:cubicBezTo>
                    <a:pt x="773" y="573"/>
                    <a:pt x="792" y="576"/>
                    <a:pt x="809" y="576"/>
                  </a:cubicBezTo>
                  <a:cubicBezTo>
                    <a:pt x="937" y="576"/>
                    <a:pt x="987" y="390"/>
                    <a:pt x="858" y="335"/>
                  </a:cubicBezTo>
                  <a:lnTo>
                    <a:pt x="879" y="33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4"/>
            <p:cNvSpPr/>
            <p:nvPr/>
          </p:nvSpPr>
          <p:spPr>
            <a:xfrm>
              <a:off x="3287163" y="4362500"/>
              <a:ext cx="23575" cy="14575"/>
            </a:xfrm>
            <a:custGeom>
              <a:avLst/>
              <a:gdLst/>
              <a:ahLst/>
              <a:cxnLst/>
              <a:rect l="l" t="t" r="r" b="b"/>
              <a:pathLst>
                <a:path w="943" h="583" extrusionOk="0">
                  <a:moveTo>
                    <a:pt x="105" y="1"/>
                  </a:moveTo>
                  <a:lnTo>
                    <a:pt x="42" y="126"/>
                  </a:lnTo>
                  <a:lnTo>
                    <a:pt x="1" y="231"/>
                  </a:lnTo>
                  <a:lnTo>
                    <a:pt x="754" y="566"/>
                  </a:lnTo>
                  <a:cubicBezTo>
                    <a:pt x="771" y="577"/>
                    <a:pt x="790" y="583"/>
                    <a:pt x="809" y="583"/>
                  </a:cubicBezTo>
                  <a:cubicBezTo>
                    <a:pt x="858" y="583"/>
                    <a:pt x="906" y="548"/>
                    <a:pt x="921" y="503"/>
                  </a:cubicBezTo>
                  <a:cubicBezTo>
                    <a:pt x="942" y="440"/>
                    <a:pt x="921" y="377"/>
                    <a:pt x="858" y="336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4"/>
            <p:cNvSpPr/>
            <p:nvPr/>
          </p:nvSpPr>
          <p:spPr>
            <a:xfrm>
              <a:off x="3098338" y="4751175"/>
              <a:ext cx="36625" cy="42375"/>
            </a:xfrm>
            <a:custGeom>
              <a:avLst/>
              <a:gdLst/>
              <a:ahLst/>
              <a:cxnLst/>
              <a:rect l="l" t="t" r="r" b="b"/>
              <a:pathLst>
                <a:path w="1465" h="1695" extrusionOk="0">
                  <a:moveTo>
                    <a:pt x="711" y="0"/>
                  </a:moveTo>
                  <a:lnTo>
                    <a:pt x="0" y="1590"/>
                  </a:lnTo>
                  <a:lnTo>
                    <a:pt x="0" y="1695"/>
                  </a:lnTo>
                  <a:lnTo>
                    <a:pt x="1465" y="335"/>
                  </a:lnTo>
                  <a:lnTo>
                    <a:pt x="984" y="126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EBD3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4"/>
            <p:cNvSpPr/>
            <p:nvPr/>
          </p:nvSpPr>
          <p:spPr>
            <a:xfrm>
              <a:off x="3098338" y="4781500"/>
              <a:ext cx="8375" cy="12050"/>
            </a:xfrm>
            <a:custGeom>
              <a:avLst/>
              <a:gdLst/>
              <a:ahLst/>
              <a:cxnLst/>
              <a:rect l="l" t="t" r="r" b="b"/>
              <a:pathLst>
                <a:path w="335" h="482" extrusionOk="0">
                  <a:moveTo>
                    <a:pt x="0" y="1"/>
                  </a:moveTo>
                  <a:lnTo>
                    <a:pt x="0" y="482"/>
                  </a:lnTo>
                  <a:lnTo>
                    <a:pt x="335" y="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44"/>
          <p:cNvGrpSpPr/>
          <p:nvPr/>
        </p:nvGrpSpPr>
        <p:grpSpPr>
          <a:xfrm rot="-768563">
            <a:off x="-342517" y="1630002"/>
            <a:ext cx="964645" cy="881531"/>
            <a:chOff x="1427588" y="2103288"/>
            <a:chExt cx="747013" cy="682650"/>
          </a:xfrm>
        </p:grpSpPr>
        <p:grpSp>
          <p:nvGrpSpPr>
            <p:cNvPr id="535" name="Google Shape;535;p44"/>
            <p:cNvGrpSpPr/>
            <p:nvPr/>
          </p:nvGrpSpPr>
          <p:grpSpPr>
            <a:xfrm>
              <a:off x="1427600" y="2103288"/>
              <a:ext cx="747000" cy="682650"/>
              <a:chOff x="1427600" y="2103288"/>
              <a:chExt cx="747000" cy="682650"/>
            </a:xfrm>
          </p:grpSpPr>
          <p:sp>
            <p:nvSpPr>
              <p:cNvPr id="536" name="Google Shape;536;p44"/>
              <p:cNvSpPr/>
              <p:nvPr/>
            </p:nvSpPr>
            <p:spPr>
              <a:xfrm>
                <a:off x="1531175" y="2688613"/>
                <a:ext cx="92600" cy="97325"/>
              </a:xfrm>
              <a:custGeom>
                <a:avLst/>
                <a:gdLst/>
                <a:ahLst/>
                <a:cxnLst/>
                <a:rect l="l" t="t" r="r" b="b"/>
                <a:pathLst>
                  <a:path w="3704" h="3893" extrusionOk="0">
                    <a:moveTo>
                      <a:pt x="440" y="1"/>
                    </a:moveTo>
                    <a:cubicBezTo>
                      <a:pt x="189" y="1"/>
                      <a:pt x="0" y="210"/>
                      <a:pt x="0" y="440"/>
                    </a:cubicBezTo>
                    <a:lnTo>
                      <a:pt x="0" y="3432"/>
                    </a:lnTo>
                    <a:cubicBezTo>
                      <a:pt x="0" y="3683"/>
                      <a:pt x="189" y="3892"/>
                      <a:pt x="440" y="3892"/>
                    </a:cubicBezTo>
                    <a:lnTo>
                      <a:pt x="3243" y="3892"/>
                    </a:lnTo>
                    <a:cubicBezTo>
                      <a:pt x="3495" y="3892"/>
                      <a:pt x="3704" y="3683"/>
                      <a:pt x="3704" y="3432"/>
                    </a:cubicBezTo>
                    <a:lnTo>
                      <a:pt x="3704" y="440"/>
                    </a:lnTo>
                    <a:cubicBezTo>
                      <a:pt x="3704" y="210"/>
                      <a:pt x="3495" y="1"/>
                      <a:pt x="3243" y="1"/>
                    </a:cubicBezTo>
                    <a:close/>
                  </a:path>
                </a:pathLst>
              </a:custGeom>
              <a:solidFill>
                <a:srgbClr val="333333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44"/>
              <p:cNvSpPr/>
              <p:nvPr/>
            </p:nvSpPr>
            <p:spPr>
              <a:xfrm>
                <a:off x="1973175" y="2688613"/>
                <a:ext cx="93150" cy="97325"/>
              </a:xfrm>
              <a:custGeom>
                <a:avLst/>
                <a:gdLst/>
                <a:ahLst/>
                <a:cxnLst/>
                <a:rect l="l" t="t" r="r" b="b"/>
                <a:pathLst>
                  <a:path w="3726" h="3893" extrusionOk="0">
                    <a:moveTo>
                      <a:pt x="461" y="1"/>
                    </a:moveTo>
                    <a:cubicBezTo>
                      <a:pt x="210" y="1"/>
                      <a:pt x="1" y="210"/>
                      <a:pt x="1" y="440"/>
                    </a:cubicBezTo>
                    <a:lnTo>
                      <a:pt x="1" y="3432"/>
                    </a:lnTo>
                    <a:cubicBezTo>
                      <a:pt x="1" y="3683"/>
                      <a:pt x="210" y="3892"/>
                      <a:pt x="461" y="3892"/>
                    </a:cubicBezTo>
                    <a:lnTo>
                      <a:pt x="3265" y="3892"/>
                    </a:lnTo>
                    <a:cubicBezTo>
                      <a:pt x="3516" y="3892"/>
                      <a:pt x="3725" y="3683"/>
                      <a:pt x="3725" y="3432"/>
                    </a:cubicBezTo>
                    <a:lnTo>
                      <a:pt x="3725" y="440"/>
                    </a:lnTo>
                    <a:cubicBezTo>
                      <a:pt x="3725" y="210"/>
                      <a:pt x="3516" y="1"/>
                      <a:pt x="3265" y="1"/>
                    </a:cubicBezTo>
                    <a:close/>
                  </a:path>
                </a:pathLst>
              </a:custGeom>
              <a:solidFill>
                <a:srgbClr val="333333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44"/>
              <p:cNvSpPr/>
              <p:nvPr/>
            </p:nvSpPr>
            <p:spPr>
              <a:xfrm>
                <a:off x="1446950" y="2281138"/>
                <a:ext cx="7083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28332" h="670" extrusionOk="0">
                    <a:moveTo>
                      <a:pt x="1" y="0"/>
                    </a:moveTo>
                    <a:lnTo>
                      <a:pt x="1" y="670"/>
                    </a:lnTo>
                    <a:lnTo>
                      <a:pt x="28331" y="670"/>
                    </a:lnTo>
                    <a:lnTo>
                      <a:pt x="28331" y="0"/>
                    </a:lnTo>
                    <a:close/>
                  </a:path>
                </a:pathLst>
              </a:custGeom>
              <a:solidFill>
                <a:srgbClr val="808080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44"/>
              <p:cNvSpPr/>
              <p:nvPr/>
            </p:nvSpPr>
            <p:spPr>
              <a:xfrm>
                <a:off x="1482000" y="2103288"/>
                <a:ext cx="638725" cy="618600"/>
              </a:xfrm>
              <a:custGeom>
                <a:avLst/>
                <a:gdLst/>
                <a:ahLst/>
                <a:cxnLst/>
                <a:rect l="l" t="t" r="r" b="b"/>
                <a:pathLst>
                  <a:path w="25549" h="24744" extrusionOk="0">
                    <a:moveTo>
                      <a:pt x="8119" y="0"/>
                    </a:moveTo>
                    <a:cubicBezTo>
                      <a:pt x="3641" y="0"/>
                      <a:pt x="0" y="1339"/>
                      <a:pt x="0" y="5838"/>
                    </a:cubicBezTo>
                    <a:lnTo>
                      <a:pt x="0" y="22095"/>
                    </a:lnTo>
                    <a:cubicBezTo>
                      <a:pt x="0" y="24178"/>
                      <a:pt x="788" y="24735"/>
                      <a:pt x="2082" y="24735"/>
                    </a:cubicBezTo>
                    <a:cubicBezTo>
                      <a:pt x="3569" y="24735"/>
                      <a:pt x="5724" y="23999"/>
                      <a:pt x="8119" y="23999"/>
                    </a:cubicBezTo>
                    <a:lnTo>
                      <a:pt x="17409" y="23999"/>
                    </a:lnTo>
                    <a:cubicBezTo>
                      <a:pt x="19807" y="23999"/>
                      <a:pt x="21972" y="24744"/>
                      <a:pt x="23464" y="24744"/>
                    </a:cubicBezTo>
                    <a:cubicBezTo>
                      <a:pt x="24759" y="24744"/>
                      <a:pt x="25548" y="24184"/>
                      <a:pt x="25548" y="22095"/>
                    </a:cubicBezTo>
                    <a:lnTo>
                      <a:pt x="25548" y="5838"/>
                    </a:lnTo>
                    <a:cubicBezTo>
                      <a:pt x="25548" y="1339"/>
                      <a:pt x="21887" y="0"/>
                      <a:pt x="17409" y="0"/>
                    </a:cubicBezTo>
                    <a:close/>
                  </a:path>
                </a:pathLst>
              </a:custGeom>
              <a:solidFill>
                <a:srgbClr val="FBED21"/>
              </a:solidFill>
              <a:ln w="76200" cap="flat" cmpd="sng">
                <a:solidFill>
                  <a:schemeClr val="lt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44"/>
              <p:cNvSpPr/>
              <p:nvPr/>
            </p:nvSpPr>
            <p:spPr>
              <a:xfrm>
                <a:off x="1529075" y="2235613"/>
                <a:ext cx="266275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10651" h="6843" extrusionOk="0">
                    <a:moveTo>
                      <a:pt x="1" y="1"/>
                    </a:moveTo>
                    <a:lnTo>
                      <a:pt x="1" y="6843"/>
                    </a:lnTo>
                    <a:lnTo>
                      <a:pt x="10651" y="6843"/>
                    </a:lnTo>
                    <a:lnTo>
                      <a:pt x="10651" y="1"/>
                    </a:lnTo>
                    <a:close/>
                  </a:path>
                </a:pathLst>
              </a:custGeom>
              <a:solidFill>
                <a:srgbClr val="E5E5E5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44"/>
              <p:cNvSpPr/>
              <p:nvPr/>
            </p:nvSpPr>
            <p:spPr>
              <a:xfrm>
                <a:off x="1523325" y="2229863"/>
                <a:ext cx="277775" cy="182575"/>
              </a:xfrm>
              <a:custGeom>
                <a:avLst/>
                <a:gdLst/>
                <a:ahLst/>
                <a:cxnLst/>
                <a:rect l="l" t="t" r="r" b="b"/>
                <a:pathLst>
                  <a:path w="11111" h="7303" extrusionOk="0">
                    <a:moveTo>
                      <a:pt x="10651" y="461"/>
                    </a:moveTo>
                    <a:lnTo>
                      <a:pt x="10651" y="6843"/>
                    </a:lnTo>
                    <a:lnTo>
                      <a:pt x="461" y="6843"/>
                    </a:lnTo>
                    <a:lnTo>
                      <a:pt x="461" y="461"/>
                    </a:lnTo>
                    <a:close/>
                    <a:moveTo>
                      <a:pt x="0" y="1"/>
                    </a:moveTo>
                    <a:lnTo>
                      <a:pt x="0" y="7303"/>
                    </a:lnTo>
                    <a:lnTo>
                      <a:pt x="11111" y="7303"/>
                    </a:lnTo>
                    <a:lnTo>
                      <a:pt x="11111" y="1"/>
                    </a:lnTo>
                    <a:close/>
                  </a:path>
                </a:pathLst>
              </a:custGeom>
              <a:solidFill>
                <a:srgbClr val="808080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44"/>
              <p:cNvSpPr/>
              <p:nvPr/>
            </p:nvSpPr>
            <p:spPr>
              <a:xfrm>
                <a:off x="1806850" y="2235613"/>
                <a:ext cx="266275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10651" h="6843" extrusionOk="0">
                    <a:moveTo>
                      <a:pt x="0" y="1"/>
                    </a:moveTo>
                    <a:lnTo>
                      <a:pt x="0" y="6843"/>
                    </a:lnTo>
                    <a:lnTo>
                      <a:pt x="10650" y="6843"/>
                    </a:lnTo>
                    <a:lnTo>
                      <a:pt x="10650" y="1"/>
                    </a:lnTo>
                    <a:close/>
                  </a:path>
                </a:pathLst>
              </a:custGeom>
              <a:solidFill>
                <a:srgbClr val="E5E5E5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44"/>
              <p:cNvSpPr/>
              <p:nvPr/>
            </p:nvSpPr>
            <p:spPr>
              <a:xfrm>
                <a:off x="1801075" y="2229863"/>
                <a:ext cx="277800" cy="182575"/>
              </a:xfrm>
              <a:custGeom>
                <a:avLst/>
                <a:gdLst/>
                <a:ahLst/>
                <a:cxnLst/>
                <a:rect l="l" t="t" r="r" b="b"/>
                <a:pathLst>
                  <a:path w="11112" h="7303" extrusionOk="0">
                    <a:moveTo>
                      <a:pt x="10651" y="461"/>
                    </a:moveTo>
                    <a:lnTo>
                      <a:pt x="10651" y="6843"/>
                    </a:lnTo>
                    <a:lnTo>
                      <a:pt x="461" y="6843"/>
                    </a:lnTo>
                    <a:lnTo>
                      <a:pt x="461" y="461"/>
                    </a:lnTo>
                    <a:close/>
                    <a:moveTo>
                      <a:pt x="1" y="1"/>
                    </a:moveTo>
                    <a:lnTo>
                      <a:pt x="1" y="7303"/>
                    </a:lnTo>
                    <a:lnTo>
                      <a:pt x="11111" y="7303"/>
                    </a:lnTo>
                    <a:lnTo>
                      <a:pt x="11111" y="1"/>
                    </a:lnTo>
                    <a:close/>
                  </a:path>
                </a:pathLst>
              </a:custGeom>
              <a:solidFill>
                <a:srgbClr val="808080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44"/>
              <p:cNvSpPr/>
              <p:nvPr/>
            </p:nvSpPr>
            <p:spPr>
              <a:xfrm>
                <a:off x="1529075" y="2235613"/>
                <a:ext cx="266275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10651" h="6843" extrusionOk="0">
                    <a:moveTo>
                      <a:pt x="1" y="1"/>
                    </a:moveTo>
                    <a:lnTo>
                      <a:pt x="1" y="6843"/>
                    </a:lnTo>
                    <a:lnTo>
                      <a:pt x="10651" y="6843"/>
                    </a:lnTo>
                    <a:lnTo>
                      <a:pt x="10651" y="1"/>
                    </a:lnTo>
                    <a:close/>
                  </a:path>
                </a:pathLst>
              </a:custGeom>
              <a:solidFill>
                <a:srgbClr val="085CA0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44"/>
              <p:cNvSpPr/>
              <p:nvPr/>
            </p:nvSpPr>
            <p:spPr>
              <a:xfrm>
                <a:off x="1523325" y="2229863"/>
                <a:ext cx="277775" cy="182575"/>
              </a:xfrm>
              <a:custGeom>
                <a:avLst/>
                <a:gdLst/>
                <a:ahLst/>
                <a:cxnLst/>
                <a:rect l="l" t="t" r="r" b="b"/>
                <a:pathLst>
                  <a:path w="11111" h="7303" extrusionOk="0">
                    <a:moveTo>
                      <a:pt x="10651" y="461"/>
                    </a:moveTo>
                    <a:lnTo>
                      <a:pt x="10651" y="6843"/>
                    </a:lnTo>
                    <a:lnTo>
                      <a:pt x="461" y="6843"/>
                    </a:lnTo>
                    <a:lnTo>
                      <a:pt x="461" y="461"/>
                    </a:lnTo>
                    <a:close/>
                    <a:moveTo>
                      <a:pt x="0" y="1"/>
                    </a:moveTo>
                    <a:lnTo>
                      <a:pt x="0" y="7303"/>
                    </a:lnTo>
                    <a:lnTo>
                      <a:pt x="11111" y="7303"/>
                    </a:lnTo>
                    <a:lnTo>
                      <a:pt x="11111" y="1"/>
                    </a:lnTo>
                    <a:close/>
                  </a:path>
                </a:pathLst>
              </a:custGeom>
              <a:solidFill>
                <a:srgbClr val="085CA0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44"/>
              <p:cNvSpPr/>
              <p:nvPr/>
            </p:nvSpPr>
            <p:spPr>
              <a:xfrm>
                <a:off x="1806850" y="2235613"/>
                <a:ext cx="266275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10651" h="6843" extrusionOk="0">
                    <a:moveTo>
                      <a:pt x="0" y="1"/>
                    </a:moveTo>
                    <a:lnTo>
                      <a:pt x="0" y="6843"/>
                    </a:lnTo>
                    <a:lnTo>
                      <a:pt x="10650" y="6843"/>
                    </a:lnTo>
                    <a:lnTo>
                      <a:pt x="10650" y="1"/>
                    </a:lnTo>
                    <a:close/>
                  </a:path>
                </a:pathLst>
              </a:custGeom>
              <a:solidFill>
                <a:srgbClr val="085CA0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44"/>
              <p:cNvSpPr/>
              <p:nvPr/>
            </p:nvSpPr>
            <p:spPr>
              <a:xfrm>
                <a:off x="1801075" y="2229863"/>
                <a:ext cx="277800" cy="182575"/>
              </a:xfrm>
              <a:custGeom>
                <a:avLst/>
                <a:gdLst/>
                <a:ahLst/>
                <a:cxnLst/>
                <a:rect l="l" t="t" r="r" b="b"/>
                <a:pathLst>
                  <a:path w="11112" h="7303" extrusionOk="0">
                    <a:moveTo>
                      <a:pt x="10651" y="461"/>
                    </a:moveTo>
                    <a:lnTo>
                      <a:pt x="10651" y="6843"/>
                    </a:lnTo>
                    <a:lnTo>
                      <a:pt x="461" y="6843"/>
                    </a:lnTo>
                    <a:lnTo>
                      <a:pt x="461" y="461"/>
                    </a:lnTo>
                    <a:close/>
                    <a:moveTo>
                      <a:pt x="1" y="1"/>
                    </a:moveTo>
                    <a:lnTo>
                      <a:pt x="1" y="7303"/>
                    </a:lnTo>
                    <a:lnTo>
                      <a:pt x="11111" y="7303"/>
                    </a:lnTo>
                    <a:lnTo>
                      <a:pt x="11111" y="1"/>
                    </a:lnTo>
                    <a:close/>
                  </a:path>
                </a:pathLst>
              </a:custGeom>
              <a:solidFill>
                <a:srgbClr val="085CA0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44"/>
              <p:cNvSpPr/>
              <p:nvPr/>
            </p:nvSpPr>
            <p:spPr>
              <a:xfrm>
                <a:off x="1531700" y="2435438"/>
                <a:ext cx="538800" cy="256350"/>
              </a:xfrm>
              <a:custGeom>
                <a:avLst/>
                <a:gdLst/>
                <a:ahLst/>
                <a:cxnLst/>
                <a:rect l="l" t="t" r="r" b="b"/>
                <a:pathLst>
                  <a:path w="21552" h="10254" extrusionOk="0">
                    <a:moveTo>
                      <a:pt x="230" y="1"/>
                    </a:moveTo>
                    <a:cubicBezTo>
                      <a:pt x="105" y="1"/>
                      <a:pt x="0" y="105"/>
                      <a:pt x="0" y="231"/>
                    </a:cubicBezTo>
                    <a:lnTo>
                      <a:pt x="0" y="10023"/>
                    </a:lnTo>
                    <a:cubicBezTo>
                      <a:pt x="0" y="10148"/>
                      <a:pt x="105" y="10253"/>
                      <a:pt x="230" y="10253"/>
                    </a:cubicBezTo>
                    <a:lnTo>
                      <a:pt x="21321" y="10253"/>
                    </a:lnTo>
                    <a:cubicBezTo>
                      <a:pt x="21447" y="10253"/>
                      <a:pt x="21552" y="10148"/>
                      <a:pt x="21552" y="10023"/>
                    </a:cubicBezTo>
                    <a:lnTo>
                      <a:pt x="21552" y="231"/>
                    </a:lnTo>
                    <a:cubicBezTo>
                      <a:pt x="21552" y="105"/>
                      <a:pt x="21447" y="1"/>
                      <a:pt x="21321" y="1"/>
                    </a:cubicBezTo>
                    <a:close/>
                  </a:path>
                </a:pathLst>
              </a:custGeom>
              <a:solidFill>
                <a:srgbClr val="FBED2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44"/>
              <p:cNvSpPr/>
              <p:nvPr/>
            </p:nvSpPr>
            <p:spPr>
              <a:xfrm>
                <a:off x="1525950" y="2429688"/>
                <a:ext cx="550300" cy="267850"/>
              </a:xfrm>
              <a:custGeom>
                <a:avLst/>
                <a:gdLst/>
                <a:ahLst/>
                <a:cxnLst/>
                <a:rect l="l" t="t" r="r" b="b"/>
                <a:pathLst>
                  <a:path w="22012" h="10714" extrusionOk="0">
                    <a:moveTo>
                      <a:pt x="21572" y="461"/>
                    </a:moveTo>
                    <a:lnTo>
                      <a:pt x="21572" y="10253"/>
                    </a:lnTo>
                    <a:lnTo>
                      <a:pt x="460" y="10253"/>
                    </a:lnTo>
                    <a:lnTo>
                      <a:pt x="460" y="461"/>
                    </a:lnTo>
                    <a:close/>
                    <a:moveTo>
                      <a:pt x="460" y="0"/>
                    </a:moveTo>
                    <a:cubicBezTo>
                      <a:pt x="209" y="0"/>
                      <a:pt x="0" y="210"/>
                      <a:pt x="0" y="461"/>
                    </a:cubicBezTo>
                    <a:lnTo>
                      <a:pt x="0" y="10253"/>
                    </a:lnTo>
                    <a:cubicBezTo>
                      <a:pt x="0" y="10504"/>
                      <a:pt x="209" y="10713"/>
                      <a:pt x="460" y="10713"/>
                    </a:cubicBezTo>
                    <a:lnTo>
                      <a:pt x="21572" y="10713"/>
                    </a:lnTo>
                    <a:cubicBezTo>
                      <a:pt x="21802" y="10713"/>
                      <a:pt x="22012" y="10504"/>
                      <a:pt x="22012" y="10253"/>
                    </a:cubicBezTo>
                    <a:lnTo>
                      <a:pt x="22012" y="461"/>
                    </a:lnTo>
                    <a:cubicBezTo>
                      <a:pt x="22012" y="210"/>
                      <a:pt x="21802" y="0"/>
                      <a:pt x="21572" y="0"/>
                    </a:cubicBezTo>
                    <a:close/>
                  </a:path>
                </a:pathLst>
              </a:custGeom>
              <a:solidFill>
                <a:srgbClr val="FADB3B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44"/>
              <p:cNvSpPr/>
              <p:nvPr/>
            </p:nvSpPr>
            <p:spPr>
              <a:xfrm>
                <a:off x="1461075" y="2650438"/>
                <a:ext cx="680575" cy="76375"/>
              </a:xfrm>
              <a:custGeom>
                <a:avLst/>
                <a:gdLst/>
                <a:ahLst/>
                <a:cxnLst/>
                <a:rect l="l" t="t" r="r" b="b"/>
                <a:pathLst>
                  <a:path w="27223" h="3055" extrusionOk="0">
                    <a:moveTo>
                      <a:pt x="440" y="0"/>
                    </a:moveTo>
                    <a:cubicBezTo>
                      <a:pt x="189" y="0"/>
                      <a:pt x="1" y="209"/>
                      <a:pt x="1" y="460"/>
                    </a:cubicBezTo>
                    <a:lnTo>
                      <a:pt x="1" y="2595"/>
                    </a:lnTo>
                    <a:cubicBezTo>
                      <a:pt x="1" y="2846"/>
                      <a:pt x="189" y="3055"/>
                      <a:pt x="440" y="3055"/>
                    </a:cubicBezTo>
                    <a:lnTo>
                      <a:pt x="26762" y="3055"/>
                    </a:lnTo>
                    <a:cubicBezTo>
                      <a:pt x="27013" y="3055"/>
                      <a:pt x="27222" y="2846"/>
                      <a:pt x="27222" y="2595"/>
                    </a:cubicBezTo>
                    <a:lnTo>
                      <a:pt x="27222" y="460"/>
                    </a:lnTo>
                    <a:cubicBezTo>
                      <a:pt x="27222" y="209"/>
                      <a:pt x="27013" y="0"/>
                      <a:pt x="26762" y="0"/>
                    </a:cubicBezTo>
                    <a:close/>
                  </a:path>
                </a:pathLst>
              </a:custGeom>
              <a:solidFill>
                <a:srgbClr val="989898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44"/>
              <p:cNvSpPr/>
              <p:nvPr/>
            </p:nvSpPr>
            <p:spPr>
              <a:xfrm>
                <a:off x="1427600" y="2269088"/>
                <a:ext cx="4292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4312" extrusionOk="0">
                    <a:moveTo>
                      <a:pt x="858" y="1"/>
                    </a:moveTo>
                    <a:cubicBezTo>
                      <a:pt x="398" y="1"/>
                      <a:pt x="0" y="377"/>
                      <a:pt x="0" y="859"/>
                    </a:cubicBezTo>
                    <a:lnTo>
                      <a:pt x="0" y="3474"/>
                    </a:lnTo>
                    <a:cubicBezTo>
                      <a:pt x="0" y="3934"/>
                      <a:pt x="398" y="4311"/>
                      <a:pt x="858" y="4311"/>
                    </a:cubicBezTo>
                    <a:cubicBezTo>
                      <a:pt x="1340" y="4311"/>
                      <a:pt x="1716" y="3934"/>
                      <a:pt x="1716" y="3474"/>
                    </a:cubicBezTo>
                    <a:lnTo>
                      <a:pt x="1716" y="859"/>
                    </a:lnTo>
                    <a:cubicBezTo>
                      <a:pt x="1716" y="377"/>
                      <a:pt x="1340" y="1"/>
                      <a:pt x="858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44"/>
              <p:cNvSpPr/>
              <p:nvPr/>
            </p:nvSpPr>
            <p:spPr>
              <a:xfrm>
                <a:off x="2131675" y="2269088"/>
                <a:ext cx="4292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4312" extrusionOk="0">
                    <a:moveTo>
                      <a:pt x="858" y="1"/>
                    </a:moveTo>
                    <a:cubicBezTo>
                      <a:pt x="377" y="1"/>
                      <a:pt x="1" y="377"/>
                      <a:pt x="1" y="859"/>
                    </a:cubicBezTo>
                    <a:lnTo>
                      <a:pt x="1" y="3474"/>
                    </a:lnTo>
                    <a:cubicBezTo>
                      <a:pt x="1" y="3923"/>
                      <a:pt x="358" y="4312"/>
                      <a:pt x="822" y="4312"/>
                    </a:cubicBezTo>
                    <a:cubicBezTo>
                      <a:pt x="834" y="4312"/>
                      <a:pt x="846" y="4312"/>
                      <a:pt x="858" y="4311"/>
                    </a:cubicBezTo>
                    <a:cubicBezTo>
                      <a:pt x="870" y="4312"/>
                      <a:pt x="882" y="4312"/>
                      <a:pt x="893" y="4312"/>
                    </a:cubicBezTo>
                    <a:cubicBezTo>
                      <a:pt x="1339" y="4312"/>
                      <a:pt x="1716" y="3923"/>
                      <a:pt x="1716" y="3474"/>
                    </a:cubicBezTo>
                    <a:lnTo>
                      <a:pt x="1716" y="859"/>
                    </a:lnTo>
                    <a:cubicBezTo>
                      <a:pt x="1716" y="377"/>
                      <a:pt x="1319" y="1"/>
                      <a:pt x="858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44"/>
              <p:cNvSpPr/>
              <p:nvPr/>
            </p:nvSpPr>
            <p:spPr>
              <a:xfrm>
                <a:off x="1549475" y="2503438"/>
                <a:ext cx="92625" cy="49200"/>
              </a:xfrm>
              <a:custGeom>
                <a:avLst/>
                <a:gdLst/>
                <a:ahLst/>
                <a:cxnLst/>
                <a:rect l="l" t="t" r="r" b="b"/>
                <a:pathLst>
                  <a:path w="3705" h="1968" extrusionOk="0">
                    <a:moveTo>
                      <a:pt x="440" y="1"/>
                    </a:moveTo>
                    <a:cubicBezTo>
                      <a:pt x="210" y="1"/>
                      <a:pt x="1" y="210"/>
                      <a:pt x="1" y="461"/>
                    </a:cubicBezTo>
                    <a:lnTo>
                      <a:pt x="1" y="1528"/>
                    </a:lnTo>
                    <a:cubicBezTo>
                      <a:pt x="1" y="1758"/>
                      <a:pt x="210" y="1967"/>
                      <a:pt x="440" y="1967"/>
                    </a:cubicBezTo>
                    <a:lnTo>
                      <a:pt x="3265" y="1967"/>
                    </a:lnTo>
                    <a:cubicBezTo>
                      <a:pt x="3516" y="1967"/>
                      <a:pt x="3704" y="1758"/>
                      <a:pt x="3704" y="1528"/>
                    </a:cubicBezTo>
                    <a:lnTo>
                      <a:pt x="3704" y="461"/>
                    </a:lnTo>
                    <a:cubicBezTo>
                      <a:pt x="3704" y="210"/>
                      <a:pt x="3516" y="1"/>
                      <a:pt x="3265" y="1"/>
                    </a:cubicBezTo>
                    <a:close/>
                  </a:path>
                </a:pathLst>
              </a:custGeom>
              <a:solidFill>
                <a:srgbClr val="E5E5E5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44"/>
              <p:cNvSpPr/>
              <p:nvPr/>
            </p:nvSpPr>
            <p:spPr>
              <a:xfrm>
                <a:off x="1962200" y="2503438"/>
                <a:ext cx="93125" cy="49200"/>
              </a:xfrm>
              <a:custGeom>
                <a:avLst/>
                <a:gdLst/>
                <a:ahLst/>
                <a:cxnLst/>
                <a:rect l="l" t="t" r="r" b="b"/>
                <a:pathLst>
                  <a:path w="3725" h="1968" extrusionOk="0">
                    <a:moveTo>
                      <a:pt x="461" y="1"/>
                    </a:moveTo>
                    <a:cubicBezTo>
                      <a:pt x="210" y="1"/>
                      <a:pt x="0" y="210"/>
                      <a:pt x="0" y="461"/>
                    </a:cubicBezTo>
                    <a:lnTo>
                      <a:pt x="0" y="1528"/>
                    </a:lnTo>
                    <a:cubicBezTo>
                      <a:pt x="0" y="1758"/>
                      <a:pt x="210" y="1967"/>
                      <a:pt x="461" y="1967"/>
                    </a:cubicBezTo>
                    <a:lnTo>
                      <a:pt x="3264" y="1967"/>
                    </a:lnTo>
                    <a:cubicBezTo>
                      <a:pt x="3516" y="1967"/>
                      <a:pt x="3725" y="1758"/>
                      <a:pt x="3725" y="1528"/>
                    </a:cubicBezTo>
                    <a:lnTo>
                      <a:pt x="3725" y="461"/>
                    </a:lnTo>
                    <a:cubicBezTo>
                      <a:pt x="3725" y="210"/>
                      <a:pt x="3516" y="1"/>
                      <a:pt x="3264" y="1"/>
                    </a:cubicBezTo>
                    <a:close/>
                  </a:path>
                </a:pathLst>
              </a:custGeom>
              <a:solidFill>
                <a:srgbClr val="E5E5E5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44"/>
              <p:cNvSpPr/>
              <p:nvPr/>
            </p:nvSpPr>
            <p:spPr>
              <a:xfrm>
                <a:off x="1676075" y="2503438"/>
                <a:ext cx="2484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9939" h="712" extrusionOk="0">
                    <a:moveTo>
                      <a:pt x="0" y="1"/>
                    </a:moveTo>
                    <a:lnTo>
                      <a:pt x="0" y="712"/>
                    </a:lnTo>
                    <a:lnTo>
                      <a:pt x="9939" y="712"/>
                    </a:lnTo>
                    <a:lnTo>
                      <a:pt x="9939" y="1"/>
                    </a:lnTo>
                    <a:close/>
                  </a:path>
                </a:pathLst>
              </a:custGeom>
              <a:solidFill>
                <a:srgbClr val="F6921E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44"/>
              <p:cNvSpPr/>
              <p:nvPr/>
            </p:nvSpPr>
            <p:spPr>
              <a:xfrm>
                <a:off x="1676075" y="2537438"/>
                <a:ext cx="248475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9939" h="713" extrusionOk="0">
                    <a:moveTo>
                      <a:pt x="0" y="1"/>
                    </a:moveTo>
                    <a:lnTo>
                      <a:pt x="0" y="712"/>
                    </a:lnTo>
                    <a:lnTo>
                      <a:pt x="9939" y="712"/>
                    </a:lnTo>
                    <a:lnTo>
                      <a:pt x="9939" y="1"/>
                    </a:lnTo>
                    <a:close/>
                  </a:path>
                </a:pathLst>
              </a:custGeom>
              <a:solidFill>
                <a:srgbClr val="F6921E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44"/>
              <p:cNvSpPr/>
              <p:nvPr/>
            </p:nvSpPr>
            <p:spPr>
              <a:xfrm>
                <a:off x="1676075" y="2571963"/>
                <a:ext cx="248475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9939" h="692" extrusionOk="0">
                    <a:moveTo>
                      <a:pt x="0" y="1"/>
                    </a:moveTo>
                    <a:lnTo>
                      <a:pt x="0" y="691"/>
                    </a:lnTo>
                    <a:lnTo>
                      <a:pt x="9939" y="691"/>
                    </a:lnTo>
                    <a:lnTo>
                      <a:pt x="9939" y="1"/>
                    </a:lnTo>
                    <a:close/>
                  </a:path>
                </a:pathLst>
              </a:custGeom>
              <a:solidFill>
                <a:srgbClr val="F6921E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44"/>
              <p:cNvSpPr/>
              <p:nvPr/>
            </p:nvSpPr>
            <p:spPr>
              <a:xfrm>
                <a:off x="1676075" y="2605963"/>
                <a:ext cx="2484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9939" h="712" extrusionOk="0">
                    <a:moveTo>
                      <a:pt x="0" y="1"/>
                    </a:moveTo>
                    <a:lnTo>
                      <a:pt x="0" y="712"/>
                    </a:lnTo>
                    <a:lnTo>
                      <a:pt x="9939" y="712"/>
                    </a:lnTo>
                    <a:lnTo>
                      <a:pt x="9939" y="1"/>
                    </a:lnTo>
                    <a:close/>
                  </a:path>
                </a:pathLst>
              </a:custGeom>
              <a:solidFill>
                <a:srgbClr val="F6921E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44"/>
              <p:cNvSpPr/>
              <p:nvPr/>
            </p:nvSpPr>
            <p:spPr>
              <a:xfrm>
                <a:off x="1590275" y="2151388"/>
                <a:ext cx="421650" cy="68550"/>
              </a:xfrm>
              <a:custGeom>
                <a:avLst/>
                <a:gdLst/>
                <a:ahLst/>
                <a:cxnLst/>
                <a:rect l="l" t="t" r="r" b="b"/>
                <a:pathLst>
                  <a:path w="16866" h="2742" extrusionOk="0">
                    <a:moveTo>
                      <a:pt x="440" y="1"/>
                    </a:moveTo>
                    <a:cubicBezTo>
                      <a:pt x="189" y="1"/>
                      <a:pt x="1" y="210"/>
                      <a:pt x="1" y="461"/>
                    </a:cubicBezTo>
                    <a:lnTo>
                      <a:pt x="1" y="2282"/>
                    </a:lnTo>
                    <a:cubicBezTo>
                      <a:pt x="1" y="2533"/>
                      <a:pt x="189" y="2742"/>
                      <a:pt x="440" y="2742"/>
                    </a:cubicBezTo>
                    <a:lnTo>
                      <a:pt x="16426" y="2742"/>
                    </a:lnTo>
                    <a:cubicBezTo>
                      <a:pt x="16677" y="2742"/>
                      <a:pt x="16865" y="2533"/>
                      <a:pt x="16865" y="2282"/>
                    </a:cubicBezTo>
                    <a:lnTo>
                      <a:pt x="16865" y="461"/>
                    </a:lnTo>
                    <a:cubicBezTo>
                      <a:pt x="16865" y="210"/>
                      <a:pt x="16677" y="1"/>
                      <a:pt x="16426" y="1"/>
                    </a:cubicBezTo>
                    <a:close/>
                  </a:path>
                </a:pathLst>
              </a:custGeom>
              <a:solidFill>
                <a:srgbClr val="BA8783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44"/>
              <p:cNvSpPr/>
              <p:nvPr/>
            </p:nvSpPr>
            <p:spPr>
              <a:xfrm>
                <a:off x="1952775" y="2160813"/>
                <a:ext cx="55475" cy="47125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5" extrusionOk="0">
                    <a:moveTo>
                      <a:pt x="942" y="1"/>
                    </a:moveTo>
                    <a:cubicBezTo>
                      <a:pt x="419" y="1"/>
                      <a:pt x="1" y="419"/>
                      <a:pt x="1" y="942"/>
                    </a:cubicBezTo>
                    <a:cubicBezTo>
                      <a:pt x="1" y="1510"/>
                      <a:pt x="472" y="1885"/>
                      <a:pt x="958" y="1885"/>
                    </a:cubicBezTo>
                    <a:cubicBezTo>
                      <a:pt x="1189" y="1885"/>
                      <a:pt x="1423" y="1800"/>
                      <a:pt x="1612" y="1612"/>
                    </a:cubicBezTo>
                    <a:cubicBezTo>
                      <a:pt x="2219" y="1005"/>
                      <a:pt x="1800" y="1"/>
                      <a:pt x="942" y="1"/>
                    </a:cubicBezTo>
                    <a:close/>
                  </a:path>
                </a:pathLst>
              </a:custGeom>
              <a:solidFill>
                <a:srgbClr val="FADB3B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44"/>
              <p:cNvSpPr/>
              <p:nvPr/>
            </p:nvSpPr>
            <p:spPr>
              <a:xfrm>
                <a:off x="1899425" y="2160813"/>
                <a:ext cx="54950" cy="4712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1885" extrusionOk="0">
                    <a:moveTo>
                      <a:pt x="942" y="1"/>
                    </a:moveTo>
                    <a:cubicBezTo>
                      <a:pt x="419" y="1"/>
                      <a:pt x="1" y="419"/>
                      <a:pt x="1" y="942"/>
                    </a:cubicBezTo>
                    <a:cubicBezTo>
                      <a:pt x="1" y="1510"/>
                      <a:pt x="462" y="1885"/>
                      <a:pt x="949" y="1885"/>
                    </a:cubicBezTo>
                    <a:cubicBezTo>
                      <a:pt x="1180" y="1885"/>
                      <a:pt x="1416" y="1800"/>
                      <a:pt x="1612" y="1612"/>
                    </a:cubicBezTo>
                    <a:cubicBezTo>
                      <a:pt x="2198" y="1005"/>
                      <a:pt x="1779" y="1"/>
                      <a:pt x="942" y="1"/>
                    </a:cubicBezTo>
                    <a:close/>
                  </a:path>
                </a:pathLst>
              </a:custGeom>
              <a:solidFill>
                <a:srgbClr val="C0272D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44"/>
              <p:cNvSpPr/>
              <p:nvPr/>
            </p:nvSpPr>
            <p:spPr>
              <a:xfrm>
                <a:off x="1593950" y="2160813"/>
                <a:ext cx="55475" cy="47125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5" extrusionOk="0">
                    <a:moveTo>
                      <a:pt x="1276" y="1"/>
                    </a:moveTo>
                    <a:cubicBezTo>
                      <a:pt x="419" y="1"/>
                      <a:pt x="0" y="1005"/>
                      <a:pt x="607" y="1612"/>
                    </a:cubicBezTo>
                    <a:cubicBezTo>
                      <a:pt x="796" y="1800"/>
                      <a:pt x="1030" y="1885"/>
                      <a:pt x="1260" y="1885"/>
                    </a:cubicBezTo>
                    <a:cubicBezTo>
                      <a:pt x="1747" y="1885"/>
                      <a:pt x="2218" y="1510"/>
                      <a:pt x="2218" y="942"/>
                    </a:cubicBezTo>
                    <a:cubicBezTo>
                      <a:pt x="2218" y="419"/>
                      <a:pt x="1800" y="1"/>
                      <a:pt x="1276" y="1"/>
                    </a:cubicBezTo>
                    <a:close/>
                  </a:path>
                </a:pathLst>
              </a:custGeom>
              <a:solidFill>
                <a:srgbClr val="FADB3B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44"/>
              <p:cNvSpPr/>
              <p:nvPr/>
            </p:nvSpPr>
            <p:spPr>
              <a:xfrm>
                <a:off x="1647300" y="2160788"/>
                <a:ext cx="55475" cy="47400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96" extrusionOk="0">
                    <a:moveTo>
                      <a:pt x="1313" y="1"/>
                    </a:moveTo>
                    <a:cubicBezTo>
                      <a:pt x="1301" y="1"/>
                      <a:pt x="1289" y="1"/>
                      <a:pt x="1277" y="2"/>
                    </a:cubicBezTo>
                    <a:cubicBezTo>
                      <a:pt x="440" y="2"/>
                      <a:pt x="0" y="1006"/>
                      <a:pt x="607" y="1613"/>
                    </a:cubicBezTo>
                    <a:cubicBezTo>
                      <a:pt x="803" y="1808"/>
                      <a:pt x="1039" y="1895"/>
                      <a:pt x="1271" y="1895"/>
                    </a:cubicBezTo>
                    <a:cubicBezTo>
                      <a:pt x="1757" y="1895"/>
                      <a:pt x="2218" y="1510"/>
                      <a:pt x="2218" y="943"/>
                    </a:cubicBezTo>
                    <a:cubicBezTo>
                      <a:pt x="2218" y="432"/>
                      <a:pt x="1819" y="1"/>
                      <a:pt x="1313" y="1"/>
                    </a:cubicBezTo>
                    <a:close/>
                  </a:path>
                </a:pathLst>
              </a:custGeom>
              <a:solidFill>
                <a:srgbClr val="C0272D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44"/>
              <p:cNvSpPr/>
              <p:nvPr/>
            </p:nvSpPr>
            <p:spPr>
              <a:xfrm>
                <a:off x="1718425" y="2160813"/>
                <a:ext cx="165325" cy="47100"/>
              </a:xfrm>
              <a:custGeom>
                <a:avLst/>
                <a:gdLst/>
                <a:ahLst/>
                <a:cxnLst/>
                <a:rect l="l" t="t" r="r" b="b"/>
                <a:pathLst>
                  <a:path w="6613" h="1884" extrusionOk="0">
                    <a:moveTo>
                      <a:pt x="1" y="1"/>
                    </a:moveTo>
                    <a:lnTo>
                      <a:pt x="1" y="1884"/>
                    </a:lnTo>
                    <a:lnTo>
                      <a:pt x="6613" y="1884"/>
                    </a:lnTo>
                    <a:lnTo>
                      <a:pt x="6613" y="1"/>
                    </a:lnTo>
                    <a:close/>
                  </a:path>
                </a:pathLst>
              </a:custGeom>
              <a:solidFill>
                <a:srgbClr val="7A4128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5" name="Google Shape;565;p44"/>
            <p:cNvSpPr/>
            <p:nvPr/>
          </p:nvSpPr>
          <p:spPr>
            <a:xfrm>
              <a:off x="1531163" y="2688613"/>
              <a:ext cx="92600" cy="97325"/>
            </a:xfrm>
            <a:custGeom>
              <a:avLst/>
              <a:gdLst/>
              <a:ahLst/>
              <a:cxnLst/>
              <a:rect l="l" t="t" r="r" b="b"/>
              <a:pathLst>
                <a:path w="3704" h="3893" extrusionOk="0">
                  <a:moveTo>
                    <a:pt x="440" y="1"/>
                  </a:moveTo>
                  <a:cubicBezTo>
                    <a:pt x="189" y="1"/>
                    <a:pt x="0" y="210"/>
                    <a:pt x="0" y="440"/>
                  </a:cubicBezTo>
                  <a:lnTo>
                    <a:pt x="0" y="3432"/>
                  </a:lnTo>
                  <a:cubicBezTo>
                    <a:pt x="0" y="3683"/>
                    <a:pt x="189" y="3892"/>
                    <a:pt x="440" y="3892"/>
                  </a:cubicBezTo>
                  <a:lnTo>
                    <a:pt x="3243" y="3892"/>
                  </a:lnTo>
                  <a:cubicBezTo>
                    <a:pt x="3495" y="3892"/>
                    <a:pt x="3704" y="3683"/>
                    <a:pt x="3704" y="3432"/>
                  </a:cubicBezTo>
                  <a:lnTo>
                    <a:pt x="3704" y="440"/>
                  </a:lnTo>
                  <a:cubicBezTo>
                    <a:pt x="3704" y="210"/>
                    <a:pt x="3495" y="1"/>
                    <a:pt x="3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4"/>
            <p:cNvSpPr/>
            <p:nvPr/>
          </p:nvSpPr>
          <p:spPr>
            <a:xfrm>
              <a:off x="1973163" y="2688613"/>
              <a:ext cx="93150" cy="97325"/>
            </a:xfrm>
            <a:custGeom>
              <a:avLst/>
              <a:gdLst/>
              <a:ahLst/>
              <a:cxnLst/>
              <a:rect l="l" t="t" r="r" b="b"/>
              <a:pathLst>
                <a:path w="3726" h="3893" extrusionOk="0">
                  <a:moveTo>
                    <a:pt x="461" y="1"/>
                  </a:moveTo>
                  <a:cubicBezTo>
                    <a:pt x="210" y="1"/>
                    <a:pt x="1" y="210"/>
                    <a:pt x="1" y="440"/>
                  </a:cubicBezTo>
                  <a:lnTo>
                    <a:pt x="1" y="3432"/>
                  </a:lnTo>
                  <a:cubicBezTo>
                    <a:pt x="1" y="3683"/>
                    <a:pt x="210" y="3892"/>
                    <a:pt x="461" y="3892"/>
                  </a:cubicBezTo>
                  <a:lnTo>
                    <a:pt x="3265" y="3892"/>
                  </a:lnTo>
                  <a:cubicBezTo>
                    <a:pt x="3516" y="3892"/>
                    <a:pt x="3725" y="3683"/>
                    <a:pt x="3725" y="3432"/>
                  </a:cubicBezTo>
                  <a:lnTo>
                    <a:pt x="3725" y="440"/>
                  </a:lnTo>
                  <a:cubicBezTo>
                    <a:pt x="3725" y="210"/>
                    <a:pt x="3516" y="1"/>
                    <a:pt x="3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44"/>
            <p:cNvSpPr/>
            <p:nvPr/>
          </p:nvSpPr>
          <p:spPr>
            <a:xfrm>
              <a:off x="1446938" y="2281138"/>
              <a:ext cx="708300" cy="16750"/>
            </a:xfrm>
            <a:custGeom>
              <a:avLst/>
              <a:gdLst/>
              <a:ahLst/>
              <a:cxnLst/>
              <a:rect l="l" t="t" r="r" b="b"/>
              <a:pathLst>
                <a:path w="28332" h="670" extrusionOk="0">
                  <a:moveTo>
                    <a:pt x="1" y="0"/>
                  </a:moveTo>
                  <a:lnTo>
                    <a:pt x="1" y="670"/>
                  </a:lnTo>
                  <a:lnTo>
                    <a:pt x="28331" y="670"/>
                  </a:lnTo>
                  <a:lnTo>
                    <a:pt x="28331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4"/>
            <p:cNvSpPr/>
            <p:nvPr/>
          </p:nvSpPr>
          <p:spPr>
            <a:xfrm>
              <a:off x="1481997" y="2103290"/>
              <a:ext cx="638725" cy="618600"/>
            </a:xfrm>
            <a:custGeom>
              <a:avLst/>
              <a:gdLst/>
              <a:ahLst/>
              <a:cxnLst/>
              <a:rect l="l" t="t" r="r" b="b"/>
              <a:pathLst>
                <a:path w="25549" h="24744" extrusionOk="0">
                  <a:moveTo>
                    <a:pt x="8119" y="0"/>
                  </a:moveTo>
                  <a:cubicBezTo>
                    <a:pt x="3641" y="0"/>
                    <a:pt x="0" y="1339"/>
                    <a:pt x="0" y="5838"/>
                  </a:cubicBezTo>
                  <a:lnTo>
                    <a:pt x="0" y="22095"/>
                  </a:lnTo>
                  <a:cubicBezTo>
                    <a:pt x="0" y="24178"/>
                    <a:pt x="788" y="24735"/>
                    <a:pt x="2082" y="24735"/>
                  </a:cubicBezTo>
                  <a:cubicBezTo>
                    <a:pt x="3569" y="24735"/>
                    <a:pt x="5724" y="23999"/>
                    <a:pt x="8119" y="23999"/>
                  </a:cubicBezTo>
                  <a:lnTo>
                    <a:pt x="17409" y="23999"/>
                  </a:lnTo>
                  <a:cubicBezTo>
                    <a:pt x="19807" y="23999"/>
                    <a:pt x="21972" y="24744"/>
                    <a:pt x="23464" y="24744"/>
                  </a:cubicBezTo>
                  <a:cubicBezTo>
                    <a:pt x="24759" y="24744"/>
                    <a:pt x="25548" y="24184"/>
                    <a:pt x="25548" y="22095"/>
                  </a:cubicBezTo>
                  <a:lnTo>
                    <a:pt x="25548" y="5838"/>
                  </a:lnTo>
                  <a:cubicBezTo>
                    <a:pt x="25548" y="1339"/>
                    <a:pt x="21887" y="0"/>
                    <a:pt x="17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4"/>
            <p:cNvSpPr/>
            <p:nvPr/>
          </p:nvSpPr>
          <p:spPr>
            <a:xfrm>
              <a:off x="1529063" y="2235613"/>
              <a:ext cx="266275" cy="171075"/>
            </a:xfrm>
            <a:custGeom>
              <a:avLst/>
              <a:gdLst/>
              <a:ahLst/>
              <a:cxnLst/>
              <a:rect l="l" t="t" r="r" b="b"/>
              <a:pathLst>
                <a:path w="10651" h="6843" extrusionOk="0">
                  <a:moveTo>
                    <a:pt x="1" y="1"/>
                  </a:moveTo>
                  <a:lnTo>
                    <a:pt x="1" y="6843"/>
                  </a:lnTo>
                  <a:lnTo>
                    <a:pt x="10651" y="6843"/>
                  </a:lnTo>
                  <a:lnTo>
                    <a:pt x="10651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4"/>
            <p:cNvSpPr/>
            <p:nvPr/>
          </p:nvSpPr>
          <p:spPr>
            <a:xfrm>
              <a:off x="1523313" y="2229863"/>
              <a:ext cx="277775" cy="182575"/>
            </a:xfrm>
            <a:custGeom>
              <a:avLst/>
              <a:gdLst/>
              <a:ahLst/>
              <a:cxnLst/>
              <a:rect l="l" t="t" r="r" b="b"/>
              <a:pathLst>
                <a:path w="11111" h="7303" extrusionOk="0">
                  <a:moveTo>
                    <a:pt x="10651" y="461"/>
                  </a:moveTo>
                  <a:lnTo>
                    <a:pt x="10651" y="6843"/>
                  </a:lnTo>
                  <a:lnTo>
                    <a:pt x="461" y="6843"/>
                  </a:lnTo>
                  <a:lnTo>
                    <a:pt x="461" y="461"/>
                  </a:lnTo>
                  <a:close/>
                  <a:moveTo>
                    <a:pt x="0" y="1"/>
                  </a:moveTo>
                  <a:lnTo>
                    <a:pt x="0" y="7303"/>
                  </a:lnTo>
                  <a:lnTo>
                    <a:pt x="11111" y="7303"/>
                  </a:lnTo>
                  <a:lnTo>
                    <a:pt x="11111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4"/>
            <p:cNvSpPr/>
            <p:nvPr/>
          </p:nvSpPr>
          <p:spPr>
            <a:xfrm>
              <a:off x="1806838" y="2235613"/>
              <a:ext cx="266275" cy="171075"/>
            </a:xfrm>
            <a:custGeom>
              <a:avLst/>
              <a:gdLst/>
              <a:ahLst/>
              <a:cxnLst/>
              <a:rect l="l" t="t" r="r" b="b"/>
              <a:pathLst>
                <a:path w="10651" h="6843" extrusionOk="0">
                  <a:moveTo>
                    <a:pt x="0" y="1"/>
                  </a:moveTo>
                  <a:lnTo>
                    <a:pt x="0" y="6843"/>
                  </a:lnTo>
                  <a:lnTo>
                    <a:pt x="10650" y="6843"/>
                  </a:lnTo>
                  <a:lnTo>
                    <a:pt x="10650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4"/>
            <p:cNvSpPr/>
            <p:nvPr/>
          </p:nvSpPr>
          <p:spPr>
            <a:xfrm>
              <a:off x="1801063" y="2229863"/>
              <a:ext cx="277800" cy="182575"/>
            </a:xfrm>
            <a:custGeom>
              <a:avLst/>
              <a:gdLst/>
              <a:ahLst/>
              <a:cxnLst/>
              <a:rect l="l" t="t" r="r" b="b"/>
              <a:pathLst>
                <a:path w="11112" h="7303" extrusionOk="0">
                  <a:moveTo>
                    <a:pt x="10651" y="461"/>
                  </a:moveTo>
                  <a:lnTo>
                    <a:pt x="10651" y="6843"/>
                  </a:lnTo>
                  <a:lnTo>
                    <a:pt x="461" y="6843"/>
                  </a:lnTo>
                  <a:lnTo>
                    <a:pt x="461" y="461"/>
                  </a:lnTo>
                  <a:close/>
                  <a:moveTo>
                    <a:pt x="1" y="1"/>
                  </a:moveTo>
                  <a:lnTo>
                    <a:pt x="1" y="7303"/>
                  </a:lnTo>
                  <a:lnTo>
                    <a:pt x="11111" y="7303"/>
                  </a:lnTo>
                  <a:lnTo>
                    <a:pt x="11111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4"/>
            <p:cNvSpPr/>
            <p:nvPr/>
          </p:nvSpPr>
          <p:spPr>
            <a:xfrm>
              <a:off x="1529063" y="2235613"/>
              <a:ext cx="266275" cy="171075"/>
            </a:xfrm>
            <a:custGeom>
              <a:avLst/>
              <a:gdLst/>
              <a:ahLst/>
              <a:cxnLst/>
              <a:rect l="l" t="t" r="r" b="b"/>
              <a:pathLst>
                <a:path w="10651" h="6843" extrusionOk="0">
                  <a:moveTo>
                    <a:pt x="1" y="1"/>
                  </a:moveTo>
                  <a:lnTo>
                    <a:pt x="1" y="6843"/>
                  </a:lnTo>
                  <a:lnTo>
                    <a:pt x="10651" y="6843"/>
                  </a:lnTo>
                  <a:lnTo>
                    <a:pt x="10651" y="1"/>
                  </a:lnTo>
                  <a:close/>
                </a:path>
              </a:pathLst>
            </a:custGeom>
            <a:solidFill>
              <a:srgbClr val="085C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4"/>
            <p:cNvSpPr/>
            <p:nvPr/>
          </p:nvSpPr>
          <p:spPr>
            <a:xfrm>
              <a:off x="1523313" y="2229863"/>
              <a:ext cx="277775" cy="182575"/>
            </a:xfrm>
            <a:custGeom>
              <a:avLst/>
              <a:gdLst/>
              <a:ahLst/>
              <a:cxnLst/>
              <a:rect l="l" t="t" r="r" b="b"/>
              <a:pathLst>
                <a:path w="11111" h="7303" extrusionOk="0">
                  <a:moveTo>
                    <a:pt x="10651" y="461"/>
                  </a:moveTo>
                  <a:lnTo>
                    <a:pt x="10651" y="6843"/>
                  </a:lnTo>
                  <a:lnTo>
                    <a:pt x="461" y="6843"/>
                  </a:lnTo>
                  <a:lnTo>
                    <a:pt x="461" y="461"/>
                  </a:lnTo>
                  <a:close/>
                  <a:moveTo>
                    <a:pt x="0" y="1"/>
                  </a:moveTo>
                  <a:lnTo>
                    <a:pt x="0" y="7303"/>
                  </a:lnTo>
                  <a:lnTo>
                    <a:pt x="11111" y="7303"/>
                  </a:lnTo>
                  <a:lnTo>
                    <a:pt x="11111" y="1"/>
                  </a:lnTo>
                  <a:close/>
                </a:path>
              </a:pathLst>
            </a:custGeom>
            <a:solidFill>
              <a:srgbClr val="085C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4"/>
            <p:cNvSpPr/>
            <p:nvPr/>
          </p:nvSpPr>
          <p:spPr>
            <a:xfrm>
              <a:off x="1806838" y="2235613"/>
              <a:ext cx="266275" cy="171075"/>
            </a:xfrm>
            <a:custGeom>
              <a:avLst/>
              <a:gdLst/>
              <a:ahLst/>
              <a:cxnLst/>
              <a:rect l="l" t="t" r="r" b="b"/>
              <a:pathLst>
                <a:path w="10651" h="6843" extrusionOk="0">
                  <a:moveTo>
                    <a:pt x="0" y="1"/>
                  </a:moveTo>
                  <a:lnTo>
                    <a:pt x="0" y="6843"/>
                  </a:lnTo>
                  <a:lnTo>
                    <a:pt x="10650" y="6843"/>
                  </a:lnTo>
                  <a:lnTo>
                    <a:pt x="10650" y="1"/>
                  </a:lnTo>
                  <a:close/>
                </a:path>
              </a:pathLst>
            </a:custGeom>
            <a:solidFill>
              <a:srgbClr val="085C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44"/>
            <p:cNvSpPr/>
            <p:nvPr/>
          </p:nvSpPr>
          <p:spPr>
            <a:xfrm>
              <a:off x="1801063" y="2229863"/>
              <a:ext cx="277800" cy="182575"/>
            </a:xfrm>
            <a:custGeom>
              <a:avLst/>
              <a:gdLst/>
              <a:ahLst/>
              <a:cxnLst/>
              <a:rect l="l" t="t" r="r" b="b"/>
              <a:pathLst>
                <a:path w="11112" h="7303" extrusionOk="0">
                  <a:moveTo>
                    <a:pt x="10651" y="461"/>
                  </a:moveTo>
                  <a:lnTo>
                    <a:pt x="10651" y="6843"/>
                  </a:lnTo>
                  <a:lnTo>
                    <a:pt x="461" y="6843"/>
                  </a:lnTo>
                  <a:lnTo>
                    <a:pt x="461" y="461"/>
                  </a:lnTo>
                  <a:close/>
                  <a:moveTo>
                    <a:pt x="1" y="1"/>
                  </a:moveTo>
                  <a:lnTo>
                    <a:pt x="1" y="7303"/>
                  </a:lnTo>
                  <a:lnTo>
                    <a:pt x="11111" y="7303"/>
                  </a:lnTo>
                  <a:lnTo>
                    <a:pt x="11111" y="1"/>
                  </a:lnTo>
                  <a:close/>
                </a:path>
              </a:pathLst>
            </a:custGeom>
            <a:solidFill>
              <a:srgbClr val="085C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44"/>
            <p:cNvSpPr/>
            <p:nvPr/>
          </p:nvSpPr>
          <p:spPr>
            <a:xfrm>
              <a:off x="1531688" y="2435438"/>
              <a:ext cx="538800" cy="256350"/>
            </a:xfrm>
            <a:custGeom>
              <a:avLst/>
              <a:gdLst/>
              <a:ahLst/>
              <a:cxnLst/>
              <a:rect l="l" t="t" r="r" b="b"/>
              <a:pathLst>
                <a:path w="21552" h="10254" extrusionOk="0">
                  <a:moveTo>
                    <a:pt x="230" y="1"/>
                  </a:moveTo>
                  <a:cubicBezTo>
                    <a:pt x="105" y="1"/>
                    <a:pt x="0" y="105"/>
                    <a:pt x="0" y="231"/>
                  </a:cubicBezTo>
                  <a:lnTo>
                    <a:pt x="0" y="10023"/>
                  </a:lnTo>
                  <a:cubicBezTo>
                    <a:pt x="0" y="10148"/>
                    <a:pt x="105" y="10253"/>
                    <a:pt x="230" y="10253"/>
                  </a:cubicBezTo>
                  <a:lnTo>
                    <a:pt x="21321" y="10253"/>
                  </a:lnTo>
                  <a:cubicBezTo>
                    <a:pt x="21447" y="10253"/>
                    <a:pt x="21552" y="10148"/>
                    <a:pt x="21552" y="10023"/>
                  </a:cubicBezTo>
                  <a:lnTo>
                    <a:pt x="21552" y="231"/>
                  </a:lnTo>
                  <a:cubicBezTo>
                    <a:pt x="21552" y="105"/>
                    <a:pt x="21447" y="1"/>
                    <a:pt x="213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4"/>
            <p:cNvSpPr/>
            <p:nvPr/>
          </p:nvSpPr>
          <p:spPr>
            <a:xfrm>
              <a:off x="1525938" y="2429688"/>
              <a:ext cx="550300" cy="267850"/>
            </a:xfrm>
            <a:custGeom>
              <a:avLst/>
              <a:gdLst/>
              <a:ahLst/>
              <a:cxnLst/>
              <a:rect l="l" t="t" r="r" b="b"/>
              <a:pathLst>
                <a:path w="22012" h="10714" extrusionOk="0">
                  <a:moveTo>
                    <a:pt x="21572" y="461"/>
                  </a:moveTo>
                  <a:lnTo>
                    <a:pt x="21572" y="10253"/>
                  </a:lnTo>
                  <a:lnTo>
                    <a:pt x="460" y="10253"/>
                  </a:lnTo>
                  <a:lnTo>
                    <a:pt x="460" y="461"/>
                  </a:lnTo>
                  <a:close/>
                  <a:moveTo>
                    <a:pt x="460" y="0"/>
                  </a:moveTo>
                  <a:cubicBezTo>
                    <a:pt x="209" y="0"/>
                    <a:pt x="0" y="210"/>
                    <a:pt x="0" y="461"/>
                  </a:cubicBezTo>
                  <a:lnTo>
                    <a:pt x="0" y="10253"/>
                  </a:lnTo>
                  <a:cubicBezTo>
                    <a:pt x="0" y="10504"/>
                    <a:pt x="209" y="10713"/>
                    <a:pt x="460" y="10713"/>
                  </a:cubicBezTo>
                  <a:lnTo>
                    <a:pt x="21572" y="10713"/>
                  </a:lnTo>
                  <a:cubicBezTo>
                    <a:pt x="21802" y="10713"/>
                    <a:pt x="22012" y="10504"/>
                    <a:pt x="22012" y="10253"/>
                  </a:cubicBezTo>
                  <a:lnTo>
                    <a:pt x="22012" y="461"/>
                  </a:lnTo>
                  <a:cubicBezTo>
                    <a:pt x="22012" y="210"/>
                    <a:pt x="21802" y="0"/>
                    <a:pt x="2157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44"/>
            <p:cNvSpPr/>
            <p:nvPr/>
          </p:nvSpPr>
          <p:spPr>
            <a:xfrm>
              <a:off x="1461063" y="2650438"/>
              <a:ext cx="680575" cy="76375"/>
            </a:xfrm>
            <a:custGeom>
              <a:avLst/>
              <a:gdLst/>
              <a:ahLst/>
              <a:cxnLst/>
              <a:rect l="l" t="t" r="r" b="b"/>
              <a:pathLst>
                <a:path w="27223" h="3055" extrusionOk="0">
                  <a:moveTo>
                    <a:pt x="440" y="0"/>
                  </a:moveTo>
                  <a:cubicBezTo>
                    <a:pt x="189" y="0"/>
                    <a:pt x="1" y="209"/>
                    <a:pt x="1" y="460"/>
                  </a:cubicBezTo>
                  <a:lnTo>
                    <a:pt x="1" y="2595"/>
                  </a:lnTo>
                  <a:cubicBezTo>
                    <a:pt x="1" y="2846"/>
                    <a:pt x="189" y="3055"/>
                    <a:pt x="440" y="3055"/>
                  </a:cubicBezTo>
                  <a:lnTo>
                    <a:pt x="26762" y="3055"/>
                  </a:lnTo>
                  <a:cubicBezTo>
                    <a:pt x="27013" y="3055"/>
                    <a:pt x="27222" y="2846"/>
                    <a:pt x="27222" y="2595"/>
                  </a:cubicBezTo>
                  <a:lnTo>
                    <a:pt x="27222" y="460"/>
                  </a:lnTo>
                  <a:cubicBezTo>
                    <a:pt x="27222" y="209"/>
                    <a:pt x="27013" y="0"/>
                    <a:pt x="26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44"/>
            <p:cNvSpPr/>
            <p:nvPr/>
          </p:nvSpPr>
          <p:spPr>
            <a:xfrm>
              <a:off x="1427588" y="2269088"/>
              <a:ext cx="42925" cy="107800"/>
            </a:xfrm>
            <a:custGeom>
              <a:avLst/>
              <a:gdLst/>
              <a:ahLst/>
              <a:cxnLst/>
              <a:rect l="l" t="t" r="r" b="b"/>
              <a:pathLst>
                <a:path w="1717" h="4312" extrusionOk="0">
                  <a:moveTo>
                    <a:pt x="858" y="1"/>
                  </a:moveTo>
                  <a:cubicBezTo>
                    <a:pt x="398" y="1"/>
                    <a:pt x="0" y="377"/>
                    <a:pt x="0" y="859"/>
                  </a:cubicBezTo>
                  <a:lnTo>
                    <a:pt x="0" y="3474"/>
                  </a:lnTo>
                  <a:cubicBezTo>
                    <a:pt x="0" y="3934"/>
                    <a:pt x="398" y="4311"/>
                    <a:pt x="858" y="4311"/>
                  </a:cubicBezTo>
                  <a:cubicBezTo>
                    <a:pt x="1340" y="4311"/>
                    <a:pt x="1716" y="3934"/>
                    <a:pt x="1716" y="3474"/>
                  </a:cubicBezTo>
                  <a:lnTo>
                    <a:pt x="1716" y="859"/>
                  </a:lnTo>
                  <a:cubicBezTo>
                    <a:pt x="1716" y="377"/>
                    <a:pt x="1340" y="1"/>
                    <a:pt x="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44"/>
            <p:cNvSpPr/>
            <p:nvPr/>
          </p:nvSpPr>
          <p:spPr>
            <a:xfrm>
              <a:off x="2131663" y="2269088"/>
              <a:ext cx="42925" cy="107800"/>
            </a:xfrm>
            <a:custGeom>
              <a:avLst/>
              <a:gdLst/>
              <a:ahLst/>
              <a:cxnLst/>
              <a:rect l="l" t="t" r="r" b="b"/>
              <a:pathLst>
                <a:path w="1717" h="4312" extrusionOk="0">
                  <a:moveTo>
                    <a:pt x="858" y="1"/>
                  </a:moveTo>
                  <a:cubicBezTo>
                    <a:pt x="377" y="1"/>
                    <a:pt x="1" y="377"/>
                    <a:pt x="1" y="859"/>
                  </a:cubicBezTo>
                  <a:lnTo>
                    <a:pt x="1" y="3474"/>
                  </a:lnTo>
                  <a:cubicBezTo>
                    <a:pt x="1" y="3923"/>
                    <a:pt x="358" y="4312"/>
                    <a:pt x="822" y="4312"/>
                  </a:cubicBezTo>
                  <a:cubicBezTo>
                    <a:pt x="834" y="4312"/>
                    <a:pt x="846" y="4312"/>
                    <a:pt x="858" y="4311"/>
                  </a:cubicBezTo>
                  <a:cubicBezTo>
                    <a:pt x="870" y="4312"/>
                    <a:pt x="882" y="4312"/>
                    <a:pt x="893" y="4312"/>
                  </a:cubicBezTo>
                  <a:cubicBezTo>
                    <a:pt x="1339" y="4312"/>
                    <a:pt x="1716" y="3923"/>
                    <a:pt x="1716" y="3474"/>
                  </a:cubicBezTo>
                  <a:lnTo>
                    <a:pt x="1716" y="859"/>
                  </a:lnTo>
                  <a:cubicBezTo>
                    <a:pt x="1716" y="377"/>
                    <a:pt x="1319" y="1"/>
                    <a:pt x="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44"/>
            <p:cNvSpPr/>
            <p:nvPr/>
          </p:nvSpPr>
          <p:spPr>
            <a:xfrm>
              <a:off x="1549463" y="2503438"/>
              <a:ext cx="92625" cy="49200"/>
            </a:xfrm>
            <a:custGeom>
              <a:avLst/>
              <a:gdLst/>
              <a:ahLst/>
              <a:cxnLst/>
              <a:rect l="l" t="t" r="r" b="b"/>
              <a:pathLst>
                <a:path w="3705" h="1968" extrusionOk="0">
                  <a:moveTo>
                    <a:pt x="440" y="1"/>
                  </a:moveTo>
                  <a:cubicBezTo>
                    <a:pt x="210" y="1"/>
                    <a:pt x="1" y="210"/>
                    <a:pt x="1" y="461"/>
                  </a:cubicBezTo>
                  <a:lnTo>
                    <a:pt x="1" y="1528"/>
                  </a:lnTo>
                  <a:cubicBezTo>
                    <a:pt x="1" y="1758"/>
                    <a:pt x="210" y="1967"/>
                    <a:pt x="440" y="1967"/>
                  </a:cubicBezTo>
                  <a:lnTo>
                    <a:pt x="3265" y="1967"/>
                  </a:lnTo>
                  <a:cubicBezTo>
                    <a:pt x="3516" y="1967"/>
                    <a:pt x="3704" y="1758"/>
                    <a:pt x="3704" y="1528"/>
                  </a:cubicBezTo>
                  <a:lnTo>
                    <a:pt x="3704" y="461"/>
                  </a:lnTo>
                  <a:cubicBezTo>
                    <a:pt x="3704" y="210"/>
                    <a:pt x="3516" y="1"/>
                    <a:pt x="32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44"/>
            <p:cNvSpPr/>
            <p:nvPr/>
          </p:nvSpPr>
          <p:spPr>
            <a:xfrm>
              <a:off x="1962188" y="2503438"/>
              <a:ext cx="93125" cy="49200"/>
            </a:xfrm>
            <a:custGeom>
              <a:avLst/>
              <a:gdLst/>
              <a:ahLst/>
              <a:cxnLst/>
              <a:rect l="l" t="t" r="r" b="b"/>
              <a:pathLst>
                <a:path w="3725" h="1968" extrusionOk="0">
                  <a:moveTo>
                    <a:pt x="461" y="1"/>
                  </a:moveTo>
                  <a:cubicBezTo>
                    <a:pt x="210" y="1"/>
                    <a:pt x="0" y="210"/>
                    <a:pt x="0" y="461"/>
                  </a:cubicBezTo>
                  <a:lnTo>
                    <a:pt x="0" y="1528"/>
                  </a:lnTo>
                  <a:cubicBezTo>
                    <a:pt x="0" y="1758"/>
                    <a:pt x="210" y="1967"/>
                    <a:pt x="461" y="1967"/>
                  </a:cubicBezTo>
                  <a:lnTo>
                    <a:pt x="3264" y="1967"/>
                  </a:lnTo>
                  <a:cubicBezTo>
                    <a:pt x="3516" y="1967"/>
                    <a:pt x="3725" y="1758"/>
                    <a:pt x="3725" y="1528"/>
                  </a:cubicBezTo>
                  <a:lnTo>
                    <a:pt x="3725" y="461"/>
                  </a:lnTo>
                  <a:cubicBezTo>
                    <a:pt x="3725" y="210"/>
                    <a:pt x="3516" y="1"/>
                    <a:pt x="32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4"/>
            <p:cNvSpPr/>
            <p:nvPr/>
          </p:nvSpPr>
          <p:spPr>
            <a:xfrm>
              <a:off x="1676063" y="2503438"/>
              <a:ext cx="248475" cy="17800"/>
            </a:xfrm>
            <a:custGeom>
              <a:avLst/>
              <a:gdLst/>
              <a:ahLst/>
              <a:cxnLst/>
              <a:rect l="l" t="t" r="r" b="b"/>
              <a:pathLst>
                <a:path w="9939" h="712" extrusionOk="0">
                  <a:moveTo>
                    <a:pt x="0" y="1"/>
                  </a:moveTo>
                  <a:lnTo>
                    <a:pt x="0" y="712"/>
                  </a:lnTo>
                  <a:lnTo>
                    <a:pt x="9939" y="712"/>
                  </a:lnTo>
                  <a:lnTo>
                    <a:pt x="9939" y="1"/>
                  </a:lnTo>
                  <a:close/>
                </a:path>
              </a:pathLst>
            </a:custGeom>
            <a:solidFill>
              <a:srgbClr val="F692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44"/>
            <p:cNvSpPr/>
            <p:nvPr/>
          </p:nvSpPr>
          <p:spPr>
            <a:xfrm>
              <a:off x="1676063" y="2537438"/>
              <a:ext cx="248475" cy="17825"/>
            </a:xfrm>
            <a:custGeom>
              <a:avLst/>
              <a:gdLst/>
              <a:ahLst/>
              <a:cxnLst/>
              <a:rect l="l" t="t" r="r" b="b"/>
              <a:pathLst>
                <a:path w="9939" h="713" extrusionOk="0">
                  <a:moveTo>
                    <a:pt x="0" y="1"/>
                  </a:moveTo>
                  <a:lnTo>
                    <a:pt x="0" y="712"/>
                  </a:lnTo>
                  <a:lnTo>
                    <a:pt x="9939" y="712"/>
                  </a:lnTo>
                  <a:lnTo>
                    <a:pt x="9939" y="1"/>
                  </a:lnTo>
                  <a:close/>
                </a:path>
              </a:pathLst>
            </a:custGeom>
            <a:solidFill>
              <a:srgbClr val="F692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44"/>
            <p:cNvSpPr/>
            <p:nvPr/>
          </p:nvSpPr>
          <p:spPr>
            <a:xfrm>
              <a:off x="1676063" y="2571963"/>
              <a:ext cx="248475" cy="17300"/>
            </a:xfrm>
            <a:custGeom>
              <a:avLst/>
              <a:gdLst/>
              <a:ahLst/>
              <a:cxnLst/>
              <a:rect l="l" t="t" r="r" b="b"/>
              <a:pathLst>
                <a:path w="9939" h="692" extrusionOk="0">
                  <a:moveTo>
                    <a:pt x="0" y="1"/>
                  </a:moveTo>
                  <a:lnTo>
                    <a:pt x="0" y="691"/>
                  </a:lnTo>
                  <a:lnTo>
                    <a:pt x="9939" y="691"/>
                  </a:lnTo>
                  <a:lnTo>
                    <a:pt x="9939" y="1"/>
                  </a:lnTo>
                  <a:close/>
                </a:path>
              </a:pathLst>
            </a:custGeom>
            <a:solidFill>
              <a:srgbClr val="F692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44"/>
            <p:cNvSpPr/>
            <p:nvPr/>
          </p:nvSpPr>
          <p:spPr>
            <a:xfrm>
              <a:off x="1676063" y="2605963"/>
              <a:ext cx="248475" cy="17800"/>
            </a:xfrm>
            <a:custGeom>
              <a:avLst/>
              <a:gdLst/>
              <a:ahLst/>
              <a:cxnLst/>
              <a:rect l="l" t="t" r="r" b="b"/>
              <a:pathLst>
                <a:path w="9939" h="712" extrusionOk="0">
                  <a:moveTo>
                    <a:pt x="0" y="1"/>
                  </a:moveTo>
                  <a:lnTo>
                    <a:pt x="0" y="712"/>
                  </a:lnTo>
                  <a:lnTo>
                    <a:pt x="9939" y="712"/>
                  </a:lnTo>
                  <a:lnTo>
                    <a:pt x="9939" y="1"/>
                  </a:lnTo>
                  <a:close/>
                </a:path>
              </a:pathLst>
            </a:custGeom>
            <a:solidFill>
              <a:srgbClr val="F692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44"/>
            <p:cNvSpPr/>
            <p:nvPr/>
          </p:nvSpPr>
          <p:spPr>
            <a:xfrm>
              <a:off x="1590263" y="2151388"/>
              <a:ext cx="421650" cy="68550"/>
            </a:xfrm>
            <a:custGeom>
              <a:avLst/>
              <a:gdLst/>
              <a:ahLst/>
              <a:cxnLst/>
              <a:rect l="l" t="t" r="r" b="b"/>
              <a:pathLst>
                <a:path w="16866" h="2742" extrusionOk="0">
                  <a:moveTo>
                    <a:pt x="440" y="1"/>
                  </a:moveTo>
                  <a:cubicBezTo>
                    <a:pt x="189" y="1"/>
                    <a:pt x="1" y="210"/>
                    <a:pt x="1" y="461"/>
                  </a:cubicBezTo>
                  <a:lnTo>
                    <a:pt x="1" y="2282"/>
                  </a:lnTo>
                  <a:cubicBezTo>
                    <a:pt x="1" y="2533"/>
                    <a:pt x="189" y="2742"/>
                    <a:pt x="440" y="2742"/>
                  </a:cubicBezTo>
                  <a:lnTo>
                    <a:pt x="16426" y="2742"/>
                  </a:lnTo>
                  <a:cubicBezTo>
                    <a:pt x="16677" y="2742"/>
                    <a:pt x="16865" y="2533"/>
                    <a:pt x="16865" y="2282"/>
                  </a:cubicBezTo>
                  <a:lnTo>
                    <a:pt x="16865" y="461"/>
                  </a:lnTo>
                  <a:cubicBezTo>
                    <a:pt x="16865" y="210"/>
                    <a:pt x="16677" y="1"/>
                    <a:pt x="164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44"/>
            <p:cNvSpPr/>
            <p:nvPr/>
          </p:nvSpPr>
          <p:spPr>
            <a:xfrm>
              <a:off x="1952763" y="2160813"/>
              <a:ext cx="55475" cy="47125"/>
            </a:xfrm>
            <a:custGeom>
              <a:avLst/>
              <a:gdLst/>
              <a:ahLst/>
              <a:cxnLst/>
              <a:rect l="l" t="t" r="r" b="b"/>
              <a:pathLst>
                <a:path w="2219" h="1885" extrusionOk="0">
                  <a:moveTo>
                    <a:pt x="942" y="1"/>
                  </a:moveTo>
                  <a:cubicBezTo>
                    <a:pt x="419" y="1"/>
                    <a:pt x="1" y="419"/>
                    <a:pt x="1" y="942"/>
                  </a:cubicBezTo>
                  <a:cubicBezTo>
                    <a:pt x="1" y="1510"/>
                    <a:pt x="472" y="1885"/>
                    <a:pt x="958" y="1885"/>
                  </a:cubicBezTo>
                  <a:cubicBezTo>
                    <a:pt x="1189" y="1885"/>
                    <a:pt x="1423" y="1800"/>
                    <a:pt x="1612" y="1612"/>
                  </a:cubicBezTo>
                  <a:cubicBezTo>
                    <a:pt x="2219" y="1005"/>
                    <a:pt x="1800" y="1"/>
                    <a:pt x="9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4"/>
            <p:cNvSpPr/>
            <p:nvPr/>
          </p:nvSpPr>
          <p:spPr>
            <a:xfrm>
              <a:off x="1899413" y="2160813"/>
              <a:ext cx="54950" cy="47125"/>
            </a:xfrm>
            <a:custGeom>
              <a:avLst/>
              <a:gdLst/>
              <a:ahLst/>
              <a:cxnLst/>
              <a:rect l="l" t="t" r="r" b="b"/>
              <a:pathLst>
                <a:path w="2198" h="1885" extrusionOk="0">
                  <a:moveTo>
                    <a:pt x="942" y="1"/>
                  </a:moveTo>
                  <a:cubicBezTo>
                    <a:pt x="419" y="1"/>
                    <a:pt x="1" y="419"/>
                    <a:pt x="1" y="942"/>
                  </a:cubicBezTo>
                  <a:cubicBezTo>
                    <a:pt x="1" y="1510"/>
                    <a:pt x="462" y="1885"/>
                    <a:pt x="949" y="1885"/>
                  </a:cubicBezTo>
                  <a:cubicBezTo>
                    <a:pt x="1180" y="1885"/>
                    <a:pt x="1416" y="1800"/>
                    <a:pt x="1612" y="1612"/>
                  </a:cubicBezTo>
                  <a:cubicBezTo>
                    <a:pt x="2198" y="1005"/>
                    <a:pt x="1779" y="1"/>
                    <a:pt x="9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44"/>
            <p:cNvSpPr/>
            <p:nvPr/>
          </p:nvSpPr>
          <p:spPr>
            <a:xfrm>
              <a:off x="1593938" y="2160813"/>
              <a:ext cx="55475" cy="47125"/>
            </a:xfrm>
            <a:custGeom>
              <a:avLst/>
              <a:gdLst/>
              <a:ahLst/>
              <a:cxnLst/>
              <a:rect l="l" t="t" r="r" b="b"/>
              <a:pathLst>
                <a:path w="2219" h="1885" extrusionOk="0">
                  <a:moveTo>
                    <a:pt x="1276" y="1"/>
                  </a:moveTo>
                  <a:cubicBezTo>
                    <a:pt x="419" y="1"/>
                    <a:pt x="0" y="1005"/>
                    <a:pt x="607" y="1612"/>
                  </a:cubicBezTo>
                  <a:cubicBezTo>
                    <a:pt x="796" y="1800"/>
                    <a:pt x="1030" y="1885"/>
                    <a:pt x="1260" y="1885"/>
                  </a:cubicBezTo>
                  <a:cubicBezTo>
                    <a:pt x="1747" y="1885"/>
                    <a:pt x="2218" y="1510"/>
                    <a:pt x="2218" y="942"/>
                  </a:cubicBezTo>
                  <a:cubicBezTo>
                    <a:pt x="2218" y="419"/>
                    <a:pt x="1800" y="1"/>
                    <a:pt x="12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44"/>
            <p:cNvSpPr/>
            <p:nvPr/>
          </p:nvSpPr>
          <p:spPr>
            <a:xfrm>
              <a:off x="1647288" y="2160788"/>
              <a:ext cx="55475" cy="47400"/>
            </a:xfrm>
            <a:custGeom>
              <a:avLst/>
              <a:gdLst/>
              <a:ahLst/>
              <a:cxnLst/>
              <a:rect l="l" t="t" r="r" b="b"/>
              <a:pathLst>
                <a:path w="2219" h="1896" extrusionOk="0">
                  <a:moveTo>
                    <a:pt x="1313" y="1"/>
                  </a:moveTo>
                  <a:cubicBezTo>
                    <a:pt x="1301" y="1"/>
                    <a:pt x="1289" y="1"/>
                    <a:pt x="1277" y="2"/>
                  </a:cubicBezTo>
                  <a:cubicBezTo>
                    <a:pt x="440" y="2"/>
                    <a:pt x="0" y="1006"/>
                    <a:pt x="607" y="1613"/>
                  </a:cubicBezTo>
                  <a:cubicBezTo>
                    <a:pt x="803" y="1808"/>
                    <a:pt x="1039" y="1895"/>
                    <a:pt x="1271" y="1895"/>
                  </a:cubicBezTo>
                  <a:cubicBezTo>
                    <a:pt x="1757" y="1895"/>
                    <a:pt x="2218" y="1510"/>
                    <a:pt x="2218" y="943"/>
                  </a:cubicBezTo>
                  <a:cubicBezTo>
                    <a:pt x="2218" y="432"/>
                    <a:pt x="1819" y="1"/>
                    <a:pt x="1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44"/>
            <p:cNvSpPr/>
            <p:nvPr/>
          </p:nvSpPr>
          <p:spPr>
            <a:xfrm>
              <a:off x="1718413" y="2160813"/>
              <a:ext cx="165325" cy="47100"/>
            </a:xfrm>
            <a:custGeom>
              <a:avLst/>
              <a:gdLst/>
              <a:ahLst/>
              <a:cxnLst/>
              <a:rect l="l" t="t" r="r" b="b"/>
              <a:pathLst>
                <a:path w="6613" h="1884" extrusionOk="0">
                  <a:moveTo>
                    <a:pt x="1" y="1"/>
                  </a:moveTo>
                  <a:lnTo>
                    <a:pt x="1" y="1884"/>
                  </a:lnTo>
                  <a:lnTo>
                    <a:pt x="6613" y="1884"/>
                  </a:lnTo>
                  <a:lnTo>
                    <a:pt x="6613" y="1"/>
                  </a:lnTo>
                  <a:close/>
                </a:path>
              </a:pathLst>
            </a:custGeom>
            <a:solidFill>
              <a:srgbClr val="7A41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 5">
  <p:cSld name="TITLE_ONLY_1_1_1_1_1"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oogle Shape;595;p45"/>
          <p:cNvGrpSpPr/>
          <p:nvPr/>
        </p:nvGrpSpPr>
        <p:grpSpPr>
          <a:xfrm>
            <a:off x="-74625" y="-50562"/>
            <a:ext cx="9142425" cy="5233800"/>
            <a:chOff x="-119900" y="-50550"/>
            <a:chExt cx="9142425" cy="5233800"/>
          </a:xfrm>
        </p:grpSpPr>
        <p:sp>
          <p:nvSpPr>
            <p:cNvPr id="596" name="Google Shape;596;p45"/>
            <p:cNvSpPr/>
            <p:nvPr/>
          </p:nvSpPr>
          <p:spPr>
            <a:xfrm>
              <a:off x="-119900" y="-50550"/>
              <a:ext cx="8714100" cy="5233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8575" dist="38100" dir="2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45"/>
            <p:cNvSpPr/>
            <p:nvPr/>
          </p:nvSpPr>
          <p:spPr>
            <a:xfrm rot="5400000">
              <a:off x="8278075" y="3908300"/>
              <a:ext cx="1053300" cy="43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>
              <a:noFill/>
            </a:ln>
            <a:effectLst>
              <a:outerShdw blurRad="28575" dist="38100" dir="2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45"/>
          <p:cNvSpPr txBox="1">
            <a:spLocks noGrp="1"/>
          </p:cNvSpPr>
          <p:nvPr>
            <p:ph type="title"/>
          </p:nvPr>
        </p:nvSpPr>
        <p:spPr>
          <a:xfrm>
            <a:off x="481425" y="290325"/>
            <a:ext cx="59751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599" name="Google Shape;599;p45"/>
          <p:cNvGrpSpPr/>
          <p:nvPr/>
        </p:nvGrpSpPr>
        <p:grpSpPr>
          <a:xfrm rot="-887053">
            <a:off x="183423" y="4423596"/>
            <a:ext cx="779478" cy="474179"/>
            <a:chOff x="1737788" y="3102388"/>
            <a:chExt cx="603663" cy="367225"/>
          </a:xfrm>
        </p:grpSpPr>
        <p:grpSp>
          <p:nvGrpSpPr>
            <p:cNvPr id="600" name="Google Shape;600;p45"/>
            <p:cNvGrpSpPr/>
            <p:nvPr/>
          </p:nvGrpSpPr>
          <p:grpSpPr>
            <a:xfrm>
              <a:off x="1737800" y="3102388"/>
              <a:ext cx="603650" cy="367225"/>
              <a:chOff x="1737800" y="3102388"/>
              <a:chExt cx="603650" cy="367225"/>
            </a:xfrm>
          </p:grpSpPr>
          <p:sp>
            <p:nvSpPr>
              <p:cNvPr id="601" name="Google Shape;601;p45"/>
              <p:cNvSpPr/>
              <p:nvPr/>
            </p:nvSpPr>
            <p:spPr>
              <a:xfrm>
                <a:off x="1825150" y="3208038"/>
                <a:ext cx="434700" cy="261575"/>
              </a:xfrm>
              <a:custGeom>
                <a:avLst/>
                <a:gdLst/>
                <a:ahLst/>
                <a:cxnLst/>
                <a:rect l="l" t="t" r="r" b="b"/>
                <a:pathLst>
                  <a:path w="17388" h="10463" extrusionOk="0">
                    <a:moveTo>
                      <a:pt x="0" y="1"/>
                    </a:moveTo>
                    <a:lnTo>
                      <a:pt x="0" y="6822"/>
                    </a:lnTo>
                    <a:cubicBezTo>
                      <a:pt x="0" y="6822"/>
                      <a:pt x="5441" y="7198"/>
                      <a:pt x="8705" y="10462"/>
                    </a:cubicBezTo>
                    <a:cubicBezTo>
                      <a:pt x="12157" y="6989"/>
                      <a:pt x="17388" y="6822"/>
                      <a:pt x="17388" y="6822"/>
                    </a:cubicBezTo>
                    <a:lnTo>
                      <a:pt x="17388" y="1"/>
                    </a:lnTo>
                    <a:close/>
                  </a:path>
                </a:pathLst>
              </a:custGeom>
              <a:solidFill>
                <a:srgbClr val="2A4F6B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45"/>
              <p:cNvSpPr/>
              <p:nvPr/>
            </p:nvSpPr>
            <p:spPr>
              <a:xfrm>
                <a:off x="1835075" y="3248313"/>
                <a:ext cx="26200" cy="220775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8831" extrusionOk="0">
                    <a:moveTo>
                      <a:pt x="357" y="1"/>
                    </a:moveTo>
                    <a:lnTo>
                      <a:pt x="357" y="6675"/>
                    </a:lnTo>
                    <a:cubicBezTo>
                      <a:pt x="43" y="6822"/>
                      <a:pt x="1" y="7240"/>
                      <a:pt x="273" y="7450"/>
                    </a:cubicBezTo>
                    <a:cubicBezTo>
                      <a:pt x="126" y="7910"/>
                      <a:pt x="106" y="8370"/>
                      <a:pt x="210" y="8831"/>
                    </a:cubicBezTo>
                    <a:lnTo>
                      <a:pt x="942" y="8831"/>
                    </a:lnTo>
                    <a:cubicBezTo>
                      <a:pt x="1047" y="8370"/>
                      <a:pt x="1026" y="7910"/>
                      <a:pt x="859" y="7450"/>
                    </a:cubicBezTo>
                    <a:cubicBezTo>
                      <a:pt x="984" y="7366"/>
                      <a:pt x="1047" y="7219"/>
                      <a:pt x="1047" y="7094"/>
                    </a:cubicBezTo>
                    <a:cubicBezTo>
                      <a:pt x="1047" y="6906"/>
                      <a:pt x="942" y="6738"/>
                      <a:pt x="796" y="6675"/>
                    </a:cubicBezTo>
                    <a:lnTo>
                      <a:pt x="796" y="1"/>
                    </a:lnTo>
                    <a:close/>
                  </a:path>
                </a:pathLst>
              </a:custGeom>
              <a:solidFill>
                <a:srgbClr val="C0272D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45"/>
              <p:cNvSpPr/>
              <p:nvPr/>
            </p:nvSpPr>
            <p:spPr>
              <a:xfrm>
                <a:off x="1737800" y="3102388"/>
                <a:ext cx="603650" cy="234350"/>
              </a:xfrm>
              <a:custGeom>
                <a:avLst/>
                <a:gdLst/>
                <a:ahLst/>
                <a:cxnLst/>
                <a:rect l="l" t="t" r="r" b="b"/>
                <a:pathLst>
                  <a:path w="24146" h="9374" extrusionOk="0">
                    <a:moveTo>
                      <a:pt x="12073" y="0"/>
                    </a:moveTo>
                    <a:lnTo>
                      <a:pt x="0" y="4017"/>
                    </a:lnTo>
                    <a:lnTo>
                      <a:pt x="12073" y="9374"/>
                    </a:lnTo>
                    <a:lnTo>
                      <a:pt x="24146" y="4017"/>
                    </a:lnTo>
                    <a:lnTo>
                      <a:pt x="12073" y="0"/>
                    </a:lnTo>
                    <a:close/>
                  </a:path>
                </a:pathLst>
              </a:custGeom>
              <a:solidFill>
                <a:srgbClr val="709DBB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04" name="Google Shape;604;p45"/>
            <p:cNvSpPr/>
            <p:nvPr/>
          </p:nvSpPr>
          <p:spPr>
            <a:xfrm>
              <a:off x="1825138" y="3208038"/>
              <a:ext cx="434700" cy="261575"/>
            </a:xfrm>
            <a:custGeom>
              <a:avLst/>
              <a:gdLst/>
              <a:ahLst/>
              <a:cxnLst/>
              <a:rect l="l" t="t" r="r" b="b"/>
              <a:pathLst>
                <a:path w="17388" h="10463" extrusionOk="0">
                  <a:moveTo>
                    <a:pt x="0" y="1"/>
                  </a:moveTo>
                  <a:lnTo>
                    <a:pt x="0" y="6822"/>
                  </a:lnTo>
                  <a:cubicBezTo>
                    <a:pt x="0" y="6822"/>
                    <a:pt x="5441" y="7198"/>
                    <a:pt x="8705" y="10462"/>
                  </a:cubicBezTo>
                  <a:cubicBezTo>
                    <a:pt x="12157" y="6989"/>
                    <a:pt x="17388" y="6822"/>
                    <a:pt x="17388" y="6822"/>
                  </a:cubicBezTo>
                  <a:lnTo>
                    <a:pt x="1738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5"/>
            <p:cNvSpPr/>
            <p:nvPr/>
          </p:nvSpPr>
          <p:spPr>
            <a:xfrm>
              <a:off x="1835063" y="3248313"/>
              <a:ext cx="26200" cy="220775"/>
            </a:xfrm>
            <a:custGeom>
              <a:avLst/>
              <a:gdLst/>
              <a:ahLst/>
              <a:cxnLst/>
              <a:rect l="l" t="t" r="r" b="b"/>
              <a:pathLst>
                <a:path w="1048" h="8831" extrusionOk="0">
                  <a:moveTo>
                    <a:pt x="357" y="1"/>
                  </a:moveTo>
                  <a:lnTo>
                    <a:pt x="357" y="6675"/>
                  </a:lnTo>
                  <a:cubicBezTo>
                    <a:pt x="43" y="6822"/>
                    <a:pt x="1" y="7240"/>
                    <a:pt x="273" y="7450"/>
                  </a:cubicBezTo>
                  <a:cubicBezTo>
                    <a:pt x="126" y="7910"/>
                    <a:pt x="106" y="8370"/>
                    <a:pt x="210" y="8831"/>
                  </a:cubicBezTo>
                  <a:lnTo>
                    <a:pt x="942" y="8831"/>
                  </a:lnTo>
                  <a:cubicBezTo>
                    <a:pt x="1047" y="8370"/>
                    <a:pt x="1026" y="7910"/>
                    <a:pt x="859" y="7450"/>
                  </a:cubicBezTo>
                  <a:cubicBezTo>
                    <a:pt x="984" y="7366"/>
                    <a:pt x="1047" y="7219"/>
                    <a:pt x="1047" y="7094"/>
                  </a:cubicBezTo>
                  <a:cubicBezTo>
                    <a:pt x="1047" y="6906"/>
                    <a:pt x="942" y="6738"/>
                    <a:pt x="796" y="6675"/>
                  </a:cubicBezTo>
                  <a:lnTo>
                    <a:pt x="7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5"/>
            <p:cNvSpPr/>
            <p:nvPr/>
          </p:nvSpPr>
          <p:spPr>
            <a:xfrm>
              <a:off x="1737788" y="3102388"/>
              <a:ext cx="603650" cy="234350"/>
            </a:xfrm>
            <a:custGeom>
              <a:avLst/>
              <a:gdLst/>
              <a:ahLst/>
              <a:cxnLst/>
              <a:rect l="l" t="t" r="r" b="b"/>
              <a:pathLst>
                <a:path w="24146" h="9374" extrusionOk="0">
                  <a:moveTo>
                    <a:pt x="12073" y="0"/>
                  </a:moveTo>
                  <a:lnTo>
                    <a:pt x="0" y="4017"/>
                  </a:lnTo>
                  <a:lnTo>
                    <a:pt x="12073" y="9374"/>
                  </a:lnTo>
                  <a:lnTo>
                    <a:pt x="24146" y="4017"/>
                  </a:lnTo>
                  <a:lnTo>
                    <a:pt x="120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7" name="Google Shape;607;p45"/>
          <p:cNvGrpSpPr/>
          <p:nvPr/>
        </p:nvGrpSpPr>
        <p:grpSpPr>
          <a:xfrm rot="634530">
            <a:off x="-202704" y="1544293"/>
            <a:ext cx="874831" cy="745197"/>
            <a:chOff x="4626188" y="1862663"/>
            <a:chExt cx="677463" cy="577075"/>
          </a:xfrm>
        </p:grpSpPr>
        <p:sp>
          <p:nvSpPr>
            <p:cNvPr id="608" name="Google Shape;608;p45"/>
            <p:cNvSpPr/>
            <p:nvPr/>
          </p:nvSpPr>
          <p:spPr>
            <a:xfrm>
              <a:off x="4857575" y="1903988"/>
              <a:ext cx="446075" cy="467200"/>
            </a:xfrm>
            <a:custGeom>
              <a:avLst/>
              <a:gdLst/>
              <a:ahLst/>
              <a:cxnLst/>
              <a:rect l="l" t="t" r="r" b="b"/>
              <a:pathLst>
                <a:path w="17843" h="18688" extrusionOk="0">
                  <a:moveTo>
                    <a:pt x="6777" y="0"/>
                  </a:moveTo>
                  <a:lnTo>
                    <a:pt x="6777" y="6340"/>
                  </a:lnTo>
                  <a:cubicBezTo>
                    <a:pt x="6777" y="8662"/>
                    <a:pt x="2508" y="12994"/>
                    <a:pt x="1169" y="15923"/>
                  </a:cubicBezTo>
                  <a:cubicBezTo>
                    <a:pt x="0" y="18539"/>
                    <a:pt x="2024" y="18687"/>
                    <a:pt x="2497" y="18687"/>
                  </a:cubicBezTo>
                  <a:cubicBezTo>
                    <a:pt x="2557" y="18687"/>
                    <a:pt x="2592" y="18685"/>
                    <a:pt x="2592" y="18685"/>
                  </a:cubicBezTo>
                  <a:lnTo>
                    <a:pt x="15251" y="18685"/>
                  </a:lnTo>
                  <a:cubicBezTo>
                    <a:pt x="15251" y="18685"/>
                    <a:pt x="15286" y="18687"/>
                    <a:pt x="15346" y="18687"/>
                  </a:cubicBezTo>
                  <a:cubicBezTo>
                    <a:pt x="15819" y="18687"/>
                    <a:pt x="17843" y="18539"/>
                    <a:pt x="16674" y="15923"/>
                  </a:cubicBezTo>
                  <a:cubicBezTo>
                    <a:pt x="15335" y="12994"/>
                    <a:pt x="11066" y="8662"/>
                    <a:pt x="11066" y="6340"/>
                  </a:cubicBezTo>
                  <a:lnTo>
                    <a:pt x="11066" y="0"/>
                  </a:lnTo>
                  <a:close/>
                </a:path>
              </a:pathLst>
            </a:custGeom>
            <a:solidFill>
              <a:srgbClr val="00E1D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5"/>
            <p:cNvSpPr/>
            <p:nvPr/>
          </p:nvSpPr>
          <p:spPr>
            <a:xfrm>
              <a:off x="4876575" y="2228813"/>
              <a:ext cx="408075" cy="132950"/>
            </a:xfrm>
            <a:custGeom>
              <a:avLst/>
              <a:gdLst/>
              <a:ahLst/>
              <a:cxnLst/>
              <a:rect l="l" t="t" r="r" b="b"/>
              <a:pathLst>
                <a:path w="16323" h="5318" extrusionOk="0">
                  <a:moveTo>
                    <a:pt x="2795" y="1"/>
                  </a:moveTo>
                  <a:cubicBezTo>
                    <a:pt x="2146" y="879"/>
                    <a:pt x="1560" y="1821"/>
                    <a:pt x="1079" y="2804"/>
                  </a:cubicBezTo>
                  <a:cubicBezTo>
                    <a:pt x="0" y="5185"/>
                    <a:pt x="1864" y="5317"/>
                    <a:pt x="2292" y="5317"/>
                  </a:cubicBezTo>
                  <a:cubicBezTo>
                    <a:pt x="2345" y="5317"/>
                    <a:pt x="2376" y="5315"/>
                    <a:pt x="2376" y="5315"/>
                  </a:cubicBezTo>
                  <a:lnTo>
                    <a:pt x="13947" y="5315"/>
                  </a:lnTo>
                  <a:cubicBezTo>
                    <a:pt x="13947" y="5315"/>
                    <a:pt x="13978" y="5317"/>
                    <a:pt x="14031" y="5317"/>
                  </a:cubicBezTo>
                  <a:cubicBezTo>
                    <a:pt x="14459" y="5317"/>
                    <a:pt x="16323" y="5185"/>
                    <a:pt x="15244" y="2804"/>
                  </a:cubicBezTo>
                  <a:cubicBezTo>
                    <a:pt x="14763" y="1821"/>
                    <a:pt x="14177" y="879"/>
                    <a:pt x="13507" y="1"/>
                  </a:cubicBezTo>
                  <a:close/>
                </a:path>
              </a:pathLst>
            </a:custGeom>
            <a:solidFill>
              <a:srgbClr val="68AAE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5"/>
            <p:cNvSpPr/>
            <p:nvPr/>
          </p:nvSpPr>
          <p:spPr>
            <a:xfrm>
              <a:off x="5010250" y="1862663"/>
              <a:ext cx="140725" cy="41350"/>
            </a:xfrm>
            <a:custGeom>
              <a:avLst/>
              <a:gdLst/>
              <a:ahLst/>
              <a:cxnLst/>
              <a:rect l="l" t="t" r="r" b="b"/>
              <a:pathLst>
                <a:path w="5629" h="1654" extrusionOk="0">
                  <a:moveTo>
                    <a:pt x="356" y="0"/>
                  </a:moveTo>
                  <a:cubicBezTo>
                    <a:pt x="168" y="0"/>
                    <a:pt x="0" y="168"/>
                    <a:pt x="0" y="377"/>
                  </a:cubicBezTo>
                  <a:lnTo>
                    <a:pt x="0" y="1276"/>
                  </a:lnTo>
                  <a:cubicBezTo>
                    <a:pt x="0" y="1486"/>
                    <a:pt x="168" y="1653"/>
                    <a:pt x="356" y="1653"/>
                  </a:cubicBezTo>
                  <a:lnTo>
                    <a:pt x="5252" y="1653"/>
                  </a:lnTo>
                  <a:cubicBezTo>
                    <a:pt x="5461" y="1653"/>
                    <a:pt x="5629" y="1486"/>
                    <a:pt x="5629" y="1276"/>
                  </a:cubicBezTo>
                  <a:lnTo>
                    <a:pt x="5629" y="377"/>
                  </a:lnTo>
                  <a:cubicBezTo>
                    <a:pt x="5629" y="168"/>
                    <a:pt x="5461" y="0"/>
                    <a:pt x="5252" y="0"/>
                  </a:cubicBezTo>
                  <a:close/>
                </a:path>
              </a:pathLst>
            </a:custGeom>
            <a:solidFill>
              <a:srgbClr val="00E1D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5"/>
            <p:cNvSpPr/>
            <p:nvPr/>
          </p:nvSpPr>
          <p:spPr>
            <a:xfrm>
              <a:off x="5010250" y="1888288"/>
              <a:ext cx="140725" cy="15725"/>
            </a:xfrm>
            <a:custGeom>
              <a:avLst/>
              <a:gdLst/>
              <a:ahLst/>
              <a:cxnLst/>
              <a:rect l="l" t="t" r="r" b="b"/>
              <a:pathLst>
                <a:path w="5629" h="629" extrusionOk="0">
                  <a:moveTo>
                    <a:pt x="0" y="0"/>
                  </a:moveTo>
                  <a:lnTo>
                    <a:pt x="0" y="251"/>
                  </a:lnTo>
                  <a:cubicBezTo>
                    <a:pt x="0" y="461"/>
                    <a:pt x="168" y="628"/>
                    <a:pt x="356" y="628"/>
                  </a:cubicBezTo>
                  <a:lnTo>
                    <a:pt x="5252" y="628"/>
                  </a:lnTo>
                  <a:cubicBezTo>
                    <a:pt x="5461" y="628"/>
                    <a:pt x="5629" y="461"/>
                    <a:pt x="5629" y="251"/>
                  </a:cubicBezTo>
                  <a:lnTo>
                    <a:pt x="5629" y="0"/>
                  </a:lnTo>
                  <a:close/>
                </a:path>
              </a:pathLst>
            </a:custGeom>
            <a:solidFill>
              <a:srgbClr val="00E1D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5"/>
            <p:cNvSpPr/>
            <p:nvPr/>
          </p:nvSpPr>
          <p:spPr>
            <a:xfrm>
              <a:off x="4946425" y="2212613"/>
              <a:ext cx="267850" cy="32450"/>
            </a:xfrm>
            <a:custGeom>
              <a:avLst/>
              <a:gdLst/>
              <a:ahLst/>
              <a:cxnLst/>
              <a:rect l="l" t="t" r="r" b="b"/>
              <a:pathLst>
                <a:path w="10714" h="1298" extrusionOk="0">
                  <a:moveTo>
                    <a:pt x="5357" y="0"/>
                  </a:moveTo>
                  <a:cubicBezTo>
                    <a:pt x="2407" y="0"/>
                    <a:pt x="1" y="293"/>
                    <a:pt x="1" y="649"/>
                  </a:cubicBezTo>
                  <a:cubicBezTo>
                    <a:pt x="1" y="1004"/>
                    <a:pt x="2407" y="1297"/>
                    <a:pt x="5357" y="1297"/>
                  </a:cubicBezTo>
                  <a:cubicBezTo>
                    <a:pt x="8307" y="1297"/>
                    <a:pt x="10713" y="1004"/>
                    <a:pt x="10713" y="649"/>
                  </a:cubicBezTo>
                  <a:cubicBezTo>
                    <a:pt x="10713" y="293"/>
                    <a:pt x="8307" y="0"/>
                    <a:pt x="5357" y="0"/>
                  </a:cubicBezTo>
                  <a:close/>
                </a:path>
              </a:pathLst>
            </a:custGeom>
            <a:solidFill>
              <a:srgbClr val="218EF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5"/>
            <p:cNvSpPr/>
            <p:nvPr/>
          </p:nvSpPr>
          <p:spPr>
            <a:xfrm>
              <a:off x="5039525" y="1956813"/>
              <a:ext cx="14675" cy="109350"/>
            </a:xfrm>
            <a:custGeom>
              <a:avLst/>
              <a:gdLst/>
              <a:ahLst/>
              <a:cxnLst/>
              <a:rect l="l" t="t" r="r" b="b"/>
              <a:pathLst>
                <a:path w="587" h="4374" extrusionOk="0">
                  <a:moveTo>
                    <a:pt x="294" y="0"/>
                  </a:moveTo>
                  <a:cubicBezTo>
                    <a:pt x="127" y="0"/>
                    <a:pt x="1" y="147"/>
                    <a:pt x="1" y="293"/>
                  </a:cubicBezTo>
                  <a:lnTo>
                    <a:pt x="1" y="4080"/>
                  </a:lnTo>
                  <a:cubicBezTo>
                    <a:pt x="1" y="4248"/>
                    <a:pt x="127" y="4373"/>
                    <a:pt x="294" y="4373"/>
                  </a:cubicBezTo>
                  <a:cubicBezTo>
                    <a:pt x="440" y="4373"/>
                    <a:pt x="587" y="4248"/>
                    <a:pt x="587" y="4080"/>
                  </a:cubicBezTo>
                  <a:lnTo>
                    <a:pt x="587" y="293"/>
                  </a:lnTo>
                  <a:cubicBezTo>
                    <a:pt x="587" y="147"/>
                    <a:pt x="440" y="0"/>
                    <a:pt x="294" y="0"/>
                  </a:cubicBezTo>
                  <a:close/>
                </a:path>
              </a:pathLst>
            </a:custGeom>
            <a:solidFill>
              <a:srgbClr val="F1F1F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5"/>
            <p:cNvSpPr/>
            <p:nvPr/>
          </p:nvSpPr>
          <p:spPr>
            <a:xfrm>
              <a:off x="5039525" y="1913388"/>
              <a:ext cx="14675" cy="20425"/>
            </a:xfrm>
            <a:custGeom>
              <a:avLst/>
              <a:gdLst/>
              <a:ahLst/>
              <a:cxnLst/>
              <a:rect l="l" t="t" r="r" b="b"/>
              <a:pathLst>
                <a:path w="587" h="817" extrusionOk="0">
                  <a:moveTo>
                    <a:pt x="294" y="1"/>
                  </a:moveTo>
                  <a:cubicBezTo>
                    <a:pt x="127" y="1"/>
                    <a:pt x="1" y="147"/>
                    <a:pt x="1" y="294"/>
                  </a:cubicBezTo>
                  <a:lnTo>
                    <a:pt x="1" y="524"/>
                  </a:lnTo>
                  <a:cubicBezTo>
                    <a:pt x="1" y="691"/>
                    <a:pt x="127" y="817"/>
                    <a:pt x="294" y="817"/>
                  </a:cubicBezTo>
                  <a:cubicBezTo>
                    <a:pt x="440" y="817"/>
                    <a:pt x="587" y="691"/>
                    <a:pt x="587" y="524"/>
                  </a:cubicBezTo>
                  <a:lnTo>
                    <a:pt x="587" y="294"/>
                  </a:lnTo>
                  <a:cubicBezTo>
                    <a:pt x="566" y="147"/>
                    <a:pt x="440" y="1"/>
                    <a:pt x="294" y="1"/>
                  </a:cubicBezTo>
                  <a:close/>
                </a:path>
              </a:pathLst>
            </a:custGeom>
            <a:solidFill>
              <a:srgbClr val="F1F1F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5"/>
            <p:cNvSpPr/>
            <p:nvPr/>
          </p:nvSpPr>
          <p:spPr>
            <a:xfrm>
              <a:off x="4626200" y="1972513"/>
              <a:ext cx="445825" cy="467225"/>
            </a:xfrm>
            <a:custGeom>
              <a:avLst/>
              <a:gdLst/>
              <a:ahLst/>
              <a:cxnLst/>
              <a:rect l="l" t="t" r="r" b="b"/>
              <a:pathLst>
                <a:path w="17833" h="18689" extrusionOk="0">
                  <a:moveTo>
                    <a:pt x="6763" y="0"/>
                  </a:moveTo>
                  <a:lnTo>
                    <a:pt x="6763" y="6361"/>
                  </a:lnTo>
                  <a:cubicBezTo>
                    <a:pt x="6763" y="8662"/>
                    <a:pt x="2494" y="12994"/>
                    <a:pt x="1155" y="15944"/>
                  </a:cubicBezTo>
                  <a:cubicBezTo>
                    <a:pt x="1" y="18528"/>
                    <a:pt x="1960" y="18688"/>
                    <a:pt x="2464" y="18688"/>
                  </a:cubicBezTo>
                  <a:cubicBezTo>
                    <a:pt x="2536" y="18688"/>
                    <a:pt x="2578" y="18685"/>
                    <a:pt x="2578" y="18685"/>
                  </a:cubicBezTo>
                  <a:lnTo>
                    <a:pt x="15258" y="18685"/>
                  </a:lnTo>
                  <a:cubicBezTo>
                    <a:pt x="15258" y="18685"/>
                    <a:pt x="15300" y="18688"/>
                    <a:pt x="15371" y="18688"/>
                  </a:cubicBezTo>
                  <a:cubicBezTo>
                    <a:pt x="15876" y="18688"/>
                    <a:pt x="17832" y="18528"/>
                    <a:pt x="16660" y="15944"/>
                  </a:cubicBezTo>
                  <a:cubicBezTo>
                    <a:pt x="15341" y="12994"/>
                    <a:pt x="11073" y="8662"/>
                    <a:pt x="11073" y="6361"/>
                  </a:cubicBezTo>
                  <a:lnTo>
                    <a:pt x="11073" y="0"/>
                  </a:lnTo>
                  <a:close/>
                </a:path>
              </a:pathLst>
            </a:custGeom>
            <a:solidFill>
              <a:srgbClr val="00E1D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5"/>
            <p:cNvSpPr/>
            <p:nvPr/>
          </p:nvSpPr>
          <p:spPr>
            <a:xfrm>
              <a:off x="4644825" y="2297863"/>
              <a:ext cx="408650" cy="132950"/>
            </a:xfrm>
            <a:custGeom>
              <a:avLst/>
              <a:gdLst/>
              <a:ahLst/>
              <a:cxnLst/>
              <a:rect l="l" t="t" r="r" b="b"/>
              <a:pathLst>
                <a:path w="16346" h="5318" extrusionOk="0">
                  <a:moveTo>
                    <a:pt x="2816" y="1"/>
                  </a:moveTo>
                  <a:cubicBezTo>
                    <a:pt x="2147" y="879"/>
                    <a:pt x="1582" y="1800"/>
                    <a:pt x="1080" y="2783"/>
                  </a:cubicBezTo>
                  <a:cubicBezTo>
                    <a:pt x="0" y="5185"/>
                    <a:pt x="1885" y="5317"/>
                    <a:pt x="2314" y="5317"/>
                  </a:cubicBezTo>
                  <a:cubicBezTo>
                    <a:pt x="2367" y="5317"/>
                    <a:pt x="2398" y="5315"/>
                    <a:pt x="2398" y="5315"/>
                  </a:cubicBezTo>
                  <a:lnTo>
                    <a:pt x="13948" y="5315"/>
                  </a:lnTo>
                  <a:cubicBezTo>
                    <a:pt x="13948" y="5315"/>
                    <a:pt x="13979" y="5317"/>
                    <a:pt x="14032" y="5317"/>
                  </a:cubicBezTo>
                  <a:cubicBezTo>
                    <a:pt x="14461" y="5317"/>
                    <a:pt x="16346" y="5185"/>
                    <a:pt x="15266" y="2783"/>
                  </a:cubicBezTo>
                  <a:cubicBezTo>
                    <a:pt x="14764" y="1800"/>
                    <a:pt x="14178" y="858"/>
                    <a:pt x="13529" y="1"/>
                  </a:cubicBezTo>
                  <a:close/>
                </a:path>
              </a:pathLst>
            </a:custGeom>
            <a:solidFill>
              <a:srgbClr val="ED6868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5"/>
            <p:cNvSpPr/>
            <p:nvPr/>
          </p:nvSpPr>
          <p:spPr>
            <a:xfrm>
              <a:off x="4778525" y="1931188"/>
              <a:ext cx="140725" cy="41350"/>
            </a:xfrm>
            <a:custGeom>
              <a:avLst/>
              <a:gdLst/>
              <a:ahLst/>
              <a:cxnLst/>
              <a:rect l="l" t="t" r="r" b="b"/>
              <a:pathLst>
                <a:path w="5629" h="1654" extrusionOk="0">
                  <a:moveTo>
                    <a:pt x="377" y="0"/>
                  </a:moveTo>
                  <a:cubicBezTo>
                    <a:pt x="167" y="0"/>
                    <a:pt x="0" y="168"/>
                    <a:pt x="0" y="377"/>
                  </a:cubicBezTo>
                  <a:lnTo>
                    <a:pt x="0" y="1276"/>
                  </a:lnTo>
                  <a:cubicBezTo>
                    <a:pt x="0" y="1486"/>
                    <a:pt x="167" y="1653"/>
                    <a:pt x="377" y="1653"/>
                  </a:cubicBezTo>
                  <a:lnTo>
                    <a:pt x="5252" y="1653"/>
                  </a:lnTo>
                  <a:cubicBezTo>
                    <a:pt x="5461" y="1653"/>
                    <a:pt x="5629" y="1486"/>
                    <a:pt x="5629" y="1276"/>
                  </a:cubicBezTo>
                  <a:lnTo>
                    <a:pt x="5629" y="377"/>
                  </a:lnTo>
                  <a:cubicBezTo>
                    <a:pt x="5629" y="168"/>
                    <a:pt x="5461" y="0"/>
                    <a:pt x="5252" y="0"/>
                  </a:cubicBezTo>
                  <a:close/>
                </a:path>
              </a:pathLst>
            </a:custGeom>
            <a:solidFill>
              <a:srgbClr val="00E1D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5"/>
            <p:cNvSpPr/>
            <p:nvPr/>
          </p:nvSpPr>
          <p:spPr>
            <a:xfrm>
              <a:off x="4778525" y="1956813"/>
              <a:ext cx="140725" cy="15725"/>
            </a:xfrm>
            <a:custGeom>
              <a:avLst/>
              <a:gdLst/>
              <a:ahLst/>
              <a:cxnLst/>
              <a:rect l="l" t="t" r="r" b="b"/>
              <a:pathLst>
                <a:path w="5629" h="629" extrusionOk="0">
                  <a:moveTo>
                    <a:pt x="0" y="0"/>
                  </a:moveTo>
                  <a:lnTo>
                    <a:pt x="0" y="251"/>
                  </a:lnTo>
                  <a:cubicBezTo>
                    <a:pt x="0" y="461"/>
                    <a:pt x="167" y="628"/>
                    <a:pt x="377" y="628"/>
                  </a:cubicBezTo>
                  <a:lnTo>
                    <a:pt x="5252" y="628"/>
                  </a:lnTo>
                  <a:cubicBezTo>
                    <a:pt x="5461" y="628"/>
                    <a:pt x="5629" y="461"/>
                    <a:pt x="5629" y="251"/>
                  </a:cubicBezTo>
                  <a:lnTo>
                    <a:pt x="5629" y="0"/>
                  </a:lnTo>
                  <a:close/>
                </a:path>
              </a:pathLst>
            </a:custGeom>
            <a:solidFill>
              <a:srgbClr val="00E1D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5"/>
            <p:cNvSpPr/>
            <p:nvPr/>
          </p:nvSpPr>
          <p:spPr>
            <a:xfrm>
              <a:off x="4715225" y="2281638"/>
              <a:ext cx="267325" cy="31950"/>
            </a:xfrm>
            <a:custGeom>
              <a:avLst/>
              <a:gdLst/>
              <a:ahLst/>
              <a:cxnLst/>
              <a:rect l="l" t="t" r="r" b="b"/>
              <a:pathLst>
                <a:path w="10693" h="1278" extrusionOk="0">
                  <a:moveTo>
                    <a:pt x="5357" y="1"/>
                  </a:moveTo>
                  <a:cubicBezTo>
                    <a:pt x="2386" y="1"/>
                    <a:pt x="0" y="273"/>
                    <a:pt x="0" y="650"/>
                  </a:cubicBezTo>
                  <a:cubicBezTo>
                    <a:pt x="0" y="1005"/>
                    <a:pt x="2386" y="1277"/>
                    <a:pt x="5357" y="1277"/>
                  </a:cubicBezTo>
                  <a:cubicBezTo>
                    <a:pt x="8307" y="1277"/>
                    <a:pt x="10692" y="1005"/>
                    <a:pt x="10692" y="650"/>
                  </a:cubicBezTo>
                  <a:cubicBezTo>
                    <a:pt x="10692" y="273"/>
                    <a:pt x="8307" y="1"/>
                    <a:pt x="5357" y="1"/>
                  </a:cubicBezTo>
                  <a:close/>
                </a:path>
              </a:pathLst>
            </a:custGeom>
            <a:solidFill>
              <a:srgbClr val="FB212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5"/>
            <p:cNvSpPr/>
            <p:nvPr/>
          </p:nvSpPr>
          <p:spPr>
            <a:xfrm>
              <a:off x="4807800" y="2025863"/>
              <a:ext cx="14675" cy="108825"/>
            </a:xfrm>
            <a:custGeom>
              <a:avLst/>
              <a:gdLst/>
              <a:ahLst/>
              <a:cxnLst/>
              <a:rect l="l" t="t" r="r" b="b"/>
              <a:pathLst>
                <a:path w="587" h="4353" extrusionOk="0">
                  <a:moveTo>
                    <a:pt x="294" y="0"/>
                  </a:moveTo>
                  <a:cubicBezTo>
                    <a:pt x="147" y="0"/>
                    <a:pt x="1" y="126"/>
                    <a:pt x="1" y="293"/>
                  </a:cubicBezTo>
                  <a:lnTo>
                    <a:pt x="1" y="4059"/>
                  </a:lnTo>
                  <a:cubicBezTo>
                    <a:pt x="1" y="4227"/>
                    <a:pt x="147" y="4352"/>
                    <a:pt x="294" y="4352"/>
                  </a:cubicBezTo>
                  <a:cubicBezTo>
                    <a:pt x="461" y="4352"/>
                    <a:pt x="587" y="4227"/>
                    <a:pt x="587" y="4059"/>
                  </a:cubicBezTo>
                  <a:lnTo>
                    <a:pt x="587" y="293"/>
                  </a:lnTo>
                  <a:cubicBezTo>
                    <a:pt x="587" y="126"/>
                    <a:pt x="461" y="0"/>
                    <a:pt x="294" y="0"/>
                  </a:cubicBezTo>
                  <a:close/>
                </a:path>
              </a:pathLst>
            </a:custGeom>
            <a:solidFill>
              <a:srgbClr val="F1F1F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5"/>
            <p:cNvSpPr/>
            <p:nvPr/>
          </p:nvSpPr>
          <p:spPr>
            <a:xfrm>
              <a:off x="4807800" y="1982438"/>
              <a:ext cx="14675" cy="20425"/>
            </a:xfrm>
            <a:custGeom>
              <a:avLst/>
              <a:gdLst/>
              <a:ahLst/>
              <a:cxnLst/>
              <a:rect l="l" t="t" r="r" b="b"/>
              <a:pathLst>
                <a:path w="587" h="817" extrusionOk="0">
                  <a:moveTo>
                    <a:pt x="294" y="1"/>
                  </a:moveTo>
                  <a:cubicBezTo>
                    <a:pt x="147" y="1"/>
                    <a:pt x="1" y="126"/>
                    <a:pt x="1" y="294"/>
                  </a:cubicBezTo>
                  <a:lnTo>
                    <a:pt x="1" y="524"/>
                  </a:lnTo>
                  <a:cubicBezTo>
                    <a:pt x="1" y="670"/>
                    <a:pt x="147" y="817"/>
                    <a:pt x="294" y="817"/>
                  </a:cubicBezTo>
                  <a:cubicBezTo>
                    <a:pt x="461" y="817"/>
                    <a:pt x="587" y="670"/>
                    <a:pt x="587" y="524"/>
                  </a:cubicBezTo>
                  <a:lnTo>
                    <a:pt x="587" y="294"/>
                  </a:lnTo>
                  <a:cubicBezTo>
                    <a:pt x="587" y="126"/>
                    <a:pt x="461" y="1"/>
                    <a:pt x="294" y="1"/>
                  </a:cubicBezTo>
                  <a:close/>
                </a:path>
              </a:pathLst>
            </a:custGeom>
            <a:solidFill>
              <a:srgbClr val="F1F1F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5"/>
            <p:cNvSpPr/>
            <p:nvPr/>
          </p:nvSpPr>
          <p:spPr>
            <a:xfrm>
              <a:off x="4857563" y="1903988"/>
              <a:ext cx="446075" cy="467200"/>
            </a:xfrm>
            <a:custGeom>
              <a:avLst/>
              <a:gdLst/>
              <a:ahLst/>
              <a:cxnLst/>
              <a:rect l="l" t="t" r="r" b="b"/>
              <a:pathLst>
                <a:path w="17843" h="18688" extrusionOk="0">
                  <a:moveTo>
                    <a:pt x="6777" y="0"/>
                  </a:moveTo>
                  <a:lnTo>
                    <a:pt x="6777" y="6340"/>
                  </a:lnTo>
                  <a:cubicBezTo>
                    <a:pt x="6777" y="8662"/>
                    <a:pt x="2508" y="12994"/>
                    <a:pt x="1169" y="15923"/>
                  </a:cubicBezTo>
                  <a:cubicBezTo>
                    <a:pt x="0" y="18539"/>
                    <a:pt x="2024" y="18687"/>
                    <a:pt x="2497" y="18687"/>
                  </a:cubicBezTo>
                  <a:cubicBezTo>
                    <a:pt x="2557" y="18687"/>
                    <a:pt x="2592" y="18685"/>
                    <a:pt x="2592" y="18685"/>
                  </a:cubicBezTo>
                  <a:lnTo>
                    <a:pt x="15251" y="18685"/>
                  </a:lnTo>
                  <a:cubicBezTo>
                    <a:pt x="15251" y="18685"/>
                    <a:pt x="15286" y="18687"/>
                    <a:pt x="15346" y="18687"/>
                  </a:cubicBezTo>
                  <a:cubicBezTo>
                    <a:pt x="15819" y="18687"/>
                    <a:pt x="17843" y="18539"/>
                    <a:pt x="16674" y="15923"/>
                  </a:cubicBezTo>
                  <a:cubicBezTo>
                    <a:pt x="15335" y="12994"/>
                    <a:pt x="11066" y="8662"/>
                    <a:pt x="11066" y="6340"/>
                  </a:cubicBezTo>
                  <a:lnTo>
                    <a:pt x="1106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5"/>
            <p:cNvSpPr/>
            <p:nvPr/>
          </p:nvSpPr>
          <p:spPr>
            <a:xfrm>
              <a:off x="4876563" y="2228813"/>
              <a:ext cx="408075" cy="132950"/>
            </a:xfrm>
            <a:custGeom>
              <a:avLst/>
              <a:gdLst/>
              <a:ahLst/>
              <a:cxnLst/>
              <a:rect l="l" t="t" r="r" b="b"/>
              <a:pathLst>
                <a:path w="16323" h="5318" extrusionOk="0">
                  <a:moveTo>
                    <a:pt x="2795" y="1"/>
                  </a:moveTo>
                  <a:cubicBezTo>
                    <a:pt x="2146" y="879"/>
                    <a:pt x="1560" y="1821"/>
                    <a:pt x="1079" y="2804"/>
                  </a:cubicBezTo>
                  <a:cubicBezTo>
                    <a:pt x="0" y="5185"/>
                    <a:pt x="1864" y="5317"/>
                    <a:pt x="2292" y="5317"/>
                  </a:cubicBezTo>
                  <a:cubicBezTo>
                    <a:pt x="2345" y="5317"/>
                    <a:pt x="2376" y="5315"/>
                    <a:pt x="2376" y="5315"/>
                  </a:cubicBezTo>
                  <a:lnTo>
                    <a:pt x="13947" y="5315"/>
                  </a:lnTo>
                  <a:cubicBezTo>
                    <a:pt x="13947" y="5315"/>
                    <a:pt x="13978" y="5317"/>
                    <a:pt x="14031" y="5317"/>
                  </a:cubicBezTo>
                  <a:cubicBezTo>
                    <a:pt x="14459" y="5317"/>
                    <a:pt x="16323" y="5185"/>
                    <a:pt x="15244" y="2804"/>
                  </a:cubicBezTo>
                  <a:cubicBezTo>
                    <a:pt x="14763" y="1821"/>
                    <a:pt x="14177" y="879"/>
                    <a:pt x="135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5"/>
            <p:cNvSpPr/>
            <p:nvPr/>
          </p:nvSpPr>
          <p:spPr>
            <a:xfrm>
              <a:off x="5010238" y="1862663"/>
              <a:ext cx="140725" cy="41350"/>
            </a:xfrm>
            <a:custGeom>
              <a:avLst/>
              <a:gdLst/>
              <a:ahLst/>
              <a:cxnLst/>
              <a:rect l="l" t="t" r="r" b="b"/>
              <a:pathLst>
                <a:path w="5629" h="1654" extrusionOk="0">
                  <a:moveTo>
                    <a:pt x="356" y="0"/>
                  </a:moveTo>
                  <a:cubicBezTo>
                    <a:pt x="168" y="0"/>
                    <a:pt x="0" y="168"/>
                    <a:pt x="0" y="377"/>
                  </a:cubicBezTo>
                  <a:lnTo>
                    <a:pt x="0" y="1276"/>
                  </a:lnTo>
                  <a:cubicBezTo>
                    <a:pt x="0" y="1486"/>
                    <a:pt x="168" y="1653"/>
                    <a:pt x="356" y="1653"/>
                  </a:cubicBezTo>
                  <a:lnTo>
                    <a:pt x="5252" y="1653"/>
                  </a:lnTo>
                  <a:cubicBezTo>
                    <a:pt x="5461" y="1653"/>
                    <a:pt x="5629" y="1486"/>
                    <a:pt x="5629" y="1276"/>
                  </a:cubicBezTo>
                  <a:lnTo>
                    <a:pt x="5629" y="377"/>
                  </a:lnTo>
                  <a:cubicBezTo>
                    <a:pt x="5629" y="168"/>
                    <a:pt x="5461" y="0"/>
                    <a:pt x="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5"/>
            <p:cNvSpPr/>
            <p:nvPr/>
          </p:nvSpPr>
          <p:spPr>
            <a:xfrm>
              <a:off x="5010238" y="1888288"/>
              <a:ext cx="140725" cy="15725"/>
            </a:xfrm>
            <a:custGeom>
              <a:avLst/>
              <a:gdLst/>
              <a:ahLst/>
              <a:cxnLst/>
              <a:rect l="l" t="t" r="r" b="b"/>
              <a:pathLst>
                <a:path w="5629" h="629" extrusionOk="0">
                  <a:moveTo>
                    <a:pt x="0" y="0"/>
                  </a:moveTo>
                  <a:lnTo>
                    <a:pt x="0" y="251"/>
                  </a:lnTo>
                  <a:cubicBezTo>
                    <a:pt x="0" y="461"/>
                    <a:pt x="168" y="628"/>
                    <a:pt x="356" y="628"/>
                  </a:cubicBezTo>
                  <a:lnTo>
                    <a:pt x="5252" y="628"/>
                  </a:lnTo>
                  <a:cubicBezTo>
                    <a:pt x="5461" y="628"/>
                    <a:pt x="5629" y="461"/>
                    <a:pt x="5629" y="251"/>
                  </a:cubicBezTo>
                  <a:lnTo>
                    <a:pt x="56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5"/>
            <p:cNvSpPr/>
            <p:nvPr/>
          </p:nvSpPr>
          <p:spPr>
            <a:xfrm>
              <a:off x="4946413" y="2212613"/>
              <a:ext cx="267850" cy="32450"/>
            </a:xfrm>
            <a:custGeom>
              <a:avLst/>
              <a:gdLst/>
              <a:ahLst/>
              <a:cxnLst/>
              <a:rect l="l" t="t" r="r" b="b"/>
              <a:pathLst>
                <a:path w="10714" h="1298" extrusionOk="0">
                  <a:moveTo>
                    <a:pt x="5357" y="0"/>
                  </a:moveTo>
                  <a:cubicBezTo>
                    <a:pt x="2407" y="0"/>
                    <a:pt x="1" y="293"/>
                    <a:pt x="1" y="649"/>
                  </a:cubicBezTo>
                  <a:cubicBezTo>
                    <a:pt x="1" y="1004"/>
                    <a:pt x="2407" y="1297"/>
                    <a:pt x="5357" y="1297"/>
                  </a:cubicBezTo>
                  <a:cubicBezTo>
                    <a:pt x="8307" y="1297"/>
                    <a:pt x="10713" y="1004"/>
                    <a:pt x="10713" y="649"/>
                  </a:cubicBezTo>
                  <a:cubicBezTo>
                    <a:pt x="10713" y="293"/>
                    <a:pt x="8307" y="0"/>
                    <a:pt x="53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5"/>
            <p:cNvSpPr/>
            <p:nvPr/>
          </p:nvSpPr>
          <p:spPr>
            <a:xfrm>
              <a:off x="5039513" y="1956813"/>
              <a:ext cx="14675" cy="109350"/>
            </a:xfrm>
            <a:custGeom>
              <a:avLst/>
              <a:gdLst/>
              <a:ahLst/>
              <a:cxnLst/>
              <a:rect l="l" t="t" r="r" b="b"/>
              <a:pathLst>
                <a:path w="587" h="4374" extrusionOk="0">
                  <a:moveTo>
                    <a:pt x="294" y="0"/>
                  </a:moveTo>
                  <a:cubicBezTo>
                    <a:pt x="127" y="0"/>
                    <a:pt x="1" y="147"/>
                    <a:pt x="1" y="293"/>
                  </a:cubicBezTo>
                  <a:lnTo>
                    <a:pt x="1" y="4080"/>
                  </a:lnTo>
                  <a:cubicBezTo>
                    <a:pt x="1" y="4248"/>
                    <a:pt x="127" y="4373"/>
                    <a:pt x="294" y="4373"/>
                  </a:cubicBezTo>
                  <a:cubicBezTo>
                    <a:pt x="440" y="4373"/>
                    <a:pt x="587" y="4248"/>
                    <a:pt x="587" y="4080"/>
                  </a:cubicBezTo>
                  <a:lnTo>
                    <a:pt x="587" y="293"/>
                  </a:lnTo>
                  <a:cubicBezTo>
                    <a:pt x="587" y="147"/>
                    <a:pt x="440" y="0"/>
                    <a:pt x="294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5"/>
            <p:cNvSpPr/>
            <p:nvPr/>
          </p:nvSpPr>
          <p:spPr>
            <a:xfrm>
              <a:off x="5039513" y="1913388"/>
              <a:ext cx="14675" cy="20425"/>
            </a:xfrm>
            <a:custGeom>
              <a:avLst/>
              <a:gdLst/>
              <a:ahLst/>
              <a:cxnLst/>
              <a:rect l="l" t="t" r="r" b="b"/>
              <a:pathLst>
                <a:path w="587" h="817" extrusionOk="0">
                  <a:moveTo>
                    <a:pt x="294" y="1"/>
                  </a:moveTo>
                  <a:cubicBezTo>
                    <a:pt x="127" y="1"/>
                    <a:pt x="1" y="147"/>
                    <a:pt x="1" y="294"/>
                  </a:cubicBezTo>
                  <a:lnTo>
                    <a:pt x="1" y="524"/>
                  </a:lnTo>
                  <a:cubicBezTo>
                    <a:pt x="1" y="691"/>
                    <a:pt x="127" y="817"/>
                    <a:pt x="294" y="817"/>
                  </a:cubicBezTo>
                  <a:cubicBezTo>
                    <a:pt x="440" y="817"/>
                    <a:pt x="587" y="691"/>
                    <a:pt x="587" y="524"/>
                  </a:cubicBezTo>
                  <a:lnTo>
                    <a:pt x="587" y="294"/>
                  </a:lnTo>
                  <a:cubicBezTo>
                    <a:pt x="566" y="147"/>
                    <a:pt x="440" y="1"/>
                    <a:pt x="29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5"/>
            <p:cNvSpPr/>
            <p:nvPr/>
          </p:nvSpPr>
          <p:spPr>
            <a:xfrm>
              <a:off x="4626188" y="1972513"/>
              <a:ext cx="445825" cy="467225"/>
            </a:xfrm>
            <a:custGeom>
              <a:avLst/>
              <a:gdLst/>
              <a:ahLst/>
              <a:cxnLst/>
              <a:rect l="l" t="t" r="r" b="b"/>
              <a:pathLst>
                <a:path w="17833" h="18689" extrusionOk="0">
                  <a:moveTo>
                    <a:pt x="6763" y="0"/>
                  </a:moveTo>
                  <a:lnTo>
                    <a:pt x="6763" y="6361"/>
                  </a:lnTo>
                  <a:cubicBezTo>
                    <a:pt x="6763" y="8662"/>
                    <a:pt x="2494" y="12994"/>
                    <a:pt x="1155" y="15944"/>
                  </a:cubicBezTo>
                  <a:cubicBezTo>
                    <a:pt x="1" y="18528"/>
                    <a:pt x="1960" y="18688"/>
                    <a:pt x="2464" y="18688"/>
                  </a:cubicBezTo>
                  <a:cubicBezTo>
                    <a:pt x="2536" y="18688"/>
                    <a:pt x="2578" y="18685"/>
                    <a:pt x="2578" y="18685"/>
                  </a:cubicBezTo>
                  <a:lnTo>
                    <a:pt x="15258" y="18685"/>
                  </a:lnTo>
                  <a:cubicBezTo>
                    <a:pt x="15258" y="18685"/>
                    <a:pt x="15300" y="18688"/>
                    <a:pt x="15371" y="18688"/>
                  </a:cubicBezTo>
                  <a:cubicBezTo>
                    <a:pt x="15876" y="18688"/>
                    <a:pt x="17832" y="18528"/>
                    <a:pt x="16660" y="15944"/>
                  </a:cubicBezTo>
                  <a:cubicBezTo>
                    <a:pt x="15341" y="12994"/>
                    <a:pt x="11073" y="8662"/>
                    <a:pt x="11073" y="6361"/>
                  </a:cubicBezTo>
                  <a:lnTo>
                    <a:pt x="1107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5"/>
            <p:cNvSpPr/>
            <p:nvPr/>
          </p:nvSpPr>
          <p:spPr>
            <a:xfrm>
              <a:off x="4644813" y="2297863"/>
              <a:ext cx="408650" cy="132950"/>
            </a:xfrm>
            <a:custGeom>
              <a:avLst/>
              <a:gdLst/>
              <a:ahLst/>
              <a:cxnLst/>
              <a:rect l="l" t="t" r="r" b="b"/>
              <a:pathLst>
                <a:path w="16346" h="5318" extrusionOk="0">
                  <a:moveTo>
                    <a:pt x="2816" y="1"/>
                  </a:moveTo>
                  <a:cubicBezTo>
                    <a:pt x="2147" y="879"/>
                    <a:pt x="1582" y="1800"/>
                    <a:pt x="1080" y="2783"/>
                  </a:cubicBezTo>
                  <a:cubicBezTo>
                    <a:pt x="0" y="5185"/>
                    <a:pt x="1885" y="5317"/>
                    <a:pt x="2314" y="5317"/>
                  </a:cubicBezTo>
                  <a:cubicBezTo>
                    <a:pt x="2367" y="5317"/>
                    <a:pt x="2398" y="5315"/>
                    <a:pt x="2398" y="5315"/>
                  </a:cubicBezTo>
                  <a:lnTo>
                    <a:pt x="13948" y="5315"/>
                  </a:lnTo>
                  <a:cubicBezTo>
                    <a:pt x="13948" y="5315"/>
                    <a:pt x="13979" y="5317"/>
                    <a:pt x="14032" y="5317"/>
                  </a:cubicBezTo>
                  <a:cubicBezTo>
                    <a:pt x="14461" y="5317"/>
                    <a:pt x="16346" y="5185"/>
                    <a:pt x="15266" y="2783"/>
                  </a:cubicBezTo>
                  <a:cubicBezTo>
                    <a:pt x="14764" y="1800"/>
                    <a:pt x="14178" y="858"/>
                    <a:pt x="135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5"/>
            <p:cNvSpPr/>
            <p:nvPr/>
          </p:nvSpPr>
          <p:spPr>
            <a:xfrm>
              <a:off x="4778513" y="1931188"/>
              <a:ext cx="140725" cy="41350"/>
            </a:xfrm>
            <a:custGeom>
              <a:avLst/>
              <a:gdLst/>
              <a:ahLst/>
              <a:cxnLst/>
              <a:rect l="l" t="t" r="r" b="b"/>
              <a:pathLst>
                <a:path w="5629" h="1654" extrusionOk="0">
                  <a:moveTo>
                    <a:pt x="377" y="0"/>
                  </a:moveTo>
                  <a:cubicBezTo>
                    <a:pt x="167" y="0"/>
                    <a:pt x="0" y="168"/>
                    <a:pt x="0" y="377"/>
                  </a:cubicBezTo>
                  <a:lnTo>
                    <a:pt x="0" y="1276"/>
                  </a:lnTo>
                  <a:cubicBezTo>
                    <a:pt x="0" y="1486"/>
                    <a:pt x="167" y="1653"/>
                    <a:pt x="377" y="1653"/>
                  </a:cubicBezTo>
                  <a:lnTo>
                    <a:pt x="5252" y="1653"/>
                  </a:lnTo>
                  <a:cubicBezTo>
                    <a:pt x="5461" y="1653"/>
                    <a:pt x="5629" y="1486"/>
                    <a:pt x="5629" y="1276"/>
                  </a:cubicBezTo>
                  <a:lnTo>
                    <a:pt x="5629" y="377"/>
                  </a:lnTo>
                  <a:cubicBezTo>
                    <a:pt x="5629" y="168"/>
                    <a:pt x="5461" y="0"/>
                    <a:pt x="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5"/>
            <p:cNvSpPr/>
            <p:nvPr/>
          </p:nvSpPr>
          <p:spPr>
            <a:xfrm>
              <a:off x="4778513" y="1956813"/>
              <a:ext cx="140725" cy="15725"/>
            </a:xfrm>
            <a:custGeom>
              <a:avLst/>
              <a:gdLst/>
              <a:ahLst/>
              <a:cxnLst/>
              <a:rect l="l" t="t" r="r" b="b"/>
              <a:pathLst>
                <a:path w="5629" h="629" extrusionOk="0">
                  <a:moveTo>
                    <a:pt x="0" y="0"/>
                  </a:moveTo>
                  <a:lnTo>
                    <a:pt x="0" y="251"/>
                  </a:lnTo>
                  <a:cubicBezTo>
                    <a:pt x="0" y="461"/>
                    <a:pt x="167" y="628"/>
                    <a:pt x="377" y="628"/>
                  </a:cubicBezTo>
                  <a:lnTo>
                    <a:pt x="5252" y="628"/>
                  </a:lnTo>
                  <a:cubicBezTo>
                    <a:pt x="5461" y="628"/>
                    <a:pt x="5629" y="461"/>
                    <a:pt x="5629" y="251"/>
                  </a:cubicBezTo>
                  <a:lnTo>
                    <a:pt x="56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5"/>
            <p:cNvSpPr/>
            <p:nvPr/>
          </p:nvSpPr>
          <p:spPr>
            <a:xfrm>
              <a:off x="4715213" y="2281638"/>
              <a:ext cx="267325" cy="31950"/>
            </a:xfrm>
            <a:custGeom>
              <a:avLst/>
              <a:gdLst/>
              <a:ahLst/>
              <a:cxnLst/>
              <a:rect l="l" t="t" r="r" b="b"/>
              <a:pathLst>
                <a:path w="10693" h="1278" extrusionOk="0">
                  <a:moveTo>
                    <a:pt x="5357" y="1"/>
                  </a:moveTo>
                  <a:cubicBezTo>
                    <a:pt x="2386" y="1"/>
                    <a:pt x="0" y="273"/>
                    <a:pt x="0" y="650"/>
                  </a:cubicBezTo>
                  <a:cubicBezTo>
                    <a:pt x="0" y="1005"/>
                    <a:pt x="2386" y="1277"/>
                    <a:pt x="5357" y="1277"/>
                  </a:cubicBezTo>
                  <a:cubicBezTo>
                    <a:pt x="8307" y="1277"/>
                    <a:pt x="10692" y="1005"/>
                    <a:pt x="10692" y="650"/>
                  </a:cubicBezTo>
                  <a:cubicBezTo>
                    <a:pt x="10692" y="273"/>
                    <a:pt x="8307" y="1"/>
                    <a:pt x="5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5"/>
            <p:cNvSpPr/>
            <p:nvPr/>
          </p:nvSpPr>
          <p:spPr>
            <a:xfrm>
              <a:off x="4807788" y="2025863"/>
              <a:ext cx="14675" cy="108825"/>
            </a:xfrm>
            <a:custGeom>
              <a:avLst/>
              <a:gdLst/>
              <a:ahLst/>
              <a:cxnLst/>
              <a:rect l="l" t="t" r="r" b="b"/>
              <a:pathLst>
                <a:path w="587" h="4353" extrusionOk="0">
                  <a:moveTo>
                    <a:pt x="294" y="0"/>
                  </a:moveTo>
                  <a:cubicBezTo>
                    <a:pt x="147" y="0"/>
                    <a:pt x="1" y="126"/>
                    <a:pt x="1" y="293"/>
                  </a:cubicBezTo>
                  <a:lnTo>
                    <a:pt x="1" y="4059"/>
                  </a:lnTo>
                  <a:cubicBezTo>
                    <a:pt x="1" y="4227"/>
                    <a:pt x="147" y="4352"/>
                    <a:pt x="294" y="4352"/>
                  </a:cubicBezTo>
                  <a:cubicBezTo>
                    <a:pt x="461" y="4352"/>
                    <a:pt x="587" y="4227"/>
                    <a:pt x="587" y="4059"/>
                  </a:cubicBezTo>
                  <a:lnTo>
                    <a:pt x="587" y="293"/>
                  </a:lnTo>
                  <a:cubicBezTo>
                    <a:pt x="587" y="126"/>
                    <a:pt x="461" y="0"/>
                    <a:pt x="294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5"/>
            <p:cNvSpPr/>
            <p:nvPr/>
          </p:nvSpPr>
          <p:spPr>
            <a:xfrm>
              <a:off x="4807788" y="1982438"/>
              <a:ext cx="14675" cy="20425"/>
            </a:xfrm>
            <a:custGeom>
              <a:avLst/>
              <a:gdLst/>
              <a:ahLst/>
              <a:cxnLst/>
              <a:rect l="l" t="t" r="r" b="b"/>
              <a:pathLst>
                <a:path w="587" h="817" extrusionOk="0">
                  <a:moveTo>
                    <a:pt x="294" y="1"/>
                  </a:moveTo>
                  <a:cubicBezTo>
                    <a:pt x="147" y="1"/>
                    <a:pt x="1" y="126"/>
                    <a:pt x="1" y="294"/>
                  </a:cubicBezTo>
                  <a:lnTo>
                    <a:pt x="1" y="524"/>
                  </a:lnTo>
                  <a:cubicBezTo>
                    <a:pt x="1" y="670"/>
                    <a:pt x="147" y="817"/>
                    <a:pt x="294" y="817"/>
                  </a:cubicBezTo>
                  <a:cubicBezTo>
                    <a:pt x="461" y="817"/>
                    <a:pt x="587" y="670"/>
                    <a:pt x="587" y="524"/>
                  </a:cubicBezTo>
                  <a:lnTo>
                    <a:pt x="587" y="294"/>
                  </a:lnTo>
                  <a:cubicBezTo>
                    <a:pt x="587" y="126"/>
                    <a:pt x="461" y="1"/>
                    <a:pt x="29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6" name="Google Shape;636;p45"/>
          <p:cNvGrpSpPr/>
          <p:nvPr/>
        </p:nvGrpSpPr>
        <p:grpSpPr>
          <a:xfrm rot="2986647">
            <a:off x="8275600" y="-409171"/>
            <a:ext cx="572859" cy="840314"/>
            <a:chOff x="1713713" y="4972438"/>
            <a:chExt cx="443613" cy="650725"/>
          </a:xfrm>
        </p:grpSpPr>
        <p:sp>
          <p:nvSpPr>
            <p:cNvPr id="637" name="Google Shape;637;p45"/>
            <p:cNvSpPr/>
            <p:nvPr/>
          </p:nvSpPr>
          <p:spPr>
            <a:xfrm>
              <a:off x="1922975" y="5313488"/>
              <a:ext cx="127125" cy="99925"/>
            </a:xfrm>
            <a:custGeom>
              <a:avLst/>
              <a:gdLst/>
              <a:ahLst/>
              <a:cxnLst/>
              <a:rect l="l" t="t" r="r" b="b"/>
              <a:pathLst>
                <a:path w="5085" h="3997" extrusionOk="0">
                  <a:moveTo>
                    <a:pt x="942" y="0"/>
                  </a:moveTo>
                  <a:lnTo>
                    <a:pt x="0" y="1674"/>
                  </a:lnTo>
                  <a:lnTo>
                    <a:pt x="4164" y="3997"/>
                  </a:lnTo>
                  <a:lnTo>
                    <a:pt x="4101" y="2867"/>
                  </a:lnTo>
                  <a:lnTo>
                    <a:pt x="5085" y="2323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rgbClr val="C0272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5"/>
            <p:cNvSpPr/>
            <p:nvPr/>
          </p:nvSpPr>
          <p:spPr>
            <a:xfrm>
              <a:off x="1924000" y="5319238"/>
              <a:ext cx="65425" cy="125050"/>
            </a:xfrm>
            <a:custGeom>
              <a:avLst/>
              <a:gdLst/>
              <a:ahLst/>
              <a:cxnLst/>
              <a:rect l="l" t="t" r="r" b="b"/>
              <a:pathLst>
                <a:path w="2617" h="5002" extrusionOk="0">
                  <a:moveTo>
                    <a:pt x="1905" y="0"/>
                  </a:moveTo>
                  <a:lnTo>
                    <a:pt x="1" y="293"/>
                  </a:lnTo>
                  <a:lnTo>
                    <a:pt x="712" y="5001"/>
                  </a:lnTo>
                  <a:lnTo>
                    <a:pt x="1570" y="4269"/>
                  </a:lnTo>
                  <a:lnTo>
                    <a:pt x="2616" y="4708"/>
                  </a:lnTo>
                  <a:lnTo>
                    <a:pt x="2616" y="4708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C0272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5"/>
            <p:cNvSpPr/>
            <p:nvPr/>
          </p:nvSpPr>
          <p:spPr>
            <a:xfrm>
              <a:off x="1713725" y="4972438"/>
              <a:ext cx="443600" cy="650725"/>
            </a:xfrm>
            <a:custGeom>
              <a:avLst/>
              <a:gdLst/>
              <a:ahLst/>
              <a:cxnLst/>
              <a:rect l="l" t="t" r="r" b="b"/>
              <a:pathLst>
                <a:path w="17744" h="26029" extrusionOk="0">
                  <a:moveTo>
                    <a:pt x="13015" y="0"/>
                  </a:moveTo>
                  <a:lnTo>
                    <a:pt x="1" y="23393"/>
                  </a:lnTo>
                  <a:cubicBezTo>
                    <a:pt x="670" y="25757"/>
                    <a:pt x="4750" y="26029"/>
                    <a:pt x="4750" y="26029"/>
                  </a:cubicBezTo>
                  <a:lnTo>
                    <a:pt x="17744" y="2636"/>
                  </a:lnTo>
                  <a:cubicBezTo>
                    <a:pt x="17200" y="837"/>
                    <a:pt x="13015" y="0"/>
                    <a:pt x="13015" y="0"/>
                  </a:cubicBezTo>
                  <a:close/>
                </a:path>
              </a:pathLst>
            </a:custGeom>
            <a:solidFill>
              <a:srgbClr val="FFF0A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5"/>
            <p:cNvSpPr/>
            <p:nvPr/>
          </p:nvSpPr>
          <p:spPr>
            <a:xfrm>
              <a:off x="1772850" y="4997538"/>
              <a:ext cx="384475" cy="625625"/>
            </a:xfrm>
            <a:custGeom>
              <a:avLst/>
              <a:gdLst/>
              <a:ahLst/>
              <a:cxnLst/>
              <a:rect l="l" t="t" r="r" b="b"/>
              <a:pathLst>
                <a:path w="15379" h="25025" extrusionOk="0">
                  <a:moveTo>
                    <a:pt x="13621" y="0"/>
                  </a:moveTo>
                  <a:lnTo>
                    <a:pt x="0" y="24502"/>
                  </a:lnTo>
                  <a:cubicBezTo>
                    <a:pt x="774" y="24774"/>
                    <a:pt x="1569" y="24941"/>
                    <a:pt x="2385" y="25025"/>
                  </a:cubicBezTo>
                  <a:lnTo>
                    <a:pt x="15379" y="1632"/>
                  </a:lnTo>
                  <a:cubicBezTo>
                    <a:pt x="15170" y="963"/>
                    <a:pt x="14458" y="419"/>
                    <a:pt x="13621" y="0"/>
                  </a:cubicBezTo>
                  <a:close/>
                </a:path>
              </a:pathLst>
            </a:custGeom>
            <a:solidFill>
              <a:srgbClr val="FFF0A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5"/>
            <p:cNvSpPr/>
            <p:nvPr/>
          </p:nvSpPr>
          <p:spPr>
            <a:xfrm>
              <a:off x="1813650" y="5021588"/>
              <a:ext cx="343675" cy="601575"/>
            </a:xfrm>
            <a:custGeom>
              <a:avLst/>
              <a:gdLst/>
              <a:ahLst/>
              <a:cxnLst/>
              <a:rect l="l" t="t" r="r" b="b"/>
              <a:pathLst>
                <a:path w="13747" h="24063" extrusionOk="0">
                  <a:moveTo>
                    <a:pt x="13349" y="1"/>
                  </a:moveTo>
                  <a:lnTo>
                    <a:pt x="0" y="23958"/>
                  </a:lnTo>
                  <a:cubicBezTo>
                    <a:pt x="439" y="24042"/>
                    <a:pt x="732" y="24063"/>
                    <a:pt x="732" y="24063"/>
                  </a:cubicBezTo>
                  <a:lnTo>
                    <a:pt x="13747" y="670"/>
                  </a:lnTo>
                  <a:cubicBezTo>
                    <a:pt x="13663" y="419"/>
                    <a:pt x="13517" y="189"/>
                    <a:pt x="13349" y="1"/>
                  </a:cubicBezTo>
                  <a:close/>
                </a:path>
              </a:pathLst>
            </a:custGeom>
            <a:solidFill>
              <a:srgbClr val="FFF0A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5"/>
            <p:cNvSpPr/>
            <p:nvPr/>
          </p:nvSpPr>
          <p:spPr>
            <a:xfrm>
              <a:off x="1857050" y="5254513"/>
              <a:ext cx="148600" cy="111300"/>
            </a:xfrm>
            <a:custGeom>
              <a:avLst/>
              <a:gdLst/>
              <a:ahLst/>
              <a:cxnLst/>
              <a:rect l="l" t="t" r="r" b="b"/>
              <a:pathLst>
                <a:path w="5944" h="4452" extrusionOk="0">
                  <a:moveTo>
                    <a:pt x="1" y="1814"/>
                  </a:moveTo>
                  <a:cubicBezTo>
                    <a:pt x="1" y="1815"/>
                    <a:pt x="1" y="1815"/>
                    <a:pt x="1" y="1815"/>
                  </a:cubicBezTo>
                  <a:lnTo>
                    <a:pt x="1" y="1814"/>
                  </a:lnTo>
                  <a:close/>
                  <a:moveTo>
                    <a:pt x="1220" y="1"/>
                  </a:moveTo>
                  <a:cubicBezTo>
                    <a:pt x="1006" y="1"/>
                    <a:pt x="963" y="79"/>
                    <a:pt x="963" y="79"/>
                  </a:cubicBezTo>
                  <a:lnTo>
                    <a:pt x="1" y="1814"/>
                  </a:lnTo>
                  <a:lnTo>
                    <a:pt x="1" y="1814"/>
                  </a:lnTo>
                  <a:cubicBezTo>
                    <a:pt x="6" y="1807"/>
                    <a:pt x="52" y="1737"/>
                    <a:pt x="251" y="1737"/>
                  </a:cubicBezTo>
                  <a:cubicBezTo>
                    <a:pt x="554" y="1737"/>
                    <a:pt x="1212" y="1897"/>
                    <a:pt x="2616" y="2673"/>
                  </a:cubicBezTo>
                  <a:cubicBezTo>
                    <a:pt x="4981" y="3991"/>
                    <a:pt x="4729" y="4452"/>
                    <a:pt x="4729" y="4452"/>
                  </a:cubicBezTo>
                  <a:lnTo>
                    <a:pt x="5692" y="2715"/>
                  </a:lnTo>
                  <a:cubicBezTo>
                    <a:pt x="5692" y="2715"/>
                    <a:pt x="5943" y="2255"/>
                    <a:pt x="3579" y="936"/>
                  </a:cubicBezTo>
                  <a:cubicBezTo>
                    <a:pt x="2187" y="160"/>
                    <a:pt x="1527" y="1"/>
                    <a:pt x="1220" y="1"/>
                  </a:cubicBezTo>
                  <a:close/>
                </a:path>
              </a:pathLst>
            </a:custGeom>
            <a:solidFill>
              <a:srgbClr val="C0272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5"/>
            <p:cNvSpPr/>
            <p:nvPr/>
          </p:nvSpPr>
          <p:spPr>
            <a:xfrm>
              <a:off x="1922963" y="5313488"/>
              <a:ext cx="127125" cy="99925"/>
            </a:xfrm>
            <a:custGeom>
              <a:avLst/>
              <a:gdLst/>
              <a:ahLst/>
              <a:cxnLst/>
              <a:rect l="l" t="t" r="r" b="b"/>
              <a:pathLst>
                <a:path w="5085" h="3997" extrusionOk="0">
                  <a:moveTo>
                    <a:pt x="942" y="0"/>
                  </a:moveTo>
                  <a:lnTo>
                    <a:pt x="0" y="1674"/>
                  </a:lnTo>
                  <a:lnTo>
                    <a:pt x="4164" y="3997"/>
                  </a:lnTo>
                  <a:lnTo>
                    <a:pt x="4101" y="2867"/>
                  </a:lnTo>
                  <a:lnTo>
                    <a:pt x="5085" y="2323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5"/>
            <p:cNvSpPr/>
            <p:nvPr/>
          </p:nvSpPr>
          <p:spPr>
            <a:xfrm>
              <a:off x="1923988" y="5319238"/>
              <a:ext cx="65425" cy="125050"/>
            </a:xfrm>
            <a:custGeom>
              <a:avLst/>
              <a:gdLst/>
              <a:ahLst/>
              <a:cxnLst/>
              <a:rect l="l" t="t" r="r" b="b"/>
              <a:pathLst>
                <a:path w="2617" h="5002" extrusionOk="0">
                  <a:moveTo>
                    <a:pt x="1905" y="0"/>
                  </a:moveTo>
                  <a:lnTo>
                    <a:pt x="1" y="293"/>
                  </a:lnTo>
                  <a:lnTo>
                    <a:pt x="712" y="5001"/>
                  </a:lnTo>
                  <a:lnTo>
                    <a:pt x="1570" y="4269"/>
                  </a:lnTo>
                  <a:lnTo>
                    <a:pt x="2616" y="4708"/>
                  </a:lnTo>
                  <a:lnTo>
                    <a:pt x="2616" y="4708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5"/>
            <p:cNvSpPr/>
            <p:nvPr/>
          </p:nvSpPr>
          <p:spPr>
            <a:xfrm>
              <a:off x="1713713" y="4972438"/>
              <a:ext cx="443600" cy="650725"/>
            </a:xfrm>
            <a:custGeom>
              <a:avLst/>
              <a:gdLst/>
              <a:ahLst/>
              <a:cxnLst/>
              <a:rect l="l" t="t" r="r" b="b"/>
              <a:pathLst>
                <a:path w="17744" h="26029" extrusionOk="0">
                  <a:moveTo>
                    <a:pt x="13015" y="0"/>
                  </a:moveTo>
                  <a:lnTo>
                    <a:pt x="1" y="23393"/>
                  </a:lnTo>
                  <a:cubicBezTo>
                    <a:pt x="670" y="25757"/>
                    <a:pt x="4750" y="26029"/>
                    <a:pt x="4750" y="26029"/>
                  </a:cubicBezTo>
                  <a:lnTo>
                    <a:pt x="17744" y="2636"/>
                  </a:lnTo>
                  <a:cubicBezTo>
                    <a:pt x="17200" y="837"/>
                    <a:pt x="13015" y="0"/>
                    <a:pt x="13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5"/>
            <p:cNvSpPr/>
            <p:nvPr/>
          </p:nvSpPr>
          <p:spPr>
            <a:xfrm>
              <a:off x="1772838" y="4997538"/>
              <a:ext cx="384475" cy="625625"/>
            </a:xfrm>
            <a:custGeom>
              <a:avLst/>
              <a:gdLst/>
              <a:ahLst/>
              <a:cxnLst/>
              <a:rect l="l" t="t" r="r" b="b"/>
              <a:pathLst>
                <a:path w="15379" h="25025" extrusionOk="0">
                  <a:moveTo>
                    <a:pt x="13621" y="0"/>
                  </a:moveTo>
                  <a:lnTo>
                    <a:pt x="0" y="24502"/>
                  </a:lnTo>
                  <a:cubicBezTo>
                    <a:pt x="774" y="24774"/>
                    <a:pt x="1569" y="24941"/>
                    <a:pt x="2385" y="25025"/>
                  </a:cubicBezTo>
                  <a:lnTo>
                    <a:pt x="15379" y="1632"/>
                  </a:lnTo>
                  <a:cubicBezTo>
                    <a:pt x="15170" y="963"/>
                    <a:pt x="14458" y="419"/>
                    <a:pt x="136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5"/>
            <p:cNvSpPr/>
            <p:nvPr/>
          </p:nvSpPr>
          <p:spPr>
            <a:xfrm>
              <a:off x="1813638" y="5021588"/>
              <a:ext cx="343675" cy="601575"/>
            </a:xfrm>
            <a:custGeom>
              <a:avLst/>
              <a:gdLst/>
              <a:ahLst/>
              <a:cxnLst/>
              <a:rect l="l" t="t" r="r" b="b"/>
              <a:pathLst>
                <a:path w="13747" h="24063" extrusionOk="0">
                  <a:moveTo>
                    <a:pt x="13349" y="1"/>
                  </a:moveTo>
                  <a:lnTo>
                    <a:pt x="0" y="23958"/>
                  </a:lnTo>
                  <a:cubicBezTo>
                    <a:pt x="439" y="24042"/>
                    <a:pt x="732" y="24063"/>
                    <a:pt x="732" y="24063"/>
                  </a:cubicBezTo>
                  <a:lnTo>
                    <a:pt x="13747" y="670"/>
                  </a:lnTo>
                  <a:cubicBezTo>
                    <a:pt x="13663" y="419"/>
                    <a:pt x="13517" y="189"/>
                    <a:pt x="133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5"/>
            <p:cNvSpPr/>
            <p:nvPr/>
          </p:nvSpPr>
          <p:spPr>
            <a:xfrm>
              <a:off x="1857038" y="5254513"/>
              <a:ext cx="148600" cy="111300"/>
            </a:xfrm>
            <a:custGeom>
              <a:avLst/>
              <a:gdLst/>
              <a:ahLst/>
              <a:cxnLst/>
              <a:rect l="l" t="t" r="r" b="b"/>
              <a:pathLst>
                <a:path w="5944" h="4452" extrusionOk="0">
                  <a:moveTo>
                    <a:pt x="1" y="1814"/>
                  </a:moveTo>
                  <a:cubicBezTo>
                    <a:pt x="1" y="1815"/>
                    <a:pt x="1" y="1815"/>
                    <a:pt x="1" y="1815"/>
                  </a:cubicBezTo>
                  <a:lnTo>
                    <a:pt x="1" y="1814"/>
                  </a:lnTo>
                  <a:close/>
                  <a:moveTo>
                    <a:pt x="1220" y="1"/>
                  </a:moveTo>
                  <a:cubicBezTo>
                    <a:pt x="1006" y="1"/>
                    <a:pt x="963" y="79"/>
                    <a:pt x="963" y="79"/>
                  </a:cubicBezTo>
                  <a:lnTo>
                    <a:pt x="1" y="1814"/>
                  </a:lnTo>
                  <a:lnTo>
                    <a:pt x="1" y="1814"/>
                  </a:lnTo>
                  <a:cubicBezTo>
                    <a:pt x="6" y="1807"/>
                    <a:pt x="52" y="1737"/>
                    <a:pt x="251" y="1737"/>
                  </a:cubicBezTo>
                  <a:cubicBezTo>
                    <a:pt x="554" y="1737"/>
                    <a:pt x="1212" y="1897"/>
                    <a:pt x="2616" y="2673"/>
                  </a:cubicBezTo>
                  <a:cubicBezTo>
                    <a:pt x="4981" y="3991"/>
                    <a:pt x="4729" y="4452"/>
                    <a:pt x="4729" y="4452"/>
                  </a:cubicBezTo>
                  <a:lnTo>
                    <a:pt x="5692" y="2715"/>
                  </a:lnTo>
                  <a:cubicBezTo>
                    <a:pt x="5692" y="2715"/>
                    <a:pt x="5943" y="2255"/>
                    <a:pt x="3579" y="936"/>
                  </a:cubicBezTo>
                  <a:cubicBezTo>
                    <a:pt x="2187" y="160"/>
                    <a:pt x="1527" y="1"/>
                    <a:pt x="12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51" name="Google Shape;651;p4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52" name="Google Shape;652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8">
  <p:cSld name="TITLE_AND_BODY_8"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5" name="Google Shape;655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56" name="Google Shape;656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 1">
  <p:cSld name="1_Title and Content_1"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8"/>
          <p:cNvSpPr txBox="1"/>
          <p:nvPr/>
        </p:nvSpPr>
        <p:spPr>
          <a:xfrm>
            <a:off x="2869128" y="60950"/>
            <a:ext cx="2839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0000"/>
                </a:solidFill>
              </a:rPr>
              <a:t>8th Jan 2020-(Shift 1)</a:t>
            </a:r>
            <a:endParaRPr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65" name="Google Shape;665;p5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66" name="Google Shape;666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9" name="Google Shape;669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2" name="Google Shape;672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3" name="Google Shape;673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77" name="Google Shape;677;p5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78" name="Google Shape;678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1" name="Google Shape;681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84" name="Google Shape;684;p5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5" name="Google Shape;685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88" name="Google Shape;688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5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92" name="Google Shape;692;p5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3" name="Google Shape;693;p5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94" name="Google Shape;694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97" name="Google Shape;697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00" name="Google Shape;700;p5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1" name="Google Shape;701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">
  <p:cSld name="TITLE_1_1_1_2_1_1_1">
    <p:bg>
      <p:bgPr>
        <a:solidFill>
          <a:srgbClr val="F4FF81"/>
        </a:solidFill>
        <a:effectLst/>
      </p:bgPr>
    </p:bg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1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61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BF9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707" name="Google Shape;707;p61"/>
          <p:cNvPicPr preferRelativeResize="0"/>
          <p:nvPr/>
        </p:nvPicPr>
        <p:blipFill rotWithShape="1">
          <a:blip r:embed="rId2">
            <a:alphaModFix/>
          </a:blip>
          <a:srcRect t="28708" b="27319"/>
          <a:stretch/>
        </p:blipFill>
        <p:spPr>
          <a:xfrm>
            <a:off x="8063776" y="4787775"/>
            <a:ext cx="1039950" cy="27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7">
  <p:cSld name="TITLE_AND_BODY_7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11" name="Google Shape;711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2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4" name="Google Shape;714;p6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715" name="Google Shape;715;p63"/>
          <p:cNvPicPr preferRelativeResize="0"/>
          <p:nvPr/>
        </p:nvPicPr>
        <p:blipFill rotWithShape="1">
          <a:blip r:embed="rId2">
            <a:alphaModFix/>
          </a:blip>
          <a:srcRect t="23107" b="20696"/>
          <a:stretch/>
        </p:blipFill>
        <p:spPr>
          <a:xfrm>
            <a:off x="8193206" y="4829088"/>
            <a:ext cx="895957" cy="302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">
  <p:cSld name="CUSTOM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9158287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6" name="Google Shape;726;p66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727" name="Google Shape;727;p66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28" name="Google Shape;728;p66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29" name="Google Shape;729;p66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30" name="Google Shape;730;p66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31" name="Google Shape;731;p66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32" name="Google Shape;732;p66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33" name="Google Shape;733;p66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34" name="Google Shape;734;p66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735" name="Google Shape;735;p66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736" name="Google Shape;736;p66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37" name="Google Shape;737;p66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38" name="Google Shape;738;p66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66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40" name="Google Shape;740;p66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41" name="Google Shape;741;p66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42" name="Google Shape;742;p66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43" name="Google Shape;743;p66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744" name="Google Shape;744;p66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745" name="Google Shape;745;p66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46" name="Google Shape;746;p66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47" name="Google Shape;747;p66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66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49" name="Google Shape;749;p66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50" name="Google Shape;750;p66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51" name="Google Shape;751;p66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52" name="Google Shape;752;p66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4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753" name="Google Shape;753;p66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54" name="Google Shape;754;p66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55" name="Google Shape;755;p66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56" name="Google Shape;756;p66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8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757" name="Google Shape;757;p66"/>
          <p:cNvSpPr/>
          <p:nvPr/>
        </p:nvSpPr>
        <p:spPr>
          <a:xfrm>
            <a:off x="0" y="3810000"/>
            <a:ext cx="9144000" cy="1333500"/>
          </a:xfrm>
          <a:prstGeom prst="rect">
            <a:avLst/>
          </a:prstGeom>
          <a:solidFill>
            <a:srgbClr val="592F2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8" name="Google Shape;758;p66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1855309" y="164765"/>
            <a:ext cx="5433383" cy="3126699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  <p:grpSp>
        <p:nvGrpSpPr>
          <p:cNvPr id="759" name="Google Shape;759;p66"/>
          <p:cNvGrpSpPr/>
          <p:nvPr/>
        </p:nvGrpSpPr>
        <p:grpSpPr>
          <a:xfrm>
            <a:off x="1264067" y="1992799"/>
            <a:ext cx="6615867" cy="2824151"/>
            <a:chOff x="1451428" y="2504665"/>
            <a:chExt cx="8821155" cy="3765535"/>
          </a:xfrm>
        </p:grpSpPr>
        <p:pic>
          <p:nvPicPr>
            <p:cNvPr id="760" name="Google Shape;760;p66"/>
            <p:cNvPicPr preferRelativeResize="0"/>
            <p:nvPr/>
          </p:nvPicPr>
          <p:blipFill rotWithShape="1">
            <a:blip r:embed="rId30">
              <a:alphaModFix/>
            </a:blip>
            <a:srcRect/>
            <a:stretch/>
          </p:blipFill>
          <p:spPr>
            <a:xfrm>
              <a:off x="8670478" y="4325257"/>
              <a:ext cx="1602105" cy="16915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1" name="Google Shape;761;p66"/>
            <p:cNvSpPr/>
            <p:nvPr/>
          </p:nvSpPr>
          <p:spPr>
            <a:xfrm>
              <a:off x="3193143" y="5283200"/>
              <a:ext cx="5472000" cy="987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62" name="Google Shape;762;p66"/>
            <p:cNvPicPr preferRelativeResize="0"/>
            <p:nvPr/>
          </p:nvPicPr>
          <p:blipFill rotWithShape="1">
            <a:blip r:embed="rId31">
              <a:alphaModFix/>
            </a:blip>
            <a:srcRect/>
            <a:stretch/>
          </p:blipFill>
          <p:spPr>
            <a:xfrm>
              <a:off x="3476171" y="3072987"/>
              <a:ext cx="5239658" cy="286706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763" name="Google Shape;763;p66"/>
            <p:cNvPicPr preferRelativeResize="0"/>
            <p:nvPr/>
          </p:nvPicPr>
          <p:blipFill rotWithShape="1">
            <a:blip r:embed="rId32">
              <a:alphaModFix/>
            </a:blip>
            <a:srcRect/>
            <a:stretch/>
          </p:blipFill>
          <p:spPr>
            <a:xfrm>
              <a:off x="4773530" y="2504665"/>
              <a:ext cx="2644940" cy="84329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764" name="Google Shape;764;p66"/>
            <p:cNvSpPr/>
            <p:nvPr/>
          </p:nvSpPr>
          <p:spPr>
            <a:xfrm>
              <a:off x="1683657" y="5508171"/>
              <a:ext cx="1465800" cy="4428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65" name="Google Shape;765;p66"/>
            <p:cNvPicPr preferRelativeResize="0"/>
            <p:nvPr/>
          </p:nvPicPr>
          <p:blipFill rotWithShape="1">
            <a:blip r:embed="rId33">
              <a:alphaModFix/>
            </a:blip>
            <a:srcRect/>
            <a:stretch/>
          </p:blipFill>
          <p:spPr>
            <a:xfrm>
              <a:off x="1451428" y="3048001"/>
              <a:ext cx="1926753" cy="27159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766" name="Google Shape;766;p66"/>
          <p:cNvSpPr txBox="1">
            <a:spLocks noGrp="1"/>
          </p:cNvSpPr>
          <p:nvPr>
            <p:ph type="ctrTitle"/>
          </p:nvPr>
        </p:nvSpPr>
        <p:spPr>
          <a:xfrm>
            <a:off x="2335294" y="989425"/>
            <a:ext cx="44877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 sz="3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mall" type="blank">
  <p:cSld name="BLANK"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7"/>
          <p:cNvSpPr txBox="1">
            <a:spLocks noGrp="1"/>
          </p:cNvSpPr>
          <p:nvPr>
            <p:ph type="title"/>
          </p:nvPr>
        </p:nvSpPr>
        <p:spPr>
          <a:xfrm>
            <a:off x="4382377" y="804059"/>
            <a:ext cx="40632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9" name="Google Shape;769;p67"/>
          <p:cNvSpPr txBox="1">
            <a:spLocks noGrp="1"/>
          </p:cNvSpPr>
          <p:nvPr>
            <p:ph type="body" idx="1"/>
          </p:nvPr>
        </p:nvSpPr>
        <p:spPr>
          <a:xfrm>
            <a:off x="4382377" y="1541756"/>
            <a:ext cx="4063200" cy="27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0" name="Google Shape;770;p67"/>
          <p:cNvSpPr>
            <a:spLocks noGrp="1"/>
          </p:cNvSpPr>
          <p:nvPr>
            <p:ph type="pic" idx="2"/>
          </p:nvPr>
        </p:nvSpPr>
        <p:spPr>
          <a:xfrm>
            <a:off x="0" y="0"/>
            <a:ext cx="4063200" cy="5143500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/>
          <p:nvPr/>
        </p:nvSpPr>
        <p:spPr>
          <a:xfrm>
            <a:off x="-21694" y="0"/>
            <a:ext cx="9157800" cy="5142000"/>
          </a:xfrm>
          <a:prstGeom prst="rect">
            <a:avLst/>
          </a:prstGeom>
          <a:solidFill>
            <a:srgbClr val="FCB83F"/>
          </a:solidFill>
          <a:ln w="12700" cap="flat" cmpd="sng">
            <a:solidFill>
              <a:srgbClr val="BA930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73" name="Google Shape;773;p68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774" name="Google Shape;774;p68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75" name="Google Shape;775;p68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76" name="Google Shape;776;p68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77" name="Google Shape;777;p68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78" name="Google Shape;778;p68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79" name="Google Shape;779;p68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80" name="Google Shape;780;p68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781" name="Google Shape;781;p68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782" name="Google Shape;782;p68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783" name="Google Shape;783;p68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84" name="Google Shape;784;p68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85" name="Google Shape;785;p68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68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87" name="Google Shape;787;p68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88" name="Google Shape;788;p68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89" name="Google Shape;789;p68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90" name="Google Shape;790;p68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791" name="Google Shape;791;p68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792" name="Google Shape;792;p68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93" name="Google Shape;793;p68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94" name="Google Shape;794;p68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68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96" name="Google Shape;796;p68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97" name="Google Shape;797;p68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98" name="Google Shape;798;p68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799" name="Google Shape;799;p68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800" name="Google Shape;800;p68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01" name="Google Shape;801;p68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02" name="Google Shape;802;p68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03" name="Google Shape;803;p68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804" name="Google Shape;804;p68"/>
          <p:cNvSpPr/>
          <p:nvPr/>
        </p:nvSpPr>
        <p:spPr>
          <a:xfrm>
            <a:off x="219417" y="1741932"/>
            <a:ext cx="6172200" cy="1824300"/>
          </a:xfrm>
          <a:prstGeom prst="rect">
            <a:avLst/>
          </a:prstGeom>
          <a:solidFill>
            <a:srgbClr val="592F28"/>
          </a:solidFill>
          <a:ln>
            <a:noFill/>
          </a:ln>
          <a:effectLst>
            <a:outerShdw blurRad="3556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68"/>
          <p:cNvSpPr txBox="1">
            <a:spLocks noGrp="1"/>
          </p:cNvSpPr>
          <p:nvPr>
            <p:ph type="ctrTitle"/>
          </p:nvPr>
        </p:nvSpPr>
        <p:spPr>
          <a:xfrm>
            <a:off x="471697" y="1900004"/>
            <a:ext cx="38481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aleway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6" name="Google Shape;806;p68"/>
          <p:cNvSpPr txBox="1">
            <a:spLocks noGrp="1"/>
          </p:cNvSpPr>
          <p:nvPr>
            <p:ph type="subTitle" idx="1"/>
          </p:nvPr>
        </p:nvSpPr>
        <p:spPr>
          <a:xfrm>
            <a:off x="471621" y="2706924"/>
            <a:ext cx="38481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9pPr>
          </a:lstStyle>
          <a:p>
            <a:endParaRPr/>
          </a:p>
        </p:txBody>
      </p:sp>
      <p:pic>
        <p:nvPicPr>
          <p:cNvPr id="807" name="Google Shape;807;p68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4572000" y="0"/>
            <a:ext cx="4575712" cy="5145030"/>
          </a:xfrm>
          <a:prstGeom prst="rect">
            <a:avLst/>
          </a:prstGeom>
          <a:noFill/>
          <a:ln>
            <a:noFill/>
          </a:ln>
          <a:effectLst>
            <a:outerShdw blurRad="381000" dist="38100" dir="10800000" algn="r" rotWithShape="0">
              <a:srgbClr val="000000">
                <a:alpha val="40000"/>
              </a:srgbClr>
            </a:outerShdw>
          </a:effectLst>
        </p:spPr>
      </p:pic>
      <p:sp>
        <p:nvSpPr>
          <p:cNvPr id="808" name="Google Shape;808;p68"/>
          <p:cNvSpPr>
            <a:spLocks noGrp="1"/>
          </p:cNvSpPr>
          <p:nvPr>
            <p:ph type="pic" idx="2"/>
          </p:nvPr>
        </p:nvSpPr>
        <p:spPr>
          <a:xfrm>
            <a:off x="4544440" y="-1530"/>
            <a:ext cx="4591500" cy="5143500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0" name="Google Shape;810;p69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811" name="Google Shape;811;p69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12" name="Google Shape;812;p69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13" name="Google Shape;813;p69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14" name="Google Shape;814;p69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15" name="Google Shape;815;p69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16" name="Google Shape;816;p69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17" name="Google Shape;817;p69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18" name="Google Shape;818;p69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819" name="Google Shape;819;p69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820" name="Google Shape;820;p69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21" name="Google Shape;821;p69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22" name="Google Shape;822;p69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69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24" name="Google Shape;824;p69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25" name="Google Shape;825;p69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26" name="Google Shape;826;p69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27" name="Google Shape;827;p69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828" name="Google Shape;828;p69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829" name="Google Shape;829;p69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30" name="Google Shape;830;p69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31" name="Google Shape;831;p69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69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33" name="Google Shape;833;p69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34" name="Google Shape;834;p69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35" name="Google Shape;835;p69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36" name="Google Shape;836;p69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837" name="Google Shape;837;p69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38" name="Google Shape;838;p69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39" name="Google Shape;839;p69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40" name="Google Shape;840;p69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grpSp>
        <p:nvGrpSpPr>
          <p:cNvPr id="841" name="Google Shape;841;p69"/>
          <p:cNvGrpSpPr/>
          <p:nvPr/>
        </p:nvGrpSpPr>
        <p:grpSpPr>
          <a:xfrm>
            <a:off x="524656" y="712204"/>
            <a:ext cx="8094600" cy="3921525"/>
            <a:chOff x="699507" y="814694"/>
            <a:chExt cx="10792800" cy="5228700"/>
          </a:xfrm>
        </p:grpSpPr>
        <p:sp>
          <p:nvSpPr>
            <p:cNvPr id="842" name="Google Shape;842;p69"/>
            <p:cNvSpPr/>
            <p:nvPr/>
          </p:nvSpPr>
          <p:spPr>
            <a:xfrm>
              <a:off x="699507" y="814694"/>
              <a:ext cx="10792800" cy="52287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3" name="Google Shape;843;p69"/>
            <p:cNvSpPr/>
            <p:nvPr/>
          </p:nvSpPr>
          <p:spPr>
            <a:xfrm>
              <a:off x="826924" y="933137"/>
              <a:ext cx="10538100" cy="4991700"/>
            </a:xfrm>
            <a:prstGeom prst="rect">
              <a:avLst/>
            </a:prstGeom>
            <a:solidFill>
              <a:srgbClr val="347C7F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44" name="Google Shape;844;p69"/>
          <p:cNvSpPr txBox="1">
            <a:spLocks noGrp="1"/>
          </p:cNvSpPr>
          <p:nvPr>
            <p:ph type="body" idx="1"/>
          </p:nvPr>
        </p:nvSpPr>
        <p:spPr>
          <a:xfrm>
            <a:off x="2225675" y="2161801"/>
            <a:ext cx="46926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0" i="1">
                <a:solidFill>
                  <a:schemeClr val="lt1"/>
                </a:solidFill>
              </a:defRPr>
            </a:lvl1pPr>
            <a:lvl2pPr marL="914400" lvl="1" indent="-3429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 i="1"/>
            </a:lvl2pPr>
            <a:lvl3pPr marL="1371600" lvl="2" indent="-3238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b="1" i="1"/>
            </a:lvl3pPr>
            <a:lvl4pPr marL="1828800" lvl="3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4pPr>
            <a:lvl5pPr marL="2286000" lvl="4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5pPr>
            <a:lvl6pPr marL="2743200" lvl="5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6pPr>
            <a:lvl7pPr marL="3200400" lvl="6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7pPr>
            <a:lvl8pPr marL="3657600" lvl="7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8pPr>
            <a:lvl9pPr marL="4114800" lvl="8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9pPr>
          </a:lstStyle>
          <a:p>
            <a:endParaRPr/>
          </a:p>
        </p:txBody>
      </p:sp>
      <p:pic>
        <p:nvPicPr>
          <p:cNvPr id="845" name="Google Shape;845;p69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249238" y="206829"/>
            <a:ext cx="1081946" cy="1253058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</p:pic>
      <p:pic>
        <p:nvPicPr>
          <p:cNvPr id="846" name="Google Shape;846;p69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 rot="2080913">
            <a:off x="8339717" y="291536"/>
            <a:ext cx="607364" cy="881781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</p:pic>
      <p:pic>
        <p:nvPicPr>
          <p:cNvPr id="847" name="Google Shape;847;p69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 rot="2090240">
            <a:off x="383335" y="3925222"/>
            <a:ext cx="699505" cy="975353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848" name="Google Shape;848;p69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7790612" y="4220033"/>
            <a:ext cx="1239088" cy="684858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0" name="Google Shape;850;p70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851" name="Google Shape;851;p70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52" name="Google Shape;852;p70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53" name="Google Shape;853;p70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54" name="Google Shape;854;p70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55" name="Google Shape;855;p70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56" name="Google Shape;856;p70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57" name="Google Shape;857;p70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58" name="Google Shape;858;p70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859" name="Google Shape;859;p70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860" name="Google Shape;860;p70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61" name="Google Shape;861;p70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62" name="Google Shape;862;p70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70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64" name="Google Shape;864;p70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65" name="Google Shape;865;p70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66" name="Google Shape;866;p70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67" name="Google Shape;867;p70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868" name="Google Shape;868;p70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869" name="Google Shape;869;p70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70" name="Google Shape;870;p70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71" name="Google Shape;871;p70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70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73" name="Google Shape;873;p70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74" name="Google Shape;874;p70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75" name="Google Shape;875;p70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76" name="Google Shape;876;p70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877" name="Google Shape;877;p70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78" name="Google Shape;878;p70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79" name="Google Shape;879;p70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80" name="Google Shape;880;p70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881" name="Google Shape;881;p70"/>
          <p:cNvSpPr/>
          <p:nvPr/>
        </p:nvSpPr>
        <p:spPr>
          <a:xfrm>
            <a:off x="0" y="-1"/>
            <a:ext cx="9144000" cy="549000"/>
          </a:xfrm>
          <a:prstGeom prst="rect">
            <a:avLst/>
          </a:prstGeom>
          <a:solidFill>
            <a:srgbClr val="592F2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70"/>
          <p:cNvSpPr/>
          <p:nvPr/>
        </p:nvSpPr>
        <p:spPr>
          <a:xfrm>
            <a:off x="0" y="4958442"/>
            <a:ext cx="9144000" cy="208800"/>
          </a:xfrm>
          <a:prstGeom prst="rect">
            <a:avLst/>
          </a:prstGeom>
          <a:solidFill>
            <a:srgbClr val="F9C42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70"/>
          <p:cNvSpPr txBox="1">
            <a:spLocks noGrp="1"/>
          </p:cNvSpPr>
          <p:nvPr>
            <p:ph type="body" idx="1"/>
          </p:nvPr>
        </p:nvSpPr>
        <p:spPr>
          <a:xfrm>
            <a:off x="1446003" y="4414014"/>
            <a:ext cx="6252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+ 1 column">
  <p:cSld name="1_Title + 1 column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5" name="Google Shape;885;p71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886" name="Google Shape;886;p71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87" name="Google Shape;887;p71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88" name="Google Shape;888;p71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89" name="Google Shape;889;p71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90" name="Google Shape;890;p71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91" name="Google Shape;891;p71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92" name="Google Shape;892;p71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893" name="Google Shape;893;p71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894" name="Google Shape;894;p71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895" name="Google Shape;895;p71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96" name="Google Shape;896;p71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97" name="Google Shape;897;p71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71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899" name="Google Shape;899;p71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00" name="Google Shape;900;p71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01" name="Google Shape;901;p71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02" name="Google Shape;902;p71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903" name="Google Shape;903;p71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904" name="Google Shape;904;p71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05" name="Google Shape;905;p71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06" name="Google Shape;906;p71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71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08" name="Google Shape;908;p71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09" name="Google Shape;909;p71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10" name="Google Shape;910;p71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11" name="Google Shape;911;p71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912" name="Google Shape;912;p71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13" name="Google Shape;913;p71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14" name="Google Shape;914;p71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15" name="Google Shape;915;p71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916" name="Google Shape;916;p71"/>
          <p:cNvSpPr/>
          <p:nvPr/>
        </p:nvSpPr>
        <p:spPr>
          <a:xfrm>
            <a:off x="2147341" y="525592"/>
            <a:ext cx="6621900" cy="4092300"/>
          </a:xfrm>
          <a:prstGeom prst="rect">
            <a:avLst/>
          </a:prstGeom>
          <a:solidFill>
            <a:srgbClr val="FCB83F"/>
          </a:solidFill>
          <a:ln>
            <a:noFill/>
          </a:ln>
          <a:effectLst>
            <a:outerShdw blurRad="2667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7" name="Google Shape;917;p71"/>
          <p:cNvSpPr txBox="1">
            <a:spLocks noGrp="1"/>
          </p:cNvSpPr>
          <p:nvPr>
            <p:ph type="title"/>
          </p:nvPr>
        </p:nvSpPr>
        <p:spPr>
          <a:xfrm>
            <a:off x="4382377" y="804059"/>
            <a:ext cx="40632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8" name="Google Shape;918;p71"/>
          <p:cNvSpPr txBox="1">
            <a:spLocks noGrp="1"/>
          </p:cNvSpPr>
          <p:nvPr>
            <p:ph type="body" idx="1"/>
          </p:nvPr>
        </p:nvSpPr>
        <p:spPr>
          <a:xfrm>
            <a:off x="4382377" y="1541756"/>
            <a:ext cx="4063200" cy="27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919" name="Google Shape;919;p71"/>
          <p:cNvPicPr preferRelativeResize="0"/>
          <p:nvPr/>
        </p:nvPicPr>
        <p:blipFill rotWithShape="1">
          <a:blip r:embed="rId28">
            <a:alphaModFix/>
          </a:blip>
          <a:srcRect l="11512" r="34715"/>
          <a:stretch/>
        </p:blipFill>
        <p:spPr>
          <a:xfrm>
            <a:off x="0" y="0"/>
            <a:ext cx="4148527" cy="5154743"/>
          </a:xfrm>
          <a:prstGeom prst="rect">
            <a:avLst/>
          </a:prstGeom>
          <a:noFill/>
          <a:ln>
            <a:noFill/>
          </a:ln>
          <a:effectLst>
            <a:outerShdw blurRad="266700" dist="38100" algn="l" rotWithShape="0">
              <a:srgbClr val="000000">
                <a:alpha val="40000"/>
              </a:srgbClr>
            </a:outerShdw>
          </a:effectLst>
        </p:spPr>
      </p:pic>
      <p:sp>
        <p:nvSpPr>
          <p:cNvPr id="920" name="Google Shape;920;p71"/>
          <p:cNvSpPr>
            <a:spLocks noGrp="1"/>
          </p:cNvSpPr>
          <p:nvPr>
            <p:ph type="pic" idx="2"/>
          </p:nvPr>
        </p:nvSpPr>
        <p:spPr>
          <a:xfrm>
            <a:off x="0" y="0"/>
            <a:ext cx="4154700" cy="5143500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>
  <p:cSld name="Title + 2 columns"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72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923" name="Google Shape;923;p72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24" name="Google Shape;924;p72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25" name="Google Shape;925;p72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26" name="Google Shape;926;p72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27" name="Google Shape;927;p72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28" name="Google Shape;928;p72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29" name="Google Shape;929;p72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30" name="Google Shape;930;p72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931" name="Google Shape;931;p72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932" name="Google Shape;932;p72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33" name="Google Shape;933;p72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34" name="Google Shape;934;p72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" name="Google Shape;935;p72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36" name="Google Shape;936;p72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37" name="Google Shape;937;p72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38" name="Google Shape;938;p72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39" name="Google Shape;939;p72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940" name="Google Shape;940;p72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941" name="Google Shape;941;p72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42" name="Google Shape;942;p72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43" name="Google Shape;943;p72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72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45" name="Google Shape;945;p72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46" name="Google Shape;946;p72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47" name="Google Shape;947;p72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48" name="Google Shape;948;p72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949" name="Google Shape;949;p72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50" name="Google Shape;950;p72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51" name="Google Shape;951;p72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52" name="Google Shape;952;p72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953" name="Google Shape;953;p72"/>
          <p:cNvSpPr/>
          <p:nvPr/>
        </p:nvSpPr>
        <p:spPr>
          <a:xfrm>
            <a:off x="0" y="520345"/>
            <a:ext cx="9135000" cy="4092300"/>
          </a:xfrm>
          <a:prstGeom prst="rect">
            <a:avLst/>
          </a:prstGeom>
          <a:solidFill>
            <a:srgbClr val="347C7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Google Shape;954;p72"/>
          <p:cNvSpPr txBox="1">
            <a:spLocks noGrp="1"/>
          </p:cNvSpPr>
          <p:nvPr>
            <p:ph type="title"/>
          </p:nvPr>
        </p:nvSpPr>
        <p:spPr>
          <a:xfrm>
            <a:off x="291523" y="721726"/>
            <a:ext cx="46152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aleway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5" name="Google Shape;955;p72"/>
          <p:cNvSpPr txBox="1">
            <a:spLocks noGrp="1"/>
          </p:cNvSpPr>
          <p:nvPr>
            <p:ph type="body" idx="1"/>
          </p:nvPr>
        </p:nvSpPr>
        <p:spPr>
          <a:xfrm>
            <a:off x="291537" y="1515825"/>
            <a:ext cx="2247000" cy="29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56" name="Google Shape;956;p72"/>
          <p:cNvSpPr txBox="1">
            <a:spLocks noGrp="1"/>
          </p:cNvSpPr>
          <p:nvPr>
            <p:ph type="body" idx="2"/>
          </p:nvPr>
        </p:nvSpPr>
        <p:spPr>
          <a:xfrm>
            <a:off x="2659631" y="1515825"/>
            <a:ext cx="2247000" cy="29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57" name="Google Shape;957;p72"/>
          <p:cNvSpPr>
            <a:spLocks noGrp="1"/>
          </p:cNvSpPr>
          <p:nvPr>
            <p:ph type="pic" idx="3"/>
          </p:nvPr>
        </p:nvSpPr>
        <p:spPr>
          <a:xfrm>
            <a:off x="5094514" y="653653"/>
            <a:ext cx="3941100" cy="3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1394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60" name="Google Shape;960;p73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961" name="Google Shape;961;p73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62" name="Google Shape;962;p73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63" name="Google Shape;963;p73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64" name="Google Shape;964;p73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65" name="Google Shape;965;p73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66" name="Google Shape;966;p73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67" name="Google Shape;967;p73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68" name="Google Shape;968;p73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969" name="Google Shape;969;p73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970" name="Google Shape;970;p73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71" name="Google Shape;971;p73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72" name="Google Shape;972;p73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" name="Google Shape;973;p73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74" name="Google Shape;974;p73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75" name="Google Shape;975;p73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76" name="Google Shape;976;p73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77" name="Google Shape;977;p73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978" name="Google Shape;978;p73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979" name="Google Shape;979;p73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80" name="Google Shape;980;p73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81" name="Google Shape;981;p73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p73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83" name="Google Shape;983;p73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84" name="Google Shape;984;p73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85" name="Google Shape;985;p73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986" name="Google Shape;986;p73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987" name="Google Shape;987;p73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88" name="Google Shape;988;p73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89" name="Google Shape;989;p73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990" name="Google Shape;990;p73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991" name="Google Shape;991;p73"/>
          <p:cNvSpPr/>
          <p:nvPr/>
        </p:nvSpPr>
        <p:spPr>
          <a:xfrm>
            <a:off x="1575841" y="569158"/>
            <a:ext cx="5992500" cy="4005300"/>
          </a:xfrm>
          <a:prstGeom prst="rect">
            <a:avLst/>
          </a:prstGeom>
          <a:solidFill>
            <a:srgbClr val="592F28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2" name="Google Shape;992;p73"/>
          <p:cNvSpPr txBox="1">
            <a:spLocks noGrp="1"/>
          </p:cNvSpPr>
          <p:nvPr>
            <p:ph type="title"/>
          </p:nvPr>
        </p:nvSpPr>
        <p:spPr>
          <a:xfrm>
            <a:off x="1910588" y="725351"/>
            <a:ext cx="53229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3" name="Google Shape;993;p73"/>
          <p:cNvSpPr txBox="1">
            <a:spLocks noGrp="1"/>
          </p:cNvSpPr>
          <p:nvPr>
            <p:ph type="body" idx="1"/>
          </p:nvPr>
        </p:nvSpPr>
        <p:spPr>
          <a:xfrm>
            <a:off x="1910600" y="1489302"/>
            <a:ext cx="1655400" cy="29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94" name="Google Shape;994;p73"/>
          <p:cNvSpPr txBox="1">
            <a:spLocks noGrp="1"/>
          </p:cNvSpPr>
          <p:nvPr>
            <p:ph type="body" idx="2"/>
          </p:nvPr>
        </p:nvSpPr>
        <p:spPr>
          <a:xfrm>
            <a:off x="3744386" y="1489302"/>
            <a:ext cx="1655400" cy="29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95" name="Google Shape;995;p73"/>
          <p:cNvSpPr txBox="1">
            <a:spLocks noGrp="1"/>
          </p:cNvSpPr>
          <p:nvPr>
            <p:ph type="body" idx="3"/>
          </p:nvPr>
        </p:nvSpPr>
        <p:spPr>
          <a:xfrm>
            <a:off x="5578171" y="1489302"/>
            <a:ext cx="1655400" cy="29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pic>
        <p:nvPicPr>
          <p:cNvPr id="996" name="Google Shape;996;p73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 rot="-1800008">
            <a:off x="1180999" y="85602"/>
            <a:ext cx="607364" cy="881781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</p:pic>
      <p:pic>
        <p:nvPicPr>
          <p:cNvPr id="997" name="Google Shape;997;p73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 rot="2090240">
            <a:off x="7284198" y="339060"/>
            <a:ext cx="699505" cy="975353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998" name="Google Shape;998;p73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 rot="-1883824" flipH="1">
            <a:off x="1214749" y="3874226"/>
            <a:ext cx="706282" cy="984801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999" name="Google Shape;999;p73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 rot="899998">
            <a:off x="7391301" y="3909909"/>
            <a:ext cx="607364" cy="881783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74"/>
          <p:cNvSpPr/>
          <p:nvPr/>
        </p:nvSpPr>
        <p:spPr>
          <a:xfrm>
            <a:off x="0" y="0"/>
            <a:ext cx="9144000" cy="20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2" name="Google Shape;1002;p74"/>
          <p:cNvSpPr/>
          <p:nvPr/>
        </p:nvSpPr>
        <p:spPr>
          <a:xfrm>
            <a:off x="0" y="4618142"/>
            <a:ext cx="9144000" cy="549000"/>
          </a:xfrm>
          <a:prstGeom prst="rect">
            <a:avLst/>
          </a:prstGeom>
          <a:solidFill>
            <a:srgbClr val="592F2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Google Shape;1003;p74"/>
          <p:cNvSpPr txBox="1">
            <a:spLocks noGrp="1"/>
          </p:cNvSpPr>
          <p:nvPr>
            <p:ph type="title"/>
          </p:nvPr>
        </p:nvSpPr>
        <p:spPr>
          <a:xfrm>
            <a:off x="1778219" y="612239"/>
            <a:ext cx="55878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aleway"/>
              <a:buNone/>
              <a:defRPr sz="27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ig">
  <p:cSld name="Blank big"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7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11" name="Google Shape;1011;p7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12" name="Google Shape;1012;p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7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15" name="Google Shape;1015;p7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18" name="Google Shape;1018;p7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19" name="Google Shape;1019;p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0" name="Google Shape;1020;p79"/>
          <p:cNvPicPr preferRelativeResize="0"/>
          <p:nvPr/>
        </p:nvPicPr>
        <p:blipFill rotWithShape="1">
          <a:blip r:embed="rId2">
            <a:alphaModFix/>
          </a:blip>
          <a:srcRect t="24580" b="19503"/>
          <a:stretch/>
        </p:blipFill>
        <p:spPr>
          <a:xfrm>
            <a:off x="65755" y="73740"/>
            <a:ext cx="1260511" cy="422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8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23" name="Google Shape;1023;p8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24" name="Google Shape;1024;p8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25" name="Google Shape;1025;p8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8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28" name="Google Shape;1028;p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1" name="Google Shape;1031;p8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32" name="Google Shape;1032;p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35" name="Google Shape;1035;p8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8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8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39" name="Google Shape;1039;p8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40" name="Google Shape;1040;p8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41" name="Google Shape;1041;p8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8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044" name="Google Shape;1044;p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8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47" name="Google Shape;1047;p8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48" name="Google Shape;1048;p8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8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88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3" name="Google Shape;1053;p8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4" name="Google Shape;1054;p88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5" name="Google Shape;1055;p88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6" name="Google Shape;1056;p88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 1">
  <p:cSld name="1_Title and Content_1"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89"/>
          <p:cNvSpPr txBox="1"/>
          <p:nvPr/>
        </p:nvSpPr>
        <p:spPr>
          <a:xfrm>
            <a:off x="2869128" y="60950"/>
            <a:ext cx="2839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0000"/>
                </a:solidFill>
              </a:rPr>
              <a:t>8th Jan 2020-(Shift 1)</a:t>
            </a:r>
            <a:endParaRPr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9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65" name="Google Shape;1065;p9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66" name="Google Shape;1066;p9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9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9" name="Google Shape;1069;p9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9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72" name="Google Shape;1072;p9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73" name="Google Shape;1073;p9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9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76" name="Google Shape;1076;p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77" name="Google Shape;1077;p9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78" name="Google Shape;1078;p9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9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1" name="Google Shape;1081;p9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9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84" name="Google Shape;1084;p9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85" name="Google Shape;1085;p9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9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88" name="Google Shape;1088;p9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98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9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92" name="Google Shape;1092;p9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93" name="Google Shape;1093;p98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94" name="Google Shape;1094;p9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9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097" name="Google Shape;1097;p9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0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00" name="Google Shape;1100;p10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01" name="Google Shape;1101;p10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10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1_1_1_2_1">
    <p:bg>
      <p:bgPr>
        <a:solidFill>
          <a:srgbClr val="AFA8D0"/>
        </a:solidFill>
        <a:effectLst/>
      </p:bgPr>
    </p:bg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" name="Google Shape;1105;p102"/>
          <p:cNvPicPr preferRelativeResize="0"/>
          <p:nvPr/>
        </p:nvPicPr>
        <p:blipFill rotWithShape="1">
          <a:blip r:embed="rId2">
            <a:alphaModFix/>
          </a:blip>
          <a:srcRect l="60718" b="38141"/>
          <a:stretch/>
        </p:blipFill>
        <p:spPr>
          <a:xfrm>
            <a:off x="7276625" y="-3"/>
            <a:ext cx="1867380" cy="165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p102"/>
          <p:cNvPicPr preferRelativeResize="0"/>
          <p:nvPr/>
        </p:nvPicPr>
        <p:blipFill rotWithShape="1">
          <a:blip r:embed="rId2">
            <a:alphaModFix/>
          </a:blip>
          <a:srcRect l="60718" b="38141"/>
          <a:stretch/>
        </p:blipFill>
        <p:spPr>
          <a:xfrm rot="-5400000" flipH="1">
            <a:off x="-106650" y="3382772"/>
            <a:ext cx="1867380" cy="16540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102"/>
          <p:cNvSpPr txBox="1">
            <a:spLocks noGrp="1"/>
          </p:cNvSpPr>
          <p:nvPr>
            <p:ph type="subTitle" idx="1"/>
          </p:nvPr>
        </p:nvSpPr>
        <p:spPr>
          <a:xfrm>
            <a:off x="2699100" y="1261125"/>
            <a:ext cx="37458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08" name="Google Shape;1108;p102"/>
          <p:cNvSpPr txBox="1">
            <a:spLocks noGrp="1"/>
          </p:cNvSpPr>
          <p:nvPr>
            <p:ph type="ctrTitle"/>
          </p:nvPr>
        </p:nvSpPr>
        <p:spPr>
          <a:xfrm>
            <a:off x="899250" y="4128125"/>
            <a:ext cx="7345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03"/>
          <p:cNvSpPr txBox="1">
            <a:spLocks noGrp="1"/>
          </p:cNvSpPr>
          <p:nvPr>
            <p:ph type="title"/>
          </p:nvPr>
        </p:nvSpPr>
        <p:spPr>
          <a:xfrm>
            <a:off x="762000" y="3429000"/>
            <a:ext cx="67818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Impact"/>
              <a:buNone/>
              <a:defRPr sz="54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11" name="Google Shape;1111;p103"/>
          <p:cNvSpPr txBox="1">
            <a:spLocks noGrp="1"/>
          </p:cNvSpPr>
          <p:nvPr>
            <p:ph type="body" idx="1"/>
          </p:nvPr>
        </p:nvSpPr>
        <p:spPr>
          <a:xfrm>
            <a:off x="762000" y="514350"/>
            <a:ext cx="7543800" cy="29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68300" algn="l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12" name="Google Shape;1112;p103"/>
          <p:cNvSpPr txBox="1">
            <a:spLocks noGrp="1"/>
          </p:cNvSpPr>
          <p:nvPr>
            <p:ph type="dt" idx="10"/>
          </p:nvPr>
        </p:nvSpPr>
        <p:spPr>
          <a:xfrm>
            <a:off x="6248400" y="4656582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13" name="Google Shape;1113;p103"/>
          <p:cNvSpPr txBox="1">
            <a:spLocks noGrp="1"/>
          </p:cNvSpPr>
          <p:nvPr>
            <p:ph type="ftr" idx="11"/>
          </p:nvPr>
        </p:nvSpPr>
        <p:spPr>
          <a:xfrm>
            <a:off x="762002" y="4656582"/>
            <a:ext cx="4873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14" name="Google Shape;1114;p103"/>
          <p:cNvSpPr txBox="1">
            <a:spLocks noGrp="1"/>
          </p:cNvSpPr>
          <p:nvPr>
            <p:ph type="sldNum" idx="12"/>
          </p:nvPr>
        </p:nvSpPr>
        <p:spPr>
          <a:xfrm>
            <a:off x="7620000" y="4265676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9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2" Type="http://schemas.openxmlformats.org/officeDocument/2006/relationships/slideLayout" Target="../slideLayouts/slideLayout48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  <a:defRPr sz="240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683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Font typeface="Proxima Nova"/>
              <a:buChar char="○"/>
              <a:defRPr sz="22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683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Font typeface="Proxima Nova"/>
              <a:buChar char="■"/>
              <a:defRPr sz="22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55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Proxima Nova"/>
              <a:buChar char="●"/>
              <a:defRPr sz="20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55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Proxima Nova"/>
              <a:buChar char="○"/>
              <a:defRPr sz="200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55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Proxima Nova"/>
              <a:buChar char="■"/>
              <a:defRPr sz="2000"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429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Proxima Nova"/>
              <a:buChar char="●"/>
              <a:defRPr sz="1800"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429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Proxima Nova"/>
              <a:buChar char="○"/>
              <a:defRPr sz="1800"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429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Proxima Nova"/>
              <a:buChar char="■"/>
              <a:defRPr sz="18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1" name="Google Shape;661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2" name="Google Shape;662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 sz="33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0" name="Google Shape;720;p6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21" name="Google Shape;721;p6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22" name="Google Shape;722;p6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23" name="Google Shape;723;p6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07" name="Google Shape;1007;p7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08" name="Google Shape;1008;p7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9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1" name="Google Shape;1061;p9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62" name="Google Shape;1062;p9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lt2"/>
                </a:solidFill>
              </a:defRPr>
            </a:lvl1pPr>
            <a:lvl2pPr lvl="1" algn="r" rtl="0">
              <a:buNone/>
              <a:defRPr sz="1000">
                <a:solidFill>
                  <a:schemeClr val="lt2"/>
                </a:solidFill>
              </a:defRPr>
            </a:lvl2pPr>
            <a:lvl3pPr lvl="2" algn="r" rtl="0">
              <a:buNone/>
              <a:defRPr sz="1000">
                <a:solidFill>
                  <a:schemeClr val="lt2"/>
                </a:solidFill>
              </a:defRPr>
            </a:lvl3pPr>
            <a:lvl4pPr lvl="3" algn="r" rtl="0">
              <a:buNone/>
              <a:defRPr sz="1000">
                <a:solidFill>
                  <a:schemeClr val="lt2"/>
                </a:solidFill>
              </a:defRPr>
            </a:lvl4pPr>
            <a:lvl5pPr lvl="4" algn="r" rtl="0">
              <a:buNone/>
              <a:defRPr sz="1000">
                <a:solidFill>
                  <a:schemeClr val="lt2"/>
                </a:solidFill>
              </a:defRPr>
            </a:lvl5pPr>
            <a:lvl6pPr lvl="5" algn="r" rtl="0">
              <a:buNone/>
              <a:defRPr sz="1000">
                <a:solidFill>
                  <a:schemeClr val="lt2"/>
                </a:solidFill>
              </a:defRPr>
            </a:lvl6pPr>
            <a:lvl7pPr lvl="6" algn="r" rtl="0">
              <a:buNone/>
              <a:defRPr sz="1000">
                <a:solidFill>
                  <a:schemeClr val="lt2"/>
                </a:solidFill>
              </a:defRPr>
            </a:lvl7pPr>
            <a:lvl8pPr lvl="7" algn="r" rtl="0">
              <a:buNone/>
              <a:defRPr sz="1000">
                <a:solidFill>
                  <a:schemeClr val="lt2"/>
                </a:solidFill>
              </a:defRPr>
            </a:lvl8pPr>
            <a:lvl9pPr lvl="8" algn="r" rtl="0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gif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7.xml"/><Relationship Id="rId5" Type="http://schemas.openxmlformats.org/officeDocument/2006/relationships/image" Target="../media/image103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7.xml"/><Relationship Id="rId5" Type="http://schemas.openxmlformats.org/officeDocument/2006/relationships/image" Target="../media/image105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4.xml"/><Relationship Id="rId6" Type="http://schemas.openxmlformats.org/officeDocument/2006/relationships/customXml" Target="../ink/ink4.xml"/><Relationship Id="rId5" Type="http://schemas.openxmlformats.org/officeDocument/2006/relationships/image" Target="../media/image10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10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4.png"/><Relationship Id="rId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26.png"/><Relationship Id="rId4" Type="http://schemas.openxmlformats.org/officeDocument/2006/relationships/customXml" Target="../ink/ink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31.png"/><Relationship Id="rId4" Type="http://schemas.openxmlformats.org/officeDocument/2006/relationships/customXml" Target="../ink/ink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4.xml"/><Relationship Id="rId5" Type="http://schemas.openxmlformats.org/officeDocument/2006/relationships/image" Target="../media/image107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7.xml"/><Relationship Id="rId5" Type="http://schemas.openxmlformats.org/officeDocument/2006/relationships/image" Target="../media/image132.png"/><Relationship Id="rId4" Type="http://schemas.openxmlformats.org/officeDocument/2006/relationships/customXml" Target="../ink/ink2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9" name="Google Shape;1119;p104"/>
          <p:cNvGrpSpPr/>
          <p:nvPr/>
        </p:nvGrpSpPr>
        <p:grpSpPr>
          <a:xfrm>
            <a:off x="0" y="-332637"/>
            <a:ext cx="9144000" cy="3287338"/>
            <a:chOff x="12" y="-646675"/>
            <a:chExt cx="9144000" cy="6214250"/>
          </a:xfrm>
        </p:grpSpPr>
        <p:pic>
          <p:nvPicPr>
            <p:cNvPr id="1120" name="Google Shape;1120;p104"/>
            <p:cNvPicPr preferRelativeResize="0"/>
            <p:nvPr/>
          </p:nvPicPr>
          <p:blipFill rotWithShape="1">
            <a:blip r:embed="rId3">
              <a:alphaModFix/>
            </a:blip>
            <a:srcRect l="11148" r="6083"/>
            <a:stretch/>
          </p:blipFill>
          <p:spPr>
            <a:xfrm>
              <a:off x="12" y="-646675"/>
              <a:ext cx="9144000" cy="6214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1" name="Google Shape;1121;p104"/>
            <p:cNvPicPr preferRelativeResize="0"/>
            <p:nvPr/>
          </p:nvPicPr>
          <p:blipFill rotWithShape="1">
            <a:blip r:embed="rId4">
              <a:alphaModFix/>
            </a:blip>
            <a:srcRect l="54650"/>
            <a:stretch/>
          </p:blipFill>
          <p:spPr>
            <a:xfrm>
              <a:off x="4777598" y="-176125"/>
              <a:ext cx="3494149" cy="5126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2" name="Google Shape;1122;p104"/>
            <p:cNvPicPr preferRelativeResize="0"/>
            <p:nvPr/>
          </p:nvPicPr>
          <p:blipFill rotWithShape="1">
            <a:blip r:embed="rId4">
              <a:alphaModFix/>
            </a:blip>
            <a:srcRect l="28113" t="19836" r="46649" b="26941"/>
            <a:stretch/>
          </p:blipFill>
          <p:spPr>
            <a:xfrm>
              <a:off x="3019550" y="1004962"/>
              <a:ext cx="1923575" cy="27646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3" name="Google Shape;1123;p104"/>
          <p:cNvSpPr/>
          <p:nvPr/>
        </p:nvSpPr>
        <p:spPr>
          <a:xfrm>
            <a:off x="-10450" y="2954698"/>
            <a:ext cx="9154500" cy="2188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104"/>
          <p:cNvSpPr txBox="1"/>
          <p:nvPr/>
        </p:nvSpPr>
        <p:spPr>
          <a:xfrm>
            <a:off x="370550" y="3916025"/>
            <a:ext cx="8516100" cy="9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510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25" name="Google Shape;1125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9533" y="1243769"/>
            <a:ext cx="2514214" cy="386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104"/>
          <p:cNvSpPr txBox="1"/>
          <p:nvPr/>
        </p:nvSpPr>
        <p:spPr>
          <a:xfrm>
            <a:off x="2450875" y="2332450"/>
            <a:ext cx="4100700" cy="11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3400" b="1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ABHAY MAHAJAN</a:t>
            </a:r>
            <a:endParaRPr sz="3400" b="1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2700" b="1">
                <a:solidFill>
                  <a:srgbClr val="E06666"/>
                </a:solidFill>
                <a:latin typeface="Poppins"/>
                <a:ea typeface="Poppins"/>
                <a:cs typeface="Poppins"/>
                <a:sym typeface="Poppins"/>
              </a:rPr>
              <a:t>B.Tech. IIT Roorkee</a:t>
            </a:r>
            <a:endParaRPr sz="2700" b="1">
              <a:solidFill>
                <a:srgbClr val="E0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7" name="Google Shape;1127;p104"/>
          <p:cNvSpPr txBox="1"/>
          <p:nvPr/>
        </p:nvSpPr>
        <p:spPr>
          <a:xfrm>
            <a:off x="2450875" y="3246850"/>
            <a:ext cx="66006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 Math"/>
              <a:buChar char="➔"/>
            </a:pPr>
            <a:r>
              <a:rPr lang="en" sz="2300" b="1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11+ years teaching experience</a:t>
            </a:r>
            <a:endParaRPr sz="2300" b="1">
              <a:solidFill>
                <a:srgbClr val="FFFFFF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 Math"/>
              <a:buChar char="➔"/>
            </a:pPr>
            <a:r>
              <a:rPr lang="en" sz="2300" b="1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Mentored and taught around 20000+ students</a:t>
            </a:r>
            <a:endParaRPr sz="2300" b="1">
              <a:solidFill>
                <a:srgbClr val="FFFFFF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 Math"/>
              <a:buChar char="➔"/>
            </a:pPr>
            <a:r>
              <a:rPr lang="en" sz="2300" b="1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Produced 400+ IIT selections </a:t>
            </a:r>
            <a:endParaRPr sz="2300" b="1">
              <a:solidFill>
                <a:srgbClr val="FFFFFF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 Math"/>
              <a:buChar char="➔"/>
            </a:pPr>
            <a:r>
              <a:rPr lang="en" sz="2300" b="1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10+ INMO selections  </a:t>
            </a:r>
            <a:endParaRPr sz="2300" b="1">
              <a:solidFill>
                <a:srgbClr val="FFFFFF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 Math"/>
              <a:buChar char="➔"/>
            </a:pPr>
            <a:r>
              <a:rPr lang="en" sz="2300" b="1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1 EGMO Selection</a:t>
            </a:r>
            <a:endParaRPr sz="2300" b="1">
              <a:solidFill>
                <a:srgbClr val="FFFFFF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69B3B15-85F4-46D9-AAA3-4FCBD5750D90}"/>
                  </a:ext>
                </a:extLst>
              </p14:cNvPr>
              <p14:cNvContentPartPr/>
              <p14:nvPr/>
            </p14:nvContentPartPr>
            <p14:xfrm>
              <a:off x="3155040" y="803880"/>
              <a:ext cx="2581200" cy="1390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69B3B15-85F4-46D9-AAA3-4FCBD5750D9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45680" y="794520"/>
                <a:ext cx="2599920" cy="1409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105"/>
          <p:cNvSpPr/>
          <p:nvPr/>
        </p:nvSpPr>
        <p:spPr>
          <a:xfrm>
            <a:off x="10400" y="4936325"/>
            <a:ext cx="353400" cy="197400"/>
          </a:xfrm>
          <a:prstGeom prst="rect">
            <a:avLst/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105"/>
          <p:cNvSpPr/>
          <p:nvPr/>
        </p:nvSpPr>
        <p:spPr>
          <a:xfrm>
            <a:off x="8790725" y="-9750"/>
            <a:ext cx="353400" cy="197400"/>
          </a:xfrm>
          <a:prstGeom prst="rect">
            <a:avLst/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4" name="Google Shape;1134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6200" y="-77625"/>
            <a:ext cx="9343123" cy="53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10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10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141" name="Google Shape;1141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EAE5A8E-E4CF-4F3E-97C4-E2F4DC8E9AF9}"/>
                  </a:ext>
                </a:extLst>
              </p14:cNvPr>
              <p14:cNvContentPartPr/>
              <p14:nvPr/>
            </p14:nvContentPartPr>
            <p14:xfrm>
              <a:off x="1973880" y="2252880"/>
              <a:ext cx="7074000" cy="2561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EAE5A8E-E4CF-4F3E-97C4-E2F4DC8E9A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4520" y="2243520"/>
                <a:ext cx="7092720" cy="257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10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10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148" name="Google Shape;1148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0927AF-CD70-4A7E-B677-561D64F39B38}"/>
                  </a:ext>
                </a:extLst>
              </p14:cNvPr>
              <p14:cNvContentPartPr/>
              <p14:nvPr/>
            </p14:nvContentPartPr>
            <p14:xfrm>
              <a:off x="5466240" y="1761840"/>
              <a:ext cx="2027880" cy="1848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0927AF-CD70-4A7E-B677-561D64F39B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56880" y="1752480"/>
                <a:ext cx="2046600" cy="186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108"/>
          <p:cNvSpPr txBox="1">
            <a:spLocks noGrp="1"/>
          </p:cNvSpPr>
          <p:nvPr>
            <p:ph type="title"/>
          </p:nvPr>
        </p:nvSpPr>
        <p:spPr>
          <a:xfrm>
            <a:off x="311700" y="333769"/>
            <a:ext cx="85206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108"/>
          <p:cNvSpPr txBox="1">
            <a:spLocks noGrp="1"/>
          </p:cNvSpPr>
          <p:nvPr>
            <p:ph type="body" idx="1"/>
          </p:nvPr>
        </p:nvSpPr>
        <p:spPr>
          <a:xfrm>
            <a:off x="311700" y="864356"/>
            <a:ext cx="8520600" cy="25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55" name="Google Shape;1155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108"/>
          <p:cNvPicPr preferRelativeResize="0"/>
          <p:nvPr/>
        </p:nvPicPr>
        <p:blipFill rotWithShape="1">
          <a:blip r:embed="rId4">
            <a:alphaModFix/>
          </a:blip>
          <a:srcRect t="24580" b="19503"/>
          <a:stretch/>
        </p:blipFill>
        <p:spPr>
          <a:xfrm>
            <a:off x="7304755" y="73740"/>
            <a:ext cx="1260511" cy="42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p108"/>
          <p:cNvPicPr preferRelativeResize="0"/>
          <p:nvPr/>
        </p:nvPicPr>
        <p:blipFill rotWithShape="1">
          <a:blip r:embed="rId5">
            <a:alphaModFix/>
          </a:blip>
          <a:srcRect l="46615" t="17555" r="22002" b="34843"/>
          <a:stretch/>
        </p:blipFill>
        <p:spPr>
          <a:xfrm>
            <a:off x="3863839" y="2143686"/>
            <a:ext cx="3819380" cy="2444068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108"/>
          <p:cNvSpPr/>
          <p:nvPr/>
        </p:nvSpPr>
        <p:spPr>
          <a:xfrm>
            <a:off x="1982525" y="710981"/>
            <a:ext cx="5021400" cy="1477500"/>
          </a:xfrm>
          <a:prstGeom prst="wedgeRectCallout">
            <a:avLst>
              <a:gd name="adj1" fmla="val -20833"/>
              <a:gd name="adj2" fmla="val 62500"/>
            </a:avLst>
          </a:prstGeom>
          <a:noFill/>
          <a:ln w="3810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omic Sans MS"/>
                <a:ea typeface="Comic Sans MS"/>
                <a:cs typeface="Comic Sans MS"/>
                <a:sym typeface="Comic Sans MS"/>
              </a:rPr>
              <a:t>Kindly attempt the </a:t>
            </a:r>
            <a:r>
              <a:rPr lang="en" sz="3600" b="1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Session Assignment</a:t>
            </a:r>
            <a:r>
              <a:rPr lang="en" sz="3200"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3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omic Sans MS"/>
                <a:ea typeface="Comic Sans MS"/>
                <a:cs typeface="Comic Sans MS"/>
                <a:sym typeface="Comic Sans MS"/>
              </a:rPr>
              <a:t>                   that follows</a:t>
            </a:r>
            <a:endParaRPr sz="32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59" name="Google Shape;1159;p108"/>
          <p:cNvSpPr/>
          <p:nvPr/>
        </p:nvSpPr>
        <p:spPr>
          <a:xfrm>
            <a:off x="-11475" y="4637625"/>
            <a:ext cx="5986200" cy="429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108"/>
          <p:cNvSpPr txBox="1"/>
          <p:nvPr/>
        </p:nvSpPr>
        <p:spPr>
          <a:xfrm>
            <a:off x="43150" y="4596325"/>
            <a:ext cx="51693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1"/>
                </a:solidFill>
              </a:rPr>
              <a:t>NOTE: Solution also attached</a:t>
            </a:r>
            <a:endParaRPr sz="2100" b="1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87FFF30-21A4-46FE-8539-787872487165}"/>
                  </a:ext>
                </a:extLst>
              </p14:cNvPr>
              <p14:cNvContentPartPr/>
              <p14:nvPr/>
            </p14:nvContentPartPr>
            <p14:xfrm>
              <a:off x="1043640" y="4360680"/>
              <a:ext cx="354240" cy="346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87FFF30-21A4-46FE-8539-7878724871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4280" y="4351320"/>
                <a:ext cx="372960" cy="36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09"/>
          <p:cNvSpPr txBox="1">
            <a:spLocks noGrp="1"/>
          </p:cNvSpPr>
          <p:nvPr>
            <p:ph type="ctrTitle"/>
          </p:nvPr>
        </p:nvSpPr>
        <p:spPr>
          <a:xfrm>
            <a:off x="2380910" y="716465"/>
            <a:ext cx="4382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2F28"/>
              </a:buClr>
              <a:buSzPts val="2700"/>
              <a:buFont typeface="Raleway"/>
              <a:buNone/>
            </a:pPr>
            <a:r>
              <a:rPr lang="en" b="1">
                <a:solidFill>
                  <a:srgbClr val="592F28"/>
                </a:solidFill>
              </a:rPr>
              <a:t>Diophantine Equations</a:t>
            </a:r>
            <a:endParaRPr sz="3900" b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556A1C9-83C6-4220-A5AC-566D7068D49D}"/>
                  </a:ext>
                </a:extLst>
              </p14:cNvPr>
              <p14:cNvContentPartPr/>
              <p14:nvPr/>
            </p14:nvContentPartPr>
            <p14:xfrm>
              <a:off x="1937880" y="331920"/>
              <a:ext cx="6321600" cy="2432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556A1C9-83C6-4220-A5AC-566D7068D4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8520" y="322560"/>
                <a:ext cx="6340320" cy="2451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10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1" name="Google Shape;1171;p110"/>
          <p:cNvSpPr/>
          <p:nvPr/>
        </p:nvSpPr>
        <p:spPr>
          <a:xfrm>
            <a:off x="930200" y="339956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172;p110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DIOPHANTINE EQUATION</a:t>
            </a:r>
            <a:endParaRPr sz="2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173" name="Google Shape;1173;p110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74" name="Google Shape;1174;p110"/>
          <p:cNvSpPr txBox="1"/>
          <p:nvPr/>
        </p:nvSpPr>
        <p:spPr>
          <a:xfrm>
            <a:off x="174675" y="1721450"/>
            <a:ext cx="787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5" name="Google Shape;1175;p110"/>
          <p:cNvSpPr txBox="1"/>
          <p:nvPr/>
        </p:nvSpPr>
        <p:spPr>
          <a:xfrm>
            <a:off x="174675" y="1034825"/>
            <a:ext cx="6354000" cy="3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An equation with more than one variable for which integral solutions are required is called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Diophantine equation.</a:t>
            </a: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b="1" u="sng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Type 1</a:t>
            </a: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 simplest and typical equation is	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ax + by  = c      ….. (1)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where a, b, c are constant integers.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AE02121-C8BF-4BDD-A701-8106D3C4F06C}"/>
                  </a:ext>
                </a:extLst>
              </p14:cNvPr>
              <p14:cNvContentPartPr/>
              <p14:nvPr/>
            </p14:nvContentPartPr>
            <p14:xfrm>
              <a:off x="201960" y="2568600"/>
              <a:ext cx="3649680" cy="1338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AE02121-C8BF-4BDD-A701-8106D3C4F0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600" y="2559240"/>
                <a:ext cx="3668400" cy="135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111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1" name="Google Shape;1181;p111"/>
          <p:cNvSpPr/>
          <p:nvPr/>
        </p:nvSpPr>
        <p:spPr>
          <a:xfrm>
            <a:off x="930200" y="339956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111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THEOREMS</a:t>
            </a:r>
            <a:endParaRPr sz="2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183" name="Google Shape;1183;p111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84" name="Google Shape;1184;p111"/>
          <p:cNvSpPr txBox="1"/>
          <p:nvPr/>
        </p:nvSpPr>
        <p:spPr>
          <a:xfrm>
            <a:off x="-1654125" y="1721450"/>
            <a:ext cx="787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5" name="Google Shape;1185;p111"/>
          <p:cNvSpPr/>
          <p:nvPr/>
        </p:nvSpPr>
        <p:spPr>
          <a:xfrm>
            <a:off x="145825" y="996663"/>
            <a:ext cx="1580400" cy="597600"/>
          </a:xfrm>
          <a:prstGeom prst="roundRect">
            <a:avLst>
              <a:gd name="adj" fmla="val 1958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Theorem 1:</a:t>
            </a:r>
            <a:endParaRPr sz="2000" b="1" u="sng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86" name="Google Shape;1186;p111"/>
          <p:cNvSpPr txBox="1"/>
          <p:nvPr/>
        </p:nvSpPr>
        <p:spPr>
          <a:xfrm>
            <a:off x="89425" y="1522125"/>
            <a:ext cx="712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 equation ax + by = c has integer solutions iff gcd (a, b) | c.</a:t>
            </a: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E336421-6334-4EA2-9187-4713BEFFA532}"/>
                  </a:ext>
                </a:extLst>
              </p14:cNvPr>
              <p14:cNvContentPartPr/>
              <p14:nvPr/>
            </p14:nvContentPartPr>
            <p14:xfrm>
              <a:off x="1097640" y="968040"/>
              <a:ext cx="7260840" cy="3594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E336421-6334-4EA2-9187-4713BEFFA5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8280" y="958680"/>
                <a:ext cx="7279560" cy="3612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12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2" name="Google Shape;1192;p112"/>
          <p:cNvSpPr/>
          <p:nvPr/>
        </p:nvSpPr>
        <p:spPr>
          <a:xfrm>
            <a:off x="930200" y="339956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112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THEOREMS</a:t>
            </a:r>
            <a:endParaRPr sz="2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194" name="Google Shape;1194;p112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95" name="Google Shape;1195;p112"/>
          <p:cNvSpPr txBox="1"/>
          <p:nvPr/>
        </p:nvSpPr>
        <p:spPr>
          <a:xfrm>
            <a:off x="174675" y="1721450"/>
            <a:ext cx="787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6" name="Google Shape;1196;p112"/>
          <p:cNvSpPr/>
          <p:nvPr/>
        </p:nvSpPr>
        <p:spPr>
          <a:xfrm>
            <a:off x="153225" y="868100"/>
            <a:ext cx="1548300" cy="461700"/>
          </a:xfrm>
          <a:prstGeom prst="roundRect">
            <a:avLst>
              <a:gd name="adj" fmla="val 1958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Theorem 1:</a:t>
            </a: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97" name="Google Shape;1197;p112"/>
          <p:cNvSpPr txBox="1"/>
          <p:nvPr/>
        </p:nvSpPr>
        <p:spPr>
          <a:xfrm>
            <a:off x="174675" y="1204675"/>
            <a:ext cx="52539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 equation ax + by = c has integer solutions iff gcd (a, b) | c.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Proof: </a:t>
            </a: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Assume gcd (a,b) does NOT divide c.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If (x, y) is an integer solution of ax + by = c, then left hand side is divisible by gcd (a, b), whereas the right-hand side is not, a contradiction.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If (a, b) | c, then, after dividing by (a, b), the equation becomes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a’x + b’y = c’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where a’, b’, c’ are integers and (a’, b’) = 1. </a:t>
            </a: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13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3" name="Google Shape;1203;p113"/>
          <p:cNvSpPr/>
          <p:nvPr/>
        </p:nvSpPr>
        <p:spPr>
          <a:xfrm>
            <a:off x="930200" y="339956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" name="Google Shape;1204;p113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THEOREMS</a:t>
            </a:r>
            <a:endParaRPr sz="1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205" name="Google Shape;1205;p113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06" name="Google Shape;1206;p113"/>
          <p:cNvSpPr txBox="1"/>
          <p:nvPr/>
        </p:nvSpPr>
        <p:spPr>
          <a:xfrm>
            <a:off x="174675" y="1721450"/>
            <a:ext cx="787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7" name="Google Shape;1207;p113"/>
          <p:cNvSpPr/>
          <p:nvPr/>
        </p:nvSpPr>
        <p:spPr>
          <a:xfrm>
            <a:off x="75725" y="943150"/>
            <a:ext cx="1785600" cy="591600"/>
          </a:xfrm>
          <a:prstGeom prst="roundRect">
            <a:avLst>
              <a:gd name="adj" fmla="val 1958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Theorem 2:</a:t>
            </a: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08" name="Google Shape;1208;p113"/>
          <p:cNvSpPr txBox="1"/>
          <p:nvPr/>
        </p:nvSpPr>
        <p:spPr>
          <a:xfrm>
            <a:off x="174675" y="1491277"/>
            <a:ext cx="6525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If (a, b) = 1, then there exists x, y ∈ Z such that ax + by = 1.</a:t>
            </a: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BC30534-51B6-48A5-8FB2-EBC00C14AC07}"/>
                  </a:ext>
                </a:extLst>
              </p14:cNvPr>
              <p14:cNvContentPartPr/>
              <p14:nvPr/>
            </p14:nvContentPartPr>
            <p14:xfrm>
              <a:off x="809280" y="1034280"/>
              <a:ext cx="7599240" cy="1500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BC30534-51B6-48A5-8FB2-EBC00C14AC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9920" y="1024920"/>
                <a:ext cx="7617960" cy="151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14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114"/>
          <p:cNvSpPr/>
          <p:nvPr/>
        </p:nvSpPr>
        <p:spPr>
          <a:xfrm>
            <a:off x="930200" y="339956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114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THEOREMS</a:t>
            </a:r>
            <a:endParaRPr sz="1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216" name="Google Shape;1216;p114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17" name="Google Shape;1217;p114"/>
          <p:cNvSpPr txBox="1"/>
          <p:nvPr/>
        </p:nvSpPr>
        <p:spPr>
          <a:xfrm>
            <a:off x="-2187525" y="1645250"/>
            <a:ext cx="787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8" name="Google Shape;1218;p114"/>
          <p:cNvSpPr/>
          <p:nvPr/>
        </p:nvSpPr>
        <p:spPr>
          <a:xfrm>
            <a:off x="152400" y="935975"/>
            <a:ext cx="1857900" cy="591600"/>
          </a:xfrm>
          <a:prstGeom prst="roundRect">
            <a:avLst>
              <a:gd name="adj" fmla="val 1958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Theorem 3:</a:t>
            </a:r>
            <a:endParaRPr sz="2000" b="1" u="sng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9" name="Google Shape;1219;p114"/>
          <p:cNvSpPr txBox="1"/>
          <p:nvPr/>
        </p:nvSpPr>
        <p:spPr>
          <a:xfrm>
            <a:off x="152575" y="1555452"/>
            <a:ext cx="6525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If x</a:t>
            </a:r>
            <a:r>
              <a:rPr lang="en" sz="20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y</a:t>
            </a:r>
            <a:r>
              <a:rPr lang="en" sz="20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is a special integer solution of the equation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ax + by = c, then its general solution is given by</a:t>
            </a: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20" name="Google Shape;1220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530" y="2495546"/>
            <a:ext cx="2227384" cy="86058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8C297A-1B1A-4B2F-8C71-0ABB524C9002}"/>
                  </a:ext>
                </a:extLst>
              </p14:cNvPr>
              <p14:cNvContentPartPr/>
              <p14:nvPr/>
            </p14:nvContentPartPr>
            <p14:xfrm>
              <a:off x="366840" y="74880"/>
              <a:ext cx="7661880" cy="4580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8C297A-1B1A-4B2F-8C71-0ABB524C90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7480" y="65520"/>
                <a:ext cx="7680600" cy="4599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115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115"/>
          <p:cNvSpPr/>
          <p:nvPr/>
        </p:nvSpPr>
        <p:spPr>
          <a:xfrm>
            <a:off x="930200" y="339956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7" name="Google Shape;1227;p115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NOTES</a:t>
            </a:r>
            <a:endParaRPr sz="16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228" name="Google Shape;1228;p115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29" name="Google Shape;1229;p115"/>
          <p:cNvSpPr txBox="1"/>
          <p:nvPr/>
        </p:nvSpPr>
        <p:spPr>
          <a:xfrm>
            <a:off x="174675" y="1721450"/>
            <a:ext cx="787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0" name="Google Shape;1230;p115"/>
          <p:cNvSpPr txBox="1"/>
          <p:nvPr/>
        </p:nvSpPr>
        <p:spPr>
          <a:xfrm>
            <a:off x="302525" y="864000"/>
            <a:ext cx="6068100" cy="4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(i) For solving </a:t>
            </a: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 Diophantine equation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based on the </a:t>
            </a: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Theorem 3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we can ﬁnd the general solution if a special solution is given or can be found easily, then determine the range or values of t according to the given conditions in question.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(ii) For solving a system of Diophantine equations or an equation with more than two variables, </a:t>
            </a: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substitution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method can be used for simplifying the equation.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116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The number of integer solutions of the equation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2x + 4y = 21 is                                                    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20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236" name="Google Shape;1236;p116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37" name="Google Shape;1237;p116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38" name="Google Shape;1238;p116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39" name="Google Shape;1239;p116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40" name="Google Shape;1240;p116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Zero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41" name="Google Shape;1241;p116"/>
          <p:cNvSpPr txBox="1"/>
          <p:nvPr/>
        </p:nvSpPr>
        <p:spPr>
          <a:xfrm>
            <a:off x="629150" y="3930550"/>
            <a:ext cx="1398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Infinite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42" name="Google Shape;1242;p116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Three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43" name="Google Shape;1243;p116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One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76D3B0E-5FAB-4358-8011-C36B3E024ED8}"/>
                  </a:ext>
                </a:extLst>
              </p14:cNvPr>
              <p14:cNvContentPartPr/>
              <p14:nvPr/>
            </p14:nvContentPartPr>
            <p14:xfrm>
              <a:off x="174960" y="815400"/>
              <a:ext cx="5249880" cy="2332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76D3B0E-5FAB-4358-8011-C36B3E024E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600" y="806040"/>
                <a:ext cx="5268600" cy="235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117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The number of integer solutions of the equation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2x + 4y = 21 is                                                    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20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249" name="Google Shape;1249;p117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00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50" name="Google Shape;1250;p117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51" name="Google Shape;1251;p117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52" name="Google Shape;1252;p117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53" name="Google Shape;1253;p117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Zero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54" name="Google Shape;1254;p117"/>
          <p:cNvSpPr txBox="1"/>
          <p:nvPr/>
        </p:nvSpPr>
        <p:spPr>
          <a:xfrm>
            <a:off x="629150" y="3930550"/>
            <a:ext cx="1398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Infinite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55" name="Google Shape;1255;p117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Three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56" name="Google Shape;1256;p117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One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18"/>
          <p:cNvSpPr/>
          <p:nvPr/>
        </p:nvSpPr>
        <p:spPr>
          <a:xfrm>
            <a:off x="74556" y="164038"/>
            <a:ext cx="1607400" cy="355800"/>
          </a:xfrm>
          <a:prstGeom prst="flowChartDelay">
            <a:avLst/>
          </a:prstGeom>
          <a:solidFill>
            <a:srgbClr val="00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ora"/>
                <a:ea typeface="Lora"/>
                <a:cs typeface="Lora"/>
                <a:sym typeface="Lora"/>
              </a:rPr>
              <a:t>Solution :</a:t>
            </a:r>
            <a:endParaRPr sz="20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62" name="Google Shape;1262;p118"/>
          <p:cNvSpPr txBox="1"/>
          <p:nvPr/>
        </p:nvSpPr>
        <p:spPr>
          <a:xfrm>
            <a:off x="130975" y="560125"/>
            <a:ext cx="6169200" cy="14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Since gcd (2, 4) = 2,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And 2 does not divide 21.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So, the equation 2x + 4y = 21 has no integer solution.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119"/>
          <p:cNvSpPr/>
          <p:nvPr/>
        </p:nvSpPr>
        <p:spPr>
          <a:xfrm>
            <a:off x="60425" y="57050"/>
            <a:ext cx="6340500" cy="15909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000"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Q.</a:t>
            </a:r>
            <a:r>
              <a:rPr lang="en" sz="2000">
                <a:latin typeface="Bree Serif"/>
                <a:ea typeface="Bree Serif"/>
                <a:cs typeface="Bree Serif"/>
                <a:sym typeface="Bree Serif"/>
              </a:rPr>
              <a:t> If we solve the following system of equations </a:t>
            </a:r>
            <a:endParaRPr sz="2000"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latin typeface="Bree Serif"/>
                <a:ea typeface="Bree Serif"/>
                <a:cs typeface="Bree Serif"/>
                <a:sym typeface="Bree Serif"/>
              </a:rPr>
              <a:t>x+ y+ 2z = 10, 3x – y+z =5,</a:t>
            </a:r>
            <a:endParaRPr sz="2000"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latin typeface="Bree Serif"/>
                <a:ea typeface="Bree Serif"/>
                <a:cs typeface="Bree Serif"/>
                <a:sym typeface="Bree Serif"/>
              </a:rPr>
              <a:t> Where x, y, z are non-negative integers, what is the sum of all possible values of x?</a:t>
            </a:r>
            <a:r>
              <a:rPr lang="en" sz="2000">
                <a:solidFill>
                  <a:srgbClr val="EEFF4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endParaRPr sz="2000">
              <a:solidFill>
                <a:srgbClr val="EEFF4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EEFF4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          </a:t>
            </a:r>
            <a:r>
              <a:rPr lang="en" sz="2000" b="1">
                <a:solidFill>
                  <a:srgbClr val="EEFF4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2000" b="1" baseline="-25000">
                <a:solidFill>
                  <a:srgbClr val="EEFF4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2000" b="1">
                <a:solidFill>
                  <a:srgbClr val="EEFF4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2000">
              <a:solidFill>
                <a:srgbClr val="EEFF4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B6B8850-A230-43F6-99F3-F57B7EC75323}"/>
                  </a:ext>
                </a:extLst>
              </p14:cNvPr>
              <p14:cNvContentPartPr/>
              <p14:nvPr/>
            </p14:nvContentPartPr>
            <p14:xfrm>
              <a:off x="251640" y="307800"/>
              <a:ext cx="8378640" cy="4453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B6B8850-A230-43F6-99F3-F57B7EC753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280" y="298440"/>
                <a:ext cx="8397360" cy="4472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20"/>
          <p:cNvSpPr/>
          <p:nvPr/>
        </p:nvSpPr>
        <p:spPr>
          <a:xfrm>
            <a:off x="74556" y="164038"/>
            <a:ext cx="1607400" cy="355800"/>
          </a:xfrm>
          <a:prstGeom prst="flowChartDelay">
            <a:avLst/>
          </a:prstGeom>
          <a:solidFill>
            <a:srgbClr val="00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ora"/>
                <a:ea typeface="Lora"/>
                <a:cs typeface="Lora"/>
                <a:sym typeface="Lora"/>
              </a:rPr>
              <a:t>Solution :</a:t>
            </a:r>
            <a:endParaRPr sz="20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73" name="Google Shape;1273;p120"/>
          <p:cNvSpPr txBox="1"/>
          <p:nvPr/>
        </p:nvSpPr>
        <p:spPr>
          <a:xfrm>
            <a:off x="201999" y="558200"/>
            <a:ext cx="5304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For the given equations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x + y + 2z = 10    (1)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3x – y + z = 5,     (2)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(1) + (2) gives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74" name="Google Shape;1274;p120" descr="% MathType!MTEF!2!1!+-&#10;% feaagKart1ev2aaatCvAUfeBSjuyZL2yd9gzLbvyNv2CaerbuLwBLn&#10;% hiov2DGi1BTfMBaeXatLxBI9gBaerbd9wDYLwzYbItLDharqqtubsr&#10;% 4rNCHbGeaGqiVCI8-feu0dXdh9vqqj-hEeeu0xXdbba9frFj0-OqFf&#10;% ea0dXdd9vqaq-JfrVkFHe9pgea0dXdar-Jb9hs0dXdbPYxe9vr0-vr&#10;% 0-vqpWqaaeaabaGaaiaacaqabeaadaqaaqaaaOqaamaalaaabaGaaG&#10;% inaaqaaiaaiodaaaaaaa!37CE!&#10;\frac{4}{3}x\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050" y="1856442"/>
            <a:ext cx="519228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120" descr="% MathType!MTEF!2!1!+-&#10;% feaagKart1ev2aaatCvAUfeBSjuyZL2yd9gzLbvyNv2CaerbuLwBLn&#10;% hiov2DGi1BTfMBaeXatLxBI9gBaerbd9wDYLwzYbItLDharqqtubsr&#10;% 4rNCHbGeaGqiVCI8-feu0dXdh9vqqj-hEeeu0xXdbba9frFj0-OqFf&#10;% ea0dXdd9vqaq-JfrVkFHe9pgea0dXdar-Jb9hs0dXdbPYxe9vr0-vr&#10;% 0-vqpWqaaeaabaGaaiaacaqabeaadaqaaqaaaOqaamaabmaabaGaaG&#10;% ynaiabgkHiTmaalaaabaGaaGinaaqaaiaaiodaaaGaamiEaaGaayjk&#10;% aiaawMcaaiabgkHiTiaaiwdacqGH9aqpdaWcaaqaaiaaiwdaaeaaca&#10;% aIZaaaaiaadIhacaGGUaaaaa!41ED!&#10;\left( {5 - \frac{4}{3}x} \right) - 5 = \frac{5}{3}x.\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0505" y="2702992"/>
            <a:ext cx="2243308" cy="37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p120" descr="% MathType!MTEF!2!1!+-&#10;% feaagKart1ev2aaatCvAUfeBSjuyZL2yd9gzLbvyNv2CaerbuLwBLn&#10;% hiov2DGi1BTfMBaeXatLxBI9gBaerbd9wDYLwzYbItLDharqqtubsr&#10;% 4rNCHbGeaGqiVCI8-feu0dXdh9vqqj-hEeeu0xXdbba9frFj0-OqFf&#10;% ea0dXdd9vqaq-JfrVkFHe9pgea0dXdar-Jb9hs0dXdbPYxe9vr0-vr&#10;% 0-vqpWqaaeaabaGaaiaacaqabeaadaqaaqaaaOqaaiaacIcacaWG4b&#10;% GaaiilaiaadMhacaGGSaGaamOEaiaacMcacqGH9aqpdaqadaqaaiaa&#10;% dIhacaGGSaWaaSaaaeaacaaI1aaabaGaaG4maaaacaWG4bGaaiilai&#10;% aaiwdacqGHsisldaWcaaqaaiaaisdaaeaacaaIZaaaaiaadIhaaiaa&#10;% wIcacaGLPaaacqGH9aqpcaGGOaGaaGimaiaacYcacaaIWaGaaiilai&#10;% aaiwdacaGGPaGaaGPaVlaaykW7caGGVbGaaiOCaiaaykW7caaMc8Ua&#10;% aiikaiaaiodacaGGSaGaaGynaiaacYcacaaIXaGaaiykaiaac6caaa&#10;% a!5B48!&#10;(x,y,z) = \left( {x,\frac{5}{3}x,5 - \frac{4}{3}x} \right) = (0,0,5)\,\,or\,\,(3,5,1).\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999" y="3511625"/>
            <a:ext cx="5313500" cy="378587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120"/>
          <p:cNvSpPr txBox="1"/>
          <p:nvPr/>
        </p:nvSpPr>
        <p:spPr>
          <a:xfrm>
            <a:off x="201999" y="3921744"/>
            <a:ext cx="5126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Therefore, the sum of all possible values of x is 0 + 3 = 3.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78" name="Google Shape;1278;p120"/>
          <p:cNvSpPr txBox="1"/>
          <p:nvPr/>
        </p:nvSpPr>
        <p:spPr>
          <a:xfrm>
            <a:off x="201999" y="1844975"/>
            <a:ext cx="2751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4x + 3z = 15 ⇒ z = 5 –</a:t>
            </a:r>
            <a:endParaRPr/>
          </a:p>
        </p:txBody>
      </p:sp>
      <p:sp>
        <p:nvSpPr>
          <p:cNvPr id="1279" name="Google Shape;1279;p120"/>
          <p:cNvSpPr txBox="1"/>
          <p:nvPr/>
        </p:nvSpPr>
        <p:spPr>
          <a:xfrm>
            <a:off x="201999" y="2302938"/>
            <a:ext cx="377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Substituting it inot (2) gives</a:t>
            </a:r>
            <a:endParaRPr/>
          </a:p>
        </p:txBody>
      </p:sp>
      <p:sp>
        <p:nvSpPr>
          <p:cNvPr id="1280" name="Google Shape;1280;p120"/>
          <p:cNvSpPr txBox="1"/>
          <p:nvPr/>
        </p:nvSpPr>
        <p:spPr>
          <a:xfrm>
            <a:off x="202000" y="2649250"/>
            <a:ext cx="2525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y = 3x + z – 5 = 3x + </a:t>
            </a:r>
            <a:endParaRPr/>
          </a:p>
        </p:txBody>
      </p:sp>
      <p:sp>
        <p:nvSpPr>
          <p:cNvPr id="1281" name="Google Shape;1281;p120"/>
          <p:cNvSpPr txBox="1"/>
          <p:nvPr/>
        </p:nvSpPr>
        <p:spPr>
          <a:xfrm>
            <a:off x="201999" y="3037819"/>
            <a:ext cx="5379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With non-negativity condition, we have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121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121"/>
          <p:cNvSpPr/>
          <p:nvPr/>
        </p:nvSpPr>
        <p:spPr>
          <a:xfrm>
            <a:off x="930200" y="339956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121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DIOPHANTINE EQUATION</a:t>
            </a:r>
            <a:endParaRPr sz="1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289" name="Google Shape;1289;p121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90" name="Google Shape;1290;p121"/>
          <p:cNvSpPr txBox="1"/>
          <p:nvPr/>
        </p:nvSpPr>
        <p:spPr>
          <a:xfrm>
            <a:off x="174675" y="869500"/>
            <a:ext cx="5310000" cy="3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Type 2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 Basic Methods for solving Quadratic Equations on Z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AutoNum type="arabicParenR"/>
            </a:pP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Factorization Method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Let the right hand side of the equation be a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constant, zero or a power of a prime number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(in the case of quadratic equation), and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factorize the left hand side to the form of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product of linear factors, then discuss the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possible values of the linear factors based on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 factorization of the right hand side.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0887E8B-8F37-4220-8CD0-F3FB891FE7FA}"/>
                  </a:ext>
                </a:extLst>
              </p14:cNvPr>
              <p14:cNvContentPartPr/>
              <p14:nvPr/>
            </p14:nvContentPartPr>
            <p14:xfrm>
              <a:off x="3145320" y="1132560"/>
              <a:ext cx="4397040" cy="565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0887E8B-8F37-4220-8CD0-F3FB891FE7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35960" y="1123200"/>
                <a:ext cx="4415760" cy="584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122"/>
          <p:cNvSpPr txBox="1"/>
          <p:nvPr/>
        </p:nvSpPr>
        <p:spPr>
          <a:xfrm>
            <a:off x="174675" y="892325"/>
            <a:ext cx="5389800" cy="4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Discriminant Method:</a:t>
            </a:r>
            <a:endParaRPr sz="19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When a quadratic equation with integer coefﬁcients has integer solution(s), its discriminant must be a perfect square. This feature will play an important role. When the quadratic equation contains two variables x; y,by the formula for roots, x can be expressed in terms of y, and its discriminant is an expression in y. Since the discriminant is a perfect square and that y is an integer, y can be found easily.          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Note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 Besides the use of discriminant, use of Vieta Theorem and transformation or substitution are also useful tools for solving quadratic equations.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96" name="Google Shape;1296;p122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7" name="Google Shape;1297;p122"/>
          <p:cNvSpPr/>
          <p:nvPr/>
        </p:nvSpPr>
        <p:spPr>
          <a:xfrm>
            <a:off x="930200" y="339956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8" name="Google Shape;1298;p122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DIOPHANTINE EQUATION</a:t>
            </a:r>
            <a:endParaRPr sz="2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299" name="Google Shape;1299;p122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A539DF6-821F-4171-9C63-E77B3A94F7F5}"/>
                  </a:ext>
                </a:extLst>
              </p14:cNvPr>
              <p14:cNvContentPartPr/>
              <p14:nvPr/>
            </p14:nvContentPartPr>
            <p14:xfrm>
              <a:off x="5860800" y="1062000"/>
              <a:ext cx="2988720" cy="1829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A539DF6-821F-4171-9C63-E77B3A94F7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51440" y="1052640"/>
                <a:ext cx="3007440" cy="1848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23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123"/>
          <p:cNvSpPr/>
          <p:nvPr/>
        </p:nvSpPr>
        <p:spPr>
          <a:xfrm>
            <a:off x="930200" y="339956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p123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DIOPHANTINE EQUATION</a:t>
            </a:r>
            <a:endParaRPr sz="2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307" name="Google Shape;1307;p123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08" name="Google Shape;1308;p123"/>
          <p:cNvSpPr txBox="1"/>
          <p:nvPr/>
        </p:nvSpPr>
        <p:spPr>
          <a:xfrm>
            <a:off x="174675" y="1721450"/>
            <a:ext cx="787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9" name="Google Shape;1309;p123"/>
          <p:cNvSpPr txBox="1"/>
          <p:nvPr/>
        </p:nvSpPr>
        <p:spPr>
          <a:xfrm>
            <a:off x="174675" y="1029250"/>
            <a:ext cx="48405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Congruence, divisibility and parity analysis, etc. are often used in discussing the existence of integer solutions of quadratic equations.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4DC385-FF47-4471-BC66-C04EF217DF88}"/>
                  </a:ext>
                </a:extLst>
              </p14:cNvPr>
              <p14:cNvContentPartPr/>
              <p14:nvPr/>
            </p14:nvContentPartPr>
            <p14:xfrm>
              <a:off x="1972800" y="2349720"/>
              <a:ext cx="708840" cy="275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4DC385-FF47-4471-BC66-C04EF217DF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63440" y="2340360"/>
                <a:ext cx="727560" cy="294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124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Q. </a:t>
            </a: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Find integral solutions x, y such that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x</a:t>
            </a:r>
            <a:r>
              <a:rPr lang="en" sz="2000" baseline="30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2  </a:t>
            </a: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+ y</a:t>
            </a:r>
            <a:r>
              <a:rPr lang="en" sz="2000" baseline="30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2</a:t>
            </a: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= x + y + 2.</a:t>
            </a:r>
            <a:r>
              <a:rPr lang="en" sz="2000">
                <a:solidFill>
                  <a:srgbClr val="EEFF4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                 </a:t>
            </a:r>
            <a:r>
              <a:rPr lang="en" sz="2000" b="1">
                <a:solidFill>
                  <a:srgbClr val="EEFF4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2000" b="1" baseline="-25000">
                <a:solidFill>
                  <a:srgbClr val="EEFF4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2000" b="1">
                <a:solidFill>
                  <a:srgbClr val="EEFF4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2000">
              <a:solidFill>
                <a:srgbClr val="EEFF4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32BEBFE-14DE-4C5E-B732-AAF9810AB0CA}"/>
                  </a:ext>
                </a:extLst>
              </p14:cNvPr>
              <p14:cNvContentPartPr/>
              <p14:nvPr/>
            </p14:nvContentPartPr>
            <p14:xfrm>
              <a:off x="229320" y="158040"/>
              <a:ext cx="8649720" cy="4902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32BEBFE-14DE-4C5E-B732-AAF9810AB0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9960" y="148680"/>
                <a:ext cx="8668440" cy="492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25"/>
          <p:cNvSpPr/>
          <p:nvPr/>
        </p:nvSpPr>
        <p:spPr>
          <a:xfrm>
            <a:off x="74556" y="164038"/>
            <a:ext cx="1607400" cy="355800"/>
          </a:xfrm>
          <a:prstGeom prst="flowChartDelay">
            <a:avLst/>
          </a:prstGeom>
          <a:solidFill>
            <a:srgbClr val="00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ora"/>
                <a:ea typeface="Lora"/>
                <a:cs typeface="Lora"/>
                <a:sym typeface="Lora"/>
              </a:rPr>
              <a:t>Solution :</a:t>
            </a:r>
            <a:endParaRPr sz="20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20" name="Google Shape;1320;p125"/>
          <p:cNvSpPr txBox="1"/>
          <p:nvPr/>
        </p:nvSpPr>
        <p:spPr>
          <a:xfrm>
            <a:off x="120375" y="440925"/>
            <a:ext cx="66918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Method: 1</a:t>
            </a:r>
            <a:endParaRPr sz="18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lang="en" sz="1800" baseline="30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– x + y</a:t>
            </a:r>
            <a:r>
              <a:rPr lang="en" sz="1800" baseline="30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– y – 2 = 0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lvl="0" indent="-137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 = 1 – 4(y</a:t>
            </a:r>
            <a:r>
              <a:rPr lang="en" sz="1800" baseline="30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– y – 2) = –4y</a:t>
            </a:r>
            <a:r>
              <a:rPr lang="en" sz="1800" baseline="30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+ 4y + 9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– [4y</a:t>
            </a:r>
            <a:r>
              <a:rPr lang="en" sz="1800" baseline="30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– 4y] + 9 = – [4y</a:t>
            </a:r>
            <a:r>
              <a:rPr lang="en" sz="1800" baseline="30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– 4y + 1] + 10 = – [2y – 1]</a:t>
            </a:r>
            <a:r>
              <a:rPr lang="en" sz="1800" baseline="30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+ 10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lvl="0" indent="-137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y = 0, 1, 2, –1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lvl="0" indent="-137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y = 0 ⇒ x = 2, –1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lvl="0" indent="-137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y = 1 ⇒ x = 2, –1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lvl="0" indent="-137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y = –1 ⇒ x = 0, 1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lvl="0" indent="-137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y = 2 ⇒ x = 0, 1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lvl="0" indent="-137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(x, y) = (2, 0), (-1, 0), (2, 1), (-1, 1), (0, -1), (1, -1), (0, 2), (1, 2)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Method: 2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 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x(x - 1) + y(y - 1) = 2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x(x - 1) take values 0, 2, 6, …..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0 + 2 and 2 + 0 cases possible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x(x – 1) = 0 &amp; y(y – 1) = 2      OR    x(x – 1) = 2 &amp; y(y – 1) = 0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⇒  x = 0, 1 &amp; y = –1, 2            OR     y = 0, 1 &amp; x = –1, 2 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126"/>
          <p:cNvSpPr txBox="1">
            <a:spLocks noGrp="1"/>
          </p:cNvSpPr>
          <p:nvPr>
            <p:ph type="title"/>
          </p:nvPr>
        </p:nvSpPr>
        <p:spPr>
          <a:xfrm>
            <a:off x="311700" y="1359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20"/>
              <a:t>X + Y = N(X+ Y)</a:t>
            </a:r>
            <a:endParaRPr sz="3720"/>
          </a:p>
        </p:txBody>
      </p:sp>
      <p:sp>
        <p:nvSpPr>
          <p:cNvPr id="1326" name="Google Shape;1326;p1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20" b="1">
                <a:solidFill>
                  <a:srgbClr val="F05A24"/>
                </a:solidFill>
              </a:rPr>
              <a:t>Let’s Solve :</a:t>
            </a:r>
            <a:endParaRPr sz="3720" b="1">
              <a:solidFill>
                <a:srgbClr val="F05A24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A9CA42F-C9CD-4011-97F0-E8D1FCEA51EA}"/>
                  </a:ext>
                </a:extLst>
              </p14:cNvPr>
              <p14:cNvContentPartPr/>
              <p14:nvPr/>
            </p14:nvContentPartPr>
            <p14:xfrm>
              <a:off x="453240" y="305640"/>
              <a:ext cx="8253720" cy="4202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A9CA42F-C9CD-4011-97F0-E8D1FCEA51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3880" y="296280"/>
                <a:ext cx="8272440" cy="4221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127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Find Number of pairs(x, y) here x, y ∈ ℕ for which the relation                                              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20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332" name="Google Shape;1332;p127"/>
          <p:cNvSpPr/>
          <p:nvPr/>
        </p:nvSpPr>
        <p:spPr>
          <a:xfrm>
            <a:off x="63253" y="16648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33" name="Google Shape;1333;p127"/>
          <p:cNvSpPr/>
          <p:nvPr/>
        </p:nvSpPr>
        <p:spPr>
          <a:xfrm>
            <a:off x="63253" y="23550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34" name="Google Shape;1334;p127"/>
          <p:cNvSpPr/>
          <p:nvPr/>
        </p:nvSpPr>
        <p:spPr>
          <a:xfrm>
            <a:off x="63253" y="30496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35" name="Google Shape;1335;p127"/>
          <p:cNvSpPr/>
          <p:nvPr/>
        </p:nvSpPr>
        <p:spPr>
          <a:xfrm>
            <a:off x="63253" y="37141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36" name="Google Shape;1336;p127"/>
          <p:cNvSpPr txBox="1"/>
          <p:nvPr/>
        </p:nvSpPr>
        <p:spPr>
          <a:xfrm>
            <a:off x="629150" y="17346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37" name="Google Shape;1337;p127"/>
          <p:cNvSpPr txBox="1"/>
          <p:nvPr/>
        </p:nvSpPr>
        <p:spPr>
          <a:xfrm>
            <a:off x="629150" y="3778150"/>
            <a:ext cx="1398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38" name="Google Shape;1338;p127"/>
          <p:cNvSpPr txBox="1"/>
          <p:nvPr/>
        </p:nvSpPr>
        <p:spPr>
          <a:xfrm>
            <a:off x="629147" y="31137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39" name="Google Shape;1339;p127"/>
          <p:cNvSpPr txBox="1"/>
          <p:nvPr/>
        </p:nvSpPr>
        <p:spPr>
          <a:xfrm>
            <a:off x="629147" y="24065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40" name="Google Shape;1340;p127" descr="% MathType!MTEF!2!1!+-&#10;% feaagKart1ev2aaatCvAUfeBSjuyZL2yd9gzLbvyNv2CaerbuLwBLn&#10;% hiov2DGi1BTfMBaeXatLxBI9gBaerbd9wDYLwzYbItLDharqqtubsr&#10;% 4rNCHbGeaGqiVCI8-feu0dXdh9vqqj-hEeeu0xXdbba9frFj0-OqFf&#10;% ea0dXdd9vqaq-JfrVkFHe9pgea0dXdar-Jb9hs0dXdbPYxe9vr0-vr&#10;% 0-vqpWqaaeaabaGaaiaacaqabeaadaqaaqaaaOqaaiaadIhacqGHRa&#10;% WkcaaIYaGaamyEaiabgUcaRmaalaaabaGaaG4maiaadIhaaeaacaWG&#10;% 5baaaiabg2da9iaaikdacaaIWaGaaGymaiaaikdaaaa!4179!&#10;x + 2y + \frac{{3x}}{y} = 2012\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742" y="812081"/>
            <a:ext cx="2470388" cy="4632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7137914-F374-411D-935F-D3ED25FC4A19}"/>
                  </a:ext>
                </a:extLst>
              </p14:cNvPr>
              <p14:cNvContentPartPr/>
              <p14:nvPr/>
            </p14:nvContentPartPr>
            <p14:xfrm>
              <a:off x="1248840" y="94680"/>
              <a:ext cx="7585560" cy="4208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7137914-F374-411D-935F-D3ED25FC4A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9480" y="85320"/>
                <a:ext cx="7604280" cy="4227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128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Find Number of pairs(x, y) here x, y ∈ ℕ for which the relation                                              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20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346" name="Google Shape;1346;p128"/>
          <p:cNvSpPr/>
          <p:nvPr/>
        </p:nvSpPr>
        <p:spPr>
          <a:xfrm>
            <a:off x="63253" y="16648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47" name="Google Shape;1347;p128"/>
          <p:cNvSpPr/>
          <p:nvPr/>
        </p:nvSpPr>
        <p:spPr>
          <a:xfrm>
            <a:off x="63253" y="23550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00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48" name="Google Shape;1348;p128"/>
          <p:cNvSpPr/>
          <p:nvPr/>
        </p:nvSpPr>
        <p:spPr>
          <a:xfrm>
            <a:off x="63253" y="30496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49" name="Google Shape;1349;p128"/>
          <p:cNvSpPr/>
          <p:nvPr/>
        </p:nvSpPr>
        <p:spPr>
          <a:xfrm>
            <a:off x="63253" y="37141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50" name="Google Shape;1350;p128"/>
          <p:cNvSpPr txBox="1"/>
          <p:nvPr/>
        </p:nvSpPr>
        <p:spPr>
          <a:xfrm>
            <a:off x="629150" y="17346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51" name="Google Shape;1351;p128"/>
          <p:cNvSpPr txBox="1"/>
          <p:nvPr/>
        </p:nvSpPr>
        <p:spPr>
          <a:xfrm>
            <a:off x="629150" y="3778150"/>
            <a:ext cx="1398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52" name="Google Shape;1352;p128"/>
          <p:cNvSpPr txBox="1"/>
          <p:nvPr/>
        </p:nvSpPr>
        <p:spPr>
          <a:xfrm>
            <a:off x="629147" y="31137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53" name="Google Shape;1353;p128"/>
          <p:cNvSpPr txBox="1"/>
          <p:nvPr/>
        </p:nvSpPr>
        <p:spPr>
          <a:xfrm>
            <a:off x="629147" y="24065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54" name="Google Shape;1354;p128" descr="% MathType!MTEF!2!1!+-&#10;% feaagKart1ev2aaatCvAUfeBSjuyZL2yd9gzLbvyNv2CaerbuLwBLn&#10;% hiov2DGi1BTfMBaeXatLxBI9gBaerbd9wDYLwzYbItLDharqqtubsr&#10;% 4rNCHbGeaGqiVCI8-feu0dXdh9vqqj-hEeeu0xXdbba9frFj0-OqFf&#10;% ea0dXdd9vqaq-JfrVkFHe9pgea0dXdar-Jb9hs0dXdbPYxe9vr0-vr&#10;% 0-vqpWqaaeaabaGaaiaacaqabeaadaqaaqaaaOqaaiaadIhacqGHRa&#10;% WkcaaIYaGaamyEaiabgUcaRmaalaaabaGaaG4maiaadIhaaeaacaWG&#10;% 5baaaiabg2da9iaaikdacaaIWaGaaGymaiaaikdaaaa!4179!&#10;x + 2y + \frac{{3x}}{y} = 2012\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873" y="812081"/>
            <a:ext cx="2470388" cy="46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129"/>
          <p:cNvSpPr/>
          <p:nvPr/>
        </p:nvSpPr>
        <p:spPr>
          <a:xfrm>
            <a:off x="74556" y="164038"/>
            <a:ext cx="1607400" cy="355800"/>
          </a:xfrm>
          <a:prstGeom prst="flowChartDelay">
            <a:avLst/>
          </a:prstGeom>
          <a:solidFill>
            <a:srgbClr val="00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ora"/>
                <a:ea typeface="Lora"/>
                <a:cs typeface="Lora"/>
                <a:sym typeface="Lora"/>
              </a:rPr>
              <a:t>Solution :</a:t>
            </a:r>
            <a:endParaRPr sz="20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60" name="Google Shape;1360;p129"/>
          <p:cNvSpPr txBox="1"/>
          <p:nvPr/>
        </p:nvSpPr>
        <p:spPr>
          <a:xfrm>
            <a:off x="115775" y="539850"/>
            <a:ext cx="60600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y | 3x and so(x,y) = (uv, v) or (uv, 3u) where u, v ∈ ℕ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(x, y) = (uv, v) ⇒uv + 2v + 3u = 2012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⇒</a:t>
            </a: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 (u + 2)(v + 3) = 2018 = 2 × 1009 and no solution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(x, y) = (uv, 3v)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⇒ </a:t>
            </a: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uv + 6v + u = 2012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⇒</a:t>
            </a: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(u + 6)(v + 1) = 2018 = 2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×</a:t>
            </a: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 1009 and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the unique solution (u, v) = (1003, 1)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Hence the answer (x, y) = (1003, 3).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130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Find number of triples (p, q, r) of primes such that pq = r + 1 and 2(p</a:t>
            </a:r>
            <a:r>
              <a:rPr lang="en" sz="2000" baseline="30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2</a:t>
            </a: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+ q</a:t>
            </a:r>
            <a:r>
              <a:rPr lang="en" sz="2000" baseline="30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2</a:t>
            </a: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) = r</a:t>
            </a:r>
            <a:r>
              <a:rPr lang="en" sz="2000" baseline="30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2</a:t>
            </a: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+ 1.                                                   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20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366" name="Google Shape;1366;p130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67" name="Google Shape;1367;p130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68" name="Google Shape;1368;p130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69" name="Google Shape;1369;p130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70" name="Google Shape;1370;p130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71" name="Google Shape;1371;p130"/>
          <p:cNvSpPr txBox="1"/>
          <p:nvPr/>
        </p:nvSpPr>
        <p:spPr>
          <a:xfrm>
            <a:off x="629150" y="3930550"/>
            <a:ext cx="1398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72" name="Google Shape;1372;p130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73" name="Google Shape;1373;p130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74" name="Google Shape;1374;p130"/>
          <p:cNvSpPr/>
          <p:nvPr/>
        </p:nvSpPr>
        <p:spPr>
          <a:xfrm>
            <a:off x="5355575" y="-24800"/>
            <a:ext cx="1473900" cy="247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RMO 2013</a:t>
            </a:r>
            <a:endParaRPr b="1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09F6D41-744B-4DC0-AE76-3DB4C14E1678}"/>
                  </a:ext>
                </a:extLst>
              </p14:cNvPr>
              <p14:cNvContentPartPr/>
              <p14:nvPr/>
            </p14:nvContentPartPr>
            <p14:xfrm>
              <a:off x="181080" y="132480"/>
              <a:ext cx="8659080" cy="4319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09F6D41-744B-4DC0-AE76-3DB4C14E16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720" y="123120"/>
                <a:ext cx="8677800" cy="433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31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Find number of triples (p, q, r) of primes such that pq = r + 1 and 2(p</a:t>
            </a:r>
            <a:r>
              <a:rPr lang="en" sz="2000" baseline="30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2</a:t>
            </a: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+ q</a:t>
            </a:r>
            <a:r>
              <a:rPr lang="en" sz="2000" baseline="30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2</a:t>
            </a: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) = r</a:t>
            </a:r>
            <a:r>
              <a:rPr lang="en" sz="2000" baseline="30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2</a:t>
            </a: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+ 1.                                                   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20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380" name="Google Shape;1380;p131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81" name="Google Shape;1381;p131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82" name="Google Shape;1382;p131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00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83" name="Google Shape;1383;p131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84" name="Google Shape;1384;p131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85" name="Google Shape;1385;p131"/>
          <p:cNvSpPr txBox="1"/>
          <p:nvPr/>
        </p:nvSpPr>
        <p:spPr>
          <a:xfrm>
            <a:off x="629150" y="3930550"/>
            <a:ext cx="1398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86" name="Google Shape;1386;p131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87" name="Google Shape;1387;p131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132"/>
          <p:cNvSpPr/>
          <p:nvPr/>
        </p:nvSpPr>
        <p:spPr>
          <a:xfrm>
            <a:off x="74556" y="164038"/>
            <a:ext cx="1607400" cy="355800"/>
          </a:xfrm>
          <a:prstGeom prst="flowChartDelay">
            <a:avLst/>
          </a:prstGeom>
          <a:solidFill>
            <a:srgbClr val="00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ora"/>
                <a:ea typeface="Lora"/>
                <a:cs typeface="Lora"/>
                <a:sym typeface="Lora"/>
              </a:rPr>
              <a:t>Solution :</a:t>
            </a:r>
            <a:endParaRPr sz="20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93" name="Google Shape;1393;p132"/>
          <p:cNvSpPr txBox="1"/>
          <p:nvPr/>
        </p:nvSpPr>
        <p:spPr>
          <a:xfrm>
            <a:off x="102052" y="604700"/>
            <a:ext cx="5382600" cy="44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If p and q are both odd. then r = pq - 1 is even so r = 2. But in this case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pq ≥ 3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×</a:t>
            </a: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 3 = 9 and hence there are no solutions.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This proves that either p = 2 or q = 2. If p = 2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then we have 2q = r + 1 and 8 + 2q</a:t>
            </a:r>
            <a:r>
              <a:rPr lang="en" sz="2000" baseline="300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 = r</a:t>
            </a:r>
            <a:r>
              <a:rPr lang="en" sz="2000" baseline="300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 + 1.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Multiplying the second equation by 2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we get 2r</a:t>
            </a:r>
            <a:r>
              <a:rPr lang="en" sz="2000" baseline="300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 + 2 = 16 + (2q)</a:t>
            </a:r>
            <a:r>
              <a:rPr lang="en" sz="2000" baseline="300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 = 16 + (r + 1)</a:t>
            </a:r>
            <a:r>
              <a:rPr lang="en" sz="2000" baseline="300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Rearranging the terms, we have r</a:t>
            </a:r>
            <a:r>
              <a:rPr lang="en" sz="2000" baseline="300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 - 2r - 15 = 0.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or equivalently (r + 3)(r - 5) = 0. Thus proves that r = 5 and hence q = 3. Similarly, if q = 2 then r = 5 and p = 3.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Thus the only two solutions are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(p, q, r) = (2, 3, 5) and (p, q, r) = (3. 2, 5).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133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Find number of integer pairs a, b, c, d satisfying the following relations: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45720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(i) 1 ≤ a ≤ b ≤ c ≤ d;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45720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(ii) ab + cd = a + b + c + d + 3.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               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20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399" name="Google Shape;1399;p133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00" name="Google Shape;1400;p133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01" name="Google Shape;1401;p133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02" name="Google Shape;1402;p133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03" name="Google Shape;1403;p133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04" name="Google Shape;1404;p133"/>
          <p:cNvSpPr txBox="1"/>
          <p:nvPr/>
        </p:nvSpPr>
        <p:spPr>
          <a:xfrm>
            <a:off x="629150" y="3930550"/>
            <a:ext cx="1398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05" name="Google Shape;1405;p133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06" name="Google Shape;1406;p133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07" name="Google Shape;1407;p133"/>
          <p:cNvSpPr/>
          <p:nvPr/>
        </p:nvSpPr>
        <p:spPr>
          <a:xfrm>
            <a:off x="5355575" y="-24800"/>
            <a:ext cx="1473900" cy="247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RMO 2002</a:t>
            </a:r>
            <a:endParaRPr b="1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F34FAA-6364-4331-8845-72CC5F6C10F3}"/>
                  </a:ext>
                </a:extLst>
              </p14:cNvPr>
              <p14:cNvContentPartPr/>
              <p14:nvPr/>
            </p14:nvContentPartPr>
            <p14:xfrm>
              <a:off x="307800" y="286200"/>
              <a:ext cx="8650080" cy="4800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F34FAA-6364-4331-8845-72CC5F6C10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8440" y="276840"/>
                <a:ext cx="8668800" cy="481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34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Find number of integer pairs a, b, c, d satisfying the following relations: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45720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(i) 1 ≤ a ≤ b ≤ c ≤ d;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45720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(ii) ab + cd = a + b + c + d + 3.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               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20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413" name="Google Shape;1413;p134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14" name="Google Shape;1414;p134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15" name="Google Shape;1415;p134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16" name="Google Shape;1416;p134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00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17" name="Google Shape;1417;p134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8" name="Google Shape;1418;p134"/>
          <p:cNvSpPr txBox="1"/>
          <p:nvPr/>
        </p:nvSpPr>
        <p:spPr>
          <a:xfrm>
            <a:off x="629150" y="3930550"/>
            <a:ext cx="1398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9" name="Google Shape;1419;p134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0" name="Google Shape;1420;p134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35"/>
          <p:cNvSpPr/>
          <p:nvPr/>
        </p:nvSpPr>
        <p:spPr>
          <a:xfrm>
            <a:off x="74556" y="87838"/>
            <a:ext cx="1607400" cy="355800"/>
          </a:xfrm>
          <a:prstGeom prst="flowChartDelay">
            <a:avLst/>
          </a:prstGeom>
          <a:solidFill>
            <a:srgbClr val="00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ora"/>
                <a:ea typeface="Lora"/>
                <a:cs typeface="Lora"/>
                <a:sym typeface="Lora"/>
              </a:rPr>
              <a:t>Solution :</a:t>
            </a:r>
            <a:endParaRPr sz="20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26" name="Google Shape;1426;p135"/>
          <p:cNvSpPr txBox="1"/>
          <p:nvPr/>
        </p:nvSpPr>
        <p:spPr>
          <a:xfrm>
            <a:off x="73400" y="384250"/>
            <a:ext cx="54111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We may write (ii) in the form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ab − a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b + 1 + cd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c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d + 1 = 5. Thus we obtain the equation (a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1)(b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1) + (c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1)(d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1) = 5. If a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≥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2.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then (i) shows that b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≥ 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2, c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≥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2 and d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≥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2 so that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(a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1)(b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1) + (c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1)(d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1)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≥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8. It follows that a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 = 0 or 1.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If a − 1 = 0, then the contribution from (a − b)(b - 1) to the sum is zero for any choice of b. But then </a:t>
            </a: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(c − 1)(d − 1) = 5 implies that c − 1 = 1 and d − 1 = 5 by (i). </a:t>
            </a: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Again (i) shows that b − 1 = 0 or 1 since b ≤ c. Taking </a:t>
            </a: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 − 1 = 0, 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c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 = 1 and d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 = 5 we get the solution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(a, b, c,d) = (1, 1, 2, 6).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Similarly, b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 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1 = 1, c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 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1 = 1 and d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 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1 = 5 gives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(a, b, c, d) = (1, 2, 2, 6). In the other case a - 1 = 1. we see that b - 1 = 2 is not possible for then c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≥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2 and d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≥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2.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Thus b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 = 1 and this gives  (c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1)(d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1) = 4.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It follows that c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 = 1, d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 = 4 or c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 = 2, d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−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 1 = 2.  Considering each of these, we get two more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solutions: (a, b, c, d) = (2, 2, 2, 5), (2, 2, 3, 3).</a:t>
            </a: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1" name="Google Shape;1431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-381000"/>
            <a:ext cx="605049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36"/>
          <p:cNvSpPr txBox="1"/>
          <p:nvPr/>
        </p:nvSpPr>
        <p:spPr>
          <a:xfrm>
            <a:off x="2916775" y="4262725"/>
            <a:ext cx="33045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 b="1">
                <a:solidFill>
                  <a:srgbClr val="134F5C"/>
                </a:solidFill>
                <a:latin typeface="Proxima Nova"/>
                <a:ea typeface="Proxima Nova"/>
                <a:cs typeface="Proxima Nova"/>
                <a:sym typeface="Proxima Nova"/>
              </a:rPr>
              <a:t>SAWAAL</a:t>
            </a:r>
            <a:endParaRPr sz="5200" b="1">
              <a:solidFill>
                <a:srgbClr val="134F5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137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Find number of pairs (x, p) here x is integer and p is prime, satisfying                                                     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20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438" name="Google Shape;1438;p137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39" name="Google Shape;1439;p137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40" name="Google Shape;1440;p137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41" name="Google Shape;1441;p137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42" name="Google Shape;1442;p137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3" name="Google Shape;1443;p137"/>
          <p:cNvSpPr txBox="1"/>
          <p:nvPr/>
        </p:nvSpPr>
        <p:spPr>
          <a:xfrm>
            <a:off x="629150" y="3930550"/>
            <a:ext cx="1398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Infinite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4" name="Google Shape;1444;p137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5" name="Google Shape;1445;p137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46" name="Google Shape;1446;p137" descr="&lt;math xmlns=&quot;http://www.w3.org/1998/Math/MathML&quot;&gt;&lt;msup&gt;&lt;mi mathcolor=&quot;#FFFFFF&quot;&gt;x&lt;/mi&gt;&lt;mn mathcolor=&quot;#FFFFFF&quot;&gt;8&lt;/mn&gt;&lt;/msup&gt;&lt;mo mathcolor=&quot;#FFFFFF&quot;&gt;+&lt;/mo&gt;&lt;msup&gt;&lt;mn mathcolor=&quot;#FFFFFF&quot;&gt;2&lt;/mn&gt;&lt;mrow mathcolor=&quot;#FFFFFF&quot;&gt;&lt;msup&gt;&lt;mn&gt;2&lt;/mn&gt;&lt;mi&gt;x&lt;/mi&gt;&lt;/msup&gt;&lt;mo&gt;+&lt;/mo&gt;&lt;mn&gt;2&lt;/mn&gt;&lt;/mrow&gt;&lt;/msup&gt;&lt;mo mathcolor=&quot;#FFFFFF&quot;&gt;=&lt;/mo&gt;&lt;mi mathcolor=&quot;#FFFFFF&quot;&gt;p&lt;/mi&gt;&lt;mo mathcolor=&quot;#FFFFFF&quot;&gt;.&lt;/mo&gt;&lt;/math&gt;" title="x to the power of 8 plus 2 to the power of 2 to the power of x plus 2 end exponent equals p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9400" y="888625"/>
            <a:ext cx="2052549" cy="3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37"/>
          <p:cNvSpPr txBox="1"/>
          <p:nvPr/>
        </p:nvSpPr>
        <p:spPr>
          <a:xfrm>
            <a:off x="29475" y="4368525"/>
            <a:ext cx="69252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E13949"/>
                </a:solidFill>
                <a:latin typeface="Proxima Nova"/>
                <a:ea typeface="Proxima Nova"/>
                <a:cs typeface="Proxima Nova"/>
                <a:sym typeface="Proxima Nova"/>
              </a:rPr>
              <a:t>Note:</a:t>
            </a:r>
            <a:r>
              <a:rPr lang="en" sz="3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3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Solution at the End</a:t>
            </a:r>
            <a:endParaRPr sz="38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BA79A98-CCE5-4D25-B635-40E81A743C97}"/>
                  </a:ext>
                </a:extLst>
              </p14:cNvPr>
              <p14:cNvContentPartPr/>
              <p14:nvPr/>
            </p14:nvContentPartPr>
            <p14:xfrm>
              <a:off x="1865520" y="802080"/>
              <a:ext cx="6357960" cy="2095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BA79A98-CCE5-4D25-B635-40E81A743C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6160" y="792720"/>
                <a:ext cx="6376680" cy="2114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138"/>
          <p:cNvSpPr txBox="1">
            <a:spLocks noGrp="1"/>
          </p:cNvSpPr>
          <p:nvPr>
            <p:ph type="title"/>
          </p:nvPr>
        </p:nvSpPr>
        <p:spPr>
          <a:xfrm>
            <a:off x="311700" y="333769"/>
            <a:ext cx="85206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138"/>
          <p:cNvSpPr txBox="1">
            <a:spLocks noGrp="1"/>
          </p:cNvSpPr>
          <p:nvPr>
            <p:ph type="body" idx="1"/>
          </p:nvPr>
        </p:nvSpPr>
        <p:spPr>
          <a:xfrm>
            <a:off x="311700" y="864356"/>
            <a:ext cx="8520600" cy="25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54" name="Google Shape;1454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5" name="Google Shape;1455;p138"/>
          <p:cNvPicPr preferRelativeResize="0"/>
          <p:nvPr/>
        </p:nvPicPr>
        <p:blipFill rotWithShape="1">
          <a:blip r:embed="rId4">
            <a:alphaModFix/>
          </a:blip>
          <a:srcRect t="24580" b="19503"/>
          <a:stretch/>
        </p:blipFill>
        <p:spPr>
          <a:xfrm>
            <a:off x="7304755" y="73740"/>
            <a:ext cx="1260511" cy="42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6" name="Google Shape;1456;p138"/>
          <p:cNvPicPr preferRelativeResize="0"/>
          <p:nvPr/>
        </p:nvPicPr>
        <p:blipFill rotWithShape="1">
          <a:blip r:embed="rId5">
            <a:alphaModFix/>
          </a:blip>
          <a:srcRect l="46615" t="17555" r="22002" b="34843"/>
          <a:stretch/>
        </p:blipFill>
        <p:spPr>
          <a:xfrm>
            <a:off x="3863839" y="2143686"/>
            <a:ext cx="3819380" cy="2444068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138"/>
          <p:cNvSpPr/>
          <p:nvPr/>
        </p:nvSpPr>
        <p:spPr>
          <a:xfrm>
            <a:off x="1982525" y="710981"/>
            <a:ext cx="5021400" cy="1477500"/>
          </a:xfrm>
          <a:prstGeom prst="wedgeRectCallout">
            <a:avLst>
              <a:gd name="adj1" fmla="val -20833"/>
              <a:gd name="adj2" fmla="val 62500"/>
            </a:avLst>
          </a:prstGeom>
          <a:noFill/>
          <a:ln w="3810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omic Sans MS"/>
                <a:ea typeface="Comic Sans MS"/>
                <a:cs typeface="Comic Sans MS"/>
                <a:sym typeface="Comic Sans MS"/>
              </a:rPr>
              <a:t>Kindly attempt the </a:t>
            </a:r>
            <a:r>
              <a:rPr lang="en" sz="3600" b="1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Session Assignment</a:t>
            </a:r>
            <a:r>
              <a:rPr lang="en" sz="3200"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3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omic Sans MS"/>
                <a:ea typeface="Comic Sans MS"/>
                <a:cs typeface="Comic Sans MS"/>
                <a:sym typeface="Comic Sans MS"/>
              </a:rPr>
              <a:t>                   that follows</a:t>
            </a:r>
            <a:endParaRPr sz="32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58" name="Google Shape;1458;p138"/>
          <p:cNvSpPr/>
          <p:nvPr/>
        </p:nvSpPr>
        <p:spPr>
          <a:xfrm>
            <a:off x="-11475" y="4637625"/>
            <a:ext cx="5986200" cy="429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9" name="Google Shape;1459;p138"/>
          <p:cNvSpPr txBox="1"/>
          <p:nvPr/>
        </p:nvSpPr>
        <p:spPr>
          <a:xfrm>
            <a:off x="43150" y="4596325"/>
            <a:ext cx="51693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1"/>
                </a:solidFill>
              </a:rPr>
              <a:t>NOTE: Solution also attached</a:t>
            </a:r>
            <a:endParaRPr sz="21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5" name="Google Shape;1465;p1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466" name="Google Shape;1466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16D2708-AFEA-4977-82C1-0EB1B0A5202F}"/>
                  </a:ext>
                </a:extLst>
              </p14:cNvPr>
              <p14:cNvContentPartPr/>
              <p14:nvPr/>
            </p14:nvContentPartPr>
            <p14:xfrm>
              <a:off x="5698800" y="4080960"/>
              <a:ext cx="420840" cy="217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16D2708-AFEA-4977-82C1-0EB1B0A520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89440" y="4071600"/>
                <a:ext cx="439560" cy="236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2" name="Google Shape;1472;p1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473" name="Google Shape;1473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41"/>
          <p:cNvSpPr/>
          <p:nvPr/>
        </p:nvSpPr>
        <p:spPr>
          <a:xfrm>
            <a:off x="10400" y="4936325"/>
            <a:ext cx="353400" cy="197400"/>
          </a:xfrm>
          <a:prstGeom prst="rect">
            <a:avLst/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9" name="Google Shape;1479;p141"/>
          <p:cNvSpPr/>
          <p:nvPr/>
        </p:nvSpPr>
        <p:spPr>
          <a:xfrm>
            <a:off x="8790725" y="-9750"/>
            <a:ext cx="353400" cy="197400"/>
          </a:xfrm>
          <a:prstGeom prst="rect">
            <a:avLst/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0" name="Google Shape;1480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6200" y="-77625"/>
            <a:ext cx="9343123" cy="53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966"/>
        </a:solidFill>
        <a:effectLst/>
      </p:bgPr>
    </p:bg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5" name="Google Shape;1485;p1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75" y="0"/>
            <a:ext cx="1107432" cy="519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6" name="Google Shape;1486;p142"/>
          <p:cNvPicPr preferRelativeResize="0"/>
          <p:nvPr/>
        </p:nvPicPr>
        <p:blipFill rotWithShape="1">
          <a:blip r:embed="rId4">
            <a:alphaModFix amt="71000"/>
          </a:blip>
          <a:srcRect l="10081" r="2779"/>
          <a:stretch/>
        </p:blipFill>
        <p:spPr>
          <a:xfrm>
            <a:off x="31789" y="2355562"/>
            <a:ext cx="9144001" cy="2802506"/>
          </a:xfrm>
          <a:prstGeom prst="rect">
            <a:avLst/>
          </a:prstGeom>
          <a:noFill/>
          <a:ln>
            <a:noFill/>
          </a:ln>
          <a:effectLst>
            <a:outerShdw blurRad="214313" dist="171450" dir="8820000" algn="bl" rotWithShape="0">
              <a:srgbClr val="000000">
                <a:alpha val="74000"/>
              </a:srgbClr>
            </a:outerShdw>
          </a:effectLst>
        </p:spPr>
      </p:pic>
      <p:sp>
        <p:nvSpPr>
          <p:cNvPr id="1487" name="Google Shape;1487;p142"/>
          <p:cNvSpPr txBox="1"/>
          <p:nvPr/>
        </p:nvSpPr>
        <p:spPr>
          <a:xfrm>
            <a:off x="3055400" y="449079"/>
            <a:ext cx="2725500" cy="28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A61C00"/>
                </a:solidFill>
                <a:latin typeface="Zilla Slab"/>
                <a:ea typeface="Zilla Slab"/>
                <a:cs typeface="Zilla Slab"/>
                <a:sym typeface="Zilla Slab"/>
              </a:rPr>
              <a:t>Let’s Bring</a:t>
            </a:r>
            <a:endParaRPr sz="3600">
              <a:solidFill>
                <a:srgbClr val="A61C00"/>
              </a:solidFill>
              <a:latin typeface="Zilla Slab"/>
              <a:ea typeface="Zilla Slab"/>
              <a:cs typeface="Zilla Slab"/>
              <a:sym typeface="Zilla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 b="1">
                <a:solidFill>
                  <a:srgbClr val="A61C00"/>
                </a:solidFill>
                <a:latin typeface="Zilla Slab"/>
                <a:ea typeface="Zilla Slab"/>
                <a:cs typeface="Zilla Slab"/>
                <a:sym typeface="Zilla Slab"/>
              </a:rPr>
              <a:t>GOLD</a:t>
            </a:r>
            <a:r>
              <a:rPr lang="en" sz="4000">
                <a:solidFill>
                  <a:srgbClr val="A61C00"/>
                </a:solidFill>
                <a:latin typeface="Zilla Slab"/>
                <a:ea typeface="Zilla Slab"/>
                <a:cs typeface="Zilla Slab"/>
                <a:sym typeface="Zilla Slab"/>
              </a:rPr>
              <a:t> </a:t>
            </a:r>
            <a:endParaRPr sz="4000">
              <a:solidFill>
                <a:srgbClr val="A61C00"/>
              </a:solidFill>
              <a:latin typeface="Zilla Slab"/>
              <a:ea typeface="Zilla Slab"/>
              <a:cs typeface="Zilla Slab"/>
              <a:sym typeface="Zilla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A61C00"/>
                </a:solidFill>
                <a:latin typeface="Zilla Slab"/>
                <a:ea typeface="Zilla Slab"/>
                <a:cs typeface="Zilla Slab"/>
                <a:sym typeface="Zilla Slab"/>
              </a:rPr>
              <a:t>For</a:t>
            </a:r>
            <a:endParaRPr sz="3600">
              <a:solidFill>
                <a:srgbClr val="A61C00"/>
              </a:solidFill>
              <a:latin typeface="Zilla Slab"/>
              <a:ea typeface="Zilla Slab"/>
              <a:cs typeface="Zilla Slab"/>
              <a:sym typeface="Zilla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 b="1">
                <a:solidFill>
                  <a:srgbClr val="A61C00"/>
                </a:solidFill>
                <a:latin typeface="Zilla Slab"/>
                <a:ea typeface="Zilla Slab"/>
                <a:cs typeface="Zilla Slab"/>
                <a:sym typeface="Zilla Slab"/>
              </a:rPr>
              <a:t>INDIA</a:t>
            </a:r>
            <a:endParaRPr sz="5600" b="1">
              <a:solidFill>
                <a:srgbClr val="A61C00"/>
              </a:solidFill>
              <a:latin typeface="Zilla Slab"/>
              <a:ea typeface="Zilla Slab"/>
              <a:cs typeface="Zilla Slab"/>
              <a:sym typeface="Zilla Slab"/>
            </a:endParaRPr>
          </a:p>
        </p:txBody>
      </p:sp>
      <p:pic>
        <p:nvPicPr>
          <p:cNvPr id="1488" name="Google Shape;1488;p142"/>
          <p:cNvPicPr preferRelativeResize="0"/>
          <p:nvPr/>
        </p:nvPicPr>
        <p:blipFill rotWithShape="1">
          <a:blip r:embed="rId5">
            <a:alphaModFix/>
          </a:blip>
          <a:srcRect r="66134"/>
          <a:stretch/>
        </p:blipFill>
        <p:spPr>
          <a:xfrm>
            <a:off x="6280415" y="471926"/>
            <a:ext cx="1998345" cy="196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9" name="Google Shape;1489;p14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1700" y="2857702"/>
            <a:ext cx="1665125" cy="215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43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Find number of pairs (x, p) here x is integer and p is prime, satisfying                                                    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20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495" name="Google Shape;1495;p143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00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96" name="Google Shape;1496;p143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97" name="Google Shape;1497;p143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98" name="Google Shape;1498;p143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99" name="Google Shape;1499;p143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0" name="Google Shape;1500;p143"/>
          <p:cNvSpPr txBox="1"/>
          <p:nvPr/>
        </p:nvSpPr>
        <p:spPr>
          <a:xfrm>
            <a:off x="629150" y="3930550"/>
            <a:ext cx="1398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Infinite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1" name="Google Shape;1501;p143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2" name="Google Shape;1502;p143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03" name="Google Shape;1503;p143" descr="&lt;math xmlns=&quot;http://www.w3.org/1998/Math/MathML&quot;&gt;&lt;msup&gt;&lt;mi mathcolor=&quot;#FFFFFF&quot;&gt;x&lt;/mi&gt;&lt;mn mathcolor=&quot;#FFFFFF&quot;&gt;8&lt;/mn&gt;&lt;/msup&gt;&lt;mo mathcolor=&quot;#FFFFFF&quot;&gt;+&lt;/mo&gt;&lt;msup&gt;&lt;mn mathcolor=&quot;#FFFFFF&quot;&gt;2&lt;/mn&gt;&lt;mrow mathcolor=&quot;#FFFFFF&quot;&gt;&lt;msup&gt;&lt;mn&gt;2&lt;/mn&gt;&lt;mi&gt;x&lt;/mi&gt;&lt;/msup&gt;&lt;mo&gt;+&lt;/mo&gt;&lt;mn&gt;2&lt;/mn&gt;&lt;/mrow&gt;&lt;/msup&gt;&lt;mo mathcolor=&quot;#FFFFFF&quot;&gt;=&lt;/mo&gt;&lt;mi mathcolor=&quot;#FFFFFF&quot;&gt;p&lt;/mi&gt;&lt;mo mathcolor=&quot;#FFFFFF&quot;&gt;.&lt;/mo&gt;&lt;/math&gt;" title="x to the power of 8 plus 2 to the power of 2 to the power of x plus 2 end exponent equals p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9400" y="888625"/>
            <a:ext cx="2052549" cy="3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144"/>
          <p:cNvSpPr/>
          <p:nvPr/>
        </p:nvSpPr>
        <p:spPr>
          <a:xfrm>
            <a:off x="74556" y="164038"/>
            <a:ext cx="1607400" cy="355800"/>
          </a:xfrm>
          <a:prstGeom prst="flowChartDelay">
            <a:avLst/>
          </a:prstGeom>
          <a:solidFill>
            <a:srgbClr val="00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ora"/>
                <a:ea typeface="Lora"/>
                <a:cs typeface="Lora"/>
                <a:sym typeface="Lora"/>
              </a:rPr>
              <a:t>Solution :</a:t>
            </a:r>
            <a:endParaRPr sz="20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09" name="Google Shape;1509;p144"/>
          <p:cNvSpPr txBox="1"/>
          <p:nvPr/>
        </p:nvSpPr>
        <p:spPr>
          <a:xfrm>
            <a:off x="169150" y="614475"/>
            <a:ext cx="5535900" cy="3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Not hard to see x is non-negative integer and for x's less than 3 we only have a pair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(x, p) = (1, 17) is solution!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For x’ greater than or equal to 3.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We have: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or p =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But p is prime so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it's equivalent to                                              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This is impossible! And we done!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10" name="Google Shape;1510;p144" descr="&lt;math xmlns=&quot;http://www.w3.org/1998/Math/MathML&quot;&gt;&lt;mfenced&gt;&lt;mrow&gt;&lt;msup&gt;&lt;mi&gt;x&lt;/mi&gt;&lt;mn&gt;4&lt;/mn&gt;&lt;/msup&gt;&lt;mo&gt;-&lt;/mo&gt;&lt;msup&gt;&lt;mn&gt;2&lt;/mn&gt;&lt;msup&gt;&lt;mi&gt;x&lt;/mi&gt;&lt;mn&gt;2&lt;/mn&gt;&lt;/msup&gt;&lt;/msup&gt;&lt;mo&gt;.&lt;/mo&gt;&lt;msup&gt;&lt;mn&gt;2&lt;/mn&gt;&lt;msup&gt;&lt;mn&gt;2&lt;/mn&gt;&lt;mrow&gt;&lt;mi&gt;x&lt;/mi&gt;&lt;mo&gt;-&lt;/mo&gt;&lt;mn&gt;2&lt;/mn&gt;&lt;/mrow&gt;&lt;/msup&gt;&lt;/msup&gt;&lt;mo&gt;+&lt;/mo&gt;&lt;msup&gt;&lt;mn&gt;2&lt;/mn&gt;&lt;mrow&gt;&lt;msup&gt;&lt;mn&gt;2&lt;/mn&gt;&lt;mrow&gt;&lt;mi&gt;x&lt;/mi&gt;&lt;mo&gt;-&lt;/mo&gt;&lt;mn&gt;1&lt;/mn&gt;&lt;/mrow&gt;&lt;/msup&gt;&lt;mo&gt;+&lt;/mo&gt;&lt;mn&gt;1&lt;/mn&gt;&lt;/mrow&gt;&lt;/msup&gt;&lt;/mrow&gt;&lt;/mfenced&gt;&lt;mfenced&gt;&lt;mrow&gt;&lt;msup&gt;&lt;mi&gt;x&lt;/mi&gt;&lt;mn&gt;4&lt;/mn&gt;&lt;/msup&gt;&lt;mo&gt;+&lt;/mo&gt;&lt;msup&gt;&lt;mn&gt;2&lt;/mn&gt;&lt;msup&gt;&lt;mi&gt;x&lt;/mi&gt;&lt;mn&gt;2&lt;/mn&gt;&lt;/msup&gt;&lt;/msup&gt;&lt;mo&gt;.&lt;/mo&gt;&lt;msup&gt;&lt;mn&gt;2&lt;/mn&gt;&lt;msup&gt;&lt;mn&gt;2&lt;/mn&gt;&lt;mrow&gt;&lt;mi&gt;x&lt;/mi&gt;&lt;mo&gt;-&lt;/mo&gt;&lt;mn&gt;2&lt;/mn&gt;&lt;/mrow&gt;&lt;/msup&gt;&lt;/msup&gt;&lt;mo&gt;+&lt;/mo&gt;&lt;msup&gt;&lt;mn&gt;2&lt;/mn&gt;&lt;mrow&gt;&lt;msup&gt;&lt;mn&gt;2&lt;/mn&gt;&lt;mrow&gt;&lt;mi&gt;x&lt;/mi&gt;&lt;mo&gt;-&lt;/mo&gt;&lt;mn&gt;1&lt;/mn&gt;&lt;/mrow&gt;&lt;/msup&gt;&lt;mo&gt;+&lt;/mo&gt;&lt;mn&gt;1&lt;/mn&gt;&lt;/mrow&gt;&lt;/msup&gt;&lt;/mrow&gt;&lt;/mfenced&gt;&lt;/math&gt;" title="open parentheses x to the power of 4 minus 2 to the power of x squared end exponent.2 to the power of 2 to the power of x minus 2 end exponent end exponent plus 2 to the power of 2 to the power of x minus 1 end exponent plus 1 end exponent close parentheses open parentheses x to the power of 4 plus 2 to the power of x squared end exponent.2 to the power of 2 to the power of x minus 2 end exponent end exponent plus 2 to the power of 2 to the power of x minus 1 end exponent plus 1 end exponent close parenthes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531" y="2453063"/>
            <a:ext cx="4739649" cy="3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1" name="Google Shape;1511;p144" descr="&lt;math xmlns=&quot;http://www.w3.org/1998/Math/MathML&quot;&gt;&lt;msup&gt;&lt;mi&gt;x&lt;/mi&gt;&lt;mn&gt;4&lt;/mn&gt;&lt;/msup&gt;&lt;mo&gt;-&lt;/mo&gt;&lt;msup&gt;&lt;mn&gt;2&lt;/mn&gt;&lt;msup&gt;&lt;mi&gt;x&lt;/mi&gt;&lt;mn&gt;2&lt;/mn&gt;&lt;/msup&gt;&lt;/msup&gt;&lt;mo&gt;.&lt;/mo&gt;&lt;msup&gt;&lt;mn&gt;2&lt;/mn&gt;&lt;msup&gt;&lt;mn&gt;2&lt;/mn&gt;&lt;mrow&gt;&lt;mi&gt;x&lt;/mi&gt;&lt;mo&gt;-&lt;/mo&gt;&lt;mn&gt;2&lt;/mn&gt;&lt;/mrow&gt;&lt;/msup&gt;&lt;/msup&gt;&lt;mo&gt;+&lt;/mo&gt;&lt;msup&gt;&lt;mn&gt;2&lt;/mn&gt;&lt;mrow&gt;&lt;msup&gt;&lt;mn&gt;2&lt;/mn&gt;&lt;mrow&gt;&lt;mi&gt;x&lt;/mi&gt;&lt;mo&gt;-&lt;/mo&gt;&lt;mn&gt;1&lt;/mn&gt;&lt;/mrow&gt;&lt;/msup&gt;&lt;mo&gt;+&lt;/mo&gt;&lt;mn&gt;1&lt;/mn&gt;&lt;/mrow&gt;&lt;/msup&gt;&lt;mo&gt;=&lt;/mo&gt;&lt;mn&gt;1&lt;/mn&gt;&lt;/math&gt;" title="x to the power of 4 minus 2 to the power of x squared end exponent.2 to the power of 2 to the power of x minus 2 end exponent end exponent plus 2 to the power of 2 to the power of x minus 1 end exponent plus 1 end exponent equals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9925" y="2863191"/>
            <a:ext cx="2718132" cy="23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2" name="Google Shape;1512;p144" descr="&lt;math xmlns=&quot;http://www.w3.org/1998/Math/MathML&quot;&gt;&lt;msup&gt;&lt;mfenced&gt;&lt;mrow&gt;&lt;msup&gt;&lt;mi&gt;x&lt;/mi&gt;&lt;mn&gt;2&lt;/mn&gt;&lt;/msup&gt;&lt;mo&gt;-&lt;/mo&gt;&lt;msup&gt;&lt;mn&gt;2&lt;/mn&gt;&lt;msup&gt;&lt;mn&gt;2&lt;/mn&gt;&lt;mrow&gt;&lt;mi&gt;x&lt;/mi&gt;&lt;mo&gt;-&lt;/mo&gt;&lt;mn&gt;2&lt;/mn&gt;&lt;/mrow&gt;&lt;/msup&gt;&lt;/msup&gt;&lt;/mrow&gt;&lt;/mfenced&gt;&lt;mn&gt;2&lt;/mn&gt;&lt;/msup&gt;&lt;mo&gt;+&lt;/mo&gt;&lt;msup&gt;&lt;mn&gt;2&lt;/mn&gt;&lt;msup&gt;&lt;mn&gt;2&lt;/mn&gt;&lt;mrow&gt;&lt;mi&gt;x&lt;/mi&gt;&lt;mo&gt;-&lt;/mo&gt;&lt;mn&gt;1&lt;/mn&gt;&lt;/mrow&gt;&lt;/msup&gt;&lt;/msup&gt;&lt;mo&gt;=&lt;/mo&gt;&lt;mn&gt;1&lt;/mn&gt;&lt;mo&gt;.&lt;/mo&gt;&lt;/math&gt;" title="open parentheses x squared minus 2 to the power of 2 to the power of x minus 2 end exponent end exponent close parentheses squared plus 2 to the power of 2 to the power of x minus 1 end exponent end exponent equals 1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4165" y="3177442"/>
            <a:ext cx="2708607" cy="3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3" name="Google Shape;1513;p144" descr="&lt;math xmlns=&quot;http://www.w3.org/1998/Math/MathML&quot;&gt;&lt;mi&gt;p&lt;/mi&gt;&lt;mo&gt;=&lt;/mo&gt;&lt;msup&gt;&lt;mfenced&gt;&lt;mrow&gt;&lt;msup&gt;&lt;mi&gt;x&lt;/mi&gt;&lt;mn&gt;4&lt;/mn&gt;&lt;/msup&gt;&lt;mo&gt;+&lt;/mo&gt;&lt;msup&gt;&lt;mn&gt;2&lt;/mn&gt;&lt;mrow&gt;&lt;msup&gt;&lt;mn&gt;2&lt;/mn&gt;&lt;mrow&gt;&lt;mi&gt;x&lt;/mi&gt;&lt;mo&gt;-&lt;/mo&gt;&lt;mn&gt;1&lt;/mn&gt;&lt;/mrow&gt;&lt;/msup&gt;&lt;mo&gt;+&lt;/mo&gt;&lt;mn&gt;1&lt;/mn&gt;&lt;/mrow&gt;&lt;/msup&gt;&lt;/mrow&gt;&lt;/mfenced&gt;&lt;mn&gt;2&lt;/mn&gt;&lt;/msup&gt;&lt;mo&gt;-&lt;/mo&gt;&lt;mn&gt;4&lt;/mn&gt;&lt;msup&gt;&lt;mi&gt;x&lt;/mi&gt;&lt;mn&gt;4&lt;/mn&gt;&lt;/msup&gt;&lt;mo&gt;.&lt;/mo&gt;&lt;msup&gt;&lt;mn&gt;2&lt;/mn&gt;&lt;msup&gt;&lt;mn&gt;2&lt;/mn&gt;&lt;mrow&gt;&lt;mi&gt;x&lt;/mi&gt;&lt;mo&gt;-&lt;/mo&gt;&lt;mn&gt;1&lt;/mn&gt;&lt;/mrow&gt;&lt;/msup&gt;&lt;/msup&gt;&lt;/math&gt;" title="p equals open parentheses x to the power of 4 plus 2 to the power of 2 to the power of x minus 1 end exponent plus 1 end exponent close parentheses squared minus 4 x to the power of 4.2 to the power of 2 to the power of x minus 1 end exponent end exponen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78400" y="2067975"/>
            <a:ext cx="3624176" cy="337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avebook v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Yellow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2249</Words>
  <Application>Microsoft Office PowerPoint</Application>
  <PresentationFormat>On-screen Show (16:9)</PresentationFormat>
  <Paragraphs>253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41</vt:i4>
      </vt:variant>
    </vt:vector>
  </HeadingPairs>
  <TitlesOfParts>
    <vt:vector size="63" baseType="lpstr">
      <vt:lpstr>Raleway</vt:lpstr>
      <vt:lpstr>Proxima Nova Semibold</vt:lpstr>
      <vt:lpstr>Calibri</vt:lpstr>
      <vt:lpstr>Cambria Math</vt:lpstr>
      <vt:lpstr>Zilla Slab</vt:lpstr>
      <vt:lpstr>Poppins</vt:lpstr>
      <vt:lpstr>Roboto</vt:lpstr>
      <vt:lpstr>Times New Roman</vt:lpstr>
      <vt:lpstr>Arial</vt:lpstr>
      <vt:lpstr>Proxima Nova</vt:lpstr>
      <vt:lpstr>Merriweather</vt:lpstr>
      <vt:lpstr>Impact</vt:lpstr>
      <vt:lpstr>Comic Sans MS</vt:lpstr>
      <vt:lpstr>Lora</vt:lpstr>
      <vt:lpstr>Montserrat</vt:lpstr>
      <vt:lpstr>Bree Serif</vt:lpstr>
      <vt:lpstr>Simple Light</vt:lpstr>
      <vt:lpstr>Wavebook v1</vt:lpstr>
      <vt:lpstr>Simple Light</vt:lpstr>
      <vt:lpstr>Office Theme</vt:lpstr>
      <vt:lpstr>Simple Light</vt:lpstr>
      <vt:lpstr>Simple 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Diophantine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X + Y = N(X+ Y)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Abhay Mahajan</cp:lastModifiedBy>
  <cp:revision>1</cp:revision>
  <dcterms:modified xsi:type="dcterms:W3CDTF">2021-04-24T11:49:30Z</dcterms:modified>
</cp:coreProperties>
</file>