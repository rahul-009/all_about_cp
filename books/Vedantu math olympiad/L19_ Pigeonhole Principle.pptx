
<file path=[Content_Types].xml><?xml version="1.0" encoding="utf-8"?>
<Types xmlns="http://schemas.openxmlformats.org/package/2006/content-types">
  <Default Extension="fntdata" ContentType="application/x-fontdata"/>
  <Default Extension="gif" ContentType="image/gif"/>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ink/ink1.xml" ContentType="application/inkml+xml"/>
  <Override PartName="/ppt/comments/comment1.xml" ContentType="application/vnd.openxmlformats-officedocument.presentationml.comments+xml"/>
  <Override PartName="/ppt/notesSlides/notesSlide12.xml" ContentType="application/vnd.openxmlformats-officedocument.presentationml.notesSlide+xml"/>
  <Override PartName="/ppt/ink/ink2.xml" ContentType="application/inkml+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ink/ink3.xml" ContentType="application/inkml+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ink/ink4.xml" ContentType="application/inkml+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ink/ink5.xml" ContentType="application/inkml+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ink/ink6.xml" ContentType="application/inkml+xml"/>
  <Override PartName="/ppt/notesSlides/notesSlide21.xml" ContentType="application/vnd.openxmlformats-officedocument.presentationml.notesSlide+xml"/>
  <Override PartName="/ppt/ink/ink7.xml" ContentType="application/inkml+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ink/ink8.xml" ContentType="application/inkml+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ink/ink9.xml" ContentType="application/inkml+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ink/ink10.xml" ContentType="application/inkml+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ink/ink11.xml" ContentType="application/inkml+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700" r:id="rId1"/>
    <p:sldMasterId id="2147483701" r:id="rId2"/>
  </p:sldMasterIdLst>
  <p:notesMasterIdLst>
    <p:notesMasterId r:id="rId38"/>
  </p:notesMasterIdLst>
  <p:sldIdLst>
    <p:sldId id="256" r:id="rId3"/>
    <p:sldId id="257" r:id="rId4"/>
    <p:sldId id="258" r:id="rId5"/>
    <p:sldId id="259" r:id="rId6"/>
    <p:sldId id="260" r:id="rId7"/>
    <p:sldId id="261" r:id="rId8"/>
    <p:sldId id="262" r:id="rId9"/>
    <p:sldId id="263" r:id="rId10"/>
    <p:sldId id="264" r:id="rId11"/>
    <p:sldId id="265" r:id="rId12"/>
    <p:sldId id="266" r:id="rId13"/>
    <p:sldId id="267" r:id="rId14"/>
    <p:sldId id="268" r:id="rId15"/>
    <p:sldId id="269" r:id="rId16"/>
    <p:sldId id="270" r:id="rId17"/>
    <p:sldId id="271" r:id="rId18"/>
    <p:sldId id="272" r:id="rId19"/>
    <p:sldId id="273" r:id="rId20"/>
    <p:sldId id="274" r:id="rId21"/>
    <p:sldId id="275" r:id="rId22"/>
    <p:sldId id="276" r:id="rId23"/>
    <p:sldId id="277" r:id="rId24"/>
    <p:sldId id="278" r:id="rId25"/>
    <p:sldId id="279" r:id="rId26"/>
    <p:sldId id="280" r:id="rId27"/>
    <p:sldId id="281" r:id="rId28"/>
    <p:sldId id="282" r:id="rId29"/>
    <p:sldId id="283" r:id="rId30"/>
    <p:sldId id="284" r:id="rId31"/>
    <p:sldId id="285" r:id="rId32"/>
    <p:sldId id="286" r:id="rId33"/>
    <p:sldId id="287" r:id="rId34"/>
    <p:sldId id="288" r:id="rId35"/>
    <p:sldId id="289" r:id="rId36"/>
    <p:sldId id="290" r:id="rId37"/>
  </p:sldIdLst>
  <p:sldSz cx="9144000" cy="5143500" type="screen16x9"/>
  <p:notesSz cx="6858000" cy="9144000"/>
  <p:embeddedFontLst>
    <p:embeddedFont>
      <p:font typeface="Bree Serif" panose="020B0604020202020204" charset="0"/>
      <p:regular r:id="rId39"/>
    </p:embeddedFont>
    <p:embeddedFont>
      <p:font typeface="Cambria Math" panose="02040503050406030204" pitchFamily="18" charset="0"/>
      <p:regular r:id="rId40"/>
    </p:embeddedFont>
    <p:embeddedFont>
      <p:font typeface="Comic Sans MS" panose="030F0702030302020204" pitchFamily="66" charset="0"/>
      <p:regular r:id="rId41"/>
      <p:bold r:id="rId42"/>
      <p:italic r:id="rId43"/>
      <p:boldItalic r:id="rId44"/>
    </p:embeddedFont>
    <p:embeddedFont>
      <p:font typeface="Montserrat" panose="020B0604020202020204" charset="0"/>
      <p:regular r:id="rId45"/>
      <p:bold r:id="rId46"/>
      <p:italic r:id="rId47"/>
      <p:boldItalic r:id="rId48"/>
    </p:embeddedFont>
    <p:embeddedFont>
      <p:font typeface="Poppins" panose="020B0604020202020204" charset="0"/>
      <p:regular r:id="rId49"/>
      <p:bold r:id="rId50"/>
      <p:italic r:id="rId51"/>
      <p:boldItalic r:id="rId52"/>
    </p:embeddedFont>
    <p:embeddedFont>
      <p:font typeface="Proxima Nova" panose="020B0604020202020204" charset="0"/>
      <p:regular r:id="rId53"/>
      <p:bold r:id="rId54"/>
      <p:italic r:id="rId55"/>
      <p:boldItalic r:id="rId56"/>
    </p:embeddedFont>
    <p:embeddedFont>
      <p:font typeface="Proxima Nova Semibold" panose="020B0604020202020204" charset="0"/>
      <p:regular r:id="rId57"/>
      <p:bold r:id="rId58"/>
      <p:boldItalic r:id="rId59"/>
    </p:embeddedFont>
    <p:embeddedFont>
      <p:font typeface="Zilla Slab" panose="020B0604020202020204" charset="0"/>
      <p:regular r:id="rId60"/>
      <p:bold r:id="rId61"/>
      <p:italic r:id="rId62"/>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1620">
          <p15:clr>
            <a:srgbClr val="A4A3A4"/>
          </p15:clr>
        </p15:guide>
        <p15:guide id="2" pos="2880">
          <p15:clr>
            <a:srgbClr val="A4A3A4"/>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0" name="Abhay Mahajan" initials="" lastIdx="1" clrIdx="0"/>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90" d="100"/>
          <a:sy n="90" d="100"/>
        </p:scale>
        <p:origin x="816" y="66"/>
      </p:cViewPr>
      <p:guideLst>
        <p:guide orient="horz" pos="162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4.xml"/><Relationship Id="rId21" Type="http://schemas.openxmlformats.org/officeDocument/2006/relationships/slide" Target="slides/slide19.xml"/><Relationship Id="rId34" Type="http://schemas.openxmlformats.org/officeDocument/2006/relationships/slide" Target="slides/slide32.xml"/><Relationship Id="rId42" Type="http://schemas.openxmlformats.org/officeDocument/2006/relationships/font" Target="fonts/font4.fntdata"/><Relationship Id="rId47" Type="http://schemas.openxmlformats.org/officeDocument/2006/relationships/font" Target="fonts/font9.fntdata"/><Relationship Id="rId50" Type="http://schemas.openxmlformats.org/officeDocument/2006/relationships/font" Target="fonts/font12.fntdata"/><Relationship Id="rId55" Type="http://schemas.openxmlformats.org/officeDocument/2006/relationships/font" Target="fonts/font17.fntdata"/><Relationship Id="rId63" Type="http://schemas.openxmlformats.org/officeDocument/2006/relationships/commentAuthors" Target="commentAuthors.xml"/><Relationship Id="rId7" Type="http://schemas.openxmlformats.org/officeDocument/2006/relationships/slide" Target="slides/slide5.xml"/><Relationship Id="rId2" Type="http://schemas.openxmlformats.org/officeDocument/2006/relationships/slideMaster" Target="slideMasters/slideMaster2.xml"/><Relationship Id="rId16" Type="http://schemas.openxmlformats.org/officeDocument/2006/relationships/slide" Target="slides/slide14.xml"/><Relationship Id="rId29" Type="http://schemas.openxmlformats.org/officeDocument/2006/relationships/slide" Target="slides/slide27.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slide" Target="slides/slide30.xml"/><Relationship Id="rId37" Type="http://schemas.openxmlformats.org/officeDocument/2006/relationships/slide" Target="slides/slide35.xml"/><Relationship Id="rId40" Type="http://schemas.openxmlformats.org/officeDocument/2006/relationships/font" Target="fonts/font2.fntdata"/><Relationship Id="rId45" Type="http://schemas.openxmlformats.org/officeDocument/2006/relationships/font" Target="fonts/font7.fntdata"/><Relationship Id="rId53" Type="http://schemas.openxmlformats.org/officeDocument/2006/relationships/font" Target="fonts/font15.fntdata"/><Relationship Id="rId58" Type="http://schemas.openxmlformats.org/officeDocument/2006/relationships/font" Target="fonts/font20.fntdata"/><Relationship Id="rId66" Type="http://schemas.openxmlformats.org/officeDocument/2006/relationships/theme" Target="theme/theme1.xml"/><Relationship Id="rId5" Type="http://schemas.openxmlformats.org/officeDocument/2006/relationships/slide" Target="slides/slide3.xml"/><Relationship Id="rId61" Type="http://schemas.openxmlformats.org/officeDocument/2006/relationships/font" Target="fonts/font23.fntdata"/><Relationship Id="rId19" Type="http://schemas.openxmlformats.org/officeDocument/2006/relationships/slide" Target="slides/slide1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slide" Target="slides/slide28.xml"/><Relationship Id="rId35" Type="http://schemas.openxmlformats.org/officeDocument/2006/relationships/slide" Target="slides/slide33.xml"/><Relationship Id="rId43" Type="http://schemas.openxmlformats.org/officeDocument/2006/relationships/font" Target="fonts/font5.fntdata"/><Relationship Id="rId48" Type="http://schemas.openxmlformats.org/officeDocument/2006/relationships/font" Target="fonts/font10.fntdata"/><Relationship Id="rId56" Type="http://schemas.openxmlformats.org/officeDocument/2006/relationships/font" Target="fonts/font18.fntdata"/><Relationship Id="rId64" Type="http://schemas.openxmlformats.org/officeDocument/2006/relationships/presProps" Target="presProps.xml"/><Relationship Id="rId8" Type="http://schemas.openxmlformats.org/officeDocument/2006/relationships/slide" Target="slides/slide6.xml"/><Relationship Id="rId51" Type="http://schemas.openxmlformats.org/officeDocument/2006/relationships/font" Target="fonts/font13.fntdata"/><Relationship Id="rId3" Type="http://schemas.openxmlformats.org/officeDocument/2006/relationships/slide" Target="slides/slide1.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slide" Target="slides/slide31.xml"/><Relationship Id="rId38" Type="http://schemas.openxmlformats.org/officeDocument/2006/relationships/notesMaster" Target="notesMasters/notesMaster1.xml"/><Relationship Id="rId46" Type="http://schemas.openxmlformats.org/officeDocument/2006/relationships/font" Target="fonts/font8.fntdata"/><Relationship Id="rId59" Type="http://schemas.openxmlformats.org/officeDocument/2006/relationships/font" Target="fonts/font21.fntdata"/><Relationship Id="rId67" Type="http://schemas.openxmlformats.org/officeDocument/2006/relationships/tableStyles" Target="tableStyles.xml"/><Relationship Id="rId20" Type="http://schemas.openxmlformats.org/officeDocument/2006/relationships/slide" Target="slides/slide18.xml"/><Relationship Id="rId41" Type="http://schemas.openxmlformats.org/officeDocument/2006/relationships/font" Target="fonts/font3.fntdata"/><Relationship Id="rId54" Type="http://schemas.openxmlformats.org/officeDocument/2006/relationships/font" Target="fonts/font16.fntdata"/><Relationship Id="rId62" Type="http://schemas.openxmlformats.org/officeDocument/2006/relationships/font" Target="fonts/font24.fntdata"/><Relationship Id="rId1" Type="http://schemas.openxmlformats.org/officeDocument/2006/relationships/slideMaster" Target="slideMasters/slideMaster1.xml"/><Relationship Id="rId6" Type="http://schemas.openxmlformats.org/officeDocument/2006/relationships/slide" Target="slides/slide4.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36" Type="http://schemas.openxmlformats.org/officeDocument/2006/relationships/slide" Target="slides/slide34.xml"/><Relationship Id="rId49" Type="http://schemas.openxmlformats.org/officeDocument/2006/relationships/font" Target="fonts/font11.fntdata"/><Relationship Id="rId57" Type="http://schemas.openxmlformats.org/officeDocument/2006/relationships/font" Target="fonts/font19.fntdata"/><Relationship Id="rId10" Type="http://schemas.openxmlformats.org/officeDocument/2006/relationships/slide" Target="slides/slide8.xml"/><Relationship Id="rId31" Type="http://schemas.openxmlformats.org/officeDocument/2006/relationships/slide" Target="slides/slide29.xml"/><Relationship Id="rId44" Type="http://schemas.openxmlformats.org/officeDocument/2006/relationships/font" Target="fonts/font6.fntdata"/><Relationship Id="rId52" Type="http://schemas.openxmlformats.org/officeDocument/2006/relationships/font" Target="fonts/font14.fntdata"/><Relationship Id="rId60" Type="http://schemas.openxmlformats.org/officeDocument/2006/relationships/font" Target="fonts/font22.fntdata"/><Relationship Id="rId65" Type="http://schemas.openxmlformats.org/officeDocument/2006/relationships/viewProps" Target="viewProps.xml"/><Relationship Id="rId4" Type="http://schemas.openxmlformats.org/officeDocument/2006/relationships/slide" Target="slides/slide2.xml"/><Relationship Id="rId9" Type="http://schemas.openxmlformats.org/officeDocument/2006/relationships/slide" Target="slides/slide7.xml"/><Relationship Id="rId13" Type="http://schemas.openxmlformats.org/officeDocument/2006/relationships/slide" Target="slides/slide11.xml"/><Relationship Id="rId18" Type="http://schemas.openxmlformats.org/officeDocument/2006/relationships/slide" Target="slides/slide16.xml"/><Relationship Id="rId39" Type="http://schemas.openxmlformats.org/officeDocument/2006/relationships/font" Target="fonts/font1.fntdata"/></Relationships>
</file>

<file path=ppt/comments/comment1.xml><?xml version="1.0" encoding="utf-8"?>
<p:cmLst xmlns:a="http://schemas.openxmlformats.org/drawingml/2006/main" xmlns:r="http://schemas.openxmlformats.org/officeDocument/2006/relationships" xmlns:p="http://schemas.openxmlformats.org/presentationml/2006/main">
  <p:cm authorId="0" dt="2021-06-23T16:39:21.802" idx="1">
    <p:pos x="6000" y="0"/>
    <p:text>put this pic on this page or the next one
https://en.wikipedia.org/wiki/Pigeonhole_principle</p:text>
  </p:cm>
</p:cmLst>
</file>

<file path=ppt/ink/ink1.xml><?xml version="1.0" encoding="utf-8"?>
<inkml:ink xmlns:inkml="http://www.w3.org/2003/InkML">
  <inkml:definitions>
    <inkml:context xml:id="ctx0">
      <inkml:inkSource xml:id="inkSrc0">
        <inkml:traceFormat>
          <inkml:channel name="X" type="integer" max="32767" units="cm"/>
          <inkml:channel name="Y" type="integer" max="32767" units="cm"/>
          <inkml:channel name="T" type="integer" max="2.14748E9" units="dev"/>
        </inkml:traceFormat>
        <inkml:channelProperties>
          <inkml:channelProperty channel="X" name="resolution" value="375.81143" units="1/cm"/>
          <inkml:channelProperty channel="Y" name="resolution" value="655.20898" units="1/cm"/>
          <inkml:channelProperty channel="T" name="resolution" value="1" units="1/dev"/>
        </inkml:channelProperties>
      </inkml:inkSource>
      <inkml:timestamp xml:id="ts0" timeString="2021-06-24T06:45:23.884"/>
    </inkml:context>
    <inkml:brush xml:id="br0">
      <inkml:brushProperty name="width" value="0.05292" units="cm"/>
      <inkml:brushProperty name="height" value="0.05292" units="cm"/>
      <inkml:brushProperty name="color" value="#FFFF00"/>
    </inkml:brush>
    <inkml:brush xml:id="br1">
      <inkml:brushProperty name="width" value="0.05292" units="cm"/>
      <inkml:brushProperty name="height" value="0.05292" units="cm"/>
      <inkml:brushProperty name="color" value="#FFFFFF"/>
    </inkml:brush>
  </inkml:definitions>
  <inkml:trace contextRef="#ctx0" brushRef="#br0">10709 7702 0,'0'0'0,"0"0"16,0 0-16,0 0 0,0 0 15,0 0-15,0 0 16,-11 20 0,-1 12-16,2 9 15,4 3-15,1 7 16,0 7-16,4 7 15,1 7-15,0 9 16,0 8-16,-3 6 16,2 4-16,-1-2 15,2-5 1,-1-4-16,-1-11 16,1-21-16</inkml:trace>
  <inkml:trace contextRef="#ctx0" brushRef="#br0" timeOffset="516.62">10999 8082 0,'0'0'0,"0"0"16,0 0-16,0 0 15,0 0-15,-6 32 16,-4 24-16,5 13 15,2 8-15,3 5 16,4-1-16,6-10 16,3-16-16,3-19 15,4-17-15,0-18 16,0-12 0,1-16-16,-2-11 0,2-12 15,-1-10-15,-3-7 16,-3-6-1,-4-5-15,-6 2 16,-4 7-16,-6 12 16,-6 17-16,-7 15 15,-4 15-15,-4 13 16,1 12-16,1 9 16,3 9-1,0 5-15,6-7 0</inkml:trace>
  <inkml:trace contextRef="#ctx0" brushRef="#br0" timeOffset="1083.57">11566 8463 0,'26'-32'0,"10"-20"0,3-9 15,-3-6-15,-5-2 16,-5 0 0,-3 1-16,-6 2 15,-3 3-15,-3 5 16,-5 7-16,-2 8 15,-5 10-15,-2 9 16,-2 8-16,-1 9 16,1 9-16,0 6 15,3 10-15,0 12 16,0 12-16,2 12 16,3 14-16,-1 13 15,1 12-15,1 8 16,-2 5-1,1 5-15,0 5 16,-2 2-16,-2-1 16,-3-2-16,-7-5 15,1-9-15,-1-10 16,-3-14-16,-1-12 16,-2-14-16,-1-15 15,-3-16-15,1-18 16,3-17-16,3-16 15,2-12-15,1-9 16,4-8-16,4-7 16,1-5-16,0 13 15</inkml:trace>
  <inkml:trace contextRef="#ctx0" brushRef="#br0" timeOffset="1616.45">11781 8269 0,'27'-28'0,"13"-10"16,3 5-16,-5 14 15,-1 11-15,-6 15 16,-5 13-16,-6 13 16,-6 12-16,-9 10 15,-8 7-15,-4 2 16,-6 2-16,-2-5 15,-2-4-15,0-8 16,1-11-16,3-11 16,2-16-16,4-12 15,5-14-15,6-14 16,3-11-16,6-10 16,1-5-16,1-2 15,5 0-15,0 1 16,1 3-16,0 3 15,-1 5-15,-1 6 16,-1 6-16,-1 5 16,-4 6-1,-2 10 1,-11 12-16,9 2 0,-3 13 0,-4 12 16,0 15-1,-4 11-15,-1 12 0,0 6 16,3 2-1,3-6-15,4-6 16,3-10-16,2-10 16,2-12-16,0-14 0,2-11 15,-2-15-15,-5-16 16,-2 1 0</inkml:trace>
  <inkml:trace contextRef="#ctx0" brushRef="#br0" timeOffset="3583.23">12594 8335 0,'-1'-32'0,"-1"-16"15,-2 2 1,0 2-16,-3 12 16,-3 12-16,-4 13 15,-2 14-15,-6 17 16,-1 10-16,1 9 15,3 4 1,5 0-16,6-5 0,4-11 16,7-11-16,6-12 15,3-8-15,2-7 16,3-10-16,1-4 16,-2-3-16,1-3 15,-2 0-15,-2 2 16,0 4-16,-2 8 15,-3 10-15,-1 7 16,-4 16-16,-3 18 16,-1 20-1,0 16-15,-3 13 16,2 15-16,0 14 16,-1 5-16,-4-4 15,-5-12-15,-5-20 16,-1-13-16,-2-18 15,-2-16-15,-4-15 32,-4-14-32,-4-16 0,0-22 0,2-20 15,0-17-15,10-16 16,13-6-16,9-2 16,12 1-16,9 5 15,8 4 1,6 4-16,6 7 15,4 8-15,1 10 16,1 10-16,1 15 16,-3 11-16,-3 4 15,-4 3-15,-3-2 16,-2 1-16,-5-3 16,-3 2-16,-5 0 15,-2-2-15,-1-2 16,-5 0-16,0-2 15,-2-6-15,0-3 16,0-1-16,-3 2 16,-6 2-16,-3 6 31,-3 5-31,-5 8 0,-2 10 0,-3 15 16,-2 14-16,0 13 15,5 7 1,3 5-16,7-1 15,7-8-15,9-14 16,8-18-16,4-17 16,4-15-16,3-12 15,0-11-15,-3-7 16,-2-3 0,-1 0-16,-4 3 0,-5 7 15,-6 7-15,-4 10 16,-8 18-16,5 1 15,-3 19-15,-4 13 16,0 11-16,1 5 31,4-2-31,4-4 0,4-10 0,2-11 16,5-8-16,2-12 16,1-8-16,0-7 15,-4-8 1,-3-3-16,-5-5 15,-4 0-15,-8-1 16,-5-2-16,-5 3 16,-5 2-16,1 5 15,-2 5-15,0 4 16,4 4-16,3 2 0,5 2 16,6 0-1,5-3-15,7-2 0,6 0 16,3 6-16,9 3 15,2 8-15,-1 8 16,-2 10-16,-2 7 16,-4 5-1,-7-2-15,-5-1 16,-3-4-16,-3-5 16,-3-6-16,-2-5 15,1-14-15,0 0 0,0 0 16,-1-3-16,-1-11 15,-1-15 1,7-8-16,5-10 16,4-3-16,3 3 15,4 9-15,0 11 16,1 15-16,-3 13 16,3 17-16,-3 16 15,-2 10-15,-2 5 16,0-5-16,0-11 15,6-10-15,1-11 16,3-12-16,1-12 31,3-12-31,0-12 0,0-10 0,-5-10 16,1-6 0,-4-1-16,-1 1 15,-3 9-15,-7 11 16,-4 13-16,-5 11 15,-3 10-15,-1 10 16,-2 10-16,0 8 16,1 8-16,2 7 15,4 8-15,2 0 16,2-3-16,3-6 16,2-7-16,-3-4 15,-1-4-15,-6-2 16,-4-1-16,-6 1 15,-7 0-15,-6 1 16,-6 2-16,-9-2 16,-13 0-16,6-4 15</inkml:trace>
  <inkml:trace contextRef="#ctx0" brushRef="#br0" timeOffset="4651.93">10917 9890 0,'0'0'0,"0"0"0,-9-17 0,-3-13 15,-1-4-15,3-3 16,1-1-16,1 3 16,1 3-16,-1 9 15,-2 9-15,-3 10 16,-2 15-16,-5 14 16,2 13-16,1 15 15,3 15 1,1 12-16,6 6 15,4-5-15,4-16 16,5-17-16,3-17 16,2-11-16,3-13 15,1-9-15,1-10 16,-2-9-16,3-9 16,-1-9-16,-1-7 15,-1-4-15,2-1 31,-5 3-31,1 7 0,-4 9 0,-3 10 16,-5 22-16,2-2 16,-3 17-16,0 17 15,0 15-15,0 13 16,-1 8-16,-4 7 16,-2 1-1,-2-1-15,-4-1 16,-3-5-16,-7-6 15,-1-9-15,-5-11 16,-2-8-16,-5-9 16,3-6-16,-1-8 15,1-9-15,8-8 16,4-7-16,10-10 16,8-5-16,10-7 15,8-1-15,8 1 16,-4 8-16</inkml:trace>
  <inkml:trace contextRef="#ctx0" brushRef="#br0" timeOffset="5233.68">11635 10303 0,'0'0'0,"13"-19"16,2-19-16,6-10 16,1-13-16,1-6 15,-2-3-15,-2 2 16,0-2-16,-5 5 16,-3 5-16,-2 8 15,-5 7-15,-2 12 16,-4 10-16,2 23 15,-3-3-15,-3 17 16,-1 17-16,-2 14 16,1 17-16,-1 13 15,-1 18 1,2 18-16,2 17 0,6 13 16,4 6-16,1-7 15,-2-13 1,-3-21-16,-3-18 15,-1-17-15,-1-19 16,-1-16-16,-5-19 16,-4-16-16,-3-17 15,0-18-15,3 1 16</inkml:trace>
  <inkml:trace contextRef="#ctx0" brushRef="#br0" timeOffset="5450.7">11755 10148 0,'31'-53'0,"10"-14"0,-4 16 16,-4 23-16,-7 23 16,-8 20-16,-6 20 15,-6 14 1,-6 10-16,-1 6 15,-4 2-15,-4-1 16,-2-1-16,-5-8 16,-7-13-16,3-13 15</inkml:trace>
  <inkml:trace contextRef="#ctx0" brushRef="#br0" timeOffset="5700.09">12109 9877 0,'-1'37'16,"0"24"-1,3 11-15,2 2 0,0-4 16,3-9-16,0-18 15,2-19-15,1-17 16,-1-17-16,-3-16 16,-2 2-16</inkml:trace>
  <inkml:trace contextRef="#ctx0" brushRef="#br0" timeOffset="5833.82">12298 9618 0,'0'0'0,"0"0"16,0 0-16,-10 13 16,-5 8-16,1 9 15,3-4-15</inkml:trace>
  <inkml:trace contextRef="#ctx0" brushRef="#br0" timeOffset="7299.64">12493 9974 0,'-7'-18'16,"-4"-9"-16,-2 2 15,1 8-15,-2 11 16,-1 14-16,-1 18 15,0 17-15,1 13 16,3 5-16,6-1 16,5-6-1,7-12-15,5-17 0,3-15 16,3-14-16,-1-13 16,1-12-16,-3-10 15,1-6-15,-1-5 16,-1 0-1,-2 1-15,-2 6 16,-1 12-16,-1 16 16,-3 15-16,0 19 0,-3 21 15,-2 21 1,1 17-16,0 16 16,2 15-16,0 12 15,-1 4-15,-6-4 16,-3-11-16,-4-16 15,-6-17-15,-7-19 16,-9-20-16,-4-17 16,-4-17-1,-4-16-15,1-12 16,5-14-16,9-9 0,9-8 16,10-5-16,11-5 15,10-2 1,11 0-16,10 0 15,7 3-15,5 7 16,5 12-16,7 12 16,5 5-16,-1-2 15,1-4-15,-5-5 16,-5-4-16,-1-2 16,-7 2-16,-6 1 15,-10 7-15,-7 5 16,-9 6-16,-9 6 15,-7 6-15,-9 7 16,-1 9-16,-2 13 16,-1 13-16,1 18 15,6 13-15,7 7 32,7 0-32,11-5 0,6-14 15,6-18-15,4-19 16,3-15-16,2-16 15,1-12-15,-1-9 16,-7-6-16,-1-5 16,-4-2-16,-3-3 15,-5 6-15,-4 7 16,-3 14-16,0 15 16,-5 16-16,-1 20 15,-1 17-15,3 15 16,0 7-16,2-2 15,5-12-15,3-15 16,2-11 0,2-14-16,1-12 15,0-9-15,-3-9 16,-3-8-16,-2-5 16,-5-7-16,-4-7 15,-4 1 1,-6 1-16,-6 9 0,1 13 15,-2 15-15,1 15 16,-1 15-16,4 9 16,2 4-16,5-1 15,5-6-15,6-10 16,6-8-16,5-10 16,3-10-16,3-8 15,3-8-15,3-1 16,2 1-16,1 7 15,-1 9 1,-2 13-16,-5 15 16,-3 15-16,-5 13 15,-5 7-15,-3 3 0,-5-2 16,-2-6-16,-3-11 16,-1-8-16,1-10 15,3-16 1,0 0-16,-2-5 0,0-17 15,-1-17-15,8-16 16,4-9-16,5-2 16,3 8-16,2 14 15,0 14-15,1 20 16,1 17-16,-1 18 16,-1 13-16,1 9 15,1 5 1,-4-3-16,2-11 15,-3-15-15</inkml:trace>
  <inkml:trace contextRef="#ctx0" brushRef="#br0" timeOffset="8766.73">13875 9857 0,'6'-17'15,"2"-14"-15,0-8 16,2-2-16,-3 0 16,-3 2-16,-2 4 15,-1 5-15,-2 6 16,-2 7-16,3 6 16,0 11-16,2 3 15,0 15 1,1 21-16,0 21 0,2 21 15,1 17-15,2 11 16,-1-1 0,0-8-16,-2-19 15,-3-20-15,0-21 16,0-17-16,2-11 16,-4-12-16,1-6 15,0-17-15,-1-13 16,2-11-16,1-13 15,1-7-15,5 0 16,3 11-16,-1 17 16,2 16-16,1 22 15,-1 21-15,-2 23 16,-2 14 0,1 11-16,2-5 0,-2-12 15,1-14-15,0-14 16,2-12-16,0-13 15,0-12-15,0-10 16,2-13-16,0-9 16,1-8-16,1-1 15,-2 5 1,-3 11-16,-1 19 16,-2 20-16,0 21 0,-3 21 15,-1 14-15,0 8 16,2-4-1,1-10-15,1-13 16,3-13-16,0-13 0,2-11 16,-3-10-16,-2-9 15,-3-8-15,-5-9 16,-2-5 0,-6-5-16,-5-1 15,-4 5 1,-3 9-16,0 13 0,-1 14 15,1 13-15,6 11 16,3 10-16,8 4 16,6-3-16,6-5 15,6-13-15,4-11 16,6-15-16,4-14 16,2-12-16,6-11 15,-1-8 1,-3-4-16,-5-3 0,-3 2 15,-9 3 1,-7 6-16,-5 8 16,-2 9-16,-4 13 15,-2 11-15,-1 18 16,-2 14-16,-3 19 16,1 15-16,3 17 15,0 16-15,5 12 16,6 13-16,4 2 15,1-5-15,4-17 16,1-18-16,1-22 16,0-18-16,1-18 15,2-16-15,0-16 16,0-16 0,1-14-16,-2-11 0,-2-10 15,1-4 1,-1 8-16,-2 14 15,-6 16-15,-3 20 16,-3 19-16,-4 18 16,-1 13-16,2 10 15,1 7-15,5-1 16,3-8-16,3-12 16,2-12-16,2-12 15,1-11 1,0-12-16,1-10 0,1-9 15,1-9-15,1-8 16,-2-5-16,-3 0 16,0 5-16,-2 8 15,-3 14-15,-1 13 16,-3 11-16,2 11 16,-1 8-16,-1 8 15,0 5-15,0 1 16,3 2-16,-3-3 15,-4 0 1,-3 0-16,-3 2 16,-8 3-16,-9 1 15,-4 0-15,-7-4 16,-4-6-16,-3-8 16,-5-11-16,10-4 31</inkml:trace>
  <inkml:trace contextRef="#ctx0" brushRef="#br0" timeOffset="16916.41">13187 6862 0,'23'-5'0,"15"-1"16,0-1-16,3 3 16,1-2-16,-1 1 15,4 3-15,0-1 16,-3-2-16,-12 0 15</inkml:trace>
  <inkml:trace contextRef="#ctx0" brushRef="#br0" timeOffset="18583.65">2788 7863 0,'22'1'0,"10"3"0,5-1 15,-1-2-15,-1 1 16,3-2-16,-1-1 16,-1 0-1,-3 2-15,4 3 16,1 5-16,1 5 15,4 4-15,-3 3 16,0 2-16,1-3 16,2-5-16,3-4 15,-2-4-15,0-5 16,3-5-16,0-6 16,2-4-16,0-2 15,1-3-15,1 0 16,1 2-16,0 2 15,-1 0-15,1 6 16,0 3-16,1 3 16,3 2-16,1 2 15,-1 2-15,0-3 16,1 2-16,-1-1 16,4-2-16,-2-3 15,0-2-15,-1-4 16,2-1-16,2 0 15,0-2 1,0-1-16,2 0 16,2-1-16,2 4 15,-1 1-15,3 6 16,-3 5-16,3 3 16,1 3-16,-1 1 15,-1 3-15,2 0 16,-2 1-16,-2 1 15,2-2-15,0-4 16,-2-2-16,0-3 16,0-3-16,3-2 15,-2-1-15,-1-1 16,0 1-16,0 0 16,0 0-1,3 0-15,-1 1 16,2 1-16,2 3 15,1 3-15,2 2 16,5-3 0,6-2-16,5 17 0,-17 2 15</inkml:trace>
  <inkml:trace contextRef="#ctx0" brushRef="#br0" timeOffset="71751.63">23745 9955 0,'9'-28'16,"-1"-14"-16,-3-7 16,-6 1-16,-12-3 15,-14 2-15,-14 1 16,-11 2-1,-8 7-15,-11 10 0,-6 12 16,-5 12-16,-4 13 16,-2 13-16,-1 16 15,5 11-15,7 16 16,5 8-16,13 10 16,14 9-16,15 5 15,16 8 1,16 4-16,13 2 15,12-2-15,15-1 16,11-4-16,11-7 16,9-9-16,12-10 15,5-15-15,6-17 16,1-15-16,-3-17 16,-8-13-16,-11-15 15,-12-12-15,-11-14 16,-11-12-16,-12-9 15,-10-10-15,-11-7 16,-4-2 0,-7 0-16,-4 3 0,-5 6 15,-6 8-15,-2 8 16,-2 6-16,1 6 16,2 8-16,5 10 15</inkml:trace>
  <inkml:trace contextRef="#ctx0" brushRef="#br0" timeOffset="72560.25">17085 4822 0,'0'0'16,"3"19"-16,1 3 0</inkml:trace>
  <inkml:trace contextRef="#ctx0" brushRef="#br0" timeOffset="73816.11">17545 5054 0,'0'0'16,"0"0"-16,0 0 16,0 0-16,0 0 15,-3-16-15,-4-11 16,-1-3-16,-1-3 15,0-1 1,-1-2-16,3-3 0,1 0 16,-2-4-1,4-1-15,1-1 16,-1 0-16,3 2 16,3 3-16,2 2 15,1 5-15,0 10 16,-1 8-16,-1 5 15,-3 10-15,7 0 16,3 7-16,1 6 16,8 1-16,2 3 15,2 0-15,4-4 16,4-2-16,3-2 16,0-4-16,4-5 15,-3-2-15,0-2 16,0-4-16,1-2 15,-2-1-15,-3-3 16,-2 0-16,-1 2 16,-4 2-16,-1 3 15,-4 6-15,-3 5 16,-4 7 0,-3 9-16,-6 6 0,-1 7 15,-4 6-15,-2 2 16,-2 2-16,0-1 15,1-4-15,2-1 0,-1-4 16,0-5-16,-1-3 16,0-4-16,-1-2 15,3-8-15,3-11 16,0 0-16,0 0 16,3 3-16,5-6 15,6 0-15,2 1 16,3 5-16,0 6 15,-2 11-15,-4 7 16,-7 4-16,-7 3 16,-8 3-16,-7 1 15,-9-4-15,-7-2 16,-6-4 0,-4-6-16,-4-5 0,-2-1 15,3-6-15,3-5 16,2-3-16,8-2 15,5-5-15,9-4 16,3-8-16,7-5 16,5-3-16,5 0 15,-1 3-15,4 2 16,0 6-16,-2 1 16,-1 0-16,-5 1 15,-5-1 1,-6 1-16,-2 2 0,-4 1 15,-4 1-15,-5 5 16,-2 0-16,1 1 16,-3 1-16,5 1 15,2 2-15,3-2 16,6-1-16,3 0 16,4 0-16,10 1 15,-3 4-15,3 2 16,3 5-16,4 5 15,0 6-15,2 8 16,1 5-16,-1 2 16,-1 1-16,-2-2 15,-2-3-15,-2-5 16,2-6-16,5-7 16,6-9-16,13-8 15,13-10-15,14-11 16,16-14-16,15-14 15,12-18-15,11-9 16,-18 15-16</inkml:trace>
  <inkml:trace contextRef="#ctx0" brushRef="#br0" timeOffset="83883.41">10973 6862 0,'0'0'0,"0"0"16,0 0-16,19-4 15,6 0-15,2-1 16,-3 4-16,0 1 16,1 0-16,1 3 15,1-1-15,1 0 16,2-2-16,3 0 16,3 2-16,3 1 15,1-2-15,5 0 16,4 1-16,2 0 15,3 0-15,2 0 16,2 1-16,1-3 16,3 0-16,4 0 15,-1 2 1,6-1-16,1 2 0,2-1 16,1-2-1,2-1-15,-1 0 16,0 0-16,1 0 15,1 1-15,1 0 16,1 0-16,-1-1 16,-1-2-16,-1 3 15,-1-3 1,-1 3-16,2 1 0,-2 2 16,-1 0-16,1 1 15,1-1 1,-4 1-16,1 0 15,-2 0-15,0-2 16,4 0-16,0 1 16,-4-1-16,2 1 15,3 1-15,-3 0 16,2 1-16,-1 1 16,4 3-16,2-5 15,-18-3-15</inkml:trace>
  <inkml:trace contextRef="#ctx0" brushRef="#br0" timeOffset="85850.02">7013 6798 0,'-27'-19'15,"-15"-10"-15,-8 1 16,-3 4-16,-4 5 16,-8 0-16,-4 2 15,-4 3-15,-3 3 16,-3 2 0,-6 0-16,-3 2 0,-7 3 15,-3 4 1,-2 2-16,-2 4 15,-3 3-15,-5 9 16,3 4-16,1 4 16,3 3-1,4 6-15,3 4 0,3 5 16,6 3-16,9 6 16,0 4-16,7 3 15,7 2-15,9 3 16,7 1-16,7 1 15,9 1 1,11 0-16,7 0 16,10 0-16,9-1 15,13 0-15,9-4 16,10 0-16,8-2 16,9-1-16,8-3 15,6-3-15,10-6 16,6-3-16,7-2 15,9-3-15,8-1 16,4-4-16,5-7 16,8-5-16,10-4 15,6-4-15,5-6 16,5-5 0,1-2-16,4-5 15,2-6-15,3-2 16,0-3-16,0-4 15,-4-1-15,-4-7 16,-1-3-16,-5-3 16,-3-6-16,-5-3 15,-6-3-15,-6-4 16,-4-3-16,-9-4 16,-11 0-16,-7-2 15,-9-4-15,-13 1 16,-11 0-16,-8-3 15,-12-1 1,-12-3-16,-11-2 16,-11 0-16,-12 0 15,-10 0-15,-13 0 16,-13 1-16,-9 1 16,-9 3-16,-12 2 15,-12 4-15,-5 5 31,-12 3-31,-8 8 0,-11 5 0,-6 9 16,-3 4-16,-8 6 16,-5 6-16,-8-1 15,29 2-15</inkml:trace>
  <inkml:trace contextRef="#ctx0" brushRef="#br0" timeOffset="203316.64">4256 4919 0,'-45'2'15,"-21"0"-15,0 2 16,4-3-16,5 2 16,5-2-16,4 2 15,1 1-15,0 2 16,-2 1-16,-1 0 16,0-1-16,0 0 15,0 2-15,2 1 16,0-1-16,2-1 15,2 1-15,0 1 16,1 2-16,0 0 16,0 0-16,4 1 15,0 3-15,0 4 16,0 0-16,2 3 16,-1-1-16,2 2 15,4 5-15,1-2 16,-1 1-1,1 1-15,2 0 0,2 5 16,6 0 0,1 0-16,2 0 15,0 4-15,5 1 16,2 0-16,7-2 16,1 1-16,0 1 15,6 1-15,5 4 16,5-2-16,0 0 15,4-1-15,4-3 16,2 2-16,5-4 16,8-1-16,2-3 15,-1-4-15,2 1 16,2-5 0,7 0-16,3-5 15,3-3-15,2-1 16,4-4-16,2-2 15,3-5-15,-1-2 16,3-2 0,0-1-16,2-5 15,2-2-15,1-4 0,1 0 16,1-3-16,-1-3 16,-1-1-16,2-2 15,-1-2-15,2-2 16,-2-3-16,-2-1 15,1-2-15,-7-3 16,-2-1 0,-5-3-16,-6-2 15,-6 0-15,-5-3 16,-6-1-16,-6-3 16,-6-3-16,-6-5 15,-9 2-15,-5-4 16,-7 0-16,-6-2 15,-9 2-15,-7 2 16,-6 3-16,-4 5 16,-10 4-16,-4 5 15,-4 5 1,-6 6-16,-4 8 16,-4 7-16,-3 6 15,0 9-15,3 3 16,6 5-16,6 1 15,4-4-15,1-3 16,10-4-16,12-3 16</inkml:trace>
  <inkml:trace contextRef="#ctx0" brushRef="#br0" timeOffset="204301.91">5417 4293 0,'-10'-23'16,"-4"-8"-16,2 4 15,4 7-15,5 10 16,3 10-16,0 0 16,3 2-16,7 13 15,2 8-15,1 4 16,4 5-16,1 6 15,0 4-15,3 3 16,2 4-16,4 5 16,-1 1-16,3 2 15,1 1 1,-2 3-16,3 0 0,-1 1 16,-3-1-16,0-4 15,-3-4-15,0-1 16,-3-2-1,-2-6-15,-6-6 16,-4-4-16,-1-7 16,-2-6-16,-1-6 15,-5-4-15,-5-7 0,-1-3 16,-1-5 0,-3-4-16,-2-5 15,-1-2-15,-2-4 16,-2-2-16,2-2 15,2 2-15,0-2 16,2 2-16,0 0 16,3 4-16,2 3 15,1 4-15,5 10 16,0 0-16,4-6 16,5 3-16,3 4 15,1 3-15,2 1 0,5 1 16,4 0-16,3-1 15,-2-4 1,1-1-16,-3-4 16,-2-5-16,-5-1 15,-4-4-15,-2-1 16,-6-2-16,-7 3 16,-4 1-16,-3 4 15,-3 2-15,-4 9 16,-3 6-16,-1 8 15,1 11-15,0 6 16,3-6-16</inkml:trace>
  <inkml:trace contextRef="#ctx0" brushRef="#br0" timeOffset="208033.45">14688 4150 0,'-12'-19'15,"-6"-6"-15,1 3 16,5 8-16,3 10 16,9 4-16,-3 8 0,5 11 15,-1 11-15,4 10 16,0 4-1,1 9-15,3 6 16,2 6-16,1 5 0,1 2 16,1 2-16,3 2 15,2-4 1,-1-4-16,2-5 16,0-3-16,-1-4 15,0-6-15,-2-6 16,-3-8-16,-3-9 15,-2-6-15,-3-8 16,-6-13-16,0 0 16,0 0-1,-4 0-15,-5-9 0,-2-8 16,-5-3-16,-4-1 16,1-2-16,-1-1 15,3 3 1,0 1-16,2 4 0,3 4 15,3 6-15,9 6 16,0 0-16,-5 1 16,4 6-16,5 6 15,5 3-15,5 1 16,7 0-16,3-3 16,2-6-16,0-3 15,-3-4-15,-3-5 16,-3-4-16,-7-6 15,-2-3-15,-5-2 16,-5-4-16,-2 1 16,-4 3-16,-1 2 15,-1 7-15,-4 9 16,-3 12-16,-6 12 16,1 10-1,-2 9-15,-1 13 0,0 5 16,7-10-1</inkml:trace>
  <inkml:trace contextRef="#ctx0" brushRef="#br1" timeOffset="23685.71">11030 6752 0,'0'0'0,"0"0"0,0 0 16,0 0-16,0 0 15,0 0-15,0 0 16,23 3-16,12 8 16,2 10-1,-1 5-15,-3 1 16,0-1-16,-5-3 16,-1-6-16,-5-2 15,2-4-15,-4-2 16,4-6-16,0-3 15,4-6-15,4-3 16,2-4-16,1 1 16,5-1-16,5 1 15,0 1-15,2 4 16,3 2-16,1 1 16,3 3-16,2-1 15,1 1 1,4 0-1,3-1-15,0 1 0,-2 0 16,3 3-16,1 0 16,2 2-16,2 2 15,1 0-15,1 1 16,-1-1-16,2 0 16,1-1-16,-1-1 15,4 0-15,1 3 16,-2-3-16,3-1 15,2-1-15,0 2 16,2-3 0,2 1-16,-2-4 15,3 0-15,-2-2 16,-1 0-16,0-1 16,-1-1-16,-1-1 15,-1-1-15,0 1 16,-2 2-16,-3-1 15,-2 1-15,-5-1 16,-2-3-16,-5 4 16,-4-1-16,-6 1 15,-4 0-15,-6 0 16,-6 2-16,-4-2 16,-5 0-16,-4 2 15,-3-2-15,-2 0 16,-3 3-16,-1-6 15,-6-2-15,-4 2 16</inkml:trace>
  <inkml:trace contextRef="#ctx0" brushRef="#br1" timeOffset="24819.96">4490 8120 0,'-55'-14'15,"-20"-7"-15,4 1 16,11 0-16,12 2 31,10 2-31,12 2 0,8 4 0,9 5 16,9 5-16,0-5 15,9 0-15,8 1 16,7-1-16,9 2 16,2-1-16,6-1 15,8-5-15,10 3 16,3-1-16,7 2 15,6 0-15,4 2 16,2 1-16,6 3 16,8 0-1,4 0-15,6 0 16,5-3-16,2 0 16,5 0-16,4-1 15,4-1-15,2-1 16,5-2-16,7 0 15,3 1-15,3-2 16,1-1-16,2-1 16,0 0-16,0-4 15,1-3-15,2 1 16,1-1-16,4 2 16,-1-1-1,-3-1-15,1 3 0,0 4 16,-3 3-1,0 4-15,-11 11 16,-33 2-16</inkml:trace>
  <inkml:trace contextRef="#ctx0" brushRef="#br1" timeOffset="39203.07">4321 4905 0,'0'0'0,"0"0"15,0 0 1,14 14-16,8 9 0,1 2 16,-2-1-16,-3-5 15,0-9-15,4-10 16,6-17-16,16-23 15,23-26-15,25-27 16,23-19-16,25-21 16,-22 20-16</inkml:trace>
  <inkml:trace contextRef="#ctx0" brushRef="#br1" timeOffset="-123194.85">11528 5913 0,'-38'-10'0,"-19"-2"16,-4-1-16,-3-1 16,4 4-16,4 1 15,0 1-15,1 3 16,-1 2-1,4 6-15,-4 0 16,2 4-16,1 1 16,0 1-16,1 4 15,2 4-15,-1 3 16,1 5-16,0 4 16,1 7-16,2 4 15,1 1-15,2 5 16,5 3-1,2 1-15,6 1 16,5 0-16,6 1 16,4 0-16,5 0 15,6-2-15,6-1 16,4 2-16,5-1 16,7-2-16,7-2 15,4-3-15,7-1 16,7-1-16,5-2 15,8-1-15,7 0 16,5-2-16,3-3 16,6-1-16,4-3 15,10-2 1,4-1-16,5-3 16,3-1-16,4-3 15,4-1-15,7 0 16,3 1-16,2-4 15,6-1-15,5-5 16,1-2-16,4-5 16,3 1-16,3-7 31,2-4-31,2-1 0,1-4 16,0-2-16,-3-1 0,0-1 15,-1 1-15,1 0 16,-2-1-1,0-4-15,-6-1 16,-4-3-16,-5 0 16,-2-6-16,-7-2 15,-5-3-15,-6-2 16,-5-1-16,-8-1 16,-8-1-16,-10-3 15,-10-3-15,-8-3 16,-9-3-16,-11-2 15,-12-3-15,-7-4 16,-10-1-16,-11-1 16,-11-2-1,-9-1-15,-8 3 16,-9 2-16,-10 3 16,-9 2-16,-7 7 15,-6 3-15,-12 7 16,-7 0-16,-5 0 15,19 9-15</inkml:trace>
  <inkml:trace contextRef="#ctx0" brushRef="#br1" timeOffset="-122461.6">7460 8437 0,'0'0'0,"-10"14"15,0 9-15,6 5 16,6 2-16,6 6 16,5 1-16,5-3 15,2-5-15,1-10 16,-1-8-16,3-11 15,1-17-15,4-20 16,6-23-16,8-19 16,11-14-16,7-13 15,7-6-15,6-5 16,4 2-16,-1 5 16,2 7-16,-8 10 15,-8 7 1,-11 5-16,-16 21 15</inkml:trace>
  <inkml:trace contextRef="#ctx0" brushRef="#br1" timeOffset="-121460.14">2838 4996 0,'0'0'0,"0"0"15,-12 4-15,-2-1 16,3 0-16,11-3 16,0 0-16,-4 7 15,8 4-15,7 10 16,5 10-16,2 7 16,1 8-16,-1-2 15,0-6-15,0-11 16,-4-10-16,-1-8 15,-2-9-15,2-13 16,1-17-16,5-17 16,6-15-16,6-14 15,3-7-15,8-2 16,1 4-16,1 11 16,-3 12-16,-17 11 15,-11 13-15,-8 12 16</inkml:trace>
  <inkml:trace contextRef="#ctx0" brushRef="#br1" timeOffset="-121142.68">3002 4874 0,'0'0'0,"0"0"0,11 19 16,5 8-16,3 4 15,4 6 1,2 5-16,4 4 16,-4-2-16,-1-4 31,-7-12-31,4-9 0,-1-15 0,1-19 15,2-23-15,7-29 16,10-24-16,12-15 16,6-9-16,8-1 15,-1 4-15,-6 13 16,-15 24-16</inkml:trace>
</inkml:ink>
</file>

<file path=ppt/ink/ink2.xml><?xml version="1.0" encoding="utf-8"?>
<inkml:ink xmlns:inkml="http://www.w3.org/2003/InkML">
  <inkml:definitions>
    <inkml:context xml:id="ctx0">
      <inkml:inkSource xml:id="inkSrc0">
        <inkml:traceFormat>
          <inkml:channel name="X" type="integer" max="32767" units="cm"/>
          <inkml:channel name="Y" type="integer" max="32767" units="cm"/>
          <inkml:channel name="T" type="integer" max="2.14748E9" units="dev"/>
        </inkml:traceFormat>
        <inkml:channelProperties>
          <inkml:channelProperty channel="X" name="resolution" value="375.81143" units="1/cm"/>
          <inkml:channelProperty channel="Y" name="resolution" value="655.20898" units="1/cm"/>
          <inkml:channelProperty channel="T" name="resolution" value="1" units="1/dev"/>
        </inkml:channelProperties>
      </inkml:inkSource>
      <inkml:timestamp xml:id="ts0" timeString="2021-06-24T06:51:30.834"/>
    </inkml:context>
    <inkml:brush xml:id="br0">
      <inkml:brushProperty name="width" value="0.05292" units="cm"/>
      <inkml:brushProperty name="height" value="0.05292" units="cm"/>
      <inkml:brushProperty name="color" value="#FFFF00"/>
    </inkml:brush>
    <inkml:brush xml:id="br1">
      <inkml:brushProperty name="width" value="0.05292" units="cm"/>
      <inkml:brushProperty name="height" value="0.05292" units="cm"/>
      <inkml:brushProperty name="color" value="#FFFFFF"/>
    </inkml:brush>
  </inkml:definitions>
  <inkml:trace contextRef="#ctx0" brushRef="#br0">3305 6668 0,'0'0'0,"7"-15"15,5-12-15,0-6 16,2-1-16,-3 0 15,0 0-15,1-1 16,-2-2-16,-1 0 16,-3-1-16,-1 2 15,-1 1-15,0 1 16,1 2 0,0 4-16,-5 6 15,0 7-15,0 5 0,0 10 16,0 0-16,3 3 15,1 12-15,0 9 16,-3 10-16,1 11 16,1 9-16,-3 11 15,-1 10-15,-1 11 16,-2 8-16,1 14 16,-2 5-16,0 6 15,-3-6 1,6-8-16,1-17 15,3-16-15,0-17 16,-2-13-16,0-13 16</inkml:trace>
  <inkml:trace contextRef="#ctx0" brushRef="#br0" timeOffset="333.01">3405 6798 0,'-2'-34'15,"1"-18"-15,3-4 16,5 1-16,4 5 16,6 7-16,3 6 15,5 8-15,0 9 16,1 8-1,1 8-15,-2 9 0,-2 9 16,-3 12-16,-6 9 16,-8 7-16,-9 9 15,-5 3 1,-6 2-16,-3-3 16,-1-6-16,2-9 15,2-11-15,7-16 16,3-6-16</inkml:trace>
  <inkml:trace contextRef="#ctx0" brushRef="#br0" timeOffset="549.66">3803 6397 0,'9'-13'0,"1"-4"16,0 7-16,-10 10 15,7 4-15,-5 17 16,-2 12-16,-2 10 16,-1 12-16,-1 6 15,0 1-15,3-5 16,3-10 0,1-15-16</inkml:trace>
  <inkml:trace contextRef="#ctx0" brushRef="#br0" timeOffset="759.42">3929 6248 0,'-7'-4'16,"-1"1"-16,8 3 16,-2 6-16,0 4 15</inkml:trace>
  <inkml:trace contextRef="#ctx0" brushRef="#br0" timeOffset="2349.87">4200 6546 0,'-5'-20'15,"1"-12"-15,-1-3 16,0 3-16,-2 8 15,-5 10-15,-1 10 16,-5 12-16,-4 13 16,0 7-16,3 9 15,4 7-15,2 2 16,5-3 0,8-8-16,4-11 0,7-12 15,2-12 1,1-7-16,5-8 0,-1-5 15,2-6 1,-4-2-16,-2-1 0,2-1 16,-5 2-1,-1 1-15,-3 8 16,-1 6-16,0 7 16,-2 11-16,-2 11 15,2 17-15,-3 15 16,-1 17-16,0 11 15,0 11-15,-1 6 16,-3 2-16,-5-3 16,-3-5-16,-2-10 15,-7-9-15,-3-13 16,-5-12-16,-2-15 16,-3-15-16,2-13 15,-4-17-15,4-13 16,4-14-16,8-7 15,11-6-15,11-4 16,13 0-16,7-2 16,10-1-1,6 0-15,7-2 16,7 5-16,2 3 16,-2 5-16,0 3 15,-2 5-15,-6 7 16,-5 5-16,-9 8 15,-7 5-15,-7 6 16,-7 6-16,-9 8 16,0 1-16,-8 8 15,-4 7-15,-1 8 16,-1 7-16,2 4 16,3 3-16,4 0 15,5-3-15,7-5 16,9-7-16,7-9 15,7-11-15,6-11 16,4-7-16,0-7 16,1-6-16,-5-5 15,-1 0-15,-4 1 16,-7 0 0,-5 2-16,-2 1 0,-1 8 15,-4 8 1,-3 4-16,-9 9 0,0 0 31,2 3-31,-5 6 0,0 3 0,0 3 16,4 3-1,-1 4-15,0 4 16,2 1-16,2-4 0,3-6 16,2-5-1,3-5-15,4-4 16,-2-7-16,2-5 0,2-6 15,0-4-15,-2 1 16,-4-2 0,-5 1-16,-6-1 15,-6 1-15,-7 2 16,-5 2-16,-3 3 16,1 4-16,-4 5 0,0 3 15,1 1 1,3 4-16,7 1 15,12-6-15,0 0 16,0 0-16,4 1 16,14-5-16,3-7 15,6-1-15,1-1 0,3 4 16,0 6-16,2 4 16,-5 6-1,-3 6-15,-4 5 16,-4 5-16,-8 2 15,-4-1-15,-5 0 16,-2-3-16,-1-3 16,-3-6-16,-1-5 15,0-6-15,2-6 16,0-5-16,4-7 16,2-4-16,1-7 15,6-2-15,6-5 16,4 1-16,6 1 15,3 6 1,1 7-16,-1 9 0,-5 11 16,-1 10-16,-3 14 15,-6 11-15,-3 8 16,-5 2-16,-4-2 16,0-5-16,1-9 15,0-8-15,1-9 16,-2-12-16,6 0 15,4-10-15,-1-2 16</inkml:trace>
  <inkml:trace contextRef="#ctx0" brushRef="#br0" timeOffset="3849.69">5461 6475 0,'8'-23'16,"5"-13"-16,0-6 15,-1 2-15,-3 1 16,-2 2-16,-5 4 16,-2 3-16,-2 4 15,-2 4-15,0 5 16,0 5-16,4 12 16,0 0-16,-2 3 15,1 11-15,1 16 16,1 10-16,3 14 15,1 12-15,-1 6 16,-2 0-16,0-5 16,1-6-16,-2-9 15,0-10-15,-1-10 16,0-11-16,0-6 16,0-15-16,0 0 15,4-1-15,0-14 16,0-12-16,1-6 15,2-7-15,4-6 16,3 1-16,1 4 16,0 9-16,0 10 31,0 13-31,1 12 0,-4 14 0,-3 11 16,0 6-1,-2 2-15,6-5 16,0-8-16,3-7 15,5-6-15,0-9 16,-4-5-16,0-7 16,1-4-16,-1-5 15,-5-2-15,0-2 16,-4 0-16,-2 2 16,-1 6-16,-5 16 15,0 0-15,1 1 16,0 17-16,-1 5 15,1 3-15,4 0 16,4-4-16,2-4 16,2-8-1,1-6-15,2-6 0,0-2 16,-3-3-16,-2-3 16,-4 1-16,-3-3 15,-4 0-15,-10-2 16,-4 0-16,-3-1 15,0 2-15,1 1 16,0 2-16,2 2 16,1 2-16,4 3 15,9 3-15,-1-4 16,8-7-16,4-4 16,8-6-16,4-4 15,5-3-15,2-3 16,0 2-16,-3-2 15,-2 0-15,-3 3 16,-5 1-16,-4 2 16,-3 4-16,-2 4 15,-6 4-15,-1 2 16,-2 5-16,1 6 16,-4 4-16,-3 8 15,0 10-15,1 7 16,-2 12-16,1 4 15,1 6-15,2 6 16,1-1-16,3-4 16,4-6-16,4-7 15,4-9-15,2-10 16,1-6-16,1-6 16,2-8-16,-4-7 15,2-5-15,-1-6 16,1-4-16,-2-2 15,-2-4-15,-3 2 16,-2 4 0,-4 8-16,-3 14 15,0 0-15,2 1 0,-5 10 16,-2 5-16,1 3 16,4-3-16,4-2 15,4-5-15,6-6 16,1-6-1,1-5-15,3-7 0,2-2 16,2-2-16,-3-1 16,-1 1-16,-2 0 15,-3 2 1,-2 2-16,-3 3 0,2 3 16,0 4-1,0 6-15,1 7 0,-1 4 16,-1 4-1,-1 3-15,-2 2 0,-2 1 16,-2-4-16,-2 1 16,-4-1-1,-6 2 1,-7 1-16,-6 1 0,-8 0 16,-2-2-16,-2-3 15,-1-2-15,-1-3 16,-1-8-16,1-7 15,7-2-15</inkml:trace>
  <inkml:trace contextRef="#ctx0" brushRef="#br0" timeOffset="4532.88">3701 7301 0,'33'-7'16,"14"-4"-16,8-2 15,3 1-15,1 3 16,0 2-16,1 1 15,4 3 1,5 2-16,2 1 16,4-2-16,5 1 15,4 1-15,2 0 16,3-1-16,1 0 16,2 0-16,-1 3 15,2-2 1,-3-1-16,-1 2 0,1 1 15,-1 0-15,-2 1 16,-1-2-16,-3 2 16,-1 0-16,-3-2 15,-2-3-15,-2-4 16,-19 1-16</inkml:trace>
  <inkml:trace contextRef="#ctx0" brushRef="#br0" timeOffset="4984.2">6943 6139 0,'0'0'0,"0"0"15,-4 13-15,-3 4 16,3-3-16</inkml:trace>
  <inkml:trace contextRef="#ctx0" brushRef="#br0" timeOffset="5140.14">6931 6508 0,'0'0'0,"0"0"0,0 0 15,0 0-15</inkml:trace>
  <inkml:trace contextRef="#ctx0" brushRef="#br0" timeOffset="7633.48">4194 7733 0,'-10'-11'0,"-6"-6"15,2-3-15,0 4 16,1 1-16,0 6 16,-2 2-16,0 4 15,-2 6-15,-1 5 16,-1 9-1,1 7-15,0 8 16,2 10-16,0 12 16,2 6-16,6 10 15,3 6-15,6 0 16,6-8-16,5-13 16,2-16-16,7-13 15,1-11-15,4-11 16,-1-10-16,0-9 15,1-7-15,3-6 16,-5-6-16,2-1 16,-4-1-16,0 0 15,-3 5-15,-4 9 16,-3 9 0,-3 10-16,-2 12 15,-1 12-15,-2 14 0,1 12 16,-1 5-16,1-2 15,2-11 1,2-10-16,2-10 0,3-10 16,0-6-16,2-11 15,0-11-15,0-9 16,-2-7 0,0-4-16,-7-4 15,-3-1-15,-6 2 16,-8 5-16,-2 6 15,-3 8-15,-3 12 16,-3 10-16,3 10 16,0 12-16,3 8 15,1 6-15,3 0 16,4-5-16,7-7 31,7-7-31,1-10 0,6-9 0,6-10 16,3-11-16,2-9 15,0-4-15,2-3 16,-2-3-16,-1-2 16,-3 2-1,-2 1-15,-4 3 0,-3 6 16,-5 6-16,-2 10 16,-4 7-1,-2 11-15,-3 13 16,0 13-16,-3 10 15,0 9-15,0 9 16,2 3-16,-2 2 16,6-2-16,2-7 15,6-12-15,2-12 16,5-10-16,5-11 16,2-8-16,-1-10 31,-1-6-31,2-6 0,0-7 0,-1-3 15,1-1-15,-4 2 16,-1 5-16,-2 8 16,-5 10-16,-2 10 15,-1 9-15,1 10 16,-3 7-16,-1 2 16,1-1-16,1-2 15,1-4-15,6-5 16,2-4-16,0-5 15,-4-6-15,3-4 16,-1-4-16,-2-4 16,-3-3-16,-2-2 15,-3-1-15,-6-1 16,-6 1 0,-6 2-16,-1 3 0,-2 0 15,-1 2-15,3-1 16,2 3-1,5-1-15,7-2 0,2-3 16,5-1-16,8-4 16,7-1-16,7 1 15,2 1-15,4 5 16,-3 5-16,1 5 16,1 8-16,-4 8 15,-6 8-15,-7 7 16,-4 4-1,-6 2-15,-4-1 16,-4 0-16,0-5 16,1-5-16,0-8 0,3-15 15,0 0-15,3 3 16,7-14 0,3-11-16,4-9 0,3-8 15,4-4 1,2-3-16,1 1 15,-4 4-15,0 9 16,-9 10-16,-3 8 16,-11 14-16,0 0 0,0 0 15,6 1-15,-5 10 16,-1 2-16,3 2 16,-1 2-16,3-1 15,4 2-15,2 1 16,3-4-16,-1-1 15,2-2-15,-3-3 16,-3 0 0,-2 1-16,-7 1 0,-6 0 15,-6 3-15,-5 2 16,-7 1-16,-1-1 16,1-7-16,0-4 15,2-6 1,0-7-16,4-5 15,3-7-15,9-4 16,6-4-16,5-1 0,1-18 16,-2 4-16</inkml:trace>
  <inkml:trace contextRef="#ctx0" brushRef="#br0" timeOffset="8300.01">5316 7501 0,'-23'-16'16,"-16"-11"-16,-7-2 16,-5 0-16,-5-1 15,-4 6-15,-8 3 16,-5 4-16,-5 5 16,-5 4-1,-3 6-15,-4 5 16,-3 8-16,0 4 15,0 6-15,2 8 16,2 6-16,3 7 16,3 5-16,4 7 15,5 3-15,10 6 16,9 4 0,7 3-16,7 4 0,10 2 15,10 2-15,11-1 16,7 0-16,10-1 15,10-3 1,8-1-16,8-3 16,9-5-16,6-6 15,5-3-15,6-6 16,4-5-16,5-7 16,6-6-16,2-6 15,5-7-15,7-6 16,4-9-16,2-11 15,4-9-15,2-10 16,1-5-16,0-6 16,0-10-16,-2-5 15,0-6-15,-7-3 16,-4-4-16,-5-4 31,-9-2-31,-7-1 0,-12-2 16,-8-2-16,-11-1 0,-17 0 15,-13 3-15,-14 1 16,-13 4 0,-14 4-16,-12 5 15,-14 9-15,-13 6 16,-9 10-16,-13 8 16,-10 7-16,19 6 15</inkml:trace>
  <inkml:trace contextRef="#ctx0" brushRef="#br0" timeOffset="10249.81">8306 5977 0,'0'0'16,"0"0"-16,-1 24 16,0 12-16,3 11 15,0 9-15,1 7 16,-1 12 0,-1 10-16,-1 7 15,2 7-15,0 3 0,-6 2 16,-1 2-1,-3-2-15,-2-3 16,2-4-16,1-10 16,2-21-16</inkml:trace>
  <inkml:trace contextRef="#ctx0" brushRef="#br0" timeOffset="11065.75">8344 6036 0,'29'1'16,"13"1"-16,8 0 16,2-4-16,3 0 15,3-1-15,3-2 16,6-1-16,3-1 16,3-1-16,2 1 15,5-4 1,0 1-16,-1 0 15,1 3-15,1 0 16,-5 0-16,-2 0 16,-6 1-16,-3 3 15,-6-1-15,-6 2 16,-8 2-16,-5 0 16,-7 1-16,-5 2 15,-7 0-15,-5 1 16,-2 1-16,-5-1 15,-9-4-15,6 8 16,-3-1-16,-3 2 16,-2 3-16,-1 3 15,0 2-15,-2 2 16,1 4-16,-3 5 16,2 12-16,-1 8 15,3 11-15,0 4 16,0 7-16,0 3 15,0 3-15,-2 2 16,1-1 0,0 1-16,0 1 15,3-1 1,0-2-16,2-2 0,0-2 16,1-4-16,-1-8 15,2-6-15,-2-14 16</inkml:trace>
  <inkml:trace contextRef="#ctx0" brushRef="#br0" timeOffset="11651.52">8280 7358 0,'0'0'16,"0"0"-16,0 0 0,0 0 15,0 0 1,22-9-16,12-6 16,8 1-16,5 1 15,5 3-15,4 2 16,6 2-16,6 1 16,3 2-16,6-2 15,0-2-15,6-2 16,5 3-16,2 1 15,1-1-15,-1 1 16,0-3 0,-3 2-16,-3-2 0,-4-1 15,-20 0-15</inkml:trace>
  <inkml:trace contextRef="#ctx0" brushRef="#br0" timeOffset="12816.47">8829 7611 0,'0'0'15,"-8"-7"-15,-5-7 0,-1 1 16,2-1 0,2 0-16,0 2 15,-1 0-15,2 2 16,-1 4-16,-4 4 16,0 5-16,-2 6 15,-1 7-15,-2 7 16,1 7-16,-2 7 15,3 8-15,3 7 16,3 7-16,3 1 16,6 2-16,5-7 15,8-7-15,10-11 16,4-9-16,5-11 31,3-7-31,3-13 0,-8-3 0</inkml:trace>
  <inkml:trace contextRef="#ctx0" brushRef="#br0" timeOffset="12999.85">9037 7733 0,'-3'24'0,"0"17"15,2 11-15,2 10 16,-2 8-16,0-13 16</inkml:trace>
  <inkml:trace contextRef="#ctx0" brushRef="#br0" timeOffset="13832.38">10645 5958 0,'0'0'0,"-11"10"15,-5 7-15,2 4 16,4 7-16,2 7 15,1 7-15,3 10 16,1 9 0,0 8-16,0 12 15,0 10-15,0 5 16,0 10-16,2 5 16,0 1-16,-1-3 15,1-8-15,-2-12 31,0-24-31</inkml:trace>
  <inkml:trace contextRef="#ctx0" brushRef="#br0" timeOffset="14516.38">10665 5958 0,'0'0'16,"18"-8"-16,10-2 15,9 1-15,5 2 16,6 2-16,4 1 16,9 0-16,4 1 15,4-3-15,5 1 16,5 1-1,4-2-15,3 2 16,0 0-16,-1 1 16,-3-4-16,-2 4 15,-8-1-15,-5 4 16,-7 1-16,-5 2 16,-8 0-16,-5 1 31,-9 0-31,-8 0 0,-4-1 0,-6 3 15,-1 1-15,-4-1 16,-5 0-16,-3 3 16,0 3-16,-3 3 15,0 3-15,-3 3 16,0 6-16,-1 6 16,-1 7-16,0 7 15,2 11-15,1 10 16,0 9-16,1 5 15,-1 2-15,2-1 16,-1-3-16,1-2 16,-1-4-1,-1-3-15,1-16 16</inkml:trace>
  <inkml:trace contextRef="#ctx0" brushRef="#br0" timeOffset="14999.83">10563 7398 0,'0'0'0,"22"-9"0,13-4 16,11-2 0,8-2-16,8 0 0,9-3 15,5 4 1,6 2-16,7 1 16,2 0-16,5 1 15,2 5-15,1-2 16,-5 2-16,1 0 15,-3 3-15,-5 1 16,-8 2-16,-10 0 16,-20 1-16</inkml:trace>
  <inkml:trace contextRef="#ctx0" brushRef="#br0" timeOffset="15416.87">11156 7746 0,'-15'-2'16,"-10"-2"-16,2 0 15,-1 0-15,0 2 16,0 2-16,0 5 16,-1 3-16,-1 6 15,2 3-15,6 4 16,3 4-16,2 6 31,5 7-31,4 4 0,6 2 0,5-2 16,9-5-16,9-4 15,7-8 1,5-9-16,5-11 0,-8-5 16</inkml:trace>
  <inkml:trace contextRef="#ctx0" brushRef="#br0" timeOffset="15749.9">11263 8043 0,'13'-13'0,"5"-5"16,4-4-16,1 3 15,1 3-15,1 6 16,1 6-16,-5 4 16,-2 8-16,-6 5 15,-4 4-15,-6 5 16,-5 4-16,-6 2 15,-7 3-15,-4 2 16,-5 1-16,-2-2 31,-3-2-31,3-7 0,2-6 0,6-8 16,9-8-16,6-6 16,8-7-16,11-2 15,8-1-15,10-2 16,11 0-16,7-2 15,9 0-15,5 1 16,6-2-16,2-2 16,-14 4-16</inkml:trace>
  <inkml:trace contextRef="#ctx0" brushRef="#br0" timeOffset="16182.77">12840 5842 0,'-1'30'0,"1"21"15,-1 15-15,-1 13 16,0 14-16,-1 13 16,0 11-1,0 8-15,-2 2 16,2 2 0,3-5-16,-2-8 0,4-11 15,-1-28-15</inkml:trace>
  <inkml:trace contextRef="#ctx0" brushRef="#br0" timeOffset="17099.77">12853 5835 0,'23'7'0,"15"2"16,7 0 0,7 0-16,6 3 15,7-4-15,4-1 16,4-1-16,6-1 16,0 0-16,4-2 15,-1 0-15,-4-1 16,-5 2-16,-4 1 15,-8 0-15,-5 0 16,-7 0-16,-7 0 16,-6 2-16,-3-2 15,-8 1-15,-4-2 16,-7 3-16,-3 0 16,-4 1-1,-1 1-15,-1 1 16,-3 4-16,-4 1 0,0 6 15,-2 4-15,-1 6 16,2 6 0,1 10-16,-1 9 15,2 8-15,1 6 16,0 4-16,0-4 16,2-1-16,-2-2 15,-2-4-15,0-4 16,0-2-16,-2-4 15,-2-5-15,-1-8 16,-3-6-16,3-4 16,-4-5-16,1-3 15,-2-5-15,-1-3 16,-1-4-16,0-4 16,-4-3-16,-5-1 31,-4-2-31,-2-2 0,-6-3 0,-7 1 15,-6-3-15,-4 2 16,-6 3-16,-8 1 16,-5 3-16,-6 4 15,-1 4-15,-3 4 16,-2-1 0,1 2-16,3-2 0,6-2 15,7-4-15,7-3 16,7-7-1,14-1-15</inkml:trace>
  <inkml:trace contextRef="#ctx0" brushRef="#br0" timeOffset="17933.07">13300 7591 0,'-12'-17'0,"-7"-4"16,-1 5-16,-1 12 16,-3 13-1,1 12-15,-2 13 16,2 13-16,0 8 15,7 4 1,7 2-16,8-6 0,9-8 16,7-10-16,12-11 15,6-11-15,3-11 16,5-11-16,-2-8 16,-1-5-1,-6-3-15,-5 1 16,-6 2-16,-5 2 0,-6 4 15,-1 1 1,-1 1-16,0 1 16,0-2-16,1-1 0,1 1 15,4 0 1,1 2-16,1 7 16,1 1-16,-4 8 0,-2 6 15,-4 7-15,-4 8 16,-6 4-1,-4 2-15,-3 1 16,-1 0-16,-2 1 16,2-8-1,1-7-15,3-6 0,7-13 16,0 0-16,4 0 16,7-8-16,7-3 15,5 0-15,4 3 16,-2 3-16,2 3 15,-5 6-15,-4 3 16,-6 5-16,-8 4 16,-7 5-16,-6 4 15,-8 5-15,-5 4 16,-4 1-16,-3-2 16,-3-9-16,7-8 15</inkml:trace>
  <inkml:trace contextRef="#ctx0" brushRef="#br0" timeOffset="18516.34">14625 6971 0,'0'0'0,"21"-3"16,14-2-16,4-2 15,4-1-15,3-1 16,-1 1-16,2 0 31,2 1-31,2-1 0,2-2 0,3 1 16,4-1-16,1 1 15,4 0-15,4 0 16,0 1-16,3 1 16,-2 2-1,1 0-15,-4 1 16,-1 4-16,-2 3 16,-5 0-16,-2 2 15,-3-2-15,1 3 16,-3-2-16,-2 0 15,-1 0-15,-3-1 16,-1 0-16,-2-2 16,-5-2-16,-4-4 15,-9-2-15</inkml:trace>
  <inkml:trace contextRef="#ctx0" brushRef="#br0" timeOffset="18917.43">17217 5887 0,'0'0'16,"0"0"-16,7 36 15,0 24 1,2 18-16,-3 13 0,-2 14 0,-3 3 16,-3 6-1,-3 1-15,-2-2 16,0-9-16,1-11 16,1-26-16</inkml:trace>
  <inkml:trace contextRef="#ctx0" brushRef="#br0" timeOffset="19666.43">17344 5822 0,'0'0'0,"0"0"16,0 0-16,0 0 15,27-8-15,17-1 16,5-1-16,5 3 16,7 2-16,1 2 15,4 1-15,1-1 16,3 2-16,1-4 16,0 0-16,-3 0 15,-6-1-15,-4 0 16,-6-1-16,-8 4 15,-9 0-15,-4 2 16,-6 1-16,-5 2 16,-6 0-16,-5 5 15,-2 2-15,-5 5 16,-2 5-16,-2 3 16,-1 3-16,-1 6 15,-1 8-15,2 7 16,1 10-16,0 8 15,1 9-15,1 9 16,1 3-16,3 0 16,1-4-16,-1-4 15,1-5-15,-2-6 16,-1-4-16,-2-8 16,-1-5-16,-1-6 15,-2-6 1,-1-6-1,-2-5-15,-4-5 0,0-3 0,-4-4 16,1-2-16,-3-4 16,-3-3-16,0-2 15,-2-3-15,-3-3 16,3 1-16</inkml:trace>
  <inkml:trace contextRef="#ctx0" brushRef="#br0" timeOffset="20066.22">17186 7069 0,'38'-4'15,"24"-4"-15,13-1 16,5-1-16,5-2 16,-1 3-16,1 0 15,-3 1-15,-1 1 16,0 2 0,-2 1-16,-5-3 15,-17 4-15</inkml:trace>
  <inkml:trace contextRef="#ctx0" brushRef="#br0" timeOffset="21249.7">17602 7204 0,'-10'-9'0,"-7"-3"15,-1 6-15,-2 8 16,-1 7-16,0 12 16,-2 9-16,3 12 15,-2 11-15,4 5 16,2 5-16,9 4 16,6-1-16,8-1 15,9-9-15,10-7 16,4-11-16,6-10 15,5-11-15,3-9 16,-1-8-16,-9-3 16</inkml:trace>
  <inkml:trace contextRef="#ctx0" brushRef="#br0" timeOffset="21449.81">17848 7579 0,'0'0'0,"-7"21"0,-3 17 15,2 9-15,5 7 16,3 3-16,1 2 16,1-3-16,1-6 15,-1-13 1</inkml:trace>
  <inkml:trace contextRef="#ctx0" brushRef="#br0" timeOffset="21833.28">17993 7630 0,'0'0'0,"17"-10"0,7-4 16,5 4-16,-1 4 15,-6 7-15,-2 8 16,-7 9 0,-8 5-16,-7 7 15,-6 4-15,-6 0 16,-5 0-16,-1-1 15,-1-6-15,2-5 16,-1-6-16,5-5 16,5-6-16,10-5 15,-4-3-15,8-4 16,8-4 0,9-2-16,8-2 0,9-1 15,5-1-15,7 0 16,-9 2-16</inkml:trace>
  <inkml:trace contextRef="#ctx0" brushRef="#br0" timeOffset="59066.19">6130 8992 0,'0'0'0,"0"0"0,0 0 16,0 0-16,0 0 16,0 0-16,0 0 15,0 0-15,0 0 16,0 0 0,10-10-16,6-2 0,5 5 15,2 6-15,0 7 16,0 7-16,-2 7 15,-1 8-15,-6 7 16,-1 6 0,-4 3-16,-4 1 0,-3 2 15,-4 3-15,-3 0 16,-2-6-16,-2-5 16,-1-9-16,3-8 15,0-7-15,2-8 16,5-7-16,-5-3 15,2-8-15,0-11 16,3-6-16,1-7 16,4-8-16,4-4 15,6-3-15,3 0 16,-1 2-16,4 5 16,2 5-16,0 4 15,2 7 1,-2 9-16,-2 6 15,-2 8-15,-2 7 16,0 6-16,-4 11 16,0 10-16,-4 9 15,-4 5 1,-3 2-16,0-1 0,-3-2 16,-1-1-16,-1-3 15,-2-4-15,-1-8 16,1-8-16,2-7 15,3-12-15,0 0 16,-3-3-16,-2-14 16,5-10-16,5-9 15,3-7-15,2-4 16,4-4-16,5 2 16,2-1-16,0 7 15,1 6-15,-1 7 16,3 6-16,-3 9 15,-2 9-15,-2 11 16,-2 11-16,-5 9 16,-2 10-16,-1 13 15,-4 8 1,0 4-16,-2 1 16,2-7-16,1-10 15,-1-12-15,1-11 16</inkml:trace>
  <inkml:trace contextRef="#ctx0" brushRef="#br0" timeOffset="59332.99">7013 9179 0,'21'-3'0,"12"-2"16,5-3-16,4 2 16,0 0-1,-3 3-15,-5 4 16,-11 1-16</inkml:trace>
  <inkml:trace contextRef="#ctx0" brushRef="#br0" timeOffset="59566.52">7101 9341 0,'0'0'0,"0"0"0,27-3 16,18 0-16,9-3 16,2-1-1,-3-3-15,-12 2 0</inkml:trace>
  <inkml:trace contextRef="#ctx0" brushRef="#br0" timeOffset="59982.61">7808 8812 0,'0'0'0,"3"26"0,0 14 15,3 7 1,-1 1-16,-1 4 16,3-1-16,-2 2 0,-1 2 15,0 0 1,3 1-16,-4-2 15,0-8-15,-3-6 16,0-11-16</inkml:trace>
  <inkml:trace contextRef="#ctx0" brushRef="#br0" timeOffset="60516.14">8047 8992 0,'-5'-18'0,"1"-6"0,3-2 15,9 1-15,3 4 16,5 1 0,1 8-16,2 1 0,4 6 15,0 6 1,-2 6-16,-3 8 16,-2 7-16,-4 8 15,-8 8-15,-7 7 16,-7 2-16,-7 3 15,-4 2 1,-5-2-16,-4-3 0,-3-5 16,1-7-16,6-10 15,3-8-15,8-11 16,6-7-16,9-7 16,6-9-16,8 0 15,7-3-15,4 3 16,4 3-16,3 4 15,3 5 1,4 8-16,2 5 16,1 3-16,-5 0 15,-4-2-15,-8-3 16</inkml:trace>
  <inkml:trace contextRef="#ctx0" brushRef="#br0" timeOffset="60849.76">8608 8605 0,'0'0'0,"0"0"16,0 0-16,-4 27 16,-3 19-16,0 15 31,0 11-31,0 9 0,2 8 16,-2 7-16,-1 4 15,0 0-15,-2-4 16,2-11-16,-1-18 15,2-21-15</inkml:trace>
  <inkml:trace contextRef="#ctx0" brushRef="#br0" timeOffset="61765.9">8533 8457 0,'-38'-10'0,"-22"-2"16,-9 0-1,-6 4-15,-3 3 16,-5 7-16,-5 4 15,-4 5-15,-6 4 16,-4 1-16,-6 0 16,1 1-16,-2 0 15,2-2-15,0 0 16,1-1-16,2 0 16,-1-3-16,4 0 15,6-2-15,1-2 31,5 0-31,4-2 0,6 0 0,5-2 16,5 1 0,6 2-16,8-1 15,8 0-15,5 0 16,9 2-16,6 1 16,3 1-16,6 3 15,5 5-15,1 3 16,4 5-16,3 6 15,4 3-15,1 8 16,-1 5-16,2 8 16,-1 5-16,-3 6 15,1 5-15,-1 5 16,-3 1-16,-1-1 16,-1-1-16,0-1 15,0-6-15,1-5 16,2-9-1,3-6-15,2-8 16,3-7 0,3-5-16,1-6 0,2-4 15,5-5-15,1-1 16,3-2-16,5-3 16,3-1-16,5-4 15,5-2-15,4 0 16,7 1-16,2-1 15,10 0-15,7-2 16,5-1-16,7 2 16,5-2-16,7 0 15,5-2-15,9-1 16,4 2-16,4-3 16,5-1-1,7-1-15,4-4 16,10 0-16,3-1 15,-1-1-15,1 2 16,3-3-16,3-1 16,-5-3-16,-32 3 15</inkml:trace>
  <inkml:trace contextRef="#ctx0" brushRef="#br1" timeOffset="65832.7">8451 10651 0,'-10'-24'15,"-3"-13"-15,1-1 16,1 2-16,1 5 16,-1 11-16,1 10 15,0 9 1,-4 15-16,-2 15 0,-2 15 16,-1 14-16,-2 17 15,1 14 1,3 8-16,10 4 15,4-8-15,6-17 16,4-23-16,4-22 16,4-21-16,0-18 15,4-19-15,1-13 16,0-10-16,-1-8 16,1-4-16,-1-7 15,0 1-15,-1 1 16,-2 10-16,0 12 15,-3 14-15,-2 16 16,-3 22-16,-3 18 16,-2 21-16,-2 16 15,4 19-15,2 5 16,0-3-16,3-15 16,3-21-16,1-20 15,3-19-15,-2-15 16,2-17-16,-1-13 15,-2-11-15,0-11 16,3-11-16,-3-10 16,-4-6-1,1-2-15,-1 3 16,-1 3-16,0 14 16,-2 13-16,-3 14 15,-2 17-15,-2 24 16,-3 1-16,-1 23 15,-5 20-15,-3 22 16,0 25-16,2 17 16,6 17-16,6 0 15,5-17-15,5-26 16,2-29 0,6-23-16,3-17 0,-1-16 15,0-16-15,-7-11 16,-3-3-16,-5 6 15</inkml:trace>
  <inkml:trace contextRef="#ctx0" brushRef="#br1" timeOffset="66999.81">8690 10620 0,'0'0'0,"0"0"0,0 0 16,0 0-16,23-10 16,14 0-16,4 1 15,0-1-15,-4-5 16,-3-5 0,-5-4-16,-2 0 15,-3 0-15,-3 2 16,-5 5-16,-5 3 15,-7 2-15,-3 4 16,-3 1-16,-2-1 16,4 8-16,-6 3 15,0 8-15,-1 13 16,1 15-16,1 10 16,0 13-16,1 12 15,4 17-15,6 10 16,2 0-16,4-13 15,1-25-15,2-23 16,-1-21-16,0-14 16,3-13-16,-1-11 15,-2-10-15,-2-10 16,1-11-16,-2-8 16,-1-5-16,-4-4 15,-1 6-15,-1 9 16,-2 18-16,0 15 15,-1 18-15,-3 19 16,1 19-16,0 15 16,-1 10-16,-1 5 15,8-6-15,2-10 16,4-17-16,3-15 16,2-12-16,-2-10 15,2-11-15,3-11 16,-1-8-16,3-8 15,-2-9-15,-1-5 16,1 2 0,1 6-16,0 11 0,-3 17 15,0 16 1,0 15-16,-4 17 16,-2 13-16,-6 8 15,-2-2-15,-2-4 16,-1-8-16,0-9 15,0-8-15,0-19 16,0 0-16,0 0 16,2-14-16,0-13 15,3-11-15,4-13 16,3-8-16,5-3 16,7 4-16,4 9 15,2 14 1,2 14-16,-1 14 0,0 11 15,-1 14-15,-3 11 16,-4 10-16,-7 6 16,-6 2-16,-5-4 15,-3-7-15,-7-7 16,-3-11-16,-2-12 16,-1-12-1,1-9-15,0-10 0,3-10 16,-1-13-16,4-8 15,5-5 1,6-3-16,11 3 0,4 5 16,7 10-1,2 9-15,4 14 16,-1 17-16,0 17 16,-4 20-16,-4 25 15,-5 21-15,-8 13 16,-10 3-16,-6-7 15,-3-15-15,-1-17 16,-4-11-16,4-12 16</inkml:trace>
  <inkml:trace contextRef="#ctx0" brushRef="#br1" timeOffset="67166.64">9832 10690 0,'0'0'15,"13"-12"-15,8-5 16,10 0-16,8 2 16,6 2-16,6-1 15,4 0-15,2-1 16,-11 3-16</inkml:trace>
  <inkml:trace contextRef="#ctx0" brushRef="#br1" timeOffset="67749.91">10999 10257 0,'-18'14'0,"-6"3"15,-3-1-15,-1 0 0,-1-3 16,0-1-16,0-1 16,-2-3-1,3-4-15,3-6 16,5-6-16,6-7 16,10-8-1,9-3-15,8-3 0,6 3 16,6 1-16,0 7 15,2 10-15,-4 11 16,-4 10-16,-3 16 16,-6 17-16,-9 16 15,-6 6 1,-11 2-16,-8-2 0,-8 0 16,-4-1-1,-3-5-15,-2-6 0,0-14 16,2-12-1,2-14-15,6-14 16,4-13-16,8-13 0,7-13 16,9-9-16,11-1 15,7-1-15,8 6 16,6 8 0,6 10-16,3 10 15,-1 11-15,3 12 16,1 14-16,-1 17 15,1 14-15,-4 5 16,-4-1-16,-7-15 16</inkml:trace>
  <inkml:trace contextRef="#ctx0" brushRef="#br1" timeOffset="68816.52">11440 10613 0,'0'0'0,"12"-27"0,4-16 15,0-10-15,2-5 16,-2-1-16,-3-1 15,-2 3-15,-2 7 16,-5 7-16,-2 4 16,-3 8-16,-1 8 15,-1 7-15,1 5 16,2 11-16,-2 4 16,0 9-16,-3 14 31,2 15-31,-2 14 0,3 14 0,1 14 15,1 18-15,0 17 16,0 13-16,-1 7 16,-2 1-16,-1-10 15,1-11 1,0-17-16,0-17 16,-1-23-16,-4-23 15,1-16-15</inkml:trace>
  <inkml:trace contextRef="#ctx0" brushRef="#br1" timeOffset="69066.2">11548 10490 0,'10'-22'16,"7"-8"-16,6-1 15,2 8-15,-1 9 16,-2 11-16,-1 18 16,-7 17-16,-8 19 15,-2 19-15,-9 8 16,-6-3 0,-1-13-16,2-16 0,0-19 15,3-18-15,3-8 16</inkml:trace>
  <inkml:trace contextRef="#ctx0" brushRef="#br1" timeOffset="69266.45">11876 10271 0,'4'42'16,"0"26"-16,-2 9 15,-4 0-15,0-6 16,1-13-16,2-21 16,-1-37-16,3 11 15</inkml:trace>
  <inkml:trace contextRef="#ctx0" brushRef="#br1" timeOffset="69410.42">12001 10044 0,'-4'34'0,"-3"7"16</inkml:trace>
  <inkml:trace contextRef="#ctx0" brushRef="#br1" timeOffset="70816.45">12254 10394 0,'0'0'15,"-7"-16"-15,-7-1 16,-2 5-16,-2 11 15,0 15-15,1 12 16,1 12-16,2 7 16,3 0-16,5-9 15,3-13-15,6-10 16,4-13-16,4-9 16,3-7-16,-1-8 15,1-8-15,3-2 16,-2-3-16,-1 4 15,1 6-15,-1 9 16,-3 14 0,0 15-16,0 16 0,-2 21 15,0 18-15,-3 16 16,-4 12 0,-5 12-16,-4 5 15,-3-2-15,-5-7 16,-4-9-16,-5-15 15,-4-16 1,-1-19-16,-4-19 0,-1-20 16,-1-20-16,1-14 15,8-16-15,7-9 16,11-8-16,11-10 16,11-6-16,11-2 15,13-2-15,6 6 16,7 9-16,2 11 15,1 14 1,-1 13-16,-5 11 16,-7 8-16,-6 8 0,-5 5 15,-5-1 1,-2-1-16,-4-2 16,-3-3-16,-4-5 15,-3-4-15,-2-6 16,-4-1-16,-3-6 15,-6-2-15,-4 0 16,-3 3 0,-3 7-16,0 8 0,-2 10 15,1 13-15,0 12 16,0 13-16,3 7 16,3-3-16,4-8 15,6-11-15,5-11 16,6-10-16,7-11 15,4-10-15,0-9 16,5-8 0,2-4-16,5 0 0,-1 5 15,1 11 1,-2 11-16,-3 14 16,-5 13-16,-4 14 15,-5 10-15,-6 5 16,-3 0-16,-5 1 15,-2-7-15,-1-8 16,-1-10-16,0-6 16,4-12-1,-6 0-15,1-11 0,2-10 16,3-11-16,0-5 16,5-7-16,6 0 15,0 4-15,3 11 16,2 12-16,-1 17 15,-1 14-15,1 17 16,-2 8-16,-1 1 16,0-5-16,-2-9 15,4-10-15,0-9 16,3-13-16,1-9 16,1-10-16,-2-6 15,-1-8-15,0-7 16,-3-3-1,-1-3-15,1 4 16,1 5-16,2 12 16,-2 14-16,2 12 15,0 14-15,-4 9 16,0 10 0,-2 7-16,-1 3 0,-4 2 15,-2 2-15,-7 0 16,-5 1-16,-7-5 15,-5-5-15,-3-8 16,-3-6-16,0-8 16,0-8-16,0-8 15,4-6-15,3-4 16,6-4-16,5-4 16,7-5-16,6-13 15,2 3-15</inkml:trace>
  <inkml:trace contextRef="#ctx0" brushRef="#br1" timeOffset="71050.13">13503 9987 0,'-3'61'0,"-1"32"16,1 8-16,-1-5 15,2-12 1,1-21-16,3-23 16,2-19-16</inkml:trace>
  <inkml:trace contextRef="#ctx0" brushRef="#br1" timeOffset="71216.25">13591 9774 0,'-11'42'16,"-1"17"-16,2-2 15,3-13-15</inkml:trace>
  <inkml:trace contextRef="#ctx0" brushRef="#br1" timeOffset="71499.55">13672 10109 0,'6'31'0,"-1"19"15,-1 11-15,0 1 16,-1 0-16,-2-5 15,0-9-15,1-13 16,-2-12 0,0-23-16,-1 0 0,1-17 15,4-10-15,1-10 16,1-7-16,1-3 16,3 3-16,1 8 15,0 12-15,0 9 16,3 15-16,-2 14 15,3 14-15,0 9 16,0 10-16,0 3 16,-1-10-16</inkml:trace>
  <inkml:trace contextRef="#ctx0" brushRef="#br1" timeOffset="72049.85">14543 10057 0,'5'-21'15,"2"-12"-15,-1-6 16,-2-3-16,1 3 15,-3 2-15,0 3 16,-1 5 0,-1 8-16,0 7 15,0 14-15,1 0 0,2 15 16,-2 12-16,2 16 16,1 14-16,1 9 15,-1 6-15,1 4 16,-2 1-1,-1-5-15,-4-9 16,-6-10-16,-1-9 16,-3-9-1,-5-9-15,-2-6 0,-2-6 16,-3-8-16,1-2 16,1-5-16,6-1 15,4-1-15,6-2 16,5-4-16,11-1 15,7-1-15,7-1 16,9-2-16,10 0 16,8-2-16,3 0 15,3-3-15,3 3 16,-2 2-16,-13 4 16</inkml:trace>
  <inkml:trace contextRef="#ctx0" brushRef="#br1" timeOffset="73316.47">15186 10257 0,'7'-39'0,"6"-23"16,1-6-1,-3 0-15,-6 0 16,-3 3-16,-2 4 16,-2 3-1,0 10-15,1 10 0,0 11 16,1 10-16,0 17 16,-1 0-16,1 20 15,-3 18-15,0 14 16,2 14-16,1 10 15,0 7-15,0 4 16,3-3-16,1-11 16,-1-16-16,1-13 15,-2-14-15,0-12 16,-2-18-16,0 0 16,1 1-16,0-15 15,0-10-15,3-12 16,3-8-16,1-4 15,1-2-15,4 6 16,3 8-16,2 13 16,0 14-16,2 14 15,-2 14 1,-1 11-16,2 7 0,1 3 16,-1-4-16,3-10 15,1-8-15,0-9 16,0-9-16,-3-9 15,-1-8-15,-5-9 16,-3-6 0,-3-6-16,-1-6 15,1 2-15,-3 5 16,-3 13-16,-2 24 16,-2-2-16,-3 21 15,-1 15-15,0 12 16,1 3-16,2-4 15,2-9-15,6-8 16,3-8-16,3-9 16,0-8-16,1-6 15,-2-6-15,0-6 16,-6-5 0,-5-2-16,-6 0 0,-6 0 15,-1 1-15,-3 1 16,-2 1-16,4-1 15,1 0-15,4 2 16,4 1-16,7-2 16,5-2-16,6-5 15,5-5-15,6-5 16,7-5-16,5-2 16,2-1-16,-1 4 15,-3 3-15,-2 8 16,-5 7-16,-6 5 15,-6 7-15,-5 9 16,-2 9-16,-3 12 16,-2 11-16,-1 11 15,0 9-15,-3 6 16,-1 5 0,0 2-1,4-1-15,1-3 0,1-8 16,1-9-16,3-12 15,0-10-15,2-10 16,2-8-16,3-11 16,1-13-16,1-15 15,1-9-15,1-9 16,1-3-16,-4 4 16,-1 7-16,-5 12 15,-3 10-15,-3 10 16,-3 14-16,-3 1 15,-2 15-15,0 17 16,0 15-16,1 13 16,1 5-16,3-3 15,2-13-15,5-16 16,6-17-16,6-22 16,-1-18-1,-2-1-15,-5 7 0</inkml:trace>
  <inkml:trace contextRef="#ctx0" brushRef="#br1" timeOffset="74038.45">11371 11794 0,'0'0'16,"-1"12"-16,1 4 15,3-2-15,-3-14 0,0 0 16,0 0-16,-1 4 16</inkml:trace>
  <inkml:trace contextRef="#ctx0" brushRef="#br1" timeOffset="74199.6">11314 12124 0,'-13'38'16,"0"7"-16,4-9 15,3-16-15,6-20 16,-4 5-16</inkml:trace>
  <inkml:trace contextRef="#ctx0" brushRef="#br1" timeOffset="74982.75">11920 11975 0,'-13'18'0,"-6"4"0,2-6 16,4-7-1,3-10-15,4-11 0,2-9 16,3-7-16,7-5 15,6-1-15,5 3 16,3 2-16,5 8 16,1 9-16,-2 12 15,-1 12-15,1 13 16,-5 13-16,-6 12 16,-2 8-16,-4 5 15,-5 2-15,-5-4 16,-2-8-1,-1-16-15,0-11 16,1-14-16,0-13 16,0-12-16,2-11 15,0-10-15,1-7 16,1-7-16,3-5 16,5-4-1,5 1-15,2 6 0,4 9 16,1 12-16,3 11 15,-1 14-15,2 13 16,-3 14-16,-2 12 16,-4 9-16,-3 8 15,-3 5-15,-4 1 16,-4-4-16,-4-8 16,-1-10-16,2-12 15,-3-12-15,-2-13 16,-1-13-16,-1-12 15,5-9-15,2-11 16,4-7-16,3-1 16,9 2-16,2 7 15,6 11 1,4 10-16,0 12 16,0 14-16,1 10 15,-3 12-15,-1 9 16,-3 8-16,-2 3 15,-3 1-15,-5-3 16,-5-11-16</inkml:trace>
  <inkml:trace contextRef="#ctx0" brushRef="#br1" timeOffset="75182.35">12487 12014 0,'23'-2'0,"10"-2"0,6 0 16,1 0-16,-3-1 15,1-2 1,-1-3-16,-5-2 16,-6-1-16,-2-2 15,-6 3-15</inkml:trace>
  <inkml:trace contextRef="#ctx0" brushRef="#br1" timeOffset="75416.24">12676 11632 0,'-12'45'16,"-4"26"-16,5 13 16,4 9-16,5 4 15,3 0-15,3-7 16,1-14-16,2-16 0,0-19 16</inkml:trace>
  <inkml:trace contextRef="#ctx0" brushRef="#br1" timeOffset="75649.46">13010 11671 0,'2'29'0,"-1"16"15,0 13 1,2 13-16,-1 8 0,7 12 16,-4 9-16,-3 5 15,0-23-15</inkml:trace>
  <inkml:trace contextRef="#ctx0" brushRef="#br1" timeOffset="76333.08">13169 11472 0,'-37'-1'0,"-20"-1"15,-11-2 1,-2 1-16,1-2 16,0 2-16,-3-2 0,-2 2 15,3-2 1,0-1-16,4 0 16,4 0-16,6-1 15,3 2-15,4 0 16,6 3-16,5 2 15,4 3 1,6 1-16,1 6 0,5 6 16,5 7-16,3 8 15,3 11-15,1 11 16,-1 10-16,1 12 16,-1 7-16,4 7 15,-3 6-15,-3 1 16,0 3-16,-1-2 15,-3-5-15,1-7 16,0-10-16,6-11 16,2-12-16,3-12 15,4-11-15,3-8 16,8-4 0,6-5-16,6-3 15,4-2-15,6-1 16,6 1-16,6-4 15,7 0-15,3 1 16,8 0-16,5 0 16,2-3-16,4-1 15,5-2-15,2 0 16,1-6-16,2-3 16,0-4-16,-6-2 15,-6-1-15,-5-3 16,-5-5-16,-15 5 15</inkml:trace>
  <inkml:trace contextRef="#ctx0" brushRef="#br1" timeOffset="76915.84">13269 12078 0,'0'0'0,"0"0"15,0 0-15,0 0 16,0 0-16,0 0 15,0 0-15,0 0 16,18 4-16,7 4 16,2-2-16,-1-1 15,-3-3-15,-2-1 16,-3-1-16,-3-1 16,1-3-16,-4-4 15,-2-5-15,-4-4 16,-3-4-16,-3-6 15,-1-6-15,-4-5 16,-3-2-16,-4-2 16,-1-4-16,-1-2 15,2-2-15,-2-1 16,-2 1-16,2 0 16,2 3-16,2 1 15,0 2-15,3 6 16,1 5-16,3 7 15,1 8-15,1 7 16,2 4-16,-1 7 16,4 1-16,3 5 31,2 5-31,3 7 0,0 3 0,-1-4 16</inkml:trace>
  <inkml:trace contextRef="#ctx0" brushRef="#br1" timeOffset="77416.58">13395 11420 0,'1'30'0,"3"18"15,-3 9-15,0 7 16,-1 7-16,0 10 15,0 9-15,-1 9 16,0 5-16,1 1 16,-4-5-16,4-10 15,3-12-15,-3-12 16,0-17-16,1-15 16,0-13-16</inkml:trace>
  <inkml:trace contextRef="#ctx0" brushRef="#br1" timeOffset="77933.11">13477 11949 0,'36'3'0,"19"0"16,6-3-16,3-5 15,-2 1-15,2-1 16,-1 0-1,0 0-15,0 0 0,-2 2 16,-5 0-16,-4 2 16,-6-1-16,-8 1 15,-9 1-15,-6 1 16,-7-1-16,-7 0 16,-9 0-16,0-3 15,-6-2-15,-4-2 16,-2-2-16,-3 1 15,1 3-15,0 3 16,2 4-16,5 3 16,0 4-16,5 4 15,2 3-15,4 0 16,0 1-16,2-7 16,2-3-16,-1-2 15</inkml:trace>
  <inkml:trace contextRef="#ctx0" brushRef="#br1" timeOffset="78333.19">14531 11885 0,'17'-34'31,"10"-21"-31,0-11 0,-5-2 0,-4 1 16,-3 6 0,-7 6-16,-4 6 0,-4 10 15,-6 8-15,-1 10 16,-1 12-16,-2 10 16,-2 13-1,0 11-15,1 14 16,1 13-16,2 16 15,3 12-15,3 14 16,1 13-16,3 12 16,5 8-16,0 7 15,0 3-15,-3-7 16,0-10-16,0-21 16,-4-22-16,-3-25 15,-8-21-15,-1-20 16,2-10-16</inkml:trace>
  <inkml:trace contextRef="#ctx0" brushRef="#br1" timeOffset="78749.82">14524 12110 0,'25'-55'0,"9"-19"16,1 2-16,-2 12 15,-2 17-15,-3 18 16,-6 14-16,-3 15 16,-7 18-16,-5 12 15,-5 16-15,-4 8 16,-3 2-16,-3-5 16,0-9-16,3-13 15,0-16-15,5-17 16,0-5-16,3-18 15,7-16-15,2-7 16,3-8-16,6-2 16,2 1-16,2 11 15,-1 10-15,0 19 16,-2 16-16,-2 15 16,-7 15-1,-4 11-15,-2 9 0,2 2 16,-2-1-16,2-7 15,-2-11-15,0-11 16,-7-23-16,7 0 16,-1-11-16</inkml:trace>
  <inkml:trace contextRef="#ctx0" brushRef="#br1" timeOffset="78915.73">15054 11445 0,'-3'36'0,"-2"11"16,4 2-16,6-4 16,1-11-16</inkml:trace>
  <inkml:trace contextRef="#ctx0" brushRef="#br1" timeOffset="80317.21">15256 11846 0,'0'0'0,"0"0"16,6-23-16,-2-15 16,-4-5-16,-6 1 15,-3 10-15,-2 12 16,-2 14-16,1 18 15,-3 14-15,1 14 16,2 7 0,5 6-16,2-3 15,5-11-15,1-12 16,1-11-16,4-9 0,2-7 16,0-7-1,1-9-15,-2-8 16,1-5-16,1-2 15,-1 3-15,3 4 16,1 12-16,1 13 16,1 23-16,0 20 15,-1 19-15,0 13 16,-4 10-16,-5 9 16,-2 2-16,-4 3 15,-4-4-15,-6-9 16,-7-13-16,-6-22 15,-6-21-15,-1-22 16,-1-17-16,0-14 16,6-14-16,6-15 15,6-11 1,7-11-16,10-6 0,9-2 16,7-3-16,7 2 15,5 6 1,4 4-16,1 11 15,-1 13-15,0 12 16,-4 15-16,-4 12 16,-4 9-16,-3 6 0,-1 5 15,-3 3 1,2 3-16,-3-2 0,3-2 16,-1-3-1,-1-1-15,1-3 16,-3-2-16,-2-3 0,-3-4 15,-3-8-15,-2-5 16,-4-9-16,-4-4 16,-3-2-16,-4 1 15,-4 3-15,-1 7 16,-2 8-16,2 8 16,2 7-16,-1 3 15,5 0-15,3-2 16,8-4-16,2-3 15,7-7-15,8-7 16,8-2-16,6-2 16,4 4-16,3 7 15,0 10-15,0 11 16,-6 13-16,-6 10 16,-5 11-16,-7 4 15,-6 1-15,-5-5 16,-1-7-16,-2-12 15,0-7 1,0-8-16,0-11 0,-5-5 16,-2-12-16,0-10 31,3-9-31,2-8 0,1-11 0,6-4 16,6 2-1,3 11-15,1 12 16,1 15-16,1 19 15,0 17-15,-3 13 16,-1 8-16,2 0 16,2-3-16,0-9 15,0-13-15,1-11 16,1-9-16,0-8 16,-2-6-16,-1-7 15,-5-4-15,-4-4 16,0-5-16,-3-4 15,-1-4-15,1 3 16,-1 5-16,1 12 16,0 9-16,1 10 15,-5 10-15,6 5 16,3 9-16,-1 5 16,4 4-16,1 1 15,-2 3-15,-2 3 16,-5 1-16,-4 5 15,-7 3-15,-6 6 16,-8 3-16,-5-2 16,-2-7-16,-3-9 15,-1-9-15,3-11 16,5-10-16,6-9 16,10-1-16,4 4 15</inkml:trace>
  <inkml:trace contextRef="#ctx0" brushRef="#br1" timeOffset="80949.66">16240 11110 0,'-41'-39'0,"-27"-20"16,-9-4-16,-7 2 15,-9 8 1,-6 5-16,-4 8 0,-6 9 16,-6 7-1,-2 12-15,1 12 16,-2 15-16,1 16 16,3 14-16,5 16 15,5 19-15,9 13 16,9 15-16,9 15 15,11 13-15,10 10 16,16 7-16,16 9 16,14 2-16,16-2 15,17-4-15,19-7 16,16-12-16,12-16 16,15-12-16,9-20 15,12-16 1,9-16-16,5-17 0,7-14 15,2-13 1,4-14-16,1-15 16,4-20-16,-2-19 15,-5-17-15,-6-16 16,-3-14-16,-7-12 16,-10-10-16,-13-4 15,-13-4-15,-13-5 16,-17-2-16,-19-1 15,-16 5-15,-19 2 16,-17 8-16,-19 8 16,-17 7-16,-14 7 15,-11 11-15,-7 10 16,-7 12-16,-3 11 16,-1 10-1,-1 13-15,20 12 16</inkml:trace>
  <inkml:trace contextRef="#ctx0" brushRef="#br1" timeOffset="106632.91">17621 8767 0,'0'0'0,"0"0"16,0 0-1,0 0-15,0 0 0,0 0 16,0 0-16,-2 37 16,-1 27-16,4 15 15,5 15-15,0 13 16,-1 10-16,1 8 15,3 2-15,0-13 16,1-25-16,-3-26 16,-2-23-16</inkml:trace>
  <inkml:trace contextRef="#ctx0" brushRef="#br1" timeOffset="107049.09">17797 8824 0,'9'-15'0,"8"-9"16,4 2-16,7 7 15,-1 9-15,1 16 16,-6 13-16,-8 14 15,-7 13-15,-9 15 16,-8 11-16,-9 4 16,-5-3-16,-7-4 15,1-14 1,-1-11-16,-2-13 16,4-14-16,2-14 0,5-11 15,5-12-15,10-8 16,8-3-16,9-3 15,11 3-15,6 7 16,7 10-16,8 10 16,7 11-16,1 10 15,1 7-15,0 9 16,0 8-16,-3 4 16,-11-10-16</inkml:trace>
  <inkml:trace contextRef="#ctx0" brushRef="#br1" timeOffset="107283.18">18245 9154 0,'27'-5'15,"18"-5"-15,10-3 16,3-2-16,1 4 16,-4 1-1,-2 0-15,-9 2 16,-12 2-16</inkml:trace>
  <inkml:trace contextRef="#ctx0" brushRef="#br1" timeOffset="107499.54">18567 8838 0,'-1'102'16,"3"49"-16,4 8 16,1-16-16,-3-35 15</inkml:trace>
  <inkml:trace contextRef="#ctx0" brushRef="#br1" timeOffset="107765.62">18945 8683 0,'0'0'0,"5"34"16,4 25-16,4 21 15,-3 19-15,0 16 16,0 13 0,-2 1-16,-6-10 15,-4-30-15</inkml:trace>
  <inkml:trace contextRef="#ctx0" brushRef="#br1" timeOffset="108082.94">17703 10613 0,'0'0'0,"33"-3"0,23-2 16,10-6-16,4-1 16,0 2-16,-9 3 15,-15 3-15</inkml:trace>
  <inkml:trace contextRef="#ctx0" brushRef="#br1" timeOffset="108282.25">17797 10937 0,'0'0'16,"33"0"-16,23-5 15,14-5-15,1-5 16,-13 3-16</inkml:trace>
  <inkml:trace contextRef="#ctx0" brushRef="#br1" timeOffset="108549.76">18750 10265 0,'-5'39'0,"1"27"16,0 22-16,1 17 16,-1 12-16,1 8 15,4 0-15,1-12 16,2-28 0,-2-30-16</inkml:trace>
  <inkml:trace contextRef="#ctx0" brushRef="#br1" timeOffset="109015.89">18819 10451 0,'33'-39'15,"15"-14"-15,2 7 16,-6 14-16,-8 19 16,-8 18-16,-10 17 15,-7 13-15,-9 11 16,-7 3-16,-5-2 16,-5-8-16,0-9 15,1-8-15,1-8 16,1-7-16,4-8 15,4-9-15,6-7 16,6-7-16,6-1 16,6 1-16,7 6 15,3 11-15,3 13 16,-1 11-16,-4 9 16,-5 9-16,-8 9 15,-8 8-15,-7 6 16,-10 6-16,-9 4 15,-9 0-15,-6-3 16,-3-11-16,-3-10 16,-4-15-16,1-15 15,9-10-15</inkml:trace>
  <inkml:trace contextRef="#ctx0" brushRef="#br1" timeOffset="109550.2">19337 10038 0,'-34'-39'0,"-18"-14"0,-8 11 0,-7 20 15,-7 21-15,-2 22 16,-3 18 0,-1 17-16,3 14 0,1 18 15,6 15 1,11 17-16,12 18 16,9 18-16,22 14 15,16 9-15,17-4 16,19-12-16,15-23 15,13-31-15,11-29 16,12-30-16,10-29 16,6-26-16,4-25 15,-3-19-15,-2-17 16,-4-19-16,-3-18 16,-5-16-16,-11-16 15,-12-15-15,-13-13 16,-10-11-1,-19-1-15,-14 3 16,-19 5-16,-30 6 16,-14 20-16,-20 18 15,-22 18-15,-21 22 16,-22 20-16,-24 22 16,-10 27-16,34 12 15</inkml:trace>
  <inkml:trace contextRef="#ctx0" brushRef="#br1" timeOffset="143099.66">2907 10658 0,'-14'-33'0,"-9"-10"16,-1 4-16,0 12 16,0 12-16,-2 13 15,0 11-15,-1 7 16,-3 9-16,0 5 16,3 3-16,7 0 15,6 0-15,7-2 16,7-1-1,10 3-15,4 3 16,8 5-16,11 2 16,6 2-16,2-1 15,-1 0-15,-1-3 16,-5-3-16,-5-4 16,-7-1-16,-7-1 15,-11 1-15,-12 1 16,-10 0-16,-11 1 15,-12 0-15,-9-1 16,-8-4-16,-5-6 16,-5-5-16,1-7 15,5-8-15,6-5 16,8-5-16,7-4 16,10-5-16,7 0 15,9-4-15,7-5 16,5-5-1,3 6-15</inkml:trace>
  <inkml:trace contextRef="#ctx0" brushRef="#br1" timeOffset="143533.16">3002 10987 0,'-2'23'0,"-3"15"16,5 6-16,7 6 15,3 4-15,3 3 16,4-5-1,3-11-15,1-20 0,1-14 16,1-15-16,-3-12 16,-1-11-16,-4-9 15,-3-7-15,-5-4 16,-3 2-16,-8 1 16,-9 6-16,-4 8 15,-6 6 1,-1 8-16,-2 10 15,-2 10-15,4 14 16,1 10-16,4 8 16,2 5-16,3-2 15,4-7 1</inkml:trace>
  <inkml:trace contextRef="#ctx0" brushRef="#br1" timeOffset="143999.79">3500 10852 0,'0'0'16,"0"0"-16,0 0 16,0 0-16,0 0 0,-16 14 15,-6 17 1,1 15-16,2 10 15,6 8-15,8 3 16,5 0-16,9-7 16,7-15-16,5-18 15,6-17-15,3-18 16,0-15-16,3-14 16,-2-9-16,-2-7 15,-3-6-15,-1-1 16,-7-1-16,0-4 15,-4 1 1,-9 4-16,2 6 0,-5 7 16,-2 11-16,0 12 15,-2 11 1,2 13-16,-5 11 0,0 22 16,1 19-16,1 20 15,0 16-15,7 14 16,-2 8-16,2-7 15,1-19-15,0-26 16,1-25-16,1-16 16</inkml:trace>
  <inkml:trace contextRef="#ctx0" brushRef="#br1" timeOffset="144482.82">3916 10774 0,'-4'22'0,"-6"12"15,1 6-15,-2 7 16,4 7-16,2 7 16,5 0-16,4-8 15,2-15-15,1-16 16,7-13-16,1-12 15,1-12-15,5-11 16,0-10 0,-1-5-16,-2-7 0,0-4 15,-3-1-15,-2 7 16,-1 7 0,-2 12-16,0 9 0,-1 10 15,-3 13-15,0 10 16,-1 8-1,1 7-15,3 3 0,-6 0 16,2 0 0,-1-1-16,-6 0 15,-3 2-15,-6 0 16,-5-5-16,-3-3 16,-3-6-16,-1-5 15,-3-8-15,1-7 16,0-6-16,2-5 15,3 0-15,6 1 16</inkml:trace>
  <inkml:trace contextRef="#ctx0" brushRef="#br1" timeOffset="144851.48">4332 10955 0,'28'3'0,"17"0"16,9-3-16,4-5 15,2 0-15,2-3 16,-6 0-16,-1 1 16,-6 1-16,-4 2 15,-9-1-15,-3-1 16,-8-1-1,-9-3-15,-5-1 0,-5-3 16,-6 1-16,-3 0 16,-2 1-16,-1 2 15,-1 4-15,-1 5 16,0 6-16,-1 9 16,0 5-16,1 4 15,6 2-15,1-1 16,3 0-1,2-5-15,0-4 16,-1-5-16</inkml:trace>
  <inkml:trace contextRef="#ctx0" brushRef="#br1" timeOffset="145299.49">5253 11039 0,'5'-22'0,"7"-16"0,-2-11 16,3-7 0,-4 0-16,0 1 15,-4 0-15,-1 2 16,-2 2-16,-2 5 15,0 5-15,0 5 16,0 9-16,-1 10 16,1 8-16,0 9 15,0 3-15,-1 14 16,0 13-16,2 10 16,1 13-16,0 10 15,-2 13-15,2 11 16,3 10-16,-3 11 15,0 11-15,-4 5 16,-4 5-16,2-1 16,2-11-1,2-13-15,-1-16 16,5-19-16,-4-24 0,-5-24 16,1-12-16</inkml:trace>
  <inkml:trace contextRef="#ctx0" brushRef="#br1" timeOffset="145566.04">5266 11116 0,'13'-56'0,"8"-21"15,2 8-15,3 16 16,-3 18-16,1 16 15,0 17-15,-1 16 16,-3 19 0,-6 19-16,-6 18 15,1 13-15,-6 4 16,-2-9-16,-2-15 16,-2-19-16,-4-20 15,0-12-15,3-5 16</inkml:trace>
  <inkml:trace contextRef="#ctx0" brushRef="#br1" timeOffset="145749.67">5632 10742 0,'0'0'0,"7"26"15,0 17-15,-4 12 16,-1 8-16,3 7 15,-3-2-15,-2-10 16,0-19 0,0-39-16,1 15 0</inkml:trace>
  <inkml:trace contextRef="#ctx0" brushRef="#br1" timeOffset="145903.37">5752 10529 0,'0'0'0,"0"0"16,0 0-16,-13 3 15,-2 4-15,2 5 16,4 0-16</inkml:trace>
  <inkml:trace contextRef="#ctx0" brushRef="#br1" timeOffset="147432.73">5985 10767 0,'0'0'0,"0"0"0,-7-14 15,-7-3-15,-2 7 16,-1 14-16,0 16 31,0 15-31,2 12 0,3 6 0,2 1 16,5-6-1,4-9-15,5-14 16,4-11-16,0-11 16,3-11-16,1-11 15,2-10-15,-3-10 16,2-5-16,-2-6 15,0 1-15,1 2 16,0 6-16,-1 12 16,0 15-16,1 17 15,1 21-15,2 21 16,-2 23-16,-3 19 16,1 15-16,2 17 15,-6 7 1,-6-1-16,-6-6 15,-3-13-15,-2-9 16,-5-15-16,-5-14 16,-5-13-16,-6-17 15,-4-18-15,-4-19 16,-2-21-16,3-20 16,4-19-16,8-14 15,11-13-15,12-11 16,10-6-16,11-1 15,10 5-15,7 10 16,1 14-16,5 15 16,4 14-16,0 19 15,0 18-15,-4 14 16,-3 12-16,-8 7 16,-5-1-16,-5-1 15,-1-2-15,-2-6 16,-1-5-16,-2-8 15,-3-6-15,-1-8 32,1-9-32,-2-11 0,-2-14 0,-3-7 15,-3-5-15,-5 1 16,-4 7-16,-5 11 16,-4 12-16,-4 17 15,-1 17-15,-1 14 16,0 15-16,4 12 15,4 10-15,3-1 16,8-6-16,4-13 16,7-18-16,4-14 15,4-13-15,2-10 16,1-9-16,1-8 16,-1-7-16,2-3 15,0-1 1,2 3-16,1 7 0,1 9 15,-3 9 1,0 15-16,-2 17 16,0 13-16,0 10 15,-5 11-15,-3 4 16,-2 0-16,-4-5 16,-1-5-16,-4-10 15,-1-8-15,0-9 16,1-15-16,-5 7 15,-2-11-15,-1-10 16,1-11-16,0-13 16,2-9-16,6-4 15,4-2-15,3 4 0,3 12 16,3 10 0,2 12-16,0 12 15,0 17-15,2 10 16,1 13-16,-1 11 15,-2 3-15,-2-6 16,-2-11-16,0-11 16,-1-12-16,2-11 15,1-12-15,-4-13 16,2-15-16,2-13 16,-2-9-16,-3-8 15,-1-2-15,0 4 16,-2 6-16,-2 8 15,-2 14-15,-3 14 16,-4 13-16,-2 13 16,0 16-16,-2 13 15,1 7-15,3 8 16,1 0-16,6-3 16,5 1-1,4-6-15,4-2 16,1-4-16,3-4 0,-1-2 15,-1-2 1,-3 1 0,-5 2-16,-6 0 0,-10 4 0,-4 1 15,-4 0-15,-6-1 16,-6-2 0,-10-4-16,-8-10 15,7-6-15</inkml:trace>
  <inkml:trace contextRef="#ctx0" brushRef="#br1" timeOffset="148382.21">6124 10877 0,'0'0'16,"0"0"-16,0 0 16,0 0-16,0 0 15,0 0-15,10-17 16,3-8-16,-1-3 15,-2-1-15,-3 4 16,-3 1-16,-3 5 16,0 4-16,-1 7 15,0 8-15,-1 5 16,-2 16-16,-2 12 16,2 10-16,3 7 15,2 7-15,0-3 16,7-6-16,2-8 15,6-11-15,6-11 16,5-12-16,1-12 16,0-6-16,-7 0 15</inkml:trace>
  <inkml:trace contextRef="#ctx0" brushRef="#br1" timeOffset="148782.96">7063 11653 0,'-28'11'0,"-17"2"0,-9-4 15,-5-5-15,-7-2 16,-6-3 0,-12-2-16,-8-2 15,-11-4-15,-11-2 16,-10 0-16,-12 0 15,-11 0-15,-9 1 16,-10 3-16,-12 2 16,-10 4-16,-9 2 15,-6 1 1,-9 0-16,43 0 0</inkml:trace>
</inkml:ink>
</file>

<file path=ppt/ink/ink3.xml><?xml version="1.0" encoding="utf-8"?>
<inkml:ink xmlns:inkml="http://www.w3.org/2003/InkML">
  <inkml:definitions>
    <inkml:context xml:id="ctx0">
      <inkml:inkSource xml:id="inkSrc0">
        <inkml:traceFormat>
          <inkml:channel name="X" type="integer" max="32767" units="cm"/>
          <inkml:channel name="Y" type="integer" max="32767" units="cm"/>
          <inkml:channel name="T" type="integer" max="2.14748E9" units="dev"/>
        </inkml:traceFormat>
        <inkml:channelProperties>
          <inkml:channelProperty channel="X" name="resolution" value="375.81143" units="1/cm"/>
          <inkml:channelProperty channel="Y" name="resolution" value="655.20898" units="1/cm"/>
          <inkml:channelProperty channel="T" name="resolution" value="1" units="1/dev"/>
        </inkml:channelProperties>
      </inkml:inkSource>
      <inkml:timestamp xml:id="ts0" timeString="2021-06-24T06:55:02.434"/>
    </inkml:context>
    <inkml:brush xml:id="br0">
      <inkml:brushProperty name="width" value="0.05292" units="cm"/>
      <inkml:brushProperty name="height" value="0.05292" units="cm"/>
      <inkml:brushProperty name="color" value="#C00000"/>
    </inkml:brush>
    <inkml:brush xml:id="br1">
      <inkml:brushProperty name="width" value="0.05292" units="cm"/>
      <inkml:brushProperty name="height" value="0.05292" units="cm"/>
      <inkml:brushProperty name="color" value="#FFFF00"/>
    </inkml:brush>
    <inkml:brush xml:id="br2">
      <inkml:brushProperty name="width" value="0.05292" units="cm"/>
      <inkml:brushProperty name="height" value="0.05292" units="cm"/>
      <inkml:brushProperty name="color" value="#FFFFFF"/>
    </inkml:brush>
  </inkml:definitions>
  <inkml:trace contextRef="#ctx0" brushRef="#br0">6294 5293 0,'-19'-10'0,"-6"-10"31,4-8-31,10-5 0,8-6 0,6-4 15,8 3-15,3-2 16,8 6 0,0 3-16,6 6 0,-2 5 15,-2 10-15,-1 10 16,0 10-16,-1 8 16,-2 15-16,-5 11 15,-3 13 1,-2 9-16,-3 1 15,-3-3-15,-4-8 16,-4-5-16,-3-5 16,-3-6-16,0-4 15,-1-8-15,0-7 16,1-7-16,0-9 16,4-7-16,2-12 15,1-9-15,0-12 16,5-7-16,6-4 15,1-3-15,2-1 16,6 4-16,4 5 16,0 7-16,-1 7 15,2 9-15,1 6 16,4 8-16,-2 9 16,0 8-1,-3 12-15,0 9 16,-5 7-16,-2 6 15,-2-3-15,-4-5 16,-4-3-16,-5-1 16,-5-4-16,-1-4 15,-4-6-15,2-6 16,2-9-16,-1-7 16,0-11-1,2-9-15,2-10 0,5-9 16,4-2-16,3-1 15,6 3-15,2 6 16,2 4-16,3 8 16,2 8-1,1 9-15,0 9 16,3 8-16,-1 12 16,-5 13-16,-3 12 15,-4 10-15,-1 4 16,-2-7-16,0-16 15,1-17-15,-1-10 16</inkml:trace>
  <inkml:trace contextRef="#ctx0" brushRef="#br0" timeOffset="433.41">7259 5319 0,'0'-24'15,"-1"-12"-15,-1 2 16,-5 6-16,-3 8 16,-3 6-16,0 12 15,-1 11-15,-2 12 16,-1 10 0,1 13-16,3 8 0,0 4 15,4-7-15,4-12 16,6-13-16,5-14 15,5-6-15,5-8 16,-3-7-16,1-4 16,-2-4-16,-1-4 15,-3-1-15,-2 0 16,-2 4-16,2 3 16,-2 5-16,-4 12 15,3 2-15,0 8 16,0 9-16,1 6 15,3 2 1,3 0-16,3-3 16,2-5-16,-3-11 0,-1-9 15,0-5-15,-3-1 16</inkml:trace>
  <inkml:trace contextRef="#ctx0" brushRef="#br0" timeOffset="966.62">7385 5377 0,'12'-26'0,"6"-10"0,6 2 16,-1 8-16,2 10 15,1 9-15,-3 9 16,3 10 0,-3 9-16,-1 5 15,-5 5-15,-6-2 16,-4 1-16,-4-1 15,-8 1-15,-5-2 16,-5-4-16,0-6 16,0-6-16,3-5 15,0-10-15,2-7 16,5-9-16,2-8 16,6-9-16,3-8 15,8-5-15,2-3 16,6 1-16,1 0 15,2 3 1,0 6-16,-1 7 0,-3 8 16,-3 5-16,-3 7 15,-6 5-15,-3 5 16,-6 5-16,7 1 16,-3 6-16,0 4 15,-1 9-15,-2 9 16,0 5-16,2 6 15,-2 4-15,3 6 16,0 3 0,-2 2-16,0 2 0,1-2 15,1-6 1,1-12-16,0-13 16,-5-24-16,5 11 15</inkml:trace>
  <inkml:trace contextRef="#ctx0" brushRef="#br0" timeOffset="1750.24">7984 5197 0,'-3'-11'0,"-1"-2"16,-1 3-16,5 10 15,-6 3-15,-1 12 16,2 6-16,0 4 16,3 0-16,4 0 15,3-4-15,4-5 16,2-6-16,3-8 16,5-5-16,4-8 15,3-4 1,-1-2-16,2 0 15,-3 3-15,-3 2 16,-4 5-16,-6 4 16,-3 1-16,-8 2 0,0 0 15,0 0-15,5 3 16,-1 5-16,-2-2 16,-1 4-1,-1-10-15,2 8 16,-2-8-16,0 0 0,0 0 15,0 0-15,0 0 16,0 0-16,0 0 16,0 0-16,0 0 15,0 0-15,0 0 16,0 0-16,0 0 16,0-1-16,-1-4 0,2 0 15,-1 5 1,3-7-16,-3 7 0,0 0 15,4-4-15,2 2 16,1 2-16,2 1 16,-1 2-16,0-1 15,0 2-15,0 2 32,-1 0-32,-1 1 0,-1 2 0,-5 1 15,-5-1-15,1 2 16,-2 0-16,1 0 15,-3-1-15,-2-2 16,0-2-16,-3-2 16,0-1-16,-3-3 15,0-3-15,-1-1 16,0-2-16,4-3 16,-2-1-16,2-2 15,2-1-15,1-1 16,-2-1-16,-2-4 15,2 3-15</inkml:trace>
  <inkml:trace contextRef="#ctx0" brushRef="#br0" timeOffset="2950.65">9151 5209 0,'-9'-34'0,"-4"-12"16,0 3-16,1 11 16,-5 11-16,-4 10 31,-2 13-31,-1 10 0,0 12 0,-3 11 16,3 12-16,2 9 15,4 4-15,4-4 16,10-3-16,7-13 15,9-13 1,7-13-16,3-13 0,5-9 16,1-9-16,-1-8 15,-2-5-15,-1-2 16,-3-3 0,-5-3-16,-1-2 15,-1 0-15,-4 1 16,0 5-16,-2 6 15,-2 13-15,-6 15 16,3 3-16,1 12 16,-1 12-1,-1 9-15,3 6 0,3 5 16,3 1-16,4-6 16,1-10-16,2-10 15,-1-9-15,-5-6 16,-2-5-16,-1-1 15,-9-1-15,2-6 16,-5-5-16,-2-5 16,1-5-16,-1-6 15,2-7-15,3-3 16,5 0-16,3 0 16,6 2-16,5 2 15,3 5-15,3 9 16,1 8-1,1 10-15,-2 9 16,-2 9-16,-4 10 16,-2 12-16,-9 6 15,-3 3 1,-4-6-16,-1-9 0,-1-8 16,1-9-16,0-7 15,0-9-15,3-2 16,4-9-16,0-8 15,3-7-15,4-4 16,1-6-16,2-1 16,0 0-16,0-1 15,-2 5-15,-1 3 16,-3 6-16,-2 6 16,0 6-16,-9 12 15,0 0-15,0 3 16,-6 15-16,-6 11 15,0 8-15,2 4 16,5 1-16,6-2 16,8-6-16,10-8 15,9-10-15,7-12 16,5-13 0,1-8-1,-8-1-15</inkml:trace>
  <inkml:trace contextRef="#ctx0" brushRef="#br0" timeOffset="3166.64">10324 4938 0,'0'0'0,"0"0"15,0 0-15,0 0 16,-6 28-16,-2 19 15,2 10 1,2 4-16,3 3 16,5-1-16,5-11 15,0-15-15</inkml:trace>
  <inkml:trace contextRef="#ctx0" brushRef="#br0" timeOffset="3377.56">10400 4803 0,'-13'-5'0,"-4"-1"15,6 2-15,9 6 16,7 7-16,5 7 15,-2 4-15,-1-2 16</inkml:trace>
  <inkml:trace contextRef="#ctx0" brushRef="#br0" timeOffset="4016.74">10570 5028 0,'0'36'0,"0"14"0,0 1 16,2-7-16,0-9 15,0-8-15,-2-7 16,0-6-16,0-5 16,0-9-16,0 0 15,2-2-15,2-10 16,1-8-16,1-8 15,-2-3-15,3-3 16,2-2-16,1-4 16,1 0-16,1 4 15,0 10-15,-2 8 16,-1 11-16,0 9 16,1 11-16,1 12 15,0 10-15,-1 8 16,1 6-16,1-3 15,4-8-15,2-13 16,1-9 0,0-12-16,1-6 0,3-10 15,0-9-15,0-6 16,-2-7-16,-1-1 16,-2-4-1,-4-3-15,-2-2 16,-4-1-16,-2 2 15,-4 1-15,-1 1 16,-1 6-16,-2 6 16,0 7-16,-1 9 15,3 13-15,0 0 0,-2 7 16,1 17-16,1 15 16,0 11-1,2 14-15,2 8 16,2 1-16,3-4 15,5-10-15,0-18 16,-3-13-16</inkml:trace>
  <inkml:trace contextRef="#ctx0" brushRef="#br0" timeOffset="4233.13">10961 5054 0,'-12'-4'15,"-1"-1"-15,8 0 16,9-1-16,10 1 16,13 2-16,8 1 15,6 5-15,-2 3 16,-5 4-16,-7-1 15</inkml:trace>
  <inkml:trace contextRef="#ctx0" brushRef="#br0" timeOffset="5733.44">11327 5099 0,'1'-17'0,"3"-8"15,-1 0-15,0 2 16,-2 1-16,-2 5 15,1 6-15,0 11 16,-4-3-16,-2 10 16,-4 12-16,2 12 15,1 7-15,3 5 16,5 0 0,6-6-16,7-8 0,8-14 15,8-13-15,4-9 16,1-9-16,6-8 15,-2-4-15,0-1 16,-3-1 0,-9 2-16,-5 4 15,-7 3-15,-9 0 16,-4 3-16,-5 3 16,-7 3-16,-1 4 15,-4 4-15,2 4 0,3 6 16,0 5-1,0 9-15,2 8 16,4 10-16,2 7 16,3 11-16,4 10 15,-1 9-15,5 6 16,-1-2-16,-1-3 16,-3-6-1,-5-5-15,-8-5 0,-8-5 16,-6-7-16,-3-8 15,-1-10-15,-1-11 16,1-10 0,-2-12-16,3-15 0,4-14 15,6-10-15,8-11 16,11-5 0,10 0-16,10-4 15,12 2-15,8-1 16,3 3-16,4 3 15,2 3-15,0-2 16,-4 2-16,-4 4 16,-6 3-16,-7 6 15,-9 8-15,-7 8 16,-6 9-16,-9 14 16,-3-2-16,-9 13 15,-4 12-15,-1 8 16,3 4-1,0 2-15,6 0 0,5-4 16,4-7-16,6-6 16,6-6-16,6-5 15,0-7-15,2-3 16,-3-3-16,0-4 16,-2-3-16,-5-1 15,-2-4-15,-3-2 16,0-3-16,0-7 15,2-4-15,0-1 16,2 0-16,3 2 16,3 5-16,1 6 15,4 4-15,1 5 16,0 4-16,-1 10 16,0 6-16,-2 13 15,-8 8 1,-6 11-16,-5 3 15,-3-1-15,-1-6 16,0-5-16,-1-10 0,0-7 16,2-5-16,3-10 15,0 0-15,2-4 16,2-10-16,4-10 16,4-7-16,6-7 15,3-5-15,6-3 16,0 0-16,4 6 15,-4 8-15,-1 12 16,-5 11 0,-1 8-16,-6 9 15,-1 7-15,-2 4 16,-1 3-16,-2-1 16,-2-1-16,-2-3 15,-1-1-15,0-2 16,1 0-16,-1-2 15,-1-3 1,-2-9-16,0 8 0,-1 0 16,-2-1-16,3-7 0,0 0 15,0 0-15,0 0 16,0 0-16,0 0 16,0 0-16,0 0 15,3 0-15,6-4 16,2-1-16,2 3 15,3 0-15,-3 1 16,-2 1-16,-4 2 16,-7-2-16,-1 6 15,-6 2-15,-8-1 16,-6 2-16,2-3 16,-2-2-16,4-2 15,-1-7-15,-1-6 16,6 1-16</inkml:trace>
  <inkml:trace contextRef="#ctx0" brushRef="#br0" timeOffset="5872.06">12727 4938 0,'0'0'0,"0"0"0,0 0 0,0 0 16</inkml:trace>
  <inkml:trace contextRef="#ctx0" brushRef="#br1" timeOffset="68433.48">3765 7140 0,'0'0'15,"0"0"-15,0 0 16,0-19-16,5-11 16,4-6-16,5-4 15,4-4-15,0-4 16,1-2-16,-3 3 16,0 1-16,-2 1 15,-6 4-15,-5 5 16,-3 4-16,-6 6 15,-2 5 1,-1 6-16,1 5 16,-3 5-16,0 7 15,0 6-15,2 10 0,5 9 16,-2 11 0,2 11-16,1 10 15,1 13-15,0 13 16,1 16-16,3 18 15,-3 21-15,4 13 16,1 7-16,0-1 16,3-11-16,-4-24 15,-3-29-15,-3-30 16</inkml:trace>
  <inkml:trace contextRef="#ctx0" brushRef="#br1" timeOffset="68733.17">3891 7075 0,'27'-40'0,"11"-11"15,4 9-15,-5 18 16,-4 20-16,-4 20 16,-8 24-16,-6 14 15,-9 11-15,-7 2 16,-6-1-16,-6-9 16,-1-12-16,0-14 15,-2-17-15,5-10 16</inkml:trace>
  <inkml:trace contextRef="#ctx0" brushRef="#br1" timeOffset="68883.5">4168 6953 0,'16'-11'0,"1"-1"16,2 9-16,-4 17 15,-4 18 1,-5 21-16,-4 20 15,0 13-15,1 4 16,-1-19-16</inkml:trace>
  <inkml:trace contextRef="#ctx0" brushRef="#br1" timeOffset="69099.69">4433 6687 0,'0'0'16,"-14"4"-16,-2 4 16,4 6-16,9 9 15,2 6-15,2-4 16</inkml:trace>
  <inkml:trace contextRef="#ctx0" brushRef="#br1" timeOffset="70516.66">4654 7101 0,'-5'-17'0,"-1"-12"0,-1-9 16,-2-4-16,3 2 16,-4 9-16,-1 11 15,-2 12-15,-1 16 16,-2 15-16,-2 14 16,0 15-16,2 6 15,1 1 1,8-9-16,7-16 0,4-15 15,8-15-15,2-13 16,2-13 0,3-6-16,0-5 15,-2-1-15,1 0 16,-5 5-16,-1 8 16,-3 8-16,-1 12 15,-1 10 1,-1 18-16,0 17 0,-1 14 15,-3 14-15,-1 10 16,-3 9-16,-4 4 16,-4-3-16,-2 0 15,-7-6-15,-3-6 16,-5-10-16,-1-14 16,-6-17-16,-3-16 15,1-20-15,1-15 16,1-17-1,3-13-15,8-9 16,10-8-16,11-5 0,9-7 16,14-3-1,8-2-15,8 2 16,5 5-16,8 9 16,4 13-16,6 14 15,-5 8-15,1-1 16,-2-3-1,-4-1-15,-6-4 0,-4-1 16,-3 0-16,-6 0 16,-7 4-16,-5 3 15,-10 2-15,-6 2 16,-7 2-16,-3 4 16,-1 4-16,-4 5 15,-2 8-15,0 9 16,0 13-16,1 12 15,4 7-15,4 7 16,5 2-16,9-3 16,7-6-1,7-12-15,7-15 16,2-12-16,1-12 16,0-11-16,-1-5 15,-5-7-15,-4-1 16,-3 1-16,-8-2 15,-2 6-15,-4 5 16,-2 10 0,-4 15-16,3 7 0,-1 19 15,-2 17-15,2 10 16,0-1-16,5-7 16,3-12-16,2-12 15,5-10-15,0-12 16,4-10-16,-3-7 15,-2-8-15,-4-3 16,-2-2-16,-5-3 16,-9-1-16,-5-1 15,-2 6-15,-3 5 16,-1 9-16,-1 5 16,1 5-16,4 3 15,4 0-15,1-2 16,5 0-16,6-2 15,7 0-15,2 3 16,10 1-16,4 6 16,7 11-1,-1 9-15,-3 12 0,-4 8 0,-6 2 16,-4-7 0,-7-5-16,-5-4 15,-6-8-15,-1-8 16,2-13-16,0 0 0,-5-3 15,-3-13 1,-2-11-16,2-7 16,5-6-16,3 2 15,4 3-15,6 7 16,3 9-16,3 9 16,2 11-16,1 12 15,-1 12-15,1 8 16,1 7-16,0 6 15,-3 0-15,-3 0 16,-4-12-16</inkml:trace>
  <inkml:trace contextRef="#ctx0" brushRef="#br1" timeOffset="71982.67">5972 6991 0,'14'-34'0,"6"-19"16,2-6-16,0-1 15,-4 2-15,-4 5 16,-6 4-16,-5 5 16,-5 7-16,-1 8 15,-2 10-15,-1 9 16,-1 12-16,0 12 15,1 17-15,2 21 16,3 23-16,-2 19 16,4 9-16,1 7 15,-1-9-15,-1-16 16,-2-20-16,-1-18 16,1-15-16,1-14 15,1-18-15,0 0 16,1-5-16,0-18 15,1-13-15,1-10 16,2-6-16,3-6 16,4 3-16,4 7 15,5 14-15,-1 15 16,1 17-16,-3 13 16,-2 14-16,-1 9 15,-1 5 1,1 0-16,2-7 15,3-9-15,0-11 16,1-11-16,0-8 16,3-13-16,-2-4 15,0-6-15,-7-7 16,-2-1-16,-1 0 16,0 9-16,-4 12 15,-8 17 1,6 7-16,-2 20 0,-2 12 15,-1 4-15,3-6 16,1-5-16,7-11 16,1-8-16,0-8 15,2-9-15,-1-8 16,0-3-16,-3 0 16,-6-2-16,-5-1 15,-9-1 1,-5 2-16,-5 1 0,1 2 15,-4 6-15,1 5 16,-1 4-16,4 0 16,6 2-16,3-7 15,6-5-15,9-10 16,7-9-16,5-7 16,3-8-16,6-3 15,2-2-15,0 4 16,-4 3-16,-1 6 15,-2 6 1,-2 5-16,-5 9 16,-4 8-16,-1 11 15,-3 14-15,-4 12 16,-1 10-16,-2 10 16,0 10-16,0 4 15,0-3-15,2-7 16,3-10-16,0-9 15,2-11-15,5-8 16,1-4-16,2-5 16,2-7-16,1-3 15,1-5-15,0-7 16,-2-5-16,2-8 16,-3-3-16,-2-2 15,-2-4-15,-2 1 31,-7 3-31,-3 9 0,-2 9 0,-3 9 16,-4 9-16,1 12 16,0 9-16,-1 9 15,3 3-15,-1 0 16,3-3-16,6-5 16,4-8-16,0-5 15,3-7-15,2-6 16,4-5-16,2-4 15,-1-6 1,2-4-16,1-2 16,2 1-16,-2-1 0,-3 4 15,1 5 1,-1 5-16,-1 4 16,-1 6-16,-2 3 15,-3 3-15,-1 3 0,-3 2 16,-3 2-16,-2 0 15,-3 0 1,-4-1-16,-4 0 16,-1-4-16,-3-2 15,-2-5-15,2-6 0,-1-6 16,2-8-16,2-9 16,-1-8-16,5-6 15,12 12-15,5 11 16</inkml:trace>
  <inkml:trace contextRef="#ctx0" brushRef="#br1" timeOffset="72127.99">7423 6436 0,'0'0'15,"-6"13"-15,0 4 16,3-4-16</inkml:trace>
  <inkml:trace contextRef="#ctx0" brushRef="#br1" timeOffset="72286.49">7442 6740 0,'-13'6'16,"-2"2"-16,15-8 15,-5 3-15</inkml:trace>
  <inkml:trace contextRef="#ctx0" brushRef="#br1" timeOffset="93200.74">8173 6300 0,'-10'-18'16,"-5"-5"-16,1-1 16,3 5-16,4 6 15,2 5-15,5 8 16,0 0-16,-4 1 16,2 9-16,1 8 15,1 8-15,-2 11 0,1 9 16,-3 9-1,1 12-15,-2 5 16,0 13-16,-4 7 16,1 4-16,0 1 15,-2-3-15,0-6 16,1-3-16,2-7 16,-2-10-16,3-20 15</inkml:trace>
  <inkml:trace contextRef="#ctx0" brushRef="#br1" timeOffset="94249.96">8173 6203 0,'0'0'16,"0"0"-16,0 0 15,0 0-15,17-5 16,10-4-16,6 2 16,7 3-16,2 2 15,6 2 1,5 0 0,4 3-16,2-2 0,2-2 0,2-2 15,1-2-15,0 0 16,-2-1-1,-4-2-15,1 2 16,-4 2-16,-7-1 16,-6 0-16,-6 3 15,-5 0-15,-6 3 16,-4 1-16,-5 0 16,-1 4-16,-3 0 15,-3 1-15,-3 2 16,-2 2-16,-3 3 15,-1 5-15,-2 4 16,-2 8-16,-1 10 16,-3 9-16,-1 11 15,-2 7-15,0 2 16,2-2-16,2-2 16,-2 3-16,-2-1 31,1 0-31,1 0 0,-1-2 0,-3 1 15,-2-5-15,1-2 16,1-4 0,1-5-16,-1-6 15,-1-7-15,1-4 16,1-5-16,1-4 16,2-3-16,0-5 15,-1-5-15,3-2 16,-2-3-16,-2-2 15,0-3-15,-1-2 16,-1-2-16,-1-2 16,-3-1-16,1-2 15,0-2-15,-4 0 16,-1-1-16,-4 0 16,-3 0-1,-1 0-15,-4 2 16,-2-1-16,-3 0 0,-2-1 15,-1 1-15,-2 1 16,-3 2-16,-1 1 16,-5 3-16,-1 2 15,-3 2-15,1 1 16,1 0-16,0 3 16,3-1-1,2 1-15,1 1 0,6 0 16,4 2-16,4-3 15,10-3 1</inkml:trace>
  <inkml:trace contextRef="#ctx0" brushRef="#br1" timeOffset="94866.33">8337 7785 0,'0'0'0,"-14"10"16,-6 6-16,2 12 31,3 11-31,2 12 0,5 7 0,3 6 16,5 0-16,8 1 15,3-8-15,7-17 16,5-14-16,-1-14 16,1-11-16,-1-8 15,-2-8-15,-3-9 16,1-5-16,-2-5 15,-2-3 1,-3-7-16,-2-4 16,-2-4-16,-7-4 15,-4 4-15,-5 6 16,-3 6-16,-3 8 16,-4 9-16,-3 9 15,-2 9-15,0 9 16,-1 7-16,3 6 15,4-1-15</inkml:trace>
  <inkml:trace contextRef="#ctx0" brushRef="#br1" timeOffset="95449.96">10059 6191 0,'0'0'0,"0"0"0,0 0 15,0 0-15,0 0 0,-3 37 16,3 24-1,-3 13-15,1 12 0,0 10 16,-5 8 0,0 10-16,0 4 15,-3-1-15,-4-2 16,2-7-16,0-6 16,3-12-16,1-22 15</inkml:trace>
  <inkml:trace contextRef="#ctx0" brushRef="#br1" timeOffset="96316.61">10097 6177 0,'0'0'0,"0"0"15,0 0-15,21-3 16,14-2-16,8 2 15,7-2 1,7 2-16,3 0 16,6-2-1,5-1-15,3 1 0,-1-1 16,-1 1-16,-4 2 16,-4 1-16,-6 3 15,-7 0-15,-7 1 16,-6 2-16,-9 1 15,-6 1-15,-4 0 16,-5 1-16,-6-1 16,-3 4-16,-3 2 15,0 1-15,-3 2 16,-1 2-16,-1 2 16,-3 2-16,-1 5 15,0 7-15,3 10 16,-1 6-16,3 9 15,3 8-15,4 3 16,2-1-16,4-4 16,3-1-1,2-2-15,-1 0 16,-2 0-16,0-3 16,-4 2-16,-5-4 15,-2-2-15,-4-5 16,-2-4-16,-4-2 15,-5-9-15,-2-3 16,-6-5-16,-3-5 16,-5-5-16,-4-4 15,-5-3-15,-2-4 16,-5 0 0,-4-4-16,-4 1 15,-4-2-15,-4-2 16,-2-1-16,1-1 15,-3-2-15,1-1 16,2 0-16,2 1 16,5 3-16,8 2 15,4 1-15,5 2 16,10-1 0</inkml:trace>
  <inkml:trace contextRef="#ctx0" brushRef="#br1" timeOffset="96599.85">10380 7708 0,'6'34'0,"-1"22"16,4 11-1,-2 9-15,2 5 16,-1-15-16</inkml:trace>
  <inkml:trace contextRef="#ctx0" brushRef="#br1" timeOffset="97033.55">11774 6216 0,'0'0'0,"5"31"16,3 21-16,-2 17 15,-2 17 1,-3 11-16,-4 9 15,0 6-15,1-1 16,2-10-16,3-10 16,1-13-16,0-21 15</inkml:trace>
  <inkml:trace contextRef="#ctx0" brushRef="#br1" timeOffset="97784.39">11932 6248 0,'0'0'0,"5"-14"32,6-6-32,10 4 0,7 1 0,8 4 15,8 1 1,6 4-16,6-1 16,6-1-16,3-1 15,4 1-15,-1 1 16,-1 1-16,-2 2 15,-6 2-15,-7 2 16,-8 2-16,-4 2 16,-7 2-16,-6 1 15,-3 2-15,-6 1 16,-2-1-16,-5 4 16,-5 0-16,-1 3 15,-2 3-15,-3 3 16,0 2-1,0 5-15,-3 7 0,3 8 16,0 12-16,-2 10 31,4 10-31,2 4 0,2-1 0,2-4 16,4-4 0,-3-5-16,0-3 15,-2-4-15,-1-5 16,-2-4-16,-3-8 15,-1-4-15,-2-8 16,-4-1-16,-5-3 16,-8-4-16,-7-2 15,-5-1-15,-9-5 16,-6-1-16,-9-5 16,-5-1-16,-4-6 15,-8-3-15,0-6 16,-2-3-16,3-5 15,2-1 1,7 2-16,3 2 16,4 3-16,8 1 15,12 2-15</inkml:trace>
  <inkml:trace contextRef="#ctx0" brushRef="#br1" timeOffset="98299.78">12008 7837 0,'23'-28'15,"15"-7"-15,9 5 16,-1 13-16,-4 12 16,-9 11-1,-9 12-15,-13 12 16,-11 12-16,-11 10 15,-10 5-15,-9 1 16,-5-1-16,-4-4 16,-2-9-16,1-10 15,4-13-15,7-10 16,8-11-16,10-8 16,11-7-16,12-7 15,9-4-15,12 0 16,11 3-16,9 4 15,7 4-15,9 3 16,5 5 0,2 4-16,-17 0 15</inkml:trace>
  <inkml:trace contextRef="#ctx0" brushRef="#br1" timeOffset="98716.63">13724 6132 0,'8'27'0,"4"22"15,-1 19-15,-1 22 16,-3 19-16,-3 17 16,-4 10-16,-5 0 15,-2-11 1,1-14-16,2-16 16,3-15-16,1-15 15,2-19-15</inkml:trace>
  <inkml:trace contextRef="#ctx0" brushRef="#br1" timeOffset="99416.28">13869 6210 0,'0'0'0,"0"0"0,0 0 16,0 0-16,21-7 16,14 2-16,10-1 15,6 3 1,4-1-16,3 0 15,4-1 1,0 1-16,-2-3 0,-3 0 16,-5 3-16,-6-1 15,-5 1-15,-6 2 16,-6 2-16,-5 1 16,-3 1-16,-6 2 15,-2 1-15,-2-1 16,-1 3-16,-2 2 15,-2 5-15,-2 6 16,-1 5-16,-1 6 16,1 9-16,1 9 15,-2 13 1,2 11-16,3 5 0,4 0 16,3-5-16,2-4 15,1-5-15,-1-4 16,-2-1-16,-3-5 15,-5 0-15,-6-2 16,-3-2-16,-6-2 31,-7-2-31,-11 0 0,-4-6 0,-8-4 16,-4-3 0,-9-6-16,-4-6 15,-3-9-15,-3-6 16,-4-6-16,0-6 15,5-1-15,1 0 16,4 4-16,0 3 16,4 2-16,4-1 15,13-1-15</inkml:trace>
  <inkml:trace contextRef="#ctx0" brushRef="#br1" timeOffset="99966.55">13913 7785 0,'0'0'0,"0"0"15,0 0 1,14-17-16,11-5 0,6 3 16,0 8-1,-4 11-15,-3 11 0,-8 8 16,-6 10-1,-8 5-15,-7 3 16,-3 1-16,-2-5 0,0-7 16,2-10-16,3-6 15,5-10-15,3 0 16,4-8-16,5-4 16,5 0-16,6 2 15,2 4 1,3 6-16,-1 5 15,-3 4-15,-6 7 16,-6 1-16,-7 3 0,-7 4 16,-7 4-16,-12 6 15,-7 8 1,-8 5-16,-8 1 16,-2-4-16,0-6 15,3-14-15,11-10 16</inkml:trace>
  <inkml:trace contextRef="#ctx0" brushRef="#br1" timeOffset="100499.96">15767 7158 0,'50'-4'0,"22"-5"16,8-1 0,-3 2-16,-3 2 0,-3 0 15,-4-1 1,-1 2-16,-3 1 15,-2-1-15,1 1 16,1 1-16,-1 0 16,-2-2-16,0 2 15,2-1-15,-1-1 16,-3 2-16,2-2 16,-2 2-16,-2-1 15,-1-1-15,-2 0 16,0 0-16,-1-2 15,-11 0-15</inkml:trace>
  <inkml:trace contextRef="#ctx0" brushRef="#br1" timeOffset="100816.05">17899 6255 0,'0'0'16,"0"0"-16,0 0 15,-3 26 1,2 19-16,1 17 15,-3 11-15,1 13 16,-1 13-16,-1 12 16,1 5-16,-1-2 15,1-6-15,0-9 16,0-14-16,1-13 16,1-20-16</inkml:trace>
  <inkml:trace contextRef="#ctx0" brushRef="#br1" timeOffset="101616.09">18018 6158 0,'-8'-13'16,"-5"-5"-16,2 3 0,4 4 15,7 11-15,4-7 16,9 6-16,6 4 16,11 1-16,9 1 15,6-1 1,8-2-16,10-3 15,7-4-15,5-3 16,5-1 0,1-1-16,0-2 15,-3 2-15,-3 1 0,-7 1 16,-3 3-16,-8-3 16,-5 3-16,-7 0 15,-8 4-15,-7-1 16,-4 1-16,-9 1 15,-2 2-15,-4 0 16,-4 4-16,-3 2 16,-2 4-16,0 3 15,-3 3-15,0 6 16,1 5-16,-1 9 16,-2 9-16,1 8 15,3 10-15,3 6 16,1 5-16,1-2 15,1-5-15,2-5 16,-1-1-16,2 1 16,-4-2-16,-2 0 31,-1-3-31,-1-4 0,-3-3 0,-3-2 16,-1-2-16,-4-3 15,-3-5 1,-3-6-16,-5-1 15,-5-6-15,-3-5 16,-5-4-16,-9-7 16,-5-3-16,-6-3 15,-6-3-15,-10-4 16,-4 0-16,-4-1 16,-2 3-16,-1 0 15,-3 0-15,-1 1 16,4 2-16,4 0 15,16 1-15</inkml:trace>
  <inkml:trace contextRef="#ctx0" brushRef="#br1" timeOffset="101949.95">18044 7740 0,'0'0'16,"0"0"-16,-1 27 16,1 20-16,2 12 15,1 9-15,0 8 16,0 4-16,0 4 16,-2-17-16</inkml:trace>
  <inkml:trace contextRef="#ctx0" brushRef="#br1" timeOffset="102533.03">18289 7914 0,'-14'7'0,"-3"10"15,1 10-15,5 7 16,4 4-16,6-4 16,5 0-16,7-5 15,5-5-15,1-6 16,-2-5-16,1-5 15,-2-3-15,-2-4 16,-3-5-16,0-2 16,-2-6-16,-1-7 15,3-8-15,2-8 16,4-4-16,4 3 16,4 3-1,3 9-15,-1 7 0,2 9 16,-1 6-16,3 6 15,1 6-15,0 4 16,0 3-16,-2 2 16,-2-1-16,-2-2 15,-3-6-15,-2-5 16,-2-4-16,-5-4 16,-2-4-16,1-8 15,-5-4-15,-4-10 16,-3-4-16,-5-5 15,-6 1-15,-3 3 16,-5 5-16,-7 6 16,6 6-16</inkml:trace>
  <inkml:trace contextRef="#ctx0" brushRef="#br1" timeOffset="106833.02">3046 8689 0,'-17'-6'0,"-6"-5"0,1-1 15,5-3-15,5 1 16,5 2-16,5-1 16,4 1-16,6 2 15,8 0-15,3 3 16,2 4-16,1 8 16,-2 8-16,3 10 15,-4 12-15,-5 12 16,-5 11-16,-5 4 15,-4 0-15,-4-1 16,-3-5-16,-5-1 16,0-9-1,-1-7-15,2-9 16,1-10-16,2-8 0,-1-10 16,0-10-16,6-12 15,3-10-15,0-11 16,5-6-1,4-4 1,2-2-16,6 5 0,0 7 16,4 9-16,-3 10 0,2 10 15,2 10-15,0 9 16,-1 9-16,-4 12 16,0 8-1,-1 11-15,-6 2 16,0 0-16,-2-5 15,-3-6-15,-2-9 16,-2-6-16,-1-6 16,-3-7-16,3-10 0,-2-1 15,-7-11 1,5-6-16,2-11 16,1-10-16,4-6 15,3-7-15,5 2 16,4 4-16,3 6 15,5 10 1,-3 9-16,3 9 0,2 11 16,-1 10-16,-3 12 15,0 9-15,-2 13 16,-4 14-16,0 6 16,-6-2-16,-5-14 15</inkml:trace>
  <inkml:trace contextRef="#ctx0" brushRef="#br1" timeOffset="107049.39">3791 8922 0,'0'0'0,"0"0"16,27-6-16,10-8 16,3 1-16,-3-2 15,-7 3-15</inkml:trace>
  <inkml:trace contextRef="#ctx0" brushRef="#br1" timeOffset="107233.49">3866 9025 0,'0'0'0,"28"-10"0,15-7 15,7-4-15,-1-1 16,-14 4-16</inkml:trace>
  <inkml:trace contextRef="#ctx0" brushRef="#br1" timeOffset="107499.52">4459 8540 0,'-6'23'0,"-4"18"16,0 14-16,5 7 16,2 10-16,2 3 15,-1 3-15,2-6 16,-3-14-1,3-17-15</inkml:trace>
  <inkml:trace contextRef="#ctx0" brushRef="#br1" timeOffset="107899.98">4667 8747 0,'-4'-12'0,"-1"2"16,-3 13-16,0 16 16,0 16-16,-1 11 15,3 7-15,6 1 16,6-4-16,4-12 16,4-14-1,5-12-15,2-11 16,0-10-16,4-8 15,-3-9 1,1-5-16,-4-8 0,-3-5 16,-4-2-16,-7 0 15,-5 3-15,-5 5 16,-7 7-16,-8 10 16,-6 11-16,-4 8 15,0 9-15,1 4 16,5 4-16,4 1 15,5-4-15,4-6 16,11-6-16,-5 0 16</inkml:trace>
  <inkml:trace contextRef="#ctx0" brushRef="#br1" timeOffset="108083.06">5027 8528 0,'0'43'0,"0"24"15,-2 10-15,0 3 16,-1-2-16,-2-3 16,-2-18-16</inkml:trace>
  <inkml:trace contextRef="#ctx0" brushRef="#br1" timeOffset="108349.54">5494 8205 0,'-4'27'0,"-2"20"0,-3 17 0,-2 11 16,0 15-16,-3 12 16,4 7-16,-1 2 15,4-7-15,3-26 16</inkml:trace>
  <inkml:trace contextRef="#ctx0" brushRef="#br1" timeOffset="109233.1">5632 8114 0,'-39'-5'0,"-22"0"0,-9 1 16,-5 5-16,-6 4 15,-5 5 1,-4 2-16,-6 1 15,-6 3-15,-1 0 16,-4-2-16,-4 0 16,-1-3-16,-2-3 15,-1-4-15,-1 1 16,4-3-16,2-1 16,3-3-1,8-4-15,3-4 0,6-6 16,5-1-16,7-4 15,7-1 1,3 0-16,7 0 16,5 2-16,3 1 15,7 5-15,3 5 16,7 4-16,0 7 16,7 7-16,2 14 15,4 14-15,-2 18 16,-1 17-16,5 14 15,0 14-15,0 8 16,0 3-16,3 1 16,2-4-16,-2-1 15,0-5-15,3-3 16,0-6-16,3-4 16,1-8-16,4-8 31,1-9-31,6-10 0,1-7 15,6-6-15,1-6 16,5-2-16,5-3 16,4-5-16,5-5 15,4-3-15,9-3 16,7-9-16,7-3 16,9-2-16,5-3 15,10-5-15,9 2 16,9 0-16,6 1 15,9-3-15,7 2 16,8-4-16,4 0 16,2-3-16,8-3 15,2-3-15,2 2 16,2-1 0,1-1-16,-3-2 15,-1 0-15,-5-4 0,-32 3 16</inkml:trace>
  <inkml:trace contextRef="#ctx0" brushRef="#br2" timeOffset="124317.44">8482 10071 0,'0'0'0,"-14"-5"16,-3-7-16,1-5 16,2-6-16,1-3 15,2-5-15,1-2 16,3-4-16,1-4 15,-1-1-15,-1-1 16,-1 1-16,-1 6 16,0 10-16,-6 14 15,-2 16-15,-4 18 16,-3 21 0,-1 19-16,0 16 0,5 16 15,1 12 1,8 4-16,3-10 15,9-23-15,4-24 16,6-23-16,7-18 16,3-20-16,3-18 15,0-12-15,1-10 16,0-6-16,1-7 16,-2-4-1,1 0 1,-1 5-16,-1 11 0,-2 14 0,-5 17 15,-1 19-15,-4 20 16,-3 18-16,-4 21 16,0 13-16,1 0 15,2-12-15,2-14 16,2-17-16,4-15 16,2-14-16,2-14 15,3-14-15,0-15 16,0-8-1,1-8-15,-1-6 16,-2-4-16,-5-2 16,-1 0-16,-1 3 15,-2 8-15,-3 8 16,-2 15-16,-3 13 16,-2 23-16,0-2 31,-2 21-31,-4 22 0,-4 20 0,-1 17 15,1 14-15,6 7 16,5-7-16,5-16 16,5-19-16,6-22 15,3-16-15,1-19 16,0-12-16,-7-2 16</inkml:trace>
  <inkml:trace contextRef="#ctx0" brushRef="#br2" timeOffset="125401.27">8634 10012 0,'0'0'16,"0"0"-16,0 0 15,29-10-15,16-9 16,7-6-16,2-8 16,-5-6-16,-1-5 15,-8 1 1,-10 2-16,-5 3 16,-10 7-16,-8 4 15,-5 6-15,-5 6 16,-4 10-16,1 9 15,-1 11-15,-1 14 16,-2 18-16,0 14 16,2 11-16,2 8 15,4 7-15,2-4 16,2-15-16,7-22 16,3-16-16,3-17 15,2-14-15,1-12 16,1-13-16,-1-9 15,0-6-15,-4-6 16,-2-4-16,-1-1 16,1-2-16,-3 11 15,-1 14-15,-1 16 16,-5 18-16,0 21 16,0 18-16,1 16 15,0 7 1,4-1-16,-3-10 15,4-13-15,2-15 16,-1-9-16,4-11 0,-2-8 16,0-10-16,1-8 15,-1-8-15,-2-9 16,0-8 0,1-5-16,1 2 15,3 0-15,1 10 16,1 9-16,4 12 15,-2 13-15,-1 12 16,0 6-16,-2 8 16,2 5-16,-1 6 15,-5 4-15,-3 1 16,-5 0-16,-1-3 16,-2-3-16,-1-8 15,-1-10 1,-1-7-16,-1-10 0,-1-9 15,1-9-15,1-9 16,1-11-16,7-10 16,4-6-16,8 0 15,4-1-15,4 2 16,-1 5 0,1 6-16,0 7 15,-1 8-15,-4 10 16,-2 13-16,-4 9 15,-2 11-15,-1 11 16,-3 9-16,-3 4 16,-2 4-16,-3 1 15,-2-2-15,-3-1 16,-2-2-16,-1-2 16,0-5-16,0-8 15,2-7-15,2-8 16,4-9-16,0 0 15,-2 0 1,-1-8-16,-2-4 0,1-5 16,-1 2-16,0 4 15</inkml:trace>
  <inkml:trace contextRef="#ctx0" brushRef="#br2" timeOffset="125583.16">9636 9987 0,'0'0'0,"0"0"16,0 0-16,23-2 15,16-9-15,9-9 16,6-9-16,2-5 16,-13 4-16</inkml:trace>
  <inkml:trace contextRef="#ctx0" brushRef="#br2" timeOffset="126149.12">10804 9574 0,'0'0'16,"-13"11"-16,-6 6 16,-5-2-16,-2 1 15,-3-1-15,-3-4 16,-1-3-16,4-4 16,3-6-16,8-7 15,10-7-15,10-8 16,9-5-1,10-2-15,6 1 16,6 5-16,0 11 0,-4 7 16,-4 13-16,-4 13 15,-8 19-15,-13 15 16,-9 9-16,-10 4 16,-14 3-1,-5 1-15,-7-2 16,-6-3-16,-3-10 15,2-11-15,5-16 16,6-14-16,9-14 16,9-14-16,10-13 15,8-9-15,11-3 16,9-1-16,8 2 16,9 9-16,7 11 15,6 12 1,4 12-16,-2 13 0,0 18 15,-3 15-15,-7 12 16,-8 0 0,-9-15-16</inkml:trace>
  <inkml:trace contextRef="#ctx0" brushRef="#br2" timeOffset="126449.76">11301 9495 0,'0'0'0,"-8"27"16,-3 20-16,3 17 16,3 12-16,0 6 15,4 2-15,1-6 16,-1-11-16,1-19 16</inkml:trace>
  <inkml:trace contextRef="#ctx0" brushRef="#br2" timeOffset="126916.58">11352 9373 0,'-5'31'0,"2"11"16,2-5-16,5-8 16,3-9-16,5-5 15,4-4-15,0-1 16,0 1-16,-2 4 16,0 9-1,0 10-15,-3 7 0,-3 10 16,-1 5-16,-1-3 15,-1-12-15,-3-12 16,1-11-16,-3-18 16,2 2-16,1-14 15,1-15-15,0-9 16,3-4-16,2-1 16,1 3-16,2 7 15,1 9-15,1 12 16,0 16-16,0 13 15,-1 16-15,-1 8 16,3 5-16,0 3 16,1-6-1,2-13-15,-3-13 16</inkml:trace>
  <inkml:trace contextRef="#ctx0" brushRef="#br2" timeOffset="127466.01">12455 9657 0,'0'0'0,"7"-23"15,3-12-15,1-7 16,0-2-16,-5 3 16,-3 2-16,-3 2 15,0 7 1,-3 6-16,1 6 16,1 8-16,1 10 0,-2 7 15,0 18-15,-1 19 16,2 10-16,2 15 15,3 12-15,2 9 16,-1 2-16,1-8 16,-3-11-1,-3-14-15,-2-12 16,-6-11-16,-3-11 16,-4-7-16,-3-10 15,-3-5-15,-4-4 16,-2-4-16,0 0 15,3-3-15,6 4 16,7-1-16,11 5 16,0 0-16,6-1 15,15 2-15,11 0 16,10-3-16,9-2 16,6-3-16,7-1 15,-1-3-15,-14 1 16</inkml:trace>
  <inkml:trace contextRef="#ctx0" brushRef="#br2" timeOffset="127916.64">13263 9716 0,'0'0'0,"5"-25"16,3-16-16,3-9 16,2-3-16,1-1 15,-4 1-15,-3 3 31,-4 4-31,-4 7 0,-2 11 0,-3 7 16,-1 8-16,0 8 16,0 8-16,0 11 15,1 8-15,1 14 16,2 11-16,0 14 16,3 12-16,3 16 15,4 15-15,2 15 16,1 7-16,2 9 15,1 4-15,0-1 16,-3-8-16,-4-14 16,-8-26-1,-2-28-15</inkml:trace>
  <inkml:trace contextRef="#ctx0" brushRef="#br2" timeOffset="128199.73">13244 9806 0,'8'-38'0,"12"-16"15,7-1-15,5 10 16,6 16-1,-4 15-15,-3 17 0,-5 15 16,-10 18-16,-6 16 16,-6 12-16,-9 5 15,-4-1-15,-2-4 16,-2-10-16,-5-17 16,5-14-16</inkml:trace>
  <inkml:trace contextRef="#ctx0" brushRef="#br2" timeOffset="129099.77">13736 9812 0,'-2'-24'0,"3"-20"16,7-10-16,5-5 15,1-1-15,-5 2 16,-4 3-16,-5 9 15,-3 7-15,-2 9 16,-4 9-16,3 7 16,1 7-16,5 7 15,-3 4-15,3 15 16,1 16-16,3 16 16,2 14-1,1 13-15,0 7 0,1 1 16,2-7-16,-3-8 15,-4-11-15,-1-9 16,-2-12 0,0-12-16,-1-9 15,1-18-15,0 0 0,-1 2 16,-2-12-16,0-13 16,-1-11-16,6-8 15,3-7 1,5 2-16,4 4 15,4 10-15,2 11 16,1 14-16,0 15 16,0 14-16,-1 12 15,1 11-15,-1 2 16,0-9-16,0-11 16,3-14-16,1-14 31,0-11-31,-6-1 0</inkml:trace>
  <inkml:trace contextRef="#ctx0" brushRef="#br2" timeOffset="129733.31">14190 9057 0,'-58'-41'0,"-24"-15"16,-3 6-16,3 11 15,2 14-15,1 13 16,1 12 0,-1 13-16,2 13 15,4 10-15,0 13 16,3 11-16,3 13 15,7 10-15,5 16 16,6 12-16,6 13 16,12 7-16,10 7 15,12-3 1,14 1-16,10-3 16,12-7-16,18-9 0,11-9 15,10-13 1,11-14-16,6-13 0,-1-15 31,1-16-31,2-10 0,0-13 16,-3-15-16,-1-16 15,2-17-15,-2-20 16,-3-18-16,-4-16 16,-6-14-16,-8-11 15,-8-8-15,-9-3 16,-9-2-16,-15 0 15,-15 1-15,-10 3 16,-10 7-16,-15 9 16,-13 9-16,-17 7 15,-16 15-15,-16 13 16,-16 11 0,-16 14-16,-12 16 15,-12 10-15,-16 8 16,33 4-16</inkml:trace>
  <inkml:trace contextRef="#ctx0" brushRef="#br2" timeOffset="133816.23">3468 11782 0,'0'0'0,"0"0"16,0 0-1,0 0-15,0 0 0,0 0 0,0 0 16,0 0-16,14-31 16,5-18-1,3-10-15,-2-7 0,1 2 16,-1-1-16,1 4 16,-4 3-1,-3 4-15,-4 7 16,-4 6-16,-4 8 15,-4 9-15,-4 10 16,0 6-16,-2 10 0,2 9 16,-1 12-16,-2 10 15,0 10-15,2 12 32,0 12-32,1 12 0,-1 13 15,-2 11-15,6 15 16,-8 12-16,1 9 15,4 5-15,-1 0 16,-3-3-16,2-12 16,3-15-16,0-19 15,4-22-15,2-21 16,-1-23-16,0-29 16,-2-3-16,-2-22 15,0-18-15,1-12 16,0-8-16,1-4 15,1-7-15,2-5 16,0-2 0,3 2-16,2 0 15,0 5-15,-3 5 16,-2 5-16,3 4 16,3 0-16,7 0 15,6 1 1,8 4-16,4 8 0,-1 11 15,0 13-15,-2 11 16,-4 12-16,-6 13 16,-7 14-16,-8 12 15,-11 13-15,-5 11 16,-2 9-16,-6 5 16,-7-4-16,-2-9 15,-2-16-15,6-17 16,5-20-16,6-19 15,12-18-15,11-10 16,6-9-16,8-8 16,4-5-16,6-1 15,2-1-15,3 3 16,-2 6-16,-5 8 16,-6 7-1,-2 9-15,-5 11 16,0 11-1,0 13-15,-6 14 0,-2 15 16,-3 15-16,-2 13 16,-2 11-16,-1 6 15,-2-3-15,-1-14 16,0-17-16,-1-25 16,0-14-16</inkml:trace>
  <inkml:trace contextRef="#ctx0" brushRef="#br2" timeOffset="133999.76">4118 11349 0,'-17'1'15,"-4"4"-15,2 6 16,5 7-16,4 8 15,-1 4-15,4-6 16</inkml:trace>
  <inkml:trace contextRef="#ctx0" brushRef="#br2" timeOffset="135666.48">4314 11839 0,'-13'-24'0,"-4"-12"16,3-4-16,1 5 16,2 8-16,1 10 15,-1 11-15,-2 13 16,3 15-16,1 15 15,-3 12-15,5 11 16,0 4-16,6-8 16,2-13-16,1-16 15,3-13-15,1-12 16,2-10-16,-1-11 16,2-6-16,-1-5 15,3-4-15,2 0 16,0 6-16,1 8 15,1 10-15,-1 12 16,-1 16-16,-2 20 16,-2 13-16,-5 14 15,-3 10-15,-3 11 16,-8 8-16,-4 6 16,-6 3-16,-8-2 31,-5-3-31,-4-7 0,-4-15 0,-3-18 15,3-20-15,3-22 16,7-24-16,7-23 16,10-20-16,5-16 15,8-13-15,9-9 16,10-9-16,9-1 16,6 2-1,8 4-15,3 6 16,2 11-16,2 9 15,-4 13-15,-3 19 16,-6 20-16,-10 18 16,-1 21-16,-6 18 15,0 9-15,-2 3 16,4-9-16,-2-14 16,-1-13-16,3-11 15,-2-10-15,-2-12 16,0-9-16,-1-11 15,-2-8 1,-2-4-16,-6-1 0,-5 3 16,-5 0-16,-4 2 15,-4 9-15,-4 8 16,-4 11-16,-3 9 16,2 12-16,2 13 15,-3 9-15,3 6 16,6 0-16,7-8 15,7-26-15,5 5 16,4-19-16,3-13 16,5-7-16,4-1 15,0 1-15,4 4 16,0 6-16,-2 8 16,2 4-16,0 10 15,0 10-15,-1 9 16,-2 11-1,-6 9-15,-6 5 16,-4-2 0,-4-1-16,-2-6 0,-1-5 15,0-8-15,-2-6 16,3-14-16,0 0 0,1-3 16,5-16-16,6-12 15,1-10 1,4-2-16,2 1 15,2 6-15,-4 12 16,-2 13-16,-4 14 16,-1 13-16,-3 11 15,-2 13-15,0 6 16,0 4-16,1-1 16,-1-9-16,0-12 15,3-10-15,1-11 16,0-12-16,0-13 15,0-12-15,2-9 16,0-8-16,4-5 16,-1-1-1,0 5-15,1 11 0,-3 10 16,-3 10-16,1 12 16,-6 9-16,2 7 15,-2 3-15,-1 4 16,4 1-16,0-1 15,0-1-15,0-3 16,0-6-16,-1-3 16,-6-5-16,7-3 15,-1-6-15,-1-7 16,-2-2-16,0-6 16,-1-2-16,3 0 15,1 1-15,1 4 16,1 2-16,1 7 15,0 8-15,1 6 16,2 7-16,-4 10 16,0 4-16,-1 4 15,-1-1-15,-3 2 16,-3 5-16,-4 2 16,-3 6-16,-6 6 15,-4 4-15,-5 1 16,-3-4-16,2-5 15,3-11-15,3-17 16,4-16-16,2-17 16,4-13-16,10-12 15,3 5-15</inkml:trace>
  <inkml:trace contextRef="#ctx0" brushRef="#br2" timeOffset="135856.54">5436 11284 0,'0'0'0,"0"0"15,0 0-15,0 0 16,0 0-16,5 13 15</inkml:trace>
  <inkml:trace contextRef="#ctx0" brushRef="#br2" timeOffset="136016.37">5411 11595 0,'0'18'0,"1"4"15,3-6 1,-4-16-16,5 2 0,2-12 0,-1-2 16</inkml:trace>
  <inkml:trace contextRef="#ctx0" brushRef="#br2" timeOffset="137916.12">5815 12001 0,'11'-38'0,"7"-24"16,3-14-16,3-7 15,4-4-15,1 0 16,-4 6-16,-2 10 16,-5 11-16,-3 13 15,-7 14-15,-8 15 16,-4 11-16,-5 16 16,-2 16-16,-3 16 15,1 10-15,-2 10 16,6 0-16,3 1 15,8-4-15,4-8 16,4-7 0,1-7-16,-3-6 15,0-5 1,-3-6-16,-3-3 0,-3 0 16,-2-1-16,-5-1 0,-3-3 15,-8-4-15,-2-3 16,-3-6-16,-1-4 15,-2-5-15,2-4 16,-1-4-16,5-3 16,6-2-16,5-1 15,6 3 1,6 4-16,2 5 0,3 5 16,5 8-16,0 8 15,3 5 1,6 10-16,2 5 15,2-1-15,0-2 16,1-9-16,-1-5 16,2-9-16,-2-6 15,3-11-15,-1-7 0,-4-8 16,0-9 0,-3-6-16,-3-5 15,-4-6-15,-1-5 16,-2-2-16,-1 0 15,-1 2-15,-2 8 16,-3 8-16,-1 11 16,0 13-16,-2 9 15,0 15-15,0 14 16,0 18-16,-3 20 16,0 18-16,2 14 15,3 7-15,2-4 16,3-14-16,4-19 15,3-19-15,3-16 16,-3-19-16,-2-12 16,-6-13-16,-3 0 15</inkml:trace>
  <inkml:trace contextRef="#ctx0" brushRef="#br2" timeOffset="138383.19">6142 11465 0,'0'0'0,"0"0"16,21-8-16,11-4 16,3 3-16,1 3 15,-2 7-15,-2 5 16,-5 4-16,-3 5 15,-6 4-15,-3 7 16,-3 9-16,-5 8 16,-3 9-16,-4 4 15,-1-1-15,1-8 16,1-9-16,2-13 16,1-11-16,-4-14 15,5-1-15,1-15 16,2-12-16,0-8 15,1-9-15,3-4 16,-2-1 0,-1 1-16,-3 8 0,0 11 15,1 9-15,-7 21 16,2 0-16,1 18 16,0 15-16,-1 9 15,2 8-15,5 3 16,2-4-16,3-9 15,2-12-15,-4-10 16,-3-6-16</inkml:trace>
  <inkml:trace contextRef="#ctx0" brushRef="#br2" timeOffset="139549.76">6830 11575 0,'2'-14'15,"-2"1"-15,-2 15 16,-6 18-16,-2 17 15,-1 14-15,1 6 16,3-3-16,1-8 16,6-14-16,3-15 15,4-12-15,2-13 16,3-15-16,4-10 16,-2-12-1,2-10-15,1-8 16,-4-5-16,-2-3 0,-4-1 15,-3 5-15,-3 6 16,-4 3 0,-5 9-16,-1 12 15,-3 12-15,-2 16 0,-2 13 16,1 16-16,-1 18 16,0 20-16,3 13 15,6 11 1,5 6-16,5-5 15,6-12-15,8-17 16,4-19-16,3-14 16,5-15-16,4-8 15,-2-10-15,0-6 16,-2-7-16,-4-4 16,-1-4-16,-4-3 15,-4-3-15,-2 4 16,-4 8-16,-5 11 15,-5 16-15,0 9 16,-3 22-16,-4 15 16,0 6-16,2 5 15,5-3-15,5-10 16,4-15-16,2-11 16,5-12-16,1-10 15,1-14-15,3-9 16,0-9-16,1-7 15,-1-4-15,0 1 16,-5 6-16,-1 8 16,1 12-16,-3 12 15,-5 17-15,-4 17 16,0 15-16,-2 8 16,-2 1-16,0-8 15,1-8-15,3-10 16,1-11-1,2-10-15,0-11 0,0-9 16,2-7-16,-1-6 16,1-4-16,1-2 15,-1-1-15,1 3 16,-1 8-16,-1 9 16,2 10-1,-2 13-15,0 12 0,-2 10 16,2 9-16,4 7 15,-1-4-15,2-7 16,1-12-16,3-9 16,0-14-16,4-12 15,-1-12-15,-1-8 16,2-8-16,-2-6 16,-1-3-1,-5-2-15,-2-1 16,-4 1-16,-1-1 0,-4 0 15,-3 2 1,-1 5-16,2 8 16,-1 11-16,-1 14 15,-1 15-15,-3 17 16,-3 21-16,0 19 16,3 22-16,-1 18 15,6 8-15,8-2 16,4-11-16,4-23 15,5-22-15,0-19 16,-2-17-16,-3-15 16,-3-12-16,-5-9 15,-2 4-15</inkml:trace>
  <inkml:trace contextRef="#ctx0" brushRef="#br2" timeOffset="139917.96">7701 11478 0,'0'0'15,"0"0"-15,16-13 16,11-2 0,2 2-16,2 3 0,1 4 15,1 5-15,-1 2 16,-3 3-16,-2-1 15,-4 1-15,-2 2 16,-4 3 0,-6 2-16,-5 5 0,-5 3 15,-8 7-15,-7 4 16,-7 1-16,-8-2 16,-4 0-1,-4-5-15,-1-3 0,4-6 16,1-2-1,7-4-15,7-4 0,4-3 16,7-4-16,5-3 16,5-1-16,5-2 15,-1 3 1</inkml:trace>
  <inkml:trace contextRef="#ctx0" brushRef="#br2" timeOffset="140233.09">8306 12052 0,'-39'21'0,"-25"5"16,-12 0-16,-8-7 15,-8-3-15,-10-6 16,-10-3-16,-11-2 16,-11-2-16,-11-1 15,-11-1-15,-8-1 16,-8 0 0,-10 0-16,-7 4 15,-6 0-15,-5 3 16,-11 2-16,43 0 15</inkml:trace>
  <inkml:trace contextRef="#ctx0" brushRef="#br2" timeOffset="166921.21">9308 11245 0,'0'0'0,"0"0"0,0 0 16,0 0-16,0 0 16,-4 15-16,-4 3 15,3-3-15,2-6 16</inkml:trace>
  <inkml:trace contextRef="#ctx0" brushRef="#br2" timeOffset="167065.98">9334 11523 0,'-18'41'0,"-1"13"16,2-8-16,6-13 16</inkml:trace>
  <inkml:trace contextRef="#ctx0" brushRef="#br2" timeOffset="167933.07">10709 12149 0,'-7'22'16,"-1"5"-16,0-7 15,8-20-15,-5 0 16,3-19-1,2-16-15,4-12 0,5-12 16,5-5-16,5-5 16,2 1-16,3 8 15,2 11-15,2 12 16,1 13-16,-2 15 16,-3 15-16,-1 19 15,-6 20-15,-2 16 16,-5 9-1,-2 5-15,-3 0 0,-5-1 16,-3-9 0,-2-12-16,0-14 15,-3-14-15,2-13 0,-1-15 16,1-15 0,0-15-16,4-11 15,3-11-15,6-9 16,4-1-1,5 0-15,6 2 0,4 8 16,7 11-16,0 11 16,-1 14-16,1 16 15,-1 15-15,-3 14 16,-3 15-16,-8 11 16,-4 4-16,-8-1 15,-4-1-15,-5-4 16,-3-7-16,-4-10 15,-1-10-15,1-13 16,1-11-16,-3-14 16,5-20-16,4-19 15,8-12-15,8-8 16,8 0-16,7 8 16,5 9-16,4 16 15,0 14 1,0 17-16,-5 21 15,-2 21-15,-4 22 16,-4 24 0,-2 13-16,-4 2 0,-5-13 15,-5-18-15,-2-24 16,-2-17-16</inkml:trace>
  <inkml:trace contextRef="#ctx0" brushRef="#br2" timeOffset="168133.39">11635 11898 0,'22'1'0,"11"0"16,8-3-16,5-2 16,4-4-16,-1-1 15,-1-3-15,-1 2 16,-4-1-16,-9-1 15,-6 0-15,-11 3 16</inkml:trace>
  <inkml:trace contextRef="#ctx0" brushRef="#br2" timeOffset="168349.61">11932 11614 0,'-12'32'0,"-5"24"15,5 12-15,7 8 16,7 7 0,3 3-16,2-3 15,-2-21-15</inkml:trace>
  <inkml:trace contextRef="#ctx0" brushRef="#br2" timeOffset="168566.57">12292 11465 0,'0'0'0,"-2"45"16,1 33 0,-2 18-16,-2 15 15,3 10-15,-1 0 16,0-18-16,1-29 16</inkml:trace>
  <inkml:trace contextRef="#ctx0" brushRef="#br2" timeOffset="169249.93">12286 11149 0,'-71'-39'0,"-33"-17"16,-8 1-16,3 12 16,1 11-16,1 15 15,1 13-15,3 13 16,-4 13-16,-3 16 16,2 15-16,2 11 15,2 15-15,5 11 16,9 10-16,4 10 15,12 8 1,10 10-16,10 8 16,17 6-16,14 1 15,13-1-15,16-4 16,16-11-16,16-12 16,17-11-16,16-13 15,15-12-15,10-14 16,12-13-16,7-11 15,2-16-15,4-13 16,2-16-16,1-11 16,2-15-16,-2-13 15,-4-12-15,-1-11 16,-8-11-16,-5-11 16,-7-10-16,-9-4 15,-10-7-15,-10-4 16,-11-4-16,-12-1 15,-13 0-15,-13-1 16,-14 3-16,-13 5 16,-11 4-1,-11 10-15,-11 7 16,-6 11-16,-7 17 16,-6 14-16,-5 17 15,-4 18-15,1 17 16,2 10-16,3 10 15,4-1-15,15-4 16</inkml:trace>
  <inkml:trace contextRef="#ctx0" brushRef="#br2" timeOffset="170849.53">13225 11542 0,'-18'-15'16,"-6"-5"-16,0 6 16,3 6-16,2 10 15,7 9-15,2 6 16,6 6-16,5 4 16,5 5-16,8 5 15,5 2-15,1 2 16,1 0-16,-4 0 15,-5-1-15,-8 1 16,-9-1-16,-11-1 16,-9-1-16,-6-5 15,-6-5-15,-4-8 16,0-6-16,0-8 16,2-8-16,7-9 15,3-7-15,5-8 16,6-7-1,7 0-15,7 2 16,8 7-16,7 6 16,8 8-16,3 10 0,5 13 15,7 14 1,10 15 0,10 5-16,1-4 0,-4-11 15,-3-14-15,-3-11 16,-2-9-16,-3-11 15,-2-12-15,0-9 16,-1-9-16,-5-11 16,-8-8-16,-3-10 15,-4-5-15,-3-4 16,-4-2-16,-5 4 16,-4 10-16,-5 11 15,-1 14-15,-3 16 16,1 12-1,-1 18-15,-2 17 16,-1 21-16,-1 19 16,3 15-16,8 15 15,8 9-15,6 5 16,4-5-16,1-12 16,-1-20-16,-4-23 31,-4-22-31,-3-14 0</inkml:trace>
  <inkml:trace contextRef="#ctx0" brushRef="#br2" timeOffset="171966.44">13408 11898 0,'-3'-27'16,"1"-12"-16,6 1 15,7 5-15,8 3 16,7 5-16,5 6 15,1 10-15,5 10 16,0 15-16,4 14 16,-3 11-16,-4 4 15,-5-1-15,-6-6 16,-6-11-16,-3-7 16,-2-5-16,-3-7 15,-9-8-15,9-4 16,-3-11-16,0-10 15,-3-9-15,1-5 16,-2-4-16,1 0 16,1 7-1,2 10-15,2 14 16,0 13-16,2 14 0,0 11 16,5 11-16,3 11 15,3 0-15,3-7 16,4-13-16,-1-14 15,3-13-15,0-9 16,-2-6-16,0-4 16,-3-2-16,-2-5 15,-5-5-15,-4-5 16,-7-4 0,-4-5-16,-4 0 15,-6 5-15,-1 8 16,-2 14-16,-3 17 0,-2 18 15,3 18-15,1 17 16,6 11 0,5 0-16,5-11 15,2-11-15,4-14 16,4-12-16,3-11 16,-2-8-16,2-11 15,-3-10-15,-1-15 16,-3-12-16,-4-12 15,-3-9-15,-2-7 16,-3-2-16,-1 1 16,-2 6-16,0 14 15,-2 18-15,-1 17 16,-3 17-16,-1 21 16,-1 20-16,1 21 15,2 16 1,7 13-16,6 6 15,10-4-15,4-12 16,1-18-16,3-17 16,1-15-16,3-13 15,-4-11-15,0-9 16,-1-10 0,-1-9-16,-4-10 0,-1-4 15,2-4-15,-1-1 16,5 2-16,0 12 15,2 13-15,-1 15 16,-2 16-16,-1 14 16,-4 10-16,-2 9 15,-3 3-15,-5-2 16,-4-2-16,-4-7 16,-1-8-1,-4-9-15,1-11 0,0-11 16,1-9-16,-1-12 15,5-15-15,6-6 16,5-1 0,6 8-16,6 11 15,3 15-15,2 13 16,3 16-16,-2 12 16,-4 8-16,-4 3 15,-5-12-15,-3-13 16</inkml:trace>
  <inkml:trace contextRef="#ctx0" brushRef="#br2" timeOffset="172176.03">15079 11187 0,'-8'12'16,"0"2"-16,10-2 15,5-5-15,0-2 16,-2-3-16</inkml:trace>
  <inkml:trace contextRef="#ctx0" brushRef="#br2" timeOffset="172313.79">15073 11510 0,'0'0'0,"9"-10"16</inkml:trace>
  <inkml:trace contextRef="#ctx0" brushRef="#br2" timeOffset="173182.51">16176 10555 0,'0'0'0,"0"0"16,0 0-16,0 0 15,-3 27-15,0 25 16,-3 21-1,0 14-15,3 16 0,0 9 16,2 6-16,5 1 16,5-6-16,1-16 15,0-21-15,1-21 16,-3-20-16</inkml:trace>
  <inkml:trace contextRef="#ctx0" brushRef="#br2" timeOffset="173582.78">16448 10800 0,'-5'26'0,"0"17"16,-1 10-16,4 6 15,4 6-15,4 3 16,6-4-16,3-10 16,5-16-16,3-15 15,4-17-15,1-13 16,-1-17-16,2-13 16,-1-11-16,-6-7 15,-5-3-15,-7-2 16,-7 3-16,-8 7 15,-8 6-15,-6 9 16,-8 12-16,-3 16 16,-4 11-16,-2 14 15,0 7-15,6 0 16,8-3-16,7-10 16,8-12-16,6-4 15</inkml:trace>
  <inkml:trace contextRef="#ctx0" brushRef="#br2" timeOffset="174116.26">17123 10684 0,'-3'35'0,"-2"13"16,-4-5-1,-3-11-15,-5-10 16,-5-9-16,1-9 16,-5-12-16,0-4 15,4-7-15,6-10 16,9-9-16,7-5 16,11-2-16,8 2 15,7 8-15,1 14 16,3 16-1,-2 15-15,-5 19 0,-1 20 16,-7 18-16,-9 16 16,-6 6-16,-7 1 15,-8-3-15,-8-6 16,-3-11-16,-7-13 16,-3-17-16,0-17 15,5-17-15,3-14 16,7-17-16,7-13 15,9-14-15,11-6 16,12 0-16,8 5 16,6 14-16,6 17 15,4 19 1,2 17-16,0 18 16,0 20-16,0 16 15,-1 5-15,-7-5 16,-9-17-1</inkml:trace>
  <inkml:trace contextRef="#ctx0" brushRef="#br2" timeOffset="174649.06">17495 10535 0,'-44'-78'0,"-24"-28"0,-7 1 16,-4 14 0,-3 17-16,-4 13 15,-1 11-15,-4 11 16,-3 9-16,-2 14 16,-1 15-16,0 16 15,-1 17-15,0 16 16,3 20-16,2 14 15,5 17-15,12 12 16,9 13-16,15 10 16,11 11-16,12 7 15,17 6 1,13 7-16,20 5 16,17-2-16,14-12 15,14-18 1,11-19-16,7-19 0,8-19 15,9-20-15,0-20 16,4-16-16,1-20 16,0-15-16,0-16 15,-2-19-15,-1-18 16,-3-19-16,-5-23 16,-5-21-16,-8-19 15,-7-17-15,-9-8 16,-8-9-16,-20-5 15,-10 8 1,-12 8-16,-12 9 16,-7 37-16</inkml:trace>
</inkml:ink>
</file>

<file path=ppt/ink/ink4.xml><?xml version="1.0" encoding="utf-8"?>
<inkml:ink xmlns:inkml="http://www.w3.org/2003/InkML">
  <inkml:definitions>
    <inkml:context xml:id="ctx0">
      <inkml:inkSource xml:id="inkSrc0">
        <inkml:traceFormat>
          <inkml:channel name="X" type="integer" max="32767" units="cm"/>
          <inkml:channel name="Y" type="integer" max="32767" units="cm"/>
          <inkml:channel name="T" type="integer" max="2.14748E9" units="dev"/>
        </inkml:traceFormat>
        <inkml:channelProperties>
          <inkml:channelProperty channel="X" name="resolution" value="375.81143" units="1/cm"/>
          <inkml:channelProperty channel="Y" name="resolution" value="655.20898" units="1/cm"/>
          <inkml:channelProperty channel="T" name="resolution" value="1" units="1/dev"/>
        </inkml:channelProperties>
      </inkml:inkSource>
      <inkml:timestamp xml:id="ts0" timeString="2021-06-24T06:59:12.283"/>
    </inkml:context>
    <inkml:brush xml:id="br0">
      <inkml:brushProperty name="width" value="0.05292" units="cm"/>
      <inkml:brushProperty name="height" value="0.05292" units="cm"/>
      <inkml:brushProperty name="color" value="#FFFFFF"/>
    </inkml:brush>
    <inkml:brush xml:id="br1">
      <inkml:brushProperty name="width" value="0.05292" units="cm"/>
      <inkml:brushProperty name="height" value="0.05292" units="cm"/>
      <inkml:brushProperty name="color" value="#FFFF00"/>
    </inkml:brush>
    <inkml:brush xml:id="br2">
      <inkml:brushProperty name="width" value="0.05292" units="cm"/>
      <inkml:brushProperty name="height" value="0.05292" units="cm"/>
      <inkml:brushProperty name="color" value="#FFC000"/>
    </inkml:brush>
    <inkml:brush xml:id="br3">
      <inkml:brushProperty name="width" value="0.05292" units="cm"/>
      <inkml:brushProperty name="height" value="0.05292" units="cm"/>
      <inkml:brushProperty name="color" value="#92D050"/>
    </inkml:brush>
  </inkml:definitions>
  <inkml:trace contextRef="#ctx0" brushRef="#br0">17198 1820 0,'0'0'0,"0"0"0,0 0 16,17-21-1,8-13-15,13-3 16,11-4-16,8 3 16,11-4-16,10-1 15,5-1-15,6 0 16,3 1-16,0 4 15,0 4-15,-5 4 16,-4 5-16,-11 2 16,-5 4-16,-11 6 15,-7 4-15,-8 5 16,-8 3-16,-5 3 16,-5-5-16,-9-4 15,-5 1-15</inkml:trace>
  <inkml:trace contextRef="#ctx0" brushRef="#br0" timeOffset="883.6">18913 1194 0,'10'-27'0,"5"-12"15,8-7-15,3-1 16,0 1-16,-3 1 16,-1 0-16,-5-1 15,1 0-15,-3-1 16,-6 2-16,-7 1 16,-5 6-1,-1 5 1,-3 6-16,-3 10 0,2 5 15,-1 6-15,3 5 16,1 6-16,0 7 16,4 9-16,1 9 15,2 11-15,3 14 16,-1 11-16,0 16 16,2 15-16,1 12 15,-1 9-15,-5 8 16,1 4-16,-1 0 15,-7-6-15,-1-13 16,0-13-16,1-12 16,0-15-16,0-14 15,1-16 1,-2-17-16,-1-18 16,1-18-16,0-16 15,0-13-15,3 5 16</inkml:trace>
  <inkml:trace contextRef="#ctx0" brushRef="#br0" timeOffset="1166.28">19046 1336 0,'-2'-43'0,"-4"-19"15,4 1-15,0 9 16,4 9-16,6 8 15,7 8-15,4 9 16,6 6-16,1 9 16,3 11-16,2 9 15,0 10-15,-4 10 16,-6 11-16,-7 11 16,-7 3-16,-11 3 15,-4-2-15,-4-11 16,-6-12-16,1-12 15,3-14-15,-1-13 16,-1-16-16,5-2 16</inkml:trace>
  <inkml:trace contextRef="#ctx0" brushRef="#br0" timeOffset="1616.6">19349 1052 0,'5'-17'15,"6"-6"1,9 4-16,8 8 0,4 8 16,1 13-16,-1 12 15,-5 8-15,-6 13 16,-8 9-16,-8 6 15,-8 2-15,-8-6 16,-4-10-16,-2-9 16,-2-10-16,0-11 15,-1-8 1,2-7-16,1-11 0,7-11 16,5-11-16,9-10 15,7-5 1,7-6-16,8-1 15,3 6-15,5 5 16,1 11-16,5 10 16,1 10-16,-2 11 15,-3 14-15,-4 13 16,-3 16 0,-3 11-16,-3 4 0,-5-4 15,-6-13-15</inkml:trace>
  <inkml:trace contextRef="#ctx0" brushRef="#br0" timeOffset="2033.33">20081 1220 0,'6'-56'16,"-1"-18"-1,-2 9-15,-4 13 0,-4 18 16,-6 15-1,-5 20-15,-2 17 0,-7 15 16,-3 16 0,1 12-16,2 4 15,5-2-15,7-9 16,9-13-16,8-12 16,5-12-16,6-10 15,2-12-15,3-9 16,1-8-16,-1-7 15,0-7-15,-1-3 16,-6-1-16,-2 4 16,1 10-16,-3 10 15,0 12-15,-1 12 16,-3 11-16,1 10 16,1 7-16,-1 6 15,1 4-15,6-5 16,5-9-16,3-16 15,5-11-15,-6-6 16</inkml:trace>
  <inkml:trace contextRef="#ctx0" brushRef="#br0" timeOffset="2499.46">20490 1064 0,'-3'-18'0,"-4"-5"16,-5 2-1,-2 10-15,-3 11 0,-2 13 16,0 13 0,-1 11-16,3 10 0,3 2 15,8-2 1,6-7-16,9-5 16,5-9-16,10-11 15,6-9-15,5-9 16,3-9-1,0-7-15,1-10 0,-1-9 16,-5-8-16,-5-7 16,-5-5-16,-6-1 15,-5-3-15,-5 2 16,-4 3-16,-2 7 16,-2 10-16,-3 10 15,-4 12-15,-1 8 16,-3 11-16,-1 12 15,-1 13 1,2 16-16,4 14 0,1 14 16,2 17-1,2 10-15,7-1 16,5-12-16,4-21 16,4-18-16,0-16 15,0-15-15,-6-10 16,-3-5-16</inkml:trace>
  <inkml:trace contextRef="#ctx0" brushRef="#br0" timeOffset="2700.01">20686 962 0,'21'-32'0,"14"-6"16,5 8-16,0 19 0,-1 16 15,-5 17 1,-6 15-16,-8 17 16,-8 12-16,-5 3 15,-5-8-15,-1-16 16</inkml:trace>
  <inkml:trace contextRef="#ctx0" brushRef="#br0" timeOffset="3733.08">21272 1001 0,'-2'-37'0,"-2"-9"0,-5 10 15,-8 20-15,-3 18 16,-3 17-16,-2 18 15,2 11-15,4 10 16,5 6-16,9-3 16,10-9-1,11-15-15,10-13 16,7-11-16,2-11 16,7-8-16,1-9 15,1-7-15,-2-2 16,-2-5-16,-5-2 15,-1-3-15,-6 0 16,-1-1-16,-9 1 16,-4 5-16,-2 3 15,-3 6-15,-2 2 16,-2 4-16,-1 2 16,-3 1-16,-1 0 15,-1 1-15,-3 1 16,1 2-16,-2 0 15,-1 3-15,0-1 16,-1 2-16,0 2 16,7 1-16,0 0 15,-7 0-15,0 4 16,1 1-16,2-1 16,4-4-1,-7 7-15,0 0 0,-2 5 16,1 2-16,-1 4 15,-1 5-15,-1 3 16,3 1-16,1-3 16,3-3-16,4-5 15,1-4-15,1-4 16,1-1-16,-3-7 16,0 0-16,8 1 15,5-9-15,1-3 16,1-7-16,2-1 15,-3-1-15,-3 6 16,-2 4-16,-2 5 16,-7 5-16,7 8 15,-1 13-15,2 6 16,-2 7 15,1 0-31,3-3 0,5-8 0,6-9 0,4-7 16,3-11-16,2-6 15,0-7-15,-2-9 16,-5-9-16,-5-4 16,-1-4-16,-6-5 15,-4-6 1,3-3-16,-6-1 16,-1 4-16,-2 6 15,-2 10-15,-3 8 16,-1 16-16,-1 13 15,-1 15-15,-3 12 16,-2 18-16,2 20 0,2 18 16,3 20-1,4 6-15,8-6 16,8-20-16,10-24 16,5-23-1,2-17-15,-5-9 0</inkml:trace>
  <inkml:trace contextRef="#ctx0" brushRef="#br0" timeOffset="5017.09">19551 2452 0,'8'-19'15,"6"-15"-15,-1-4 0,-3 0 16,-3-1-16,-4 2 16,-3 3-1,-5 5-15,-5 8 16,-3 10-16,-4 15 16,-4 14-16,-4 14 15,0 17-15,0 17 16,4 13-16,5 5 15,4-6-15,8-14 16,6-19-16,8-17 16,5-16-16,2-16 15,2-13-15,7-8 16,0-9-16,-2-3 16,-4-4-16,-6-2 15,-1-3-15,-4-3 16,-1 4-16,-1 10 15,-2 11-15,-5 24 16,3-2-16,1 19 16,-1 15-16,2 9 15,2 7-15,0-4 16,2-6-16,3-8 16,6-16-16,8-14 15,5-13-15,2-11 16,5-10-1,0-7-15,-5-7 16,-7-5-16,-7-1 16,-6-6-16,-6 3 15,-7 2-15,-5 8 16,-3 5-16,-3 11 16,-2 10-16,0 8 15,0 11 1,0 13-16,1 13 0,2 11 15,3 16-15,4 17 16,8 18-16,4 19 16,1 19-16,7 14 15,4 3-15,-2-3 16,-1-7-16,-3-16 16,-4-19-16,-6-20 15,-5-22 1,-7-20-16,-6-19 0,-13-22 15,2-6-15</inkml:trace>
  <inkml:trace contextRef="#ctx0" brushRef="#br0" timeOffset="5249.91">19765 2666 0,'6'-50'0,"8"-22"16,7-4-16,10 10 15,9 14-15,-1 17 16,0 16 0,-2 18-16,-5 17 15,-8 23-15,-7 14 16,-11 13 0,-2 6-16,-4-4 0,-2-11 15,-3-20-15,-2-21 16,1-12-16</inkml:trace>
  <inkml:trace contextRef="#ctx0" brushRef="#br0" timeOffset="5517.83">20213 1994 0,'0'0'16,"0"0"-16,9 31 16,4 25-16,0 20 15,4 15-15,0 12 16,3 10-16,-2 8 16,-1 3-1,-5-6-15,-8-15 0,-7-22 16,-3-26-16</inkml:trace>
  <inkml:trace contextRef="#ctx0" brushRef="#br0" timeOffset="6183.22">20169 2420 0,'23'-40'16,"12"-6"-16,4 14 16,-3 24-1,-4 23-15,-5 23 0,-11 18 16,-7 12-16,-5 5 16,-6-2-16,-8-11 15,-7-15-15,0-21 16,3-18-16,4-17 15,0-13-15,2-14 16,3-12-16,9-7 16,4-8-1,4-3-15,4 2 16,-3 2-16,1 4 16,-3 1-16,-1 7 15,-3 4-15,0 6 16,0 11-16,-3 10 15,-1 9-15,-2 13 16,0 12-16,-2 20 16,0 22-16,1 18 15,1 11 1,5 2-16,5-7 0,3-16 16,6-17-16,4-16 15,2-16-15,0-13 16,-2-8-16,0-10 15,-4-6-15,-4-8 16,-4-3-16,-4-4 16,-1-4-16,-2-5 15,-3 8-15,0 5 16,-2 10-16,0 10 16,3 14-16,1 17 15,5 19-15,1 11 16,-1 13-16,1 6 15,1-5-15,5-11 16,3-24-16,3-24 16,-1-24-16,-3-2 15</inkml:trace>
  <inkml:trace contextRef="#ctx0" brushRef="#br0" timeOffset="6349.94">20812 1942 0,'-10'31'0,"1"15"0,11-1 0,7-6 16,8-6 0,-1-11-16</inkml:trace>
  <inkml:trace contextRef="#ctx0" brushRef="#br0" timeOffset="7133.38">21147 2168 0,'-24'-11'0,"-11"-2"15,0 11-15,5 15 16,2 18-16,8 16 15,3 14-15,3 5 16,11-3 0,7-11-16,11-14 15,8-17-15,8-15 16,6-14-16,1-9 16,0-9-16,-5-5 15,-6-4-15,-3-7 16,-6-1-16,-9-2 15,-7 3 1,-3 9-16,-5 13 0,-1 14 16,-3 19-16,-2 14 15,-3 10-15,1 1 16,3-2-16,4-7 16,4-10-16,5-4 15,4-10-15,4-9 16,3-9-1,4-6-15,0-4 16,-3-2-16,0-1 0,-4 5 16,-1 10-1,0 13-15,1 13 16,0 14-16,1 8 16,4 3-16,1-4 15,3-7-15,3-10 16,3-10-16,4-9 15,4-12 1,0-8-16,-5-6 0,-2-6 16,-6-2-16,-7-3 15,-4-8-15,-4-3 16,-6-2-16,-2-3 16,-4 0-16,-3 0 15,-3 4-15,0 8 16,1 10-16,2 11 15,0 10-15,-1 15 16,4 11-16,0 17 16,3 16-16,2 15 15,3 14 1,1 12-16,5 6 16,3-6-16,1-14 15,-1-21-15,0-23 16,-2-18-16,-2-10 15</inkml:trace>
  <inkml:trace contextRef="#ctx0" brushRef="#br0" timeOffset="7349.94">21455 2214 0,'5'-31'0,"5"-10"15,5 3-15,8 11 0,7 15 16,7 16-16,4 16 16,-3 17-16,-6 14 15,-8 12-15,-8 5 16,-8-3-16,-5-14 16,-3-16-1</inkml:trace>
  <inkml:trace contextRef="#ctx0" brushRef="#br0" timeOffset="7933.63">21916 2149 0,'0'0'0,"-1"23"15,-1 17-15,-2 5 16,1-1-16,3-6 15,4-7-15,2-3 16,2-8-16,4-6 16,-3-7-16,-9-7 15,7 0-15,-3-7 16,-2-7-16,-3-2 16,-4-4-16,-4-5 15,-1-5-15,-1-5 16,2 1-16,5-3 15,4 3-15,6 5 16,8 6-16,7 8 16,4 10-16,3 11 15,1 10-15,-2 12 16,-3 10-16,-7 7 16,-6 0-16,-3-4 15,-4-8-15,-4-10 16,-3-9-16,3-14 15,0 0-15,-2-1 0,-1-16 16,3-8-16,2-3 16,2-4-16,1-3 15,2 1-15,4 4 16,1 5-16,3 10 16,0 13-16,1 10 15,1 12-15,-3 8 16,0 8-16,3-1 15,4-1-15,5-6 16,1-9-16,3-10 16,-7-5-16</inkml:trace>
  <inkml:trace contextRef="#ctx0" brushRef="#br0" timeOffset="8483.12">22723 2001 0,'0'0'16,"0"0"-16,0 0 16,9 14-16,2 12 15,0 4-15,-1 1 16,-1-1-16,-2-2 16,1-6-16,1-4 15,-3-4-15,-1-3 16,0-5-16,-5-6 15,2-1-15,-8-4 0,2-6 16,-3-7-16,0-6 31,-1-5-31,3-9 0,1-5 0,1-8 16,3 0-16,4 0 16,5 4-16,-1 7 15,2 7-15,3 6 16,2 6-16,1 7 15,2 8-15,-1 13 16,0 12-16,-3 19 16,-5 19-16,-5 22 15,-5 20-15,-2 15 16,-1 6-16,1-1 16,1-11-16,2-14 15,0-11-15,2-18 16,2-16-16,-1-16 15,2-12-15,2-8 16,4-13-16,2-10 16,1-18-16,-4-23 15,-1-17 1,0-13-16,-5-4 0,1 7 16,-2 11-16,-8 14 15,-2 19-15</inkml:trace>
  <inkml:trace contextRef="#ctx0" brushRef="#br0" timeOffset="9000.37">19387 3556 0,'-6'86'0,"-1"45"16,5 15-16,5-6 16,0-16-16,2-28 15,-3-31-15,-2-23 16</inkml:trace>
  <inkml:trace contextRef="#ctx0" brushRef="#br0" timeOffset="9266.18">19418 3486 0,'14'-42'0,"6"-11"16,0 12-16,0 22 15,-5 21-15,-6 26 16,-6 21-16,-8 22 16,-4 16-16,-7 12 15,-3 6-15,0-12 16,-2-19-16,3-27 15,5-20-15</inkml:trace>
  <inkml:trace contextRef="#ctx0" brushRef="#br0" timeOffset="9500.37">19765 3511 0,'0'0'16,"-3"29"-16,-2 23 15,-3 14-15,4 15 16,1 7-16,-2 8 16,2 1-16,1-10 15,-3-15-15,1-21 16</inkml:trace>
  <inkml:trace contextRef="#ctx0" brushRef="#br0" timeOffset="9833.2">19683 3866 0,'0'0'0,"0"0"0,13-10 16,6-6-1,3-2-15,2-3 16,3-2-16,3-7 16,-1-3-16,-6-2 15,-4 1-15,-4 0 16,-7 3-16,-6 5 16,-3 4-16,-2 10 15,3 12-15,-4 3 0,-1 21 16,0 15-16,0 15 15,3 15-15,5 11 16,4 10 0,2 11-16,0-8 15,1-10-15,-4-22 16</inkml:trace>
  <inkml:trace contextRef="#ctx0" brushRef="#br0" timeOffset="10100.01">20188 3499 0,'0'0'0,"-5"31"16,-1 24-1,3 17-15,2 16 16,5 12-16,0 7 16,2-5-16,-1-12 15,-1-18-15,-2-22 16,-4-22-16,2-28 16,-4-1-16,-2-11 15</inkml:trace>
  <inkml:trace contextRef="#ctx0" brushRef="#br0" timeOffset="10349.68">20169 3750 0,'-5'-57'0,"2"-20"0,5 6 16,6 13-16,8 18 15,6 9-15,6 12 16,3 8-16,0 11 15,0 14 1,-4 10-16,-9 13 0,-7 13 16,-11 10-16,-6 12 15,-8 8 1,-9 0-16,-7-6 0,2-20 16</inkml:trace>
  <inkml:trace contextRef="#ctx0" brushRef="#br0" timeOffset="10683.45">19141 4712 0,'0'0'15,"23"8"-15,19 3 16,14-7-16,15-5 16,12-9-16,8-3 15,8-2-15,4-3 16,-3 3-16,-2-2 15,-1 0-15,0-1 16,-3-4-16,-5-5 16,-22 4-16</inkml:trace>
  <inkml:trace contextRef="#ctx0" brushRef="#br1" timeOffset="17366.4">5191 5719 0,'-4'21'0,"2"13"16,1 0-16,1 3 16,3 0-16,-1 5 15,1 2-15,-1 5 16,2 6-16,-1 2 15,1 6-15,1 3 16,-3 1-16,1 4 16,1 4-1,1 4-15,-4 4 16,0 6-16,1 3 16,-2 3-16,0 2 15,1 3-15,0 3 16,1 0-16,-1 6 15,0 0-15,-1 2 16,0 3-16,0 3 16,-1 2-16,0 2 15,-4 2-15,0 4 16,-2 1-16,2 2 16,-2-1-16,-2-2 15,-1 3 1,3-2-16,-1 0 15,-2 0-15,-2-2 16,2 2-16,1-3 16,-3 0-16,0-5 15,2-5-15,3-9 16,3-7-16,1-14 16,0-24-1</inkml:trace>
  <inkml:trace contextRef="#ctx0" brushRef="#br1" timeOffset="19299.81">5260 5752 0,'0'0'0,"0"0"15,0 0-15,0 0 16,0 0-16,0 0 15,0 0-15,0 0 16,-4-12-16,-3-2 16,4 1-16,-1 5 15,4 8-15,0 0 16,0 0-16,0 0 16,0-6-16,0 6 15,7-6-15,7 1 16,-1 0-16,3 0 15,3-1-15,3 2 16,1 0-16,3-1 16,1 3-16,5-4 15,2 3-15,2 1 16,3 1 0,4 0-16,-1 3 0,3 0 15,4-2-15,2 2 16,4-1-16,4 0 15,3 1-15,4-2 16,-1 0-16,1-1 16,3 0-16,5 0 15,3 1 1,1-2-16,6-1 16,4 0-16,4-1 15,2 1-15,6-1 16,3-2-16,5 0 15,1 1-15,1-2 16,-2 1-16,5 2 16,2-1-16,0 0 15,-2 2-15,-1-2 16,4 4-16,-1 0 16,1 1-1,-1 0 1,2 0-16,-3 0 0,1 0 15,-3 0-15,2-1 16,0 1-16,2 0 16,-2-1-16,-3 1 15,-4-4-15,0 1 16,-7 0-16,-3-1 16,-5 1-16,-7-1 15,-2 1 1,-5-1-16,-6 1 15,-4 0-15,-7-1 16,-5 1-16,-7 0 16,-6 0-16,-5 1 15,-5-2-15,-6 2 16,-5 1-16,-3 1 16,-5 0-16,-3-1 15,-11 1-15,0 0 16,0 0-1,0 0-15,0 0 0,0 0 0,0 0 16,0 0-16,0 0 16,0 0-16,0 0 15,0 0-15,0 0 16,0 0-16,0 0 16,0 0-16,6 3 15,-2 2-15,0 0 16,-1 5-16,-2-1 15,-1 2-15,0 5 16,0 0-16,-1 3 16,1 4-16,-4 2 15,0 4-15,-1 3 16,2 4-16,-2 3 16,0 2-16,0 3 15,-1 5-15,1 4 31,0 2-31,0 4 0,1 3 0,-1 3 16,2 3-16,1-1 16,-1 4-16,2 0 15,0 2-15,0 3 16,1 3 0,-1 0-16,-2 1 15,2 1-15,0 3 16,-1 0-16,-1 2 15,3 2-15,-3 0 16,1 1-16,-1 3 16,-1 1-16,1 2 15,-4-1-15,-1 5 16,0-3-16,2 0 16,-1 3-16,0-1 15,-2-1 1,1 0-16,-2-1 15,1 5-15,0-2 16,-2 0-16,-1 2 16,0-1-16,0-1 15,2 0-15,1-1 16,-1-3-16,2-1 16,-3 0-16,1-2 15,0-1-15,0-3 16,0-2-16,3-1 15,-1-2-15,3-6 16,-5-9-16,-2-11 16,3-17-16</inkml:trace>
  <inkml:trace contextRef="#ctx0" brushRef="#br1" timeOffset="20616.25">5153 10497 0,'0'0'15,"0"0"-15,-13 4 16,-1 2-16,-1-2 16,15-4-16,0 0 15,0 0 1,-8 4-16,8-4 0,0 0 15,0 6-15,5-3 0,4-1 16,-1 2-16,7-2 16,1 2-16,-1 2 15,1-2-15,5 0 16,2-2 0,5 1-16,5 2 0,2-1 15,3-2-15,2 0 16,4-1-1,3 2-15,3-2 16,4 0-16,4 3 16,1 0-16,2 0 15,5-2-15,1 0 16,5 0-16,-2-2 16,3-1-16,3 0 15,4 1-15,4-2 31,5-3-31,5-1 0,1-2 0,-1 2 16,0-1 0,5 0-16,0 0 15,2-2-15,1 3 16,2-2-16,2-1 16,1-3-16,1 1 15,0-1-15,3-3 16,-1 0-16,0 0 15,1 1-15,1 0 16,0 1-16,0 1 16,-4-1-16,0 0 15,1 0-15,-4-1 16,2 2-16,2-1 16,-3 0-16,-2 3 15,0-1 1,-7 2-16,-1 2 15,-3 0 1,-5 2-16,-4 0 0,-2 1 16,-8 0-16,-6 2 15,-4 2-15,-2-3 16,-1 1-16,-6 0 16,-6-2-16,-9-6 15,-13 0-15,-12 4 16</inkml:trace>
  <inkml:trace contextRef="#ctx0" brushRef="#br1" timeOffset="21599.66">4566 5436 0,'-16'18'0,"-8"15"15,0 15-15,1 10 16,0 8-16,-1 10 16,0 1-1,1-5-15,2-6 16,1-14-16,5-12 16,2-15-16,5-12 15,1-13-15,2-13 16,3-11-16,2-12 31,4-11-31,0-10 0,4-4 0,4-6 16,4 0-16,6 0 15,-2 3-15,1 6 16,0 9-16,-1 9 16,1 9-16,0 11 15,1 9-15,0 9 16,-1 11-16,0 13 15,-2 17-15,-4 19 16,-2 13 0,0 7-16,3 3 15,2-8-15,7-11 16,0-12-16,3-12 16,-5-14-16,-8-9 15</inkml:trace>
  <inkml:trace contextRef="#ctx0" brushRef="#br1" timeOffset="21850.42">4377 5706 0,'0'0'0,"28"-3"0,20-5 15,14-2-15,11-2 16,14-4-16,7-5 16,0-1-16,-19 3 15</inkml:trace>
  <inkml:trace contextRef="#ctx0" brushRef="#br1" timeOffset="22450.18">11289 5248 0,'0'0'16,"0"0"-16,-3 28 15,1 20-15,0 6 16,-1 6-16,-3 5 15,0 2-15,-2 2 16,1-2-16,4-6 16,1-14-16,1-16 15,1-14-15</inkml:trace>
  <inkml:trace contextRef="#ctx0" brushRef="#br1" timeOffset="22967">11276 5538 0,'10'-51'15,"11"-17"1,3 5-16,1 15 0,3 17 16,-2 15-16,-5 14 15,0 9-15,-7 11 16,-7 10-16,-5 12 15,-8 10-15,-6 6 16,-7 3-16,2-4 16,-4-9-16,3-13 15,3-14-15,3-10 16,5-11-16,7-10 16,9-7-16,7-6 15,7-2-15,5 1 16,3 3-16,0 7 15,0 7-15,4 7 16,-3 10 0,-1 8-16,-1 9 15,-6 10-15,-4 11 16,-7 3 0,-5 1-16,-9-4 0,-8-1 15,-11-1-15,-6-2 16,-10 2-16,-4-7 15,-3-9-15,3-10 16,7-8-16,5-8 16,8-8-16,8-7 15,9-3-15,4-3 16,3 2-16</inkml:trace>
  <inkml:trace contextRef="#ctx0" brushRef="#br1" timeOffset="23583.75">10885 10581 0,'-9'-27'0,"-5"-16"15,-5-4-15,2 2 16,0 7-16,-2 6 0,-2 11 16,-3 9-1,0 11-15,-4 13 16,0 15-16,-1 16 16,2 16-1,7 16-15,4 9 16,13 5-16,13-3 0,12-16 15,11-21-15,8-24 16,12-22-16,8-22 16,10-17-16,-1-14 15,-5-7-15,-17 11 16</inkml:trace>
  <inkml:trace contextRef="#ctx0" brushRef="#br1" timeOffset="24232.89">4560 10929 0,'-1'101'0,"-2"29"16,-4-18-16,-2-31 16,-8-32-16,2-21 15</inkml:trace>
  <inkml:trace contextRef="#ctx0" brushRef="#br1" timeOffset="24616.36">4364 10774 0,'0'0'16,"-13"0"-16,0 0 15,13 0-15,0 0 0,4 2 16,16 3 0,12 3-16,9 8 15,6 1-15,5 1 16,0-3-16,-2-3 16,-4 0-16,-6-3 15,-4 2-15,-6 4 16,-7 6-16,-9 9 15,-10 7-15,-11 10 16,-9 12-16,-9 7 16,-9 10-16,-8 11 15,-3 7 1,-2 3-16,1-5 16,1-11-16,-6-16 15,11-19-15</inkml:trace>
  <inkml:trace contextRef="#ctx0" brushRef="#br1" timeOffset="25868.12">7707 10826 0,'0'0'16,"0"0"-16,0 0 16,0 0-16,1 25 15,3 17-15,-2 15 16,0 8-16,1 8 16,1 11-16,4 8 15,-2 3 1,-1-19-16</inkml:trace>
  <inkml:trace contextRef="#ctx0" brushRef="#br1" timeOffset="41816.5">2970 3382 0,'-71'-6'0,"-27"-1"16,2 5-16,11 6 15,17 5 1,6 6-16,9 9 16,5 6-16,3 9 15,3 9-15,3 7 16,3 10-16,2 8 15,1 7-15,7 8 16,2 2-16,2 1 16,8 1-16,4-2 15,6-3-15,9 0 16,7-4-16,11-2 16,6-1-16,5-5 15,3-6 1,6-4-16,7-7 15,5-3-15,2-8 16,7-8-16,3-9 16,3-10-16,2-7 15,3-12-15,0-7 16,-2-8-16,0-8 16,-3-8-1,-2-11-15,-6-9 0,-4-9 16,-3-8-16,-3-5 15,-11-7-15,-8-3 16,-2-6 0,-8-4-16,-9-3 0,-8-3 15,-9-2-15,-10 0 16,-6 2 0,-11 3-16,-4 6 15,-11 7-15,-11 11 16,-7 11-16,-6 11 15,-6 10-15,-4 8 16,-3 9-16,-5 3 16,-2 3-16,19 5 15</inkml:trace>
  <inkml:trace contextRef="#ctx0" brushRef="#br1" timeOffset="64481.49">6515 6616 0,'0'0'0,"0"0"16,0 0-16,0 0 0,0 0 16,0 0-1,0 0-15</inkml:trace>
  <inkml:trace contextRef="#ctx0" brushRef="#br1" timeOffset="64947.89">9422 6959 0,'0'0'0,"0"0"16,0 0-16</inkml:trace>
  <inkml:trace contextRef="#ctx0" brushRef="#br1" timeOffset="65322.23">8898 8857 0,'-14'11'16,"-1"2"-16,8 1 15,7 1-15,2-1 16,0-4-16</inkml:trace>
  <inkml:trace contextRef="#ctx0" brushRef="#br1" timeOffset="65751.39">6798 8947 0,'-18'13'16,"-3"4"-16,11 1 15,8 3-15,4-1 16,0-4-16</inkml:trace>
  <inkml:trace contextRef="#ctx0" brushRef="#br1" timeOffset="66797.99">8148 6377 0,'-9'16'0,"0"5"16,2-4-16</inkml:trace>
  <inkml:trace contextRef="#ctx0" brushRef="#br1" timeOffset="75549.55">6559 6513 0,'0'0'0,"0"0"16,0 0-16,0 0 15,0 0-15,0 0 16,0 0-16,0 14 16,-2 6-16,1-4 15,1-2-15,0-3 16,3-2-16,1-3 16,1-1-16,4 0 15,1 0-15,3-2 16,1-3-16,4-1 15,6 0-15,5 1 16,4-2-16,7-1 16,-1 0-16,4 1 15,4-1-15,6 2 16,4-2-16,5 1 16,2 1-16,4 0 15,0 0-15,3-4 16,0 1-16,-2 0 15,1 0-15,1-4 16,-5-1-16,0-1 16,-3 1-16,-5 0 15,-5-2 1,-4 1-16,-4 0 16,-7 0-16,-3 2 15,-3 0-15,-5 1 16,0 0-16,-3-1 15,0 2-15,-2-6 16,-5 0-16</inkml:trace>
  <inkml:trace contextRef="#ctx0" brushRef="#br1" timeOffset="76533.28">3550 3957 0,'0'0'16,"0"0"-16,0 0 16,0 0-16,10 15 15,6 8-15,-1 3 16,0 3-16,1 7 15,-4 3-15,0-1 16,-4-5-16,1-10 16,1-7-16,0-10 15,1-11-15,6-11 16,3-15-16,8-17 16,7-14-16,10-11 15,11-8-15,9-3 16,4 1-16,3 8 15,-2 8-15,-9 8 16,-17 15-16</inkml:trace>
  <inkml:trace contextRef="#ctx0" brushRef="#br1" timeOffset="78366.13">2756 4835 0,'-15'28'0,"-10"17"0,7 8 16,-3 3-16,7 4 15,1 0-15,2 5 16,2 1-16,5 4 16,-1-2-1,2-14-15</inkml:trace>
  <inkml:trace contextRef="#ctx0" brushRef="#br1" timeOffset="78999.49">2371 6403 0,'0'0'0,"-13"-15"15,-4-6-15,0-2 16,0 2-16,1 2 15,3 4-15,1 3 16,-1 5-16,-1 6 16,0 8-16,1 9 15,-1 8-15,-3 9 16,0 8-16,3 9 16,2 9-1,6 3-15,5 5 0,6-5 16,2-10-16,7-15 15,3-16-15,2-15 16,3-13-16,5-13 16,-2-14-16,-1-9 15,-1-7-15,-3-8 16,-4-6 0,1-5-16,-2-2 15,-3-3-15,-5 3 16,-5 3-16,-2 6 15,-5 8-15,-3 12 16,-4 13-16,-8 10 16,1 12-16,1 12 15,-3 16-15,1 14 16,0 14-16,5 15 16,2 11-16,7 10 31,8 0-31,2-18 0</inkml:trace>
  <inkml:trace contextRef="#ctx0" brushRef="#br1" timeOffset="79649.84">2541 5732 0,'-40'-33'0,"-17"-12"15,1 1-15,3 10 16,3 12-16,4 17 15,-4 15-15,1 14 16,-1 13 0,-3 15-16,3 12 0,2 11 15,2 12-15,6 8 16,7 7-16,4 6 16,10 4-1,8 3-15,10-2 16,11-3-16,8-5 15,13-6-15,9-7 16,8-9-16,8-14 16,5-17-16,3-19 15,2-19-15,0-17 16,3-16-16,-3-12 16,-1-14-16,-4-9 15,-2-10-15,-8-10 16,-1-10-16,-7-11 15,-5-10-15,-3-4 16,-5-4-16,-7-1 16,-9 0-1,-8 4-15,-8 8 16,-11 10-16,-8 13 16,-9 13-16,-10 15 15,-7 15-15,-5 20 16,-10 10-16,-13 13 15,-5 9-15,13 0 16</inkml:trace>
  <inkml:trace contextRef="#ctx0" brushRef="#br1" timeOffset="81866.75">2517 8120 0,'-16'-9'0,"-7"-5"15,3-3 1,-2 2-16,3 2 16,3 0-16,2 1 0,-1 5 15,3 5-15,2 4 16,-1 8 0,-2 9-16,-1 13 0,2 9 15,0 14-15,0 13 16,3 9-1,2 3-15,6-11 0,3-15 16,7-17 0,5-15-16,2-16 0,3-11 15,-1-11 1,3-13-16,1-11 0,-3-9 16,2-10-1,-1-7-15,0-7 16,-4-2-1,-4 1-15,-5 0 0,-1 4 16,-3 8-16,-6 10 16,-1 12-16,-3 12 15,-2 14-15,-2 15 16,-3 13-16,-2 15 16,2 12-16,0 14 15,0 8 1,7-11-16</inkml:trace>
  <inkml:trace contextRef="#ctx0" brushRef="#br1" timeOffset="82049.82">2700 8353 0,'-2'35'0,"0"27"15,2 13-15,2 7 16,2 11-16,-1-1 16,-3-20-16</inkml:trace>
  <inkml:trace contextRef="#ctx0" brushRef="#br1" timeOffset="82434.25">3400 8056 0,'0'0'0,"0"0"16,-14-4-16,-12 5 15,-5 8 1,-4 10-16,-7 12 0,-4 10 16,-3 5-1,-1 2-15,4-6 0,4-10 16,7-8-16,8-9 16,13-6-16,14-9 15,0 0-15,3 3 16,14-1-16,11 0 15,6 3-15,9 0 16,4 6-16,2 2 16,-1 4-1,-11-3-15</inkml:trace>
  <inkml:trace contextRef="#ctx0" brushRef="#br1" timeOffset="82867.23">3841 8120 0,'-2'-15'0,"0"-5"0,-3 6 15,-5 7-15,-2 14 16,-5 17-16,1 16 15,-2 12 1,2 6-16,5-1 16,5-12-16,9-13 15,6-14-15,9-13 16,3-13-16,0-13 16,3-9-16,-3-8 15,0-7-15,-2-6 16,-4-7-16,-4-5 15,-4-1-15,-6-1 16,-3 6-16,-4 11 16,-4 11-16,-2 17 15,-6 12-15,-2 15 16,-1 11-16,0 20 16,3 14-16,3 8 15,8 4 1,3-12-16</inkml:trace>
  <inkml:trace contextRef="#ctx0" brushRef="#br1" timeOffset="83149.42">4225 7546 0,'-8'33'0,"-2"27"15,1 22-15,5 22 16,3 12-16,1 16 15,-7 0-15,-2-30 16</inkml:trace>
  <inkml:trace contextRef="#ctx0" brushRef="#br1" timeOffset="83933.06">4427 7520 0,'-33'-30'0,"-16"-12"16,-9 4-16,-4 8 15,-7 8-15,-9 11 16,-7 6-16,-10 8 15,-8 5 1,-7 2-16,-6 2 16,-3-1-16,-4 0 15,0 0-15,-3 1 16,5-1-16,8-2 16,5 1-16,4 0 15,8-2-15,3-1 16,7 0-1,11-1-15,5-1 16,8-3-16,7 2 0,9 0 16,3 0-16,11 1 15,6 2-15,6 3 16,6 3-16,3 9 16,6 8-16,2 8 15,2 12 1,2 13-16,4 13 15,-3 15-15,3 9 16,-5 1-16,0 5 16,-5 1-16,-3-2 15,0-4-15,-1-4 16,0-8-16,1-12 16,3-7-16,0-9 15,5-11-15,7-11 16,0-10-16,4-7 15,8-9-15,8-3 16,5-4-16,6-1 16,9 1-16,10 0 15,8-1-15,9-1 16,11 1-16,9-2 16,8 1-16,8-3 15,8-1 1,6-2-16,14-6 0,1-1 15,7-2 1,-4-3-16,-3-2 16,-32 3-16</inkml:trace>
  <inkml:trace contextRef="#ctx0" brushRef="#br2" timeOffset="92399.56">5613 5997 0,'0'0'15,"0"0"-15,0 0 16,0 0-16,0 0 16,0 0-16,0 0 15,0 0-15,0 0 16,0 0-16,0 0 15,0 0-15,-7 10 16,-1 4-16,2-1 16,1-2-16,-2 1 15,-2-5-15,-2-3 16,2-5-16,3-5 16,0-5-16,2-6 15,6-3-15,3 0 16,4 4-16,3 1 15,1 5-15,2 4 16,1 4-16,-1 5 16,-2 2-16,-2 4 15,-4 6-15,-4 1 16,-3 0-16,-6 2 16,-1-1-16,-1-1 15,-2-3-15,0-3 16,0-5-16,1-5 15,1-3-15,0-8 16,-1-3-16,1-6 16,3-1-16,3 0 15,4 0-15,5 2 32,1 5-32,2 5 0,1 8 0,-2 2 15,0 5-15,1 5 16,-4 4-16,0 1 15,-4 3-15,-5-4 16,-2-1-16,-1 0 16,-4-2-16,-1-3 15,-1-2-15,0-2 16,-2-4-16,-1-2 16,2-3-16,2-2 15,0-3-15,5 0 16,3 0-16,5 3 15,-2 6-15,4-5 16</inkml:trace>
  <inkml:trace contextRef="#ctx0" brushRef="#br2" timeOffset="93656.02">10368 5822 0,'0'0'0,"0"0"16,0 0-16,0 0 15,0 0-15,-10 9 32,-3 6-32,0 1 0,1 1 0,0 0 15,3-4-15,2-2 16,1-2-16,0-4 15,6-5-15,0 0 16,-2-6-16,5-7 16,3-2-16,2-3 15,3 2-15,1 3 16,0 6-16,0 3 16,-2 7-16,0 3 15,-3 5-15,0 5 16,-2 2-1,-3 2-15,-3 1 0,-4-2 16,-3 0-16,-2-2 16,-2-4-16,0-3 15,0-9 1,3-5-16,2-7 0,4-8 16,0-6-16,6-3 15,1 2 1,2 5-16,1 3 15,0 6-15,2 5 0,2 4 16,-2 3-16,2 4 16,-2 4-16,-3 2 15,-2 4-15,-6 0 16,-4 2-16,-1 0 16,-3-3-16,-1-2 15,0-3 1,2-5-16,4-6 15,0-4-15,2 2 16</inkml:trace>
  <inkml:trace contextRef="#ctx0" brushRef="#br2" timeOffset="94750.19">10135 9761 0,'0'0'0,"0"0"16,0 0-16,0 0 15,0 0-15,0 0 0,0 0 16,0 0-16,-4 21 16,-3 6-1,-3-2-15,-1-3 16,-1-8-16,3-6 0,1-5 15,3-6-15,0-5 16,1-2-16,3-1 16,3-2-16,3 0 15,-1 1-15,2 3 16,3 3-16,2 4 16,3 3-16,-3 2 15,0 7-15,-1 3 16,0 2-16,-5 2 15,-3 0-15,-3-1 16,-3 0-16,-4-2 16,0-1-16,-2-6 15,0-4-15,2-7 16,-2-6-16,0-5 16,1-1-16,3-3 15,4 2-15,2 1 16,2 3-1,2 4-15,1 5 0,1 3 16,1 0-16,1 3 16,2 3-16,-1 2 15,-2 1 1,-1 3-16,-1 1 0,-2-1 16,-6-2-16,-8-6 15,2-3-15</inkml:trace>
  <inkml:trace contextRef="#ctx0" brushRef="#br2" timeOffset="95933.83">5518 10284 0,'0'0'0,"-12"1"16,-2 2-16,2-1 15,2-2-15,10 0 16,0 0-16,0 0 16,0 0-16,0 0 15,0 0-15,3 0 0,4-1 16,2 0-1,-3 0-15,-6 1 16,0 0-16,8-1 0,-2 4 16,-6-3-16,2 6 15,-2-6-15,-3 6 16,3-6-16,-5 1 16,0-4-16,1-5 15,4-4-15,0 1 16,0 0-16,5 4 15,1 2-15,-6 5 16,10 0-16,0 4 16,0 3-16,-4 4 15,-1 2-15,-3 3 16,-3 1-16,-1 0 16,-3 1-16,-3-2 15,-1-2-15,-1-5 16,-2-2-16,0-5 15,0-4-15,1-6 16,1-2-16,2-2 16,1-1-16,3 3 15,2 2-15,2 8 16,1-7-16,4 5 16,2 1-16,1 2 15,1 3-15,1 1 16,-3 2-16,-2 0 15,-1 2-15,-4 0 16,0-9-16,0 0 16,0 0-16,-4 2 0,-1-2 15</inkml:trace>
  <inkml:trace contextRef="#ctx0" brushRef="#br2" timeOffset="106170.05">3167 3756 0,'-23'4'16,"-2"-1"-16,0-3 15,9 0-15,7-6 16,6-4-16,5-7 16,3-8-16,4-5 0,7-7 15,8-8 1,0-7-16,9-8 15,7-7 1,6-7-16,6-2 0,4-4 16,5-2-16,-1-4 15,4-2-15,5-3 16,6-2-16,7-3 16,0-3-1,5-2-15,9-1 0,2-2 16,3 1-1,4 5-15,5 2 16,-3 2-16,-6 4 16,0 4-16,-3 5 15,-8 10-15,-2 9 16,-6 7-16,-6 8 16,-11 8-16,-9 9 15,-10 6-15,-4 7 16,-4 3-16,-2 2 15,-4-1-15,-4-3 16,-7-6-16,-6-3 16,-3 6-16</inkml:trace>
  <inkml:trace contextRef="#ctx0" brushRef="#br2" timeOffset="106533.94">6363 470 0,'0'0'0,"0"0"16,0 0-16,0 0 16,0 0-16,0 0 15,9 15-15,2 15 16,-5 12-16,-7 11 16,-2 5-16,2 3 15,1 0-15,2-4 16,3-7-16,-4-8 15,-6-11-15,-4-9 16,0-9-16</inkml:trace>
  <inkml:trace contextRef="#ctx0" brushRef="#br2" timeOffset="106783.49">6098 1046 0,'0'0'16,"0"0"-16,0 0 15,0 0-15,0 0 16,24 6-16,13 1 16,8 0-16,10-3 15,5 3-15,1-1 16,7 0-16,5 0 15,-2-4-15,-7-3 16,-16 0-16</inkml:trace>
  <inkml:trace contextRef="#ctx0" brushRef="#br2" timeOffset="107450.26">6142 1432 0,'0'0'16,"0"0"-16,0 0 16,14 18-16,7 9 15,3 8-15,-1 2 16,-1-1-16,-2-5 16,1-5-1,-6-5-15,0-5 0,-4-4 16,-2-2-16,-9-10 15,6 4-15,1-7 16,-1-6 0,-3-5-16,-1-5 0,0-5 15,-2-8-15,0-5 16,0-7-16,0-4 16,2-2-16,-1 3 15,-3 1-15,3 9 16,-1 5-16,-1 3 15,2 7-15,-2 6 16,-2 1-16,3 7 16,1 1-16,-1 7 15,0 0-15,0 0 16,8-4-16,5-1 16,6 2-16,3 1 15,7-2-15,3-2 16,4 0-16,4 1 15,6 3-15,4 2 16,-1 2-16,-2 0 16,-3 1-1,-6-3-15,-8-4 0,-10-1 16</inkml:trace>
  <inkml:trace contextRef="#ctx0" brushRef="#br2" timeOffset="107883.05">6691 1310 0,'-10'-10'0,"2"-1"16,11-1-16,6 3 15,7 4-15,5 4 16,-1 5-16,1 5 16,0 7-16,-6 5 15,-5 5-15,-10 7 16,-5 5-16,-9-1 16,-4-3-16,-5-4 15,-1-5 1,-3-4-16,6-7 0,2-7 15,4-6-15,7-6 16,10-7-16,7-3 16,8-1-16,4 1 15,8 1-15,4 2 16,8 2 0,4 5-16,4 5 15,1 3-15,3 6 0,-3-1 16,-12-3-16</inkml:trace>
  <inkml:trace contextRef="#ctx0" brushRef="#br2" timeOffset="108716.83">6987 445 0,'-40'-37'0,"-22"-9"15,-4 0-15,3 6 16,9 7 0,5 8-16,2 6 0,0 6 15,-3 11 1,0 6-16,-1 7 16,1 4-16,0 5 15,-3 7-15,2 6 16,3 9-16,0 9 15,0 8-15,-2 8 16,2 6-16,2 6 16,2 3-16,3 3 31,6 1-31,4-3 0,9 1 0,8-1 16,8 1-16,5 0 15,8 1 1,10 1-16,8 0 15,11-1-15,8-4 16,8-6-16,6-7 16,10-10-16,7-14 15,7-14-15,5-15 16,2-9-16,2-9 16,-2-7-16,1-6 15,-4-8-15,-5-8 16,-3-7-16,-4-7 15,-3-8 1,-6-6-16,-3-8 0,-7-8 16,-7-7-1,-2-9-15,-6-5 16,-10-3 0,-4-7-16,-8-1 0,-9 8 15,-10 3-15,-8 11 16,-10 7-16,-10 9 15,-6 8-15,-6 12 16,-5 11-16,-5 8 16,-8 7-16,-3 7 15,-6 2-15,-5 15 16,17 7-16</inkml:trace>
  <inkml:trace contextRef="#ctx0" brushRef="#br2" timeOffset="110116.73">8722 342 0,'0'0'0,"0"20"0,0 12 16,2 6-1,0 4-15,-2 4 16,0 8-16,-2 6 16,-1 2-16,2 0 15,0-6-15,2-7 16,3-4-16,1-8 16,1-4-16,2-10 15,-1-12-15,-2-7 16</inkml:trace>
  <inkml:trace contextRef="#ctx0" brushRef="#br2" timeOffset="110322.03">9107 755 0,'-9'2'15,"-3"-9"-15,1 0 16</inkml:trace>
  <inkml:trace contextRef="#ctx0" brushRef="#br2" timeOffset="111050.09">9447 509 0,'-6'-17'0,"-2"-5"15,2 4-15,4 6 16,2 12-16,4-4 15,0 7-15,2 12 16,1 10-16,-4 12 16,-6 15-16,0 13 15,-1 5-15,1 1 16,3-10 0,7-15-16,9-17 0,4-15 15,2-12-15,2-11 16,-2-8-16,3-8 15,-3-5-15,-1 0 16,0-1-16,-1 1 16,-4 1-16,-3-1 15,-3 6-15,-4 8 16,-4 9-16,1 9 16,-3 10-16,-2 9 15,0 8-15,0 9 16,1 3-16,0 6 15,1 1-15,2 1 16,1-6-16,-2-12 16</inkml:trace>
  <inkml:trace contextRef="#ctx0" brushRef="#br2" timeOffset="111300.51">10040 490 0,'-12'49'0,"-4"23"16,2 6-16,3 1 15,3-6 1,6-9-16,4-17 0,2-20 16,-1-12-16</inkml:trace>
  <inkml:trace contextRef="#ctx0" brushRef="#br2" timeOffset="111683.66">10249 477 0,'0'0'0,"-4"24"16,-1 16-16,3 4 16,1-3-16,3-8 15,6-7-15,4-11 16,1-8-16,2-7 15,0-6-15,2-7 16,-1-7-16,0-6 16,-1-6-16,-2-4 15,-2 3-15,-3 5 16,-2 11-16,-6 17 16,4 1-16,-5 18 31,-6 17-31,-3 13 0,-4 9 0,2 8 15,4 4-15,3 3 16,-2-7 0,-6-12-16,3-16 0</inkml:trace>
  <inkml:trace contextRef="#ctx0" brushRef="#br2" timeOffset="111982.7">9258 1265 0,'0'0'0,"0"0"15,0 0-15,0 0 16,33-3-16,26-5 16,15-5-16,9 0 15,3 3-15,1 2 16,-5 8-16,-7 6 16,-12 1-16,-14-2 15,-17-3-15</inkml:trace>
  <inkml:trace contextRef="#ctx0" brushRef="#br2" timeOffset="112383.76">9694 1362 0,'-7'-10'16,"1"-1"-16,8 3 15,11 8-15,5 7 16,3 8-16,-2 8 16,-7 8-16,-7 12 15,-9 7-15,-11 6 16,-9-2-16,-7-5 16,-3-8-16,-1-12 15,0-10-15,4-12 16,1-10-16,12-9 15,8-10 1,6-4-16,11 2 16,11 3-16,11 2 15,4 10-15,7 5 16,6 6-16,5 3 16,3 4-16,3 0 15,1-2-15,-2-7 16,-15-3-16</inkml:trace>
  <inkml:trace contextRef="#ctx0" brushRef="#br2" timeOffset="112600.29">10709 1052 0,'22'-8'0,"16"0"15,9 5-15,3 0 16,-4-2 0,-13-1-16</inkml:trace>
  <inkml:trace contextRef="#ctx0" brushRef="#br2" timeOffset="112766.61">10797 1252 0,'0'0'0,"0"0"16,0 0-16,0 0 16,31-18-16,16-8 15,9-6-15,3-3 16,-15 3-1</inkml:trace>
  <inkml:trace contextRef="#ctx0" brushRef="#br2" timeOffset="113167.86">11478 580 0,'0'0'0,"-12"28"16,-6 17-16,3 13 15,0 10-15,6 5 16,3-1-16,8-7 16,8-11-16,10-17 15,7-13-15,4-12 16,2-10-16,0-15 15,-5-8-15,-1-10 16,-6-7-16,-3-6 16,-6-8-16,-5-7 15,-3-3-15,-5 5 16,-8 4-16,-6 8 16,-5 10-16,-2 10 15,-3 15-15,-2 10 16,-2 8-16,7 9 15,4 6-15,8 3 16,3-5 0,2-6-16</inkml:trace>
  <inkml:trace contextRef="#ctx0" brushRef="#br2" timeOffset="113311.94">11876 923 0,'0'0'16,"0"0"-16,0 0 15,7-12-15</inkml:trace>
  <inkml:trace contextRef="#ctx0" brushRef="#br2" timeOffset="113633.5">12134 613 0,'0'0'15,"0"0"-15,0 0 16,0 0-16,23-5 15,11-2-15,3 7 16,-3 9-16,-5 9 0,-6 8 16,-8 8-1,-8 9-15,-9 9 16,-6 6-16,-1 4 16,-1-1-16,3-5 15,1-8-15,-1-15 16,2-14-16</inkml:trace>
  <inkml:trace contextRef="#ctx0" brushRef="#br2" timeOffset="114299.4">12620 483 0,'-51'-50'15,"-21"-18"-15,-1 3 16,4 11-16,4 13 16,-4 13-1,-4 11-15,-4 11 16,-2 6-16,-3 8 15,2 10-15,-2 4 16,7 5-16,3 8 16,4 8-16,6 9 15,5 10-15,3 6 16,6 5-16,6 9 16,12 9-16,9 3 15,13 1-15,12 2 16,14-5-16,15-9 15,16-13-15,15-13 16,11-10-16,12-9 16,14-11-16,5-10 15,7-9 1,2-6-16,-5-12 0,1-9 16,0-10-1,-3-7-15,-2-11 0,-7-7 16,-7-8-1,-8-10-15,-9-7 16,-6-8-16,-12-6 16,-14-7-16,-13 0 15,-14 2-15,-18 8 16,-21 9-16,-21 10 16,-15 8-16,-10 16 15,-10 4-15,-4 12 16,-2 13-16,3 11 15,4 9-15,2 6 16,7-4-16,15-2 16</inkml:trace>
  <inkml:trace contextRef="#ctx0" brushRef="#br3" timeOffset="159851.14">14486 6365 0,'-3'28'0,"-1"19"16,1 12-16,3 8 15,-1 8-15,0 7 16,-2 8-16,-3 4 15,2 5-15,-4 8 16,0 6-16,0 10 16,-2 5-1,0 7-15,2 4 0,-2 5 16,0 2-16,-3 9 16,2 6-16,-3 7 15,2 7-15,0 3 16,-2 6-16,0 6 15,2 5-15,-1 2 16,3 1 0,-1-1-16,5 0 15,0-3-15,2-5 16,-2-11-16,-5-13 16,-3-17-16,1-38 15</inkml:trace>
  <inkml:trace contextRef="#ctx0" brushRef="#br3" timeOffset="162116.72">14468 6320 0,'0'0'0,"0"0"0,0 0 15,0 0-15,0 0 16,0 0-16,0 0 15,0 0 1,0 0-16,0 0 16,0 0-16,0 0 0,0 0 15,0 0-15,0 0 16,0 0-16,0 0 16,0 0-16,19-4 15,9-1-15,0 1 16,1-1-16,0 2 15,1 0-15,1 0 16,2 3-16,4-1 16,3 1-16,5 0 15,3 0-15,5 0 16,2 0-16,5-1 16,1-2-16,4 1 15,6-1-15,4 2 16,2 0-16,3 1 31,6-3-31,3-1 0,3 1 0,3 0 16,1 0-1,3-1-15,3 2 16,4 0-16,0-1 16,0 0-16,2-1 15,4 1-15,4-2 16,2 2-16,3 0 15,2-1-15,-1 0 16,-1-3-16,0 2 16,2 0-16,-3 1 15,-4 0-15,-3-1 16,-1 4-16,-7 1 16,-3 0-16,-4 2 15,-5 1 1,-8-1-16,-6 3 15,-6 0-15,-7 1 16,-5 1-16,-5 0 16,-5 0-1,-7 2-15,-5-2 0,-4-1 16,-4-1-16,-4-2 16,-3 0-16,-6 0 15,-1-3-15,-3 2 16,-3-1-16,-2-1 15,1 1-15,-10-1 16,0 0-16,0 0 16,7 0-16,-7 0 15,0 0-15,8 0 16,-8 0-16,0 0 0,0 0 16,6-4-16,-2 1 15,0-2-15,-1 0 16,-3 5-16,3-5 15,1-1-15,-1 0 16,-3 6-16,3-7 16,-2 1-16,-1-1 15,0 7-15,2-7 16,-2 7-16,4-6 16,0 0-16,-4 6 15,0 0-15,3-5 16,-3 5-16,0 0 0,0 0 15,3-6-15,-3 6 16,4-7-16,0-1 16,-1 2-16,-3 6 15,3-7-15,-3 7 16,1-6-16,-1 6 16,0 0-16,0 0 15,0 0 1,0 0-16,0 0 0,0 0 15,0 0-15,0 0 0,0 0 16,0 0-16,0 0 16,0 0-16,0 0 15,0 0-15,0 0 16,0 0-16,0 0 16,0 0-16,0 0 15,0 0-15,0 0 16,0 0-16,0 0 15,0 0-15,0 0 0,0 0 16,0 0-16,0 0 16,0 0-16,0 0 15,0 0-15,0 0 16,0 0-16,0 0 16,0 0-16,0 0 15,0 1 1,-2 9-16,-1 2 15,0 3-15,-2 3 0,2 5 16,-2 2-16,-1 3 16,1 3-16,-1 4 15,2 3-15,1 2 16,0 3-16,1 1 16,-1 5-16,0 3 15,0 3-15,0 1 16,1 5-16,0 1 15,-2 4-15,1 0 16,1 2-16,0 1 16,1 2-16,-1 0 15,-1 3-15,-1 2 16,1 1-16,1 1 16,-1 0-16,0 0 15,-1 4-15,1 1 16,-1 2-1,1 1-15,-3 1 16,1 3-16,0 3 0,1 3 16,-3 3-16,0 0 15,2 0-15,0 3 16,2 4 0,-4 6-16,2 2 15,0 1-15,1 6 16,-3 4-16,-2 3 15,-6 8-15,5 1 16,-1 3-16,3 3 16,-1 2-16,0-1 15,1-4-15,2-5 16,-1-4-16,-5-11 16,-4-9-16,5-29 15</inkml:trace>
  <inkml:trace contextRef="#ctx0" brushRef="#br3" timeOffset="163150.21">14183 11368 0,'0'0'0,"0"0"16,0 0-16,0 0 16,0 0-16,0 0 15,0 0-15,14 8 16,5 4-16,5-2 15,4-2-15,4-4 16,4-2-16,4-2 16,4-2-16,5-1 15,0 0-15,6-1 16,6-1-16,6 0 16,4-3-16,5 1 15,2 1-15,5-1 16,6-2-16,2 2 15,4 0 1,3-1-16,6 2 16,2 0-16,5 2 15,3-1-15,3 1 16,1-2-16,2 0 16,3-2-16,-3 3 15,1-1-15,3 2 16,1-1-16,1 0 15,4 1-15,-1-3 16,2 2-16,0-1 16,-1-1-16,1-1 15,-1-1-15,1 0 16,3 2-16,1 1 16,-3 0-16,3 2 15,-2 2-15,-2 1 16,-5 0-1,-9-3-15,-29 0 0</inkml:trace>
  <inkml:trace contextRef="#ctx0" brushRef="#br2" timeOffset="168399.24">16687 6261 0,'0'0'15,"0"0"-15,0 0 16,14-2-16,1 0 16,-4-1-16,-1 2 15,-10 1-15,0 0 0,0 0 16,0 0 0,7-5-16,-7 5 0,0 0 15,0 0-15,0 0 16,0 0-16,4-5 15,-4 5-15,2-6 16,-2 6-16,1-6 16,-1 6-16,0 0 15,0 0-15,0 0 0,0 0 16,0 0-16,0 0 16,0 0-16,0 0 15,0 0-15,0 0 16,0 0-16,0 0 15,0 0-15,-1 1 16,0 5-16,0 3 16,1 2-16,-1-1 0,-1 0 15,1 3 1,1-2-16,-2 3 16,0 1-16,1-1 15,-1 1-15,-1 2 16,0 0-16,1 1 15,1 1-15,-1 2 16,0-1-16,1 2 16,0 1-16,2-1 15,-1 2-15,1-1 0,0 0 16,-2 1-16,1 1 16,3 2-1,-1 1-15,1 0 16,-1 0-16,-2 0 15,0-1-15,1 4 16,2-1-16,-1 3 16,1 0-16,-1 0 15,-1 1-15,1-1 16,-1 2 0,1 0-16,-2 1 0,0-1 15,0 4-15,1-2 16,2 2-16,-3 0 15,0 2-15,-1 1 16,-2 0-16,1 2 16,0-3-16,-2 1 15,-1 1-15,2 0 16,1 0-16,-2 1 16,1 0-16,1-2 15,-2 0-15,1-2 16,-1 1-16,1-1 15,-1 1-15,4 2 16,-3-1-16,-1 2 16,1 0-16,0-1 15,-1 0-15,2 1 16,0 0-16,-1-1 16,0-1-1,-1 0-15,1 1 0,-2 0 16,2 1-16,-2 2 15,2-1-15,-2 1 16,1 1-16,-2-2 16,3 0-16,-1 0 15,1-1-15,-1 1 16,0-1-16,-1 2 16,1-1-16,1 2 15,0-2-15,-1-1 16,1 2-16,-2-2 15,0 0-15,2-2 16,-2 3-16,2-2 16,-2-1-16,2 0 15,2-1-15,-2 0 16,1-2 0,1 1-16,-1-2 0,1-1 15,0 1 1,0-1-16,1-1 15,2 0-15,-2-2 16,-1-3-16,0 0 16,0 2-16,1 0 15,0 0-15,-1 0 16,1 0-16,0-3 16,0 1-16,-2 0 15,0 0-15,1-1 16,0 2-16,-2-4 15,2-2-15,1 2 16,-1-1-16,-2 0 16,3-1-16,-1 0 15,0 0-15,0 1 16,0-2-16,0-1 16,0 1-1,1-1-15,0-1 16,0 1-16,-1 1 15,0 0-15,0 1 16,0 1-16,1 1 16,-1-2-16,0-1 15,1-1-15,0-3 16,2-2-16,-1-3 16,3 0-16,0-3 15,-2-1-15,-2-12 16,-3 3-16,-12 13 15,0 3-15</inkml:trace>
  <inkml:trace contextRef="#ctx0" brushRef="#br2" timeOffset="170100.66">14265 8695 0,'0'0'15,"0"0"-15,0 0 16,0 0-16,0 0 16,0 0-16,0 0 15,0 0-15,0 0 16,0 0-16,0 0 16,0 0-16,0 0 0,17-3 15,4-2-15,-1 1 16,-2 2-16,-1-2 15,1 0 1,-4 1-16,3 1 0,0-2 16,0 2-16,3 0 15,1 1-15,1-2 16,3 1 0,1 2-16,2-1 15,0-1-15,0 0 16,3 1-16,2 0 15,0 1-15,2-3 16,2 0-16,1 0 16,0 1-16,2 0 15,3 1-15,2-1 32,1 0-32,-1 1 0,3-1 15,1-2-15,0 1 0,3-1 16,-1-1-16,1 2 15,2-2 1,-1 2-16,1-1 16,-1 1-16,1 0 15,1 3-15,0-1 16,1 2-16,1-1 16,0 1-16,-2 1 15,0-2-15,0 0 16,0 0-16,1 0 15,-1 0-15,1 0 16,0 0-16,0 0 16,0 0-16,-1 0 15,-1 0-15,0-2 16,3 1-16,2-1 16,3-2-1,0 1 1,0-1-16,-1 1 0,-2 0 15,2 0-15,0 0 16,0 2-16,2-1 16,1-2-16,-1 1 15,0 1-15,0-2 16,-2 2-16,1-1 16,-1-1-16,-2 1 15,-1-1-15,1 1 16,-2 1-16,1 0 15,1 2-15,0-1 16,-2 1-16,-1 0 16,0 0-16,-2 1 15,-3-1-15,-1 1 16,-4 1-16,-1-2 16,2 0-16,-1 3 15,-4 0-15,-1-1 16,0 0-1,-2 1-15,-2 0 16,-1-2-16,-3-1 0,-2 2 16,0-1-16,-1 0 15,0-1-15,-2 0 16,-1 0-16,-3 0 16,-2 0-16,-1 0 15,-5-1-15,-2-2 16,0 3-16,-1 0 15,-3 0-15,-2-1 16,-1 0-16,0 1 16,-7 0-16,0 0 0,0 0 15,6-3-15,-2-3 16,-2-5-16,-6-4 16,-6-6-16,-1 3 15</inkml:trace>
  <inkml:trace contextRef="#ctx0" brushRef="#br2" timeOffset="175100.16">2263 1955 0,'-29'4'16,"-12"-2"-16,5-3 0,4-5 16,11-3-16,7-8 15,9-6-15,8-12 16,8-12-16,9-12 16,13-11-1,8-6-15,12-5 16,2-1-16,1 5 15,-1 4-15,-6 7 16,-4 8-16,-6 9 16,-9 5-16,-3 5 15,-4 6-15,-2 0 16,-13-3-16,-7 8 16</inkml:trace>
  <inkml:trace contextRef="#ctx0" brushRef="#br2" timeOffset="175900.12">2536 548 0,'0'0'15,"16"-6"-15,9-2 16,4 4-16,-1 7 16,1 8-16,-2 10 15,-2 9-15,-1 11 16,-3 11-16,-7 5 16,-4-3-16,0-6 15,-6-9-15,-1-4 16,-6-4-16,-4-5 15,-4-3-15,-2-4 16,-4-5-16,3-8 16,-1-5-16,-1-9 15,6-9-15,2-8 16,4-8-16,5-7 16,4-5-16,2-4 31,7 1-31,6 1 0,3 6 15,5 7-15,-1 7 16,0 8-16,1 4 0,1 8 16,1 7-1,-5 10-15,0 8 0,-2 10 16,-2 9 0,-3 10-16,-5 0 15,0-3-15,-3-7 16,-3-4-16,-4-5 15,-3-1-15,-2-4 16,-3-2-16,-2-6 16,2-4-16,-2-6 15,-3-6-15,1-8 0,-1-6 16,0-9-16,3-7 16,4-6-1,6-4-15,5-1 16,5 2-16,4 4 15,5 7-15,-1 5 16,4 5-16,-2 5 16,3 8-16,-2 6 15,-3 9-15,-1 10 16,1 11-16,-5 12 16,-3 13-16,-1 7 15,-4-1-15,2-10 16,1-17-16,-1-16 15,-3-11-15</inkml:trace>
  <inkml:trace contextRef="#ctx0" brushRef="#br2" timeOffset="176116.16">3412 813 0,'0'0'15,"0"0"-15,20-4 16,12-1-16,9-7 16,7-3-16,9-2 15,3 3-15,1 4 16,-3 6-16,-8 7 16,-9 0-16,-13-5 15,-11-1-15</inkml:trace>
  <inkml:trace contextRef="#ctx0" brushRef="#br2" timeOffset="176350.77">3784 568 0,'0'0'0,"0"0"0,-5 14 15,0 13-15,5 11 16,3 9-16,-1 8 16,3 8-16,2 6 15,-3 2 1,1-12-16,-1-19 16,-2-15-16</inkml:trace>
  <inkml:trace contextRef="#ctx0" brushRef="#br2" timeOffset="176567.66">4194 574 0,'-6'22'0,"-1"18"16,3 16-1,0 9-15,2 8 16,3 3-16,6-4 16,7-14-1,3-20-15,0-18 0,-5-13 16</inkml:trace>
  <inkml:trace contextRef="#ctx0" brushRef="#br2" timeOffset="177216.57">4358 426 0,'-52'-39'0,"-29"-14"15,-12-3-15,0 7 16,1 8-16,-3 10 15,-3 11-15,-7 12 16,-5 11-16,-6 8 16,0 7-16,0 5 15,5 5-15,8 5 16,7 6-16,6 6 16,8 8-1,5 6-15,8 10 16,10 7-16,11 3 15,7 5-15,13 3 16,15 1-16,13-4 16,17-6-16,16-6 15,12-3 1,12-8-16,15-5 0,7-6 16,11-9-16,10-8 15,8-6-15,6-11 16,10-11-16,10-11 15,2-10-15,-1-12 16,-1-6-16,1-9 16,-2-9-16,-5-9 15,-8-7-15,-10-9 16,-14-8-16,-18-3 16,-20-4-1,-16 2-15,-19-3 16,-25 1-16,-22 4 15,-18 8-15,-19 6 16,-22 14-16,-16 15 16,-19 16-16,-15 13 15,-11 9-15,-13 9 16,29 2-16</inkml:trace>
  <inkml:trace contextRef="#ctx0" brushRef="#br2" timeOffset="187665.92">5991 3615 0,'14'8'0,"7"0"16,2-2-16,0 0 15,0-4-15,5 0 16,-1-2-16,1-1 16,2 1-16,6 1 15,3-1-15,3 0 16,3 0-16,4 0 15,-1 2-15,4 2 16,4 0-16,1 2 16,-4 2-16,1-1 15,3 2 1,-4 1-16,2 1 0,-3 1 16,0-1-16,-1-2 15,1-7 1,-1-3-16,3-5 15,3-2-15,5-2 16,1-2-16,-2 2 16,0 2-16,1 4 15,-2 5-15,0 6 16,-1 6-16,-2 1 16,1 2-16,-3 2 15,1-4-15,2-2 16,2-5-1,2-6-15,-1-2 16,4-5-16,1-1 0,3-2 16,2-1-1,0-1-15,-1 2 16,0 3-16,1 4 16,4 2-1,-2 0-15,1 3 0,-1 1 16,3 3-16,2-1 15,2 1-15,2-3 16,-1 0-16,-1-1 16,0-3-16,2 0 15,0 0-15,-1 0 16,-3-5-16,1 0 16,0-3-1,-1 2-15,0 0 16,-2 3-16,-1 3 15,1 0-15,-6-2 16,-6 5-16,-16 1 16</inkml:trace>
  <inkml:trace contextRef="#ctx0" brushRef="#br2" timeOffset="201700.79">6735 12659 0,'14'-55'16,"4"-28"-16,-1-5 16,-2 2-16,0 5 15,-3 6-15,0 3 16,-1 3-16,0 4 16,-1 6-16,0 4 15,0 10-15,-1 10 16,0 13-16,-2 8 15,-1 12-15,0 13 16,-1 13-16,-6 14 16,-1 16-16,0 19 15,0 20-15,-2 19 16,1 18-16,1 14 16,2 4-16,0-4 15,-3-9-15,0-12 16,1-14-1,2-12 1,0-15-16,1-17 0,1-16 16,0-15-16,-7-16 15,-8-15-15,-4-20 16,2-3-16</inkml:trace>
  <inkml:trace contextRef="#ctx0" brushRef="#br2" timeOffset="201949.69">6862 12537 0,'19'-57'0,"13"-18"16,3 7-16,0 20 16,-3 19-1,-1 22-15,-6 17 16,-5 23-16,-7 21 15,-9 16-15,-8 9 16,-6 5-16,-3 1 16,-4-4-16,-6-9 15,3-19 1,7-19-16</inkml:trace>
  <inkml:trace contextRef="#ctx0" brushRef="#br2" timeOffset="202383.16">7032 12485 0,'32'-26'15,"10"-4"-15,-5 11 16,-7 16-16,-6 16 16,-7 15-16,-3 15 15,2 8-15,-1-1 16,-1-10-16,4-9 15,-1-13-15,2-10 16,-3-13-16,-1-13 16,-2-10-16,-3-10 15,-1-9-15,-5-5 16,-1-5-16,-7 0 16,-6 5-16,-5 1 15,0 11-15,-3 9 16,-2 11-16,1 15 15,-1 13 1,-3 20-16,3 17 0,1 8 16,5 7-16,6-1 15,10-8-15,5-10 16,3-16-16,5-17 16,5-17-16,4-13 15,3-11-15,-5 3 16</inkml:trace>
  <inkml:trace contextRef="#ctx0" brushRef="#br2" timeOffset="203416.71">7542 12343 0,'7'69'0,"10"25"15,-2-2 1,1-21-16,0-25 16,-4-25-16,-1-20 15,-1-18-15,-1-16 16,0-13-16,0-9 16,-2-9-16,3-4 15,1 6 1,0 9-16,-2 13 0,0 12 15,-3 14-15,2 14 16,-3 14-16,0 15 16,0 15-16,-1 11 15,-3 1-15,0-1 16,-2-9-16,-1-10 16,3-10-16,3-10 15,-4-16-15,5-1 16,0-12-16,0-10 15,2-8-15,-2-8 16,2-3-16,-2 1 16,3 5-16,2 9 15,1 9-15,1 11 16,0 16-16,2 13 16,0 12-16,-1 10 15,-1 3 1,3-4-16,1-9 0,0-14 15,3-14-15,0-13 16,-2-10-16,1-11 16,-1-10-16,0-9 15,0-8-15,-3-6 16,-1-3 0,-1-4-16,-3 2 15,-3 1-15,-1 4 16,-2 6-16,1 8 15,-3 12-15,-2 12 16,-3 10-16,4 13 16,-5 9-16,0 18 15,2 15-15,2 15 16,2 13-16,2 14 16,2 5-16,4-5 15,-1-6-15,2-15 16,2-11-16,-1-12 31,0-10-31,0-9 0,0-9 0,-2-6 16,-9-6-16,7-1 15,-1-6-15,-2-12 16,2-8-16,0-9 16,2 0-16,1-1 15,0 8-15,1 8 16,0 7-16,-10 14 15,7 0-15,-2 9 16,-3 8-16,-2 5 0,-2 2 16,-1 5-16,-4 1 15,0 0-15,-1-1 16,0-4 0,-2-7-16,0-8 0,1-12 15,-3-10 1,-2-8-16,-3-8 0,0-10 15,6 4 1</inkml:trace>
  <inkml:trace contextRef="#ctx0" brushRef="#br2" timeOffset="203633.27">8104 12046 0,'9'16'0,"4"4"16,0-1-16,4-8 16,-3-7-16,-2-4 15,-6-6-15,-4-1 16,-2 1-16</inkml:trace>
  <inkml:trace contextRef="#ctx0" brushRef="#br2" timeOffset="203849.8">7587 11969 0,'-13'12'15,"0"0"-15,5-4 16,8-8-16,-2 2 16</inkml:trace>
  <inkml:trace contextRef="#ctx0" brushRef="#br2" timeOffset="204232.74">8797 12085 0,'0'0'16,"-12"8"-16,-4 2 15,1 0-15,5 3 16,0-4-16,0-2 16,3-3-1</inkml:trace>
  <inkml:trace contextRef="#ctx0" brushRef="#br2" timeOffset="204383.13">8735 12331 0,'0'21'16,"4"4"-16,3-6 0,-1-9 15,-6-10 1,4 3-16</inkml:trace>
  <inkml:trace contextRef="#ctx0" brushRef="#br2" timeOffset="204849.36">9119 12349 0,'17'-4'0,"6"-12"16,-1-8-16,0-9 15,-2-7-15,-2-5 16,-3-5-16,-1-1 16,-1 1-16,-5-2 15,1-1 1,-2 1-16,-3 2 15,-1 4-15,-3 7 16,-3 9-16,-2 10 16,-2 10-16,2 12 15,-5 12-15,2 11 16,-3 12 0,2 13-16,2 10 0,0 13 15,7 12-15,0 12 16,3 13-16,0 10 15,3 7-15,0 3 16,0 1-16,4-4 16,-3-7-16,2-11 15,-4-12-15,-3-19 16,-4-22-16,-6-24 16,0-15-16</inkml:trace>
  <inkml:trace contextRef="#ctx0" brushRef="#br2" timeOffset="205115.81">9183 12485 0,'19'-73'16,"11"-25"-16,2 8 15,-1 23-15,-2 23 16,-2 23-16,-4 18 15,-2 23-15,-5 19 16,-8 19-16,-4 16 16,-4 8-1,-2 0-15,-1-9 16,-2-14-16,-2-18 0,0-20 16,0-20-16,2-6 15</inkml:trace>
  <inkml:trace contextRef="#ctx0" brushRef="#br2" timeOffset="205315.93">9542 11962 0,'10'-2'0,"2"8"15,-3 17-15,-5 16 16,-5 22-16,-1 10 15,-1 8-15,0-2 16,1-11-16,2-19 16,2-20-16,-2-27 15,4 6-15</inkml:trace>
  <inkml:trace contextRef="#ctx0" brushRef="#br2" timeOffset="205475.28">9706 11878 0,'3'-25'0,"-2"-4"16,-3 8-16,2 21 15,-4-1-15,-3 15 16,-3 11-16,1 5 16,3-6-16</inkml:trace>
  <inkml:trace contextRef="#ctx0" brushRef="#br2" timeOffset="206899.82">9939 12085 0,'0'0'0,"0"0"0,0 0 15,-7-21 1,-4-11-16,-6 3 15,-2 8-15,2 13 16,3 15-16,-1 14 16,0 12-16,2 9 15,4 5-15,5 0 16,6-10-16,0-12 16,3-11-16,2-12 15,4-8-15,2-14 16,-1-9-16,0-5 15,1-2-15,-1 1 16,-2 4-16,0 8 16,1 12-1,2 14-15,2 19 0,-2 21 16,-3 19-16,-3 16 16,-6 13-16,-2 13 15,-2 11-15,-5 3 16,-4-2-16,-2-6 15,-2-14-15,-7-15 16,-6-21-16,-4-23 16,-3-21-16,3-18 15,2-18-15,4-22 16,5-17-16,7-17 16,10-14-16,10-9 15,8-7-15,11 4 16,7 3-16,3 13 15,4 12 1,2 16-16,1 19 16,-1 20-16,-2 16 15,-4 15-15,-1 14 16,-3 10 0,-7 2-16,-4-6 0,-5-4 15,1-9-15,1-7 16,-3-9-16,0-9 15,1-12-15,-3-11 16,-1-12-16,-4-7 16,-2-6-16,-4 0 15,-6 2-15,-4 9 16,-5 12-16,-2 14 16,-1 14-16,-4 12 15,-1 10-15,0 7 16,5 1-16,4-7 15,8-7-15,6-13 16,5-3-16,7-14 16,5-11-16,7-7 15,4-1-15,3 2 16,0 8-16,-1 8 16,-1 9-1,-3 13-15,-2 11 0,-6 14 16,-4 10-16,-5 9 15,-6 2-15,-4 0 16,-2-5-16,-1-8 16,0-11-16,0-10 15,-2-8-15,2-11 16,-1-10-16,3-12 16,3-9-16,4-8 15,2-6-15,5 0 16,1 8-1,2 9-15,3 14 16,-2 14-16,1 17 16,-2 17-16,-4 14 15,-2 8-15,-1 0 16,1-5-16,-1-12 16,1-12-16,2-11 15,1-12 1,2-14-16,-2-15 0,2-9 15,1-13-15,-1-8 16,-1-5-16,0-2 16,0 0-16,-3 7 15,-2 10-15,-2 15 16,-3 14-16,-3 19 16,2 5-16,-2 17 15,-1 15-15,1 9 16,4 3-16,5-2 15,0-7-15,3-7 16,-2-8-16,3-7 16,-2-2-16,-2-4 15,-3-2-15,-2-1 16,-4-1-16,-5 1 16,-5 3-16,-7 2 15,-4 5-15,-4 2 16,-5 2-1,-2-2-15,-6-1 0,8-5 16</inkml:trace>
  <inkml:trace contextRef="#ctx0" brushRef="#br0" timeOffset="-202747.15">16813 6281 0,'0'0'15,"0"0"-15,0 0 16,0 0-16,0 0 16,0 0-16,0 0 0,0 0 15,0 0-15,0 0 16,0 0-16,0 0 16,0 0-16,0 0 15,0 0-15,0 0 16,0 0-16,0 0 15,0 0-15,0 0 16,0 0-16,7 13 16,0 4-16,1-2 15,0-1-15,0 0 16,2-2-16,-2-3 16,-2 0-16,3 1 0,0-1 15,-2 3-15,3-2 16,2 3-16,1 0 15,-2 2-15,3-2 16,0 1-16,-1 2 16,1-2-1,3 1-15,-1 1 16,1-1-16,2-1 0,-3 2 16,2-1-16,0-1 15,1 2 1,1 0-16,-2 2 15,0 1-15,1-1 16,-1 0-16,3 1 0,-2-1 16,2 1 15,1-1-31,0 1 0,1 0 0,-2 0 16,1-1-16,-1 2 15,1-1-15,0 2 16,1 0-16,1-2 15,1 2-15,0-1 16,-1 2-16,-2-1 16,2 0-16,0-2 15,-1 0-15,-2 1 16,2 0-16,-2 1 16,2-2-16,-2 0 15,3 2-15,-4 0 16,4 0-16,-3 1 15,2 0-15,-2-1 16,2 1-16,-2-1 16,-1-1-16,0-1 15,0 2-15,1-1 32,2 1-32,1 2 0,-3 0 0,0-1 15,-3 0-15,2-1 16,-2 0-16,2 0 15,1 0-15,-3 0 16,1 1-16,-1-2 16,1 1-16,0 0 15,-1-1-15,0 1 16,-2-2-16,1 0 16,0 1-16,-2-1 15,2-1-15,2 0 16,-1-2-16,0 3 15,0-2 1,2-1-16,-1 1 0,0-2 16,1 1-16,0 2 15,0-1-15,-1-1 16,-2 1 0,1-1-16,1 1 15,-1 0 1,3-1-16,-3 0 0,0-1 15,-2-1-15,-1 0 0,1 1 16,-3-2 0,1 0-16,2 0 0,-2 1 15,-2-1 1,0-1-16,1 0 0,-2 0 16,0-1-1,-1 0-15,1 0 16,-2-3-16,0 1 15,-2-2-15,-2 1 0,-1 1 16,1-1-16,1-2 16,-2 1-16,-4-7 15,3 7-15,-3-7 16,2 6-16,-2-6 16,0 0-1,0 0-15,0 0 0,5-1 16,-1-4-16</inkml:trace>
  <inkml:trace contextRef="#ctx0" brushRef="#br0" timeOffset="-201246.77">18012 5221 0,'0'0'15,"0"0"-15,0 0 0,0 0 16,0 0 0,7 20-16,3 10 0,-1 7 15,-3 5 1,-4 2-16,-2 5 16,-2 1-16,-1-5 15,-1-6-15,0-11 16</inkml:trace>
  <inkml:trace contextRef="#ctx0" brushRef="#br0" timeOffset="-200996.99">18258 5403 0,'0'0'16,"-5"21"-16,-5 14 15,-3 7-15,-2 5 16,-2 4-16,0 2 16,-1 1-16,3-3 15,1-9-15,3-13 16</inkml:trace>
  <inkml:trace contextRef="#ctx0" brushRef="#br0" timeOffset="-200680.51">18271 5661 0,'18'-12'0,"9"-1"15,4 3-15,-3 8 16,-6 8-16,-7 10 15,-8 9-15,-8 7 16,-9 6-16,-9 7 16,-5 1-16,-5 0 15,-1-7-15,1-8 16,3-10-16,4-8 16,5-10-16,9-6 15,7-7-15,7-1 16,8-2-16,6 1 15,6 3-15,7 6 16,6 4 0,3 7-16,4 1 0,0 2 15,-8-1-15</inkml:trace>
  <inkml:trace contextRef="#ctx0" brushRef="#br0" timeOffset="-200230.64">19563 6740 0,'0'0'16,"0"0"-16,4 23 16,0 16-16,0 10 15,-4 8-15,0 6 16,-3 0-16,1-13 15</inkml:trace>
  <inkml:trace contextRef="#ctx0" brushRef="#br0" timeOffset="-199996.16">19840 6888 0,'0'0'15,"0"0"-15,-3 28 16,-4 22-16,-4 9 16,-4 7-16,0-1 15,1-3-15,0-7 16,4-15-16</inkml:trace>
  <inkml:trace contextRef="#ctx0" brushRef="#br0" timeOffset="-199646.63">19866 7256 0,'0'0'0,"23"-12"15,12-3-15,2 5 16,-6 5-16,-10 9 0,-8 8 16,-7 9-16,-11 7 15,-8 7 1,-6 4-16,-4-3 16,2-4-16,0-10 15,6-8-15,7-7 16,8-8-16,7-7 15,7-4-15,9-3 16,8-2-16,7 1 16,5 1-16,4 2 15,2 1-15,-2 2 16,-12 4-16,-4-2 16,-8 2-16</inkml:trace>
  <inkml:trace contextRef="#ctx0" brushRef="#br0" timeOffset="-198497.45">18384 7708 0,'0'0'16,"0"0"-1,0 0-15,0 0 0,18-3 16,10-3-16,3 0 15,-2 0-15,4 1 16,3 2-16,4-1 16,2 2-16,1 3 15,3 4-15,3 2 16,2 3-16,1 4 16,4 5-16,2 6 15,4 6-15,-4 4 16,4 3-16,-2 1 15,5 4-15,2 4 16,0 0 0,-2 0-16,4 0 15,-3-2-15,1-1 16,2-1-16,0-4 16,-2-1-16,-1-1 15,-1-3 1,0-2-16,-1-2 0,0-6 15,-3-3-15,-2-4 16,-4 0-16,-4-2 16,-3-3-16,-4-3 15,-5-2-15,-5-1 16,-4-1-16,-5-3 16,-2-2-16,-2-5 15,-5-3-15,-5 4 16</inkml:trace>
  <inkml:trace contextRef="#ctx0" brushRef="#br0" timeOffset="-198063.71">21058 8160 0,'0'0'0,"0"0"16,0 0-16,3 27 15,1 13-15,-1 7 16,-1 5-16,-1 4 15,-2 5-15,0 0 16,-3-3-16,0-14 16</inkml:trace>
  <inkml:trace contextRef="#ctx0" brushRef="#br0" timeOffset="-197779.82">20799 8889 0,'0'0'0,"0"0"15,0 0-15,0 0 16,26 7-16,15 0 15,4-1-15,3-3 16,3-1-16,3-2 16,-1-1-16,-2 0 15,-1-1-15,-4 1 16,-11 1-16</inkml:trace>
  <inkml:trace contextRef="#ctx0" brushRef="#br0" timeOffset="-197280.03">20951 9173 0,'12'-12'16,"9"-4"-16,5 1 15,-1 4-15,1 4 16,-5 4-16,-3 8 16,-5 8-1,-7 6-15,-8 11 0,-6 7 16,-9 5-16,-4 4 15,-8 4-15,-4 2 16,-5-3-16,1-9 16,2-7-16,5-12 15,8-8-15,5-8 16,9-10-16,8-7 16,8-4-16,6-2 15,10 3-15,3 3 16,8 4-1,6 5-15,2 7 16,-1 7-16,0 4 0,-1 7 16,0 4-1,1 2-15,-7-4 0,-9-7 16</inkml:trace>
  <inkml:trace contextRef="#ctx0" brushRef="#br0" timeOffset="-196311.63">21512 8573 0,'0'0'16,"0"0"-16,0 0 15,0 0-15,0 0 0,0 0 16,0 0-16,14 20 15,4 12 1,4-2-16,-4 0 16,-3-4-16,-1-5 15,-4-4-15,-3-6 16,-3-1-16,-4-10 16,0 0-16,0 0 0,0 0 15,2-4-15,-4-12 16,0-7-16,-1-9 15,0-3-15,0-6 16,-1-7 0,4-2-16,-3-5 0,3 2 15,-3 3 1,0 3 0,0 3-16,0 3 0,2 3 15,2 5-15,-1 3 16,-1 4-16,0 2 15,1 5-15,2 6 16,0 3-16,-2 10 0,0 0 16,0 0-16,0 0 15,5 0-15,4 7 16,4 1 0,6 0-16,6-3 15,5-1-15,4-3 0,4 0 16,6-1-1,3 1-15,-1 0 16,-1 3-16,-4 1 16,-9-3-16,-2 5 15,-6-1-15</inkml:trace>
  <inkml:trace contextRef="#ctx0" brushRef="#br0" timeOffset="-195881">21954 8302 0,'0'0'0,"0"0"0,0 0 0,0 0 16,15-4-16,8 2 15,1 6-15,-4 8 16,-7 11-1,-7 7-15,-8 9 16,-7 5-16,-8 4 16,-7 4-16,-3-5 15,-2-9-15,-2-7 16,5-9-16,4-10 16,4-7-16,7-8 15,3-6-15,8-5 16,8-3-16,5 0 15,6 0-15,5 5 16,4 5-16,8 6 16,2 6-16,2 3 15,1 6-15,-4 5 16,-2 4-16,-4 0 16,-2-2-16,-8-6 15,-7-5-15</inkml:trace>
  <inkml:trace contextRef="#ctx0" brushRef="#br0" timeOffset="-195112.69">22225 7928 0,'-35'-45'16,"-15"-18"-16,-7 0 16,0 6-16,-5 11 15,-3 7-15,-4 7 16,1 10-16,-2 7 16,0 8-16,-4 7 15,1 5 1,-4 11-16,0 7 15,1 5-15,0 9 16,5 8-16,-1 10 16,6 9-16,1 10 15,3 8 1,5 5-16,1 10 0,7 4 16,4 6-16,3 4 15,4 5-15,6 5 16,6 6-16,6-1 15,7 3-15,8-3 16,7-1-16,8-8 16,9-6-16,9-4 15,10-7-15,6-9 16,6-7 0,9-10-16,6-10 15,7-11-15,5-10 16,2-10-16,4-12 15,5-10-15,1-10 16,2-10-16,3-13 16,0-12-16,0-11 15,0-9-15,-2-11 16,-5-8-16,-7-9 31,-7-6-31,-7-5 0,-9-7 0,-9-6 16,-8-3-1,-11-6-15,-8-4 16,-10 0-16,-9 3 16,-9 4-16,-9 2 15,-10 4-15,-8 8 16,-11 6-16,-9 5 16,-9 10-16,-8 8 15,-6 2-15,-7 6 16,-8 4-16,17 14 15</inkml:trace>
  <inkml:trace contextRef="#ctx0" brushRef="#br0" timeOffset="-194312.31">16870 6100 0,'0'0'0,"-12"10"16,-5 7-16,-1 0 0,1 1 15,0 2 1,0 1-16,-1 4 15,-5 6 1,0 3-16,-3 5 0,-3 1 16,1 1-16,4-3 15,6-10-15</inkml:trace>
  <inkml:trace contextRef="#ctx0" brushRef="#br0" timeOffset="-193697.18">19323 8340 0,'0'0'0,"-14"2"15,-8 6-15,-2 12 16,-5 13-16,-4 18 15,-10 13-15,-9 8 16,-14 11-16,9-14 16</inkml:trace>
  <inkml:trace contextRef="#ctx0" brushRef="#br0" timeOffset="-168297.55">13320 11871 0,'0'0'0,"0"0"0,0 0 16,-14 4-16,-6 1 15,2-3-15,0 1 16,1-3-16,2 0 16,0-4-1,1 0-15,-3-2 0,1-3 16,1-1-16,2-2 15,-1-2-15,2-1 16,2 0-16,1 4 16,4 2-1,1 3 1,4 6-16,-2 2 0,4 8 0,-2 10 16,0 9-16,-2 11 15,2 9 1,-3 5-16,-1 4 0,-2 1 15,-2-3-15,-4-5 16,1-6 0,-2-11-16,5-10 15,1-8-15,1-8 0,6-8 16,1-3-16,5-9 16,6-5-1,5-2-15,4 2 16,6 6-16,1 4 15,5 7-15,1 8 16,-1 6-16,-5 9 16,-7 5-16,-6 5 15,-9 4-15,-6 10 32,-11 3-32,-8 3 0,-4-1 0,-6-1 15,-3-5-15,0-3 16,-3-8-16,1-11 15,2-13-15,3-12 16,7-11-16,6-8 16,6-9-16,6-5 15,8-4-15,0 6 16</inkml:trace>
  <inkml:trace contextRef="#ctx0" brushRef="#br0" timeOffset="-167895.72">13490 12362 0,'38'-44'0,"13"-19"15,-7-1-15,-12 5 0,-12 8 16,-8 6 0,-7 7-16,-5 8 15,-2 4-15,0 6 16,-1 7-16,0 6 16,3 7-16,-3 3 15,3 14-15,0 11 16,0 12-1,2 13-15,0 12 0,0 11 16,-1 13-16,-1 12 16,1 13-16,-3 5 15,0-1-15,2-11 16,-3-13-16,-5-16 16,-6-17-16,0-19 15</inkml:trace>
  <inkml:trace contextRef="#ctx0" brushRef="#br0" timeOffset="-167596.87">13628 12394 0,'15'-43'16,"10"-20"-16,6 1 15,4 14-15,-2 17 16,0 17-16,-8 16 16,-5 20-16,-10 19 15,-3 16-15,-8 11 16,-5 5 0,-4-4-16,1-9 15,-2-12-15,-4-14 16,1-17-16,2-17 15,4-5-15</inkml:trace>
  <inkml:trace contextRef="#ctx0" brushRef="#br0" timeOffset="-166447.08">13957 12169 0,'14'59'0,"8"17"16,-1-12-16,0-19 0,-2-20 16,-3-19-1,0-17-15,-1-13 16,-2-10-16,-5-4 16,-3-3-16,-6-2 15,-6 4-15,-5 3 16,-6 5-16,-1 5 15,-1 8-15,1 9 16,2 9-16,0 9 16,5 12-16,2 11 15,3 6 1,5 5-16,7-2 0,7-5 16,1-13-16,4-15 15,1-18-15,5-14 16,-1-8-16,1-8 15,-4-3-15,0-3 16,-3 0-16,-3 4 16,0 8-16,-3 7 15,1 13-15,0 14 16,1 14-16,3 17 16,0 14-16,-4 11 15,-2 9-15,2 6 16,0-3-1,-2-6-15,2-16 16,-2-16-16,-2-13 0,0-15 16,-1-12-16,-2-10 15,0-11-15,-1-10 16,2-7 0,1-9-16,2 0 0,0 7 15,3 11-15,-1 14 16,0 14-16,-1 12 15,-3 15-15,1 9 16,-1 13-16,-2 6 16,1 0-16,0-4 15,0-5-15,-1-9 16,1-8-16,0-6 16,1-8-16,0-4 15,1-6-15,0-6 16,0-7-16,3-5 15,-2-8-15,1-6 16,2 0-16,-2 2 16,1 4-16,-2 4 15,0 7-15,-1 3 16,-1 4 0,1 3-16,1 1 0,-2 4 15,-6 6-15,6-4 16,-6 4-16,7-3 15,-3-2-15,0 0 16,-1 0-16,1-5 16,1 0-16,0-3 15,-1 1-15,-1-1 16,0-1-16,-2 0 16,1-1-16,-2 3 15,0 1-15,0 3 16,0 8-16,0 0 15,0 0-15,0 0 0,0 0 16,0 7-16,-1 11 16,-1 11-16,-1 12 15,-4 11 1,0 8-16,2 6 16,2 8-1,2 2-15,2-2 0,3-8 16,3-7-16,2-12 15,-2-14-15,-2-14 16,-5-19-16,4 5 16</inkml:trace>
  <inkml:trace contextRef="#ctx0" brushRef="#br0" timeOffset="-166147.36">14663 12194 0,'0'0'16,"0"0"-16,0 0 16,16-6-16,8-4 15,0 5-15,2 6 16,-3 4-16,-1 8 15,-7 10 1,-7 9-16,-6 10 0,-8 6 16,-4 3-1,-6-2-15,-6-4 16,-9-12-16,-4-11 16,5-9-16</inkml:trace>
  <inkml:trace contextRef="#ctx0" brushRef="#br0" timeOffset="-165968.06">14121 11769 0,'0'0'0,"0"0"15,0 0 1,0 0-16</inkml:trace>
  <inkml:trace contextRef="#ctx0" brushRef="#br0" timeOffset="-165124.3">15401 12104 0,'0'0'16,"-3"14"-16,1 5 16,2-2-16,0-5 15,0-12-15,-5 5 16,0-4-16</inkml:trace>
  <inkml:trace contextRef="#ctx0" brushRef="#br0" timeOffset="-164964.16">15376 12420 0,'-16'73'0,"-5"24"0,4-9 15,-1-22-15,3-23 16</inkml:trace>
  <inkml:trace contextRef="#ctx0" brushRef="#br0" timeOffset="-163964.02">16089 11736 0,'0'0'0,"0"0"15,0 0-15,0 0 16,0 0-16,0 0 0,4 22 31,0 13-31,-1 9 0,-3 9 16,-4 6-16,-1 7 16,0 3-16,3-1 15,3-5-15,5-10 16,1-13-16,4-10 15,2-11-15,2-8 16,-1-8-16,0-9 16,4-8-16,0-6 15,0-7-15,0-7 16,0-2-16,-1-2 16,-1-1-16,-6 4 15,-4 3 1,-3 8-16,-1 7 15,-2 4-15,-3 6 16,3 7-16,-5 1 16,-3 12-16,-1 9 15,0 12-15,-1 13 16,-1 10-16,1 13 16,4 13-16,1 12 15,-1 3-15,3-6 16,1-15-16,1-20 15,0-20-15,0-14 16</inkml:trace>
  <inkml:trace contextRef="#ctx0" brushRef="#br0" timeOffset="-162763.71">16719 12324 0,'0'0'0,"0"0"16,0 0-16,0 0 15,14-27-15,7-21 16,0-8-16,0-6 16,0-3-16,0 0 15,-2-1-15,-4 2 16,-3-1-16,-3 7 15,-5 7-15,-2 11 16,-2 10 0,-2 8-16,-1 9 15,-3 7-15,-1 9 16,-1 12-16,-2 12 0,2 13 16,-1 11-16,1 13 15,0 11 1,2 14-16,6 10 15,1 10-15,-1 7 16,0 0-16,1 0 16,-1-6-16,1-11 15,5-16-15,-2-15 16,-1-16-16,-5-15 16,-3-19-16,-2-9 15</inkml:trace>
  <inkml:trace contextRef="#ctx0" brushRef="#br0" timeOffset="-162513.71">16775 12433 0,'5'-37'16,"3"-18"-16,3-1 15,3 7-15,6 7 16,3 12-16,3 12 31,0 12-31,0 14 0,-3 16 0,-7 16 16,-7 14-16,-5 7 15,-1 5-15,-6 0 16,-2-11-16,-3-13 0,-2-14 16,2-11-1</inkml:trace>
  <inkml:trace contextRef="#ctx0" brushRef="#br0" timeOffset="-162280.4">17079 11969 0,'3'30'0,"3"19"15,-1 10-15,-1 10 16,-2 4-16,1 3 16,-1-5-16,0-16 15,-2-21-15,0-34 16,3 9-16</inkml:trace>
  <inkml:trace contextRef="#ctx0" brushRef="#br0" timeOffset="-162113.77">17205 11794 0,'-7'24'0,"-2"14"16,1 6-16,1 3 15,1-2-15,2-3 16,1-12-16</inkml:trace>
  <inkml:trace contextRef="#ctx0" brushRef="#br0" timeOffset="-160630.14">17356 12137 0,'0'-18'16,"-1"-6"-16,-3 1 15,-3 9-15,-3 9 16,1 16-16,-2 14 16,0 13-16,3 7 15,2 1-15,3-7 16,3-9-16,5-12 16,4-9-16,0-10 15,0-8-15,2-11 16,-3-7-16,2-7 15,-2-6-15,-2 0 16,5 2-16,0 9 16,2 8-16,-1 13 15,0 13 1,-1 15-16,2 18 16,1 15-16,-6 16 15,0 14-15,-6 10 16,-5 4-16,-5 0 15,-4-2-15,-5-7 16,-6-9-16,-2-13 16,-5-16-16,-2-14 15,1-18-15,-1-12 16,1-15-16,5-15 16,6-15-16,9-8 15,8-11-15,9-7 31,6-3-31,9-1 0,3 5 0,6 4 16,1 8 0,2 6-16,0 8 0,1 7 15,0 9 1,3 11-16,-5 10 16,-3 10-16,-2 4 15,-1 0-15,-2-3 0,0-4 16,-4-4-1,-2-8-15,-4-6 16,-3-8-16,-2-9 16,-4-9-16,-5-7 15,-3-3-15,-4 1 16,-1 5-16,-4 9 16,0 11-16,-1 14 15,-2 13-15,-2 14 16,-1 13-16,0 9 15,3 4-15,8 1 16,2-3-16,6-6 16,7-9-16,8-9 15,4-10-15,5-9 16,-1-7-16,2-8 16,-3-5-16,-1-5 15,-3-2-15,-3-2 16,-2 3-16,-2 3 15,-2 6-15,-2 4 16,-2 6-16,-6 7 16,0 2-16,0 10 15,0 5-15,0 5 16,1 3-16,-1 0 16,1-3-16,3-3 15,1-4-15,1-3 16,0-3-16,2-5 15,2-1-15,-1-3 16,0-2-16,-1-5 16,1-3-16,-2-2 15,-4-5-15,0-2 16,-3-1-16,-3-2 16,-5-1-16,-2-1 15,-3 5-15,-3 0 16,2 5-16,1 3 15,1 3-15,1 4 16,4 1-16,7 3 16,-4-3-16,5-2 15,3-4-15,6-1 16,5 0-16,1-2 16,2 2-16,1 2 15,3 6-15,1 7 16,-3 8-1,-1 8-15,-4 9 0,-5 6 16,-3 3-16,-4 3 16,-1-6-16,-2-6 15,0-9-15,0-10 16,0-11-16,0 0 16,-1 0-16,-1-9 15,2-10-15,1-7 16,3-6-16,1-4 15,3 3-15,3 6 16,4 5 0,1 11-16,2 10 0,1 11 15,0 11-15,-3 7 16,1 9 0,-3 4-16,-2-4 0,0-16 15,-2-13 1</inkml:trace>
  <inkml:trace contextRef="#ctx0" brushRef="#br0" timeOffset="-159246.7">18390 12227 0,'19'-11'16,"6"-13"-16,2-11 0,-3-9 15,-3-4-15,-6-2 16,-6 1-16,-5 2 16,-4 6-16,-3 4 15,-1 6 1,-2 6-16,1 7 0,1 10 16,-2 4-16,0 10 15,0 8-15,3 13 16,1 11-1,1 15-15,4 7 16,2 11-16,3 4 16,-1 1-16,-3 0 15,-1-5-15,-1-8 16,0-12-16,-2-15 16,-1-13-16,0-11 15,1-12-15,0 0 16,-2-4-16,-2-17 15,2-11 1,3-12-16,5-7 0,4-4 16,4 0-16,2 6 15,1 12-15,0 11 16,0 14-16,-3 12 16,-1 10-16,-2 11 15,-1 10-15,-2 7 16,-2 2-16,-1-1 15,2-8-15,1-6 16,2-9-16,1-9 16,2-10-16,0-6 15,2-7-15,1-6 16,1-3-16,0-3 16,-2 0-16,0 3 15,1 4 1,-2 6-16,0 9 0,-3 9 15,1 8-15,-2 6 16,0 3-16,-2-1 16,-3-3-1,1-4-15,-6-12 0,0 0 16,0 0-16,1 0 16,-2-10-16,-4-6 15,-3-2 1,-2-4-16,-2-4 0,0-2 15,4-3-15,-1-4 16,4-6-16,5-3 16,4 1-1,6 3-15,3 3 16,3 6-16,6 8 16,3 5-16,4 11 15,-1 15-15,-1 17 16,-4 23-16,-9 21 15,-3 18 1,-3 7-16,-1-5 0,-2-14 16,2-17-16,3-17 15,1-17-15,0-13 16,-2-9-16,2-9 16,0-10-16,0-8 15,1-5-15,0-2 16,2 4-16,-1 5 15,-1 5-15,-3 4 16,-1 2-16,-1 2 16,-1 1-16,-1-2 15,0-5-15,0-3 16,1-6-16,1-2 16,0-4-1,-1 1-15,-1 1 16,2 4-16,-3 5 15,-1 6-15,-2 6 16,-1 8-16,-1 6 16,-3 13-16,0 9 15,-1 5-15,2 2 16,4-3-16,6-6 16,1-7-16,4-9 15,4-6-15,4-8 0,3-5 16,5-6-1,4-3-15,3 0 16,4 3-16,-1 8 16,-2 10-16,-9 9 15,-6 10-15,-13 14 16,-8 10-16,-13 9 16,-11 5-16,-13-3 15,-13-5-15,5-12 16</inkml:trace>
  <inkml:trace contextRef="#ctx0" brushRef="#br0" timeOffset="-148947.45">12916 5481 0,'0'0'0,"0"0"0,5-20 16,-2-7-16,1-3 15,-2 3-15,-4 0 16,-7 1 0,-3 2-16,-1 5 15,-5 7-15,-1 10 16,-3 11-16,1 12 15,-1 16-15,1 14 16,2 12-16,1 5 16,7-1-16,6-8 15,6-11-15,8-14 16,6-14 0,7-12-16,3-10 0,2-11 15,1-8 1,-4-7-16,0-4 0,-3-6 15,-6-4-15,-3-2 16,-8-2 0,0 8-16,-2 8 15,-2 10-15,0 20 0,-1-2 16,-1 15-16,-1 16 16,1 12-16,1 8 15,1 2 1,2-6-16,4-11 15,4-6-15,6-10 16,5-8-16,5-12 0,3-11 16,4-8-16,-1-8 15,-3-3 1,-3-6-16,-4-5 16,-5-6-16,-2-2 15,-4-2 1,-7 3-16,-3 2 0,-2 5 15,1 8-15,-1 7 16,-1 9-16,-1 9 16,3 10-16,-4 4 15,-3 12-15,2 17 16,0 16-16,1 17 16,4 14-16,5 11 15,0 2-15,3-7 16,1-11-16,-1-16 15,1-21-15,2-19 16,0-19-16,1-17 16,-4-2-16</inkml:trace>
  <inkml:trace contextRef="#ctx0" brushRef="#br0" timeOffset="-147847.14">13181 5481 0,'0'0'0,"0"0"15,26-13-15,19-13 16,3-5-16,5-6 16,-2-2-1,-7-1-15,-9-3 0,-8-1 16,-11 3-16,-8 4 15,-6 8-15,-4 11 16,-6 11-16,-2 13 16,-3 15-16,0 16 15,1 17-15,1 11 16,1 11 0,3 5-16,2 1 15,8-3-15,4-11 16,4-11-16,2-14 15,6-13-15,5-11 16,3-11-16,1-13 16,2-12-16,-2-7 15,-5-7-15,-3-9 16,-8-4-16,-9-4 16,0 2-16,-3 7 15,0 11 1,-1 10-16,1 18 15,-2 3-15,-1 17 16,0 13-16,4 7 16,2 4-16,2-3 0,4-8 15,3-7 1,5-10-16,3-8 0,1-8 16,-1-8-1,2-6-15,-5-7 16,-3-4-16,-7-6 15,-3-2-15,-1-2 16,-2 2-16,1 3 16,2 8-16,3 10 15,3 10-15,4 12 16,0 13-16,-1 8 16,1 5-16,-3 3 15,1-2-15,-3-5 16,0-8-16,-4-7 15,-1-6-15,-4-11 32,0 0-32,-2-3 0,-1-12 0,0-9 15,3-3-15,2-6 16,2 0-16,7 4 16,5 7-16,2 9 15,4 10-15,1 11 16,3 6-16,-6 6 15,-4 1-15,-6 0 16,-6-2-16,-2-3 16,-4-4-16,-3-3 15,-3-7-15,-3-6 16,1-9-16,-2-6 16,-1-6-16,3-9 15,3-9-15,7-9 16,7-3-16,7 2 15,6 10-15,9 10 16,1 14 0,1 17-16,0 18 0,-1 19 15,-1 16-15,-3 12 16,-3 8 0,-3 4-16,-4 0 15,-7-10-15,-3-17 16,-5-19-16,-3-23 15,-6-13-15,0-4 16</inkml:trace>
  <inkml:trace contextRef="#ctx0" brushRef="#br0" timeOffset="-147680.52">14215 5506 0,'28'-1'15,"17"-3"-15,15-4 16,9-7-16,1 0 16,-2-3-16,-16 3 15</inkml:trace>
  <inkml:trace contextRef="#ctx0" brushRef="#br0" timeOffset="-147097.18">15098 5468 0,'0'0'0,"-1"-22"16,3-9-16,2-6 16,0 0-16,3 0 15,-2-1-15,2-3 16,-1 4-16,-1 7 16,-2 4-16,0 10 15,-3 16-15,0 0 16,2 8-16,1 18 15,-3 15-15,2 11 16,3 13-16,2 6 16,0 2-16,-1-3 15,0-6-15,0-11 16,-1-6-16,-3-7 16,-4-6-16,-5-8 15,-7-4-15,-10-11 16,-8-4-1,-7-6-15,-2-3 16,1-3-16,3-2 16,6 2-16,10 1 0,10 0 15,11 4-15,9-5 16,20 3 0,14-2-16,15 4 15,14-3-15,8 0 16,4-2-16,1-4 15,-6-3-15,-19 1 16</inkml:trace>
  <inkml:trace contextRef="#ctx0" brushRef="#br0" timeOffset="-146530.67">15824 5151 0,'0'0'16,"0"0"-16,0 0 16,-7 24-16,-1 19 15,3 13-15,4 7 16,1 6-16,1-4 15,-1-4-15,-1-7 16,-2-9-16,-4-12 16,-1-10-16,2-8 31,0-8-31,1-5 0,-1-8 0,1-9 16,3-10-16,2-6 15,3-3-15,6-4 16,4-1-16,7 0 15,8 5-15,6 10 16,4 14-16,2 10 16,-2 13-16,-5 11 15,-7 7-15,-10 6 16,-10 3-16,-9 2 16,-7-2-16,-7-3 15,-6-6-15,-3-6 16,0-6-1,-4-9-15,4-8 16,4-10-16,6-10 0,10-8 16,11-7-16,11-4 15,10-1-15,9 0 32,-6 7-32</inkml:trace>
  <inkml:trace contextRef="#ctx0" brushRef="#br0" timeOffset="-146031.02">16234 5422 0,'0'0'0,"0"0"16,-1 27-16,-1 18 16,-3 10-16,0 1 15,2-3-15,5-10 16,3-14-16,5-8 16,6-12-16,5-9 0,2-10 15,-1-10 1,0-7-16,-10-7 15,-10-8-15,-12-6 16,-9-3-16,-9 4 16,-2 5-16,0 10 15,-2 15-15,3 12 16,2 10-16,6 4 16,6 7-16,8-3 15,7 1-15,8-4 16,8-5-1,6-5-15,6-4 0,6-1 16,1-3-16,-1 2 16,-3 1-16,-1 3 15,-2 2-15,0 2 16,1 5-16,1 6 16,3 6-16,3 7 15,1 2-15,-2 3 16,0-1-16,-1-4 15,-4-5-15,-4-5 16,-4-5-16,-3-10 16,-2-7-16,-7-7 15,-3-5-15,-6-7 16,-3-2-16,-2-4 16,1 8-16</inkml:trace>
  <inkml:trace contextRef="#ctx0" brushRef="#br0" timeOffset="-145897.31">16725 5364 0,'0'0'0,"-14"19"0,-12 17 16,-5 14-1,-3 13-15,-2 15 16,0 4-16,1 0 16,4-7-16,10-21 15</inkml:trace>
  <inkml:trace contextRef="#ctx0" brushRef="#br0" timeOffset="-144680.12">11812 6442 0,'2'30'0,"-2"21"0,4 12 16,3 8-16,-1-4 15,3-12-15,-1-15 16,-1-15-16,-3-10 16,-4-15-16,5 0 15,3-12-15,3-12 16,3-10-16,-1-6 16,4 0-16,1 4 15,3 9 1,2 12-16,2 12 0,0 14 15,2 14 1,-1 8-16,3 2 16,-2-1-16,-4-1 15,-5-9-15,-1-5 16,-4-7-16,-2-8 16,-3-6-16,-1-7 15,0-8-15,-4-10 16,-1-10-16,-4-6 15,-2-7-15,-1-3 16,0 2-16,1 5 16,1 11-16,1 10 15,1 10-15,1 15 16,0 0-16,4 4 16,3 14-16,3 7 15,-1 2-15,2-2 16,0-1-16,2-3 15,0-4-15,1-3 16,1-5-16,1-5 16,-2-5-16,0-5 15,-4-4-15,-2-5 16,-1-5-16,-1-4 16,-2-2-16,1-3 15,1-1-15,-2-2 16,0 1-1,1 2-15,-1 3 0,-1 5 16,1 5-16,-2 5 16,-2 11-16,1 2 15,-1 12-15,4 11 16,-4 9-16,0 10 16,0 7-16,-4 6 15,2 1 1,1-4-16,1-9 15,3-7-15,2-10 16,2-10-16,2-12 16,2-10-16,-1-5 15</inkml:trace>
  <inkml:trace contextRef="#ctx0" brushRef="#br0" timeOffset="-144413.58">12588 6203 0,'0'0'0,"0"0"15,2 38-15,-2 20 16,3 13-1,1 7-15,0 4 16,2-3-16,1-5 16,2-14-16,-1-16 15,1-19-15,-2-12 16</inkml:trace>
  <inkml:trace contextRef="#ctx0" brushRef="#br0" timeOffset="-144196.68">12777 6177 0,'0'0'16,"-5"26"-16,-1 24 15,2 15-15,1 15 16,0 11-16,9 5 15,6-1 1,3-10-16,-2-24 16</inkml:trace>
  <inkml:trace contextRef="#ctx0" brushRef="#br0" timeOffset="-142730.75">13181 6785 0,'9'-57'0,"4"-22"16,0-4-16,-2 7 15,-7 5-15,-1 6 16,-5 4-16,-2 7 16,-4 8-16,-2 10 15,2 10-15,1 13 16,1 12-16,3 11 15,-2 18-15,3 15 16,2 16-16,4 12 16,5 12-16,2 0 15,1 1-15,-1-10 16,1-14-16,-2-13 16,-2-17-16,-1-10 15,-1-13-15,0-8 16,-2-14-16,0-9 15,-1-9 1,1-9-16,-1-2 16,0-4-16,1 5 15,2 4-15,2 14 16,3 12-16,2 15 16,4 15-16,0 10 15,3 13-15,1 8 16,2 5-16,3-4 15,0-9-15,2-13 16,3-14-16,1-14 16,1-9-16,-4-9 15,-5-7-15,-6-5 16,-7-4-16,-9-4 16,-5-5-16,-4 2 15,-2 7-15,-3 11 16,-3 11-16,0 15 15,-1 12-15,2 14 32,2 8-32,1 2 0,5-3 15,7-4-15,3-8 16,4-8-16,0-8 16,2-6-16,-1-7 0,0-10 15,0-2 1,-2-8-16,2-4 15,-1 0-15,1 1 16,0 6-16,1 8 16,0 13-16,1 8 15,1 11-15,0 6 16,-2 7-16,1 2 16,-1 0-16,1-2 15,-1-5-15,0-5 16,0-9-16,0-10 15,1-8-15,0-7 16,-1-8-16,-1-5 16,-3-5-16,-3 0 15,-1-1-15,2 4 16,-1 9-16,3 8 16,1 10-16,0 12 15,0 13-15,0 8 16,1 6-16,-1-3 15,3-4-15,0-5 16,3-8-16,4-8 16,1-9-16,1-8 15,0-7-15,-3-7 16,-1-6-16,-4-3 16,-3-2-16,-1 2 15,-3 8-15,-3 7 16,-1 16-16,-3 1 15,-3 14-15,-1 8 16,2 6-16,2 0 16,3-4-1,5-9-15,7-4 0,6-9 16,3-8-16,2-6 16,1-4-16,-2-4 15,-3-5 1,-5-1-16,-3-4 0,-7-1 15,-5 0 1,-2 6-16,-3 11 0,-1 7 16,-2 12-16,1 10 15,3 13-15,4 6 16,6 10-16,7 1 16,5-1-16,7-6 15,3-8-15,0-9 16,-2 1-1,-6-5-15</inkml:trace>
  <inkml:trace contextRef="#ctx0" brushRef="#br0" timeOffset="-141813.47">11762 7469 0,'14'-27'0,"12"-10"16,10 6-1,3 15-15,-2 15 16,-5 16-16,-11 14 16,-15 13-16,-14 10 15,-16 9-15,-11 4 16,-9-3-16,-4-9 15,-2-15-15,0-14 16,5-13-16,7-14 16,13-12-16,6-12 15,15-7-15,14-3 16,11 4-16,12 10 16,9 11-16,3 17 15,0 13 1,0 10-16,0 11 15,3 7-15,-4 2 16,-1 4-16,-6-6 16,-4-3-16,-4-9 15,-3-6-15,-1-7 16,-5-8-16,1-6 16,0-5-16,0-7 15,3-8-15,1-9 16,2-11-16,1-9 15,-1-9-15,2-9 16,-1-8-16,-5-5 16,-5-2-16,1 1 15,-7 3-15,-3 4 16,-6 10-16,-6 7 16,-5 10-16,-4 9 15,-2 11 1,-4 13-16,2 14 15,-1 17-15,3 15 16,-2 19-16,6 15 16,4 15-16,4 15 15,8 16-15,4 11 16,7 7-16,1 4 16,-7-2-16,-5-9 15,-3-14-15,-3-21 16,-3-20-16,-4-20 15,-2-20-15,-2-23 16,-3-20-16,-6 1 16,2 2-16</inkml:trace>
  <inkml:trace contextRef="#ctx0" brushRef="#br0" timeOffset="-141613.83">12266 7850 0,'17'-31'16,"14"-13"-16,8 11 16,5 12-16,-2 16 15,-2 18-15,-10 16 16,-8 14-16,-10 9 16,-10 6-1,-9 3-15,-1-15 16</inkml:trace>
  <inkml:trace contextRef="#ctx0" brushRef="#br0" timeOffset="-141380.77">12752 7372 0,'0'0'0,"0"0"16,-5 29-16,0 25 15,-1 13-15,2 15 16,3 4-16,5-1 16,2-6-16,5-10 15,-4-15-15,-1-17 16</inkml:trace>
  <inkml:trace contextRef="#ctx0" brushRef="#br0" timeOffset="-140963.56">12614 7791 0,'0'0'0,"0"0"0,22-22 15,15-14-15,8-1 16,-1 1-16,-4 5 16,-6 3-1,-8 6-15,-5 6 16,-7 3-16,-14 13 0,0 0 16,0 0-1,-7 12-15,-3 7 0,1 7 16,1 2-16,4 2 15,4 2 1,6 1-16,8-2 16,7-1-16,6-2 15,5-4-15,-2-1 16,-5-3-16,-7-6 16,-9-3-16,-12 1 15,-9-1-15,-7-2 16,-11-4-16,-3-5 15,-1-3-15,3-8 16,9 2-16</inkml:trace>
  <inkml:trace contextRef="#ctx0" brushRef="#br0" timeOffset="-140819.24">13338 7746 0,'0'0'0,"0"0"16,0 0-16,0 0 16,-7 11-16</inkml:trace>
  <inkml:trace contextRef="#ctx0" brushRef="#br0" timeOffset="-140580.52">13162 8418 0,'-36'9'0,"-33"-1"15,-24-6-15,-23-7 16,-18-9-16,-28 1 15,-28 1 1,-27-3-16,-24 11 0,44 4 16</inkml:trace>
</inkml:ink>
</file>

<file path=ppt/ink/ink5.xml><?xml version="1.0" encoding="utf-8"?>
<inkml:ink xmlns:inkml="http://www.w3.org/2003/InkML">
  <inkml:definitions>
    <inkml:context xml:id="ctx0">
      <inkml:inkSource xml:id="inkSrc0">
        <inkml:traceFormat>
          <inkml:channel name="X" type="integer" max="32767" units="cm"/>
          <inkml:channel name="Y" type="integer" max="32767" units="cm"/>
          <inkml:channel name="T" type="integer" max="2.14748E9" units="dev"/>
        </inkml:traceFormat>
        <inkml:channelProperties>
          <inkml:channelProperty channel="X" name="resolution" value="375.81143" units="1/cm"/>
          <inkml:channelProperty channel="Y" name="resolution" value="655.20898" units="1/cm"/>
          <inkml:channelProperty channel="T" name="resolution" value="1" units="1/dev"/>
        </inkml:channelProperties>
      </inkml:inkSource>
      <inkml:timestamp xml:id="ts0" timeString="2021-06-24T07:07:06.783"/>
    </inkml:context>
    <inkml:brush xml:id="br0">
      <inkml:brushProperty name="width" value="0.05292" units="cm"/>
      <inkml:brushProperty name="height" value="0.05292" units="cm"/>
      <inkml:brushProperty name="color" value="#FFFFFF"/>
    </inkml:brush>
    <inkml:brush xml:id="br1">
      <inkml:brushProperty name="width" value="0.05292" units="cm"/>
      <inkml:brushProperty name="height" value="0.05292" units="cm"/>
      <inkml:brushProperty name="color" value="#FFFF00"/>
    </inkml:brush>
    <inkml:brush xml:id="br2">
      <inkml:brushProperty name="width" value="0.05292" units="cm"/>
      <inkml:brushProperty name="height" value="0.05292" units="cm"/>
      <inkml:brushProperty name="color" value="#92D050"/>
    </inkml:brush>
    <inkml:brush xml:id="br3">
      <inkml:brushProperty name="width" value="0.05292" units="cm"/>
      <inkml:brushProperty name="height" value="0.05292" units="cm"/>
      <inkml:brushProperty name="color" value="#FF0000"/>
    </inkml:brush>
    <inkml:brush xml:id="br4">
      <inkml:brushProperty name="width" value="0.05292" units="cm"/>
      <inkml:brushProperty name="height" value="0.05292" units="cm"/>
      <inkml:brushProperty name="color" value="#FFC000"/>
    </inkml:brush>
  </inkml:definitions>
  <inkml:trace contextRef="#ctx0" brushRef="#br0">15987 4725 0,'0'0'0,"0"0"0,0 0 15,0 0-15,0 0 16,0 0-16,19-2 16,5 0-16,0 3 15,-4 3 1,-3 4 0,-3 0-16,-1 2 0,0-1 0,1-2 15,3 0-15,0 0 16,1-3-16,3-3 15,1-2-15,-1-4 16,5-3-16,2-2 16,5-1-16,-1-2 15,3-2-15,-3 3 16,-1 0 0,1 5-16,0-1 15,-4 3-15,-1 2 16,3 2-16,-3 0 15,-6 2-15,0 1 0,0 1 16,0 2 0,-1 2-16,-1-2 15,0 0-15,4-1 16,0-1-16,0-2 16,-2 0-1,3-1-15,-2 0 16,2-1-16,4-1 0,2-2 15,1 2-15,0-1 16,-2 0-16,1 2 16,3-2-16,-2 0 15,1-1-15,0 4 16,-3 1-16,0 3 16,-1 1-16,-5-4 15,-3-5-15,-8-3 16</inkml:trace>
  <inkml:trace contextRef="#ctx0" brushRef="#br0" timeOffset="815.72">15092 1845 0,'0'0'15,"0"0"-15,0 0 16,16-18-16,11-9 15,4-6-15,3-3 16,5-6-16,8-8 16,7-3-16,8-7 15,5 0 1,8 0-16,0 2 0,2 0 16,-3 5-16,-4 4 15,-1 8 1,-8 5-16,-4 5 15,-8 7-15,-5 4 0,-6 6 16,-5 2 0,-3-3-16,-8-7 15,-9-3-15,-5 4 0</inkml:trace>
  <inkml:trace contextRef="#ctx0" brushRef="#br0" timeOffset="1465.93">17198 419 0,'0'0'0,"-12"-15"16,-9-7-16,-6-2 15,-5 7-15,-1 7 16,-3 3-16,-2 6 16,-2 7-1,-3 3-15,-5 8 16,3 4-16,2 2 15,9 1-15,7-2 0,11 1 16,8 3-16,6-3 16,7 1-16,8-2 15,7 1-15,7 1 16,3 0-16,5 1 16,2 4-1,2 1-15,-1 0 16,-3 5-16,-7-2 15,-4 2-15,-11-1 16,-6 1-16,-10-1 16,-9-1-16,-12-2 15,-9-2-15,-11 0 16,-6-5-16,-4-4 16,-3-4-16,0-7 15,1-7-15,1-7 16,4-6-16,6-6 31,6-4-31,6-2 0,6-1 0,6-3 16,9 0-16,6-1 15,6-3-15,3-6 16,0-3-16,-2 9 16</inkml:trace>
  <inkml:trace contextRef="#ctx0" brushRef="#br0" timeOffset="2515.87">17211 665 0,'0'0'0,"0"0"15,0 0-15,14 4 16,2 5-16,-2 6 16,-6 9-16,-5 2 15,-1 6-15,1 2 16,-1 1-16,0 1 15,2-3-15,1-5 16,3-9-16,6-2 16,0-6-16,2-7 15,2-4 1,0-3-16,6-4 0,0-8 16,0-5-16,-3-2 15,-1-7-15,-2-3 16,-1 0-16,0-3 15,-3-1-15,-2 1 16,-3 3-16,-4 6 16,-5 6-16,-4 3 15,-1 3-15,0 6 0,5 8 16,-7-2-16,0 5 16,2 7-16,-1 5 15,1 4-15,2 5 16,3 4-16,3 2 15,-1 4-15,4-4 16,2 2-16,2-2 16,2-4-16,2-3 31,0-5-31,1-4 0,2-3 16,1 0-16,1-6 0,1-5 15,1-6-15,0-6 16,0-7-1,2-5-15,-1-6 16,6-5-16,-3-5 16,-2-3-16,-6 1 15,-1-1-15,-5 1 16,-4 3-16,-5 3 16,-3 5-16,-3 3 15,-3 4-15,0 5 16,-1 4-16,-1 3 15,4 5-15,0 7 16,-2 3-16,2 8 16,3 9-16,-1 4 15,1 7-15,2 3 16,1 9-16,0 7 31,2 9-31,0 5 0,-1 6 0,0 4 16,1 3-16,1 6 15,-4 3-15,-3-1 16,1-1-16,-3-3 16,-1-4-16,-2-2 15,-2-12-15,0-6 16,0-9 0,0-8-16,1-10 0,2-12 15,-1-14-15,-1-18 16,1-2-16</inkml:trace>
  <inkml:trace contextRef="#ctx0" brushRef="#br0" timeOffset="2849.97">17867 813 0,'21'-27'0,"9"-6"16,3 9-16,-3 12 15,-2 15 1,-6 8-16,-1 11 15,-6 6-15,-6 6 16,-2 5-16,-10 4 16,-5 4-16,-3 1 15,-5-4-15,-4-8 16,-2-11-16,3-8 16,5-8-16</inkml:trace>
  <inkml:trace contextRef="#ctx0" brushRef="#br0" timeOffset="3599.19">18119 968 0,'23'-32'0,"7"-11"15,-2 4-15,-3 3 16,-6 4-16,-3 3 15,-4 1-15,-4 5 16,-3 5-16,-4 2 16,-2 6-16,-5 2 15,-3 8-15,-3 6 16,-2 5-16,0 7 16,-2 6-1,1 4-15,3 1 16,4 2-16,5-3 15,7-6-15,8-5 16,4 0-16,7-5 16,0-3-16,3-3 15,0-3-15,-1-3 16,-2-4-16,-2-1 16,1-4-16,-3 2 15,-3-6-15,-3 2 16,-2-6-16,-4 0 15,0 0-15,0-1 16,1-1-16,3 2 16,0 2-16,1 2 15,-1 3-15,2 3 16,3 4-16,-2 5 16,1 7-16,0 3 15,-4 3-15,-1 8 16,-4-1-1,-2-1-15,-1 0 0,0-1 16,-2-2-16,-3-1 0,-2-1 16,-4-2-16,-2-1 15,-1-2-15,-3-4 16,-1-7-16,-1-7 16,3-7-16,5-9 15,5-9-15,7-5 16,13-8-16,4-1 15,6 5-15,1 3 16,0 8-16,2 7 16,0 6-1,0 6-15,3 7 16,-1 0-16,0 2 0,-8 0 16</inkml:trace>
  <inkml:trace contextRef="#ctx0" brushRef="#br0" timeOffset="4366.39">19696 509 0,'0'-19'0,"0"-4"15,1 9-15,0 13 16,-1 9-16,1 11 16,1 7-16,-1 10 15,-1 4-15,1 3 16,6 2-1,3-2-15,3-1 16,5-7-16,6-1 16,3-5-16,4-8 15,2-7-15,2-5 16,-2-8-16,0-8 16,-3-7-16,0-11 15,1-8-15,-4-5 16,-3-5-16,-5-2 15,-5-3-15,-5-2 16,-6 0-16,-5 5 16,-7 3-1,-5 2-15,-8 4 16,-4 4-16,-5 2 0,-5 6 16,0 9-16,-3 7 15,0 6-15,4 4 16,3 8-16,5 3 15,3 3-15,7 7 16,3 4-16,7 2 16,8 2-1,8 0-15,7 2 16,6 0-16,9 1 16,6 0-16,5 0 15,6 0-15,3 1 16,0 3-16,-5 2 15,-5 1-15,-5 2 16,-8-1-16,-4 3 16,-7 0-16,-4-3 15,-6-3-15,-1-8 32,-2-8-32,0-12 0,-4-11 0,6-6 15,-1-5 1</inkml:trace>
  <inkml:trace contextRef="#ctx0" brushRef="#br0" timeOffset="5918.28">20327 574 0,'0'0'0,"13"17"15,2 12-15,-1 5 16,0 3-16,-1-3 16,1-1-16,-1-2 15,-1-3-15,1-3 16,-2-5-1,1-4-15,-1-7 0,-3-6 16,0-7-16,0-4 16,0-7-1,2-6-15,-1-6 16,0-4-16,-4-1 16,2-1-16,-2 2 15,-1 1-15,-2 2 16,1 2-1,-1 5-15,-1 6 0,0 4 16,-1 11-16,0 0 16,0 0-16,-1 4 15,1 9-15,0 7 16,2 3-16,3 3 16,1 4-16,3-1 15,0-1-15,4 0 16,0-4-16,-1-2 15,2-3-15,-4-3 16,0-7-16,-2-5 16,2-2-16,0-5 15,3-5-15,1-6 16,1-7-16,1-3 16,0-5-16,-1 0 15,0-2-15,-1 0 31,-6 2-31,-2 2 0,-3 2 0,-3 3 16,-3 4-16,-1 7 16,1 4-16,-1 3 15,-3 6-15,0 6 16,2 5-16,-2 6 16,2 4-1,1 0-15,3 2 16,5 2-16,5 0 15,4 0-15,4-6 16,0-1-16,4-5 16,0-2-16,-1-7 15,1-6-15,2-5 16,-1-4-16,-2-5 16,-2-3-16,-1-5 15,-3-4-15,3-1 16,-4 1-16,-2 1 15,-1-2-15,-3 3 32,-2 2-32,-3 1 0,-1 4 0,-1 3 15,0 5-15,0 2 16,0 7-16,0 0 16,0 0-16,0 3 15,2 9-15,1 3 16,2 5-16,1 4 15,3 1-15,1 4 16,-1-1-16,1 1 16,-4 0-1,-1 1-15,-3-2 16,-5-2-16,-4-5 0,-3-3 16,0-4-16,-5-3 15,-1-7-15,2-4 16,0-5-16,1-5 15,6-5-15,4-7 16,6-5-16,5-3 31,5-4-31,4-2 0,6-7 0,2-2 16,0 2 0,-2 1-16,-2 1 15,-2 4-15,-3 1 16,0 2-16,1 0 15,-2 5-15,2 7 16,-3 5-16,-2 4 16,-4 4-16,-8 9 15,0 0-15,7 0 16,0 8-16,-1 6 16,-1 6-16,-3 4 15,-1 4-15,2 7 16,-1 5-16,-2 1 15,0 4-15,-2 4 16,-1 2-16,3-2 16,2 1-1,3-3-15,1-4 16,3-3-16,3-3 0,1-4 16,1-2-16,0-6 15,4-5 1,3-8-16,3-7 15,4-9-15,-3-14 16,-4-10-16,-5-18 16,-7 4-16</inkml:trace>
  <inkml:trace contextRef="#ctx0" brushRef="#br0" timeOffset="6249.28">21272 561 0,'14'-16'0,"9"-10"16,5 3-16,6 4 15,2 6-15,0 6 16,0 7-16,0 7 15,-3 4-15,-3 6 16,-5 4-16,-4 5 16,-5 4-16,-6 3 15,-2 1-15,-5 3 16,-4 1-16,-2-3 31,-3-4-31,1-4 0,0-11 0,5-16 0,-4 3 16</inkml:trace>
  <inkml:trace contextRef="#ctx0" brushRef="#br0" timeOffset="6448.33">21777 477 0,'0'0'16,"0"0"-16,0 0 0,0 0 16,0 0-16,0 0 15,0 0-15,11-8 16</inkml:trace>
  <inkml:trace contextRef="#ctx0" brushRef="#br0" timeOffset="7199.7">21922 554 0,'3'38'16,"1"15"-16,-4-4 15,-2-7-15,1-9 16,1-8-16,3-5 16,3-7-16,2-4 15,1-4-15,0-4 16,2-2-16,-2-2 15,-2-4 1,-3-3-16,-1-3 0,-3-3 16,-3-2-16,-5-1 15,-2 0-15,1 2 16,0 0-16,0 3 16,2-2-16,4 1 15,5 0 1,4 1-16,4 1 0,3 1 15,4 2-15,4 2 16,5 1-16,2 6 16,4 5-16,-2 3 15,-3 5 1,-1 3-16,-2 4 0,-4 1 16,-3 2-1,-6-1-15,-4-2 16,-3 0-16,-5-4 15,-2-5-15,-2-3 16,5-7 0,0 0-16,-6 2 0,0-8 15,2-3-15,1-5 16,-1-3-16,4-4 16,5 0-16,1-3 15,4 2-15,1 1 16,6 3-16,0 2 15,1 2-15,0 5 16,-1 4-16,-1 6 16,-2 7-16,2 3 15,0 5-15,-2 5 16,-1 0-16,0-1 16,-5 1-16,-3-4 15,-2-3-15,-3-14 16,0 0-16,5 3 15,5-9 1,9-10-16,6-6 0,1-4 16,-5 1-1,-4-4-15,-9-6 16,-5 5-16</inkml:trace>
  <inkml:trace contextRef="#ctx0" brushRef="#br0" timeOffset="9465.74">3809 503 0,'0'0'0,"0"0"15,0 0 1,5 26-16,-1 20 15,-6 15-15,-8 18 16,-9 16-16,-7 14 16,-6 11-16,-7 2 15,2-15-15,4-23 16,5-24-16,7-20 16,5-16-16</inkml:trace>
  <inkml:trace contextRef="#ctx0" brushRef="#br0" timeOffset="9815.68">3822 503 0,'12'-6'16,"5"0"-16,1 8 16,0 8-1,0 10-15,-2 9 0,0 13 0,0 14 16,-4 16 0,0 10-16,-2 9 15,1 3-15,1-4 16,2-12-16,4-11 15,0-11-15,-2-10 16,-4-8-16,-8-9 16,-9-14-16,-8-8 0,0-5 15</inkml:trace>
  <inkml:trace contextRef="#ctx0" brushRef="#br0" timeOffset="10033.2">3665 1109 0,'19'-25'0,"16"-9"16,9 3-16,5 7 15,2 7-15,2 8 16,-2 6-16,-10 1 15,-13 2-15,-10 0 16</inkml:trace>
  <inkml:trace contextRef="#ctx0" brushRef="#br0" timeOffset="10632.58">4162 930 0,'3'-19'0,"-1"-3"0,5 3 16,3 5-16,0 4 15,7 8-15,7 9 16,2 8-16,2 8 16,-2 10-16,-4 11 15,-6 6-15,-2 2 16,-4-4-16,-6-9 16,-5-6-16,-3-7 15,-5-2-15,-7-8 16,3-6-16,0-8 15,2-10-15,1-6 16,4-10-16,6-9 16,6-8-16,8-4 15,0 2-15,2 6 16,5 8-16,1 8 16,4 10-16,2 9 15,1 12-15,1 11 31,-5 11-31,-2 7 0,-8 3 0,-1-5 16,-4-7-16,-3-7 16,-5-5-16,-6-9 15,-6-4-15,-2-1 16,2-5-16,1-6 16,2-8-16,4-12 15,3-7-15,4-6 16,7-3-16,3 4 15,5 8-15,3 7 16,4 9-16,-4 7 16,6 16-16,-3 12 15,2 10-15,-1 11 16,-2 5-16,-2 2 16,1-8-16,-3-12 15,-5-12 1,-5-6-16</inkml:trace>
  <inkml:trace contextRef="#ctx0" brushRef="#br0" timeOffset="10965.9">5058 1070 0,'0'-35'0,"-1"-9"16,-3 9-16,-10 19 16,-5 20-16,-7 18 15,-3 14-15,-1 8 16,3 3-16,8-5 15,7-8-15,8-9 16,8-9-16,4-10 16,4-10-16,5-10 15,5-8-15,2-3 16,2-6-16,-2-2 16,-4 0-16,-1 5 15,-5 7 1,-2 9-16,-12 12 0,9 8 31,-4 10-31,0 9 0,2 5 0,2 4 16,0-1-16,4-1 15,1-6 1,2-8-16,-5-10 16,-3-7-16</inkml:trace>
  <inkml:trace contextRef="#ctx0" brushRef="#br0" timeOffset="11599.38">5234 1052 0,'14'-27'0,"8"-10"16,7 1-16,1 10 16,2 13-16,0 13 15,-7 15-15,-2 10 16,-8 10-16,-6 10 15,-4 6-15,-6-4 16,-5-6-16,-1-10 16,-1-10-16,-1-11 15,2-9-15,4-8 16,9-11-16,3-12 16,4-3-1,7-3-15,4 3 16,1 7-16,0 8 0,3 10 15,3 12-15,-5 12 16,-3 15-16,-7 13 16,-7 13-16,-6 11 15,-9 6 1,-5 0-16,-12-2 16,-2-6-16,-13-2 15,-4-6-15,-4-8 16,-1-12-16,2-15 15,6-10-15,5-15 16,5-15-16,6-15 16,14-13-16,9-10 15,15-10-15,8-5 16,8-4-16,8 1 16,8-1-16,3 8 15,-2 8 1,-2 9-16,-5 11 0,-9 11 15,-4 14-15,-10 14 16,-2 14-16,-9 12 16,-3 6-16,2 6 15,2 1-15,1-6 16,0-12-16,-3-11 16,-3-8-16</inkml:trace>
  <inkml:trace contextRef="#ctx0" brushRef="#br0" timeOffset="12349.66">5915 871 0,'-11'15'0,"-3"13"15,4 5 1,10 5-16,5 1 0,10-3 15,4-6-15,2-3 16,0-8 0,-2-6-16,-5-5 0,-4-4 31,-2-8-31,0-6 0,1-6 0,-3-7 16,2-5-16,5-2 15,1-2-15,-4 7 16,-1 10-16,-4 6 15,2 13-15,0 9 16,-1 13-16,2 6 16,0 0-16,2-3 15,4-9-15,5-6 16,2-7-16,-3-7 16,-1-8-1,2-5-15,-3-4 16,0-6-16,-2-2 0,-2-3 15,-3-3 1,0-2-16,-5-1 16,0 3-16,-1 7 15,-3 7 1,-3 7-16,-1 10 0,-3 11 0,-1 11 16,-1 12-1,-1 9-15,0 14 16,4 11-16,1 15 15,2 12-15,4 6 16,2 0-16,2-9 16,-1-10-16,-4-11 15,-6-9-15,-3-8 16,-6-10-16,-5-7 16,-6-10-16,-9-13 15,-4-11-15,-2-16 16,-1-18-16,7-19 15,6-17-15,12-11 16,13-3-16,12 5 16,11 10-1,8 11-15,7 3 16,6-1-16,-6 12 16</inkml:trace>
  <inkml:trace contextRef="#ctx0" brushRef="#br0" timeOffset="13132.49">7208 691 0,'-12'-22'15,"-10"-4"-15,-2 7 16,-2 13-16,0 10 16,-4 16-16,-2 13 15,-1 17 1,-3 9-16,2 8 15,9-5-15,8-7 16,12-11-16,9-16 16,10-12-16,9-15 15,1-12-15,2-10 16,2-6-16,-2-6 16,-1-2-16,-1-2 15,-1-4-15,-5 4 16,-2 7-16,-4 9 15,-5 11 1,-7 10-16,2 8 0,-3 16 16,-1 14-16,-1 6 15,3 1-15,7-4 16,4-11-16,11-12 16,6-10-16,5-13 15,4-9-15,-1-6 16,-1-5-1,-2-3-15,-6-6 16,-3-1-16,-3-4 0,-5-5 16,-3-4-1,-6-2-15,-7 2 16,-5 4-16,-2 7 16,-3 10-16,-1 9 15,1 12-15,2 12 16,-1 12-16,2 8 15,1 9-15,5 9 16,5 16-16,3 16 16,5 18-16,3 15 15,1 9-15,-1 4 16,2-2-16,-3-12 16,0-13-16,-3-21 15,-6-22-15,-7-22 16,-2-14-16</inkml:trace>
  <inkml:trace contextRef="#ctx0" brushRef="#br0" timeOffset="13366.59">7473 962 0,'27'-43'16,"6"-7"-16,0 19 16,-7 25-16,-7 28 15,-9 20-15,-8 17 16,-5 13-16,-3 2 16,-4-13-16,0-21 15,3-18-15</inkml:trace>
  <inkml:trace contextRef="#ctx0" brushRef="#br0" timeOffset="13650.06">7745 574 0,'0'0'0,"0"0"0,-1 33 0,1 27 16,4 19-16,2 14 15,5 9-15,4 7 16,1 5 0,-1-1-16,-1-9 0,1-11 15,-5-19 1,-4-21-16,-6-24 0,-4-16 15,0-8-15</inkml:trace>
  <inkml:trace contextRef="#ctx0" brushRef="#br0" timeOffset="13883.14">7776 1252 0,'-3'-64'15,"3"-24"-15,4 5 16,6 14-16,7 17 15,6 15-15,4 18 16,3 14 0,1 19-16,-4 21 15,-9 15-15,-8 17 16,-9 12-16,-6 6 16,-5-9-16,-3-22 15,3-28-15,1-23 16,3-9-16</inkml:trace>
  <inkml:trace contextRef="#ctx0" brushRef="#br0" timeOffset="14299.11">8047 723 0,'23'-53'15,"4"-13"-15,-3 12 16,-6 20-16,-7 21 15,1 22-15,-3 17 16,-4 18-16,-1 15 16,0 9-16,2 0 15,5-5-15,6-8 16,1-12 0,1-11-16,-1-7 15,-4-7-15,-2-4 16,-4-5-16,0-9 15,-2-6-15,1-6 16,2-10-16,1-7 16,-1-9-1,-1-4-15,-6 3 0,0 6 16,-1 9-16,-1 10 16,0 14-16,0 5 15,1 17-15,4 12 16,1 6-16,6 3 15,4-2-15,7-6 16,-2-20-16,-5-8 16</inkml:trace>
  <inkml:trace contextRef="#ctx0" brushRef="#br0" timeOffset="14483.04">8439 529 0,'-4'14'0,"9"10"0,7 7 16,9-1-16,4-2 16,-5-6-1</inkml:trace>
  <inkml:trace contextRef="#ctx0" brushRef="#br0" timeOffset="15234.02">8829 761 0,'-17'-7'0,"-9"-3"16,-2 2-16,3 9 16,2 8-16,2 11 15,-2 12-15,5 11 16,2 7-16,6 3 15,6-3-15,12-8 16,8-12-16,11-12 16,8-12-16,6-11 15,4-6-15,3-9 16,-1-2-16,-3-4 16,-4-2-16,-9-3 15,-6-2-15,-7 3 16,-6 1-16,-7 5 15,-5 9-15,-8 11 16,-8 11-16,-6 12 16,-2 7-16,0 2 15,5 0-15,6-3 16,6-6 0,5-5-16,6-8 15,5-7-15,5-9 16,1-3-16,6-5 0,1-3 15,0 3-15,-3 4 16,-5 5-16,-3 9 16,1 9-16,-3 11 15,-2 5 1,2 8-16,3-2 16,4-5-16,5-7 0,4-8 15,2-6-15,1-8 16,-2-9-1,-1-7-15,-4-4 0,0-4 16,-3-4 0,-4-6-16,-8-7 15,-3-3-15,-2 0 16,-1-4-16,-4-2 16,-3 5-16,-3 7 15,0 10 1,1 11-16,0 9 0,2 11 15,-2 11-15,1 12 16,3 11-16,3 9 16,2 11-16,7 9 15,3 7-15,6 0 16,5-4-16,6-7 16,2-13-16,-1-17 15,-8-14-15</inkml:trace>
  <inkml:trace contextRef="#ctx0" brushRef="#br0" timeOffset="15866.01">9352 780 0,'14'-21'15,"9"-7"-15,6 6 16,2 7-16,4 10 16,0 8-16,-2 10 15,-5 8-15,-5 5 16,-7 6-16,-4 1 16,-1-1-16,-1-3 15,-2-6-15,1 0 16,-2-3-16,-4-6 15,1-1-15,0-4 16,3-2-16,-7-7 16,7-1-16,3-5 15,-1-2-15,-1-4 16,2-3-16,-1 4 16,-2 0-16,-2 2 15,-5 9-15,0 0 16,0 0-16,3 1 15,2 8-15,-1 1 16,-6 3-16,2 0 16,-1 1-16,0-2 15,-1 0-15,-2-3 16,-1-4-16,1 1 16,4-6-16,-5 0 15,0-10-15,4-6 0,2-7 16,3-5-1,3-3-15,4-1 16,1 3-16,2 5 16,4 5-16,4 7 15,1 7-15,4 9 16,-1 7-16,3 5 16,0 2-16,-2-2 15,-2-4-15,-7-6 16</inkml:trace>
  <inkml:trace contextRef="#ctx0" brushRef="#br0" timeOffset="16266.36">10545 923 0,'0'0'16,"-14"-9"-16,-7-5 15,-2-4-15,2-2 16,2-2-16,1-5 31,2-4-31,3-5 0,5-8 0,9-3 16,8-2-16,6 0 16,3 6-1,5 6-15,0 6 0,3 10 16,5 8-1,2 13-15,0 11 16,-5 14-16,-3 21 16,-4 23-16,-9 23 15,-5 27-15,-8 14 16,-1 10-16,1-7 16,3-13-16,3-20 15,5-19-15,-1-26 16,0-25-16,-1-15 15</inkml:trace>
  <inkml:trace contextRef="#ctx0" brushRef="#br0" timeOffset="16549.5">11289 516 0,'0'0'16,"-5"26"-16,1 22 16,1 16-1,6 12-15,3 9 16,2 4-16,0 0 0,-1-2 15,-2-9-15,-1-19 16,-5-23-16,-1-17 16</inkml:trace>
  <inkml:trace contextRef="#ctx0" brushRef="#br0" timeOffset="16784.95">11232 768 0,'12'-80'16,"10"-17"-16,5 15 15,3 25-15,-1 27 16,2 22-16,-3 22 16,-8 18-16,-9 19 15,-10 15-15,-8 12 16,-10 5-16,-7-6 15,-2-13-15,-3-17 16,7-17-16</inkml:trace>
  <inkml:trace contextRef="#ctx0" brushRef="#br0" timeOffset="17016.45">11598 522 0,'0'0'15,"0"0"1,3 28-16,2 28 0,1 17 16,-1 11-16,-1 9 15,1 4-15,0-4 16,-3-19-16,-3-25 15,-1-18-15</inkml:trace>
  <inkml:trace contextRef="#ctx0" brushRef="#br0" timeOffset="17349.81">11579 942 0,'0'0'16,"4"-16"-16,5-10 15,7 0-15,11-4 16,5 0-16,5-2 16,0 4-16,-5-1 15,-3-1-15,-8 1 16,-8-2-16,-8 3 16,-6 2-16,-1 5 15,-1 4-15,-1 5 16,4 12-16,-2 0 15,1 14-15,1 17 16,0 15-16,1 10 16,1 10-16,4 5 15,2 2-15,2 1 16,4-8-16,0-18 16,-4-17-16</inkml:trace>
  <inkml:trace contextRef="#ctx0" brushRef="#br0" timeOffset="17582.91">12115 568 0,'0'0'15,"-1"28"-15,1 21 0,0 15 16,3 8-16,1 7 16,3 5-16,3-1 15,0-13-15,-3-24 16,-1-17 0</inkml:trace>
  <inkml:trace contextRef="#ctx0" brushRef="#br0" timeOffset="17849.18">12172 607 0,'-9'-46'16,"1"-18"-16,9 6 15,13 11 1,10 16-16,8 15 0,3 15 15,-2 13-15,-3 15 16,-7 13-16,-11 9 16,-10 15-16,-11 8 15,-8 8-15,-5-3 16,-2-17-16,4-21 16</inkml:trace>
  <inkml:trace contextRef="#ctx0" brushRef="#br0" timeOffset="17994.03">12670 896 0,'0'0'0,"-11"10"16</inkml:trace>
  <inkml:trace contextRef="#ctx0" brushRef="#br0" timeOffset="49533.32">6446 5596 0,'-3'-12'0,"-1"-11"15,2 0-15,0 1 16,-1 0-1,0 3-15,-1 0 0,-2 2 16,-3 0 0,1 4-16,-3 3 0,-1 4 15,-1 5 1,0 7-16,-5 11 16,1 7-16,-6 10 15,-1 10-15,1 8 16,0 7-16,0 9 15,5 5-15,5 0 16,8-6-16,4-13 16,5-12-16,7-13 15,2-12-15,5-8 16,2-10-16,2-9 16,2-8-16,-2-7 15,2-5-15,-1-6 16,-3-3-16,-1-1 15,-3-3-15,-5-1 16,-4 2-16,1 4 16,-2 7-16,-4 8 15,0 8-15,-2 15 16,-2-1-16,2 13 16,-3 11-1,-2 10-15,0 11 16,5 7-16,3 4 0,4-1 15,7-7-15,-3-14 16</inkml:trace>
  <inkml:trace contextRef="#ctx0" brushRef="#br0" timeOffset="49733.05">6666 5816 0,'-1'35'15,"1"20"-15,4 8 16,0 4-16,3-2 16,0-4-16,-3-15 15</inkml:trace>
  <inkml:trace contextRef="#ctx0" brushRef="#br0" timeOffset="49999.52">7019 5881 0,'-22'34'16,"-7"20"-16,5 12 15,8 3-15,7-2 16,4-14-16</inkml:trace>
  <inkml:trace contextRef="#ctx0" brushRef="#br0" timeOffset="50516.97">7460 5687 0,'-4'-23'16,"-2"-10"-16,-1-4 16,1 3-16,-2 3 15,-3 6 1,-5 4-16,-3 9 0,-1 12 15,1 12-15,-4 11 16,3 11-16,-3 12 16,3 14-16,3 15 15,8 5-15,3-5 16,9-14-16,7-16 16,6-20-16,2-13 15,3-12 1,3-9-16,0-10 15,-3-8-15,0-4 16,-3-5-16,-1-2 16,-3-3-16,-2 2 15,-1 6-15,-1 8 16,-1 10-16,-1 13 16,0 13-16,-1 11 15,0 10-15,-1 7 16,0 2-16,2 1 15,-1-9-15</inkml:trace>
  <inkml:trace contextRef="#ctx0" brushRef="#br0" timeOffset="50865.79">7701 5887 0,'0'0'0,"16"-8"15,9-2-15,2 3 16,-2 7-16,-4 7 16,-4 8-16,-5 5 15,-9 9-15,-5 6 16,-5 2-16,-8-3 16,-4 0-16,-3-6 15,3-9-15,2-8 16,2-7-16,5-7 15,6-5-15,6-5 16,7-4-16,8 0 16,6 1-16,4 1 15,5 3 1,4 4-16,2 3 0,1 2 16,-1 2-16,-3 1 15,-8 0 1</inkml:trace>
  <inkml:trace contextRef="#ctx0" brushRef="#br0" timeOffset="51050.08">8306 5861 0,'1'21'0,"2"15"0,0 7 16,-1 3-16,-1-3 16,-1-12-16</inkml:trace>
  <inkml:trace contextRef="#ctx0" brushRef="#br0" timeOffset="51532.91">8703 5636 0,'-6'-23'0,"-2"-13"0,-1 0 15,2 3-15,-4 8 16,0 6-1,-2 13-15,-1 12 16,-4 14-16,-4 14 16,-1 17-16,0 11 15,3 9-15,5-6 16,6-9 0,9-13-16,8-13 15,5-12-15,5-9 0,2-10 16,0-7-16,3-8 15,-2-6-15,-3-6 16,-4-2-16,-1-4 16,-3 0-16,-2 3 15,-1 5-15,-2 9 16,-2 7-16,-3 10 16,4 4-16,-2 14 15,1 12-15,0 5 16,1 4-16,6-4 15,0-2-15,-1-9 16</inkml:trace>
  <inkml:trace contextRef="#ctx0" brushRef="#br0" timeOffset="51916.45">8892 5791 0,'0'0'0,"12"-11"0,5-2 16,3 4-16,1 6 16,-3 5-16,-3 9 15,-6 9-15,-5 8 16,-2 2-16,-4-1 16,-1-7-1,0-6-15,0-6 0,3-10 16,0 0-16,2-1 15,7-6-15,2-2 16,4-3-16,4 0 16,2 2-16,2 4 15,-2 4-15,-4 6 16,-4 8-16,-8 8 16,-8 5-16,-9 6 15,-5-1-15,-5 2 16,-3 0-1,1-4-15,-5-7 16,7-8-16</inkml:trace>
  <inkml:trace contextRef="#ctx0" brushRef="#br0" timeOffset="52149.5">9384 5745 0,'2'34'0,"2"18"15,1 5-15,0-4 16,2-8-16,0-12 15,0-12-15</inkml:trace>
  <inkml:trace contextRef="#ctx0" brushRef="#br0" timeOffset="52933.14">9964 5610 0,'-19'-14'0,"-10"-8"15,3-3-15,1-2 16,3 0-16,0 2 15,1 0-15,-3 6 16,2 6-16,1 13 16,0 13-16,1 11 15,1 17-15,2 14 16,2 13-16,5 6 16,5-5-1,7-15-15,9-16 16,6-18-16,3-11 15,4-13-15,-1-14 16,1-10-16,-1-7 16,1-8-16,-4-4 15,-2 1-15,-2 2 16,-3 9-16,-4 11 16,-1 12-16,-3 12 15,-3 14-15,0 14 16,-2 9-16,0 5 15,2 6-15,0-3 16,3-4-16,1-8 16,-1-11-16</inkml:trace>
  <inkml:trace contextRef="#ctx0" brushRef="#br0" timeOffset="53234.84">10046 5693 0,'5'34'0,"2"13"15,2-3-15,4-9 16,0-10 0,4-12-16,-2-8 0,-1-7 15,-1-6-15,-3-5 16,1-6-16,-4-1 15,-1-2-15,-3 2 16,-2 5-16,0 6 16,-1 9-16,2 9 15,-2 16-15,2 10 16,0 7-16,5 6 16,-1 0-16,1-4 15,-2-11-15</inkml:trace>
  <inkml:trace contextRef="#ctx0" brushRef="#br0" timeOffset="53633.1">10488 5719 0,'23'0'0,"15"-1"15,4 0-15,1 0 16,1 1-16,2-4 16,3 1-16,2-2 15,4 1-15,3-4 16,2 3-1,1 0-15,-2-2 16,0 1-16,0-1 0,-4 4 16,-1 1-16,-3-1 15,-1 1-15,-6 1 16,-2 1 0,-4-2-16,-5 0 0,-4-2 15,-3-5 1,-8 1-16</inkml:trace>
  <inkml:trace contextRef="#ctx0" brushRef="#br0" timeOffset="53817.17">11964 5648 0,'-2'38'0,"1"17"16,1-1-16,2-11 15,1-13 1</inkml:trace>
  <inkml:trace contextRef="#ctx0" brushRef="#br0" timeOffset="54316.45">12493 5571 0,'0'0'16,"-6"-21"-16,-2-11 15,-2-2-15,-3 3 16,-2 6-16,-3 8 16,0 8-16,-1 12 15,-1 10-15,-1 15 16,-3 13-16,3 17 16,4 13-16,6 3 15,3-8-15,6-14 16,7-16-16,7-14 15,2-9-15,5-12 16,3-12-16,0-8 16,-2-8-16,0-7 15,-4-4-15,-1-5 16,-6-3 0,0 1-16,-2 5 0,-2 8 15,0 13-15,-1 10 16,0 14-1,1 16-15,-1 12 16,0 9-16,3 8 16,2 2-1,0-4-15,-2-13 0</inkml:trace>
  <inkml:trace contextRef="#ctx0" brushRef="#br0" timeOffset="54701.61">12727 5700 0,'-9'19'0,"-3"9"16,1 5-16,4-2 15,4-3-15,3-7 16,4-5-16,4-4 16,5-3-16,0-2 15,5-4-15,3-5 16,-1-1-16,1 1 16,2-1-16,0 6 15,-5 1-15,-4 6 16,-5 5-16,-6 3 15,-7 3-15,-8 1 16,-5 2-16,-5-1 16,-6-3-16,-4-9 15,6-4-15</inkml:trace>
  <inkml:trace contextRef="#ctx0" brushRef="#br0" timeOffset="55082.96">12759 5732 0,'24'-7'0,"14"-4"16,2 3-16,-3 4 16,-3 7-16,-3 7 15,-5 5-15,-5 14 16,-7 6-16,-3 5 15,-1-1-15,-2-7 16,2-4-16,1-6 16,0-6-16,0-4 15,-1-5-15,3-5 16,2-5-16,-2-3 16,-1-3-16,-2-4 15,-3-5-15,-2-3 16,-8-6-16,-5-1 15,-3 1-15,-6 1 16,-4 5 0,-2 7-16,0 9 15,-5 11-15,-1 7 16,1 4-16,4-4 16</inkml:trace>
  <inkml:trace contextRef="#ctx0" brushRef="#br0" timeOffset="98683.01">2687 7191 0,'0'0'15,"0"0"-15,-12 7 16,-6 2-16,-2 1 16,1-2-16,-4-1 15,1-2-15,1-2 16,1-2-16,3-3 15,1-5-15,1-5 16,3-2-16,6-3 16,6-4-16,5-2 15,2 1-15,5 2 32,5 2-32,1 4 0,2 6 0,1 5 15,1 8-15,-2 9 16,-3 9-16,-5 15 15,-6 14-15,-8 7 16,-9 4 0,-7 0-16,-10 3 0,-4 5 15,-9 2-15,-3-1 16,-1-7-16,-1-13 16,4-10-16,6-13 15,4-13 1,5-13-16,6-11 15,4-12-15,7-12 0,7-6 16,8-6 0,6 1-16,6 0 15,5 4-15,1 7 16,5 11-16,2 10 16,-3 9-16,-1 11 15,2 13-15,-5 16 16,-8 13-16,-1 10 15,-6 4-15,-2 1 16,0-5-16,2-11 16,-1-14-16</inkml:trace>
  <inkml:trace contextRef="#ctx0" brushRef="#br0" timeOffset="99165.91">2952 7295 0,'0'0'0,"-7"-14"15,-4-3-15,3 2 16,1 5-16,-1 5 15,-1 10-15,1 10 16,-2 12-16,-2 15 16,-3 15-16,-2 16 15,3 14-15,1 11 16,5 1-16,4-13 16,6-21-1,7-22-15,3-19 0,7-15 16,1-15-16,5-11 15,0-13-15,1-7 16,-4-12-16,-2-5 16,-1-8-16,-4-2 15,-3 0-15,-7 1 16,-5 6-16,-5 5 16,-2 7-16,-5 9 15,-1 11-15,-5 11 16,-2 9-1,1 8-15,1 6 16,4 4-16,5-1 0</inkml:trace>
  <inkml:trace contextRef="#ctx0" brushRef="#br0" timeOffset="99515.94">3217 7334 0,'-4'21'0,"2"16"15,-3 9 1,0 9-16,5 5 16,2 7-16,3-1 15,2-12 1,2-16-16,6-14 0,4-14 15,2-10-15,2-11 16,1-11-16,0-9 16,-2-8-16,-3-7 15,-6-5-15,-2-4 16,-5 0-16,-5 3 16,-3 3-16,-7 6 15,-4 9 1,-8 13-16,-3 9 15,2 8-15</inkml:trace>
  <inkml:trace contextRef="#ctx0" brushRef="#br0" timeOffset="99851.36">3462 7140 0,'0'0'0,"0"0"16,22-8-16,10-6 15,5-1-15,1-2 16,2 0-16,-1 3 16,-1-1-16,-3 4 31,-1 3-31,-3 5 0,-5 6 15,-5 7-15,-5 10 16,-5 10-16,-9 15 16,-5 16-16,-5 15 15,-2 11-15,-2 8 16,0 3-16,0-3 16,6-10-16,3-20 15</inkml:trace>
  <inkml:trace contextRef="#ctx0" brushRef="#br0" timeOffset="100149.3">4125 7456 0,'0'0'0,"0"0"16,0 0-16,0 0 16,29-2-16,15-3 15,4 1-15,1-1 16,-3 2-16,-11 1 15</inkml:trace>
  <inkml:trace contextRef="#ctx0" brushRef="#br0" timeOffset="100333.31">4181 7565 0,'0'0'0,"19"9"0,16 0 15,12-5 1,-6-3-16</inkml:trace>
  <inkml:trace contextRef="#ctx0" brushRef="#br0" timeOffset="103249.94">3891 7075 0,'0'0'0,"0"0"16,-7-11-16,-2-6 16,-2 1-16,1 2 15,2 4-15,-1 4 16,1 1-16,0 1 16,-1 3-16,0 1 15,-1-1-15,1-1 16,2-1-16,-2 0 15,0 3-15,-3 5 16,1 0-16,-3 4 16,3 4-16,-3 4 15,0 5-15,1 5 16,1 6-16,1 1 16,3 2-16,6-2 15,2-4-15,5-4 16,3-5-16,5-6 15,5-3-15,0-9 16,3 1-16,2-8 16,4-4-16,-3-3 15,2-6-15,0-4 16,1-3-16,-2-1 16,-1-4-1,-4 1-15,-7 4 16</inkml:trace>
  <inkml:trace contextRef="#ctx0" brushRef="#br0" timeOffset="-187393.82">20592 8773 0,'0'0'0,"0"0"15,0 0-15,0 0 0,0 0 16,0 0-16,0 0 16,0 0-16,0 0 15,0 0-15,-8 27 16,-7 17-16,-2 0 0,2-9 16</inkml:trace>
  <inkml:trace contextRef="#ctx0" brushRef="#br0" timeOffset="-184695.64">2945 5364 0,'-21'-6'0,"-6"-4"16,4-4 0,6-1-16,9 0 15,5-1-15,8 0 0,7-1 16,3 2-16,6 2 15,2 4-15,0 9 16,2 3-16,-2 8 16,-4 9-16,-6 9 15,-8 10-15,-5 5 16,-5 1-16,-5 5 16,-7-1-1,-7 3-15,-4-1 16,-1-4-16,0-8 15,1-7-15,1-8 16,6-11-16,6-8 0,6-9 16,3-6-1,6-7-15,5-3 16,5-1-16,4 1 16,6 4-16,5 5 15,2 4 1,1 6-16,7 8 0,5 11 15,2 10-15,0 9 16,-5 1-16,-13-8 16</inkml:trace>
  <inkml:trace contextRef="#ctx0" brushRef="#br0" timeOffset="-180395.82">3594 5436 0,'0'0'0,"0"0"16,0 0-16,0 0 16,-3-20-16,0-10 15,1 0-15,1 0 16,-1 4-16,-3 1 16,1 3-16,-5 4 15,1 1-15,-1 6 16,-3 2-16,-1 5 15,-3 4-15,-1 4 16,2 5-16,1 2 16,5 2-16,3-1 15,1 2 1,5-2-16,5 5 0,2-2 16,4 3-16,6 3 15,1 2-15,4 0 16,0 0-16,2-2 15,-1-5-15,-2-1 16,-1 0-16,-4-1 16,-3-1-16,-3-1 15,-6 1-15,-5 2 16,-7 1-16,-6 1 16,-8-1-16,-2-3 15,-3-3-15,-1-5 16,2-7-16,2-7 15,6-7-15,5-7 16,8-6-16,7-5 16,5-4-16,7 1 15,2 1 1,5 1-16,1-1 16,1-1-16,-5 9 15</inkml:trace>
  <inkml:trace contextRef="#ctx0" brushRef="#br0" timeOffset="-179013.79">3974 5236 0,'0'0'0,"0"0"16,0 0-16,0 0 16,15-5-16,8-5 15,7 1-15,-7 0 16,-1-1-16,-2 1 16,-1 1-16,0 3 15,-3 4-15,0 1 16,-4 5-16,-3 4 15,-2 10-15,-6 7 16,-6 12-16,-3 12 16,-4 9-1,-4 9-15,1 6 0,5 4 16,2 6-16,1-1 16,2-19-16</inkml:trace>
  <inkml:trace contextRef="#ctx0" brushRef="#br0" timeOffset="-175080.53">4849 7048 0,'0'0'0,"0"0"15,0 0-15,0 0 16,0 0-16,0 0 15,7 12-15,4 3 16,3-4-16,6-6 16,4-4-16,-1-3 15,0-1-15,-1 0 16,-2-2-16,-1 2 16,2 0-16,-3 2 15,-4 2-15,0 1 16,-3 2-1,-3 2-15,-2 2 0,-2 4 16,-7 6-16,0 6 16,-4 6-16,-5 9 15,0 8-15,-1 9 16,-5 8-16,0 7 16,-1 5-16,3 1 15,-2-4-15,3-5 16,3-7-16,2-8 15,6-12-15,1-12 16,0-10-16</inkml:trace>
  <inkml:trace contextRef="#ctx0" brushRef="#br0" timeOffset="-174393.07">5311 7546 0,'0'0'0,"0"0"15,-5 10-15,0 2 16,3-2-16,2-10 16,0 0-16,0 5 15</inkml:trace>
  <inkml:trace contextRef="#ctx0" brushRef="#br0" timeOffset="-173962.88">5480 7158 0,'0'0'0,"0"0"0,0 0 15,0 0-15,-4 13 16,1 3-16,7-1 16,9-7-16,2-4 15,5-7-15,1-4 16,0 0-16,0-1 15,4 0-15,-3 1 16,-1 1-16,-5 6 16,-2 2-16,-5 6 15,0 6-15,-2 10 16,-7 9-16,0 12 16,-7 11-16,-9 11 15,2 11 1,3 6-16,2-1 15,-2-8-15,3-21 16</inkml:trace>
  <inkml:trace contextRef="#ctx0" brushRef="#br0" timeOffset="-173793">5853 7546 0,'-5'18'0,"3"4"0,2-6 16,2-5-16</inkml:trace>
  <inkml:trace contextRef="#ctx0" brushRef="#br0" timeOffset="-173295.75">6218 7101 0,'-12'18'0,"-2"10"15,2 9-15,4 7 16,3 1-16,4 6 16,3 1-16,2-5 15,1-6-15,2-10 16,2-11-16,0-8 15,5-10-15,0-6 16,2-6-16,0-9 16,-1-5-16,3-5 15,-2-5-15,-2-5 16,1 2-16,-1 1 31,-3 8-31,-3 10 0,-3 7 0,-5 11 16,-1 7-16,-4 15 15,-3 12-15,-2 9 16,-2 9-16,3 5 16,4 7-16,2-1 15,6-4-15,-3-13 16</inkml:trace>
  <inkml:trace contextRef="#ctx0" brushRef="#br0" timeOffset="-173013.65">6628 7081 0,'0'0'16,"0"0"-16,0 0 15,0 0-15,0 0 16,0 0-16,-9 26 16,-2 20-16,3 14 15,0 10-15,6 8 16,3 3-16,3-1 16,-2-5-16,-1-19 15</inkml:trace>
  <inkml:trace contextRef="#ctx0" brushRef="#br0" timeOffset="-172530.07">4250 8675 0,'0'0'16,"-14"5"-16,-2-1 0,2-2 15,14-2-15,0 0 16,2 5-16,12 1 16,6 0-16,6-1 15,1-5-15,4-2 16,-6-1-16</inkml:trace>
  <inkml:trace contextRef="#ctx0" brushRef="#br0" timeOffset="-172295.65">4289 8928 0,'0'0'0,"19"13"16,11 3-16,10-5 15,0-5-15,-7-5 16</inkml:trace>
  <inkml:trace contextRef="#ctx0" brushRef="#br0" timeOffset="-171827.68">5115 8379 0,'0'0'0,"-3"23"15,-4 16-15,0 10 16,-2 8-16,-3 9 16,2 12-16,3 4 15,5 3-15,2-10 16,4-18-16,4-19 16,2-18-16,4-16 15,3-11-15,2-13 16,-1-10-16,1-7 15,1-9-15,1-2 16,-3-3-16,1 2 16,-3 7-16,-4 8 15,-1 13-15,-3 11 16,-6 13-16,-4 13 16,-4 17-16,-4 18 15,-1 16-15,-3 13 16,1 14-16,3 9 15,4-3 1,3-10 0,-1-24-16</inkml:trace>
  <inkml:trace contextRef="#ctx0" brushRef="#br0" timeOffset="-171180.61">5619 8657 0,'-4'-20'0,"-1"-8"15,-2 1 1,-2 3-16,0 7 0,0 6 15,-1 8 1,-1 7-16,-1 9 0,1 11 16,-2 9-1,3 9-15,3 7 0,5-1 16,4-5 0,4-10-16,5-14 15,5-12-15,-2-10 16,3-6-16,-3-5 15,0-5-15,-4-1 16,-2-1-16,-3-2 16,-3 2-16,1-4 15,-3 2-15,0 3 16,-2 2 0,0 4-16,1 4 0,1 10 15,0 0-15,0 0 0,3 1 16,4 11-16,2 9 15,1 6-15,0 8 16,0 2 0,-2 0-16,2-1 15,-3-3-15,-4-2 16,-3 3-16,-4 0 16,-6 3-16,-5-1 15,-5 1-15,-3-2 16,-5 2-16,-2-5 15,-1-4-15,2-5 16,3-6-16,4-5 16,5-6-16,0-3 15,5-2-15</inkml:trace>
  <inkml:trace contextRef="#ctx0" brushRef="#br0" timeOffset="-170404.58">5922 8960 0,'0'0'0,"0"0"16,0 0-16,0 0 16,0 0-16</inkml:trace>
  <inkml:trace contextRef="#ctx0" brushRef="#br0" timeOffset="-169860.91">6155 8457 0,'0'0'0,"0"0"16,-6 19-16,-2 12 16,2 10-16,3 7 15,2 9-15,2 4 16,2-2-16,2-5 15,1-11 1,3-12-16,3-13 16,0-8-16,0-9 15,1-7-15,2-10 16,0-8-16,-1-2 16,1-5-16,-1-3 15,0-1 1,-3-1-16,1 1 15,-3 1-15,0 4 0,-2 9 16,-3 6-16,-4 15 16,0 0-16,4 2 15,-1 16-15,-7 13 16,1 13-16,0 10 16,2 11-16,1 6 15,1 2-15,1-7 16,-1-13-1,0-17-15</inkml:trace>
  <inkml:trace contextRef="#ctx0" brushRef="#br0" timeOffset="-169547.38">6622 8528 0,'3'-25'0,"1"-4"0,-2 7 16,-5 9-16,3 13 15,-5 3-15,-1 18 16,0 16-16,1 10 15,-1 9-15,-2 10 16,0 4-16,1 4 16,3-2-16,4-6 15,0-4-15,0-17 16</inkml:trace>
  <inkml:trace contextRef="#ctx0" brushRef="#br0" timeOffset="-168929.45">6862 9728 0,'-23'2'16,"-12"1"-16,-4-2 16,-2-1-16,-4-4 15,-2-1-15,-5 0 16,-3 2-16,-4 0 15,-5 2-15,-5-2 16,-5 1-16,-7-2 16,-4 2-16,-5-1 15,-5 0-15,-4 0 16,-3 1-16,-7 1 16,-4 1-16,-3 0 31,-5 0-31,-5 0 0,-3 0 0,-1 0 15,-5 0 1,-4-1-16,2 0 16,0-3-16,-1-1 15,-4-3-15,1 1 16,-1-3-16,-4 2 16,1 1-16,-3 1 15,2 1-15,-2 2 16,3 2-16,4 0 15,6-1-15,2-4 16,3 0-16,-1-4 16,1-2-16,30 0 15</inkml:trace>
  <inkml:trace contextRef="#ctx0" brushRef="#br0" timeOffset="-167827.67">2207 8985 0,'0'0'0,"-12"-7"15,-4-7 1,1-4-16,9-8 0,8-6 16,8-6-1,9-2-15,3 3 16,3 6-16,0 6 0,-2 8 16,-2 10-16,-2 8 15,-7 14-15,-7 14 16,-5 11-1,-6 9-15,-6 5 16,-4 3-16,-6 4 16,-4 2-16,-7 1 15,-2 0-15,-2-4 16,-2-6-16,-2-10 16,2-14-16,5-13 15,4-14-15,7-17 16,7-14-16,10-14 15,4-6-15,4-5 16,7 3-16,4 8 16,-1 8-16,4 8 15,4 10-15,1 12 32,-1 10-32,2 14 0,4 13 15,0 9-15,2 7 0,-1 1 16,2-6-16,-4-11 15,-4-12 1,-8-10-16</inkml:trace>
  <inkml:trace contextRef="#ctx0" brushRef="#br0" timeOffset="-167095.45">2529 8869 0,'0'0'0,"-5"25"16,0 15-16,1 9 15,4 6-15,2 6 16,1 0-16,6-5 16,5-12-16,2-13 15,2-14 1,1-15-16,-2-11 15,-1-11-15,1-10 0,-6-8 16,-2-4 0,-2-6-16,-3 0 0,-3 0 31,-3 3-31,-4 5 0,-3 9 16,-4 8-16,-1 10 15,0 11-15,-2 10 16,-2 9-16,4 9 15,1 2-15,6 0 16,1-5-16,10-8 16,3-7-16,6-6 15,3-9-15,4-6 0,3-5 16,3-2 0,-1 1-16,-2 6 15,-2 8-15,-1 9 16,-1 9-16,2 8 15,0 5-15,-1 9 16,-1 1 0,0 3-16,2 0 0,-1-3 15,1-8-15,0-9 16,-1-10-16,-2-11 16,0-8-16,-1-8 15,-4-7-15,-4-6 16,-2-3-16,-3-2 15,-6-4-15,-2-4 16,-6 4-16,-3 2 16,-2 7-16,-4 8 15,-3 10-15,-2 13 16,-2 9-16,0 13 16,0 8-16,5 3 15,6-1-15,6-3 16,8-7-16,7-8 15,1-7-15</inkml:trace>
  <inkml:trace contextRef="#ctx0" brushRef="#br0" timeOffset="-166562.58">3462 8863 0,'0'0'0,"5"-16"0,1-9 15,-2-4-15,-3 3 16,-6 1 0,-1 4-16,-5 4 15,-1 7-15,-2 8 16,-2 13-16,2 15 15,-2 11-15,-1 10 16,3 5-16,4-2 16,7-6-16,6-9 15,4-14-15,3-12 16,0-10-16,4-9 16,0-9-16,1-4 15,-1-3-15,-2-2 16,-4 0-16,1 1 15,-2 2-15,-1 6 16,1 7-16,-7 12 16,8 0-16,-1 13 15,-1 9-15,0 11 0,1 7 16,-2 2 0,1 0-16,-2-1 15,-1-3-15,-5 3 16,-2 7-16,-6-1 15,-6 3-15,-5-1 16,-8-4-16,-6-6 16,4-11-16</inkml:trace>
  <inkml:trace contextRef="#ctx0" brushRef="#br1" timeOffset="-155026.87">5461 8134 0,'-43'-15'16,"-14"-4"-16,2 0 16,9 4-16,8 5 15,5 5-15,6 5 16,0 3-16,0 5 15,1 5 1,1 6-16,2 2 0,-1 3 16,0 4-16,3 3 15,-2 1-15,0 4 16,1 3-16,-2 5 16,2 3-16,2 5 15,1 1 1,0 2-16,4 2 15,1-1-15,5 0 16,0 0-16,3 1 16,3 2-1,5 1-15,4-1 16,0 2-16,3-2 0,0-1 16,3-1-16,4-2 15,2-2-15,-1 0 16,4-4-1,1-1-15,2-5 16,2-4-16,1 0 16,3-4-16,2-2 15,0-6-15,5-6 16,1-5-16,1-4 16,3-6-16,-1-4 15,2-7-15,-1-4 16,0-3-16,-2-8 15,2-4-15,0-7 32,-1-5-32,-3-2 0,-1-5 0,-4-3 15,1-3-15,-3-4 16,-4-3-16,0 0 16,-5-4-16,-2-1 15,-2-1 1,-3 0-16,-3-3 15,-5 3-15,0-2 16,-4-2-16,-2 2 16,-5 1-16,-3 2 15,-5 5-15,-3 4 16,-3 3-16,-5 7 16,-3 3-16,-4 4 15,2 5-15,-5 4 16,-3 2-1,-2 6-15,0 4 0,2 5 16,0 4-16,-1 4 16,3 3-1,4 3 1,-1 2-16,0-1 0,-2-1 0,7-2 16</inkml:trace>
  <inkml:trace contextRef="#ctx0" brushRef="#br1" timeOffset="-153061.49">10993 1987 0,'-37'-15'15,"-15"-9"-15,0 2 16,4 2-16,3 6 16,0 3-16,0 3 15,0 3 1,0 3-16,0 4 15,-1 4-15,-2 2 16,-1 0-16,3 1 16,0 1-16,1 2 15,4 4-15,2 0 16,3 4-16,3 1 16,3 7-16,3 3 15,1 3-15,1 3 16,4 6-16,1 4 15,3 3 1,5 4-16,2-2 16,5 3-16,4 0 0,5-1 15,4-1 1,5-1-16,5-5 0,4 0 16,5-5-16,8-3 15,4-4 1,3-5-16,5-4 15,2-5-15,2-4 16,3-4-16,2-3 16,0-4-16,3-4 15,2-5-15,-2-3 16,-1-4-16,-3-5 16,1-5-16,-5-7 15,0-6-15,-1-2 16,-4-9-16,-1-2 15,-6-4-15,-5-4 16,-7-6-16,-6-4 16,-2-3-16,-3-3 15,-13-1-15,-4 0 16,-7 3-16,-7 5 16,-4 2-16,-9 7 15,-5 6 1,-7 6-16,-6 8 15,-7 8-15,-3 7 16,-3 8-16,-4 4 16,-5 1-16,-1 12 15,14 2-15</inkml:trace>
  <inkml:trace contextRef="#ctx0" brushRef="#br1" timeOffset="-151563.1">4870 10303 0,'-35'2'0,"-11"-1"16,3-3-16,7-1 16,8 0-16,2-1 15,6 0-15,2-2 0,4 1 31,3-3-31,2-1 0,6-3 16,4-3-16,5-1 16,1 1-16,3 2 15,3 3-15,4 6 16,1 7-16,0 7 16,3 11-16,-1 7 15,-1 10-15,-6 10 16,-2 6-16,-3 3 15,-2 4-15,-6 0 16,0-2-16,-2-3 16,-3-7-16,-3-8 15,3-10-15,0-11 16,2-8-16,3-12 16,0 0-16,-5 0 15,-2-12-15,1-10 16,1-7-16,1-10 31,2-3-31,4-7 0,0-3 0,5-1 16,5 1-16,2 5 15,1 7-15,0 8 16,0 8-16,1 9 16,2 7-16,0 9 15,-1 10-15,0 9 16,0 10-16,-3 9 15,-1 5-15,-3 0 16,-2 2-16,0-3 16,-2-6-1,-2-4-15,-1-7 0,-3-8 16,0-7-16,0-11 16,0 0-16,-2 2 15,-3-12 1,1-10-16,-2-7 0,1-6 15,2-6 1,3-8 0,1-5-16,5 4 0,5 1 15,2 6-15,2 7 16,-1 9-16,0 10 16,4 11-16,-2 13 15,3 14-15,-4 16 16,1 14-16,-3 9 15,-1 9-15,-1 5 16,1-2-16,-3-9 16,-3-13-16,-2-17 15</inkml:trace>
  <inkml:trace contextRef="#ctx0" brushRef="#br1" timeOffset="-150663.04">10993 2014 0,'0'0'0,"0"0"0,0 0 16,0 0-1,0 0-15,15-17 16,8-10-16,10-7 16,5-4-16,7-2 15,8-2-15,9-4 16,10-6 0,7-1-1,8-3-15,6-1 0,4 0 0,2 2 16,-6 6-1,-3 6-15,-6 3 0,-8 6 16,-3 7-16,-8 4 16,-7 2-16,-10 2 15,-7 1-15,-6 0 16,-9 4-16</inkml:trace>
  <inkml:trace contextRef="#ctx0" brushRef="#br1" timeOffset="-149947.65">12853 864 0,'12'-17'0,"5"-7"16,3 2-16,1 3 15,4 8-15,-1 10 0,1 5 16,0 7-16,0 12 16,-4 7-1,-2 8-15,-3 7 16,-5 2-16,-1-7 16,-4-8-1,-1-9-15,-3-4 0,-5-6 16,-2-3-16,-5-3 15,0-5-15,-2-3 16,2-7-16,2-8 16,1-8-16,1-6 15,2-5-15,7-7 16,3-4-16,5 1 16,0 9-16,3 9 15,1 11-15,1 5 16,-2 4-16,1 7 15,1 7-15,1 7 16,-1 9-16,-1 7 16,0 3-16,-1 1 15,-3-3-15,-2-6 16,-4-6-16,-4-5 16,-1-2-1,-5-4-15,-2-3 0,2-5 16,-1-3-16,1-3 15,0-10-15,2-6 16,4-8-16,2-4 16,8-4-1,3 2-15,3 0 0,5 7 16,-2 7-16,2 9 16,-1 9-16,0 11 15,-3 9-15,0 9 16,-4 9-16,-3 10 15,-1 5-15,-1 2 16,-1-9-16,-2-10 16,-2-10-16</inkml:trace>
  <inkml:trace contextRef="#ctx0" brushRef="#br1" timeOffset="-149730.33">13610 903 0,'0'0'0,"16"-7"15,11-4 1,7 2-16,9-1 16,4 0-16,0 2 15,-2 2-15,-3 2 16,-7-3-16,-6-5 15,-10 2-15</inkml:trace>
  <inkml:trace contextRef="#ctx0" brushRef="#br1" timeOffset="-149528.39">13837 729 0,'-7'37'16,"-3"20"-16,1 5 15,7-1-15,7-5 16,4-12-16,2-18 16,-3-10-16</inkml:trace>
  <inkml:trace contextRef="#ctx0" brushRef="#br1" timeOffset="-149297.09">14165 613 0,'0'0'15,"1"42"-15,2 28 0,0 8 16,1 5-16,2-5 16,4-15-1,1-22-15,0-18 0</inkml:trace>
  <inkml:trace contextRef="#ctx0" brushRef="#br1" timeOffset="-149026.66">14613 419 0,'-3'26'0,"-2"22"16,-4 14-16,2 10 15,1 8-15,2 5 16,7-2-16,2-6 16,4-10-1,3-16-15,-1-17 0,0-10 16,-3-10-16</inkml:trace>
  <inkml:trace contextRef="#ctx0" brushRef="#br1" timeOffset="-148347.48">14738 483 0,'-30'-17'0,"-18"-5"15,-10 1-15,-3 7 16,-4 2-16,-7 5 15,-1 1-15,-6 1 16,-8 5-16,-3 2 16,-6-1-16,1 2 15,-2 0-15,0 1 16,-1 0-16,2 1 16,6-2-16,5-2 15,6 2-15,6 1 16,6-1-16,8 1 15,9-1-15,5-2 16,7 3-16,6 1 16,6-4-16,3 1 15,4-1-15,5 2 16,2 0-16,4 3 16,4 6-16,1 5 15,3 5-15,1 8 16,1 10-16,-1 15 15,1 10-15,-1 11 16,0 8 0,-1 6-16,0 0 15,2-5-15,-2-9 16,2-12-16,0-15 16,4-11-16,2-9 15,5-9-15,7-4 16,6-7-16,11-5 15,8-2-15,7-3 16,11-3-16,12-3 16,6 2-16,10-2 15,9 2-15,6-3 16,5-2-16,3-2 16,-1 4-16,2 2 15,0 0-15,-2 3 16,-7 2-1,-10-2-15,-23 0 0</inkml:trace>
  <inkml:trace contextRef="#ctx0" brushRef="#br1" timeOffset="-146827.27">4554 9941 0,'-15'28'0,"-2"17"0,1 8 16,3 1-16,6 5 16,1 4-16,0 6 15,0 6-15,3 3 16,1 6-16,5 1 15,1 3 1,-4-4-16,-3-6 16,1-6-16,0-8 15,2-8-15,0-10 16,4-7-16,-1-9 16,3-8-16,3-5 15,4-5-15,0-4 16,4-4-16,2-1 15,3-6-15,2 0 0,1-3 16,3-2-16,3 0 16,4-1-1,3 0-15,3 0 16,4-4-16,-1 1 16,4 0-16,0 0 15,1 0-15,-1 0 16,1 1-16,-2 1 15,-3-1-15,-3 2 16,-1 0-16,-4 1 16,-6-2-16,1 0 15,-5-3-15,-1-4 16,-4-2-16,-2-4 16,-4-3-16,-2-3 15,-2-4-15,-4-3 16,-4-6-16,-2-4 15,-1-4-15,0-3 16,0-1-16,-1-4 16,0 2-16,-3-1 15,0 0 1,0 3 0,2 2-16,-3 4 0,2 4 15,-3 6-15,-2 4 16,-1 8-16,-3 2 15,-5 4-15,-2 5 16,-6 2-16,-3 0 16,-2 4-16,-7 1 15,-5 1-15,-4 2 16,-6 0-16,-6 3 16,-5 2-16,-6 4 15,-2 6-15,-3 7 16,-4 1-16,1 3 15,-2 1 1,-3 2-16,-6 12 0,17-3 16</inkml:trace>
  <inkml:trace contextRef="#ctx0" brushRef="#br1" timeOffset="-110227.03">8533 6862 0,'0'0'16,"0"0"-16,0 0 0,0 0 15,3 27-15,-1 15 16,-3 14-16,-8 9 16,-5 7-16,-4 3 15,-6-2 1,1-6-16,-3-8 16,0-7-16,2-11 15,0-9-15,1-10 16,4-11-16,6-9 15,3-10-15,6-9 0,4-11 16,3-7 0,4-9-16,4-2 15,2 5-15,1 8 16,3 9-16,1 14 16,2 11-16,4 18 15,0 13-15,2 16 16,4 12-16,-3-1 15,4-11 1,3-17-16,-2-13 0,3-13 16,0-10-1,-3-9-15,0-8 0,-1-8 16,-1-8-16,-2-6 16,-4-7-1,-4-3-15,-4-5 16,-3 1-16,-2 6 15,-4 5-15,-4 10 16,-6 11-16,-4 12 16,0 14-16,-1 13 15,-1 14-15,3 14 16,3 10-16,2 7 16,4 4-16,3-3 15,8-14-15,2-12 16,3-16-16,3-10 15,1-9-15,2-8 16,0-7-16,1-6 31,-2-6-31,-1-5 0,-4-7 16,-1-9-16,-4-5 16,-3-5-16,-3-1 15,-2 0-15,-3 7 16,-1 8-16,-1 8 15,-1 11-15,-1 8 16,1 19-16,-1-1 16,0 17-16,0 20 15,-1 23-15,0 22 16,3 18-16,4 7 16,2-2-16,2-13 15,0-24-15,-1-25 16,-3-24-16,-3-21 15,-2-7-15</inkml:trace>
  <inkml:trace contextRef="#ctx0" brushRef="#br1" timeOffset="-110061.5">9081 7191 0,'0'0'15,"0"0"-15,0 0 16,17-10 0,13-5-16,11 0 0,8 1 15,-9 2-15</inkml:trace>
  <inkml:trace contextRef="#ctx0" brushRef="#br1" timeOffset="-109427.45">9567 6687 0,'0'0'16,"-11"-9"-16,-6-2 15,6 4-15,4 9 16,1 9-16,4 11 16,1 9-16,2 8 15,0-4-15</inkml:trace>
  <inkml:trace contextRef="#ctx0" brushRef="#br1" timeOffset="-109081.33">9700 7069 0,'0'0'0,"0"0"16,0 0-16,0 0 16,0 0-16,0 0 15,-7 22-15,-3 18 16,3 9-16,6 3 15,6-1 1,1-10-16,3-9 0,0-9 16,-3-8-16,-6-15 15,0 9-15,-6-5 16,-5-2-16,-9-3 16,-6-1-16,-10-1 15,-2-4-15,-3 0 16,0 0-1,2 1-15,5 2 0,4 1 16,6-2-16,6 2 16</inkml:trace>
  <inkml:trace contextRef="#ctx0" brushRef="#br1" timeOffset="-108660.84">10318 7023 0,'0'-24'0,"3"-17"15,1-7-15,1 2 0,0 3 16,-1 7-16,-1 9 16,-1 9-1,-1 9 1,-1 9-16,3 4 0,-1 15 16,-1 16-16,-1 14 15,-1 22-15,2 17 16,-1 13-16,4 6 15,5-11-15,3-22 16,2-25-16,2-18 16,2-15-16,1-13 15,-3-11-15,-4-8 16,-3-6-16,-5 2 16</inkml:trace>
  <inkml:trace contextRef="#ctx0" brushRef="#br1" timeOffset="-107962.61">10255 7069 0,'0'0'0,"0"0"16,0 0-16,27-12 15,19-5 1,6 0-16,3 2 15,0 4-15,-7 0 16,-6 2-16,-8 3 16,-7 2-1,-9 2-15,-7 5 0,-8 5 16,-9 7-16,-6 8 16,-5 8-16,0 8 15,-3 8-15,3 5 16,3 2-16,2-7 15,6-9-15,4-11 16,5-10-16,3-10 16,4-10-16,2-10 15,3-8-15,0-4 16,-2-2-16,1-2 16,-3 3-16,0 4 15,-2 4-15,-1 9 16,1 9-16,0 10 15,0 12 1,2 8-16,0 5 16,0 1-16,2-4 15,1-7-15,0-9 16,2-8-16,2-7 16,-2-8-16,1-11 15,0-9-15,-2-7 16,-1-6-16,-2-7 15,-4-4-15,-4-3 16,-4-1-16,-3-1 16,-2 4-16,1 7 15,1 12-15,0 11 16,1 9-16,2 13 16,1 4-16,1 17 15,0 17-15,-1 14 16,4 16-1,4 13-15,0 6 16,-3-16-16</inkml:trace>
  <inkml:trace contextRef="#ctx0" brushRef="#br1" timeOffset="-107381.29">11093 6985 0,'0'0'15,"0"0"-15,0 0 32,0 0-32,0 0 0,-12 28 0,-10 16 15,1 4-15,-4-5 16,3-10-1,2-12-15,5-11 0,5-8 16,2-8-16,3-7 16,5-5-16,5-1 15,4 3-15,4 7 16,5 8-16,1 8 16,-2 10-16,4 10 15,-1 8-15,1-2 16,3-4-1,-1-9-15,1-11 16,-1-7-16,0-6 16,3-6-16,-1-5 15,-2-6-15,0-3 16,-5-3 0,-1-2-16,-7-2 15,-4-2-15,-5 1 0,-1 5 16,-5 9-16,-2 4 15,-2 12-15,-5 12 16,0 12-16,1 8 16,2 3-16,8 0 15,10-4-15,6-3 16,8-8 0,10-8-16,7-6 15,3-9-15,-7-2 16</inkml:trace>
  <inkml:trace contextRef="#ctx0" brushRef="#br1" timeOffset="-106758.96">12493 6932 0,'-3'-34'0,"-1"-16"16,-3-1-16,-2 6 16,-2 4-1,-3 7-15,0 10 0,-4 10 16,-3 14-16,-3 17 16,0 15-16,-3 16 15,-1 19-15,2 18 16,7 14-16,4 0 15,8-11 1,9-19-16,5-20 16,7-17-16,3-13 15,0-13-15,2-10 16,0-8-16,-1-6 16,-1-7-16,-3-6 15,-1-6-15,-1-5 16,-3-5-16,-1-1 15,0 1-15,1 8 16,-2 13-16,2 9 16,-2 14-16,1 10 15,4 14 1,-1 9-16,0 6 16,-1 6-16,1 2 0,3-4 15,-4-9 1</inkml:trace>
  <inkml:trace contextRef="#ctx0" brushRef="#br1" timeOffset="-106579.48">12695 7056 0,'2'29'0,"0"16"15,1 6-15,2 3 16,1-2-16,-1-14 16</inkml:trace>
  <inkml:trace contextRef="#ctx0" brushRef="#br1" timeOffset="-106395.95">12884 7094 0,'0'30'15,"-1"20"-15,1 9 16,1 3-16,1-5 16,2-14-16</inkml:trace>
  <inkml:trace contextRef="#ctx0" brushRef="#br1" timeOffset="-105896.29">13452 6803 0,'-11'-31'0,"-3"-12"16,1 4-16,-1 12 15,-2 15 1,-1 20-16,-7 20 16,-4 22-16,-1 20 15,3 17-15,4 5 16,5-9-16,6-17 15,11-18-15,5-17 16,5-13-16,4-11 16,2-10-16,1-8 15,0-6-15,-2-7 16,0-5-16,-1-4 16,0-6-16,-2-2 15,-2 1-15,-3 2 16,-1 7-16,-2 10 15,0 11-15,-1 12 16,0 9-16,0 12 16,-1 7-16,0 5 15,2-2-15,1 0 0,3-2 16,2-4 0,0-4-16,-2-8 15</inkml:trace>
  <inkml:trace contextRef="#ctx0" brushRef="#br1" timeOffset="-105562.65">13585 7107 0,'0'0'15,"0"0"-15,0 0 16,18-8-16,6-1 16,1 2-16,-5 6 15,-4 8-15,-8 6 16,-8 12-16,-10 10 15,-7 7-15,-6 5 16,-2 0-16,3-3 16,1-8-1,6-11-15,6-9 0,9-16 16,0 0-16,1-3 16,9-13-16,8-8 15,7 2-15,5 1 16,1 8-16,2 4 15,2 8 1,-2 5-16,-3 7 16,-7 0-16</inkml:trace>
  <inkml:trace contextRef="#ctx0" brushRef="#br1" timeOffset="-105395.66">14052 7191 0,'-3'34'16,"3"19"-16,3 3 16,0-5-16,1-14 15</inkml:trace>
  <inkml:trace contextRef="#ctx0" brushRef="#br1" timeOffset="-104947.89">14480 6907 0,'-7'-33'15,"-4"-12"-15,0 3 16,1 7-16,-2 11 16,-1 12-16,-2 16 15,0 15-15,-2 20 16,-2 17-16,2 15 16,3 5-1,7-5-15,7-15 0,7-14 16,6-15-16,2-12 15,1-8-15,5-11 16,-1-7 0,2-8-16,-6-8 0,0-6 15,-2-6-15,-3-4 16,-2 2-16,-1 5 16,-3 9-16,-1 12 15,-4 15-15,1 3 16,1 19-16,-2 8 15,0 8-15,2 0 16,4 0-16,3-3 16,-1-9-16</inkml:trace>
  <inkml:trace contextRef="#ctx0" brushRef="#br1" timeOffset="-104547.08">14688 7171 0,'0'0'0,"0"0"16,0 0-16,0 0 15,0 0 1,15-7-16,3-1 0,2 5 16,-1 8-16,-5 9 15,-5 8-15,-4 3 16,-4 3-16,-4-3 15,0-8-15,1-6 16,2-11-16,0 0 0,0 0 16,1-1-1,4-9-15,5 0 0,3-2 16,1 1-16,3 5 16,-1 3-16,-2 9 15,0 3-15,-6 7 16,-8 7-1,-3 4-15,-8 0 16,-3 3-16,-5-2 0,-2 1 16,0-6-16,-1-9 15,6-5 1</inkml:trace>
  <inkml:trace contextRef="#ctx0" brushRef="#br1" timeOffset="-104363.22">15035 7030 0,'10'39'0,"3"23"0,-1 5 15,-5-4-15,-1-10 16,0-11-16,-2-12 15</inkml:trace>
  <inkml:trace contextRef="#ctx0" brushRef="#br1" timeOffset="-103994.81">15489 7191 0,'29'-2'16,"17"-2"-16,8-1 16,4-1-16,-3 1 15,1 0-15,0 2 16,0-2-16,0 2 15,-1 0-15,-4 0 16,-2 0-16,-5 3 16,-2 2-16,-4-1 15,-4 2-15,-4-3 0,-1 0 16,-3 0 0,-1-3-16,-7-4 15,-6 1-15</inkml:trace>
  <inkml:trace contextRef="#ctx0" brushRef="#br1" timeOffset="-103847.55">16517 7056 0,'-6'23'0,"-5"11"15,4 7-15,4 5 16,0 1-16,-1-4 15,1-9-15</inkml:trace>
  <inkml:trace contextRef="#ctx0" brushRef="#br1" timeOffset="-103360.45">16877 6848 0,'-11'-33'0,"-3"-12"16,0 2-16,0 8 15,-3 11-15,-1 12 16,-3 13-16,0 15 15,-4 19-15,2 16 16,1 17-16,3 9 16,8-6-16,5-11 15,8-14-15,7-14 16,7-14-16,2-12 16,3-10-1,-1-10 1,-1-9-16,1-6 0,0-4 0,-3-5 15,-2-5-15,2-3 16,-1 2-16,-7 6 16,-1 12-16,-1 8 15,-7 18-15,7 5 16,-1 16-16,-2 14 16,1 8-16,0 5 15,2 4-15,2-2 16,0-11-16,-2-13 15</inkml:trace>
  <inkml:trace contextRef="#ctx0" brushRef="#br1" timeOffset="-102961.16">17173 7036 0,'0'0'0,"0"0"15,-3 16-15,0 8 16,1 5-16,1 2 16,2-1-16,1-2 15,3-4 1,3-3-16,1-6 0,5-1 15,0-5-15,2-2 16,0-1-16,3 0 16,1-2-16,1 3 15,-3 1-15,-3 4 16,-4 3-16,-8 4 16,-6 3-16,-6 2 15,-5 1-15,-7 0 16,-4-1-1,-1-8-15,-4-7 16,4-9-16,4-2 0</inkml:trace>
  <inkml:trace contextRef="#ctx0" brushRef="#br1" timeOffset="-102626.8">17306 7036 0,'0'0'0,"16"16"16,10 12-1,-3 8-15,-1 6 0,-2 3 16,-1-3-16,0-7 16,-1-8-1,1-9-15,-1-4 16,-2-10-16,3-7 0,-4-7 15,-1-7-15,0-5 16,-5-3-16,-6-8 16,-1-4-16,-5-2 15,-7-1-15,-7 5 16,-3 7-16,-2 10 16,-5 13-16,-2 12 15,3 6-15,4 1 16</inkml:trace>
  <inkml:trace contextRef="#ctx0" brushRef="#br1" timeOffset="-102280.7">18106 6513 0,'0'-25'0,"-4"-11"16,-2 5-16,-1 11 16,-3 7-16,-2 10 15,-5 12-15,-5 16 16,-2 15-1,-1 19-15,2 19 0,5 19 16,10 17-16,9 13 16,12 3-1,8-9-15,7-19 16,6-23-16,1-22 0,-7-19 16</inkml:trace>
  <inkml:trace contextRef="#ctx0" brushRef="#br1" timeOffset="-100896.4">18207 6752 0,'-1'-16'0,"3"-5"0,4 5 16,8 11-16,2 12 16,5 13-16,-1 11 15,1 13-15,1 11 16,-3 4-16,-5-2 16,-3-7-16,-5-10 15,-4-7 1,-1-11-16,-1-9 0,0-13 15,0 0-15,-3-2 16,0-11 0,1-9-16,0-8 15,2-3-15,1-5 0,0-5 16,5-3-16,2 3 16,5 8-16,3 8 15,1 12-15,1 13 16,4 15-16,-1 13 15,0 13-15,-1 10 16,-3 3-16,-1-2 16,-1-5-16,-1-10 15,-5-9-15,-2-8 16,-4-7-16,-3-11 16,0 0-16,0-2 15,-1-13-15,2-10 16,-1-10-16,1-9 15,1-8-15,-2-5 16,5 2-16,3 10 16,4 12-16,-2 11 15,1 14 1,1 15-16,0 11 0,0 10 16,-1 9-16,1 5 15,5-2-15,-1-4 16,0-10-16,3-10 0,-5-12 15,3-9 1,1-9-16,-2-4 16,2-5-16,-4-3 15,0-4-15,-2-1 16,1-1-16,0 5 16,-3 9-16,1 10 15,0 16-15,-2 15 16,-2 14-16,0 10 15,0 1-15,3-3 16,-1-8-16,3-11 16,-1-10-16,2-8 15,-1-7-15,-2-6 16,-1-7-16,0-5 16,-1-5-16,-6-7 15,-4-5-15,-1-3 16,-4-4-16,-2 2 15,0 6-15,2 8 16,2 11-16,5 14 16,-4 3-16,1 16 15,2 11-15,3 3 16,3-2-16,5-7 16,7-10-16,4-6 15,4-11-15,1-4 16,-1-7-16,1-1 15,-3-3-15,0-2 16,-5-3-16,-3 1 16,-3 3-1,-4 6-15,-8 13 0,4 0 16,-2 16-16,-4 11 16,-3 12-16,1 6 15,1 0-15,4-7 16,2-8-16,6-10 15,2-11-15,3-12 16,2-7-16,1-8 16,-1-8-16,-1-7 15,-2-4-15,-3-9 16,-5-9-16,-6-5 16,-7-2-16,-6 5 15,-7 5-15,-3 10 16,-4 11-16,-4 12 15,0 15-15,2 13 16,2 13-16,6 11 16,6 11-1,11 6-15,9-4 16,8-7-16,4-14 0,-3-8 16</inkml:trace>
  <inkml:trace contextRef="#ctx0" brushRef="#br1" timeOffset="-100414.05">19878 6384 0,'0'0'16,"0"0"-16,0 0 15,0 22-15,-2 12 16,-3 5-16,-5 4 16,-2 2-16,-6 0 15,1-5-15,0-10 16,4-9-16,4-8 16,2-4-16,7-9 0,0 0 15,2 7-15,5 5 16,6 1-1,2 3-15,1 0 16,1-2-16,0-6 16,2-6-16,2-5 15,-3-9 1,-1-8-16,0-6 0,-1-2 0,-5-4 16,-3-1-1,-4 0-15,-2 3 16,-2 3-16,0 8 15,0 10-15,-3 12 16,-2 16-16,0 16 0,4 15 16,-1 13-1,1 9-15,1 10 16,2 0-16,-2-18 16</inkml:trace>
  <inkml:trace contextRef="#ctx0" brushRef="#br1" timeOffset="-99814.08">20358 6500 0,'-7'-11'0,"-5"-2"16,0 7-16,0 14 15,-1 15-15,2 17 16,1 16-16,1 5 16,5-6-16,5-10 31,5-14-31,4-11 0,4-10 15,3-8-15,0-10 16,-2-6-16,-1-7 16,-5-3-16,-2-5 0,-3-2 15,-4-6 1,-1 1-16,0 3 16,0 4-16,1 8 0,0 9 15,0 4-15,0 8 16,0 0-16,0 0 15,2 3-15,0 6 16,4 8-16,1 2 16,5 3-16,2 2 15,2 3-15,0 1 16,-1-1-16,-2-1 16,-3 0-16,-6 2 15,-6 2 1,-8 3-16,-5 3 0,-8 6 15,-7 0 1,-3-2-16,1-9 16,3-8-16,6-9 15</inkml:trace>
  <inkml:trace contextRef="#ctx0" brushRef="#br1" timeOffset="-99496.33">20560 6191 0,'0'0'0,"18"23"16,10 20-16,-1 13 16,-2 13-16,-11 8 15,-12 13-15,-15 11 16,-15 7-16,-17 7 16,-23 7-16,-21 1 15,-17-14-15,16-30 16</inkml:trace>
  <inkml:trace contextRef="#ctx0" brushRef="#br1" timeOffset="-97247.33">12228 7475 0,'0'0'0,"0"0"16,0 0-1,0 0-15,0 0 0,-2 23 16,-2 12-16,0 0 16,3 1-16,-1-5 15,1-3-15,-1-5 16,0-3-16,1-3 15,2-2-15,0-4 16,3-3-16,2-1 16,1-1-16,1-2 15,5-2-15,1 0 16,3-1-16,3-1 16,2-1-16,4 0 15,2 0-15,5-1 16,1 0-16,3 0 15,3-1-15,1 0 16,3 0 0,3 2-16,0-3 15,2 1-15,1 0 16,2 1-16,1-2 16,2 1-16,1 1 15,4-1-15,0-2 16,3 1-16,2 0 15,0-1-15,3 0 16,2 0-16,0 1 16,3 0-1,0 1-15,0-1 0,1 0 16,1-1-16,4 0 16,-2 2-16,-2 1 15,3-1-15,1 2 16,-2 0-1,0-1-15,-1 1 16,1 0-16,3 1 16,0-2-16,0 0 15,0 0 1,1-1-16,0 1 0,1-2 16,0 0-16,0 1 15,-1 0-15,-1 0 16,-1-1-16,1 1 15,2 0-15,-4-2 16,0 2-16,1-2 16,-4 2-16,1 1 15,-1 0-15,1 0 16,0 1 0,-3 1-16,-1-2 15,-6 1-15,0 0 16,-2 1-16,1 1 15,-5 2-15,-3-3 16,-4 3-16,-1-1 16,-4 0-16,-7-2 15,0 2-15,-3 0 16,-3-2-16,-5 0 31,-6-1-31,-4-1 0,-1 0 0,-5 0 16,-1 0-16,-1-3 15,-3 2-15,-9 3 16,5-4-16,-1-3 16,-3-2-16,-4-3 15,-3 0-15,-2-2 16,1 0-16,-4 0 0,-2-2 16,-1 1-1,-4 0-15,-1-2 16,2 3-16</inkml:trace>
  <inkml:trace contextRef="#ctx0" brushRef="#br2" timeOffset="-87929.07">10513 8179 0,'0'0'0,"0"0"15,0 0-15,0 0 16,0 0-16,0 0 16,0 0-16,0 0 15,0 0-15,0 0 31,0 0-31,0 0 0,5 23 0,2 14 16,-4 9-16,-4 6 16,-1 4-1,1 0-15,-4 1 16,0-3-16,-2-2 16,-3-4-16,1-8 15,1-5-15,1-7 16,2-5-16,1-6 15,-1-7-15,5-10 16,0 0-16,0 0 16,-3-2-16,1-9 15,1-4-15,2-4 0,1-1 16,1-4 0,0 0-16,3 1 0,0 2 15,3 1-15,0 1 16,0 1-1,-2 0-15,2-1 0,0 2 16,3-1 0,1 1-16,0 0 15,2 1-15,-1 2 16,2 5-16,1 3 16,1 4-16,-2 4 15,1 4-15,-1 5 16,-2 7-16,-1 2 15,-3 1-15,-3 2 16,-2 3-16,-2 4 16,-3 0-16,-3 4 15,-4 1-15,-4 0 16,-3 1-16,-6-1 16,-1-3-16,-3-4 15,0-3-15,0-6 16,1-4-16,1-6 15,2-7-15,2-2 16,4-6-16,4-7 16,3-4-16,2 1 15</inkml:trace>
  <inkml:trace contextRef="#ctx0" brushRef="#br2" timeOffset="-87694.81">10904 8637 0,'-6'41'0,"-2"23"15,4 7 1,4 0-16,0-3 16,2-2-16,2-17 15</inkml:trace>
  <inkml:trace contextRef="#ctx0" brushRef="#br2" timeOffset="-87447.87">11257 8792 0,'-9'38'0,"-3"21"15,2 4-15,5 2 16,-1-8-16,3-17 16</inkml:trace>
  <inkml:trace contextRef="#ctx0" brushRef="#br2" timeOffset="-86895.87">11585 8320 0,'0'0'0,"0"0"15,0 0 1,0 0-16,-6 27 0,-2 16 15,-2 8-15,0 0 16,-2 2-16,1-1 16,0 0-16,1-3 15,1-5-15,0-9 16,1-5-16,3-7 16,1-9-16,1-5 15,3-9-15,2 0 16,0-9-16,3-8 15,4-7-15,3-6 16,4-3-16,4 1 16,4 2-16,3 4 15,1 7-15,0 7 16,-3 7-16,0 5 16,-3 6-1,-1 2-15,-6 4 0,-4 4 16,-5 1-16,-4 3 15,-5 3-15,-6 5 16,-5 4-16,-6 3 16,-4 2-16,-4 1 15,0-3-15,2-7 16,2-7-16,0-14 16,6-6-16</inkml:trace>
  <inkml:trace contextRef="#ctx0" brushRef="#br2" timeOffset="-86528.73">11800 8675 0,'0'0'16,"17"0"-16,10 5 16,-1 1-16,-2 5 15,-2 4-15,-7 6 16,-7 9-1,-6 7-15,-8 1 16,-3 5-16,-7 0 16,-3-4-16,1-6 15,-3-8 1,4-11-16,4-6 0,1-8 16,3-8-16,7-6 15,6-4-15,5-1 16,7 3-16,2 0 15,5 4-15,3 7 16,3 1-16,-1 4 16,3 3-16,1 1 15,0 2-15,0-1 16,-2-2-16,-8 2 16</inkml:trace>
  <inkml:trace contextRef="#ctx0" brushRef="#br2" timeOffset="-86328.76">12449 8695 0,'-11'58'0,"-4"23"16,3-6-16,4-19 16</inkml:trace>
  <inkml:trace contextRef="#ctx0" brushRef="#br2" timeOffset="-85814.12">12733 8302 0,'-7'18'0,"-2"16"15,-1 8-15,3 4 16,0 6-1,0 0 1,0 0-16,0 0 0,-1-5 16,-1-5-16,2-5 0,0-8 15,1-7-15,3-9 16,3-13-16,0 0 16,-1-2-16,3-10 15,3-12-15,5-8 16,7-5-16,4-1 15,5 3-15,2 6 16,3 8 0,1 7-16,-2 7 15,-1 4-15,-5 6 16,-3 3-16,-6 5 16,-7 1-16,-7 6 0,-5 6 15,-6 5 1,-7 6-16,-6 5 15,0 0-15,-1-2 16,4-7-16,0-8 16,2-11-16,3-7 15</inkml:trace>
  <inkml:trace contextRef="#ctx0" brushRef="#br2" timeOffset="-85412.85">12960 8708 0,'0'0'0,"14"-8"16,9-1-16,0 1 15,2 5-15,-3 5 16,-3 7-16,-5 6 16,-4 9-16,-5 6 15,-6 2-15,-6 2 16,-1-1-16,-1-4 15,-1-8-15,2-6 16,8-15-16,0 0 16,0 0-16,3-1 15,4-9-15,5-4 16,5-1-16,5 0 16,1 6-16,3 2 15,-4 7-15,-1 4 16,-5 7-16,-5 6 15,-3 10-15,-6 4 16,-8 5-16,-5 7 16,-4 3-16,-5 0 15,-1-3-15,-3-10 16,6-10 0</inkml:trace>
  <inkml:trace contextRef="#ctx0" brushRef="#br2" timeOffset="-85062.25">13389 8747 0,'25'-1'16,"15"-1"-16,5-2 15,2 2-15,4 1 16,0 0-16,1 0 16,3-2-16,4-2 15,3 0-15,2 0 16,3 2-16,-2 0 16,-1 1-1,0 1-15,-5 1 0,-2 0 16,-4 0-1,1 0-15,-5 0 16,-4 0-16,-7 0 16,-4-5-16,-11 0 15</inkml:trace>
  <inkml:trace contextRef="#ctx0" brushRef="#br2" timeOffset="-84896.16">14820 8618 0,'0'0'0,"-4"26"15,-4 16-15,2 5 16,3 5-16,0-3 16,1-14-16</inkml:trace>
  <inkml:trace contextRef="#ctx0" brushRef="#br2" timeOffset="-84314.54">15199 8166 0,'0'0'15,"-1"27"-15,3 11 16,-2 7-16,2 3 16,-1 4-16,-1 0 15,0-3-15,-3-1 16,0-2-16,-3-5 15,-3-6-15,-1-9 16,0-5-16,-1-9 16,3-5-16,2-8 15,3-5-15,1-8 16,1-10-16,7-8 16,5-6-16,10-3 15,4 1-15,5 3 16,4 8-16,1 7 15,1 11-15,-3 7 16,1 10-16,-6 9 16,-5 3-16,-8 5 15,-6 6-15,-7 4 16,-6 5 0,-10 5-16,-8 2 15,-3-1-15,-4 2 16,-1-3-16,-1-6 15,0-9-15,6-13 16,4-11-16,7-10 16,4-9-16,6 1 15</inkml:trace>
  <inkml:trace contextRef="#ctx0" brushRef="#br2" timeOffset="-83914.73">15679 8618 0,'0'0'0,"0"0"16,0 0-16,-11 13 15,-2 6-15,2 2 16,1-3-16,2-1 15,2-2-15,6-1 16,1 0-16,5-3 16,3-2-16,4-3 15,3-5-15,2-1 16,5-8-16,5-1 16,0 0-16,3 3 31,-3 4-31,-2 6 0,-5 6 0,-8 10 15,-7 7-15,-10 8 16,-7 5-16,-9 4 16,-5 0-16,-4-2 15,-2-4 1,-2-13-16,6-10 0</inkml:trace>
  <inkml:trace contextRef="#ctx0" brushRef="#br2" timeOffset="-83595.35">15824 8722 0,'0'0'16,"19"3"-16,7 6 16,2 5-16,0 2 15,-2 3-15,-2 0 16,-1-2-16,-3-5 15,-1-3-15,0-6 16,-3-7-16,1-4 16,-3-6-16,-3-5 15,-2-4-15,-3-2 16,-4-1 0,-6 0-16,-5 2 0,-3 6 15,-8 3-15,-2 8 16,-3 3-16,0 6 15,0 0-15,5 0 16</inkml:trace>
  <inkml:trace contextRef="#ctx0" brushRef="#br2" timeOffset="-82329.04">19254 1664 0,'-10'-11'0,"-4"-8"0,2-3 15,4 0-15,2 0 16,1 1-16,-1 0 16,2-1-1,-4 4-15,-1 3 16,-2 5-16,1 9 0,-4 7 16,0 8-16,-3 12 15,-4 11 1,0 13-16,-3 13 15,4 9-15,2 5 16,4 3-16,7-10 16,7-17-16,9-14 15,7-14-15,6-14 16,4-13-16,2-10 16,1-8-16,-1-4 15,-1-7-15,-2-3 16,-5-1-16,-5-5 15,-5-1-15,-2 2 16,-5 5-16,-1 9 16,-1 12-16,-1 13 15,-1 8 1,-2 15-16,1 9 0,1 6 16,1 6-16,2 4 15,3 2-15,1 0 16,1-13-1,2-16-15,0-11 16</inkml:trace>
  <inkml:trace contextRef="#ctx0" brushRef="#br2" timeOffset="-82128.64">19488 1897 0,'-3'45'0,"-3"23"16,1 8-16,3-4 0,5-6 15,2-12-15,4-15 16,3-25-16,0-19 16,2-15-1,-2-1-15</inkml:trace>
  <inkml:trace contextRef="#ctx0" brushRef="#br2" timeOffset="-81929.66">19715 1691 0,'0'0'0,"22"-1"15,13 1-15,5 3 16,-1 1-16,-1-2 16,-5 1-16,-7-4 15,-9-2-15</inkml:trace>
  <inkml:trace contextRef="#ctx0" brushRef="#br2" timeOffset="-81748.04">19809 1903 0,'24'-2'0,"14"-2"0,5-1 16,0-1-1,-10-2-15,-9 1 16,-8 1-16</inkml:trace>
  <inkml:trace contextRef="#ctx0" brushRef="#br2" timeOffset="-81562.29">19778 2110 0,'0'0'0,"23"5"15,12 1-15,7-4 16,3-9-16,0-5 16,-1-7-16,-11 0 15</inkml:trace>
  <inkml:trace contextRef="#ctx0" brushRef="#br2" timeOffset="-81027.25">20333 1523 0,'-5'26'16,"0"18"-16,3 12 15,4 4-15,2 1 16,2 0-16,0-5 16,-1-7-1,-1-11-15,-5-5 16,-2-7-16,-3-7 16,1-8-1,-1-5-15,1-5 0,0-6 16,1-7-16,0-7 15,4-8-15,1-7 16,5-3-16,8-2 16,4 5-16,8 10 15,2 7-15,1 11 16,1 10-16,3 8 16,-4 8-16,-2 8 15,-9 6-15,-10 2 16,-9-4-16,-8-1 15,-7-1-15,-7 1 16,-2-5-16,0-1 16,2-8-1,2-11-15,3-11 16,5-11-16,9-11 16,4 3-16</inkml:trace>
  <inkml:trace contextRef="#ctx0" brushRef="#br2" timeOffset="-80862.7">20642 1833 0,'0'0'15,"9"26"-15,1 17 0,0 8 16,-2 5-16,-2 1 16,-2 2-16,3-7 15,0-10-15,2-14 16,-2-12-16</inkml:trace>
  <inkml:trace contextRef="#ctx0" brushRef="#br2" timeOffset="-80547.06">21058 1471 0,'-16'-3'0,"-6"6"0,-3 12 16,5 19 0,3 20-16,1 21 15,1 13-15,4 11 16,3 1-16,7-8 15,7-11-15,6-14 16,7-15-16,4-15 16,4-17-16,1-13 15,-3-13-15,-7-2 16</inkml:trace>
  <inkml:trace contextRef="#ctx0" brushRef="#br2" timeOffset="-79295.57">21209 1775 0,'0'-20'0,"1"-3"0,4 6 16,6 6-16,8 7 15,2 13-15,2 13 16,0 12-16,-2 10 15,-4 3-15,-3 2 16,-3-5-16,-6-8 16,-5-7-16,-2-8 15,-4-8-15,2-6 16,4-7-16,-6-5 16,1-9-16,2-8 15,1-8-15,2-5 16,2-6-16,5-2 15,3 2 1,1 8-16,1 11 0,3 9 16,2 11-16,3 10 15,2 12 1,-1 8-16,-1 7 16,-3 3-16,0-3 15,-4-7-15,-2-4 16,-4-5-16,-5-5 15,0-4-15,-2-10 0,0 0 16,-2 0 0,-1-10-16,0-9 15,3-7-15,3-9 16,5-3-16,3-3 16,4 3-16,1 8 15,1 6-15,-2 13 16,-1 7-16,2 10 15,-3 13-15,-2 6 16,0 8-16,-1 1 16,-1-1-16,1-3 15,1-7-15,2-11 16,1-11-16,1-7 16,-1-5-1,2-5-15,-1-1 0,-1-5 16,-4 1-16,0 1 15,-3 5-15,-2 7 16,-5 8-16,6 7 16,0 14-16,0 9 15,1 4 1,1-2-16,3-3 16,3-11-16,3-8 15,2-5-15,1-11 16,-1-2-16,-2-4 15,-6-5-15,-5-2 16,-9-4-16,-4-5 16,-7-3-16,-8 0 15,-5 0-15,-3 5 16,3 5-16,6 7 16,4 5-16,4 2 15,13 7-15,0 0 16,1-2-16,11 2 15,6 0-15,8-2 16,3 2-16,5 2 16,-2 2-16,-3 8 15,-5 7-15,-6 7 16,-3 6-16,-3 4 16,-2-1-16,-2-2 15,0-5-15,2-5 16,0-7-16,0-6 15,-3-7-15,2-5 16,-3-7-16,0-6 16,-2-6-16,-5-8 15,-2-8-15,-4-6 16,-5-5 0,-1-3-16,-6 1 0,-5 4 15,-1 7-15,0 9 16,4 8-16,4 6 15,4 9-15,13 7 16,0 0-16,2-1 16,8 1-16,6-1 15,10-3-15,-4 0 16</inkml:trace>
  <inkml:trace contextRef="#ctx0" brushRef="#br2" timeOffset="-78780.55">22433 1440 0,'0'0'0,"0"0"16,0 0-16,11 12 15,0 14-15,-2 9 16,-4 6-16,-6 7 16,-2 0-16,-2-4 15,0-9 1,0-5-16,-2-9 0,-3-5 15,3-7 1,7-9-16,-5 1 16,0-7-16,0-5 0,4-6 15,5-1-15,3 4 16,2 5 0,3 9-16,1 7 15,3 5-15,1 3 16,1-1-16,1-2 15,3-5-15,0-6 16,4-5-16,-2-5 16,-2-1-16,-3-4 15,-5-1-15,-7-4 16,-3-2-16,-6-3 16,-3 0-16,-3 1 15,1 7-15,1 5 16,2 14-16,-2 12 15,-1 15-15,2 11 16,2 11-16,3 8 16,2-1-16,5-2 31,2-10-31,5-14 0,0-15 0,-4-9 16</inkml:trace>
  <inkml:trace contextRef="#ctx0" brushRef="#br2" timeOffset="-78296.19">22975 1607 0,'-2'-25'0,"-5"-7"16,-2 5-16,-5 10 15,0 12-15,-4 14 16,-1 15-1,0 9-15,3 2 16,6-3-16,5-6 16,5-4-16,6-7 0,3-5 15,4-8-15,1-5 16,0-5-16,3-3 16,-3-1-16,-3-2 15,-4-1-15,-2 0 16,-2 1-16,-1 2 15,0 5-15,-2 7 16,0 0 0,0 0-16,0 4 0,2 10 15,0 6-15,2 4 16,1 2-16,4 2 16,-1 1-16,2-1 0,-3 0 15,0-5-15,-2-1 16,-6 2-16,-5 0 15,-6-1-15,-7-1 16,0-7 0,-4-8-16,1-13 0,1-11 15,7 0-15</inkml:trace>
  <inkml:trace contextRef="#ctx0" brushRef="#br2" timeOffset="-78062.65">23026 1271 0,'0'0'15,"15"-6"-15,8-1 16,1 11-16,0 12 16,-2 15-16,-2 18 15,-5 16-15,-3 12 16,-11 10-1,-10 9-15,-11-2 16,-11-2-16,-12-9 16,-13-15-16,8-22 15</inkml:trace>
  <inkml:trace contextRef="#ctx0" brushRef="#br2" timeOffset="-77280.97">19210 2885 0,'2'-23'16,"-3"-10"-16,-1-2 15,0 5-15,-5 3 16,-4 7-16,-3 11 16,-3 11-16,-4 13 15,-3 17-15,0 14 16,1 14-16,3 12 16,8 6-16,5 0 15,3-13 1,8-17-16,6-16 15,4-13-15,3-14 16,2-10 0,2-12-16,0-8 0,2-7 15,-2-5-15,-3-3 16,-4-4-16,-6-2 16,-1 3-16,0 4 15,-1 9-15,-2 13 16,-4 17-16,2 0 15,-2 19-15,1 14 16,4 11-16,2 8 16,5 4-16,2 2 15,3-8-15,-3-8 16,-1-15 0,-4-11-16</inkml:trace>
  <inkml:trace contextRef="#ctx0" brushRef="#br2" timeOffset="-76963">19456 3195 0,'0'0'0,"0"0"16,6-11-1,4 0-15,2 5 16,-1 11-16,-3 10 16,-6 9-16,-5 5 15,-4 4-15,-5 3 16,-3 1-16,-2 1 15,-2-3-15,0-9 16,0-7-16,4-7 16,4-7-16,4-6 15,6-9-15,5-3 16,7-2-16,11 1 16,4 0-16,9 5 15,5 4-15,4 4 16,0 2-16,-2-3 15,-6-4 1,-9-6-16,-8-1 0</inkml:trace>
  <inkml:trace contextRef="#ctx0" brushRef="#br2" timeOffset="-76729.15">19929 2834 0,'0'0'0,"0"0"16,28 6-16,14 2 15,2-3-15,-2-2 16,-10-6-16,-10-4 15,-10 0-15</inkml:trace>
  <inkml:trace contextRef="#ctx0" brushRef="#br2" timeOffset="-76546.74">19916 3001 0,'0'0'15,"0"0"-15,0 0 16,28 0-16,17 0 16,2-2-16,-4-7 15,-11 0-15,-11 3 16</inkml:trace>
  <inkml:trace contextRef="#ctx0" brushRef="#br2" timeOffset="-76362.9">19954 3221 0,'0'0'15,"0"0"-15,0 0 16,0 0-16,24-5 16,15-6-16,5-8 15,-3-7-15,-1-3 0,-4-11 16,-9 6-1</inkml:trace>
  <inkml:trace contextRef="#ctx0" brushRef="#br2" timeOffset="-75627.27">20433 2620 0,'0'0'0,"0"0"15,0 23-15,0 19 16,4 8-16,3 7 16,3 1-16,-1-1 15,-1-8-15,-3-4 16,-3-5-16,-3-5 16,-3-6-16,-1-5 15,0-10 1,0-4-16,-1-5 0,6-5 15,-4-1-15,-1-9 16,5-9-16,5-7 16,8-2-16,4 1 15,7 6-15,6 8 16,1 6 0,-1 10-16,-2 9 15,-2 4-15,-6 8 0,-6 6 16,-7 4-16,-6 1 15,-5 2-15,-7 0 16,-4 1-16,0-6 16,-1-8-16,2-10 15,2-14-15,3-11 16,7-11-16,6-6 16,7-6-16,4 0 15,7 2-15,0 5 16,4 6-16,-3 8 15,0 8-15,-2 6 16,-4 10-16,-8 5 16,-5 6-16,-6 4 15,-5 3-15,-5 1 16,-3 3-16,-1 0 16,-4 0-1,1-1-15,0-5 0,4-7 16,6-9-16,9-11 15,-1-4-15,8-7 16,12-7-16,6 0 16,10 1-16,4 4 15,4 5-15,0 4 16,2 2-16,0-2 16,-5-1-16,-7-5 15,-6-2 1,-9-1-16</inkml:trace>
  <inkml:trace contextRef="#ctx0" brushRef="#br2" timeOffset="-75296.35">21153 2627 0,'-13'-23'0,"-4"-4"16,0 10-16,2 17 16,2 18-16,0 22 15,4 15 1,-1 19-16,3 15 16,6 11-1,5 5-15,2-8 0,8-14 16,1-19-16,5-18 15,2-16-15,3-16 16,2-15-16,1-8 16,-4-9-16,-3-5 15,-7 2-15</inkml:trace>
  <inkml:trace contextRef="#ctx0" brushRef="#br2" timeOffset="-74062.96">21285 2892 0,'0'-24'0,"3"-4"0,5 9 15,5 11-15,2 17 16,3 16-16,1 15 16,-2 8-16,-1 1 15,-3 3 1,-4-7-16,-4-7 15,-3-8-15,-2-10 0,0-8 16,-5-7 0,0-8-1,0-9-15,-1-5 0,-1-7 0,3-4 16,3-4-16,2-5 16,0-5-16,2 0 15,5 4-15,2 9 16,5 9-16,1 12 15,1 13-15,3 13 16,-2 12-16,3 8 16,0 4-16,0 0 15,-4-4-15,-5-3 16,-3-9-16,-2-8 16,-3-7-16,-4-11 15,0 0-15,1-1 16,1-12-16,-3-5 15,3-8-15,-1-6 16,2-5-16,1-3 16,2 2-16,1 7 15,0 8-15,0 12 16,4 12-16,1 11 16,0 11-16,2 5 15,-1 4-15,0 0 16,0 0-16,3-8 15,-2-6-15,1-8 16,1-10-16,1-8 16,0-7-16,1-4 15,-1-5-15,-4 0 16,-3-3-16,-4 1 0,-1 1 16,-1 6-16,1 7 15,0 8 1,0 13-16,1 13 0,4 7 31,-2 7-31,2-1 0,3-2 0,2-9 16,1-6-16,1-7 15,3-9-15,-2-4 16,2-7-16,-2-7 16,-4-2-16,-5-1 15,-5-2-15,-3-4 16,-3-2-16,-5-3 15,-2 2-15,2 3 16,-1 4-16,0 7 16,0 5-16,1 7 15,7 2-15,-3 3 16,0 6-16,5 1 16,3-2-16,5-2 15,3-2-15,5-2 16,2-2-16,0-3 15,2-2-15,-2-1 16,-1 1 0,0 2-16,-5 6 0,-2 8 15,0 10-15,-1 6 16,-3 6-16,-1 2 16,0-2-16,3-8 15,-1-6-15,2-8 16,-1-9-16,-1-8 15,0-7-15,0-8 16,-2-5-16,-1-3 16,-6-6-16,-4-6 15,-4-4-15,-3-5 16,-3-3-16,-3 0 16,-2 6-16,0 11 15,-2 11-15,-1 12 16,3 12-16,-3 13 15,2 8-15,6 4 16,5-1-16,6-4 31,3-6-31</inkml:trace>
  <inkml:trace contextRef="#ctx0" brushRef="#br2" timeOffset="-73563.13">22534 2517 0,'0'0'15,"0"0"-15,9 22 16,2 12-16,-1 2 0,-3 4 16,-3-3-16,-1-4 15,-3-4-15,-3-3 16,-2-4-16,-2-6 15,-2-3-15,2-8 16,0-2-16,7-3 16,-5 4-16,7 1 15,4 4-15,5 4 16,5 4-16,2 0 16,5-3-16,0-5 15,0-9-15,2-8 31,-1-3-31,-4-4 0,-3-5 16,-1-2-16,-7-4 0,-4-1 16,-4 1-16,-3 1 15,-1 7-15,-2 5 16,5 13-16,-5 3 16,0 17-16,-1 12 15,1 10-15,5 10 16,4 5-16,4-1 15,1-5-15,1-7 16,1-8-16,3-13 16,-4-9-16</inkml:trace>
  <inkml:trace contextRef="#ctx0" brushRef="#br2" timeOffset="-73096.41">23057 2860 0,'4'-25'15,"-4"-13"-15,-4-2 16,-4 0-16,-2 6 16,1 6-16,-2 10 15,-2 10 1,-1 12 0,-1 11-16,-1 13 0,-1 8 0,4 2 15,4-4-15,4-6 16,4-11-16,6-6 15,5-6-15,4-9 16,2-3-16,1-8 16,0-3-16,-3-2 15,-1-1-15,-2-1 16,-2 1-16,1 4 16,-1 4-16,-2 6 15,-2 8-15,1 9 0,-1 10 16,-3 8-16,0 8 15,1 2 1,-2 1-16,-1 1 16,-3-2-16,-1-3 0,-7 0 15,-4-3-15,-4-7 32,-2-9-32,0-9 0,-2-11 15,2-12-15,0-11 0,3-7 16,5-10-16,3-7 15,3 7-15</inkml:trace>
  <inkml:trace contextRef="#ctx0" brushRef="#br2" timeOffset="-72893.4">22994 2381 0,'15'-19'15,"6"-4"-15,5 7 16,1 9-16,2 12 15,2 16-15,-1 16 16,-2 15-16,-8 14 16,-7 12-16,-7 10 15,-6 7-15,-9 7 16,-10 10-16,-9 4 16,-7 2-16,5-24 15</inkml:trace>
  <inkml:trace contextRef="#ctx0" brushRef="#br2" timeOffset="-64895.68">10261 9451 0,'-5'-14'16,"-2"-2"-16,0 3 15,7 13-15,0 0 16,0 0-16,0-1 15,6 13-15,2 9 16,0 9-16,1 9 16,1 1-16,-3 4 15,-2 0-15,-3-1 16,0-5-16,-3-4 16,0-4-16,1-8 15,-3-5-15,1-5 16,0-3-16,2-9 15,0 0-15,0 0 16,0 0-16,5 0 16,2-2-1,4-2-15,0 1 0,0 0 16,3 0-16,3 2 16,-1 1-16,3 0 15,1 0-15,4 0 16,2 1-16,0 1 15,2 0-15,2-1 16,3-1-16,1 0 16,0 0-16,6 0 15,2 0-15,3-1 16,2-1-16,0 2 16,2-1-16,3 0 15,2 1-15,3 0 16,2 0-1,4 0-15,0-1 16,2-2-16,3 3 16,-2-4-16,2 1 0,3 1 15,2-1 1,1 0 0,1-1-16,2-1 0,5 0 15,1-1-15,3-2 16,1 0-16,4 0 15,-1 0-15,1-2 16,1 1-16,1 3 16,1-1-16,-1-1 15,2 2-15,0-1 16,1 3-16,0-2 16,-1 2-1,-1-3-15,0 1 16,0-3-16,3 2 15,0 0-15,-1-1 16,-1-1-16,-1-1 16,-1 1-16,-1 2 31,-3-1-31,1-1 0,-1 1 0,-1 0 16,-2-1-16,-3 1 15,-3 0-15,-1 0 16,-4 1-16,-3 0 15,-4 2 1,-4 2-16,-5 0 16,-1 3-16,-7-1 15,-5 1-15,-5 1 16,-3 1-16,-7-1 16,-5-1-16,-5 0 15,-5-1-15,-3-1 16,-5-5-16,-2-6 15,-3-8-15,-2-6 16,1-7-16,-1-2 16,0-2-16,1-1 15,-4-1-15,-6 10 16,-1 9-16</inkml:trace>
  <inkml:trace contextRef="#ctx0" brushRef="#br2" timeOffset="-64014.37">12884 10122 0,'-15'5'16,"-9"1"-16,0-3 15,4 1-15,2 0 16,-2-3-16,0-1 16,1-1-16,-3-1 15,3 0-15,0-4 16,3 0-16,2-4 16,2-3-16,3 0 15,1 3-15,4 3 16,4 7-16,0 0 15,-1 2-15,3 12 16,-2 10-16,1 13 16,1 7-16,-2 5 15,1 1-15,-4-1 16,-2-3-16,-1-5 31,0-6-31,1-7 0,1-10 0,4-18 16,0 0-16,0 0 15,2-2-15,2-12 16,6-8-16,5 0 16,5 5-16,3 5 15,2 7-15,4 6 16,-1 8-16,-2 6 16,-4 6-16,-6 6 15,-9 5-15,-5 4 16,-8 4-16,-7 4 15,-5 2 1,-3-1-16,-3-4 16,-3-7-16,0-7 15,0-8-15,1-11 16,2-9-16,4-12 16,6-11-16,5 2 15</inkml:trace>
  <inkml:trace contextRef="#ctx0" brushRef="#br2" timeOffset="-63627.26">12922 10239 0,'16'37'0,"5"20"16,2 4-1,-5-2-15,-3-7 16,1-10-16,2-11 16,-1-12-16,-1-10 15,-2-12-15,-1-10 16,-1-9-16,-1-11 16,0-5-16,-6-3 15,-5-2-15,-6-1 16,-1 3-16,-4 3 15,-5 9-15,-1 10 16,-3 14-16,2 13 16,-1 11-16,0 9 15,5 7-15,4 1 16,3-5-16,6-9 16,4-6-1,4-6-15,0-6 0</inkml:trace>
  <inkml:trace contextRef="#ctx0" brushRef="#br2" timeOffset="-63227.27">13206 10296 0,'23'-16'16,"7"-3"-16,1 4 16,0 11-16,-4 12 15,-2 14-15,-6 10 16,-4 8-16,-5 8 15,-3 3 1,-2-1-16,-3-5 16,-4-12-16,0-10 15,-1-7-15,3-16 16,0 0-16,-5-1 0,1-13 16,2-10-16,0-8 15,3-6-15,1-2 16,5-3-16,4 0 15,4 4-15,3 10 16,0 8-16,2 14 31,0 12-31,0 12 0,-3 13 0,-1 10 16,-2 7-16,-3 0 16,-1-4-1,-2-8-15,-2-7 16,-3-13-16,-3-15 0,3 6 15</inkml:trace>
  <inkml:trace contextRef="#ctx0" brushRef="#br2" timeOffset="-62727.76">13704 10284 0,'6'-14'15,"5"0"-15,2 9 16,-5 12-16,1 14 15,2 7-15,0 8 16,2-1-16,1-5 16,0-7-16,1-8 15,1-6-15,-3-5 16,1-6-16,-2-3 16,-3-5-16,-2-4 15,-4-4 1,-3-3-16,-5-2 0,-4 0 15,-4 3-15,-3 3 16,-3 5-16,2 5 16,0 3-16,0 1 15,4 2-15,2 0 16,4-5-16,6-4 16,3-8-16,7-4 15,7-7-15,6-3 16,7 0-16,6 5 15,3 7-15,1 8 16,0 9-16,-4 10 16,-6 11-16,-4 13 15,-10 9-15,-8 7 16,-7 8-16,-7 0 16,-4 1-16,-1-4 15,-3-8 1,-4-11-16,-3-11 15,-2-14-15,5-8 0</inkml:trace>
  <inkml:trace contextRef="#ctx0" brushRef="#br2" timeOffset="-61994.79">13982 9806 0,'-55'-19'0,"-26"-8"15,-3 0-15,3 5 16,2 5-16,-2 9 15,-2 7-15,0 6 16,-1 8 0,0 6-16,0 7 15,1 6-15,2 5 16,1 6-16,4 9 16,1 8-16,2 9 15,6 6-15,5 3 16,10 2-16,11 1 15,8 2-15,6 1 16,11 2-16,10 4 31,11 4-31,9 4 0,9 2 0,11 3 16,15-3-16,9-6 16,11-7-16,5-13 15,8-16 1,7-13-16,1-12 15,6-14-15,3-13 16,0-11-16,1-11 16,-2-11-16,1-11 15,-2-9-15,0-11 16,-1-10-16,-5-10 16,-2-8-16,-6-9 15,-8-8-15,-5-8 16,-8-4-16,-11-4 15,-8-1-15,-12 0 16,-11 1 0,-10 8-16,-13 7 15,-10 12-15,-13 13 16,-8 14-16,-7 15 16,-7 15-16,-7 9 15,-4 0-15,11 5 16</inkml:trace>
  <inkml:trace contextRef="#ctx0" brushRef="#br2" timeOffset="-60381.25">18075 7928 0,'0'0'15,"-12"-5"-15,-2 2 16,2 4-16,-2 7 0,5 11 16,0 16-16,0 12 15,2 10-15,1 9 16,4 7-16,4 6 15,5-3 1,7-11-16,6-20 16,4-17-16,4-18 15,-1-13-15,0-11 16,-2-10-16,-3-11 16,-3-9-1,-4-5-15,0-6 0,-6-7 16,-2-5-16,-4 0 15,-6 2-15,-5 8 16,-7 10-16,-3 11 16,-4 14-16,-5 14 15,-3 13-15,-1 14 16,-2 14-16,0 14 16,4 9-16,1 7 15,9-13 1</inkml:trace>
  <inkml:trace contextRef="#ctx0" brushRef="#br2" timeOffset="-60163.26">18466 8230 0,'-3'31'0,"-2"18"16,5 10-16,-1 1 16,2 3-16,1-1 15,-1-5-15,-1-14 16</inkml:trace>
  <inkml:trace contextRef="#ctx0" brushRef="#br2" timeOffset="-59929">18832 7863 0,'0'0'0,"0"0"0,-3 31 0,-3 20 15,0 16-15,-1 5 16,3 6-16,1-1 16,-2-5-1,2-18-15</inkml:trace>
  <inkml:trace contextRef="#ctx0" brushRef="#br2" timeOffset="-59729.02">19116 8153 0,'-3'51'0,"-1"25"15,-1 6-15,0-1 16,0-9-16,2-13 15,1-19-15</inkml:trace>
  <inkml:trace contextRef="#ctx0" brushRef="#br2" timeOffset="-59296.6">19337 7921 0,'0'0'0,"15"-14"16,8-3-16,5 5 16,-2 11-16,-4 11 15,-5 10-15,-7 11 16,-4 10-16,-6 7 31,-7 8-31,-8 3 0,-3-2 0,-3-7 16,0-12-16,0-9 15,1-10-15,6-7 16,4-7-16,4-6 16,8-4-16,5-4 15,5-1-15,6-1 16,6 2-16,4 4 15,4 2-15,2 1 16,3 0-16,1 1 16,2 0-1,-2-1-15,-8-1 0</inkml:trace>
  <inkml:trace contextRef="#ctx0" brushRef="#br2" timeOffset="-58814.85">20043 8205 0,'0'0'0,"32"4"31,17-1-31,4-1 0,0-2 16,-4-2-16,-1 1 0,-4 1 16,-2 0-16,-2 0 15,-3 0-15,-1 0 16,-1 0-16,-1 0 16,1-2-16,-2-2 15,-1-1-15,-1 1 16,1-1-16,2 1 15,-1 1-15,-1 0 16,0 2-16,-1 1 16,0 0-1,2 0-15,-1 0 16,-1 0-16,0 0 0,1-1 16,-2-2-16,-2 0 15,0 0-15,-4 1 16,-3-2-1,-3 0 1,0-3-16,-4 1 0,-5-1 0,-1-3 16,-2 0-16</inkml:trace>
  <inkml:trace contextRef="#ctx0" brushRef="#br2" timeOffset="-58663.09">21380 8082 0,'-8'37'16,"-2"19"-16,-3 7 16,1-3-1,1-8-15,1-10 0,3-15 16</inkml:trace>
  <inkml:trace contextRef="#ctx0" brushRef="#br2" timeOffset="-58247.7">21626 7689 0,'0'0'0,"-5"20"16,0 17-16,1 14 15,1 7-15,3 4 16,0-4-16,7-11 16,4-12-1,5-14-15,4-13 16,2-12 0,5-8-16,-2-9 0,-2-4 15,-3-3-15,-5-3 16,-6 2-16,-2-4 15,-3 0-15,-3 2 16,-1 7-16,0 10 16,0 14-16,0 9 15,-5 21-15,-1 16 16,-2 11-16,0 11 16,5 4-16,2 6 15,1-1-15,0-16 16</inkml:trace>
  <inkml:trace contextRef="#ctx0" brushRef="#br2" timeOffset="-57760.61">22118 7992 0,'-1'-25'16,"-2"-11"-16,0-2 16,-2 2-16,0 9 15,-4 6-15,-2 5 16,-3 5-16,-1 5 0,0 5 16,-1 7-1,2 4-15,4 5 16,5 1-16,6 2 0,6 2 15,9 0 1,5 2-16,6 3 16,4 2-16,2 3 15,0 1-15,-6 0 16,-7 3-16,-8-1 16,-8 0-16,-9 0 15,-8-1-15,-9-1 16,-8-1-16,-3-2 15,-3-5-15,-2-7 16,4-8-16,5-8 16,5-12-16,9-14 15,7-13-15,8-7 16,10-8-16,7-6 16,11-4-1,4 0-15,-6 13 0</inkml:trace>
  <inkml:trace contextRef="#ctx0" brushRef="#br2" timeOffset="-57529.63">22414 7391 0,'0'0'0,"3"38"15,1 27-15,0 17 16,-2 13 0,1 11-16,1 14 15,2 6-15,1-1 16,-3-12-16,0-28 16</inkml:trace>
  <inkml:trace contextRef="#ctx0" brushRef="#br2" timeOffset="-56495.72">22420 7372 0,'-49'-17'0,"-30"-6"15,-11 1-15,-9 4 16,-6 7-16,-7 3 16,-7 3-16,-7 4 15,-7 3 1,-7 3-16,-7 0 0,-5 3 15,-3-3-15,-2 1 16,-2 3-16,-1-2 16,0 1-16,0 3 15,1 1 1,2 0-16,2 1 16,4 0-16,4-4 15,4-2-15,6 0 16,6 0-16,5-3 15,6 1-15,7-3 16,6-1-16,6 1 16,6 0-16,10 0 15,11-1-15,8 1 16,7 1-16,5 0 16,10 4-16,7 2 15,4 6-15,7 5 16,5 8-16,4 5 15,2 9-15,5 9 16,2 9 0,4 11-16,1 9 0,0 7 15,3 0-15,0 2 16,-4-4-16,-2-5 16,2-6-16,1-9 15,2-5 1,1-7-16,0-6 0,1-5 15,3-7 1,2-5-16,4-2 16,4 0-16,3-4 0,2-1 15,2-2 1,5-2-16,6-4 16,8 0-16,9 0 15,6-4-15,4-2 16,6-3-16,7-1 15,7-2-15,7-2 16,8-2-16,10-2 16,5-3-16,5 0 15,8 0-15,8 1 16,6-1 0,7-2-16,6 2 0,4 1 15,5 0-15,-2 1 16,0-1-16,4 1 15,0-3-15,1 0 16,1 1-16,-7 0 16,-3-1-16,-3 0 15,-3-2-15,-7-2 16,-6-4 0,-11-2-16,-11-3 15,-16-2-15,-19 1 16,-23 5-16</inkml:trace>
  <inkml:trace contextRef="#ctx0" brushRef="#br2" timeOffset="-55663.31">19154 9167 0,'0'0'15,"0"0"-15,0 0 32,0 0-32,-3 30 0,-4 20 0,-3 12 15,-8 5-15,-3-3 16,-2-6 0,-2-11-16,1-10 0,4-9 15,1-12-15,2-8 16,2-8-1,4-6-15,4-6 16,5-6-16,7-2 16,4-2-16,2 3 15,3 7-15,2 7 16,3 8-16,4 6 16,1 7-16,1 1 15,6 0-15,-3-6 16,1-5-16,-1-9 15,0-6-15,-4-8 16,-3-6-16,-3-7 16,0-2-16,-5-2 31,-2-1-31,-5-1 0,-2 5 0,-4 5 16,0 7-16,0 9 15,0 10-15,-4 10 16,1 19-16,-3 15 15,-3 12-15,1 12 16,-1 12-16,2 8 16,3 5-16,2-2 15,2-12-15,0-22 16</inkml:trace>
  <inkml:trace contextRef="#ctx0" brushRef="#br2" timeOffset="-55081.36">19658 9418 0,'0'-18'0,"-1"-13"15,-2-1-15,0 0 16,-5 4-16,-2 6 15,-4 10-15,-6 10 16,3 11-16,-4 13 16,6 10-16,0 10 15,5 10 1,4 5-16,6-3 0,7-6 16,5-13-16,4-13 15,5-11-15,0-9 16,1-10-16,-1-9 15,-2-4-15,-2-6 16,-5-1 0,-3-1-16,-4 0 0,-2 3 15,-1 1-15,-5 6 16,1 4-16,0 8 16,2 7-16,-3 7 15,-1 11-15,1 7 16,1 7-16,4 2 15,-1 0-15,2 0 16,0-1-16,-3-1 16,-3 2-16,-3 1 15,-6 0-15,-5 0 16,-5-3-16,-5-4 31,-2-3-31,-2-5 0,0-6 0,2-4 16,2-5-16,6-8 15,4-2-15,7-5 16,5 3-16</inkml:trace>
  <inkml:trace contextRef="#ctx0" brushRef="#br2" timeOffset="-53313.89">20099 9606 0,'0'0'0,"0"0"0,0 0 15,0 0-15,0 0 16,0 0-16,0 0 15,17-18-15,7-12 16,1-9-16,-1-5 16,-5-2-16,-3 1 15,-3 2-15,-3 1 16,-4 3-16,-3 2 16,-3 4-16,-2 6 15,-4 6-15,-1 5 16,0 7-16,0 9 15,-1 4-15,-1 8 16,1 6-16,5 9 16,0 8-16,1 11 15,6 13-15,0 13 16,2 16-16,-4 17 16,6 9-16,2 4 15,1 0-15,-3-2 16,-3-6-1,-2-14-15,-3-18 0,-1-14 16,1-17 0,-3-17-16,-1-13 15</inkml:trace>
  <inkml:trace contextRef="#ctx0" brushRef="#br2" timeOffset="-51614.12">20226 9677 0,'15'-51'0,"11"-16"16,0 9-16,1 17 16,-3 19-16,0 17 15,-7 17-15,-3 16 16,-6 11-16,-3 12 15,-3 6-15,-3-1 16,-3-9-16,-2-10 16,2-12-16,4-11 0,5-11 15,0-10-15,3-7 16,3-9-16,1-3 16,3-6-1,-1-1-15,2 0 16,-1 3-16,-2 8 15,-2 8-15,-1 11 16,0 9-16,-3 10 16,-1 4-16,0 0 15,0-2-15,1-4 16,0-7-16,1-5 16,-1-6-16,0-8 0,1-7 15,-1-5-15,-3-5 16,-4-4-1,-3 0-15,-4-2 0,-5 1 16,-5 5-16,0 6 16,1 11-16,-1 8 15,2 10-15,4 9 16,2 6-16,5 7 16,6 4-16,4-2 15,7-7-15,6-10 16,7-11-16,4-12 15,5-11-15,3-7 16,2-8 0,1-2-1,-3 0-15,-6 4 0,-6 6 0,-7 3 16,-8 8-16,-5 5 16,-6 12-16,-3-1 15,-6 13-15,-6 7 16,-3 9-16,1 1 15,2 0-15,5-4 16,4-4-16,8-4 16,5-6-16,6-2 15,6-1-15,3 0 16,5-1-16,-2 0 16,1 2-16,-5-1 15,-4 3-15,-6 1 16,-5 2-16,-7 0 15,-5 2-15,-7-1 16,-4 1-16,-2-4 16,0-5-16,1-4 15,2-6-15,2-6 16,3-5-16,6-5 16,6-7-16,5-7 15,5-5-15,7-4 16,5-6-16,4 3 15,3 2-15,-3 7 16,-3 7-16,-3 7 16,-5 9-16,-5 8 15,-3 8-15,-2 9 16,-2 4-16,-3 4 16,3 3-16,0 0 15,1 0-15,4 0 16,0-1-16,4-2 15,1-1-15,2 0 16,-2-4-16,-2-2 16,-2 1-16,-3-2 15,-5 2 1,-5 0-16,-6 0 0,-3-1 16,-5-1-16,-1 0 15,-2-3-15,-2-4 16,3-5-16,5-3 15,2-7-15,8-5 16,6-5-16,7-4 16,2-2-16,3-2 15,7-1-15,3-1 16,4-2-16,-1 0 16,1 0-16,1 1 15,-2 2-15,-1 5 16,-5 6-16,-4 2 15,-4 4-15,-3 3 16,-3 5-16,-7 4 16,0 0-16,0 0 15,0 0-15,4 4 0,0 7 16,-1 9-16,-1 11 16,-1 6-1,1 3-15,3 2 16,0 2-16,1 0 15,0-3-15,-1-2 0,1-8 16,-1-10-16,-2-7 16,3-3-16,-6-11 15,0 0-15,4 0 16,0-9-16,-1-8 16,-1-5-16,0-3 15,-2-1-15,0-1 16,-1 1-16,0 4 15,0 4-15,0 4 16,1 4-16,-2 3 31,-1 3-31,3 4 0,0 0 0,0 0 16,0 0-16,-1 2 16,4 2-16,-3-4 15,4 7-15,2-4 16,3-3-16,-1-3 15</inkml:trace>
  <inkml:trace contextRef="#ctx0" brushRef="#br2" timeOffset="-50626.48">21461 8953 0,'0'0'0,"0"0"0,0 0 16,0 0-1,0 0-15,0 21 0,0 12 16,2 9-16,3 6 15,-2 4-15,-1 6 16,0-1-16,1-3 16,1-1-16,-2-7 15,2-4-15,-2-7 16,0-6 0,1-7-16,-1-7 0,0-5 15,-2-10-15,0 0 16,0 0-16,0-5 15,2-13-15,2-9 16,1-6-16,5-3 16,0-1-16,4 3 15,3 6-15,0 8 16,0 8-16,1 4 16,0 8-16,-3 8 15,-4 4-15,-5 3 16,-4 2-16,-5 2 15,-5 4-15,-4 2 16,-4 2-16,-4 1 16,-2 3-16,-1-1 15,-1-4-15,2-9 16,4-8-16,5-9 31,6-12-31,6-10 0,6-12 0,6-9 16,4-6-16,6-3 15,4-2-15,1-2 16,3 5-16,-4 1 16,0 2-16,-5 5 15,-3 8-15,-4 7 16,-3 6-16,-3 13 16,-7 9-16,5 10 15,-1 17-15,-2 15 16,-1 12-16,2 7 15,1 5-15,-1-6 16,0-10-16,4-13 16,2-14-16,4-11 15,4-12-15,2-9 32,1-8-32,-3-7 0,-3-3 0,-5-2 15,-1-2-15,-3 0 16,-5-2-16,-4-1 0,2 4 15,-1 5-15,1 8 16,2 8-16,1 10 16,4 11-16,4 9 15,0 10-15,3 3 16,5 4-16,1-5 16,2-5-16,1-7 15,-4-7-15</inkml:trace>
  <inkml:trace contextRef="#ctx0" brushRef="#br2" timeOffset="-48763.1">19337 10477 0,'11'-24'16,"13"-10"-16,10 2 15,4 8-15,4 11 16,0 17-16,-6 12 15,-6 17 1,-7 12 0,-9 5-16,-7 4 0,-8 0 0,-6 0 15,-5-4-15,-3-5 16,-2-9-16,2-8 16,-1-12-16,2-11 15,2-15-15,1-13 16,6-13-16,3-13 15,7-9 1,6 1-16,7 5 16,5 9-16,3 15 0,3 12 15,2 12-15,0 13 16,0 6-16,0 4 16,0-5-1,-3-9-15,-4-6 0,0-9 16,-2-7-1,-3-4-15,-5-6 16,-3 0-16,-1-1 16,-6-1-16,-4-1 0,-4 1 15,-5 1-15,-3 5 16,-1 4-16,-1 12 16,0 12-16,-3 15 15,0 10-15,2 9 16,4 11-16,-1 6 15,5 4 1,3-3-16,4-9 0,5-13 16,2-10-16,6-12 15,4-9-15,3-9 16,2-9-16,4-7 16,0-5-16,0-6 15,-3-4-15,1-1 16,-4-1-16,-1 2 15,-3 3 1,-4 5-16,-3 10 16,-1 11-16,-1 14 15,2 10-15,-2 7 0,0 7 16,-1 5 0,0 1-16,1-5 0,-1-5 15,1-10 1,-1-5-16,0-7 0,1-5 15,1-8-15,1-6 16,0-8-16,-1-2 16,1-3-16,-2-1 15,0 1-15,-1 7 16,2 7-16,2 7 16,1 12-16,4 13 15,1 7-15,0 6 16,2 3-16,-1-1 15,-1-6-15,-1-9 32,-1-9-32,0-8 0,0-8 0,0-7 15,-4-10-15,-2-2 16,0-5-16,0-3 16,-4-2-16,1-1 15,0 6-15,2 8 16,2 12-16,2 13 15,0 13-15,2 10 16,3 9-16,3 3 16,-1-3-16,2-6 15,0-10-15,3-10 16,0-9-16,4-12 16,2-10-16,1-8 15,-2-6 1,-3-3-16,-5-2 15,-6 2-15,-7 2 16,-6 3-16,-5 8 16,-5 12-16,-4 14 15,2 14-15,-3 12 16,0 7-16,1 7 16,2 0-16,3-7 15,3-9-15,5-8 16,2-7-16,4-8 15,5-10-15,2-12 16,2-7-16,0-7 16,3-1-16,1 0 15,-3 6-15,1 9 16,-1 11-16,-2 12 16,-1 12-16,0 12 15,0 10-15,0 3 16,1-2-16,0-3 15,-1-8-15,1-7 16,1-7-16,0-11 16,0-8-16,-2-10 15,2-8-15,-1-5 16,0-5-16,-5-3 16,0-2-16,-2 4 15,-1 9-15,-2 11 0,-4 16 16,6 4-16,0 16 15,-2 8-15,0 6 16,0 0-16,0-6 16,1-6-16,3-8 15,3-8-15,-1-10 16,-1-11-16,2-8 16,-2 4-16</inkml:trace>
  <inkml:trace contextRef="#ctx0" brushRef="#br2" timeOffset="-47914.35">21298 10044 0,'1'45'0,"0"15"0,1 2 16,0-9-1,0-12-15,2-11 0,0-9 16,0-10 0,1-3-16,-5-8 15,9-2-15,0-8 0,2-9 16,0-5-16,1-3 16,4 0-16,-1 6 15,4 13-15,-2 13 16,-1 14-16,-2 7 15,1 7-15,-1-1 16,-1-3-16,-4-7 16,1-6-16,0-9 15,1-10-15,0-7 16,1-7-16,0-10 16,1-5-16,0-8 15,-1-4 1,1 2-16,-2 6 15,2 13-15,1 15 0,0 18 32,-2 12-32,0 8 0,-3 1 0,0 3 15,0-6-15,1-7 16,0-5-16,-2-7 16,1-5-16,-2-6 15,-1-4-15,-1-2 16,-4-5-16,-2-1 15,-2-4-15,-4-4 16,-2-2-16,1-5 16,-2-2-16,1 1 15,-1 0-15,1 5 16,-1 3-16,1 6 16,2 5-16,2 2 15,5 9-15,0 0 16,2 2-16,4 8 15,5 4-15,2 2 16,5-1-16,3-4 0,6-3 16,3-5-1,4-6-15,4-2 0,0 1 16,1 1 0,-2 7-16,-4 6 15,-7 6-15,-6 5 16,-8 5-16,-9 4 15,-7 1-15,-8 1 16,-5 2-16,-10-1 16,-9-1-16,-5-7 15,-4-10-15,-3-13 0,10-4 16</inkml:trace>
  <inkml:trace contextRef="#ctx0" brushRef="#br1" timeOffset="-14528.77">21594 10032 0,'-1'-29'16,"-3"-12"-16,-8-3 16,-8 6-16,-11 4 15,-10 6-15,-11 3 16,-13 8-16,-14 4 16,-13 3-1,-15 5-15,-14 3 0,-14 4 16,-4 3-1,-12 8-15,-1 7 0,-5 8 16,-6 9-16,3 5 16,3 5-1,2 10 1,5 6-16,7 9 0,13 4 16,13 4-16,13 6 15,20 3-15,14 3 16,19 0-16,20-1 15,22-2-15,23-4 16,22-3-16,20-5 16,21-6-16,21-5 15,21-4-15,17-3 16,14-5-16,14-6 16,9-8-16,3-9 15,6-8 1,2-7-16,3-9 15,-5-10-15,-4-10 16,-9-12-16,-5-13 16,-8-16-16,-5-13 15,-6-15-15,-13-11 16,-15-9 0,-18-10-16,-18-7 0,-18-4 15,-19-3-15,-20 0 16,-23 4-16,-19 5 15,-15 10-15,-17 12 16,-15 14-16,-8 19 16,-7 20-16,-6 22 15,-1 19-15,-3 17 16,-1 34-16,20 2 16</inkml:trace>
  <inkml:trace contextRef="#ctx0" brushRef="#br1" timeOffset="-14113.93">20547 11665 0,'-7'-25'16,"-3"-17"-16,-1-6 15,3 0-15,1 5 16,4 10-16,1 12 16,0 9-16,4 12 15,2 12-15,5 19 16,2 19-16,-2 18 15,1 15-15,2 17 16,-2 12 0,-1 9-16,3 4 0,-2-2 15,0-6-15,-2-12 16,-2-12-16,-2-17 16,1-20-16,-2-21 15,3-22-15,-2-20 16,0-5-16</inkml:trace>
  <inkml:trace contextRef="#ctx0" brushRef="#br1" timeOffset="-13825.97">20642 12014 0,'-16'-76'0,"-6"-35"16,3-4-1,7 8-15,7 15 16,7 16-16,8 15 15,9 13-15,4 12 16,8 18-16,5 14 16,3 15-16,-2 18 15,-1 16-15,-6 14 16,-10 10-16,-12 9 16,-12 6-16,-11 4 15,-12-1-15,-8-6 16,-1-13-16,4-16 15,8-22-15,8-18 16,6-17-16,7-18 16,4 0-16</inkml:trace>
  <inkml:trace contextRef="#ctx0" brushRef="#br1" timeOffset="-13580.79">21109 11337 0,'-3'20'15,"3"15"-15,-1 14 16,0 15-16,3 16 16,-1 15-16,3 14 15,0 11-15,1 1 16,-2 0-16,2-9 15,3-15-15,0-19 16,-4-25-16</inkml:trace>
  <inkml:trace contextRef="#ctx0" brushRef="#br1" timeOffset="-13214.3">21083 11975 0,'0'0'0,"-1"-17"16,10-12-16,14 0 15,15 0-15,11 1 16,4 1-16,4 3 16,-1-3-16,-3-2 15,-7-5-15,-6-3 16,-6-3-16,-10-4 15,-7 4 1,-6 8-16,-5 10 0,-6 7 16,-3 6-16,-1 6 15,-4 11-15,0 12 16,1 16-16,-2 16 16,6 18-16,5 22 15,5 22-15,3 21 16,1 21-16,-3 8 15,-4 2 1,-2-34-16</inkml:trace>
  <inkml:trace contextRef="#ctx0" brushRef="#br1" timeOffset="-11661.77">10418 10704 0,'0'0'0,"0"0"16,0 0-16,24-19 15,8-15-15,7-14 16,0-9-16,-1-6 16,-5-4-16,-5 0 15,-5 2-15,-9 1 16,-6 3-16,-6 7 15,-5 8-15,-6 11 16,-4 11-16,-5 9 16,-1 11-16,-2 13 15,-1 11-15,1 17 16,-2 15 0,3 19-16,2 16 15,9 20-15,5 13 16,1 13-16,4 6 15,7 10 1,-1 5-16,-4 0 0,-3-5 16,0-11-16,-3-17 15,2-21-15,-2-21 16,-4-28-16,1-20 16</inkml:trace>
  <inkml:trace contextRef="#ctx0" brushRef="#br1" timeOffset="-11393.85">10450 10865 0,'16'-72'16,"10"-23"-16,10 11 15,5 24 1,4 25-16,2 23 0,-2 18 15,-6 17 1,-6 19-16,-14 15 16,-11 15-16,-15 8 15,-9 3-15,-8-7 16,-4-18-16,-1-19 16,4-20-16,5-12 15</inkml:trace>
  <inkml:trace contextRef="#ctx0" brushRef="#br1" timeOffset="-11180.42">10961 10445 0,'6'62'16,"3"31"-16,-2 6 15,1-10-15,-3-16 16,1-18-16,3-20 16,0-18-16,-2-10 15</inkml:trace>
  <inkml:trace contextRef="#ctx0" brushRef="#br1" timeOffset="-11026.98">11062 10232 0,'-5'49'16,"0"20"-16,2-10 16</inkml:trace>
  <inkml:trace contextRef="#ctx0" brushRef="#br1" timeOffset="-9813.39">11314 10600 0,'-2'-23'16,"-4"-9"-16,-5 2 16,-4 13-16,-2 16 15,-4 15-15,0 16 16,0 10-16,6 4 15,4-1-15,5-7 16,6-11 0,7-10-16,7-7 0,4-9 15,1-7-15,-1-8 16,0-6-16,-4-3 0,-4-2 16,-3 0-16,-1 1 15,-2 5 1,-2 9-16,3 11 0,-1 14 15,5 17 1,-1 17-16,0 19 16,-1 20-16,-2 10 15,-3 12-15,-4 7 16,-4-2-16,-4-7 16,-3-12-16,-5-19 15,-1-17-15,-5-16 16,-4-21-16,-3-19 15,0-16-15,1-13 32,3-13-32,6-10 0,7-8 0,8-4 15,11-10-15,10-6 16,6-4-16,10 2 16,7 3-16,7 5 15,3 9-15,-2 8 16,-4 10-1,-6 4-15,-5 10 0,-7 8 16,-3 10 0,-6 7-16,-3 9 0,-6 14 15,-2 14 1,0 13-16,-2 6 16,4-2-16,1-5 15,6-6-15,3-8 0,1-9 16,2-6-16,-5-7 15,-3-11 1,-6-8-16,-8-5 16,-7-7-1,-4-5-15,-3-4 0,-2-5 16,1 0-16,1-1 0,3-1 16,6 0-1,8 3-15,7 5 16,4 5-16,8 7 15,2 7-15,4 10 16,5 10-16,-3 12 16,-4 8-16,-2 8 15,-5 7-15,-8 1 16,-3-2-16,-4-5 16,1-11-16,-1-8 15,-1-17-15,0 0 16,0 1-16,1-10 15,4-11-15,3-8 16,3-4-16,3-5 16,6 2-16,2 5 15,4 8-15,-1 11 32,-2 13-32,0 13 0,-2 11 0,-6 9 15,-5 3-15,-3 0 16,-5-1-16,-4-5 15,-3-8-15,0-10 16,-2-11-16,-3-10 16,-1-13-16,1-11 15,5-9-15,5-6 16,4-4-16,8 3 16,7 7-16,2 11 15,0 15-15,0 13 16,-1 11-16,-4 10 15,-4 11-15,-10 9 16,-11 10 0,-11 1-16,-5-4 15,4-11-15</inkml:trace>
  <inkml:trace contextRef="#ctx0" brushRef="#br1" timeOffset="4138.11">10955 12569 0,'-10'-21'0,"-5"-12"16,1-4-16,0 3 15,0 3-15,0 5 16,-1 1-16,1 7 16,0 2-16,1 8 15,-5 7-15,1 9 16,-4 12-16,-3 12 16,0 12-16,-1 11 15,1 13-15,2 12 16,6 9-16,7 6 31,6-2-31,9-8 0,5-17 16,4-19-16,3-17 0,2-16 15,0-13 1,3-11-16,-3-9 16,1-11-16,-1-8 15,1-8-15,-3-4 16,-1-3-16,0-3 15,-5 3-15,-1 1 16,-1 7-16,-1 7 16,-5 8-16,0 11 15,-4 17-15,0 0 16,2 5-16,1 21 16,1 14-16,1 14 15,0 8-15,0 2 16,1-1-16,-3-15 15</inkml:trace>
  <inkml:trace contextRef="#ctx0" brushRef="#br1" timeOffset="4337.78">11194 12996 0,'7'56'16,"5"24"-16,-1-2 0,-4-19 0</inkml:trace>
  <inkml:trace contextRef="#ctx0" brushRef="#br1" timeOffset="7204.87">8552 12337 0,'-12'4'15,"-4"5"-15,2 6 16,5 8-16,1 16 16,1 15-16,-6 14 15,-2 14-15,-1 8 16,-1 6-16,-2 1 16,-3-5-16,1-6 15,-3-10-15,-1-10 16,-1-14-16,0-15 15,2-15-15,2-18 16,5-18-16,7-18 16,4-14-16,6-11 15,4-4-15,8 3 16,7 10-16,4 14 16,6 19-16,5 19 15,0 24 1,3 22-16,2 14 15,-1-1-15,-2-4 16,-4-13-16,-3-14 16,0-11-16,-1-13 15,-4-12-15,-4-10 16,1-10-16,-5-12 16,-5-10-16,-2-7 15,-2 0-15,-3-1 16,-2 8-16,-1 8 15,0 15-15,-1 12 16,2 14-16,0 21 16,0 14-16,2 13 15,3 2-15,5 0 16,3-8-16,1-12 16,2-14-16,3-12 15,0-11 1,0-12-16,0-10 15,0-11-15,-3-8 16,-2-5 0,0-8-16,-5-1 0,-3-7 15,-3 0-15,-2 3 16,1 5-16,-1 10 16,-1 11-16,-2 13 15,-1 9-15,1 15 16,-2 11-16,1 21 0,4 22 15,1 18 1,-1 18-16,1 14 16,-2 2-16,2-10 15,1-19-15,-2-24 16</inkml:trace>
  <inkml:trace contextRef="#ctx0" brushRef="#br1" timeOffset="7403.94">8892 12859 0,'20'19'15,"10"0"-15,6-14 16,3-14-16,-1-10 15,-10 0-15</inkml:trace>
  <inkml:trace contextRef="#ctx0" brushRef="#br1" timeOffset="7572.19">9366 12143 0,'-15'13'0,"-5"8"16,0 7-16,7 5 16,3 6-16,3 6 15,3 4-15,2-9 16</inkml:trace>
  <inkml:trace contextRef="#ctx0" brushRef="#br1" timeOffset="7919.93">9479 12569 0,'-16'23'0,"-2"14"16,4 6-16,7 2 15,8 1 1,4-1-16,2-5 0,4-5 15,0-5 1,-2-6-16,-2-6 0,-3-1 16,-6-1-1,-6 3-15,-11 4 0,-7 3 16,-8 4 0,-6 2-16,-3 2 15,-4-2 1,1-6-16,-2-5 0,5-3 15,8-4-15,9-7 16,10-2-16</inkml:trace>
  <inkml:trace contextRef="#ctx0" brushRef="#br1" timeOffset="9069.6">10400 13557 0,'13'15'0,"13"6"0,11 0 15,9-2-15,14-4 16,10-3 0,13-5-16,10-7 15,13-5-15,6-4 16,6-2-16,6-4 16,6-2-16,4 2 15,7-2-15,3 3 16,2 1-16,1 0 15,1-5-15,1-2 16,-5-1-16,-10-3 16,-9-3-16,-31 5 15</inkml:trace>
  <inkml:trace contextRef="#ctx0" brushRef="#br1" timeOffset="19024.32">11629 12504 0,'20'18'15,"10"2"-15,8-5 16,2-7-16,4-5 16,2-6-16,4-5 15,0-1-15,-1-2 16,-4-1-1,-12-1-15,-12 4 16</inkml:trace>
  <inkml:trace contextRef="#ctx0" brushRef="#br1" timeOffset="19303.48">11648 12769 0,'0'0'0,"0"0"16,24 2-16,14-3 16,7-2-16,0 0 15,-3-1-15,-4-1 16,-5 0-16,-6 1 15,-6 1-15,-7-1 16,-14 4-16,0 0 16,4-4-16</inkml:trace>
  <inkml:trace contextRef="#ctx0" brushRef="#br1" timeOffset="19504.14">11648 13008 0,'14'19'15,"13"3"-15,7-6 16,6-7-16,4-8 16,4-6-16,-3-7 15,-9 1-15</inkml:trace>
  <inkml:trace contextRef="#ctx0" brushRef="#br1" timeOffset="20003.34">12721 12517 0,'0'0'0,"0"-22"15,-1-9-15,-3 0 16,-5 1-16,-4 3 16,0 4-16,-2 4 15,0 4-15,-2 7 16,1 5-16,-3 13 15,-1 19-15,0 16 16,1 20-16,0 18 16,1 15-16,11 7 15,3-8-15,6-18 16,7-23-16,3-22 16,3-19-16,1-18 15,0-16-15,1-13 16,-3-11-16,-1-11 15,-2-6-15,-2-2 16,0 4-16,1 9 16,-1 12-16,1 17 15,-1 16-15,0 19 16,-3 18-16,3 18 16,2 9-16,-3 3 31,-1-3-31,-2-15 0</inkml:trace>
  <inkml:trace contextRef="#ctx0" brushRef="#br1" timeOffset="20486.03">12910 12808 0,'18'12'0,"1"9"16,-10 9-1,-9 0-15,-8-3 16,-6-4-16,-2-7 16,-3-7-16,0-9 0,5-8 15,3-5-15,6-8 16,3-7-16,4-6 16,8-2-1,6 4-15,6 8 0,2 11 16,0 15-16,-1 15 15,-2 19 1,-4 17-16,-6 10 16,-8 8-16,-8 4 15,-7-3-15,-6-4 32,-3-10-32,-3-11 0,-4-11 0,-3-13 15,2-12-15,3-16 16,6-14-16,6-14 15,9-12-15,10-5 16,9 3-16,11 10 16,10 11-16,5 15 15,5 18-15,5 17 16,-1 14-16,-5 8 16,-11-6-16</inkml:trace>
  <inkml:trace contextRef="#ctx0" brushRef="#br1" timeOffset="22052.31">13692 12130 0,'-18'-16'0,"-6"0"15,-3 11-15,-1 13 16,-2 19-16,5 23 16,2 21-16,2 22 15,4 17-15,7 11 16,8 3-16,11-11 15,11-13 1,7-24-16,2-25 16,4-23-16,2-22 0,0-19 15,-3-14 1,-5-11-16,-4-8 16,-5-6-16,-6-5 15,-3-2-15,-2 0 16,-4 1-16,1 2 15,2 4-15,3 5 16,-3 9-16,-1 7 16,-4 8-16,0 4 15,2 5-15,2 3 16,2 5-16,4 9 16,3 12-16,2 14 15,0 13-15,-1 16 16,0 10-16,-4-1 15,-4-3-15,-3-10 16,-4-10-16,-2-12 31,0-14-31,-3-10 0,0-12 0,0-12 16,-1-10-16,3-14 16,3-11-16,3-7 15,4-4-15,5 1 16,4 11-16,3 10 15,1 15 1,1 13-16,1 16 16,2 17-16,-6 16 0,-1 13 15,-3 9 1,-4 2-16,-4-6 16,-2-10-16,-2-12 15,-2-13-15,0-20 16,2 0-16,-1-18 15,0-15-15,4-13 16,2-9-16,3-5 16,1 5-16,2 8 15,2 11 1,1 15-16,-2 12 0,0 17 16,-1 16-16,-2 14 15,-3 11-15,0 6 16,2-1-16,-2-9 15,3-13-15,1-16 16,1-14-16,0-15 16,5-12-16,0-10 15,-3-9-15,-1-4 16,0-2-16,0 3 16,-4 8-16,0 13 15,-1 16-15,-3 20 16,-1 21-16,-1 17 15,0 14-15,2 8 16,3 0-16,5-11 16,1-14-16,0-17 15,2-12 1,1-11-16,-2-12 0,0-8 16,-4-10-16,-3-8 15,-3-7-15,-3-6 16,-3-4-1,-2-1-15,-3 3 0,-3 5 16,0 8 0,1 9-16,0 11 15,-1 8-15,1 11 0,0 9 16,2 7 0,-1 5-16,2 3 15,1-1-15,5-3 0,3-2 16,3-6-16,5-1 15,2-5 1,2-4-16,2-4 0,0-3 16,0-2-16,2-1 15,1 1-15,-1-4 16,-3-1 0,0 0-16,-1-2 0,-7-3 15,-4-1 1,-7-3-16,-6 0 0,-4 0 15,-7 3-15,-5 3 16,-4 5-16,2 2 16,-2 2-16,-1-1 15,2 1-15,1 2 16,4-3-16,2-3 16,7 0-16,3-2 15,4-1-15,5-1 16,6 1-16,3 1 15,3 3-15,0 1 16,1-3-16,-4 0 16</inkml:trace>
  <inkml:trace contextRef="#ctx0" brushRef="#br1" timeOffset="22586.04">15066 12601 0,'0'0'16,"0"0"-16,0 0 15,-7-17-15,-4-9 16,-4-3-16,-3 1 15,2 3-15,-1 2 16,4 4-16,1 6 16,0 6-16,1 9 15,0 13-15,1 9 16,2 14-16,3 13 16,5 8-16,4-3 15,5-11-15,2-14 16,3-13-16,0-12 15,2-11-15,0-10 16,1-14-16,-1-11 16,0-9-16,-3-13 15,-4-8-15,-4-2 16,-7 2-16,-10 4 16,-4 7-16,-4 9 15,-2 10-15,-1 14 16,1 14-16,-1 11 15,5 11 1,1 11-16,1 5 16,9 3-16,5-2 15,5-3-15,8-5 16,1-6-16</inkml:trace>
  <inkml:trace contextRef="#ctx0" brushRef="#br1" timeOffset="23269.82">15470 12208 0,'-3'-21'16,"-2"-12"-16,0-4 15,1 6-15,1 9 16,1 7-16,2 15 16,0 0-16,0 0 15,1 7-15,1 17 16,-2 12-16,-3 9 15,-1 4-15,-2 3 16,-3 0-16,-3-1 31,-2-3-31,-3-7 0,0-7 16,0-8-16,2-10 0,2-7 16,2-5-16,4-4 15,7 0-15,-1-4 16,7 1-1,6 1-15,3 2 0,5 4 16,1 1-16,4-2 16,2 0-16,0-3 15,-1-4-15,-1-4 16,-3-1-16,-4-4 16,-4-3-1,-5-4-15,-1-5 0,-4-3 16,-2-2-16,-3 2 15,-2 1-15,-3 7 16,3 6-16,3 14 16,0 0-16,-4 4 31,0 21-31,2 14 0,-1 12 0,2 14 16,1 9-16,0 8 15,-1 2-15,3-5 16,1-13-16,1-18 15</inkml:trace>
  <inkml:trace contextRef="#ctx0" brushRef="#br1" timeOffset="23785.59">15899 12382 0,'11'-27'15,"0"-16"-15,-4-3 16,-5-2-16,-3 8 16,-6 6-16,-3 10 15,-3 10-15,-1 14 16,-1 18 0,0 18-16,0 16 0,2 13 15,7 3-15,6-4 16,6-13-16,5-14 15,3-15 1,3-13-16,1-12 0,1-10 16,-4-7-16,-2-6 15,-2-7-15,-1-5 16,-4-3-16,-2 0 16,1 5-1,0 11-15,-1 10 0,-4 15 16,5 4-16,1 14 15,1 9-15,0 9 16,-1 8-16,3 2 16,-1 1-1,1-2-15,-4 3 16,-2 1-16,-7 3 16,-2 4-16,-7 0 15,-6-4-15,-7-9 16,0-13-16,-4-16 15,5-7 1,9-6-16</inkml:trace>
  <inkml:trace contextRef="#ctx0" brushRef="#br1" timeOffset="24052.33">16025 11691 0,'23'12'15,"10"9"-15,4 15 16,0 14-16,-2 17 16,-8 20-16,-7 17 15,-7 11-15,-11 13 16,-8 12-1,-9 10-15,-9 8 16,-8 3-16,-10-22 16,5-40-16</inkml:trace>
  <inkml:trace contextRef="#ctx0" brushRef="#br1" timeOffset="31604.31">10305 12433 0,'0'0'16,"-15"-16"-16,-10-8 16,-3-4-16,-1-1 15,-1 0-15,-3-5 16,-4-2-16,-4-3 16,-4-4-16,-3-7 15,-2-5-15,-5-2 16,0-7-16,-2-6 15,-3-1-15,-4-1 16,-1 1-16,-3 2 16,-4 1-16,-4 5 15,1 5-15,-2 7 16,-2 7-16,-2 9 16,0 9-16,-3 10 15,0 12 1,1 7-16,0 11 15,0 7-15,1 8 16,5 5-16,8 4 16,7 1-16,7-3 31,9-6-31,7-6 0,3-7 0,3-10 16,8-7-16</inkml:trace>
  <inkml:trace contextRef="#ctx0" brushRef="#br1" timeOffset="32405.02">4894 11794 0,'-22'-22'0,"-10"-11"16,0-4-16,5-2 16,3 4-16,2 3 15,1 5-15,0 4 16,-2 6 0,2 9-16,1 10 15,-1 12-15,-3 13 16,2 18-16,-2 12 15,-1 13-15,4 12 16,4 12-16,7 2 16,6-3-16,6-13 15,2-16-15,6-18 16,5-15-16,4-14 16,-1-14-1,5-13-15,0-14 0,5-12 16,1-9-16,0-8 15,-1 1-15,-5-1 16,-3 1-16,-5 6 16,-2 7-16,-2 11 15,-5 10-15,-6 18 16,3 0-16,-2 17 16,-2 16-16,0 13 15,1 9-15,4 7 16,0 0-16,-1-1 15,1-7-15,-2-16 16</inkml:trace>
  <inkml:trace contextRef="#ctx0" brushRef="#br1" timeOffset="32603.88">5001 12046 0,'-3'45'0,"-2"22"15,-2 8-15,3 0 16,1-4 0,0-15-16,0-20 0</inkml:trace>
  <inkml:trace contextRef="#ctx0" brushRef="#br1" timeOffset="32836.74">5178 12021 0,'20'-3'0,"14"-3"15,7-5-15,4-4 16,4-4-16,1 2 16,3-1-16,-5 1 15,-6 0-15,-9 5 16</inkml:trace>
  <inkml:trace contextRef="#ctx0" brushRef="#br1" timeOffset="33585.71">5909 11620 0,'-5'-19'0,"-4"-7"16,-2 0-16,0 4 16,-4 10-16,-4 5 15,-1 11-15,-2 11 16,-3 13-16,-1 14 15,0 14-15,4 12 16,4 7-16,8 3 16,5-7-16,5-15 31,2-17-31,6-16 0,5-14 0,0-10 16,1-11-16,3-9 15,3-9-15,-5-6 16,1-4-16,1-2 15,-4-1-15,1 6 16,-2 8-16,-2 10 16,-1 11-16,-1 10 15,-1 12-15,0 13 16,0 10-16,0 7 16,-2 7-16,4 3 15,0-2-15,-1-12 16,2-16-16,-3-15 15,2-14-15,-1-7 16,-2-8-16,-1-4 16,1-5-16,2-4 15,0-4-15,5 3 16,4 2 0,0 6-16,3 8 15,-2 10-15,-4 8 0,1 9 16,-6 9-16,-4 11 15,-6 10-15,-7 9 16,-4 10-16,-6 2 16,-4-3-16,-2-2 15,-1-7-15,3-11 16,3-11-16,9-12 16,10-14-16,-2 3 15,8-14-15,9-5 16,8-4-16,7-1 15,5 1-15,5-4 16,2-2-16,4-2 16,-1-1-16,-4-4 15,-5-2-15,-7-6 16,-8 7-16</inkml:trace>
  <inkml:trace contextRef="#ctx0" brushRef="#br1" timeOffset="33870.04">6319 11271 0,'-8'-10'16,"-1"-4"-16,6 2 15,10 5-15,6 8 16,6 12-16,4 11 15,0 14-15,4 13 16,-6 14-16,-4 11 16,-9 14-16,-6 11 15,-5 11-15,-6 5 16,-7 5-16,-8-3 16,-12-6-16,-10-12 15,6-25-15</inkml:trace>
  <inkml:trace contextRef="#ctx0" brushRef="#br1" timeOffset="34269.66">4332 11271 0,'-34'118'15,"-8"54"-15,8 11 16,10-2-16,15-8 16,11-8-16,12-11 15,16-17 1,15-22-16,7-20 0,6-22 15,-12-23-15</inkml:trace>
  <inkml:trace contextRef="#ctx0" brushRef="#br1" timeOffset="34772.25">6584 11569 0,'0'0'16,"20"-1"-16,8-3 15,5-1-15,3 0 16,3-1-16,4-2 16,2-4-16,0-4 15,1-4-15,2-3 16,0-4-16,-3 1 16,-2 2-16,-2 0 15,-6 4 1,-4 2-16,-5 4 15,-8 3-15,-7 3 16,-6 2-16,-3 0 16,-5-1-16,-2 0 0,-1 2 15,0 2 1,0 2-16,-2 4 16,2 4-16,2 6 15,4 5-15,0 1 0,0-2 16,-1-1-16,0-5 15</inkml:trace>
  <inkml:trace contextRef="#ctx0" brushRef="#br1" timeOffset="36285.36">7341 11065 0,'0'0'16,"-7"-12"-16,1-5 15,9-2-15,5 6 16,6 6-16,8 9 15,1 11-15,3 11 16,-4 8-16,1 6 16,-3 6-16,-5 4 15,-1 0-15,-6-6 16,-6-1-16,-5-6 16,-1-7-16,-2-6 15,-1-8-15,-3-7 31,-2-9-31,-1-8 0,3-9 0,-1-12 16,3-10-16,3-8 16,2-5-16,6-1 15,4 2-15,7 6 16,8 9-16,3 7 16,2 13-16,2 10 15,1 12-15,1 12 16,-4 13-16,-6 3 15,-6 4-15,-3-1 16,-7 2-16,-5-3 16,-3-4-16,-2-7 15,-4-5-15,2-10 16,-1-8-16,-1-10 16,2-9-16,-2-10 15,1-9-15,3-5 16,3-5-16,5-2 31,5 5-31,5 4 0,3 9 0,5 10 16,2 12-16,3 11 15,-1 11-15,2 11 16,-4 8-16,0 7 16,-3 4-16,-2-1 15,-3-10-15,-6-10 16,-1-10-16,-3-14 15,0-12-15,0-15 16,1-8-16,-2-9 16,0-3-16,-2 0 15,-1 1-15,0 5 16,1 9-16,2 10 16,-1 12-16,4 13 15,3 13 1,3 15-16,3 10 0,0 7 15,2-3 1,-1-10-16,0-8 0,-1-11 16,-1-10-16,0-10 15,-3-7-15,-3-8 16,0-7-16,-1-4 16,-3 2-16,-4-4 15,-1 1-15,3 5 16,-3 9-16,0 20 15,-3-1-15,7 14 16,2 16-16,2 11 16,1 7-16,2 0 15,2-5-15,1-11 16,0-12-16,0-11 16,0-8-16,-1-13 15,-2-9-15,0-8 31,-1-4-31,-4-1 0,-1-1 0,-3 0 16,-2 0-16,1 4 16,2 7-16,-1 7 15,3 12-15,2 9 16,3 10-16,1 8 16,1 4-16,2 1 15,2-5-15,-3-5 16,1-8-16,1-7 15,-2-10-15,0-10 16,-3-9-16,0-7 16,-1-6-16,-4-4 15,-4-3-15,-1-1 16,-2-2-16,-3 1 16,1 5-16,-3 7 15,0 13-15,7 12 16,0 13-16,3 9 15,4 16 1,3 10 0,1 10-16,6 1 0,2 1 15,4-5-15,1-7 16,1-9-16,-2-8 16,-7-7-16,-4-5 15,-12-6-15,0 1 16,-8-6-16,-7-2 0,-2-2 15,1 2 1</inkml:trace>
  <inkml:trace contextRef="#ctx0" brushRef="#br1" timeOffset="36670.88">8539 10639 0,'0'0'0,"0"0"16,0 0-16,0 0 15,12-20-15,5-17 16,3-11-16,1-6 15,1-3-15,-4 3 16,-6 3-16,-2 2 16,-4 6-16,-2 8 15,-2 8-15,-3 10 32,0 7-32,1 10 0,-1 4 0,3 13 15,2 10-15,4 13 16,7 12-1,5 14-15,3 10 0,5 12 16,3 2-16,0 1 16,-5-3-1,-1-4-15,-6-3 16,-5-4-16,-2 0 16,-2-6-16,-6-9 15,-2-12-15,-4-13 0,-1-13 16,-4-14-16,-5-13 15,-7-12-15,-5-11 16,3 2-16</inkml:trace>
  <inkml:trace contextRef="#ctx0" brushRef="#br1" timeOffset="37470.56">8703 10742 0,'7'-88'0,"9"-27"15,3 16 1,8 28-16,1 30 0,0 26 16,-5 22-16,-1 24 15,-5 19-15,-5 10 16,-3-2-16,-4-6 16,-6-14-16,-2-13 15,-2-13 1,1-15-16,-2-13 15,0-17-15,-1-17 16,2-14-16,-1-7 0,2-3 16,4 5-1,4 14-15,2 17 16,2 15-16,2 20 16,3 15-16,0 18 15,-1 16-15,5 9 16,0-2-16,2-8 15,0-13-15,-1-11 16,0-9-16,-3-8 16,-2-10-16,-4-11 15,0-7-15,-5-7 16,-3-3-16,0-2 16,2-3-16,2-1 15,2 4-15,4 5 16,3 6-16,-1 6 15,-2 9-15,3 4 16,-1 6-16,-2 4 16,1 3-16,-1 0 15,-1 0-15,-3 1 16,-2 3-16,-4 0 16,-2 2-16,-7 1 15,-4-1-15,-2-3 16,-1-2-1,-3-7-15,0-7 0,-1-10 16,-3-11-16,3-12 16,2-12-16,4-7 15,8-6-15,9 0 16,7 8-16,8 10 16,3 12-16,7 14 15,4 16-15,-2 21 16,1 23-16,-2 27 15,0 22-15,2 14 16,1 8-16,-6-4 16,-1-7-16,2-4 15,-3-9-15,-7-6 16,-13-11 0,-7-17-16</inkml:trace>
  <inkml:trace contextRef="#ctx0" brushRef="#br1" timeOffset="38136.83">7618 11595 0,'0'0'0,"-10"0"0,-1 6 15,5 2-15,5 12 16,4 9-16,-3 8 15,-4 3-15,-5 3 16,-5-1 0,-3 2-16,-2-6 15,0-8-15,0-10 16,5-9-16,5-8 16,3-10-16,5-9 15,5-5-15,7-2 16,2 3-16,9 3 15,6 5-15,7 8 16,7 4-16,-2 2 16,-1-3-16,-3-6 15,-2-3-15,-6-4 16,-7-3 0,-5 0-16,-3-3 0,-6-3 15,-4 0-15,-4-1 16,-4 0-16,-4-3 15,-2 5-15,1 4 16,0 5-16,3 7 16,3 12-16,2 15 15,2 19-15,6 13 16,5 15-16,5 8 16,6 7-16,4 2 15,-1-3 1,-6-19-16</inkml:trace>
  <inkml:trace contextRef="#ctx0" brushRef="#br1" timeOffset="38619.36">8142 11595 0,'-9'-24'15,"-6"-7"-15,-5 4 16,0 7-16,1 11 16,2 7-16,2 6 15,2 10 1,5 6-16,3 7 0,6 7 16,5 1-16,2-2 15,2-7-15,1-7 16,0-12-16,0-11 15,0-9-15,-1-10 16,-1-9-16,0-5 16,0-1-16,1 5 15,1 5-15,-2 7 16,3 6-16,2 6 16,0 6-16,2 5 15,-1 6-15,4 9 16,-2 3-16,-2 5 15,-8 7-15,-3 4 16,-4 6-16,-6 6 16,-6 10-16,-6 9 15,-1 7-15,-1 7 16,2 1 0,1-3-16,-4-10 0,-1-18 15,0-27-15,6-11 16</inkml:trace>
  <inkml:trace contextRef="#ctx0" brushRef="#br1" timeOffset="39037.92">9264 9302 0,'0'0'16,"0"0"-16,8 34 15,6 26-15,1 20 16,3 18-16,1 16 16,5 14-16,4 10 15,0 8-15,5 9 16,-1 3-16,-1 6 16,-3 1-16,4-6 15,-2-10 1,-3-12-16,1-15 15,-4-21-15,-10-24 16,-8-25-16</inkml:trace>
  <inkml:trace contextRef="#ctx0" brushRef="#br1" timeOffset="40185.79">9441 9250 0,'-70'-11'0,"-29"-1"15,-6 9-15,3 12 16,2 11-16,-1 10 16,-6 7-16,-5 6 15,-8 6 1,-3 4-16,-8 4 16,-5 2-16,-4 5 15,-6 1-15,-2 1 16,-7 3-16,-1 1 15,-2 1-15,-4-1 16,0-3-16,-2-3 16,-2-1-16,1-1 15,0 0-15,1 0 16,2 1-16,3 2 16,6 0-16,2 1 15,7-2 1,5-2-16,6-2 15,4-6 1,5-4-16,5-4 0,11-4 16,3-6-16,7-3 15,6-6-15,5-2 16,8-5-16,7-4 16,7-2-16,8-5 15,7 0-15,5-1 16,7-1-16,6 1 15,6 4-15,6 4 16,6 8-16,6 3 16,3 15-16,5 8 15,7 14-15,6 14 16,4 21-16,3 10 16,12 18-16,2 12 15,-2 9-15,-8 8 16,2 3-16,1-2 15,1-5-15,2-7 16,0-5 0,2-10-16,4-8 15,-2-14-15,-2-10 0,-2-12 16,4-13-16,0-12 16,0-12-16,2-10 15,2-10 1,3-7-16,3-8 15,4-7-15,4-8 16,1-7-16,6-5 16,5-6-16,5-8 15,4-1-15,7-3 16,9 0-16,8-2 16,4-2-16,10-2 15,4-5-15,10-1 16,10-4-16,7-4 15,8-2-15,4-3 16,8-5 0,3-1-16,12-6 0,7-2 15,7-9-15,5-2 16,7-5-16,8-4 16,4-3-1,5-3-15,4-5 16,6-4-16,3-1 15,0-2-15,-2-1 16,-1 0-16,-8 3 16,-14 6-16,-50 23 15</inkml:trace>
  <inkml:trace contextRef="#ctx0" brushRef="#br1" timeOffset="122552.98">8344 3846 0,'-43'-18'0,"-20"-10"0,1 2 16,5 2-16,6 1 15,2 4-15,1 4 16,4 3-16,-1 5 16,2 4-16,-6 6 15,1 3-15,0 4 16,-3 3-16,4 3 16,0 6-16,-1 2 15,3 3-15,3 2 16,0 3-16,-2 2 15,4 1 1,4 3-16,2 4 16,3-1-16,6 5 15,2 0-15,2 2 16,4 1-16,3 1 16,5 2-16,6 0 15,5 0-15,2-2 16,6 1-16,6-2 15,5 1-15,5-3 16,5-1 0,5-1-16,6-2 0,5-3 15,4-4 1,6-3-16,4-3 16,3-6-16,6-5 15,5-1-15,3-6 16,1-4-16,4-3 15,4-2-15,1-6 16,2-2-16,0-4 16,2-6-16,-2-4 15,-4-1 1,-4-5-16,2-4 16,-4-3-16,-5-2 15,-5-4-15,-4-2 16,-7-4-1,-7-4-15,-3-4 0,-7-2 16,-7-3-16,-5-2 16,-7 2-16,-7-2 15,-9-1-15,-9 4 16,-6 1-16,-7 3 16,-6 3-16,-9 7 15,-1 4 1,-8 4-16,-3 7 15,-3 3-15,0 5 16,-1 6-16,-10-3 16,-11-2-16,11 4 15</inkml:trace>
  <inkml:trace contextRef="#ctx0" brushRef="#br1" timeOffset="123969.91">8142 4706 0,'14'-1'15,"2"-1"-15,-5-4 16,-4-1-16,-3 0 15,-4 0-15,-2 1 16,-3 3-16,-2 3 16,-2 0-1,0 0-15,-1 2 0,-1 0 16,1 1-16,-3 1 16,-3 0-16,-3 0 15,-2 2-15,0 0 16,-1 3-16,-3 0 15,1 2-15,-4 1 16,-4 1 0,-3 1-16,0-1 15,-3 3-15,2 3 0,-2-1 16,-2 3 0,-1 3-16,-1 3 15,-2 2-15,1 2 16,-2 2-16,-3 2 15,2 3-15,0 2 16,0 1-16,-2 2 16,2 3-16,-1 0 15,2 4 1,-1 2-16,0 0 16,1 2-16,1 4 15,1 3-15,-1 0 16,1 0-16,0 1 15,1 0-15,4 3 16,0 0-16,-1 3 16,3-1-16,-1 4 15,0 2-15,0-1 16,-2 0 0,4 1-16,3 0 15,-1 3-15,1-1 16,1 0-16,-3 2 15,2 0-15,0-2 16,2 1-16,1-1 16,-2 0-16,6-2 15,0 0-15,-1-3 16,0-2-16,1-1 16,3 1-16,1-4 15,2-2-15,3-4 16,0-3-16,2-1 15,2-2 1,2-5-16,1-2 16,1-4-16,1-5 15,1-5-15,0-3 16,1-4-16,0-5 16,3-3-16,-1-4 15,0-4-15,3-8 16,-6 6-16,6-6 15,0 0-15,0 0 16,-7 1-16,2-3 16,0-5-16,0-3 15,2 0-15,-1 0 16,3 0-16,-1 0 0,-1-1 16,-1 2-16,1 1 15,3 8-15,0 0 16,0 0-16,0 0 15,-3 1-15,2 7 16,-2 6-16,5 0 16,4-1-16,3-7 15,0-15-15,-5-23 16,-3-2-16</inkml:trace>
  <inkml:trace contextRef="#ctx0" brushRef="#br1" timeOffset="126238.5">6465 9580 0,'0'0'0,"11"-36"16,19-31-16,8-27 15,-6 12-15</inkml:trace>
  <inkml:trace contextRef="#ctx0" brushRef="#br1" timeOffset="130270.33">10135 12085 0,'0'0'0,"0"0"15,-14 8-15,-4 3 16,2 3-16,4 7 16,4 8-16,1 4 15,2 7-15,2 7 16,3 7-16,2 7 15,2 5-15,2 10 16,-1 6-16,1 10 16,-1 5-16,-3 6 15,1 1-15,-1-1 16,-2-5 0,-4-2-16,0-7 15,-1-7-15,0-4 16,2-7-16,3-5 15,0-10-15,0-10 16,1-8-16,3-5 16,3-9-1,2-4-15,4-6 0,3-2 16,0-3-16,5 0 16,3-2-16,5-2 15,4-2-15,5-2 16,5-1-16,5-2 15,6 2-15,7 2 16,5 1-16,5 0 16,3-1-16,5 2 15,3 1-15,1 0 16,10 1-16,4-2 16,2-2-16,2-1 15,3-2-15,3-2 16,2 0-16,3-3 15,2 0-15,-2-2 16,-1 0-16,-2 0 16,-2 0-16,-4 3 31,-9-1-31,-4 2 0,-2 0 16,-6-1-16,-7 0 15,-6 0-15,-6 1 16,-4-1-16,-9-3 15,-5-2-15,-11-7 16,-5-4-16,-7-5 16,-4-4-16,-6-5 15,-4-8-15,-5-11 16,-1-13-16,-4-12 16,-3-11-16,-1-10 15,-3-5-15,1-2 16,2-6-1,2 3-15,2 2 0,1 4 16,0 5 0,3 4-16,-2 5 0,-1 4 15,0 7 1,-3 9-16,-1 7 16,-5 11-1,-3 8-15,-7 8 0,-2 5 16,-7 5-16,-2 1 15,-5 4-15,-6 1 16,-5 0-16,-4 3 16,-6 1-16,-8 5 15,-4 1-15,-3 4 16,-4 2-16,-7 1 16,-7 2-16,-3 1 15,-3 3-15,-1 1 16,-6 2-16,-3 0 15,-1 3 1,-5 2-16,1 1 16,-2 2-16,-2 2 15,-1 5-15,2 1 16,1 4-16,0 2 16,4 3-16,5 1 15,4 5 1,8-1-16,3 0 0,-1-4 15,18-8-15</inkml:trace>
  <inkml:trace contextRef="#ctx0" brushRef="#br1" timeOffset="131618.37">11989 12175 0,'8'-24'0,"7"-20"15,2-12 1,-1-11-16,6-12 16,1-12-16,0-11 15,2-13-15,5-13 16,3-16-16,7-12 16,2-11-16,5-10 15,5-8-15,3-9 16,5-7-16,9-7 15,8-4-15,8-7 16,4-7-16,6-5 16,7-4-1,8-1-15,5-1 16,8 3 0,8 0-16,-2 3 0,14 8 15,2 7-15,3 10 16,-2 10-16,-5 13 15,-4 11-15,-5 14 16,-6 17-16,-9 12 16,-14 18-16,-12 16 15,-8 13 1,-13 14-16,-8 12 16,-10 8-16,-12 2 15,-19 10-15,-11 10 16</inkml:trace>
  <inkml:trace contextRef="#ctx0" brushRef="#br1" timeOffset="133570.18">15319 5532 0,'6'-17'15,"7"-7"-15,11 1 16,7 4-16,5 5 16,6 8-16,2 13 15,-1 9-15,-1 15 31,-2 13-31,-7 15 0,-6 13 0,-5 5 16,-6-7-16,-8-9 16,-6-5-16,-9-7 15,-7-6-15,-3-11 16,0-11-16,-2-11 16,2-13-16,7-17 15,7-16-15,7-15 16,6-16-1,5-7-15,3-5 0,3 2 16,5 9-16,5 12 16,0 14-1,3 14-15,1 16 16,-1 15-16,-1 20 16,0 22-16,-6 16 15,-2 11-15,-2-11 16,-1-22-16,1-17 15,-1-15 1,-4-11-16,-2-6 0,-4-10 16,1-3-16,-2-11 15,-4-4-15,-5-5 16,1-3-16,-7 1 16,-4 4-16,-5 11 15,-4 16-15,-3 15 16,1 20-16,-2 17 15,2 15-15,4 16 16,5 10-16,5-3 16,9-11-1,7-16-15,7-18 0,7-15 16,5-13 0,2-13-16,1-12 15,-1-12-15,0-5 0,-3-4 16,-7-1-1,-5-3-15,-5 2 16,-2 6 0,-3 11-16,-2 15 0,-1 13 15,2 15-15,-2 11 0,3 11 16,-3 11 0,2 0-16,0-6 15,2-9-15,2-9 16,-1-9-16,2-9 15,1-9-15,3-12 16,-1-9-16,0-9 16,-1-8-16,1-4 15,-2 2-15,0 7 16,2 13-16,-2 12 16,-3 15-16,0 11 15,2 12-15,1 6 16,-1 5-16,3-5 15,-1-5-15,-2-9 16,3-7-16,0-7 16,0-10-1,1-9-15,0-9 0,2-8 16,-6-5-16,0-5 16,-3-2-16,-3 6 15,1 7-15,-3 14 16,-3 16-16,5 5 15,1 21-15,0 17 16,0 5-16,2-2 16,2-8-16,2-13 15,3-10-15,4-12 16,-1-12-16,3-12 16,-2-5-16,2-8 15,-4-4 1,-4-4-16,-2 0 0,0 8 15,-3 9 1,-1 14-16,0 15 16,-1 16-16,1 14 0,-3 10 15,2 1-15,2-5 16,2-9-16,0-7 16,0-7-16,1-7 15,2-7-15,-6-6 16,-5-6-16,-3-3 15,-4-3-15,-4-3 16,-6-9-16,1-4 16,4-3-16,2 2 15,2 2-15,5 3 16,6 4-16,6 4 16,3 5-16,6 7 15,6 9-15,4 9 16,1 14-1,0 11-15,-3 10 0,-1 2 16,-3-2-16,-3-6 16,-4-9-16,-3-10 15,-5-7-15,-9-14 16,0 0-16,4-3 16,-2-16-16,1-15 15,0-17-15,5-7 16,2-5-16,5-1 15,5 13-15,2 12 16,-1 18-16,-1 14 16,-1 10-16,0 12 15,-4 11-15,-1 3 16,-2 0-16,-1-5 16,-2-2-16,-1-6 15,-1-6-15,2-5 16,3-6-16,-1-7 15,-1-4-15,-1-10 16,1-7-16,-4-5 16,-4-2-16,-3 3 15,-4 8-15,-6 8 16,0 11-16,-3 15 16,1 16-16,-1 13 15,2 12-15,4 6 16,8 3-16,10-3 15,9-8-15,12-10 16,9-14-16,8-17 16,-2-14-16,1-1 15,-11 1-15</inkml:trace>
  <inkml:trace contextRef="#ctx0" brushRef="#br1" timeOffset="134019">18302 5203 0,'6'-19'0,"9"-7"16,11 2-16,7 9 16,2 10-1,-1 12-15,-4 14 0,-11 10 0,-10 11 16,-10 12 0,-11 8-16,-8 6 15,-6-4-15,-5-7 16,-5-9-16,2-13 15,6-12-15,6-10 16,9-12-16,8-10 16,11-12-16,8-5 0,10-1 15,10 2 1,10 2-16,7 9 16,3 9-16,0 9 15,-3 6-15,-2 8 16,-5 2-16,-9 0 15,-10-3-15</inkml:trace>
  <inkml:trace contextRef="#ctx0" brushRef="#br1" timeOffset="134419.09">18819 5022 0,'-38'-58'0,"-18"-22"16,-1 3-16,1 16 31,-2 21-31,-4 19 0,-3 21 0,-3 20 16,-3 20-16,-4 23 15,4 26-15,2 27 16,14 26-16,19 19 15,20-2 1,22-21-16,15-32 16,12-32-16,12-26 0,9-23 15,10-18 1,3-18-16,4-15 16,4-11-16,-5-12 15,-2-10-15,-7-12 16,-8-12-16,-9-5 15,-13 4-15,-16 5 16,-22 11-16,-7 19 16</inkml:trace>
  <inkml:trace contextRef="#ctx0" brushRef="#br1" timeOffset="135236.19">13408 6236 0,'-51'-32'0,"-20"-13"16,-1 3-16,2 7 15,-2 12-15,0 16 16,-7 15-16,-2 10 16,-1 13-1,-1 9-15,-2 10 16,3 10-16,4 10 15,4 11-15,4 9 16,7 13-16,8 8 16,7 12-16,9 8 15,15 9-15,19 11 16,9 7-16,23 4 16,20-9-16,16-21 15,12-30-15,9-31 16,8-26-1,5-23-15,3-18 16,7-14-16,2-15 16,-2-12-16,-1-14 15,-4-11-15,-8-12 16,-6-13-16,-14-12 16,-16-12-16,-10-7 15,-13-6-15,-16-3 16,-14 1-16,-10 10 15,-12 9-15,-6 8 16,-8 8-16,-3 10 16,-4 14-1,-2 13-15,-1 14 16,4 12-16,0 12 16,-2 10-16,8 5 15</inkml:trace>
  <inkml:trace contextRef="#ctx0" brushRef="#br1" timeOffset="137118.83">20232 4305 0,'-12'-9'0,"-6"-2"15,1 0-15,3 3 16,4-1 0,2 2-16,1 2 0,1-3 0,3 1 15,-1 0-15,-1-3 16,0-2-1,2-3-15,-2-4 16,0 0-16,-3 2 0,-3-1 16,-2 2-1,-2 5-15,-1 1 16,0 7-16,1 7 16,0 15-16,-1 10 0,-4 16 15,4 18 1,-1 17-16,5 14 0,5 5 15,9-8-15,8-19 16,9-21 0,3-21-16,7-17 15,1-14-15,-1-13 16,-3-10-16,-4-10 16,0-8-16,-2-6 15,-4-2 1,-1-6-16,-5 0 0,-5 1 15,-3 6-15,-2 13 16,-1 15-16,1 21 16,-2 2-16,-3 22 15,0 18-15,2 13 16,3 10-16,5 7 16,5-1-16,1-11 15,-4-17-15</inkml:trace>
  <inkml:trace contextRef="#ctx0" brushRef="#br1" timeOffset="137518.9">20345 4584 0,'13'-13'16,"4"1"-16,4 5 15,-1 9-15,-1 12 16,-2 9-16,-7 7 15,-4 5-15,-7 5 16,-4-2-16,-3 0 16,-2-8-16,-1-11 31,2-13-31,5-9 0,3-9 0,5-7 16,4-4-16,5-2 15,4 3-15,4 5 16,6 9-1,1 10-15,0 6 0,-4 8 16,-9 8-16,-9 6 16,-8 1-16,-9 3 15,-10 4 1,-5 0-16,-5 2 16,-1-5-16,2-12 15,-1-9-15,4-14 16,7-17-16,8-11 15,5 2-15</inkml:trace>
  <inkml:trace contextRef="#ctx0" brushRef="#br1" timeOffset="137685.7">20723 4616 0,'11'49'16,"0"24"-16,-6 5 15,-4-7-15,-1-15 16,-1-16 0,2-20-16,1-12 0</inkml:trace>
  <inkml:trace contextRef="#ctx0" brushRef="#br1" timeOffset="138136.55">21316 4318 0,'-2'-26'15,"-3"-12"-15,-2-3 16,-3 6-16,-4 5 16,-2 8-16,-2 13 15,-4 11-15,-1 14 16,-4 19-16,2 17 15,2 14-15,6 13 16,7 1-16,7-13 16,8-17-1,9-16-15,9-15 16,3-16-16,4-12 0,2-13 16,1-6-1,-1-5-15,-5-4 0,-5-1 31,-9-4-31,-4 4 0,-5 7 0,0 8 16,-2 12-16,-2 15 16,1 15-16,-1 13 15,0 11-15,3 9 16,-2 10 0,2-3-16,2-8 15,0-13-15,2-15 16,3-18-16,-2-7 15</inkml:trace>
  <inkml:trace contextRef="#ctx0" brushRef="#br1" timeOffset="138439.51">21519 4479 0,'0'0'0,"0"0"16,6 27-1,2 15-15,0 10 16,2-1-16,0-9 15,1-11-15,1-11 16,3-14-16,1-8 16,-1-9-16,0-7 15,2-6-15,-4-8 32,-3-2-32,-3-1 0,-2 4 0,-3 9 15,-2 9-15,0 13 16,1 5-16,1 15 15,-1 11-15,2 9 16,-2 5-16,3 0 16,0-4-16,1-7 15,0-11-15</inkml:trace>
  <inkml:trace contextRef="#ctx0" brushRef="#br1" timeOffset="138736.75">21947 4499 0,'24'-4'0,"14"-2"16,5-1-16,4-2 15,0 1-15,2-2 16,2 0-16,2 0 15,2 2-15,-3-1 16,-4 1-16,-2 0 16,-4 6-16,-6-1 15,-2-3-15,-5 1 16,-6-3-16,-2 0 16,-6 1-16</inkml:trace>
  <inkml:trace contextRef="#ctx0" brushRef="#br1" timeOffset="139219.23">23013 4209 0,'3'-17'0,"1"-12"16,-2-4-16,-6-1 15,-2-4-15,-6 3 16,0 0-16,0 3 16,-3 2-16,-3 11 15,1 10-15,-5 14 16,-1 19-16,-1 18 16,3 19-16,2 19 15,6 11-15,4-8 16,4-15-16,5-18 15,5-17 1,6-12-16,6-11 0,3-13 16,4-9-16,1-9 15,-1-8-15,-3-4 16,-1-1-16,-5-2 16,-4-2-16,-5 2 15,-3 4-15,0 8 16,0 10-16,-3 14 0,1 5 15,-1 19-15,0 11 16,2 7-16,-1 6 16,4 5-16,3 0 15,1-5-15,0-5 16,-1-11-16</inkml:trace>
  <inkml:trace contextRef="#ctx0" brushRef="#br1" timeOffset="139919.19">23215 4434 0,'0'0'15,"0"0"-15,-14 5 16,-7 6-1,4 6-15,5 4 0,4 1 16,5 1-16,4-4 16,5-4-16,4-5 15,7-3-15,6-5 16,3-3-16,2-1 16,2-2-16,-1 2 15,1 3-15,-4 2 16,-5 5-16,-9 6 15,-10 5-15,-6 2 16,-9 2-16,-10 2 16,-7 2-16,-6-3 15,-4-3-15,0-6 16,1-8-16,6-11 16,6-11-16,10-11 15,10-6-15,9-5 16,12-2-16,7 2 15,4 6-15,6 2 32,1 4-32,-2 6 0,-1 6 0,-2 7 15,0 6-15,-7 9 16,0 7-16,-2 6 16,-1 3-16,0 1 15,-1-3-15,0-6 16,1-6-16,-2-7 15,1-7-15,-2-4 16,-1-9-16,-6-4 16,-3-3-16,-4-2 15,-5-4-15,-6-2 16,-4-2-16,-5 4 16,-1 6-16,-1 5 15,1 8-15,1 5 16,5-1-16,6-3 15,4-4-15,3 1 16,2 4-16</inkml:trace>
  <inkml:trace contextRef="#ctx0" brushRef="#br1" timeOffset="140172.34">23612 3699 0,'0'0'16,"0"0"-16,0 0 15,2 27-15,2 22 16,3 17-16,4 19 16,3 16-16,-3 16 15,2 16-15,1 4 16,-2-4-1,-1-17-15,-1-26 16,-1-23-16,-3-23 16,-1-14-16</inkml:trace>
  <inkml:trace contextRef="#ctx0" brushRef="#br1" timeOffset="141071.26">23574 3544 0,'-55'-11'0,"-31"-1"16,-13 7-16,-9 5 15,-8 7-15,-7 5 16,-5 3-16,-8 5 16,-11 4-16,-6 8 15,-6-2 1,0-4-16,-3 3 0,-2-1 16,1-4-1,-3 0-15,-3 1 16,2-1-16,2-2 15,8-1-15,12-6 16,7-5-16,6-1 16,8-6-16,9 1 15,9-2-15,6-1 16,10-1-16,11-2 16,10 1-16,9-2 15,11 0-15,9 0 16,9 0-1,10 3-15,8 2 0,5 5 16,5 7-16,4 6 16,6 8-16,2 10 15,6 11-15,0 16 16,7 17 0,-2 11-16,0 9 0,1 1 15,2-6-15,-3-8 16,1-10-16,0-10 15,2-8-15,0-7 16,4-12-16,1-7 16,8-6-16,4-8 15,5-4 1,7-5-16,5-2 16,9-4-16,6-2 15,8-2-15,8-3 16,7-3-16,7-3 15,9-3-15,9-4 16,2-1-16,6-2 16,7-3-16,7-2 15,5 3-15,4-4 16,4-1 0,4-1-16,0-1 0,2 0 15,0 1 1,-2 0-16,-8 2 15,-7 0-15,-6 4 16,-11 1-16,-11 0 16,-15 2-16,-17-2 15,-21-103-15,-20-17 16</inkml:trace>
  <inkml:trace contextRef="#ctx0" brushRef="#br1" timeOffset="141619.83">21682 5197 0,'0'0'0,"0"0"16,0 0-16,0 0 15,3 34 1,0 24-16,3 16 0,3 6 15,4 2 1,2-8-16,2-15 0,1-17 16,3-18-16,3-19 15,1-16 1,1-15 0,1-12-16,-1-6 0,-2-5 15,-3-2-15,-6 0 16,-4 1-16,-7 4 15,-4 11-15,-1 10 16,-1 14-16,-1 15 16,0 15-16,0 18 15,0 18-15,6 12 16,0 12-16,3 7 16,6 4-16,6-1 15,2-10-15,-6-19 16</inkml:trace>
  <inkml:trace contextRef="#ctx0" brushRef="#br1" timeOffset="142519.04">22344 5596 0,'-4'-40'0,"-6"-22"15,-1-2-15,-6 6 0,0 11 16,-2 10-16,-6 10 16,3 8-16,-5 10 15,3 9 1,1 9-16,4 8 16,6 7-16,6 6 15,9 0-15,10 0 0,8-5 16,8-2-16,9-1 15,5 2-15,2 1 16,3 5 0,-1 6-16,-8 5 15,-13 2-15,-14 0 16,-14-2-16,-16-4 16,-9-4-16,-9-3 15,-1-6-15,-3-8 16,0-11-16,9-10 15,5-13-15,9-12 16,5-10-16,12-11 16,12-8-16,8-5 15,7-9-15,5-5 16,1 3-16,0 3 16,-6 4-16,-6 4 15,-9 4-15,-9 8 16,-12 5-16,-12 7 15,-7 7-15,-11 7 16,-6 10-16,-6 10 16,-7 10-16,-4 10 15,-4 10-15,-2 10 16,2 9-16,3 11 16,5 9-16,9 10 15,7 8-15,8 9 16,16 6-16,12 7 15,13 13-15,15 7 16,14 3-16,12-7 16,12-20-16,8-20 15,4-22 1,7-23-16,-1-17 16,0-18-16,2-15 15,-1-12-15,-8-11 0,-7-10 16,-5-10-1,-5-9-15,-10-13 16,-8-9-16,-9-12 16,-9-7-16,-14-4 15,-11 6-15,-13 4 16,-15 5-16,-20 12 16,-20 16-16,-17 14 15,-19 17-15,-21 10 16,-12 18-16,26 10 15</inkml:trace>
  <inkml:trace contextRef="#ctx0" brushRef="#br3" timeOffset="150785.4">20793 5028 0,'0'0'16,"2"-14"-16,2-5 16,-1 1-16,-1 8 15,-2 10-15,0 0 16,2 3-16,1 10 16,1 11-16,-2 8 15,3 11-15,5 11 16,4 4-16,7 9 15,8 3-15,3 1 16,7-3-16,5 0 16,6-3-16,5-1 31,5-4-31,3-1 0,3 0 16,0-6-16,-2-3 0,-5-3 15,-4-3-15,-7-1 16,-9-7-16,-9-3 15,-9-6-15,-8-5 16,-5-6-16</inkml:trace>
  <inkml:trace contextRef="#ctx0" brushRef="#br3" timeOffset="152138.73">21594 6462 0,'-17'-12'0,"-8"-12"16,3-5-16,9-5 16,8-1-16,9-1 15,7 2-15,9 4 16,4 9-16,1 8 15,4 14-15,0 17 16,-5 16-16,-1 14 16,-6 13-1,-4 8-15,-2 5 0,-4-4 16,-6-4 0,-1-12-16,-3-14 15,0-15-15,-2-14 0,-1-10 16,-1-11-1,1-13-15,-1-12 16,1-10-16,1-5 16,-2-6-16,4-3 15,3 2-15,5 9 16,6 13-16,3 13 16,6 14-16,2 15 15,1 11-15,3 12 16,0 8-16,3 10 15,-1 6-15,-3 0 16,-3-6-16,-6-8 16,-2-12-16,-2-9 15,-6-8-15,-6-11 16,7-3-16,-2-17 16,-2-9-16,-2-10 15,-1-7-15,2-5 16,0-1-16,2 4 15,2 11-15,2 13 16,-1 14-16,1 16 16,1 18-16,-2 14 15,1 11-15,5 8 16,-1 1-16,1-8 16,4-9-16,-1-11 15,2-14-15,3-11 16,0-11-16,1-11 15,1-11-15,-3-11 16,-3-7 0,-9-2-16,-5-2 0,-3 6 15,-1 13-15,0 14 16,-1 17-16,-1 19 16,0 12-16,1 8 15,2 4-15,2-1 16,3-4-16,3-7 15,6-10-15,3-9 16,4-9-16,1-9 16,-3-9-16,-1-9 15,-5-7-15,-5-5 16,-8-7-16,-5-1 16,-5 4-16,1 8 15,0 12-15,1 14 16,0 15-16,3 14 15,4 10-15,4 4 16,3 3-16,8 0 16,5-8-1,4-8-15,8-11 0,2-9 16,3-6-16,0-10 16,2-7-16,-6-5 15,-5-6-15,-5-3 16,-5 3-16,-4 8 15,-13 22-15,3 2 16,-5 18-16,-6 14 16,0 4-16,3 0 15,1-4-15,6-7 16,4-5-16,6-7 16,5-12-16,3-6 15,2-11-15,1-9 16,-4-6-16,-5-10 15,-9-9-15,-6-8 16,-9-10-16,-11-2 16,-8 3-1,-3 5-15,-1 15 0,2 16 16,0 12-16,-1 15 16,5 14-16,7 13 15,10 7-15,11-2 16,9-7-16,2-7 15</inkml:trace>
  <inkml:trace contextRef="#ctx0" brushRef="#br3" timeOffset="152669.88">23209 6003 0,'0'0'0,"0"0"15,0 0-15,-7 31 16,-7 19-16,-3 10 16,-2 3-16,0-2 15,0-7-15,0-10 16,2-13-16,2-12 16,1-11-16,1-10 15,4-9-15,5-3 31,4-4-31,5-1 0,7 2 0,5 8 16,4 11-16,5 10 16,2 9-16,3 7 15,1-1-15,0-2 16,4-5-16,0-8 16,-4-7-16,-2-9 15,-5-8 1,-4-7-16,-4-5 15,-8-3-15,-8-4 16,-2-5-16,-2-1 16,-3 5-16,1 8 0,0 11 15,2 13-15,3 16 16,1 15-16,3 17 16,-1 14-16,3 13 15,1 9 1,2 3-16,0-4 15,3-9-15,-3-21 16</inkml:trace>
  <inkml:trace contextRef="#ctx0" brushRef="#br3" timeOffset="152885.34">23669 6158 0,'-2'67'0,"-1"37"15,1 14-15,4-1 0,4-8 16,0-27-1</inkml:trace>
  <inkml:trace contextRef="#ctx0" brushRef="#br3" timeOffset="153505.81">23707 5777 0,'-67'-50'0,"-42"-19"16,-20 2-16,-6 11 15,-7 19-15,-3 16 16,-4 17-16,3 15 15,2 15-15,2 19 16,2 16-16,9 16 16,10 16-16,11 11 15,12 11-15,15 6 16,18 4-16,16 2 16,21-4-16,18-8 15,21-4-15,21-3 16,15-5-1,19-6-15,18-9 16,12-12-16,16-9 0,8-12 16,9-16-16,7-13 15,8-15-15,10-13 16,3-16 0,3-12-16,-4-14 15,-3-10-15,-4-11 16,-7-13-16,-10-13 15,-13-11-15,-16-9 16,-17-8-16,-22-10 16,-22-4-16,-26-4 15,-26 1-15,-29 4 16,-27 6-16,-34 10 16,-23 15-16,-18 20 15,-22 16-15,-19 24 16,34 17-16</inkml:trace>
  <inkml:trace contextRef="#ctx0" brushRef="#br3" timeOffset="165236.83">22811 7249 0,'0'0'16,"0"0"-16,0 0 16,2 26-16,3 17 15,1 15-15,1 8 16,2 7-16,5 2 16,6 0-16,1-3 15,2-5-15,-1-10 16,-1-11-16,0-8 15,3-11-15,-2-9 16,1-9-16,1-10 16,1-10-1,-2-10-15,1-11 0,-3-8 16,-2-10-16,-4 1 16,-4 0-16,-4 9 15,-4 11-15,-4 9 16,-2 9-16,3 11 15,-7 5-15,-2 14 16,1 13-16,-2 13 16,-2 13-16,0 9 15,5 6-15,3-4 16,8-11-16,5-11 16,7-12-16,0-10 15</inkml:trace>
  <inkml:trace contextRef="#ctx0" brushRef="#br3" timeOffset="166136.92">23637 7907 0,'7'-24'0,"3"-19"15,-7-8-15,-5-1 16,-10 2-16,-10 6 15,-7 7-15,-6 9 16,-6 10 0,0 8-16,1 7 0,6 5 15,7 7-15,10 7 16,11 7-16,12 4 16,16 7-16,11 7 15,9 7-15,7 7 16,-2 6-16,-8 0 15,-9-3-15,-13-4 16,-11-8-16,-9-9 16,-11-7-16,-10-9 15,-9-9-15,-3-8 16,-2-11-16,2-8 16,5-9-16,6-7 15,9-7-15,11-9 16,11-8-16,12-3 15,10-3 1,7 1-16,6 1 16,0 2-16,-3 0 15,-6-2-15,-9-1 16,-6-2-16,-10-5 16,-11 1-16,-8 2 0,-9 5 15,-10 2 1,-9 7-16,-10 9 15,-5 10-15,-4 11 16,-3 12-16,-2 11 16,0 14-16,-3 13 15,-7 18-15,0 15 16,2 17-16,3 14 16,9 9-16,8 5 15,10-1-15,16-1 16,18-4-16,17-7 15,19-6-15,15-8 16,18-6-16,14-7 16,12-11-1,9-12-15,7-11 0,5-14 16,1-14-16,-7-19 16,-10-18-16,-9-19 15,-10-19 1,-8-15-16,-12-14 15,-10-7-15,-14-2 16,-14-1-16,-19 1 16,-18 5-16,-16 3 15,-14 7-15,-13 12 16,-16 15-16,-10 18 16,-8 19-16,-6 22 15,-2 22-15,7 13 16,25 0-16</inkml:trace>
  <inkml:trace contextRef="#ctx0" brushRef="#br4" timeOffset="185620.07">21285 4751 0,'0'0'15,"-12"-3"-15,-2 3 16,4 9 0,5 8-16,2 13 0,5 11 15,5 8-15,4 9 16,3 4-16,3 10 15,3 8-15,4 6 16,1 9-16,6 7 16,4 5-16,6 7 15,3 6-15,3 5 16,15 15-16,-3 0 16,-7 4-16,9 0 15,18 7 1,1 8-16,-3 2 15,-3 4-15,-6 6 16,9 2-16,4 1 16,-3 1-16,-7 0 15,-10-2 1,-9 4-16,0 0 0,-5 1 16,-5 1-16,-7-3 15,-10-7-15,-5-5 16,-6-3-16,-9-3 15,0-4-15,-2-12 16,-5-10-16,-4-12 16,-3-11-16,-2-15 15,2-14-15,2-16 16,-3-12-16,0-13 16,3-11-16,2-12 15,5-16-15,-3 9 16</inkml:trace>
  <inkml:trace contextRef="#ctx0" brushRef="#br4" timeOffset="186585.49">22792 10929 0,'0'0'16,"9"-25"-16,5-18 15,-1-8-15,-4 3 16,-6 6 0,-5 14-16,-8 13 0,-12 18 15,-11 22-15,-10 18 16,-12 18-16,-7 17 15,1 6-15,7 4 16,10-4-16,12-9 16,19-11-16,16-13 15,14-12-15,11-14 16,10-15-16,4-12 16,5-15-16,0-11 15,0-16-15,-2-12 16,-4-7-16,-2 0 15,-6 3-15,-9 12 16,-10 12-16,-7 14 16,-10 13-16,-6 13 15,-10 12-15,-5 12 16,-3 11-16,0 10 16,0 9-1,4 3-15,7-2 0,10-3 16,7-9-16,7-9 15,5-12-15,2-12 16,1-11-16,2-10 16,-2-10-16,0-5 15,3-5-15,-6 5 16,-4 5-16,0 4 16,-1 3-16,2-1 15,5 0-15,7 2 16,2 3-16,3 7 15,-1 8-15,-4 8 16,-8 11-16,-9 7 16,-12 4-16,-10 4 15,-11-4-15,-6-2 16,-2-7-16,3-7 16,5-6-16,9-8 15,6-4 1,5-3-16,8-2 0,4-3 15,13-6-15,12-3 16,11 3-16,6 2 16,0 7-16,-1 9 15,-8 11-15,-12 9 16,-14 8-16,-18 4 16,-15 4-16,-14 1 15,-10-1-15,-10-5 16,-8-7-1,1-10-15,6-8 0,11-13 16,14-13-16,11-11 16,15-9-16,15-8 15,13-7-15,-1 7 16</inkml:trace>
  <inkml:trace contextRef="#ctx0" brushRef="#br4" timeOffset="186785.37">23171 11349 0,'0'0'16,"0"0"-16,0 0 0,0 0 15,0 0-15,21 6 16,16 3-16,15 0 15,8 0-15,1-3 16,-12-2-16</inkml:trace>
  <inkml:trace contextRef="#ctx0" brushRef="#br4" timeOffset="187003.65">23240 11484 0,'12'22'16,"19"3"-16,18-4 15,14-3-15,5-3 16,-15-3-16</inkml:trace>
  <inkml:trace contextRef="#ctx0" brushRef="#br4" timeOffset="187203.33">23227 11827 0,'24'15'15,"20"6"-15,14-4 16,8-6-16,0-4 16,-1-5-1,-12-1-15,-19-1 16</inkml:trace>
  <inkml:trace contextRef="#ctx0" brushRef="#br4" timeOffset="187918.83">24123 11620 0,'2'-47'16,"-5"-16"-16,-7 6 15,-11 18-15,-13 23 16,-14 23-16,-9 23 16,-6 18-16,1 11 15,8 5-15,14 0 16,14-3-1,17-7-15,15-7 16,9-13-16,9-10 0,3-12 16,1-10-1,0-10-15,2-10 0,2-10 16,-2-6-16,-1-3 16,-4 0-16,-5 9 15,-7 8-15,-5 10 16,-5 16-16,-3 15 15,-7 14 1,-4 8-16,-3 5 0,1 8 16,3-2-16,3-5 15,7-9-15,5-8 16,4-11-16,6-11 16,1-11-16,2-8 15,3-10-15,-1-5 16,0-1-1,-4 2-15,-2 5 0,-4 7 16,-3 8-16,-5 9 16,-4 10-16,-4 9 15,0 8-15,0 3 16,3 2-16,6-2 16,6-3-16,4-8 15,3-9-15,5-9 16,2-7-16,0-8 15,-2-9-15,0-8 16,1-6-16,0-2 16,-4 6-16,-6 9 15,-4 9-15,-5 11 16,-8 16-16,-6 14 16,-7 15-16,-2 17 15,-2 18-15,-3 13 16,2 9-16,1 3 15,8-4-15,6-7 16,4-12-16,1-22 16</inkml:trace>
  <inkml:trace contextRef="#ctx0" brushRef="#br4" timeOffset="188570.41">23240 12427 0,'14'-10'16,"4"-1"-16,-2 1 15,-5 1-15,-2 1 16,-3 2-16,-6 6 16,0 0-16,2 3 15,-8 11-15,-6 16 16,-9 14 0,-7 13-16,-5 14 0,1 12 15,-2 7-15,8 8 16,11 2-16,15-3 15,14-6-15,9-13 16,7-13-16,3-19 16,2-20-16,-9-13 15</inkml:trace>
  <inkml:trace contextRef="#ctx0" brushRef="#br4" timeOffset="190470.29">23492 12808 0,'2'-21'0,"5"-7"16,8 5-16,4 13 15,6 15-15,0 19 16,1 20-16,-7 18 16,-9 15-16,-8 6 15,-10-3-15,-6-9 16,-4-15-1,-5-12-15,1-12 16,3-12-16,4-11 16,2-14-16,2-12 15,7-15-15,5-11 16,8-13-16,7-5 16,4-2-16,7 6 15,1 10-15,0 14 16,-4 17-16,-5 17 15,-2 17-15,-7 17 16,-8 13-16,-8 11 16,-7 7-16,-3 2 15,1-4-15,2-8 16,3-14-16,3-12 16,1-12-16,6-18 15,3 2-15,6-15 16,3-13-16,7-10 15,2-8 1,4-4-16,5-4 16,2 5-16,0 10 0,-6 11 15,-5 13-15,-7 13 16,-10 16-16,-7 9 16,-7 12-16,-5 9 15,1 4-15,1-2 16,8-3-16,5-7 15,7-8-15,3-9 16,5-9-16,4-12 16,4-7-16,4-10 15,2-9-15,-1-6 16,0-1-16,-3 2 16,-4 8-16,-5 6 15,-16 17-15,7 0 16,-10 14-16,-7 8 15,-4 9 1,-1 2-16,6 3 0,5 0 16,4-2-16,4-3 0,3-4 15,3-5 1,3-6-16,2-10 16,0-6-16,0-11 15,-1-12-15,0-13 16,0-12-16,-5-10 15,-4-6-15,-6-2 16,-6 4-16,-4 8 16,-2 8-16,3 14 15,3 10-15,5 8 16,8 8-16,8 8 16,7 5-16,6 7 15,4 2-15,2 0 16,4-2-16,2-3 15,-2-2-15,-5-5 16,-7-4-16,-5-2 31,-6 1-31,-5 0 0,-9 1 0,0 0 16,0 0-16,0 0 0,6 4 16,1 9-1,-2 11-15,-2 10 16,-2 10-16,-3 10 15,-1 7-15,0 2 16,0-2-16,3-10 16,1-10-16,0-11 15,6-14-15,2-13 16,2-13-16,3-11 16,1-11-16,0-8 15,0-2-15,0 2 16,-3 6-16,-5 10 15,-3 11-15,-6 15 16,-6 14-16,-9 16 16,-8 12-16,-3 13 15,-3 9-15,1 8 16,4 2-16,6-5 16,9-8-16,9-12 15,10-13-15,9-12 16,9-13-16,6-10 15,5-10-15,5-9 16,2-8-16,1-6 16,-2-4-16,-6-4 15,-6 4-15,-11 0 16,-6 1-16,-2-5 16,-3-7-16,-2-7 15,-4-4 1,-4 0-16,-4 2 0,-8 7 15,-8 8 1,-4 9-16,-3 11 0,4 12 16,4 16-1,6 12 1,7 15-16,10 9 0,6 6 0,6 4 16,4 5-1,1 5-15,1 4 16,-3 3-16,-7-5 15,-7-8-15,-11-12 16,-10-12-16,-8-12 16,-4-13-16,-3-10 15,1-9-15,3-8 16,4-8-16,9-8 16,10-7-16,9-9 0,10-6 15,9-6 1,5-4-16,7 1 0,5 3 15,2 4 1,-1 2-16,-1 1 16,-5 5-16,-3 5 15,-7 10-15,-7 10 16,-4 9 0,-1 6-16,2 9 0,-1 8 0,1 10 15,2 15 1,-2 17-16,-4 19 15,-6 18-15,-5 15 16,-8 14-16,-13 5 16,-15-2-16,-13-11 15,-14-11-15,-17-14 0,-10-14 16,-8-53 0,17-16-16</inkml:trace>
  <inkml:trace contextRef="#ctx0" brushRef="#br4" timeOffset="192551.78">17154 12130 0,'7'16'16,"6"5"-16,5-8 15,7-12-15,6-14 16,4-13-16,1-13 16,-3-11-1,-3-12-15,-7-10 16,-11-7-16,-10 6 0,-11 11 16,-13 20-16,-12 20 15,-15 23-15,-13 23 16,-6 21-1,-2 18-15,1 14 16,7 6-16,12 4 16,14-5-16,21-5 15,22-8-15,16-11 16,13-12-16,8-18 16,3-14-16,5-13 15,-2-13-15,-4-15 16,-4-11-16,-2-9 15,-5-7-15,-9 1 16,-6 8-16,-9 13 16,-11 14-16,-8 16 31,-9 13-31,-3 14 0,-1 13 0,-1 10 16,2 10-16,3 8 15,6 0-15,4-2 16,7-8-16,5-14 15,5-12-15,7-15 16,3-15-16,3-12 16,0-10-16,-4-5 15,-1-4-15,-5 5 16,-5 7-16,-1 6 16,-1 3-16,1 1 15,4 1-15,8 3 16,5 4-16,1 6 15,-2 8-15,-1 9 16,-7 6-16,-7 8 16,-13 5-16,-11-1 15,-8-1-15,-11-4 16,-6-4 0,-1-5-16,6-6 0,9-6 15,8-7-15,19-7 16,0 0-16,2 0 0,15-7 15,12-3-15,12 3 16,3 3-16,-2 7 16,-6 7-16,-13 8 15,-11 8-15,-17 4 16,-14 3-16,-15-3 16,-10 1-1,-7-4-15,-3-8 16,3-6-16,8-12 15,9-10-15,13-15 16,16-17-16,6 4 16</inkml:trace>
  <inkml:trace contextRef="#ctx0" brushRef="#br4" timeOffset="192718.71">17621 12259 0,'13'17'16,"13"5"-16,18 4 16,13-3-1,7-2-15,9-4 0,1-8 16,-2-5-16,-17-4 16</inkml:trace>
  <inkml:trace contextRef="#ctx0" brushRef="#br4" timeOffset="193169.95">18491 12259 0,'0'0'0,"-12"-16"16,-11-11 0,-4-1-16,0 4 15,-2 11-15,-7 13 0,-5 18 16,-7 15-1,-2 13-15,0 10 16,7 5-16,6-2 16,13-2-16,12-4 15,13-7-15,11-12 16,9-10-16,6-9 16,2-13-16,3-13 15,1-13-15,-2-11 16,-1-8-1,-4-7-15,-4 4 0,-4 10 16,-6 11-16,-7 11 16,-6 12-16,-9 16 15,-5 16-15,-5 13 16,0 10-16,1 8 16,2 1-16,4-1 15,8-7-15,9-13 16,6-13-16,8-13 15,4-15-15,6-12 16,-5-3-16</inkml:trace>
  <inkml:trace contextRef="#ctx0" brushRef="#br4" timeOffset="193536.29">18460 12576 0,'0'0'16,"-16"30"-16,-8 22 15,0 6-15,6 3 16,6-4 0,9-8-16,5-9 0,7-10 15,4-10-15,5-8 16,4-9-16,1-10 16,-1-13-16,-2-10 15,-2-9-15,-2-5 16,-3 4-16,-3 8 15,-4 11 1,-2 11-16,-4 12 0,-5 17 16,-5 18-16,-4 16 15,-3 13-15,-2 10 16,2 5 0,2 5-16,1-6 15,3-9-15,4-14 16,9-18-16,10-18 15,7-29-15,-1-8 16</inkml:trace>
  <inkml:trace contextRef="#ctx0" brushRef="#br4" timeOffset="193802.79">18737 12504 0,'0'0'15,"0"0"-15,23 14 0,20 6 0,15 2 16,8-2-1,3-4-15,-4-2 16,-8-4-16,-16-4 16,-15-2-16</inkml:trace>
  <inkml:trace contextRef="#ctx0" brushRef="#br4" timeOffset="194003.39">18794 12711 0,'0'0'0,"18"12"16,19 4-16,16 0 16,15-3-16,7-1 15,6 2-15,-4-3 16,-18-4-16</inkml:trace>
  <inkml:trace contextRef="#ctx0" brushRef="#br4" timeOffset="194502.44">18750 12957 0,'0'0'0,"0"0"15,0 0-15,0 0 16,32 16-16,25 7 16,14-3-16,11 2 15,1-4 1,-17-5-16</inkml:trace>
  <inkml:trace contextRef="#ctx0" brushRef="#br4" timeOffset="194951.5">19658 12686 0,'-28'17'0,"-16"17"16,0 17-16,4 15 16,9 7-16,13 0 15,13-5-15,13-6 16,14-7-16,9-8 15,5-14-15,4-14 16,-2-14-16,0-15 16,-4-14-16,-3-17 15,-8-17-15,-4-14 16,-9-10 0,-13 1-16,-11 7 15,-15 13-15,-7 15 16,-2 15-16,-3 16 15,0 13-15,4 11 16,11 7 0,15 4-16,20 4 0,17 0 15,15 1-15,-4-5 16</inkml:trace>
  <inkml:trace contextRef="#ctx0" brushRef="#br4" timeOffset="195218.73">20131 12563 0,'-20'14'0,"-13"20"16,-8 21-16,-2 18 15,0 19-15,5 10 16,3 8-16,8 2 15,12-5-15,10-10 16,11-14-16,6-21 16,5-19-16,2-18 15,2-20-15,-2-16 16,0-13-16,-5 0 16</inkml:trace>
  <inkml:trace contextRef="#ctx0" brushRef="#br4" timeOffset="197236.98">20023 13163 0,'2'-40'16,"2"-11"-16,0 9 0,0 13 16,5 12-16,6 11 15,7 13-15,1 16 16,1 15-16,-6 14 16,-5 10-16,-1 9 15,-8-4-15,-7-7 16,-4-11-16,-2-14 15,2-12-15,2-9 16,5-14-16,-5-2 16,3-17-16,3-14 15,2-7-15,2-7 16,4-3-16,4 0 16,4 2-16,2 11 15,1 10-15,-2 13 16,-2 11-16,-1 17 15,-5 13-15,-7 13 32,-6 12-32,-7 7 0,-1 3 0,0-3 15,2-9-15,2-13 16,3-13-16,4-24 16,4 5-16,5-17 15,4-13 1,3-10-16,2-7 0,2-4 15,1-1 1,1 5-16,-3 10 16,-4 13-16,-3 9 0,-6 10 15,-4 11-15,-4 9 16,-4 9-16,-3 6 16,3 3-16,4 1 15,5-3-15,8-8 16,5-9-16,4-9 15,3-10-15,1-7 16,1-7-16,-2-6 16,-2-4-1,-1-3-15,0 1 16,-5 5-16,-5 7 16,-10 14-16,0 0 0,0 7 15,-7 15 1,-3 11-16,0 7 0,1 1 15,7 4-15,4-5 16,3-6-16,5-9 16,2-10-16,3-8 15,1-11-15,-3-11 16,0-10-16,4-9 16,1-9-16,0-2 15,-1 5 1,-5 9-16,-7 13 15,-8 12-15,-8 12 0,-8 12 16,0 6-16,-1 7 16,4 3-16,7 3 31,6-6-31,10-1 0,4-6 0,6-8 16,3-7-16,0-9 15,0-12-15,-2-11 16,-1-13-16,-2-14 15,-2-10-15,-1-8 16,-6-1 0,-7 3-16,-9 9 15,-10 12-15,-7 11 0,-4 12 16,-4 15 0,1 12-16,6 6 15,10 6-15,15 2 16,12 0-16,16-1 15,10-3-15,5-7 16,2-5-16,3-7 16,-1-7-1,-2-6-15,-4-1 0,-5-1 16,-4 0-16,-6 2 16,-8 6-16,-4 4 15,-9 13-15,-6 12 16,-8 14-16,-4 11 15,0 10-15,1 5 16,5 0-16,3-2 16,7-5-16,9-7 15,8-13 1,3-13-16,2-11 0,1-15 16,-2-17-16,0-13 15,-1-5-15,-1 0 16,-6 8-1,-6 9-15,-4 12 0,-6 12 16,-5 12 0,-5 13-16,-5 14 15,1 10-15,-3 11 0,3 9 16,2 4 0,5-3-16,5-1 15,9-7-15,9-11 16,10-12-16,7-13 15,5-13-15,3-12 16,1-8-16,2-12 16,2-7-16,-3-6 15,-5-3-15,-9 3 16,-6-1-16,-8-4 16,-5-6-16,-5-8 15,-5-5-15,-7 1 16,-1 3-16,-3 6 15,1 10-15,-1 10 16,1 8-16,4 7 16,3 8-16,1 10 15,3 9 1,6 9-16,4 9 16,7 6-16,3 6 0,3 1 15,6 1-15,-1 3 16,0 8-16,-3 4 15,-10-1-15,-8-4 16,-11-8-16,-8-12 16,-8-13-16,-4-12 15,-2-11-15,-2-15 16,3-13-16,1-11 16,4-9-16,10-9 15,9-6 1,13 0-16,10 1 15,12 2-15,8 7 16,4 5-16,3 1 16,-3 1-16,0 5 0,-6 4 15,-6 3 1,-6 6-16,-6 8 16,-4 5-16,-2 4 0,-1 4 15,1 5 1,2 10-16,3 10 0,2 18 15,-2 18 1,-3 15-16,-7 15 0,-5 12 16,-7 12-16,-6 14 15,-9 12-15,-15 3 16,-14-4-16,-11-3 16,10-100-16</inkml:trace>
  <inkml:trace contextRef="#ctx0" brushRef="#br4" timeOffset="199003.71">17337 12949 0,'0'0'0,"0"0"15,0 0-15,16 19 16,13 11-16,9 5 16,7-1-16,9 7 15,2 2 1,6 6-16,6 8 0,6 6 15,6 7-15,12 7 16,8 5-16,9 1 16,9 2-16,1-5 15,3 0-15,-5-10 16,2-6-16,1-10 16,3-5-16,2-8 15,2-9-15,-5-9 16,1-10-16,-5-10 15,-5-9-15,-7-5 16,-8-5-16,-6-6 16,-8-5-16,-5 1 15,-5-1 1,-3-3-16,-5 0 16,-2 0-16,-4 0 15,-1-3-15,-11 6 16</inkml:trace>
  <inkml:trace contextRef="#ctx0" brushRef="#br4" timeOffset="199785.44">21449 13182 0,'0'0'0,"0"0"0,0 0 16,0 0-16,-2 30 16,-2 24-16,-4 17 15,-5 13-15,-6 4 16,-2 2-16,0 3 15,-3 1 1,0-4-16,3-5 16,0-9-16,6-13 15,4-14-15,4-19 16,2-13-16,5-17 0,4-5 16,3-22-16,6-19 15,7-16 1,5-14-16,3-10 15,0-7-15,0 2 16,-5 6 0,-4 6-16,-7 8 0,-5 11 15,-3 14-15,-4 12 16,0 11-16,0 9 16,0 14-16,0 6 15,-1 19-15,-2 17 16,-3 17-16,-2 13 15,-2 11-15,1 5 16,2 2-16,2-2 16,0-5-16,1-8 0,2-10 15,0-15-15,0-13 16,0-13-16,2-24 16,0 0-16,0-7 15,2-22-15,3-18 16,1-13-16,1-11 15,1-7-15,2-6 16,-2-2 0,1-2-16,-1 9 0,-1 12 15,-1 12-15,-3 15 16,1 14-16,-4 11 16,0 15-16,-3 4 15,-4 18-15,0 17 16,1 13-16,8 10 15,9 4-15,10-3 16,-1-14-16</inkml:trace>
  <inkml:trace contextRef="#ctx0" brushRef="#br4" timeOffset="200803.78">24665 13266 0,'0'0'0,"7"26"16,-1 20-16,-6 11 16,-7 7-16,-4 8 15,-6 9-15,-4 8 16,-5 3-16,1 3 16,1-4-1,1-6-15,4-9 0,3-10 16,3-10-16,4-31 15,4-25-15,5 0 16,2 0 0,8 0-16,6-14 0,3-43 15,4-11-15,-1-12 16,0-9-16,-2-4 16,-4 0-16,-2 2 15,-3 6 1,-2 7-16,-2 9 15,-2 13-15,-3 15 16,0 15-16,0 13 16,-1 14-16,-1 16 15,-1 16-15,-1 18 16,-2 14-16,-2 10 16,1 9-16,-1 7 31,1 0-31,-3-4 0,-1-9 0,3-12 15,1-14-15,1-13 16,1-16-16,1-10 16,0-14-16,3-16 15,3-16-15,5-20 16,6-16-16,2-13 16,-1-10-16,-1-5 15,-2 3-15,-4 4 16,-3 3-16,-2 9 15,0 12 1,1 17-16,-1 16 0,0 12 16,-4 21-16,6 2 15,3 21-15,-1 21 16,-2 23-16,-4 17 16,0 20-1,-4 14-15,-8 7 16,-7-1-16,-7-11 15,-5-13-15,-1-13 16,1-29-16,-1-58 16,5 0-16</inkml:trace>
  <inkml:trace contextRef="#ctx0" brushRef="#br4" timeOffset="207017.65">8628 4616 0,'-15'32'0</inkml:trace>
  <inkml:trace contextRef="#ctx0" brushRef="#br4" timeOffset="209853.53">10110 4725 0,'18'-7'0,"12"-4"0,6 0 16,7 1-1,7 0-15,8 0 16,4 3-16,7 0 16,5 2-16,5 0 15,2 5-15,2-2 16,7 0 0,-17-2-16,-24 2 0</inkml:trace>
  <inkml:trace contextRef="#ctx0" brushRef="#br4" timeOffset="210536.34">10614 4589 0,'-21'-8'0,"-6"-1"15,6 1-15,6 8 16,5 6-16,4 7 16,5 7-16,1 7 0,0 8 15,3 6 1,3 7-16,7 3 15,1 6-15,2 4 16,8 1-16,7-3 16,4-4-16,10-4 15,4-7-15,2-5 16,10-6-16,5-4 16,7-5-16,3-6 15,4-3-15,2-1 31,-2-1-31,-2 0 0,-17-3 0,-22-3 16</inkml:trace>
  <inkml:trace contextRef="#ctx0" brushRef="#br4" timeOffset="211102.99">11850 4841 0,'-5'-21'0,"-1"-4"16,2 8-16,4 17 15,-3 1-15,3 19 16,3 11-16,1 13 15,2 4-15,1 6 16,2 8-16,0 4 16,1 0-16,3-2 15,1-3-15,3-5 16,2-9-16,3-8 16,0-11-16,2-11 15,0-15-15,-3-7 16,-1-13-16,0-6 15,-2-9-15,0-8 16,-1-8 0,-2-4-16,-1-6 0,1-2 15,-1 5-15,-4 6 16,-3 12-16,-5 14 16,-5 12-16,-4 12 15,-3 14-15,-4 18 16,-3 16-16,-2 17 15,2 12-15,2 11 16,2 9-16,1 10 16,5 9-16,3 3 15,8 2-15,5-4 16,2-7-16,-2-28 16</inkml:trace>
  <inkml:trace contextRef="#ctx0" brushRef="#br4" timeOffset="211385.56">12588 4757 0,'-29'69'0,"-8"43"0,-1 33 16,2 24-16,5 19 15,7 21-15,0 21 0,7-42 16</inkml:trace>
  <inkml:trace contextRef="#ctx0" brushRef="#br4" timeOffset="-214577.55">3979 6333 0,'-113'14'15,"-52"9"-15,-1 4 16,11 4-16,14 3 15,16 6-15,11 3 16,6 7-16,6 4 16,3 8-16,6 2 15,4 4-15,8 4 16,4 0-16,8 5 16,5 2-16,6 3 15,8 4-15,3 1 16,8 3-1,9 5-15,7 1 0,9-1 16,7-1 0,7-1-16,7-4 15,8-3-15,11-8 0,8-7 16,8-10-16,10-9 16,6-9-16,8-6 15,6-7-15,9-7 16,9-6-16,8-7 15,7-8 1,10-8-16,10-9 16,7-7-16,3-6 15,3-4-15,3-7 16,1-3-16,-2-6 16,1-6-16,-4-9 15,-7-6-15,-6-3 16,-9-5-16,-12-5 15,-12-2-15,-13-4 16,-13 0-16,-15-3 16,-13-3-1,-14-2-15,-14-1 16,-16-1-16,-9 2 0,-13-2 16,-12 2-16,-9 3 15,-9 4-15,-8 7 16,-12 7-1,-6 8-15,-10 10 0,-5 7 16,16 14 0</inkml:trace>
</inkml:ink>
</file>

<file path=ppt/ink/ink6.xml><?xml version="1.0" encoding="utf-8"?>
<inkml:ink xmlns:inkml="http://www.w3.org/2003/InkML">
  <inkml:definitions>
    <inkml:context xml:id="ctx0">
      <inkml:inkSource xml:id="inkSrc0">
        <inkml:traceFormat>
          <inkml:channel name="X" type="integer" max="32767" units="cm"/>
          <inkml:channel name="Y" type="integer" max="32767" units="cm"/>
          <inkml:channel name="T" type="integer" max="2.14748E9" units="dev"/>
        </inkml:traceFormat>
        <inkml:channelProperties>
          <inkml:channelProperty channel="X" name="resolution" value="375.81143" units="1/cm"/>
          <inkml:channelProperty channel="Y" name="resolution" value="655.20898" units="1/cm"/>
          <inkml:channelProperty channel="T" name="resolution" value="1" units="1/dev"/>
        </inkml:channelProperties>
      </inkml:inkSource>
      <inkml:timestamp xml:id="ts0" timeString="2021-06-24T07:19:18.631"/>
    </inkml:context>
    <inkml:brush xml:id="br0">
      <inkml:brushProperty name="width" value="0.05292" units="cm"/>
      <inkml:brushProperty name="height" value="0.05292" units="cm"/>
      <inkml:brushProperty name="color" value="#FFC000"/>
    </inkml:brush>
    <inkml:brush xml:id="br1">
      <inkml:brushProperty name="width" value="0.05292" units="cm"/>
      <inkml:brushProperty name="height" value="0.05292" units="cm"/>
      <inkml:brushProperty name="color" value="#FFFFFF"/>
    </inkml:brush>
    <inkml:brush xml:id="br2">
      <inkml:brushProperty name="width" value="0.05292" units="cm"/>
      <inkml:brushProperty name="height" value="0.05292" units="cm"/>
      <inkml:brushProperty name="color" value="#C00000"/>
    </inkml:brush>
    <inkml:brush xml:id="br3">
      <inkml:brushProperty name="width" value="0.05292" units="cm"/>
      <inkml:brushProperty name="height" value="0.05292" units="cm"/>
      <inkml:brushProperty name="color" value="#92D050"/>
    </inkml:brush>
    <inkml:brush xml:id="br4">
      <inkml:brushProperty name="width" value="0.05292" units="cm"/>
      <inkml:brushProperty name="height" value="0.05292" units="cm"/>
      <inkml:brushProperty name="color" value="#00B0F0"/>
    </inkml:brush>
    <inkml:brush xml:id="br5">
      <inkml:brushProperty name="width" value="0.05292" units="cm"/>
      <inkml:brushProperty name="height" value="0.05292" units="cm"/>
      <inkml:brushProperty name="color" value="#FFFF00"/>
    </inkml:brush>
    <inkml:brush xml:id="br6">
      <inkml:brushProperty name="width" value="0.05292" units="cm"/>
      <inkml:brushProperty name="height" value="0.05292" units="cm"/>
      <inkml:brushProperty name="color" value="#00B050"/>
    </inkml:brush>
  </inkml:definitions>
  <inkml:trace contextRef="#ctx0" brushRef="#br0">8779 3654 0,'-10'-16'16,"-2"-6"0,9-2-16,7-3 0,10-1 15,6 0-15,7-4 16,12-1-16,6-1 15,6 0-15,5 0 16,4 1-16,3 3 16,-2 4-16,-2 2 15,0 2-15,-2 4 16,-7-1-16,-6-1 16,-12 6-16</inkml:trace>
  <inkml:trace contextRef="#ctx0" brushRef="#br0" timeOffset="154.21">9933 2950 0,'0'0'16,"0"0"-16</inkml:trace>
  <inkml:trace contextRef="#ctx0" brushRef="#br0" timeOffset="651.25">9939 3369 0,'0'0'16,"14"-22"-16,10-13 15,4-7-15,0-3 16,-1 1 0,-6 0-16,-3-2 0,-2 2 15,-2 0-15,-5 3 16,-4 0-16,-1 4 15,-1 5 1,-4 5-16,-2 3 16,-1 7-16,-2 5 0,0 8 15,-2 4-15,4 7 16,-3 6-16,3 9 16,1 8-16,3 10 15,-1 11-15,1 10 16,-1 14-1,0 14-15,-1 18 16,-4 16-16,3 13 16,0 4-16,-1-5 15,3-9-15,2-17 16,1-21-16,-3-20 16,-3-19-16,-1-16 15</inkml:trace>
  <inkml:trace contextRef="#ctx0" brushRef="#br0" timeOffset="934.6">10034 3486 0,'4'-47'0,"7"-20"15,11 2-15,4 8 16,6 12-16,5 13 16,-2 13-16,2 13 15,-2 11-15,-7 13 16,-5 16-16,-5 14 16,-10 12-16,-6 16 15,-6 6-15,-7-7 16,-4-18-16,0-21 15,2-19-15,5-12 16</inkml:trace>
  <inkml:trace contextRef="#ctx0" brushRef="#br0" timeOffset="1351.25">10299 3291 0,'12'-26'0,"8"-15"16,5 0-16,6 7 15,2 8-15,5 8 16,-3 9 0,1 12-16,-3 13 0,-5 14 15,-6 17-15,-8 11 16,-8 1 0,-5-3-16,-5-9 15,-6-10-15,-2-7 0,0-7 16,-1-10-16,4-9 15,1-14-15,2-12 16,7-15 0,3-12-16,8-8 15,4-2-15,7 5 16,4 6-16,4 14 16,-1 7-16,2 10 15,-3 13-15,-1 8 16,0 14-16,-6 15 15,-3 15-15,-7 11 16,-7 2-16,-4-5 16,-2-18-16,-1-16 15,-1-13-15,-1-5 16</inkml:trace>
  <inkml:trace contextRef="#ctx0" brushRef="#br0" timeOffset="1534.17">10911 2975 0,'0'0'0,"0"0"15,0 0-15,0 0 16,0 0-16,0 0 16,0 0-16,8 26 15,2 11-15,-1 2 16,-3-9-16</inkml:trace>
  <inkml:trace contextRef="#ctx0" brushRef="#br0" timeOffset="1866.85">11005 3189 0,'0'0'15,"0"0"-15,12 13 16,1 11-16,-2 7 16,-4 7-16,-3 4 15,-1-2-15,1-3 16,-4-5-1,-1-5-15,-2-8 0,-3-5 16,-1-7-16,0-5 16,3-10-16,-1-11 15,3-9-15,2-9 16,5-6-16,7 0 16,1 5-16,2 8 15,0 11-15,2 11 16,3 11-1,2 9-15,-2 11 0,-1 16 16,-6 10 0,-2 7-16,-2-2 15,0-12-15,-1-17 0,1-15 16,0-14-16,0-4 16</inkml:trace>
  <inkml:trace contextRef="#ctx0" brushRef="#br0" timeOffset="2300.03">11554 3201 0,'0'0'0,"0"0"15,0 0-15,0 0 16,0 0-16,0 0 0,0 0 15,0 0-15,-13 22 16,-6 15 0,2 7-16,2 3 15,8-3-15,6-8 16,4-12-16,6-10 16,8-10-16,2-11 15,5-10-15,1-7 16,5-3-16,-2-4 15,-3-4-15,-1-4 16,-3 3-16,-3 5 16,-3 12-16,-1 9 15,-5 10-15,-4 14 16,-4 9-16,-1 5 16,3 3-16,4-3 15,5-6-15,5-10 16,5-12-16,-4-13 15,3-11-15,-6 1 16</inkml:trace>
  <inkml:trace contextRef="#ctx0" brushRef="#br0" timeOffset="2666.49">11862 2814 0,'0'0'0,"0"0"0,0 0 16,0 0-16,0 0 15,0 0-15,15 9 16,4 2-16,0 3 16,0 0-16,-3 5 15,-1 6-15,-2 10 16,-2 8-16,-3 14 15,-4 11 1,-4 13-16,-1 12 16,-2 10-16,1 8 15,-1-1-15,-2-5 16,2-12-16,0-12 16,1-13-1,0-13-15,-2-12 0,-3-17 16,2-12-16,-1-11 15,3-7-15</inkml:trace>
  <inkml:trace contextRef="#ctx0" brushRef="#br0" timeOffset="3602.45">12008 3479 0,'10'-88'0,"10"-34"16,8 11-16,0 23 16,2 22-16,1 20 15,-3 15-15,-2 14 16,-2 13-16,-1 13 16,-6 14-16,-4 15 15,-6 18-15,-10 11 16,-6 6-16,-3-3 15,0-4-15,-2-9 16,0-7-16,2-9 16,-1-8-16,2-8 15,4-8-15,7-17 16,0 0-16,2-1 16,3-14-16,6-10 15,0-6-15,5-6 16,-2-3-16,3 0 15,-3-2 1,2 1-16,0 3 0,-1 3 16,2 2-16,0 2 15,-2 2-15,-1 6 16,-4 2 0,-4 6-16,-4 4 15,2 0-15,0 2 0,-1 2 16,-2-1-1,-2-1-15,0-1 0,4 0 16,-2-1-16,-1 1 16,-1 1-1,0 1-15,0-1 0,1 1 16,2-1-16,0 1 16,-2-2-16,0 1 15,0 9-15,0 0 16,0 0-16,2 3 15,-3 10-15,-2 10 16,-2 9-16,0 10 16,-2 6-16,1 10 15,0 5-15,1 6 16,3-7-16,3-8 16,6-11-16,5-13 15,4-9-15,5-9 16,-2-6-16,2-9 15,-2-7-15,1-8 16,1-6-16,-3-10 16,-1-4-16,0-7 31,-6-4-31,-5-1 0,-4 3 0,-2 9 16,0 12-16,-2 10 15,2 16-15,-4 7 16,-1 14-16,2 12 15,1 6-15,2 5 16,6 2 0,4-2-16,8-2 15,3-9-15,3-15 16,-5-10-16</inkml:trace>
  <inkml:trace contextRef="#ctx0" brushRef="#br0" timeOffset="4267.28">13219 3143 0,'12'-37'15,"2"-15"-15,4-3 16,-2 4-16,-2 5 15,-3 4-15,-3 7 16,-1 5-16,-4 10 16,-2 7-16,-1 6 15,0 7-15,-2 6 16,-2 13-16,0 13 16,1 12-16,-4 12 15,2 11-15,2 8 16,1 0-16,0-6 15,4-9-15,2-11 16,-1-9 0,-4-6-16,-6-6 0,-5-5 15,-3-2-15,-7-6 16,-2-5-16,-5-5 16,-3-5-16,3-7 15,2-3-15,5-2 16,7 1-16,7 4 15,8 7-15,4-2 16,11 2-16,10 0 16,10 0-16,8-1 15,8-1 1,5-1-16,5 0 0,-1-2 16,-4-3-16,-12 0 15</inkml:trace>
  <inkml:trace contextRef="#ctx0" brushRef="#br0" timeOffset="4666.87">13793 3130 0,'19'-5'0,"17"-3"16,8 2-16,7 3 16,6 0-1,5 0-15,2-2 16,0 3-16,1-1 16,-6 0-16,-8-3 15,-6 1-15,-5-1 16,-10 1-16,-10 3 15,-8-2-15,-5-2 16,-8-4-16,-3 1 16,-7-4-16,-2 2 15,-1 2-15,-2 5 32,2 5-32,2 8 0,2 7 0,0 5 15,8 3-15,7-1 16,6-4-16,5-6 15,-2-6-15</inkml:trace>
  <inkml:trace contextRef="#ctx0" brushRef="#br0" timeOffset="5618.06">15193 2924 0,'-5'-32'0,"-1"-11"0,0 7 16,-4 9-16,-2 11 16,-5 9-16,-4 12 15,-3 8-15,-1 9 16,3 4-1,5 3-15,4 1 0,8 0 16,12-1-16,10 0 16,6 3-1,5 0-15,7 3 0,0-2 16,3-2-16,-1-3 16,-6-5-16,-6-2 15,-8-5-15,-10-2 16,-12-4-16,-7-1 15,-10-2 1,-10-1-16,-7 0 16,-3-6-16,-1-4 15,-3-6-15,0-8 16,5-6-16,4-3 16,6-4-16,7 2 15,6 3-15,8 6 16,7 7-16,7 6 15,5 7-15,5 7 16,4 7-16,3 10 16,3 5-16,4 4 15,4-3 1,6-7-16,2-8 16,2-5-16,1-5 0,1-7 15,-4-2-15,-1-5 16,-1-2-16,-2-2 15,-4-4-15,-3-4 16,-4-1-16,-5-5 16,-3-3-16,-3-7 15,-5-3-15,-4-6 16,-3 0-16,-3 2 16,-2 3-16,-2 6 15,-1 4 1,1 8-16,-4 9 15,2 4-15,-1 6 16,2 6-16,-2 10 0,-1 7 16,1 8-1,1 14-15,3 8 16,4 14-16,1 9 16,2 7-16,4 4 15,4 0-15,1-4 16,2-6-16,0-9 15,-2-7-15,-2-4 16,-4-7-16,-2-4 16,0-9-16,-2-11 15,-6-12-15,-4-14 16,1-4-16</inkml:trace>
  <inkml:trace contextRef="#ctx0" brushRef="#br0" timeOffset="6133.13">15439 3067 0,'23'-37'0,"13"-6"15,3 12-15,-3 21 16,-4 19-16,-8 16 15,-9 13-15,-10 14 16,-6 9-16,-4 3 16,-4-4-16,-1-15 15,2-14 1,5-15-16,3-16 0,-3-3 16,3-12-16,4-5 15,9-5-15,2-2 16,5-2-16,4-2 15,3-4-15,1-2 16,-3-1-16,-1-1 16,-2 2-16,-4 3 15,-7 2-15,-9 6 16,-4 6-16,-5 8 16,-5 8-16,-1 11 15,-2 8-15,1 10 16,2 10-16,0 8 15,5 4 1,6-2-16,7-2 16,8-9-16,9-10 0,8-11 15,7-11 1,7-7-16,-3-10 16,-4-4-16,-1-5 15,-8 4-15</inkml:trace>
  <inkml:trace contextRef="#ctx0" brushRef="#br0" timeOffset="6866.97">16220 2924 0,'-27'26'0,"-13"14"16,2 8-16,9 2 15,12-7 1,12-6-16,6-7 0,11-7 15,10-12 1,10-9-16,5-10 16,11-7-16,-1-4 15,-1-2-15,-5-1 16,-4-3-16,-6 1 16,-8-3-16,-7 0 15,-10-1 1,-6 2-16,-7 8 0,-5 6 15,-8 14-15,-4 9 16,-4 9-16,0 3 16,1-1-16,8-3 15,5-3-15,7-4 16,5-4-16,2-8 16,5 5-16,6-9 15,2-3-15,3-3 16,1 1-16,1 0 15,2 7-15,-2 6 16,-1 5-16,0 7 16,4 1-16,2 0 15,2-3-15,1-5 16,3-5-16,0-4 16,0-5-16,-1-5 15,2-4-15,-1-6 16,-6-2-1,-5-5-15,-8-5 0,-2-5 16,-5-6-16,0-7 16,-4-3-16,-1 2 15,-1 3-15,-1 9 16,1 11-16,-1 13 16,4 15-16,-3 4 15,-3 19-15,1 15 16,1 13-1,3 11-15,3 10 0,2 2 16,6-6-16,6-11 16,7-18-1,6-12-15,0-14 16,1-13-16,-2-8 16,-7-2-16</inkml:trace>
  <inkml:trace contextRef="#ctx0" brushRef="#br0" timeOffset="7367.19">16315 2846 0,'-3'-12'0,"-2"0"16,1 5-16,4 11 31,1 14-31,1 13 0,-2 14 0,1 8 16,1 10-16,1 1 15,1-4 1,-2-16-16,1-13 0</inkml:trace>
  <inkml:trace contextRef="#ctx0" brushRef="#br0" timeOffset="7579.5">16410 2582 0,'0'0'0,"0"0"16,0 0-16,0 0 16,14 13-16,0 3 15</inkml:trace>
  <inkml:trace contextRef="#ctx0" brushRef="#br0" timeOffset="8733.5">17545 2821 0,'-14'-29'0,"-8"-4"16,0 9-16,0 16 15,-1 16-15,1 13 16,1 13-16,1 12 16,1 13-16,5 4 15,9 0-15,10-9 31,9-13-31,10-12 0,11-15 0,5-8 16,2-9-16,2-9 16,-1-4-16,-1-4 15,-3-3 1,-5-3-16,-3-3 0,-6-4 16,-6-2-1,-8 0-15,-8 1 16,-6 8-16,-4 11 15,-6 12-15,-6 15 16,-1 13-16,-3 10 16,2 5-16,5 0 15,3-7-15,7-6 16,9-7-16,4-10 16,8-7-16,3-9 15,4-5-15,-4-4 16,2-2-16,-1-1 15,-5-1 1,-1-3-16,0 3 0,-4 3 16,-3 6-16,-6 10 15,6 1-15,0 9 16,-2 9-16,1 3 16,0 2-16,0 0 15,2-4-15,0-4 16,0-4-16,0-5 15,-7-7-15,0 0 16,5-1-16,2-9 16,-3-5-16,0-7 15,0-3-15,3-4 16,2-2-16,8-4 16,-1 2-16,4 7 15,2 9 1,-1 8-16,4 9 15,-3 9-15,-3 7 16,-5 9-16,-4 7 16,-5 6-16,-7-1 15,-4-2-15,-3-5 16,-3-6-16,2-8 16,3-8-16,7-8 0,-7 0 15,1-6 1,4-7-16,6-6 15,7-7-15,5-5 16,2-4-16,6-3 16,1 0-16,2 0 15,-5 4-15,0 6 16,-7 7-16,-4 11 16,-6 12-16,-4 9 15,-7 12-15,-2 9 16,1 9-16,-2 3 15,1 1-15,8-4 16,10-10-16,9-3 16,10-9-1,8-11-15,3-10 16,3-10-16,-8-1 0</inkml:trace>
  <inkml:trace contextRef="#ctx0" brushRef="#br0" timeOffset="9184.92">19166 3008 0,'0'0'0,"0"0"15,0 0-15,0 0 16,-15-9-16,-9-6 15,-4-2-15,-2-2 16,1-4-16,2-6 16,3-3-16,5-7 15,9-5-15,8 0 16,5 3-16,5 8 16,5 9-16,2 10 15,2 9-15,-1 10 16,1 11-16,1 11 15,-2 16-15,-3 17 16,-1 18 0,-2 14-16,-3 16 0,2 11 15,-2 4 1,1-6-16,3-10 0,-1-21 16,4-17-1,3-16-15,4-16 16,3-15-16,0-16 15,0-14-15,-8-4 16</inkml:trace>
  <inkml:trace contextRef="#ctx0" brushRef="#br0" timeOffset="9500.58">19948 2711 0,'-1'-12'0,"1"0"0,0 12 15,0 6 1,1 24-16,1 20 15,2 16-15,0 17 16,3 13-16,-1 11 16,3 0-16,2-12 15,-2-19-15,-1-22 16,-3-18-16,-4-18 16,-1-8-16</inkml:trace>
  <inkml:trace contextRef="#ctx0" brushRef="#br0" timeOffset="9785.28">19885 2807 0,'-5'-50'16,"4"-16"-16,10 5 15,7 14-15,3 17 16,5 19-16,-2 18 16,1 16-16,-4 14 15,-8 13-15,-7 13 16,-7 9-16,-7 5 16,-1-2-16,-3-8 15,-2-17-15,5-14 16</inkml:trace>
  <inkml:trace contextRef="#ctx0" brushRef="#br0" timeOffset="10133.79">20213 2866 0,'24'-15'0,"14"-2"0,5 7 15,2 9-15,-2 11 16,-8 11-16,-8 10 16,-13 10-16,-8 7 31,-11 7-31,-10 8 0,-12 5 16,-8-4-16,-8-5 0,-3-11 15,4-14 1,7-12-16,9-8 0,10-8 15,10-8-15,13-9 16,14-10 0,20-11-16,29-8 0,35-5 15,29 4 1,24 2-16,6 5 16,-13-4-16,-37 7 15</inkml:trace>
  <inkml:trace contextRef="#ctx0" brushRef="#br1" timeOffset="22133.77">17520 5028 0,'0'0'16,"-10"-10"-16,-3-5 16,-1 0-16,-1 3 0,1 1 15,0 1-15,0 3 16,-1 0-16,-2-1 15,-3 3 1,1 1-16,-5 0 16,-2 1-16,-3 3 15,1 1-15,-4 1 16,0 2-16,0 2 16,-1 1-16,-3 3 15,0 4-15,-1 0 16,1 3-16,-2 2 15,1 4 1,1 1-16,0 1 0,3 3 16,0 1-16,2 1 15,4 0-15,3 0 16,0 1-16,0 3 16,5 2-16,0 1 15,0-1-15,3 1 16,3 0-16,2-1 15,3 1-15,1 0 16,1 0-16,2 1 16,1 1-16,1-2 15,2-1-15,4 2 16,0-2-16,0-1 16,2 3-16,3-2 15,1 0-15,5-1 16,1 0-16,0 0 15,1-2-15,0 0 32,3-4-32,5 2 0,3-3 15,-1-1-15,3-2 0,3-1 16,-1-2-16,3 0 16,2-2-16,1-1 15,0 0-15,1-5 16,4-1-16,3-2 15,0-1 1,1-1-16,1-4 16,1-1-16,2-1 0,1-3 15,0-3-15,-1-1 16,3 0-16,0-2 16,0-4-1,0 1-15,1-3 16,-1-1-16,2-2 15,-3-1-15,-1-1 16,-3-1-16,-1-1 16,0-2-16,0-4 15,-1 0 1,-2 0-16,-3 1 0,-2-3 16,0 1-16,-2-3 15,3-2-15,-6 0 16,-3 1-16,-1-2 15,-2-3-15,-1-1 16,-3-2-16,-5 2 16,-2 0-16,1-3 15,-6 4-15,-2-2 16,-1-2-16,-4 0 16,-2-1-16,-2 1 15,1-2-15,-3 4 16,-4-3-16,-4 2 15,-3-1-15,-2 3 16,-2-1-16,0 0 16,-5 2-1,-4 0-15,-2 1 16,-5 3 0,-1 2-16,-3 2 0,-4-1 15,-1 7-15,-2 2 16,1 1-16,-2 3 15,-1 0-15,2 2 16,-1 3-16,-2 3 0,0 2 16,1 5-1,-3 1-15,-3-1 16,1-1-16,-3-3 0,-3-3 16,12 2-1</inkml:trace>
  <inkml:trace contextRef="#ctx0" brushRef="#br1" timeOffset="24368">19090 5674 0,'0'0'0,"10"-23"15,8-13-15,1-5 16,5-4-16,-4-1 16,-3-2-16,-2 0 15,-1 2-15,-4 2 16,-5 3-16,-3 3 15,-1 4-15,-4 9 16,-1 5-16,0 10 16,-4 7-16,-1 13 15,0 7-15,-2 12 16,2 10-16,2 13 16,3 10-16,2 9 15,-1 7-15,3 5 16,0 7-16,-2 6 15,-2 6-15,0 1 16,-1 6-16,-2 0 16,1-1-1,3-7-15,2-10 0,2-17 16,-4-19-16,1-18 16</inkml:trace>
  <inkml:trace contextRef="#ctx0" brushRef="#br1" timeOffset="24700.74">19191 5681 0,'9'-34'15,"10"-17"-15,9 6 16,3 9-16,5 12 16,1 16-1,-2 15-15,-7 16 16,-5 13-16,-12 15 16,-7 7-16,-9 0 15,-5 0-15,-9-8 16,-3-6-16,-2-11 15,3-10-15,-2-13 16,3-13-16,2-13 16,4-2-16</inkml:trace>
  <inkml:trace contextRef="#ctx0" brushRef="#br1" timeOffset="24900.53">19557 5377 0,'0'0'16,"8"26"-16,3 19 15,-2 12-15,0 12 16,-3 6-16,-2-2 16,0-13-16,1-18 15,-1-21-15,1-13 16</inkml:trace>
  <inkml:trace contextRef="#ctx0" brushRef="#br1" timeOffset="25067.01">19671 5267 0,'0'0'0,"0"0"16,0 0-16,0 0 0,0 0 15,-3 19-15,3 9 16,2 2-16,-1-6 16</inkml:trace>
  <inkml:trace contextRef="#ctx0" brushRef="#br1" timeOffset="26566.66">19916 5506 0,'0'0'0,"0"0"16,-6-17-1,-3-8-15,-1 3 16,-3 7-16,2 7 16,-2 13-16,0 10 0,1 10 15,3 7 1,1 6-16,4-4 15,2-6-15,5-8 16,4-9-16,3-9 16,1-7-16,3-6 15,0-7-15,-2-3 16,0-3-16,-3 1 0,-2 3 16,-2 3-16,-1 5 15,-2 5-15,-2 7 16,0 0-16,0 9 15,4 16-15,-1 14 16,3 10-16,-2 7 16,3 6-16,-3 6 15,-1 3-15,-4 1 16,-6-4-16,-5-5 31,-3-5-31,-8-8 0,-1-8 16,-3-11-16,0-8 15,-3-12-15,-1-10 0,5-12 16,3-13 0,5-14-16,6-8 15,9-9-15,7-5 16,9-4-16,8-2 16,6-1-16,5 0 15,3 2-15,4 7 16,0 8-16,-3 8 15,-5 8-15,-3 13 16,-5 12-16,-6 11 16,-1 12-16,-1 13 15,-4 13-15,-2 8 16,0-1-16,1-5 16,1-11-16,3-7 15,1-7-15,0-8 16,0-7-1,-1-4-15,1-9 0,-2-5 16,-2-5-16,-5-3 16,-2-3-16,-7-2 15,-4 1-15,-10 3 16,-4 5-16,-3 4 16,-2 3-16,0 6 15,0 1-15,4 3 16,5-2-16,5-5 15,6-4-15,10-5 16,6-3-16,9 0 16,7 1-16,7 3 15,2 5 1,1 7-16,1 11 0,-1 10 16,-3 12-16,-8 8 15,-5 5 1,-6 1-16,-6-5 15,-3-1-15,-5-5 16,-1-6 0,-1-6-16,-1-6 0,0-4 15,3-8-15,-5-3 0,0-6 16,0-9-16,4-6 16,3-6-16,1-4 15,4 0 1,3 4-16,2 7 15,2 8-15,0 7 0,2 11 16,-1 9-16,-2 10 16,-1 3-1,2 6-15,0-2 0,-1-8 16,5-10-16,0-9 16,6-10-16,-4-7 15,5-7-15,-1-3 16,-1-4-1,-3-2-15,-2-1 16,-6-1-16,-3 4 16,-5 3-16,-2 4 0,-4 8 15,-6 7 1,-4 8-16,-2 10 0,0 6 16,-1 7-1,1 3-15,5-1 16,3-3-16,5-5 15,8-6-15,7-7 16,8-3-16,4 0 16,2-2-16,1 2 15,-3 2-15,-3 1 16,-9 1-16,-7 3 16,-7 1-16,-12 3 15,-12 2-15,-6 3 16,-13 3-16,-6 1 15,-7-2 1,-9-2-16,-5-12 0,12-4 16</inkml:trace>
  <inkml:trace contextRef="#ctx0" brushRef="#br1" timeOffset="30084.08">11516 6377 0,'-16'-9'15,"-8"-6"-15,2 0 16,-1 0-16,1 1 16,0 3-16,1 2 15,-2 1-15,-1 4 16,-2 1-16,-1 3 16,-1 4-16,-2 3 15,2 1-15,-2 4 16,1 4-16,3 3 15,0 5 1,2 4-16,0 5 16,2 4-16,2 4 15,2 2-15,1 3 16,1 0-16,5-1 16,3 0-16,6 0 15,5 0-15,2 0 16,6 0-16,4 0 15,4-3-15,6-2 16,5-1-16,7-2 16,4-2-1,4-4-15,6-3 16,2-2-16,2-3 16,3-4-16,3 0 15,2-3-15,3-3 16,3-4-16,4-4 15,1-1-15,1-7 16,-1-2-16,2-2 16,-5-3-16,-3-2 31,0-3-31,-4-5 0,-1-1 0,-4-3 16,-6-2-1,-4 0-15,-6-3 16,-7 1-16,-3-6 15,-4 0-15,-8-5 16,-5-1-16,-5-2 16,-5 0-16,-4 0 15,-6 1-15,-4-1 16,-7 1-16,-3 1 16,-5 1-16,-1 3 15,-7 4-15,-4 0 16,-6 4-16,0 2 15,-4 3 1,-2 4-16,-2 3 16,-3 2-16,-1 2 15,-1 4-15,2 1 16,-1 3-16,3-1 16,1 2-1,5 1-15,2 0 0,5 0 16,5-1-16,5 3 15,4-2-15,1 1 16,-1 0-16,1-1 16,5-1-16,3 1 15</inkml:trace>
  <inkml:trace contextRef="#ctx0" brushRef="#br1" timeOffset="30553.15">11673 6481 0,'0'0'15,"0"0"-15,0 0 16,0 0-16,14-28 15,7-18 1,7-10-16,2-5 16,7-4-16,5 1 15,3-3-15,1 1 16,2-1-16,-1 3 16,-2 4-16,-2 3 15,-5 3 1,-3 4-16,-3 1 0,-4 2 15,-8-1 1,-6 11-16</inkml:trace>
  <inkml:trace contextRef="#ctx0" brushRef="#br1" timeOffset="30900.48">12475 4564 0,'0'0'0,"0"0"0,0 0 15,0 0-15,3 31 16,1 25-16,-2 11 16,3 13-1,-2 6-15,-2 4 16,2 1-16,1-5 16,1-12-16,-1-18 15,-3-16-15,-1-14 16</inkml:trace>
  <inkml:trace contextRef="#ctx0" brushRef="#br1" timeOffset="31200.07">12481 4881 0,'-2'-55'0,"6"-22"16,4 4-16,5 8 16,6 15-16,2 12 15,2 13 1,2 13-16,-1 9 0,-6 14 16,-6 13-16,-8 14 15,-9 9-15,-7 5 16,-6 2-16,-4 0 15,-2 0-15,-1-7 16,1-11-16,1-12 16,7-11-16</inkml:trace>
  <inkml:trace contextRef="#ctx0" brushRef="#br1" timeOffset="31432.88">12721 4564 0,'0'0'0,"0"0"16,0 0-16,4 35 16,3 22-16,0 12 15,-1 7-15,-1 2 16,-1 0-1,-2-3-15,-3-11 16,-1-19-16</inkml:trace>
  <inkml:trace contextRef="#ctx0" brushRef="#br1" timeOffset="31783.81">12695 4944 0,'0'0'0,"0"0"16,17-2-16,7-7 16,6-3-16,2-7 15,1-6-15,0-6 16,2-3-16,-6 0 16,-5-2-16,-8 0 15,-7 3-15,-4 2 16,-7 2-16,-2 5 15,-3 4-15,0 5 16,7 15-16,-7 0 16,1 16-16,2 14 15,-1 16-15,1 14 16,4 11-16,3 12 16,6 8-16,5 8 15,-3-3-15,-1-23 16</inkml:trace>
  <inkml:trace contextRef="#ctx0" brushRef="#br1" timeOffset="35887.69">8318 8385 0,'0'0'15,"12"-13"-15,3-6 16,0-2-16,-1 2 16,2 1-16,1 4 15,2 5-15,4 3 16,4 2-16,4 6 15,1 5-15,1 5 16,0 2-16,2 3 16,0 0-16,-3 2 15,0-4-15,-2 0 16,-3-3-16,-2-3 16,-1-7-16,1-3 15,-1-7-15,-1-5 16,0-5-1,3-1-15,2 1 16,2-1-16,2 5 16,2 3-16,0 6 15,2 7-15,4 5 16,-1 6-16,0 2 16,0 1-16,0-1 15,0-1-15,1-4 16,-2-3-16,-1-3 15,0-4-15,0-5 16,-1-4-16,-1-3 16,0 0-16,-4-2 15,2-2-15,0 1 16,2 1 0,1 3-16,1 3 15,3 5-15,-1 4 16,2 1-16,-1 4 15,2 0-15,-1 1 16,1 0 0,-1 0-16,-2 1 0,1-2 15,-1 0-15,-3 1 16,0 0-16,1-2 16,0-4-16,-2-5 15,-7-1-15</inkml:trace>
  <inkml:trace contextRef="#ctx0" brushRef="#br1" timeOffset="37266.94">11541 7281 0,'-20'-3'0,"-10"-2"16,-1-2-16,1 2 16,3 2-16,-1 6 15,-2 4-15,-4 6 16,-1 5 0,3 4-16,-1 2 0,1 4 15,1 2-15,1 2 16,3 4-1,3 3-15,2 4 16,1 4-16,4 6 16,5-1-16,3 4 15,4-2-15,4-1 16,4 0-16,7-2 16,1-4-16,6-1 15,6-1-15,1-2 16,5 1-16,2-3 15,4-3-15,6-2 16,3-1-16,1-4 16,3-1-1,3-2-15,5-3 16,3-1-16,0-3 16,3-1-16,2-4 15,3-3-15,5 0 16,2-2-16,3-3 15,1-3-15,1-3 16,2-3-16,0-3 16,1-3-16,-2 0 15,0-3-15,1-3 32,-4-3-32,1-2 0,-1-3 0,-2-3 15,-2-3-15,-1-2 16,-6-3-1,-5-1-15,-2-2 16,-6-1-16,-3-3 16,-5 0-16,-5-2 15,-7-1-15,-2 0 16,-7 0-16,-7-2 16,-6 2-16,-5-1 15,-3 0-15,-4 1 16,-5-2-16,-5-1 15,-5 2 1,-6 1-16,-2 1 16,-8 1-16,-2 3 15,-2 2-15,-3 1 16,-6 2-16,-4 0 16,-1 4-16,-1-1 31,-1 3-31,-2 0 0,-1 3 0,-4-1 15,-1 3-15,2 0 16,-2 3 0,-1 3-16,-2 2 15,-2 1-15,0 5 16,0 4-16,-1-1 16,-1 4-16,3 4 15,-2 2-15,1 4 16,-1 2-16,1 3 15,3 3-15,0 3 16,6 2-16,1 4 16,6 2-16,6 1 15,8 2-15,8-2 16,4-2-16,7-5 16,6-5-16,5-6 15</inkml:trace>
  <inkml:trace contextRef="#ctx0" brushRef="#br1" timeOffset="38033.98">13799 7830 0,'0'0'0,"0"0"0,4-23 16,3-13-16,1-2 15,-2 1-15,-2 2 16,-1 1-16,-1 3 16,-1-1-16,-3 3 15,-1 6-15,-2 2 16,0 7-16,0 1 16,0 5-16,5 8 15,0 0-15,0 0 16,-3 4-16,2 10 15,1 9-15,0 10 0,2 11 16,0 10 0,1 14-16,-1 15 15,4 17-15,0 13 16,0 8-16,-1 2 16,-4-9-16,-1-11 15,-4-18-15,0-18 16,-1-18-16,1-16 15</inkml:trace>
  <inkml:trace contextRef="#ctx0" brushRef="#br1" timeOffset="38317.97">13748 7889 0,'17'-36'16,"8"-13"-16,6 1 15,-1 10-15,2 13 16,-1 13-16,-1 15 16,-4 15-1,-7 18-15,-5 14 16,-5 14-16,-6 5 15,-5-4-15,-5-11 16,-3-10-16,3-14 16</inkml:trace>
  <inkml:trace contextRef="#ctx0" brushRef="#br1" timeOffset="38533.19">14196 7637 0,'5'28'0,"2"17"16,-1 6-16,-3 2 15,1-7 1,1-10-16,1-13 0,0-10 15</inkml:trace>
  <inkml:trace contextRef="#ctx0" brushRef="#br1" timeOffset="38701.06">14348 7430 0,'0'0'0,"0"0"15,0 0-15,0 0 16,0 0-16,4 28 16,2 5-16</inkml:trace>
  <inkml:trace contextRef="#ctx0" brushRef="#br1" timeOffset="40367.01">14569 7740 0,'0'0'15,"-7"-15"-15,-6-5 16,-1-1-16,0 6 16,1 5-16,1 12 15,-2 9-15,-1 10 16,0 13-16,4 9 15,3-1-15,3-4 16,4-11-16,6-14 16,2-8-16,5-11 15,4-8-15,2-6 16,0-6-16,0-3 16,-2 1-16,-4-2 15,-1 4-15,-2 6 16,-2 8-16,-7 12 15,7 5-15,0 16 16,-1 14-16,2 15 16,-1 6-16,-1 8 15,-2 6-15,0 8 16,-4 2-16,-4-2 16,-4-5-16,-5-7 15,-4-14-15,-1-13 16,-2-13-1,-4-12-15,-1-8 16,1-9-16,1-7 16,2-11-16,3-6 15,6-8-15,5-5 16,9-2-16,8-3 16,10-3-16,7-3 15,6-2-15,4 0 16,3-4-16,2-1 15,1 1-15,0 0 16,-2 3-16,-5 7 16,-8 3-16,-7 7 15,-5 6-15,-7 9 16,-6 8-16,-3 14 16,-2 0-16,-5 15 15,1 10-15,-1 11 16,1 10-16,1 1 15,4-5-15,3-5 16,6-9-16,3-7 16,4-9-16,3-8 31,4-6-31,-1-8 0,1-8 0,0-3 16,-1-7-16,-2 2 15,-1 2-15,-1 1 16,-6 4-16,-1 7 15,0 7-15,-1 10 16,-1 7-16,-1 10 16,-1 5-16,-1 2 15,1-1-15,4-5 16,2-8-16,1-3 16,0-5-16,-1-4 15,0-2-15,-3-2 16,-2-1-16,-7 2 0,0-5 15,-5-2-15,-4-1 16,-6 0-16,-2-1 16,1-4-16,-1-2 15,4-5 1,2-3-16,5-3 16,5-1-16,6-1 0,5 4 15,4 4-15,6 4 16,4 6-16,4 10 15,-1 7-15,1 9 16,-3 11 0,-5 8-16,-6 9 0,-3 0 15,-6-3-15,-6-5 16,-2-5-16,-2-9 16,0-5-16,0-9 15,5-8-15,-4-3 16,-3-11-16,4-7 15,0-8-15,3-6 16,3-2-16,4 1 16,3 9-16,1 8 15,1 10 1,1 10-16,1 9 0,-2 10 16,1 7-16,1 0 15,2-3-15,0-7 16,4-8-16,3-9 15,3-9-15,2-9 16,3-5-16,-4-5 16,-2-4-16,-4 0 15,-5-2-15,-5 2 16,-5 0-16,-6 8 16,-5 6-16,-1 8 15,-7 7-15,-4 9 16,0 8-1,-1 5-15,2 4 16,3 0-16,3-2 16,7 0-16,7-2 15,7-2-15,3-3 16,3-2-16,4-2 16,4 0-16,1 0 0,4 0 15,-4 1-15,-2 1 16,-7-1-1,-6 2-15,-6 3 0,-8 5 16,-10 1 0,-4 0-16,-10 1 15,-4-5-15,-4-8 16,-3-7-16,-3-11 16,8-2-16</inkml:trace>
  <inkml:trace contextRef="#ctx0" brushRef="#br1" timeOffset="57367.1">13408 2691 0,'19'-30'16,"7"-15"-16,-5-2 15,-9 1-15,-10 3 16,-11 1-16,-11 1 15,-15 1-15,-10 1 16,-15 4-16,-14 1 16,-16 3-16,-13 4 15,-18 3-15,-9 3 16,-16 4-16,-14 4 16,-11 2-16,-8 8 15,-7 4-15,-6 7 16,-5 8-16,-4 6 15,-1 10 1,1 4-16,1 11 16,3 6-1,7 5-15,11 6 0,7 5 16,10 6-16,13 5 16,10 7-16,11 5 15,12 5-15,10 2 16,16 3-16,15 3 15,16-2-15,16 0 16,18-1-16,20-5 16,17 0-16,21-2 15,19-5-15,18-7 16,17-6-16,18-8 16,12-8-1,16-9-15,10-9 16,12-8-16,8-8 15,10-6-15,8-8 16,9-12-16,3-8 16,4-11-16,-1-6 15,3-7-15,0-9 16,2-8 0,-8-6-16,-7-8 0,-8-6 15,-8-9-15,-11-5 16,-13-5-16,-9-2 15,-15-1-15,-11 2 16,-19 0-16,-18 2 16,-19 2-1,-18 0-15,-18 3 0,-19 2 16,-18 3 0,-1 17-16</inkml:trace>
  <inkml:trace contextRef="#ctx0" brushRef="#br1" timeOffset="57749.68">12481 2659 0,'0'0'16,"5"-33"-16,9-22 15,14-14-15,20-15 16,7-3-16,21-13 16,13-6-16,5-5 15,10-10-15,-1-3 16,10-5-16,3 4 16,3 16-1,0-8-15,-5-2 16,-9 8-16,-5 11 15,-11 10-15,-9 11 16,-10 12-16,-9 13 16,-12 10-16,-6 10 15,-8 9-15,-7 2 16,-6 4-16,-6 7 16</inkml:trace>
  <inkml:trace contextRef="#ctx0" brushRef="#br1" timeOffset="58350.07">14518 399 0,'5'-19'0,"4"-9"16,5 2-16,8 7 16,5 10-16,6 9 15,4 12-15,0 11 16,0 12-16,1 13 15,-2 11-15,-5 8 16,-10 0-16,-7-9 16,-7-11-16,-10-11 15,-5-7-15,-2-9 16,-4-9 0,0-9-16,-2-11 0,5-11 15,3-10-15,4-10 16,6-9-16,5-14 15,4 0-15,6-1 16,6 9 0,6 10-16,4 15 15,2 17-15,0 18 16,0 16-16,-3 14 16,0 9-16,-4 5 15,-4 3-15,-6-4 16,-4-12-16,-9-7 15,-9-8-15,-5-6 16,-5-10-16,-1-10 16,2-10-16,1-12 15,4-15-15,4-10 32,4-7-32,7-2 0,7 2 0,7 11 15,6 11-15,5 15 16,2 11-16,0 17 15,-3 18 1,-5 13-16,-3 11 16,-2 10-16,-4 3 15,-3-7-15,-5-17 16</inkml:trace>
  <inkml:trace contextRef="#ctx0" brushRef="#br1" timeOffset="58519.7">15748 516 0,'6'42'0,"1"22"16,1 10-16,2 1 16,1-4-16,5-16 15,3-17-15,-3-14 16</inkml:trace>
  <inkml:trace contextRef="#ctx0" brushRef="#br1" timeOffset="59133.27">16278 464 0,'16'-25'16,"11"-2"-16,5 9 0,4 21 16,-1 17-16,-4 20 15,-2 14-15,-4 8 16,-8-1-16,-6-7 16,-7-10-16,-8-13 15,-3-14-15,-1-12 16,-1-8-16,-2-9 15,0-13 1,1-8-16,5-10 0,3-5 16,6-4-16,7-4 15,10 3-15,4 14 16,5 16-16,0 17 16,0 16-1,-3 14-15,-2 9 16,-2 2-16,-4 4 15,-5-1-15,-5-4 16,-5-6-16,-5-9 16,-3-7-16,4-12 15,-7-5-15,0-10 16,1-9-16,4-6 16,4-8-16,6-6 15,8 2-15,8 2 16,5 8-16,2 10 15,2 18-15,-2 14 16,0 13-16,-6 10 16,-2 8-16,-4 3 15,-4-1-15,-2-4 16,-7-5-16,-4-12 16,-5-13-16,-1-7 15</inkml:trace>
  <inkml:trace contextRef="#ctx0" brushRef="#br1" timeOffset="59266.86">17053 516 0,'39'-7'16,"19"-5"-16,9 0 0,4 2 16,-2-1-16,-6-4 15,-17 2 1</inkml:trace>
  <inkml:trace contextRef="#ctx0" brushRef="#br1" timeOffset="59484.41">17224 276 0,'0'0'15,"4"34"-15,2 24 16,1 11-16,0 5 16,0-5-16,0-11 15,-1-13-15,2-4 16,-1-10-16</inkml:trace>
  <inkml:trace contextRef="#ctx0" brushRef="#br1" timeOffset="59683.49">17583 213 0,'0'0'0,"0"0"15,10 44-15,4 36 16,2 27-16,2 14 15,0-11-15,-2-27 16</inkml:trace>
  <inkml:trace contextRef="#ctx0" brushRef="#br1" timeOffset="77383.85">17709 7597 0,'0'0'16,"0"0"-16,0 0 16,14 13-16,4 2 15,2 1-15,-2-4 16,-1-3-16,2-2 16,2-4-16,3-1 15,1-5-15,-2-5 16,0-2-16,1-6 15,-4-3 1,-1-5-16,-6-2 0,-4-1 16,-6-2-16,-3-1 15,-5 1-15,-3 1 16,-3 4-16,-3 7 16,-2 8-16,-1 9 15,-8 11-15,1 12 16,-5 12-16,-3 9 15,4 10-15,5 2 16,6 3-16,8-5 16,8-8-16,8-7 15,9-6-15,11-9 16,5-8-16,8-8 16,2-11-16,-9-2 15</inkml:trace>
  <inkml:trace contextRef="#ctx0" brushRef="#br1" timeOffset="77533.66">18189 7791 0,'0'0'16,"0"0"-16,26-9 15,12-5 1,-5 2-16</inkml:trace>
  <inkml:trace contextRef="#ctx0" brushRef="#br1" timeOffset="78066.88">18561 7618 0,'0'0'16,"1"-21"-16,2-11 16,-3 0-16,-2 5 15,-3 6-15,-4 8 16,-4 10-16,-2 12 15,-4 9-15,-3 13 16,3 5-16,2 0 16,8-4-16,8-4 15,8-8-15,10-6 16,5-8-16,4-6 16,-1-6-16,0-3 15,-5-5-15,-3-3 16,-7-4-16,-4-3 15,-2 2-15,-2-1 16,-1 5-16,-2 6 0,1 12 31,-1 0-31,-1 16 0,0 14 0,2 16 16,3 16 0,5 9-16,5 13 15,4 8-15,-1 1 16,-5-2-16,-4-10 15,-7-12-15,-6-13 16,-10-12-16,-6-14 16,-10-9-16,-7-10 15,-4-10-15,-4-13 16,-1-9-16,3-11 16,6-8-16,11-8 15,13-4-15,13-2 16,15 0-16,15-1 15,12 3-15,9 4 16,-7 14-16</inkml:trace>
  <inkml:trace contextRef="#ctx0" brushRef="#br1" timeOffset="78783.67">18844 7533 0,'-8'-34'0,"-9"-22"16,-4-11-16,-5-2 15,-4 2 1,-9 5-16,-8 5 15,-8 9-15,-13 8 16,-14 9-16,-8 13 16,-9 13-16,-5 16 15,-4 17-15,-1 18 16,7 15-16,10 15 16,12 15-16,14 9 15,17 5-15,20 5 16,21 1-16,16-2 15,16-7-15,15-9 16,16-7-16,12-7 16,17-7-16,11-10 15,9-11-15,4-15 32,3-15-32,2-15 0,5-18 0,1-16 15,-7-19-15,-6-18 16,-11-11-16,-14-13 15,-15-14-15,-13-5 16,-22-3 0,-19 3-16,-18 6 15,-18 10-15,-15 9 16,-16 11-16,-6 16 16,-4 13-16,4 15 15,7 11-15,10 13 16,12 8-16,13 1 15</inkml:trace>
  <inkml:trace contextRef="#ctx0" brushRef="#br2" timeOffset="81985.06">19828 7773 0,'-12'-34'0,"-2"-16"16,1-8-16,6 0 16,7 0-16,6 8 15,2 5-15,5 4 16,2 6-16,3 7 16,2 9-16,2 9 15,0 14-15,-1 13 16,1 14-16,0 9 15,2 10-15,-3 6 16,0 6-16,-4 6 16,-2 3-1,-4-7-15,-3-8 0,-3-10 16,-1-11-16,-2-11 16,-2-7-16,0-17 15,0 0-15,0 0 16,0-16-16,-3-13 15,0-14-15,4-11 16,4-8-16,5-5 16,6 0-1,4 7-15,0 9 0,1 14 16,-1 11-16,-1 10 16,-1 11-16,0 10 15,0 11-15,-1 14 16,0 12-16,0 12 15,0 8-15,-2 7 16,-1 4 0,0-2-16,0-10 0,2-13 15,0-15-15,-1-12 16</inkml:trace>
  <inkml:trace contextRef="#ctx0" brushRef="#br2" timeOffset="82166.6">20648 7573 0,'0'0'0,"0"0"16,25-6-16,19-1 15,8 0-15,3-1 16,-4 1-16,-12 0 15</inkml:trace>
  <inkml:trace contextRef="#ctx0" brushRef="#br2" timeOffset="82333.6">20761 7818 0,'0'0'15,"33"-1"-15,20-5 16,8-1-16,2-7 16,-13 1-16,-17 4 15</inkml:trace>
  <inkml:trace contextRef="#ctx0" brushRef="#br2" timeOffset="82666.95">21323 7443 0,'0'0'0,"20"-11"16,9-1-1,6 5-15,3 10 0,0 13 16,-4 7-16,-8 10 16,-8 4-16,-14 5 15,-12 3-15,-11-1 16,-15-2-16,-9-3 15,-4-9 1,1-9-16,11-6 0,8-9 16,11-4-16,9-5 15,12-6-15,16-7 16,20-6-16,20-4 16,21-1-16,18 1 15,16 4-15,8-1 16,8-5-16,-25 5 15</inkml:trace>
  <inkml:trace contextRef="#ctx0" brushRef="#br3" timeOffset="85133.49">19393 8708 0,'0'0'16,"5"28"-16,2 19 16,2 10-16,5 9 15,2 12-15,7 7 16,2 11-16,3 7 15,-6 7-15,-2 4 16,0-2-16,-6 1 16,-2-4-1,2-4-15,-6-12 0,-3-15 16,-1-12-16,-1-17 16,-1-16-16,-1-11 15</inkml:trace>
  <inkml:trace contextRef="#ctx0" brushRef="#br3" timeOffset="85933.53">19424 8734 0,'0'0'0,"0"0"16,0 0-16,30-5 16,19-1-16,16 1 15,7 0-15,8 3 16,6 0-1,4 4-15,-1-2 16,-3 1-16,-6 1 16,-7-1-16,-6 1 15,-8 2-15,-5-3 16,-5 0-16,-7 1 16,-7 0-16,-8 0 15,-6 0-15,-4 3 16,-6 1-1,-2 6-15,-1 4 0,-1 3 16,1 4-16,1 3 16,-2 3-16,0 6 15,1 6-15,1 8 16,0 5-16,3 5 16,0 7-16,4 6 15,1 3-15,1 0 16,2 3-16,0-1 15,4 0-15,0-1 16,-2 0-16,-1-6 16,1-5-16,-3-7 15,-2-4-15,0-6 16,-4-5-16,-4-8 16,0-5-16,-6-6 15,-1-5-15,-4-5 16,-1-2-16,-4-5 15,-5-5-15,-5-2 16,-8-5-16,-10-2 16,-10-2-16,-12 0 15,-10 1-15,-11 6 16,-12 3-16,-3 8 16,-4 7-16,2 9 15,4 5-15,11-1 16,17-5-16,19-6 15,19-8-15,20-11 16,7-3-16</inkml:trace>
  <inkml:trace contextRef="#ctx0" brushRef="#br3" timeOffset="86387.67">21330 8650 0,'0'0'16,"1"36"-16,4 25 16,6 15-16,6 9 15,7 13-15,5 4 16,1 6-1,3 7-15,-3 0 16,0 5-16,-5 0 0,-1 1 16,-1-7-16,-5-6 15,-2-11-15,0-12 16,-2-9-16,-2-18 16,-1-19-16,-4-16 15,-3-10-15</inkml:trace>
  <inkml:trace contextRef="#ctx0" brushRef="#br3" timeOffset="87251.57">21228 8675 0,'0'0'0,"20"-12"16,19-4-16,14 4 15,13 6 1,13 6-16,11 4 15,6 3-15,5 2 16,3 0-16,-1-3 16,-7 0-16,-9-1 15,-5-5-15,-11-2 16,-11-1-16,-9 0 16,-6-3-1,-8 1-15,-8-2 0,-8-1 16,-5 3-16,-4 0 15,-3 3-15,-9 2 16,8 0-16,-2 4 16,-3 5-16,1 6 15,0 4-15,3 8 16,-1 4-16,1 8 16,1 7-16,1 7 15,4 6-15,4 8 16,1 9-16,3-1 15,0 7-15,3 5 16,0 1-16,0-2 16,0 4-16,1-3 15,-1 0-15,1-7 16,-2-5-16,0-5 31,-3-9-31,-1-10 0,-2-8 0,-3-5 16,-2-8-16,-1-2 15,-4-7-15,-2-4 16,0-3-16,0-2 16,-3-4-16,-1-1 15,-4-2-15,-2-1 16,-2 0-16,-2-1 16,-6 0-16,-4-1 15,-8-1-15,-7-3 16,-9 0-16,-14-1 15,-11 0-15,-13-3 16,-9 3-16,-11 3 16,-11 0-16,-13 3 15,-12 2-15,-5-3 16,3-1-16,32-1 16</inkml:trace>
  <inkml:trace contextRef="#ctx0" brushRef="#br3" timeOffset="93867.64">17791 5119 0,'0'0'15,"0"0"-15,19-24 16,12-14 0,10-9-16,5-2 0,3 2 15,5-1-15,7 2 16,4 1-1,4 4-15,-4 3 16,-2 5-16,-6 6 0,-4 6 16,-7 4-1,-4 4-15,-8 4 16,-5 0-16,-7 0 16,-5 1-16</inkml:trace>
  <inkml:trace contextRef="#ctx0" brushRef="#br3" timeOffset="94333.5">18958 4267 0,'9'-32'0,"5"-11"15,6 6-15,6 8 0,4 13 16,2 12 0,0 8-16,-2 8 15,-3 10-15,-6 12 16,-11 10-16,-8 7 16,-14 8-16,-11 3 15,-9-1-15,-9-3 16,-8-11-16,-6-8 15,0-8-15,3-9 16,7-9-16,11-8 16,13-8-16,14-6 15,13-6-15,14-4 16,15 2-16,14 4 16,10 7-16,7 7 15,4 6 1,2 5-16,-4 2 0,-7 0 15,-10 1-15,-11-3 16,-9-4-16,-10-7 16,-8-1-16</inkml:trace>
  <inkml:trace contextRef="#ctx0" brushRef="#br3" timeOffset="94552.51">19462 4202 0,'-2'-19'0,"1"-2"16,3 9-16,2 17 0,3 18 15,4 19 1,0 19-16,2 17 16,3 7-16,1 4 15,0-5-15,-3-12 16,-2-17-16,-1-20 15,-2-13-15</inkml:trace>
  <inkml:trace contextRef="#ctx0" brushRef="#br3" timeOffset="94900.55">19658 4286 0,'0'0'16,"0"0"-16,0 0 16,0 0-16,-16 27 15,-13 19 1,-4 6-16,-2-3 0,1-11 16,5-11-16,7-13 15,6-13-15,9-8 16,7-9-16,11-5 15,10-1-15,9 3 16,5 3-16,8 9 16,3 10-16,1 11 15,0 9-15,-2 4 16,-5 3-16,-5-5 16,-9-2-1,-10-6-15,-6-5 0</inkml:trace>
  <inkml:trace contextRef="#ctx0" brushRef="#br3" timeOffset="95067.76">19872 4479 0,'26'3'0,"13"-1"15,9 0 1,4 0-16,3-1 0,4-2 15,-5-3-15,-5-2 16,-8-6-16,-13 1 16</inkml:trace>
  <inkml:trace contextRef="#ctx0" brushRef="#br3" timeOffset="95266.71">20074 4299 0,'0'41'0,"1"22"15,6 10-15,3 1 16,4-3-16,5-10 16,1-12-16,3-17 15,-1-13-15,-5-11 16</inkml:trace>
  <inkml:trace contextRef="#ctx0" brushRef="#br3" timeOffset="95487.34">20427 4325 0,'-2'31'15,"0"24"-15,-2 13 16,3 3-16,6-4 16,6-12-16,9-14 15,5-14-15,-3-12 32</inkml:trace>
  <inkml:trace contextRef="#ctx0" brushRef="#br3" timeOffset="96084.04">20875 4131 0,'-40'-50'0,"-25"-21"16,-13-3-1,-4 6-15,-4 7 16,-6 6-16,-8 8 15,-7 14-15,-10 10 16,-9 11-16,-8 14 16,-10 13-16,-3 13 15,2 13-15,3 12 16,7 15-16,12 10 16,10 13-16,13 7 15,17 5-15,18 1 16,20-1-16,22-3 15,22-8 1,21-5-16,20-5 0,20-9 16,18-9-1,17-9-15,15-13 16,11-10 0,10-11-16,8-10 0,5-6 0,0-8 15,5-7 1,-3-7-16,-2-9 0,-3-12 15,-3-11 1,-9-11-16,-12-9 16,-12-10-16,-15-10 15,-21-5-15,-21-2 16,-23-5-16,-28 3 16,-24 1-16,-20 5 15,-24 9-15,-19 6 16,-21 13-16,-9 8 15,-4 13-15,3 10 16,5 8-16,0 9 16,25 6-16</inkml:trace>
  <inkml:trace contextRef="#ctx0" brushRef="#br3" timeOffset="99217.45">19645 7966 0,'0'0'0,"0"0"0,3 21 16,2 10-16,0 1 16,2 1-16,2 0 15,2-2-15,2-5 16,4-3-16,2-4 15,3-6-15,4-3 16,4-4-16,8-4 16,5-4-16,7-2 15,8-1-15,3 0 16,5 0-16,3 0 16,7 0-16,6 0 15,3 2-15,6 3 16,-2 0-16,-1 0 15,1 0-15,1 2 16,-2-2-16,-1 1 16,-4-4-1,-3 0-15,-4-1 0,-6-3 16,-3 0-16,-4-1 16,-5 0-16,-4-2 15,-7-1 1,-7-4-16,-4-5 0,-5-3 15,-4-7 1,-7-4-16,-7-5 0,-7-1 16,-8-4-16,-3 9 15</inkml:trace>
  <inkml:trace contextRef="#ctx0" brushRef="#br3" timeOffset="103217.24">21455 4881 0,'0'0'0,"0"0"15,0 0-15,0 0 16,0 0-16,10 23 16,7 20-16,-2 12 31,-1 15-31,-1 10 0,-3 7 0,-1 0 15,-3 2-15,-1-6 16,2-10-16,-1-13 16,-1-15-16,0-15 15</inkml:trace>
  <inkml:trace contextRef="#ctx0" brushRef="#br3" timeOffset="103601.7">21739 5042 0,'0'0'0,"0"0"16,0 0-16,-22 26 15,-13 14-15,-6 5 16,2 0-16,4-3 16,5-11-16,10-10 15,7-10-15,13-11 16,0 5-16,13-5 16,10-3-1,11 1-15,5 4 0,4 2 16,2 7-1,0 9-15,1 7 16,-1 6-16,-4 4 16,-3-1-16,-5-5 15,-8-8-15,-8-9 16</inkml:trace>
  <inkml:trace contextRef="#ctx0" brushRef="#br3" timeOffset="103801.45">22030 5209 0,'0'0'0,"0"0"0,0 0 15,0 0-15,30-5 16,17-2-16,10-2 15,-3-1-15,-13 1 16</inkml:trace>
  <inkml:trace contextRef="#ctx0" brushRef="#br3" timeOffset="103985.46">22219 5442 0,'0'0'0,"0"0"16,30 1-16,20 0 15,8-4-15,-3-8 16,-13 0-16</inkml:trace>
  <inkml:trace contextRef="#ctx0" brushRef="#br3" timeOffset="104420.17">22641 5099 0,'23'-19'16,"12"-6"-16,6 6 0,2 12 0,2 9 15,-3 12-15,-10 8 16,-7 6-1,-10 6-15,-14 2 16,-10-1-16,-7-1 16,-7-5-16,-1-6 15,0-6-15,3-5 16,3-6-16,6-3 0,7-7 16,6-6-16,8-2 15,7 0-15,8 1 16,8 5-16,4 6 15,-2 11-15,4 9 16,-4 7-16,-11 6 16,-11 3-16,-12 2 31,-8 0-31,-9 0 0,-9-2 0,-5-2 16,-7-4-16,-7-6 15,-3-8-15,0-8 16,-1-12-16,11 0 15,12-1-15</inkml:trace>
  <inkml:trace contextRef="#ctx0" brushRef="#br3" timeOffset="105517.41">21746 6248 0,'0'0'16,"0"0"-16,0 0 16,0 0-16,25 0 15,17-1-15,9 1 16,4-3-16,-1 1 16,-2-1-16,-4-2 15,-6 3-15,-3-2 16,-7 2-16,-5 2 15,-7 5-15,-3 5 16,-4 11 0,-5 12-16,0 14 0,-6 12 15,-2 8-15,-1 10 16,0 4-16,0 0 16,-1-9-16,0-19 15</inkml:trace>
  <inkml:trace contextRef="#ctx0" brushRef="#br3" timeOffset="106135.03">22338 6061 0,'-30'-37'0,"-18"-16"15,-6 4-15,-1 8 16,-2 10-16,-3 13 16,-3 11-16,-3 13 15,-3 10-15,0 12 16,-1 12-16,1 15 15,4 15 1,4 14-16,8 12 16,10 7-16,15 4 15,14-2-15,21-1 16,17-11 0,16-10-16,15-11 0,13-11 15,14-9-15,10-11 16,6-13-16,7-9 15,4-16-15,-2-10 16,-2-15-16,-9-12 16,-10-15-16,-9-11 15,-13-5-15,-13-9 16,-15-5-16,-11-3 16,-16-4-1,-16-3-15,-11 1 16,-16 3-16,-12 7 15,-12 9-15,-12 12 16,-6 14-16,-2 11 16,-1 15-16,3 13 15,6 15-15,8 8 16,14 8-16,14-2 16</inkml:trace>
  <inkml:trace contextRef="#ctx0" brushRef="#br3" timeOffset="123683.27">20106 10413 0,'-4'27'0,"1"14"15,3 9-15,3 0 16,1 1-16,3 3 16,3 1-16,3 0 15,3-2-15,7-2 16,2-2-16,1-4 16,1-6-16,1-6 15,-3-7 1,2-10-16,-5-6 0,-3-6 15,-4-5-15,-2-5 16,-4-8-16,-4-5 0,-1-9 16,-4-6-16,-3-2 15,1-2-15,-1-1 16,0 0-16,0 1 16,-1 0-16,1 3 15,1 4-15,-2 1 16,1 7-16,1 5 0,-1 6 15,0 5-15,3 7 16,-3 7-16,2 14 16,1 16-16,1 15 15,-1 13-15,2 11 16,-1 11-16,0 7 16,1 5-1,-2-1 1,3-5-16,5-7 0,9-13 15,3-14-15,-2-19 0</inkml:trace>
  <inkml:trace contextRef="#ctx0" brushRef="#br3" timeOffset="124333.39">22042 10697 0,'0'0'16,"0"0"-16,15-15 15,11-7-15,3 0 16,3 3-16,5 6 16,2 7-16,-1 6 15,-1 9-15,-5 5 16,-3 6-16,-8 5 15,-6 6-15,-5 3 16,-10 0-16,-8 2 16,-4 1-16,-4 0 15,-6-2-15,1-7 16,2-5-16,3-5 16,6-7-16,3-4 15,7-7-15,2-1 31,8-5-31,8 1 0,8 1 0,4 0 16,3 7-16,3 7 16,4 8-16,-3 9 15,-4 4-15,-11 2 16,-7 0-16,-9 2 16,-10 0-16,-10-2 15,-10-4-15,-14 0 16,-7-9-16,-8-5 15,-8-6-15,-3-2 16,-5-5-16,-1-4 16,14-1-16</inkml:trace>
  <inkml:trace contextRef="#ctx0" brushRef="#br3" timeOffset="124866.97">20578 11755 0,'-23'14'0,"-8"8"15,6 4-15,5 3 16,10 3-16,8 4 15,8 3-15,8 4 16,8-1 0,5-1-16,8 3 15,3-3-15,0-1 16,1-5-16,2 3 16,-3-3-16,-4 0 15,-6-5-15,-8-6 16,-9-6-16,-14-2 15,-12-5-15,-13-5 16,-10-6-16,-10-5 16,-8-7-16,-4-5 15,0-5-15,6-6 16,13 5-16</inkml:trace>
  <inkml:trace contextRef="#ctx0" brushRef="#br3" timeOffset="125083.71">20894 11820 0,'0'0'0,"0"0"16,19 9-1,12-1-15,8-8 0,8-6 16,5-7 0,2-3-16,-12 1 15</inkml:trace>
  <inkml:trace contextRef="#ctx0" brushRef="#br3" timeOffset="125452">21972 11723 0,'23'7'0,"15"2"15,12 0-15,5 0 16,2 4-16,5 6 16,-3 7-16,-11 4 15,-12 8-15,-14 1 16,-15 2-16,-16-1 15,-10-3-15,-11-4 16,-1-5-16,0-7 16,2-6-16,6-6 15,7-4-15,7-2 16,9-3-16,0 0 16,11-4-16,21-5 15,19-2-15,18-1 16,12 3-16,8 3 15,-1 11-15,-5 10 16,-20-1 0</inkml:trace>
  <inkml:trace contextRef="#ctx0" brushRef="#br3" timeOffset="126000.51">20888 12743 0,'-43'12'16,"-18"7"0,-3 8-16,9 9 0,9 8 15,9 10-15,11 5 16,14 8-16,11 4 15,10-2 1,14 2-16,10-2 0,9-7 16,10-2-1,3-9-15,0-13 16,-6-14-16,-6-13 16,-6-14-16,-6-15 15,-6-14-15,-6-14 16,-12-11-16,-10-3 15,-10 4-15,-7 8 16,-6 12-16,-9 12 16,0 14-16,3 14 15,10 12-15,11 7 16,14 2-16,3-4 16</inkml:trace>
  <inkml:trace contextRef="#ctx0" brushRef="#br3" timeOffset="126285.85">22187 12492 0,'0'0'0,"12"38"16,4 30-16,-1 18 16,-1 17-16,0 12 15,-4 10-15,0 2 16,-1-11-1,-3-31-15</inkml:trace>
  <inkml:trace contextRef="#ctx0" brushRef="#br3" timeOffset="126733.6">20497 13460 0,'0'0'16,"0"0"-16,0 0 16,23 13-16,15 6 15,12 2-15,2 2 16,2 3-16,-3 1 16,-3 3-16,-7 6 15,-4 4-15,-7 5 16,-11 3-16,-10 5 15,-11 2-15,-9 2 16,-8 1-16,-5-3 16,0-3-16,2-6 15,5-8-15,10-9 16,4-10-16</inkml:trace>
  <inkml:trace contextRef="#ctx0" brushRef="#br3" timeOffset="127151.4">22155 13434 0,'-7'23'0,"-4"11"15,-2 4 1,5 1-16,7 4 0,8 0 16,7 0-16,9 2 15,6 0-15,7-5 16,2-6-16,-3-10 15,-2-11-15,-3-13 16,-5-13-16,-1-10 16,-5-9-16,-5-9 15,-9-8-15,-12-3 16,-12-3-16,-13-2 16,-10-2-16,-3 0 15,9 13 1,-2-1-16</inkml:trace>
  <inkml:trace contextRef="#ctx0" brushRef="#br3" timeOffset="127933.59">21159 10477 0,'-50'-26'16,"-26"-12"-16,-10-2 15,-4 2-15,-3 7 16,-4 10-16,-6 8 16,-3 9-16,-6 14 15,-2 15-15,-5 12 16,8 11-16,11 9 15,13 9 1,16 8-16,20 6 16,23 2-16,19 4 15,23 2-15,19-3 16,20-4-16,19 1 16,13-7-16,11-6 15,15-10-15,8-12 16,4-17-16,-1-19 15,-4-19-15,-7-21 16,-7-15-16,-12-16 16,-13-13-16,-19-13 15,-20-12-15,-24-8 16,-21-6 0,-25-1-16,-20 4 15,-22 7 1,-11 13-16,-14 16 0,-10 14 15,-2 18-15,21 13 16</inkml:trace>
  <inkml:trace contextRef="#ctx0" brushRef="#br3" timeOffset="149966.41">23164 4564 0,'-34'-27'16,"-20"-8"-16,-8 9 0,-5 13 15,1 13-15,-3 12 16,-3 10-16,-4 13 16,-2 13-16,-2 11 15,0 14-15,8 7 16,4 9-16,13 2 15,12 2 1,14 2-16,15-3 0,16-4 16,19-5-16,18-3 15,18-3-15,13-6 16,11-5 0,10-14-16,10-8 15,5-12-15,4-11 16,-3-14-16,-6-14 15,-5-13-15,-4-16 16,-8-14-16,-6-12 16,-9-9-16,-9-7 15,-12-6 1,-12-3-16,-14-5 0,-16 3 16,-15 0-16,-11 5 15,-9 4-15,-9 6 16,-12 7-16,-7 10 15,-5 14 1,-6 11-16,-3 10 0,0 6 16,-3 10-1,17 2-15</inkml:trace>
  <inkml:trace contextRef="#ctx0" brushRef="#br3" timeOffset="150850.57">16082 10645 0,'0'0'16,"0"0"-16,0 0 0,0 0 15,0 0-15,0 0 16,0 0 0,12 40-16,5 29 0,-1 19 15,1 19-15,-3 10 16,-4 6-1,-1 0-15,1-7 16,-1-14-16,0-14 16,0-17-16,1-18 15,-3-16-15</inkml:trace>
  <inkml:trace contextRef="#ctx0" brushRef="#br3" timeOffset="151235.65">16417 11155 0,'-1'-48'0,"1"-19"0,-1 5 15,1 12-15,2 16 16,-2 13-16,0 10 16,0 11-16,1 10 15,-6 18-15,-8 17 16,-9 10-16,-8 8 15,-5-1-15,-3-7 16,1-12-16,5-12 16,7-15-16,4-14 15,6-10-15,6-8 16,9-3-16,5-4 16,5 1-16,3 6 15,5 7-15,2 9 16,5 10-16,1 14 15,7 12-15,2 13 16,-2 9-16,2 4 16,-4 0-16,-3-5 15,-2-7-15,-2-13 16,-2-11-16,-8-9 16</inkml:trace>
  <inkml:trace contextRef="#ctx0" brushRef="#br3" timeOffset="151420.19">16606 11239 0,'27'8'0,"18"5"16,8-3-16,6-5 15,-2-6-15,-3-7 16,-6-7-16,-8-5 15,-12 2 1</inkml:trace>
  <inkml:trace contextRef="#ctx0" brushRef="#br3" timeOffset="151650.57">16763 10852 0,'-5'27'16,"-1"19"-16,3 17 15,4 14-15,3 12 16,0 11 0,1 7-16,1-2 0,0-12 15,4-20-15,-2-22 16</inkml:trace>
  <inkml:trace contextRef="#ctx0" brushRef="#br3" timeOffset="151917.97">17154 10852 0,'0'0'16,"7"25"-16,2 20 15,1 16-15,-1 12 16,-1 12-16,3 7 16,-1 2-16,1-7 15,2-11 1,3-11-16,-1-11 0,-2-17 15</inkml:trace>
  <inkml:trace contextRef="#ctx0" brushRef="#br3" timeOffset="152616.66">17513 11381 0,'0'0'0,"17"14"16,10 4-16,10-3 15,10-3-15,11-4 16,9-2-16,6-3 15,9-1-15,7-3 16,5-2-16,4-1 16,5-1-16,3-2 15,1-3-15,-2-1 16,-1-3-16,-3-3 16,-5 0-1,-5-4-15,-7-3 16,-4-2-16,-8 0 15,-9-3-15,-5-1 16,-6 2-16,-8 1 16,-6 1-16,-8 3 15,-9 2-15,-7 5 16,-7 2-16,-3 3 16,-8 0-16,-6 2 15,-6 1-15,-2 2 16,-3-2-16,0 1 15,4-2-15,0 1 16,2-2 0,2-1-16,3 0 0,6-2 15,5 0-15,7 1 16,6 1-16,5 4 16,5 6-16,0 6 0,0 6 15,-4 5-15,-5 5 16,-4 6-1,-9 5-15,-7 2 16,-9 5-16,-3 4 16,-7 3-16,-2 1 15,2 0-15,0-3 16,7-11-16</inkml:trace>
  <inkml:trace contextRef="#ctx0" brushRef="#br4" timeOffset="162350.41">5430 10806 0,'18'-19'0,"12"-5"15,1 4-15,2 9 16,-1 10-16,2 15 16,-1 17-16,0 18 15,-3 17-15,-4 10 16,-2 4-1,-7 0-15,-8-3 16,-1-4-16,-5-7 16,-5-8-16,-1-11 15,-3-12-15,-1-11 16,-2-10-16,-2-10 16,-3-13-16,-1-11 15,-1-14-15,2-11 16,4-11-16,2-8 15,5-5-15,8 0 16,4 3-16,8 4 16,1 8-16,-1 7 15,4 10-15,-1 8 16,2 10-16,-2 10 16,4 12-16,-3 13 15,1 14-15,-1 19 16,-2 16-16,-2 12 15,-2 8-15,-2 1 32,0-8-32,-4-14 0,-1-15 0,1-17 15,0-16-15,-3-9 16</inkml:trace>
  <inkml:trace contextRef="#ctx0" brushRef="#br4" timeOffset="162551.09">6130 10994 0,'0'0'0,"22"1"16,12 0-1,9-3-15,4-3 16,-1-1-16,-2-2 15,-5 0-15,-9 2 16</inkml:trace>
  <inkml:trace contextRef="#ctx0" brushRef="#br4" timeOffset="162750.32">6231 11297 0,'13'14'0,"10"0"16,11-7-16,5-9 16,4-10-16,2-9 15,0-4-15,-10 4 16,-13 6-16</inkml:trace>
  <inkml:trace contextRef="#ctx0" brushRef="#br4" timeOffset="163183.98">6716 10871 0,'0'0'15,"0"0"-15,9-16 16,8-7-16,6-3 16,7 7-16,3 9 15,3 10-15,-3 6 16,-5 8-16,-5 9 15,-10 8-15,-15 7 16,-10 7-16,-8 3 16,-7-3-16,-3-10 15,-1-10-15,1-10 16,5-8-16,3-9 16,8-4-16,8-6 15,8-1-15,7-1 16,9 0-16,7 4 15,7 7-15,6 10 16,-4 7-16,-3 10 16,-3 10-1,-8 7-15,-12 9 0,-10 2 16,-10 2-16,-12-1 16,-7-4-16,-8-5 15,-5-6-15,-1-10 16,3-13-16,7-12 15,9-16-15,12-13 16,7-1-16</inkml:trace>
  <inkml:trace contextRef="#ctx0" brushRef="#br4" timeOffset="163467.12">7076 10484 0,'0'0'16,"0"0"-16,0 0 15,0 0-15,-3 37 16,3 25-16,4 17 16,3 19-16,7 13 15,-4 13 1,0 10-16,0 2 15,1-8-15,-3-15 16,-3-18-16,-1-22 16,-3-24-1,0-19-15</inkml:trace>
  <inkml:trace contextRef="#ctx0" brushRef="#br4" timeOffset="164117.12">6949 10671 0,'-23'-39'16,"-14"-13"-16,-4 0 16,-5 8-16,-4 10 15,-5 9-15,-7 10 16,-10 8-16,-9 7 15,-9 10-15,-7 3 16,-3 4-16,-6 1 16,0 1-16,0 3 15,6 1-15,7-1 16,6-3 0,9-2-16,10-6 15,10-3-15,7-3 16,13-2-16,6-1 15,7 0-15,6 1 16,6 1-16,4 2 16,4 7-16,3 5 0,0 9 15,2 11 1,-1 11-16,-1 11 16,2 12-16,-2 5 15,-2 8-15,-2 8 16,-3 2-16,-2 4 15,-2-4-15,1-3 16,3-7-16,2-10 16,-1-12-16,3-13 15,5-13-15,3-8 16,4-8-16,8-7 16,8-8-16,8-4 15,10-7-15,11-5 16,11-6-16,12-2 15,11-1 1,11-2 0,10 1-16,8 3 0,10 1 0,7 2 15,5 2 1,0 6-16,-1 0 16,-32 1-16</inkml:trace>
  <inkml:trace contextRef="#ctx0" brushRef="#br4" timeOffset="164618.95">8634 10806 0,'0'0'0,"-6"26"16,0 18-16,4 17 15,6 8-15,0 12 16,6 9-1,3 8-15,-2 10 16,0 11-16,-1 4 16,-1 4-16,0-5 15,-2-3-15,-2-9 16,-2-11-16,-2-17 16,-1-25-16</inkml:trace>
  <inkml:trace contextRef="#ctx0" brushRef="#br4" timeOffset="165483.26">8533 10722 0,'0'0'16,"0"0"0,0 0-16,27-7 0,20-3 15,11 3-15,10 4 16,10 0-16,8 1 15,9 0-15,4 2 16,4-1-16,-3 0 16,-1-2-16,-6-2 15,-8 1-15,-5-2 16,-10-1-16,-8 0 16,-10 1-16,-8 3 15,-11 0-15,-7 0 16,-8 2-16,-7 0 15,-11 1-15,0 0 16,0 0-16,6 3 16,-3 3-16,-3 3 0,0 5 15,-2 6 1,1 3-16,-1 8 16,0 5-16,4 7 15,3 7-15,0 8 16,4 10-16,1 5 15,1 5-15,4 2 16,1 6-16,3 1 16,-2-2-16,0 1 15,-1-3-15,-3 0 16,-2-5-16,-1-5 16,0-7-16,1-7 15,-3-8-15,-2-11 16,-3-6-16,0-6 15,-3-5-15,-3-7 16,0-5-16,-2-2 16,-4-3-16,-4-3 15,-5-2-15,-4-1 16,-6-1-16,-6-2 16,-11 0-16,-10 3 15,-11 2-15,-12 4 16,-4 2-16,-8 4 15,-5 3-15,-5 1 16,0 1-16,2-1 16,9-2-16,12-2 15,14-5-15,15-8 16,15-1-16</inkml:trace>
  <inkml:trace contextRef="#ctx0" brushRef="#br4" timeOffset="165934.53">10658 10704 0,'0'0'0,"0"0"0,0 0 15,0 0-15,0 0 16,0 0-16,5 34 15,6 27 1,5 22-16,3 16 16,3 12-16,-1 7 15,0 7-15,0 8 16,-2 4 0,0 0-16,1-2 0,-3-8 15,1-9-15,-4-14 16,-2-17-16,-1-21 15,0-19-15,3-24 16,-4-15-16</inkml:trace>
  <inkml:trace contextRef="#ctx0" brushRef="#br4" timeOffset="166753.01">10557 10684 0,'51'-1'0,"27"-2"16,13 2-16,4 0 16,0-1-16,4-1 15,-3 1-15,-1-1 16,-5-1 0,-6 1-16,-7-3 15,-9 1-15,-9 1 16,-7 0-16,-12 1 0,-8-1 15,-6 1 1,-7 1-16,-6 1 0,-1 2 16,-12-1-1,7 4-15,-1 3 0,-1 4 16,1 5-16,-1 4 16,-1 7-16,3 6 15,-1 4-15,2 8 16,1 6-1,0 5-15,-2 8 16,5 6-16,3 8 16,-2 8-16,3 4 15,0 4-15,4 4 16,0 0-16,-2 3 16,1-2-16,-3-3 15,-6-6-15,0-8 16,2-6-16,-3-6 15,-2-7-15,-4-4 16,-3-8-16,-3-8 16,-4-8-16,-3-10 15,-3-4-15,-5-5 16,-3-7-16,-3-7 16,-7-3-16,-4-2 15,-9-6-15,-11 0 16,-11 0-16,-7 2 15,-9 2-15,-5 2 16,-6 3-16,-1 3 16,1 3-16,2 3 15,7 0-15,13-1 16,16-6-16,16-9 16,20-8-16,10 0 15</inkml:trace>
  <inkml:trace contextRef="#ctx0" brushRef="#br4" timeOffset="167202.67">12405 10826 0,'5'-19'0,"0"-4"15,-1 4-15,0 9 16,-4 10-16,5 5 15,2 18-15,3 18 32,7 20-32,2 16 0,-1 15 0,3 15 15,-2 8-15,0 7 16,2 7-16,-3 0 16,4-3-16,-4-10 15,-1-7-15,0-8 16,-4-11-1,-2-11-15,-3-20 16,1-20-16,-3-18 16,-6-21-16,6 9 15</inkml:trace>
  <inkml:trace contextRef="#ctx0" brushRef="#br4" timeOffset="168000.15">12475 10897 0,'-8'-18'0,"1"-10"15,9 1 1,15 4-16,11 7 15,16 5-15,12 5 16,11 3-16,11 5 16,6 2-16,4 1 15,0 2-15,-3-1 16,-6-1-16,-6-3 16,-4-4-16,-9-1 15,-10-1-15,-7-5 16,-6-1-16,-7 0 15,-9-2-15,-4 2 16,-5 3-16,-3 2 16,-9 5-16,0 0 15,9 0-15,-1 5 16,-1 9-16,3 10 0,-2 9 16,4 9-1,1 9-15,4 9 16,2 7-16,5 9 15,2 4 1,2 7-16,1 4 0,1 1 16,-2-2-16,0-1 15,0-1-15,-6-4 16,0-1-16,-2-6 16,-1-2-16,-2-5 15,-4-7-15,-2-8 16,-1-8-16,-3-4 15,-3-5-15,-1-7 16,-2-5-16,-1-5 16,-1-6-1,-1-2-15,-3-2 0,-2-3 16,-3-2-16,-4-2 16,-6-2-1,-7-5-15,-9-1 0,-8 0 16,-9-1-1,-12 1-15,-15-1 16,-12-1-16,-12 3 0,-14 0 16,-12 2-16,-17 1 15,-12 2-15,-10 4 16,-1-1-16,36-1 16</inkml:trace>
  <inkml:trace contextRef="#ctx0" brushRef="#br3" timeOffset="175121.41">17173 6236 0,'0'0'16,"0"0"-16,0 0 16,0 0-16</inkml:trace>
  <inkml:trace contextRef="#ctx0" brushRef="#br3" timeOffset="176883.58">3096 12763 0,'-14'-32'0,"1"-11"16,11-3-16,10 3 15,9 5-15,8 8 16,4 5-16,1 9 15,2 9 1,-7 11-16,-2 13 16,-7 13-16,-5 15 15,-10 10-15,-9 8 16,-5 7-16,-1-1 0,-3-8 16,0-7-16,3-14 15,2-12 1,4-12-16,8-16 15,-3-1-15,9-12 0,6-8 16,7-3-16,1-1 16,6 2-16,5 6 15,1 6 1,2 8-16,-4 7 16,-5 7-16,-6 8 15,-3 6-15,-9 8 0,-5 7 16,-5 6-16,-10 10 15,-7 9 1,-6 4-16,-6 2 0,-5 1 16,1-3-16,-1-8 15,2-7 1,1-13-16,-1-14 16,0-16-16,3-16 15,9-4-15</inkml:trace>
  <inkml:trace contextRef="#ctx0" brushRef="#br3" timeOffset="177150.26">3532 12472 0,'14'38'15,"4"24"-15,2 16 16,-7 11-16,-4 12 0,4 10 16,-3 5-16,-5-8 15,-3-21 1,-2-28-16</inkml:trace>
  <inkml:trace contextRef="#ctx0" brushRef="#br3" timeOffset="177550.3">3683 12814 0,'16'-30'0,"5"-6"16,-5 8-16,-5 16 15,-4 14-15,-5 15 0,-6 17 16,-3 10-16,-4 10 16,-1 7-16,-2-1 15,-7-4-15,1-11 16,0-11-16,5-13 16,5-12-16,3-14 15,3-12-15,5-7 16,6-5-1,2-4-15,6 2 0,5 5 16,2 9-16,1 8 16,5 7-16,-1 10 15,8 8-15,1 14 16,1 11-16,-1 5 16,-7-1-16,-5-7 15,-10-10-15,-8-12 16,-6-16-1,2 1-15,-4-5 0</inkml:trace>
  <inkml:trace contextRef="#ctx0" brushRef="#br3" timeOffset="177733.59">3929 12963 0,'33'-5'15,"13"-5"-15,4-6 16,-1-4-16,0-3 16,0-3-16,-8 1 15,-5 3-15,-13 6 16,-6 6-16</inkml:trace>
  <inkml:trace contextRef="#ctx0" brushRef="#br3" timeOffset="177950.42">4212 12492 0,'0'54'16,"0"28"-16,8 14 15,6 6-15,1 3 16,-1-1-16,-4-22 16</inkml:trace>
  <inkml:trace contextRef="#ctx0" brushRef="#br3" timeOffset="178200.21">4471 12239 0,'0'0'0,"7"31"15,3 24-15,1 19 16,1 17-16,4 15 15,2 10-15,0 3 16,0-8-16,-5-28 16</inkml:trace>
  <inkml:trace contextRef="#ctx0" brushRef="#br3" timeOffset="178421.79">4849 12349 0,'0'0'15,"0"0"-15,0 0 16,0 0-16,0 0 15,0 0 1</inkml:trace>
  <inkml:trace contextRef="#ctx0" brushRef="#br3" timeOffset="178566.58">4894 12659 0,'-13'117'16,"-1"36"-16,0-16 15,6-37-15,-1-36 16,1-28-16</inkml:trace>
  <inkml:trace contextRef="#ctx0" brushRef="#br3" timeOffset="178984.07">5171 12757 0,'14'-16'0,"5"-13"16,1-11-16,-2-5 16,-4-6-16,-3-5 15,-3-3-15,-4 0 16,-4 2-16,-5 1 15,-2 4-15,-2 6 16,-3 11-16,-1 7 16,2 10-16,1 5 15,2 5-15,2 8 32,2 6-32,1 8 0,3 12 0,-2 13 15,4 14-15,5 14 16,3 14-16,1 13 15,8 14-15,1 12 16,8 11-16,5 8 16,1-5-16,-5-14 15,-7-22 1,-8-30-16</inkml:trace>
  <inkml:trace contextRef="#ctx0" brushRef="#br3" timeOffset="179417.01">5278 12988 0,'-7'-91'16,"-1"-32"-16,5 4 15,6 20-15,8 24 16,6 23-16,3 21 15,0 16-15,3 18 32,1 22-32,-1 25 0,-2 18 0,-2 7 15,-5 0-15,-5-9 16,-3-12-16,-3-15 16,-1-17-16,-2-22 15,-3 0-15,-2-18 16,1-15-16,6-13 15,4-8-15,1-7 16,6-3-16,5 4 16,1 10-16,-3 14 15,-2 14-15,-1 15 16,-1 12-16,0 18 16,3 10-16,1 9 15,-3 2-15,-3 1 16,-3-11-16</inkml:trace>
  <inkml:trace contextRef="#ctx0" brushRef="#br3" timeOffset="179600.04">5619 12169 0,'3'21'0,"0"8"0,6 1 31,9-1-31,1-4 0,-2-3 0,-3-3 16</inkml:trace>
  <inkml:trace contextRef="#ctx0" brushRef="#br3" timeOffset="180632.92">5846 12331 0,'0'0'0,"0"0"16,0 0-16,0 0 16,-3-14-16,-4-3 15,-2 7-15,2 9 16,-1 12-16,2 11 16,2 6-16,2 4 15,4-2-15,1-3 16,4-4-16,4-10 15,3-9-15,-1-9 16,0-5-16,-1-5 16,2 0-16,-1 1 15,0 6-15,4 6 16,0 12-16,-3 14 16,3 16-1,-1 11-15,-2 13 16,-5 9-16,0 7 0,-3 4 15,-5 1 1,-4-6-16,-7-8 16,-5-14-16,-4-13 15,-3-14-15,-4-16 16,-3-12-16,-2-14 16,0-12-16,1-12 15,6-13-15,2-9 16,9-6-16,6-3 15,6-2-15,9-3 16,8 2-16,5 5 16,4 10-16,5 12 15,2 11-15,4 12 16,0 10-16,0 10 16,-1 6-16,-5 4 15,-4 3-15,-5 4 16,-8 2-16,-5 2 15,-4-1-15,-4-2 16,-1-6-16,-2-6 16,-3-11-16,-2-10 15,-1-11-15,0-13 16,3-9-16,4-6 16,8 4-16,4 4 15,4 9-15,2 9 16,2 13-16,5 9 15,0 12-15,3 13 16,-4 8-16,-2 8 16,-2 1-1,-5-1-15,-8-6 16,-3-8-16,-2-7 0,-4-5 16,4-9-16,-5-3 15,0-8-15,-1-6 16,1-5-16,-1-7 15,2-6-15,3-6 16,5-1-16,4 0 16,6 5-1,3 5-15,3 4 0,5 7 16,0 10 0,0 8-16,0 7 15,0 6-15,-5 7 16,-1 6-16,-7 5 15,-3 6-15,-7 5 16,-3 6-16,-8 1 16,-4-1-16,-5-5 15,1-9-15,-5-13 16,-6-11-16,-6-11 16,-2-11-16,5 0 15</inkml:trace>
  <inkml:trace contextRef="#ctx0" brushRef="#br5" timeOffset="186667.49">3462 11020 0,'0'0'15,"0"0"-15,0 0 16,0 0-16,0 0 15,0 0-15,23 23 16,4 23-16,-3 21 16,0 12-16,3 8 15,3 5-15,-2 6 16,-1-1-16,0-9 16,0-14-16,-6-19 15,-5-24-15,-16-31 16,11 2-16,-8-23 15,-3-14-15,0-14 16,3-10-16,1-8 16,-4-4-16,0-6 15,-5-2-15,0 0 16,-1 3-16,4 6 16,2 10-16,1 12 15,2 12 1,-1 12-16,0 11 15,-2 13-15,5 4 0,-3 17 16,-3 18-16,-2 13 16,3 13-16,-5 9 15,1 5-15,-1-3 16,-4-7-16,-4-13 16,1-12-16,0-12 15,0-11-15,4-9 16,3-5-16,5-7 15,0 0-15,2-1 16,4-7-16,3 0 16,4 1-16,4-1 15,4 0-15,3-2 16,5 0-16,2-2 16,5 0-16,0 1 15,1 2-15,3-1 16,-6-2-16,-8 2 15</inkml:trace>
  <inkml:trace contextRef="#ctx0" brushRef="#br5" timeOffset="186899.9">4061 11200 0,'0'0'0,"0"0"15,0 0-15,17-20 16,13-11-16,5-7 16,6 3-16,-4 2 15,-8 6-15,-9 7 16</inkml:trace>
  <inkml:trace contextRef="#ctx0" brushRef="#br5" timeOffset="187083.45">4188 11252 0,'0'0'16,"0"0"-16,0 0 15,19-17-15,13-15 16,2-9-16,-6-6 16,-6 8-16</inkml:trace>
  <inkml:trace contextRef="#ctx0" brushRef="#br5" timeOffset="187483.31">4459 10510 0,'6'37'0,"3"19"16,5 3-16,4-2 16,-1-4-16,2-7 15,4-11-15,-2-12 16,-1-11-1,-4-12-15,-1-12 0,-4-8 16,-3-11 0,-1-9-16,-2-7 15,-3-6-15,-2 1 16,-2 2-16,0 7 16,-1 11-16,2 13 15,1 19-15,-1 7 16,3 19-16,4 20 15,1 18-15,6 14 16,4 8-16,5-1 16,-1-7-16,1-14 15,-5-19 1</inkml:trace>
  <inkml:trace contextRef="#ctx0" brushRef="#br5" timeOffset="188166.33">4698 10187 0,'-63'-5'0,"-32"-1"16,-5 3-16,3 1 15,4 10-15,3 11 16,1 7-16,2 13 16,0 11-16,2 9 15,2 10-15,5 11 16,4 8 0,6 10-16,5 9 15,3 9-15,10 3 16,9 4-16,12 1 15,10-3-15,9-4 16,17-6-16,9-11 16,9-11-16,9-9 15,10-13-15,6-10 16,7-9-16,12-9 16,9-8-16,3-6 15,3-7-15,7-7 16,3-9-16,4-9 15,-3-13-15,-1-10 16,-4-12-16,-1-12 16,-2-11-1,-4-10-15,-6-9 16,-5-9-16,-5-9 16,-6-7-16,-3-4 15,-9-6-15,-9 0 16,-11-2-16,-10-1 15,-11 5-15,-11 4 16,-11 10-16,-11 8 16,-10 9-16,-14 14 15,-7 13-15,-9 15 16,-7 15-16,-5 16 16,-8 17-16,-2 16 15,-6 14-15,-3 12 31,20-5-31</inkml:trace>
  <inkml:trace contextRef="#ctx0" brushRef="#br5" timeOffset="189216.35">6205 13188 0,'15'26'0,"8"17"16,6 11-16,1 8 15,1 6-15,4 7 16,2 5-16,2 1 15,-2-7 1,-2-11-16,-8-14 16,-9-18-16,-9-19 15,-4-8-15</inkml:trace>
  <inkml:trace contextRef="#ctx0" brushRef="#br5" timeOffset="189733.31">6533 13389 0,'-7'-55'0,"-1"-22"0,3 0 16,5 10-16,5 10 15,5 9 1,7 8-16,1 10 15,6 8-15,-1 13 16,0 12-16,-3 15 16,-2 14-16,-2 7 0,-7 5 15,-4 2-15,-2-3 16,-6-3-16,1-7 16,-3-7-16,0-8 15,3-9-15,2-9 16,-3-4-16,1-11 15,1-7-15,7-3 16,4-1-16,4 4 16,3 3-16,1 7 15,6 9-15,0 10 16,0 9-16,-3 7 16,-6 8-16,-3 6 15,-6 8-15,-2 9 16,-4 5-16,-4 2 15,-5-4-15,-2-5 16,1-7-16,-4-12 16,-4-13-16,-3-18 31,4-5-31</inkml:trace>
  <inkml:trace contextRef="#ctx0" brushRef="#br5" timeOffset="190183.67">6969 13098 0,'28'-46'0,"8"-25"16,-5-6-16,-7 3 15,-5 3-15,-8 4 16,-6 5-16,-8 5 15,-8 6 1,-4 7-16,-6 7 16,0 8-16,-3 9 15,1 9-15,1 6 0,2 8 16,3 5-16,4 5 16,4 5-16,4 5 15,7 5-15,5 5 16,7 5-16,5 3 15,5 3-15,9 6 16,6 5 0,8 6-16,10 10 15,8 9 1,6 7-16,8 4 0,-2-1 16,-5 0-16,-12-8 15,-12-9-15,-15-15 16,-17-16-16,-14-17 15,-13-15-15,-2-7 16</inkml:trace>
  <inkml:trace contextRef="#ctx0" brushRef="#br5" timeOffset="190583.71">7190 12918 0,'-5'-74'0,"3"-18"16,9 15-16,8 26 15,8 27-15,8 26 16,7 24-16,4 18 16,3 11-16,-4 0 15,-7-5-15,-8-7 16,-9-14-16,-5-11 15,-12-18-15,0-1 16,-8-19-16,-6-13 16,-5-10-1,-1-11-15,0-6 0,0-4 16,6 3-16,11 9 16,3 18-16,2 14 15,3 16-15,4 13 16,6 10-16,4 8 15,2 0-15,2-3 16,1-6-16,-6-7 16,-6-9-16,-6-4 15</inkml:trace>
  <inkml:trace contextRef="#ctx0" brushRef="#br5" timeOffset="190749.67">7328 12092 0,'4'30'15,"5"14"-15,2 2 16,3-6-16,3-7 16,-2-8-16</inkml:trace>
  <inkml:trace contextRef="#ctx0" brushRef="#br5" timeOffset="191483.3">7625 12246 0,'0'0'0,"0"0"16,0 0-16,-16-3 15,-6-3-15,1 5 16,3 6-16,5 9 15,5 4-15,6 5 16,5-1-16,3-3 16,2-5-16,4-8 15,-1-7-15,0-5 16,1-5-16,1-3 16,1 1-16,3 3 15,0 2-15,2 8 16,6 5-16,5 8 15,3 12-15,-1 9 16,0 5-16,-1 5 16,-5 2-16,-6 6 15,-8 2-15,-7 4 16,-5 1 0,-9-2-16,-4-4 15,-7-8-15,-3-9 0,-3-13 16,-3-15-16,-1-15 15,-6-20-15,-2-20 16,1-16-16,5-10 16,7-7-16,9 2 15,12 5 1,10 9-16,9 6 16,6 11-16,4 8 15,1 10-15,2 12 16,-4 6-16,-3 12 15,-4 9-15,-3 7 16,-4 4-16,-6-1 16,-6-3-16,-3-7 15,-3-4 1,-2-9-16,-3-12 0,3-10 16,0-8-16,2-5 15,5-4-15,5-1 16,5 2-16,5 7 15,7 9-15,4 8 16,4 10-16,2 8 16,2 13-16,-1 3 15,-7-5-15,-5-4 16</inkml:trace>
  <inkml:trace contextRef="#ctx0" brushRef="#br5" timeOffset="192217.76">7883 11581 0,'-57'-4'0,"-24"1"16,-7 4-16,1 5 15,2 8-15,-2 8 16,1 8-16,-2 8 16,-1 5-1,0 7-15,0 8 16,2 8-16,1 6 16,2 9-16,2 4 15,6 7-15,6 4 0,3 10 16,6 6-16,9 0 15,9 1 1,8-4-16,5-2 16,11-4-16,10-2 15,8-3-15,14-5 16,7-8-16,11-6 16,9-7-16,9-6 15,5-6-15,3-11 16,9-8-16,5-6 15,2-5-15,2-5 16,5-6-16,4-9 16,7-9-16,2-10 15,3-12-15,3-11 16,0-12-16,-2-10 31,-3-13-31,-6-11 0,-5-13 0,-6-10 16,-5-8-1,-4-7-15,-8-3 16,-8 0-16,-6-1 0,-8 2 16,-12 0-16,-9 2 15,-14-1 1,-11 2-16,-9 6 16,-15 4-16,-8 6 15,-14 7-15,-6 11 16,-6 17-16,-6 17 15,-4 16-15,-3 15 16,-3 9-16,1 14 16,2 7-16,-2 10 15,15-3-15</inkml:trace>
  <inkml:trace contextRef="#ctx0" brushRef="#br5" timeOffset="204783.63">9145 10174 0,'0'0'0,"0"0"15,0 0-15,0 0 16,0 0-16,0 0 16,0 0-16,7 30 15,3 19-15,-2 12 16,2 5 0,-1 5-16,-3 4 15,-4-6-15,-1-8 16,-1-18-16</inkml:trace>
  <inkml:trace contextRef="#ctx0" brushRef="#br5" timeOffset="205283.78">9346 10257 0,'9'-14'0,"3"-7"16,1 1-16,-1 3 0,2 5 15,-1 4 1,0 5-16,0 8 16,-2 7-16,-4 9 15,-1 8-15,-1 7 16,-3 3-16,-4-1 15,0-5-15,0-11 16,1-6-16,1-16 0,0 0 16,7 3-1,7-6-15,3-5 0,0 2 16,3 3 0,1 3-16,-3 4 15,0 7-15,-4 2 16,-5 4-16,-8 3 15,-5 2-15,-7 5 16,-9 2-16,-5 4 16,-5 0-16,0-3 15,-1-1 1,-1-2-16,3-5 0,2-6 16,6-5-16,4-10 15,7-8-15,3-1 16</inkml:trace>
  <inkml:trace contextRef="#ctx0" brushRef="#br5" timeOffset="206083.6">11220 10271 0,'0'0'15,"0"0"-15,0 0 16,7 13-16,1 6 16,2 2-16,-1 3 15,-1 1-15,0 4 16,1 2-16,-2 2 16,1 0-16,3-5 15,1-8-15,1-9 16,1-6-16,-2-5 15,2-7-15,-2-5 16,-2-6-16,-3-3 16,0-7-16,-2-4 15,-3-1 1,-3-4-16,-4 2 0,-2 2 16,-4 6-16,-4 6 15,0 7-15,-2 6 16,3 10-16,-4 9 15,-1 8 1,4 6-16,2 1 0,4-5 16</inkml:trace>
  <inkml:trace contextRef="#ctx0" brushRef="#br5" timeOffset="206583.54">12935 10271 0,'0'0'15,"-12"14"-15,-2 10 16,0 7-16,2 4 15,8 6-15,5 1 16,5-2-16,3-12 16,1-10-16,2-10 15,1-8-15,0-7 16,-2-7-16,-3-6 16,-4-2-1,-4-2-15,-4-3 0,-6 1 16,-4 1-16,-7 3 15,-2 5-15,-4 8 16,-2 6-16,-4 5 16,-7 2-16,6-2 15</inkml:trace>
  <inkml:trace contextRef="#ctx0" brushRef="#br5" timeOffset="210483.82">9119 11155 0,'0'0'0,"0"0"16,0 0-16,0 0 15,0 0-15,0 0 16,0 0-16,0 0 16,0 0-16,-12 10 15,0 8-15,1 4 16,3 5-16,6 4 15,4 4-15,2 4 16,3 2-16,2 6 16,1 3-16,1-1 15,0-5-15,0-8 16,0-8-16,1-7 16,1-10-16,2-4 15,-1-10-15,0-11 16,0-8-16,-1-9 15,2-8-15,-1-3 16,-3-3-16,1 1 16,-3 3-16,0 4 15,0 5-15,-5 10 16,-2 6-16,-2 6 31,0 10-31,-2 2 0,-3 11 0,-3 17 16,1 16-16,2 16 15,-1 15-15,2 15 16,5 17 0,7 9-16,4-2 15,0-13-15,-3-27 16</inkml:trace>
  <inkml:trace contextRef="#ctx0" brushRef="#br5" timeOffset="211087.42">11017 11149 0,'0'0'16,"0"0"-16,18 14 16,2 17-16,-2 14 15,-2 12-15,-5 13 16,0 12-16,3 6 16,3-9-16,-1-15 15,1-21-15,0-18 16,2-16-16,1-14 15,-1-15-15,0-8 16,-1-7 0,-1-8-1,0-6-15,-3-1 0,-1-2 16,2 1-16,-2 7 16,-2 8-16,-2 9 15,-2 14-15,-7 13 16,6 7-16,0 22 0,0 16 15,-3 19 1,2 15-16,4 17 16,2 14-16,2 7 15,-3-22-15</inkml:trace>
  <inkml:trace contextRef="#ctx0" brushRef="#br5" timeOffset="211650.2">12866 11175 0,'10'23'0,"6"16"15,1 7-15,1 9 16,3 10-16,1 6 16,0-2-16,-3-9 15,1-17-15,-3-17 16,0-14-16,2-13 16,-1-11-1,-2-10-15,-1-9 0,-3-6 16,-1-5-1,-2-1-15,-2 0 16,-3 2-16,-1 9 16,-2 11-16,2 11 15,-1 13-15,3 17 16,-4 18-16,1 21 16,2 21-16,7 20 15,2 15-15,-1 12 16,-3-24-16</inkml:trace>
  <inkml:trace contextRef="#ctx0" brushRef="#br5" timeOffset="-212744.39">9390 11749 0,'0'0'16,"0"0"-16,0 0 15,0 0-15,14 12 16,7-1 0,8-2-16,7-5 0,5-3 15,7-3-15,1-3 16,-4-5-16,-7-5 16,-8-1-16,-10 3 15</inkml:trace>
  <inkml:trace contextRef="#ctx0" brushRef="#br5" timeOffset="-212496.84">9687 11432 0,'-5'21'0,"-1"16"15,3 10-15,5 11 16,3 11-16,4 12 16,0 11-16,5 4 15,1-5-15,0-13 16,-4-20-16,-4-21 16</inkml:trace>
  <inkml:trace contextRef="#ctx0" brushRef="#br5" timeOffset="-212279.98">9869 11368 0,'-3'48'15,"0"32"-15,1 16 16,5 11-16,1 10 16,0 2-1,-3-11-15,-1-28 0</inkml:trace>
  <inkml:trace contextRef="#ctx0" brushRef="#br5" timeOffset="-211630.12">9977 12814 0,'-31'9'0,"-13"2"0,-3-1 16,-2-1-16,2-3 16,2-2-16,1-1 15,3-1-15,4-2 16,4-3 0,5-3-16,4-3 0,1 0 15,7 0-15,3 2 16,5 4-16,8 3 15,0 0-15,-2 6 16,2 12-16,4 12 16,1 10-16,4 3 15,-6-1 1,-1-2-16,-2-3 0,1-7 16,3-9-16,-2-8 15,4-5-15,6-7 16,4-5-16,3-9 15,5-4-15,1-1 16,5 0-16,4 4 16,1 4-16,1 7 15,-3 8-15,-4 11 16,-2 11-16,-10 10 16,-11 12-1,-11 11-15,-7 11 16,-8 7-16,-8 1 15,-3-3-15,-3-5 16,-4-15-16,-2-16 16,-2-17-16,-1-19 15,0-20-15,6-18 16,7-16 0,7 6-16</inkml:trace>
  <inkml:trace contextRef="#ctx0" brushRef="#br5" timeOffset="-211063.54">9592 12498 0,'-26'8'15,"-15"7"-15,-2 3 16,-2 5-16,0 4 15,2 5 1,5 6-16,2 7 0,0 7 16,5 7-1,3 7-15,3 7 16,6 7-16,5 9 16,9 9-16,8 7 15,6 7-15,11 1 16,11 0-16,10-3 15,14-10-15,4-12 16,5-18-16,6-19 16,3-18-16,0-19 31,-1-17-31,0-16 0,-1-13 0,-3-13 16,-3-15-16,-3-12 15,-7-6-15,-7-10 16,-8-6-16,-6-5 15,-11-8 1,-10-3-16,-9 1 16,-11-1-16,-9 5 15,-10 6-15,-8 12 16,-8 13-16,-8 15 16,-5 15-16,-5 19 15,-3 14-15,-1 14 16,2 16-16,1 9 15,-1 6-15,5 2 16,13-9-16</inkml:trace>
  <inkml:trace contextRef="#ctx0" brushRef="#br5" timeOffset="-210046.14">4156 12149 0,'-22'16'0,"-6"3"0,7-4 16,8-8 0,11-8-16,9-11 0,8-8 15,8-13-15,7-10 16,9-13-16,9-10 16,9-10-16,9-5 15,6-7-15,8-3 16,4-2-16,2 0 15,2 5-15,0 5 16,-5 7-16,-19 18 16</inkml:trace>
  <inkml:trace contextRef="#ctx0" brushRef="#br5" timeOffset="-209396.74">10456 13143 0,'0'0'0,"0"0"16,0 0-16,24 8 15,13-2-15,5-7 16,6-4-16,3-4 15,1 0-15,-6 1 16,-5 0-16,-7-1 16,-9-1-16,-9 1 31</inkml:trace>
  <inkml:trace contextRef="#ctx0" brushRef="#br5" timeOffset="-209196.71">10532 13415 0,'13'12'0,"12"1"16,9-4-16,7-12 15,7-9-15,7-4 16,0-5-16,-4 0 15,-14 3 1</inkml:trace>
  <inkml:trace contextRef="#ctx0" brushRef="#br5" timeOffset="-208963.82">11283 12724 0,'0'0'0,"0"0"16,-3 27-16,-1 22 15,-1 16-15,0 15 16,-1 16-16,7 15 16,4 11-16,4 9 15,5-6-15,-3-12 16,-3-24-16,-2-28 15</inkml:trace>
  <inkml:trace contextRef="#ctx0" brushRef="#br5" timeOffset="-208563.14">11446 13111 0,'8'-29'15,"-2"-6"-15,-4 12 0,-5 13 16,-5 15-16,-5 16 16,-5 17-16,-4 15 15,3 8-15,-3 5 16,1-4 0,2-13-16,4-16 15,2-14-15,5-15 16,3-12-16,5-11 15,3-7-15,6 0 16,4 2-16,6 6 16,3 6-16,2 10 0,2 7 15,3 7-15,2 6 16,-1 9-16,2 5 16,2 3-16,-1 2 15,-4-2 1,-4-6-16,-6-10 15,-8-12 1,-7-11-16,-3-4 0</inkml:trace>
  <inkml:trace contextRef="#ctx0" brushRef="#br5" timeOffset="-208363.94">11648 13266 0,'25'7'16,"12"2"-16,8-6 16,2-8-16,3-4 15,-2-4-15,-1 0 16,-5-1-16,-10 1 16,-8 2-16,-9 1 15</inkml:trace>
  <inkml:trace contextRef="#ctx0" brushRef="#br5" timeOffset="-208163.16">11894 12963 0,'-3'66'16,"1"29"-16,3 10 15,9-1 1,6-3-16,0-10 16,0-15-1,-5-21-15</inkml:trace>
  <inkml:trace contextRef="#ctx0" brushRef="#br5" timeOffset="-207930.22">12298 12757 0,'0'0'16,"0"0"-16,5 44 0,0 35 15,1 23 1,3 14-16,3 10 15,0 0-15,1-17 16,-2-30-16</inkml:trace>
  <inkml:trace contextRef="#ctx0" brushRef="#br5" timeOffset="-207646.12">12481 14053 0,'-68'10'0,"-41"-4"16,-19-4-1,-7-9-15,-6-5 16,-4 1-16,-2 5 15,-5 7-15,-6 5 16,-4 4-16,-5-3 16,-6-5-16,-5-7 15,34-1 1</inkml:trace>
  <inkml:trace contextRef="#ctx0" brushRef="#br5" timeOffset="-204855.27">9769 8250 0,'0'0'0,"0"0"16,0 0-16,0 0 16,0 0-16,0 0 0,0 0 15,11-6 1</inkml:trace>
  <inkml:trace contextRef="#ctx0" brushRef="#br5" timeOffset="-203147">10545 7346 0,'-31'-18'0,"-20"-13"15,-5-1-15,-2-1 16,-2 3-16,1 4 16,-1 2-16,1 3 15,-3 3-15,1 4 16,1 6-16,-4 5 16,1 4-16,1 6 15,-1 4 1,-2 8-16,2 9 0,3 4 15,3 8 1,5 7-16,2 8 16,6 6-16,7 5 15,6 5-15,8 3 16,6 7-16,9-1 16,8-3-16,7-1 15,8-5-15,8-5 16,12-4-16,6-5 15,8-6-15,8-7 16,8-6 0,5-8-16,6-3 0,7-6 15,6-4 1,7-5-16,0-7 16,5-3-16,3-6 15,0-4-15,1-7 16,-3-7-16,-1-7 15,-3-6-15,-4-6 32,-5-6-32,-10-5 0,-13-3 0,-10-2 15,-11-6-15,-12-3 16,-15-4-16,-10-1 16,-13 0-1,-9 1-15,-11 1 16,-8 6-16,-10 8 15,-6 10-15,-5 11 16,-4 13-16,-4 12 16,-6 9-16,-3 7 15,14 1-15</inkml:trace>
  <inkml:trace contextRef="#ctx0" brushRef="#br5" timeOffset="-202796.55">10368 8179 0,'22'25'0,"10"13"15,8 6-15,5 5 16,3 0-16,4 3 16,6 4-16,3 2 15,4-6-15,1-13 16,0-15 0,1-17-16,-2-15 15,0-14-15,4-15 16,1-16-16,4-14 15,4-14-15,7-13 16,5-13-16,3-11 16,-20 24-16</inkml:trace>
  <inkml:trace contextRef="#ctx0" brushRef="#br5" timeOffset="-187246.19">18378 4983 0,'0'0'0,"0"0"0,0 0 15,-3-15-15,3-4 16,-1 0-16,3-1 16,4 2-16,5 0 15,7 4-15,3-1 16,3 5-16,1 4 16,0 3-16,-1 5 15,-2 7-15,-2 7 16,-4 10-16,-5 10 15,-4 9-15,-5 6 16,-3 10-16,-3 7 16,-6 6-16,1 4 15,0 5-15,0 7 16,-3 7-16,-2 8 16,3-1-16,2 7 15,-1 4-15,-2 3 16,3-2-16,4 1 15,1-1-15,3-1 16,1-2 0,1-1-16,3 0 0,1 0 31,2-2-31,1 2 0,-1-1 16,-1-2-16,-1-2 15,1-5-15,3-5 16,-4-2-16,0-3 15,0-6-15,-1-5 16,-2-7-16,1-6 16,-1-9-16,0-5 15,-4-4-15,-1-9 16,-2-4-16,0-6 16,-1-5-16,2-7 15,-1-3-15,1-3 16,0-3-16,-1-1 15,2-3-15,3-6 0,0 0 16,0 0 0,0 0-16,0 0 0,0 0 15,0 0 1,0 0-16,0 0 0,0 0 16,0 0-16,0 0 15,0 0-15,0 0 16,0 0-16,-6 4 15,-3-3-15,-3-1 16,-3-1-16,-6-2 16,-8-4-16,-9 0 15,-7 3-15,-7-2 16,-7 2-16,-13 2 16,14 1-16</inkml:trace>
  <inkml:trace contextRef="#ctx0" brushRef="#br5" timeOffset="-167148.16">17255 6165 0,'0'0'0,"0"0"0,0 0 15,0 0-15,0 0 16</inkml:trace>
  <inkml:trace contextRef="#ctx0" brushRef="#br5" timeOffset="-164563.37">16751 6068 0,'0'0'0,"-13"0"16,-4 0-16,5 2 0,12-2 15,0 0-15,1 6 16,9 3-16,11 3 16,9 0-1,9-1-15,10 1 16,9-1-16,11-5 0,10-4 15,6-2 1,4-2-16,7-3 0,6-1 16,2-1-1,2-1-15,1 1 16,0 0-16,-6 1 16,-4 1-16,-9 1 15,-12 2-15,-12 0 16,-14 3-16,-15 1 15,-18 0-15,-17-1 16,-6-1-16</inkml:trace>
  <inkml:trace contextRef="#ctx0" brushRef="#br5" timeOffset="-164212.39">16536 6236 0,'0'0'0,"0"0"0,0 0 16,40 5-16,25 1 15,14-2 1,11 1-16,10-3 16,13-2-16,6 0 15,8 0-15,5 0 16,3 1-16,1 2 16,-1 1-16,-4-2 15,-1-1-15,-4-4 16,-14-8-16,-29 0 15</inkml:trace>
  <inkml:trace contextRef="#ctx0" brushRef="#br5" timeOffset="-151147.1">4453 10342 0,'-38'-13'0,"-17"-6"16,-1 2 0,6 7-16,7 9 15,6 11-15,4 14 16,6 16-16,6 12 15,7 14-15,10 14 16,12 11-16,6 10 16,5 6-16,14 5 15,9 0-15,10-6 16,7-17-16,3-22 16,4-23-16,1-20 15,-3-20-15,2-16 16,-2-13-16,-1-13 15,-4-11-15,-4-11 16,-7-9-16,-4-10 16,-8-7-16,-8-7 15,-11-2-15,-10-3 16,-9-3-16,-10 0 16,-12-1-1,-10 10-15,-9 11 16,-5 14-16,-8 14 15,-6 18 1,-1 16-16,-2 17 0,-1 15 16,6 11-16,-1 11 15,-3 7-15,14-7 16</inkml:trace>
  <inkml:trace contextRef="#ctx0" brushRef="#br5" timeOffset="-130810.08">16820 3801 0,'0'0'16,"-16"-7"-16,-2-2 16,2 2-16,7 4 15,9 3-15,1 4 16,9 7-16,10 8 0,5 9 15,2 9 1,4 9-16,3 11 16,0 9-16,2 6 15,2 5-15,-1 3 16,-2 2-16,-1 2 16,-2-2-16,-1-2 15,-4-4-15,-2-3 16,2-8-1,-3-8-15,-2-10 16,-8-14-16,-5-13 0</inkml:trace>
  <inkml:trace contextRef="#ctx0" brushRef="#br5" timeOffset="-130396.64">17085 3705 0,'0'0'16,"0"0"-16,1 26 16,6 16-16,2 9 15,5 10-15,4 7 16,9 9 0,6 7-16,4 7 15,2 2-15,1-1 0,-1-4 16,-3-5-16,-4-6 15,-1-9-15,-7-9 16,-2-7 0,-3-5-16,-5-11 15,-9-10-15,-5-10 0</inkml:trace>
  <inkml:trace contextRef="#ctx0" brushRef="#br5" timeOffset="-130095.52">17016 4616 0,'0'0'16,"0"0"-16,0 0 15,0 0-15,16 24 16,15 15 0,9 11-16,11 9 15,5 0-15,1-5 16,0-13-16,-5-16 16,-2-16-16,-3-12 15,-7-11-15,-9-12 16,-10 2-16</inkml:trace>
  <inkml:trace contextRef="#ctx0" brushRef="#br5" timeOffset="-129930.67">17596 4421 0,'0'0'0,"0"0"15,-5 36-15,2 25 16,5 18-16,3 11 15,6 13-15,9 2 16,-3-22-16</inkml:trace>
  <inkml:trace contextRef="#ctx0" brushRef="#br5" timeOffset="-128979.89">17268 6139 0,'0'0'0,"0"0"16,0 0-16,0 0 15,0 0-15,0 0 16,0 0-16,0 0 16,0 0-16,0 0 15,0 0-15,0 0 16,0 22-16,-3 15 15,-1 1-15,-3 1 16,-6 1-16,-3 2 16,-3 0-16,-5-1 15,0-5-15,-1-4 16,-2-5-16,1-4 16,-1-6-16,-1-6 15,-3-6-15,-1-7 16,-1-6-16,-1-4 15,2-4-15,1-6 16,4-5-16,1-5 16,4-2-16,8-3 15,3-4-15,4 2 16,5 1-16,3 4 31,1 5-31,5 4 0,1 6 0,2 5 16,-3 7-16,3 4 15,1 5-15,1 2 16,-3 4-16,-1 2 16,-3 1-16,-2 1 15,-4 2-15,-2-2 16,0-1-16,-3-3 16,2-2-16,4-6 15,0 0-15,-5-3 0,1-7 16,0-7-16,2-3 15,4 0-15,1 5 16,0 0-16,1 5 16,-4 10-16,0 0 15,7 4-15,0 10 16,1 9-16,-1 2 31,2-2-31,0-5 0,-3-5 0</inkml:trace>
  <inkml:trace contextRef="#ctx0" brushRef="#br5" timeOffset="-121864.06">16920 5286 0,'-38'-17'0,"-17"-4"16,4 3-16,6 6 15,6 9-15,3 7 16,2 10-16,2 7 15,2 11-15,2 8 16,2 10-16,2 11 16,4 11-16,5 11 15,4 10 1,6 10-16,8 9 0,8-7 16,11-7-1,7-18-15,4-21 0,3-16 16,3-14-1,5-15-15,1-9 16,-2-13-16,0-12 16,1-11-16,-2-11 15,-2-14-15,-2-14 16,-6-12-16,-7-7 16,-5-6-16,-5-5 15,-6 4-15,-9 6 16,-8 12-16,-6 11 15,-5 10-15,-5 11 16,-6 10 0,-2 8-16,0 10 0,-2 7 15,2 9-15,2 9 16,2 4-16,-3 2 16,6-3-16</inkml:trace>
  <inkml:trace contextRef="#ctx0" brushRef="#br6" timeOffset="-106996.7">14688 11827 0,'0'0'0,"0"0"0,-12-4 16,-2 7-16,4 8 16,3 14-16,2 16 15,2 19-15,2 13 16,2 14-16,3 11 15,0 6-15,4 7 16,3 4 0,1-4-16,4-12 15,-1-13-15,-2-19 16,-3-15-16,-6-21 0,-5-15 16,-1-10-16</inkml:trace>
  <inkml:trace contextRef="#ctx0" brushRef="#br6" timeOffset="-106596.47">14877 12233 0,'15'-30'0,"1"-8"15,-4 8-15,-5 10 16,-3 11-16,-8 13 15,-3 14-15,-5 12 16,-4 17-16,-4 14 16,-4 6-16,-5 0 15,0-3 1,1-11-16,4-11 0,5-11 16,6-11-16,5-12 15,8-8-15,-2-3 16,4-8-16,7-4 15,4-2-15,4 2 16,5 6-16,5 6 16,6 9-16,2 12 15,1 11-15,4 10 16,-3 12-16,3 6 16,-5-2-16,-6-8 15,-5-14-15,-7-12 16</inkml:trace>
  <inkml:trace contextRef="#ctx0" brushRef="#br6" timeOffset="-106346.78">15148 12402 0,'21'-1'0,"8"-7"15,7-4-15,2-8 16,0-4-16,3-1 16,-6 1-16,-9 4 31,-8 6-31</inkml:trace>
  <inkml:trace contextRef="#ctx0" brushRef="#br6" timeOffset="-106147.21">15344 12594 0,'12'15'0,"5"5"15,7-3-15,6-5 16,5-9-16,0-9 16,-4-8-16,-4-6 15,-10 0-15</inkml:trace>
  <inkml:trace contextRef="#ctx0" brushRef="#br6" timeOffset="-105946.53">15779 11969 0,'-2'35'0,"4"26"15,1 15-15,7 13 16,4 9-16,5 4 15,-6-8-15,-5-24 0</inkml:trace>
  <inkml:trace contextRef="#ctx0" brushRef="#br6" timeOffset="-105330.2">15792 11595 0,'-70'-52'0,"-30"-14"0,-4 9 16,6 16-16,5 19 15,4 16-15,0 18 16,1 17-16,1 17 15,4 12-15,2 16 16,6 13-16,9 10 16,9 10-16,10 4 15,9 5-15,9 2 16,11 2 0,13-1-16,11-1 15,12-2-15,14 2 16,10-3-16,10-3 15,9-6-15,12-8 16,9-7-16,12-9 16,9-14-16,5-14 15,1-19-15,-1-19 16,-4-18 0,-5-19-16,-4-12 0,-5-12 15,-7-11-15,-7-11 16,-8-8-16,-10-8 15,-9-8-15,-14-3 16,-11-6-16,-11-2 16,-11-3-16,-10 2 15,-6 8-15,-10 6 16,-5 5-16,-6 10 16,-4 9-16,-9 10 15,-8 6-15,-2 7 16,-3 0-16,12 9 15</inkml:trace>
  <inkml:trace contextRef="#ctx0" brushRef="#br6" timeOffset="-104963.8">15180 11684 0,'-14'-4'0,"-5"-10"15,3-12-15,5-15 16,2-11 0,4-13-16,0-8 15,4-6-15,-4-6 16,-1-6-16,1-5 16,-2-5-16,2-3 15,2-1-15,-1 0 16,1 6-16,-1 8 15,1 8-15,-1 13 16,1 13 0,0 15-16,-3 14 0,-1 10 15,-1 13 1,0 13-16,-1 17 0,-1 14 16,5 15-1,-1 6-15,-1-1 16,0-13-16</inkml:trace>
  <inkml:trace contextRef="#ctx0" brushRef="#br6" timeOffset="-99660.45">19299 2014 0,'-83'-34'0,"-40"-14"15,-6 4-15,-1 6 31,2 6-31,0 5 0,0 3 16,1 5-16,-4 2 16,-7 6-16,-3 3 15,-6 5-15,-5 2 16,-7 3-16,-5 4 16,0 6-16,-1 6 15,3 5-15,0 3 16,1 3-16,0 2 15,3 4-15,2 3 16,5 3-16,6 3 16,3 6-1,2 5-15,8 5 16,5 6-16,10 4 0,6 1 16,5 2-1,9 2-15,8 1 16,9 2-16,8-2 15,8-1-15,9 2 32,4 0-32,8-2 0,7 1 0,5 0 15,9-2-15,8 2 16,7-3-16,6 1 16,8-2-16,10-4 15,2-2-15,7-3 16,7-4-1,6-5-15,5 1 16,8-2-16,4-1 16,10 0-16,5-5 15,2-2-15,8-4 16,9-3-16,7-2 16,8-6-16,8-2 15,9-6-15,5-5 16,7-4-1,5-5-15,5 1 16,2-5-16,2-2 16,3-1-16,5-1 15,0-3-15,4 0 16,2-3-16,2-3 16,3-2-16,0-3 15,2-4-15,3-3 16,2-5-16,0-3 15,-2-2-15,-1-3 16,-1-5-16,-3 0 16,-1-5-16,-6-2 15,-3-3 1,-4 1-16,-4-3 16,-1-3-16,-4-3 15,-6-2-15,-9 0 16,-4-1-16,-7-2 15,-12-2 1,-5-2-16,-11-2 0,-10-4 16,-11-1-16,-7-3 15,-11-3-15,-13-1 16,-11-2-16,-14 1 16,-13 0-16,-11 5 15,-11 2-15,-16 2 16,-9 7-16,-10 8 15,-15 3 1,-16 6-16,-15 1 16,-14 4-16,-7 17 15,23 11-15</inkml:trace>
  <inkml:trace contextRef="#ctx0" brushRef="#br6" timeOffset="-97810.7">16132 1465 0,'0'-13'16,"0"-2"-16,2 5 16,3 10-16,3 9 15,1 10-15,2 14 16,-1 16-16,2 12 31,2 13-31,-3 11 0,-2 10 0,2 8 16,0 2-16,-2-8 15,-5-23-15,2-28 16,-2-19-16</inkml:trace>
  <inkml:trace contextRef="#ctx0" brushRef="#br6" timeOffset="-97413.95">16479 1601 0,'-3'-14'0,"-1"-2"15,-3 10-15,1 11 16,0 17-16,-6 18 16,-5 15-16,-5 10 15,-2 3 1,-3-5-16,1-9 15,0-8-15,2-11 16,4-13-16,5-14 16,5-15-16,6-13 15,9-8 1,4-5-16,9-1 16,7 6-16,2 8 0,4 14 15,2 12-15,1 12 16,2 12-16,0 7 15,3 3-15,0-1 16,4-5-16,1-7 16,-4-14-16,-10-6 15</inkml:trace>
  <inkml:trace contextRef="#ctx0" brushRef="#br6" timeOffset="-97213.14">16813 1729 0,'0'0'0,"0"0"16,0 0-16,28-11 16,14-3-16,7-3 15,-7 2-15,-14 3 16</inkml:trace>
  <inkml:trace contextRef="#ctx0" brushRef="#br6" timeOffset="-97046.18">16896 1885 0,'0'0'16,"0"0"-16,0 0 15,34-10-15,13-11 16,2-11-16,-10 4 16</inkml:trace>
  <inkml:trace contextRef="#ctx0" brushRef="#br6" timeOffset="-96879.73">17280 1517 0,'0'0'0,"2"32"0,2 25 16,1 14 0,0 8-16,5 3 15,4-5-15,8-15 16,1-20-16,-4-17 16</inkml:trace>
  <inkml:trace contextRef="#ctx0" brushRef="#br6" timeOffset="-96279.87">17457 1213 0,'-78'-37'0,"-36"-16"16,-4 7-16,7 14 15,7 13-15,5 14 16,-2 12-16,2 11 16,1 11-1,2 10-15,1 9 16,5 10-16,4 10 16,9 7-1,7 9-15,11 8 0,11 5 16,14 6-16,16 2 15,10 3-15,15-5 16,16-8-16,15-7 16,12-12-16,13-13 15,12-12-15,10-13 16,9-15-16,7-11 16,8-12-16,5-10 15,0-10 1,-3-7-16,-2-11 15,-8-10-15,-5-8 16,-6-7-16,-7-11 16,-11-11-16,-4-6 15,-10-6-15,-12-6 16,-11-2-16,-11 2 16,-15 6-16,-17 4 15,-16 12-15,-21 9 31,-17 15-31,-17 19 0,-15 19 16,-17 21-16,-17 14 16,-13 3-16,26-5 15</inkml:trace>
  <inkml:trace contextRef="#ctx0" brushRef="#br6" timeOffset="-15313.48">10249 7004 0,'-30'-9'16,"-13"-5"-16,1 1 15,1 1 1,4 2-16,2 2 0,-2 7 15,2 3-15,-3 2 16,0 5 0,0 4-16,1 2 15,1 3-15,-1 5 16,-1 2-16,2 5 16,2 4-16,0 2 31,3 1-31,0 4 0,3 2 0,1 2 15,0 3-15,2 1 16,3 2-16,5 0 16,2 1-16,3-3 15,5 0 1,2 1-16,3 1 0,6 1 16,3-1-16,4 1 15,6 3 1,1-1-16,4 0 15,3-3-15,6-1 16,2-4-16,4-1 16,4-3-16,1-2 15,5-1-15,5-4 16,-1-6 0,5-3-16,3-5 0,3-4 15,1-6-15,3-3 16,2-7-1,1-5-15,1-4 0,1-3 16,1-5 0,0-4-16,0-4 15,-2-2-15,1-4 16,-4-2-16,-2-2 16,-3-4-16,-3-2 15,-6-2-15,-5-3 16,-5-2-16,-5-3 15,-6-1-15,-7-1 16,-2-1 0,-9-1-16,-6 0 15,-6-2-15,-6 0 16,-5-1-16,-5 1 16,-4 0-16,-5 1 15,-6 2-15,-5 2 16,-1 4-16,-8 2 15,-4 4-15,-1 3 16,-4 3-16,-5 4 16,-2 2-16,-3 4 15,-1 4-15,-1 3 16,-6 3-16,0 3 16,-3 4-16,1 6 15,-3 4 1,0 1-16,-1 4 15,0 3-15,0 2 16,-3 4-16,-1 4 16,3 6-16,-1 3 15,3 6-15,2 4 16,1 6-16,3 5 16,2 7-16,6 6 15,6 9-15,6 6 31,0 7-31,-5 9 0,9-15 0</inkml:trace>
  <inkml:trace contextRef="#ctx0" brushRef="#br6" timeOffset="-9347.47">9169 9567 0,'22'-24'16,"8"-16"-16,5-6 15,3-6-15,2-2 16,0-5-1,6-7-15,3-8 16,3-6-16,4-4 16,3-3-16,2-2 15,2 0-15,-2 5 16,-1 4-16,-4 7 16,-6 5-16,-5 10 15,-4 5-15,-6 10 16,-9 9-16,-7 11 31,-7 9-31,-12 14 0,0 0 0,0 0 16,0 0-16,1 0 15,-8 11-15,-6 5 16,0 4-16,2 2 16,4 1-16,4-2 15,2-4-15</inkml:trace>
  <inkml:trace contextRef="#ctx0" brushRef="#br6" timeOffset="-7980.73">17722 5132 0,'-33'-25'16,"-18"-9"-16,-1 0 15,0 2-15,3 1 16,-1 7-16,-3 1 16,-2 5-16,-3 4 15,-3 7-15,-3 7 16,0 4-16,0 8 15,-1 5-15,3 5 16,2 6-16,3 6 16,3 6-1,3 5-15,4 9 16,2 7-16,2 8 16,4 3-16,9 3 0,7 3 15,10 3-15,7-1 16,9 2-16,8 2 15,10 2 1,9 2-16,10 0 16,9-1-16,9-6 15,8-8-15,6-10 16,7-9-16,8-11 16,4-7-16,6-12 15,4-8-15,4-9 16,4-9-16,1-12 15,1-7-15,1-8 16,-1-9 0,1-7-16,-3-5 0,-5-7 15,-3-4-15,-4-6 16,-8-1 0,-7-4-16,-11-1 15,-10-1-15,-13-1 16,-10-3-16,-13-2 15,-12 1-15,-14 2 16,-12 1-16,-10 4 16,-14 6-16,-11 5 15,-12 4-15,-10 4 16,-8 8-16,-10 5 16,-7 6-16,-9 0 15,21 7-15</inkml:trace>
  <inkml:trace contextRef="#ctx0" brushRef="#br6" timeOffset="-7079.51">15325 4479 0,'0'0'16,"14"23"-16,12 12 16,12 5-16,8 2 15,8 2-15,8 1 32,7 4-32,5 1 0,5 3 0,3-1 15,1 5-15,1-1 16,-1 1-16,-2-3 15,-6-1 1,-4-4-16,-7-5 16,-5-5-16,-11-4 15,-9-9-15,-11-7 16,-11-7-16,-8-5 16,-9-7-16,-4 0 15,-13-7-15,-10-4 0,-10-6 16,-6-1-1,-7-3-15,-7 1 16,-3 1-16,0 1 16,-2 1-16,2-2 15,2 2-15,3 1 16,6 3 0,5 3-16,6 5 15,11 1-15,8 3 0,10 6 16,8 2-1,9 4-15,10 4 0,9 1 16,6-2 0,7-1-16,4-3 15,3-2-15,0-7 16,0 1-16,-3-4 16,-4-2-16,-6-3 15,-4-3-15,-7-8 16,-4-9-16,-8-3 15,-5-9-15,-6-1 16,-4 3-16,-6 5 16,-2 8-16,-4 12 15,0 12-15,-1 15 16,0 17-16,1 16 16,6 15-1,8 15 1,8 10-16,9 7 0,5-2 15,-3-19-15</inkml:trace>
  <inkml:trace contextRef="#ctx0" brushRef="#br6" timeOffset="-375.89">10217 6281 0,'0'0'0,"0"0"15,18 12-15,9 9 16,6 6-16,0 8 16,0 5-16,-2 2 15,-6 1-15,-4-7 16,-7-9-16,-2-10 15,0-11-15,1-12 16,3-18-16,8-23 16,6-18-16,5-13 15,8-3-15,-3 2 16,-10 19 0</inkml:trace>
  <inkml:trace contextRef="#ctx0" brushRef="#br6" timeOffset="-63.74">10418 6242 0,'0'0'0,"0"0"0,15 22 16,8 12-16,8 7 16,1 4-16,2-4 15,-3-7 1,-3-14-16,-1-16 16,1-20-16,2-26 15,9-24-15,10-25 16,9-19-16,9-14 15,0-10-15,-13 27 16</inkml:trace>
  <inkml:trace contextRef="#ctx0" brushRef="#br5" timeOffset="125522.29">10336 7230 0,'-47'-34'0,"-26"-15"15,-8-4 1,-1 9-16,2 5 16,-6 5-16,-3 6 15,0 4-15,-2 6 16,-4 3-16,-4 5 15,1 5-15,-4 7 16,-1 4-16,1 7 16,0 5-16,-2 7 15,0 8-15,2 7 16,5 6-16,1 7 16,4 6-16,6 6 15,7 5 1,7 2-16,8 3 15,9 1-15,10 1 16,12 1-16,11-1 16,10-2-16,12-5 15,12-1-15,11-7 16,9-2-16,16-4 16,11 1-16,10-4 15,10-1-15,9-4 16,9-2-16,11-3 15,10-2-15,6-5 16,14-3-16,7-4 16,7-1-1,6-4-15,7-4 16,3-3-16,6-5 16,8-5-16,-1-6 15,3-4-15,0-1 16,1-8-16,-1-5 15,1-4-15,-1-6 32,-6-8-32,-5-4 0,-2-4 0,-4-4 15,-8-3-15,-8-5 16,-9-3-16,-11-3 16,-10-2-1,-13-1-15,-14-2 16,-14 0-16,-15 1 15,-16 0-15,-15 1 16,-15 3-16,-17-2 16,-16-3-16,-15-1 15,-17 1-15,-13 2 16,-14 0-16,-16 4 16,-15 0-16,-15 3 15,-8 6 1,-18 2-16,-11 9 15,-9 5 1,-12 6-16,-15 9 0,-9 9 16,-11 9-16,-9 12 15,-8 10-15,-9 13 16,-9 12-16,-6 9 16,-6 12-16,53-9 15</inkml:trace>
  <inkml:trace contextRef="#ctx0" brushRef="#br3" timeOffset="-165988.77">11585 6293 0,'-86'-19'0,"-34"-8"15,4-3-15,15 6 16,13 4 0,10 4-16,2 1 15,5 4-15,2 4 16,3 3-16,1 4 15,2 4-15,1 6 16,1 1-16,5 7 16,1 5-16,1 4 15,2 7-15,1 6 16,5 4 0,4 6-16,7 3 0,4 2 15,4 1 1,6 0-16,7 0 15,7 0-15,4-2 16,4 3-16,7 1 16,7 2-16,7 1 15,4 1-15,6-1 16,4-3-16,9-3 16,7 0-1,8-4-15,5-2 0,7-2 16,5-3-16,4-2 15,4-5-15,4-5 16,4-7 0,4-5-16,2-7 15,2-6-15,2-4 16,0-5-16,2-5 16,1-5-16,2-7 15,-4-5-15,-4-8 16,-2-6-16,-2-7 15,-4-6-15,-7-6 16,-5-3-16,-9-4 16,-6-3-1,-12-3-15,-10-1 16,-8 0-16,-10 0 16,-9 1-16,-11 1 15,-8 2-15,-9 3 16,-8 3-16,-7 6 15,-6 3-15,-5 4 16,-3 5-16,-5 6 16,-3 5-16,1 5 15,1 4-15,0 2 16,0-2 0,5 2-16,10 4 0</inkml:trace>
  <inkml:trace contextRef="#ctx0" brushRef="#br3" timeOffset="-164821.76">16789 6191 0,'0'0'0,"0"0"0,0 0 15,0 0-15,0 0 16,16 17-16,13 8 15,7-2-15,7-3 16,6-2 0,6-3-16,6-2 0,2-3 15,3-2 1,4-2-16,4-2 0,2-4 16,0-1-1,3-7-15,-2-1 16,1-4-16,0-4 15,-3-3-15,-1-6 16,-4-5 0,-1-7-16,-6-4 0,-2-6 15,-6-6-15,-7-3 16,-7-2-16,-9-6 16,-5-2-16,-10-2 15,-7-6-15,-6-1 16,-4-3-1,-5-1-15,-7-2 16,-2 0-16,-9 0 16,-8 0-16,-7 4 15,-5 4-15,-3 2 16,-4 5-16,-4 4 16,-2 8-16,-3 5 15,-3 5-15,-2 7 16,-3 8-16,1 6 15,-4 9-15,-3 11 16,0 9-16,-3 9 16,-1 12-16,-4 10 15,-1 10 1,3 8 0,0 12-16,1 9 0,5 11 15,5 4-15,6 7 16,6 5-16,5-2 15,11-2-15,13-3 16,10-7-16,11-7 16,13-5-16,14-6 15,12-9-15,13-7 16,17-5-16,18-8 16,16-5-16,16-5 15,11-7-15,2-11 16,-27-6-16</inkml:trace>
  <inkml:trace contextRef="#ctx0" brushRef="#br3" timeOffset="-162472.41">9825 8353 0,'0'0'0,"0"0"31,17 1-31,11 2 0,11-1 0,9-2 15,6-1-15,4-2 16,8-2 0,6-3-16,3-4 0,6-1 15,1 0-15,2 1 16,-4-1 0,-5 3-16,-11 0 15,-18 2-15</inkml:trace>
  <inkml:trace contextRef="#ctx0" brushRef="#br3" timeOffset="-162172.46">10002 8320 0,'0'0'0,"0"0"16,0 0-16,27-3 15,20-7-15,17-5 16,12-5-16,5-1 15,-1-1 1,-18 3-16</inkml:trace>
</inkml:ink>
</file>

<file path=ppt/ink/ink7.xml><?xml version="1.0" encoding="utf-8"?>
<inkml:ink xmlns:inkml="http://www.w3.org/2003/InkML">
  <inkml:definitions>
    <inkml:context xml:id="ctx0">
      <inkml:inkSource xml:id="inkSrc0">
        <inkml:traceFormat>
          <inkml:channel name="X" type="integer" max="32767" units="cm"/>
          <inkml:channel name="Y" type="integer" max="32767" units="cm"/>
          <inkml:channel name="T" type="integer" max="2.14748E9" units="dev"/>
        </inkml:traceFormat>
        <inkml:channelProperties>
          <inkml:channelProperty channel="X" name="resolution" value="375.81143" units="1/cm"/>
          <inkml:channelProperty channel="Y" name="resolution" value="655.20898" units="1/cm"/>
          <inkml:channelProperty channel="T" name="resolution" value="1" units="1/dev"/>
        </inkml:channelProperties>
      </inkml:inkSource>
      <inkml:timestamp xml:id="ts0" timeString="2021-06-24T07:27:04.015"/>
    </inkml:context>
    <inkml:brush xml:id="br0">
      <inkml:brushProperty name="width" value="0.05292" units="cm"/>
      <inkml:brushProperty name="height" value="0.05292" units="cm"/>
      <inkml:brushProperty name="color" value="#00B050"/>
    </inkml:brush>
    <inkml:brush xml:id="br1">
      <inkml:brushProperty name="width" value="0.05292" units="cm"/>
      <inkml:brushProperty name="height" value="0.05292" units="cm"/>
      <inkml:brushProperty name="color" value="#FFFFFF"/>
    </inkml:brush>
    <inkml:brush xml:id="br2">
      <inkml:brushProperty name="width" value="0.05292" units="cm"/>
      <inkml:brushProperty name="height" value="0.05292" units="cm"/>
      <inkml:brushProperty name="color" value="#FFFF00"/>
    </inkml:brush>
  </inkml:definitions>
  <inkml:trace contextRef="#ctx0" brushRef="#br0">12538 1903 0,'49'-46'16,"23"-25"-16,9-5 16,3 0-16,-1 1 15,3 4-15,4 2 16,6 3-1,4 4-15,0-1 16,-3 8-16,-1 4 16,-5 6-16,-3 6 15,-8 10-15,-11 9 16,-9 5-16,-9 4 16,-13-4-16,-15 4 15</inkml:trace>
  <inkml:trace contextRef="#ctx0" brushRef="#br0" timeOffset="416.64">14398 368 0,'0'0'0,"0"0"16,5 22-16,2 20 16,2 11-16,-2 11 15,-3 11-15,-4 9 16,-3 3 0,-3-1-16,-2-5 15,-1-13-15,0-13 0,-1-16 16,0-16-16,2-11 15</inkml:trace>
  <inkml:trace contextRef="#ctx0" brushRef="#br0" timeOffset="867.39">14379 387 0,'-9'-14'0,"-2"-3"16,4 0-16,3 4 16,7 6-16,4 4 15,8 7-15,5 4 16,4 7-16,9 6 15,6 5-15,4 7 16,2 5-16,2 3 16,1 1-16,-2 0 15,-3 0-15,-5 3 16,-11-1-16,-12 0 31,-11 2-31,-17 2 0,-11 1 16,-15 3-16,-12 2 15,-8-1-15,-5-2 16,0-8-16,5-9 16,6-9-16,10-9 15,12-9-15,7-16 16,10-13-16,7-1 16</inkml:trace>
  <inkml:trace contextRef="#ctx0" brushRef="#br0" timeOffset="1100.69">14915 586 0,'0'0'0,"6"25"16,0 14-16,-1 12 0,1 8 15,-2 7-15,0 0 16,1-2-16,4-8 16,5-14-1,9-13-15,6-16 0,-4-18 16,-4-4 0</inkml:trace>
  <inkml:trace contextRef="#ctx0" brushRef="#br0" timeOffset="1264.46">15023 490 0,'0'0'0,"0"0"0,0 0 15,0 0-15,0 0 16,0 0-16</inkml:trace>
  <inkml:trace contextRef="#ctx0" brushRef="#br0" timeOffset="1900.1">15231 716 0,'0'0'15,"0"0"-15,0 0 16,0 0-16,16 15 16,11 12-16,3 4 15,1 9-15,-1 2 16,-5-2-16,-5-4 16,-6-7-16,-8-7 15,-6-5-15,-5-6 16,-7-7-16,-5-5 15,-3-7-15,1-8 16,0-7-16,3-7 16,5-7-16,4-1 15,6-1-15,5 8 16,2 6-16,3 10 16,7 6-16,4 6 15,3 7-15,6 6 16,2 1-16,6 1 15,3-9-15,0-4 16,2-7-16,-1-4 16,-8-3-16,-4-1 15,-6-2-15,-7-1 16,-3 1-16,-3-1 16,-6 3-16,-6-2 15,-3 3-15,-4 6 16,-3 10-16,-5 11 15,-4 14-15,-3 8 16,0 7-16,7 4 16,4 9-16,7-3 15,7-6 1,13-9-16,10-12 0,10-9 16,7-11-16,1-10 15,-2-11-15,-9-1 16</inkml:trace>
  <inkml:trace contextRef="#ctx0" brushRef="#br0" timeOffset="2316.46">16095 645 0,'0'0'15,"-20"22"-15,-7 15 16,0 10-16,6 5 15,8-3-15,8-5 16,8-8-16,9-11 16,6-9-16,6-10 15,5-7-15,-1-7 16,1-7-16,0-8 16,-4-8-16,-1-3 15,-4-4 1,-5-7-16,-4-3 0,-2 0 15,-5 1 1,-3 1-16,-2 4 16,1 11-16,-1 9 15,1 10-15,0 12 16,2 5-16,3 18 16,1 18-16,-1 12 15,-4 15-15,2 11 16,1-1-16,5-12 15,8-17-15,6-20 16,-1-14-16,0-18 16,-6-5-16</inkml:trace>
  <inkml:trace contextRef="#ctx0" brushRef="#br0" timeOffset="2516.73">16208 742 0,'33'-16'16,"26"-6"-16,16-2 16,5 2-16,6 0 15,-5 1 1,-20 4-16</inkml:trace>
  <inkml:trace contextRef="#ctx0" brushRef="#br0" timeOffset="2737.34">17085 348 0,'-6'38'0,"-2"28"16,2 18-16,-2 14 16,1 13-16,-2 12 15,-2 3-15,2-7 16,-1-20-16,0-27 16,2-26-16</inkml:trace>
  <inkml:trace contextRef="#ctx0" brushRef="#br0" timeOffset="3032.9">17085 432 0,'15'27'0,"7"27"15,-2 22-15,-1 16 16,-1 10-16,1-1 16,2-3-16,-3-12 15,-6-15-15,-7-20 16,-5-17-1</inkml:trace>
  <inkml:trace contextRef="#ctx0" brushRef="#br0" timeOffset="3250.58">16940 930 0,'0'0'0,"25"-10"16,16-5-16,8-5 15,5-2-15,0-1 16,-2-6-16,-3-4 16,-9-5-16,-13-5 15,-9 6-15</inkml:trace>
  <inkml:trace contextRef="#ctx0" brushRef="#br0" timeOffset="3450.01">17368 497 0,'-8'20'0,"-4"18"16,1 15-16,4 13 16,3 17-16,1 16 15,0 16-15,2 11 16,3 6-1,1-1-15,0-14 0,1-24 16,0-29-16,2-26 16,-2-17-16</inkml:trace>
  <inkml:trace contextRef="#ctx0" brushRef="#br0" timeOffset="3670.68">17306 915 0,'8'-33'0,"6"-9"0,8 11 0,2 15 16,3 18-16,0 19 15,-2 16-15,-6 15 16,-9 11-16,-6 6 15,-11 1-15,-2-18 16</inkml:trace>
  <inkml:trace contextRef="#ctx0" brushRef="#br0" timeOffset="3951.3">17551 548 0,'0'0'0,"0"0"16,14 23-16,4 24 15,-2 23-15,-4 21 16,-6 20-16,-1 15 15,-4 11-15,-1 2 16,-7-14-16,-4-26 16,-3-26-1,2-26-15</inkml:trace>
  <inkml:trace contextRef="#ctx0" brushRef="#br0" timeOffset="4200.14">17551 935 0,'4'-23'16,"5"-9"-16,9 1 0,7 13 0,6 16 15,2 16 1,-4 19-16,-7 19 15,-10 15-15,-10 12 16,-8-1-16,-11-13 16,-7-20-16,4-16 15</inkml:trace>
  <inkml:trace contextRef="#ctx0" brushRef="#br0" timeOffset="4632.68">17779 813 0,'22'-51'0,"6"-19"16,-3 6-16,-4 18 0,-8 20 15,-3 16-15,-4 16 16,-2 18-16,-2 18 16,-1 17-1,-1 14-15,0 9 16,3-3-16,6-10 15,6-15-15,5-18 16,1-10-16,3-12 16,1-11-16,1-11 15,-2-8-15,-2-11 16,-2-9-16,-1-6 16,-4-8-16,-3-6 15,-5 2-15,-1 5 16,-4 10-16,-1 12 15,-1 12-15,0 15 16,2 16-16,0 19 16,1 19-16,-1 17 15,-1 7-15,3-1 16,7-15-16,8-21 16,3-20-1,5-23-15,-4-8 0</inkml:trace>
  <inkml:trace contextRef="#ctx0" brushRef="#br0" timeOffset="4801.95">18258 516 0,'0'30'15,"4"12"1,6 3-16,-1-12 0</inkml:trace>
  <inkml:trace contextRef="#ctx0" brushRef="#br0" timeOffset="5599.64">18605 768 0,'-16'-15'16,"-8"-1"-16,-1 12 15,1 18-15,3 21 16,3 17-16,2 14 16,3 2-16,8-9 15,9-12-15,8-14 16,7-17-16,8-14 15,5-10-15,4-10 16,1-10-16,-4-4 16,-4-5-1,-5-2-15,-6-4 0,-9-2 16,-6-1 0,-7 7-16,-5 13 15,-3 17-15,-5 18 16,-6 21-1,-5 17-15,0 8 0,2 1 16,5-7-16,7-10 16,12-10-16,8-14 15,7-11-15,6-8 16,1-8-16,0-2 16,0-9-16,-2-4 15,0-3-15,3-3 16,-2 7-16,-2 8 15,-1 10-15,0 11 16,1 10-16,-1 11 16,0 3-16,3 1 15,1-5 1,4-8-16,1-6 0,2-13 16,5-11-16,1-9 15,-5-8 1,-5-4-16,-7-4 15,-10-5-15,-7-5 16,-5-6 0,0-4-16,0 4 0,-1 7 15,-1 11-15,-2 11 16,3 14-16,-2 16 16,0 13-16,0 14 15,2 12-15,4 15 16,2 12-16,5 9 15,3 4-15,2-4 16,7-12-16,7-17 16,5-17-1,-5-17-15,-2-17 0,-7-3 16</inkml:trace>
  <inkml:trace contextRef="#ctx0" brushRef="#br0" timeOffset="5816.52">19008 742 0,'-1'-26'16,"10"-8"-16,9 12 16,10 12-16,5 17 15,0 17-15,-1 13 16,-5 15-16,-4 10 15,-6 6 1,-6-10-16,-3-9 0,-3-15 16</inkml:trace>
  <inkml:trace contextRef="#ctx0" brushRef="#br0" timeOffset="6333.72">19355 910 0,'10'-26'0,"3"-2"15,-2 15-15,-4 17 16,-4 15 0,-1 7-16,0 5 0,3-2 15,2-3-15,4-6 16,3-6-16,-1-5 16,-1-9-16,-2-5 15,-4-3-15,-5-4 16,-3-6-16,-3-6 15,-2-6-15,1-8 16,5-6-16,8 1 16,6 5-16,3 9 15,3 12 1,4 12-16,2 17 0,-1 11 16,-2 9-1,-5 10-15,-4 3 0,-5-4 16,-3-10-16,-2-7 15,-3-9-15,0-15 16,0 0-16,0 0 16,-3-2-16,0-12 15,1-11-15,4-13 16,4-9-16,3 1 16,2 5-16,2 12 15,4 10-15,-1 16 16,0 17-16,3 12 15,-1 12-15,1 5 16,3 2-16,0-5 16,4-13-16,-5-11 15</inkml:trace>
  <inkml:trace contextRef="#ctx0" brushRef="#br0" timeOffset="6749.59">20433 793 0,'0'0'16,"0"0"-16,-6-14 16,-5-10-16,0 0 0,-4 1 15,-2-4-15,2-4 16,1-4-16,2-3 15,4-2 1,7 2-16,5 4 16,2 5-16,5 8 15,6 8-15,1 9 16,2 11-16,1 11 16,-1 18-16,-2 18 15,-3 25-15,-5 27 16,-4 24-16,3 12 15,-1 6-15,2-9 16,-1-18-16,3-19 16,4-21-16,2-20 15,5-20-15,2-17 16,0-19-16,-2-14 31,-7-3-31</inkml:trace>
  <inkml:trace contextRef="#ctx0" brushRef="#br0" timeOffset="7066.48">21052 464 0,'0'0'16,"0"0"-16,0 0 16,-3 47-16,2 33 15,0 24-15,1 14 16,0 10-16,2 0 15,6-17-15,0-26 16,-1-28-16,-4-16 16,-3-16-16</inkml:trace>
  <inkml:trace contextRef="#ctx0" brushRef="#br0" timeOffset="7333.41">21039 638 0,'-5'-52'15,"3"-19"-15,6 3 16,13 10-16,7 13 16,6 20-16,1 17 15,0 18-15,-1 18 16,-7 15-16,-8 18 15,-8 12-15,-8 11 32,-12 11-32,-5-1 0,-2-13 0,-8-22 15,5-20-15</inkml:trace>
  <inkml:trace contextRef="#ctx0" brushRef="#br0" timeOffset="7600.06">21361 535 0,'0'0'0,"0"0"0,0 0 15,-3 43 1,1 28-16,0 18 15,3 11-15,1 6 16,0 4-16,0-8 16,-3-19-16,-6-26 15,-6-20-15,0-13 16</inkml:trace>
  <inkml:trace contextRef="#ctx0" brushRef="#br0" timeOffset="7966.97">21310 858 0,'12'-16'0,"3"-6"15,1 0-15,4-2 16,10-2 0,5-2-16,2-1 0,3 3 15,0-2-15,-2 0 16,-6 1-16,-7-1 15,-8 2-15,-8 1 16,-7 1-16,-8 2 16,-3 5-16,-3 8 15,2 4-15,-1 15 16,-1 14-16,-3 18 16,3 12-16,0 10 15,4 9-15,6 10 16,6 0-16,5-3 15,2-12 1,4-14-16,0-15 16,-1-14-16,-4-10 15</inkml:trace>
  <inkml:trace contextRef="#ctx0" brushRef="#br0" timeOffset="8299.84">21809 483 0,'4'-9'16,"-4"9"-16,4 7 16,-2 20-16,0 23 15,-3 16-15,3 12 16,0 12-16,3 10 16,2 4-16,3-3 15,1-11-15,-4-22 16,-3-24-16,-1-26 15,-3-14-15</inkml:trace>
  <inkml:trace contextRef="#ctx0" brushRef="#br0" timeOffset="8566.65">21833 613 0,'-10'-50'16,"0"-15"-16,12 3 16,9 11-16,10 15 15,6 14-15,3 15 16,2 14-16,0 15 16,-6 14-16,-11 12 15,-11 13-15,-10 8 16,-8 6-1,-8-1-15,-7-10 16,-7-14-16,4-17 0</inkml:trace>
  <inkml:trace contextRef="#ctx0" brushRef="#br0" timeOffset="8983.49">19778 1826 0,'-14'-16'16,"-7"-5"-16,4 8 15,5 12-15,6 15 16,5 19-1,1 20-15,2 20 0,-3 17 16,0 16-16,1 12 16,5 2-16,-2-10 15,-2-18 1,-1-27-16</inkml:trace>
  <inkml:trace contextRef="#ctx0" brushRef="#br0" timeOffset="9268.01">19689 1923 0,'17'-62'0,"5"-15"15,6 13-15,1 26 16,2 25-16,-3 23 16,-2 22-16,-7 14 15,-6 10-15,-8 11 16,-10 5-16,-1 3 16,-8-3-16,-3-8 15,-5-17-15,2-14 16</inkml:trace>
  <inkml:trace contextRef="#ctx0" brushRef="#br0" timeOffset="9450.24">19910 2162 0,'34'2'0,"15"2"16,5 0-16,4-1 15,0-1-15,0-5 16,-8-3-16,-5-3 16,-13 1-16</inkml:trace>
  <inkml:trace contextRef="#ctx0" brushRef="#br0" timeOffset="9816.98">20516 1955 0,'13'-33'0,"10"-11"0,10 10 16,5 11-16,2 15 15,-3 12-15,-2 12 16,-6 10-16,-10 9 16,-12 8-16,-12 8 15,-16 5-15,-8 0 16,-7-6-16,-3-8 15,1-15 1,7-11-16,8-12 16,9-10-16,10-8 15,12-5-15,14-2 16,13 1-16,12 4 16,13 8-16,8 8 15,3 9-15,2 8 16,-8 3-16,-15 1 15,-16 3-15,-13-3 16</inkml:trace>
  <inkml:trace contextRef="#ctx0" brushRef="#br0" timeOffset="10133.37">19665 2801 0,'0'0'16,"0"0"-16,41 4 15,28 4-15,17-6 16,14-5-16,10-4 16,9-1-16,6-4 15,3-1-15,0 1 16,1 0-16,1-1 16,-5-2-16,-4 4 15,-27 1-15</inkml:trace>
  <inkml:trace contextRef="#ctx0" brushRef="#br1" timeOffset="28185.13">3740 6036 0,'-1'-20'0,"0"-13"16,1-6-16,1-2 15,3-3 1,1-3-16,2-1 16,-2 0-16,0-1 15,0 0-15,-3 3 16,0 2-16,-4 7 16,0 7-16,-4 6 15,2 7-15,-1 8 16,5 9-16,-3 5 15,-1 9-15,5 14 16,4 8-16,0 14 16,-2 13-16,1 19 15,-2 15-15,-3 17 16,1 15-16,-2 8 16,-6 5-16,-4-2 15,-4-5-15,2-10 16,-1-13-16,1-18 15,5-18-15,5-20 16,-2-17 0,2-17-16</inkml:trace>
  <inkml:trace contextRef="#ctx0" brushRef="#br1" timeOffset="28483.45">3746 6010 0,'28'-60'0,"13"-14"15,0 14-15,-4 23 16,-5 22-16,-8 25 15,-8 19-15,-10 19 16,-10 9-16,-8 3 16,-4 2-16,-7-1 15,-4-4-15,-2-10 16,-2-11-16,7-14 16</inkml:trace>
  <inkml:trace contextRef="#ctx0" brushRef="#br1" timeOffset="28669.68">3998 5797 0,'26'-4'16,"6"8"-16,-3 19 15,-10 19-15,-9 22 16,-6 16-16,-1 11 15,-2-6-15,-1-20 16</inkml:trace>
  <inkml:trace contextRef="#ctx0" brushRef="#br1" timeOffset="28883.64">4225 5558 0,'-5'14'16,"-4"10"0,6 8-16,6 4 0,1 3 15,1-7-15</inkml:trace>
  <inkml:trace contextRef="#ctx0" brushRef="#br1" timeOffset="30149.61">4484 5958 0,'-3'-28'0,"1"-14"0,-3-2 15,-3 2 1,-2 9-16,0 11 16,-4 16-16,1 17 15,-2 14-15,-3 18 16,-1 12-16,2 5 16,6-2-16,7-15 15,6-14-15,5-15 16,6-10-16,1-13 15,1-8-15,3-7 16,0-6-16,-2-2 16,0 2-16,-3 4 15,1 7-15,-3 8 16,1 15-16,-2 13 16,-2 17-16,-1 17 15,-2 15 1,0 13-16,-2 9 15,-5-1-15,-2 3 16,-10-5-16,-7-8 16,-8-9-16,-7-11 15,-3-14-15,-3-18 16,1-15-16,0-14 16,2-16-16,6-11 15,6-13-15,9-6 16,11-6-16,12-1 15,7-3-15,13-2 16,9 1-16,9-1 16,7 2-1,6 4 1,-1 6-16,3 4 0,0 4 16,-5 5-16,-3 3 15,-7 2-15,-4 5 16,-9 3-16,-10 7 15,-9 4-15,-6 6 16,-8 7-16,-5 5 16,-4 7-16,-5 8 15,-2 10-15,-2 7 16,6 7-16,3 4 16,6-1-16,8-7 15,9-10-15,9-9 16,6-14-16,8-11 15,2-12-15,3-8 16,-3-5 0,-3-4-16,-4 0 0,-6 2 15,-6-1-15,-4 2 16,-6 1-16,-3 8 31,-2 7-31,-2 14 0,3 2 0,0 16 16,-2 9-1,1 8-15,1 4 16,0-2-16,3-5 16,2-9-16,1-7 15,3-9-15,-1-5 16,2-8-16,-1-7 16,-2-5-16,1-6 15,-1-6-15,2-2 16,-2 2-16,-2 6 15,-1 11-15,2 9 16,0 11-16,2 11 16,-1 7-16,0 5 15,0 0-15,1-4 16,1-8-16,0-8 16,2-10-16,0-7 15,1-10 1,-1-7-16,1-4 0,0-10 15,-1-2-15,1 4 16,-1 7-16,-3 11 16,-1 13-16,1 12 15,-1 12-15,-2 10 16,-2 3-16,4-1 16,4-4-16,2-8 15,0-10-15,-2-5 16</inkml:trace>
  <inkml:trace contextRef="#ctx0" brushRef="#br1" timeOffset="30699.86">5865 5893 0,'0'0'0,"6"-19"15,3-13-15,5-6 16,-6-3-16,2-3 16,-3-1-16,-4-1 15,-3 0-15,-1-1 16,-1 1 0,0 5-16,-4 5 0,2 12 15,1 8-15,3 16 16,-4-1-16,1 15 15,0 16-15,3 9 16,0 16-16,3 10 16,5 3-16,1 0 15,-3-4-15,-2 1 16,-2-4-16,-3-2 16,-2-4-1,-4-6-15,-2-9 16,-1-8-16,-2-11 15,1-8-15,2-9 16,1-11-16,-2-13 0,3-10 16,0-12-1,6-6-15,4-1 0,9-2 16,5 6 0,4 9-16,6 11 15,1 16 1,0 12-16,-1 12 15,-1 13-15,0 8 0,-2 6 16,0-4-16,-2-10 16,1-16-16,-6-8 15</inkml:trace>
  <inkml:trace contextRef="#ctx0" brushRef="#br1" timeOffset="31616.49">6319 5810 0,'0'0'0,"0"0"15,0 0-15,0 0 16,-3 34-16,-2 17 16,3 5-16,4-9 15,4-11-15,7-13 16,3-10-16,2-9 16,1-8-16,-1-6 15,-4-6-15,-1-2 16,-3-3-16,-5-3 15,-7-2-15,-7-2 16,-5-1-16,-7 0 31,-5-1-31,-1-1 0,1 0 16,2 3-16,2 1 16,4 0-16,8 0 15,7-2-15,8-1 16,9-3-16,6 0 15,7 4-15,3 5 16,3 6-16,-1 8 16,0 10-16,-3 10 15,-2 8-15,-4 10 16,-3 12-16,-4 4 16,-4 3-16,-3 5 15,-5 1-15,-2 1 16,-3 1-16,0 0 15,-2-4-15,-1-4 16,3-7 0,-1-8-16,4-7 0,1-8 15,1-7 1,3-9-16,0-7 0,2-8 16,2-10-16,0-7 15,3-8 1,0-5-16,-1-2 15,1 0-15,-2 3 16,-1 3-16,-4 10 16,-3 9-16,-2 9 15,-2 12-15,0 4 16,-1 12-16,-1 12 16,1 6-16,2 0 15,4-5-15,3-7 16,8-8-16,1-7 15,2-10-15,2-4 16,1-6-16,-4-4 16,-3-2-16,-1-4 15,-2-2 1,-1-7-16,-1-3 0,0-1 16,2 2-16,2 6 15,0 10-15,1 8 16,-1 8-16,0 8 15,-1 8-15,-3 5 16,-3 3-16,-4 5 16,-3 3-16,-9 4 15,-6 5-15,-4 5 16,-6 0-16,-9-4 16,4-9-16</inkml:trace>
  <inkml:trace contextRef="#ctx0" brushRef="#br1" timeOffset="32249.85">3695 8120 0,'13'-45'0,"8"-27"16,5-12-16,3-3 15,2 4-15,-3 4 16,-1 6-16,-3 5 16,-4 7-1,-8 10-15,-6 10 16,-3 10-16,-3 9 0,-2 9 16,-1 9-16,-5 12 15,-2 12-15,0 15 16,0 16-1,0 12-15,1 15 16,3 15-16,0 14 16,11 21-16,0 13 15,4 13-15,5 0 16,-3-12-16,-1-19 16,-3-28-16,-4-29 15</inkml:trace>
  <inkml:trace contextRef="#ctx0" brushRef="#br1" timeOffset="32533.14">3853 7953 0,'5'-37'0,"5"-16"15,5 2 1,7 12 0,-1 14-16,3 12 0,-2 11 15,0 17-15,-1 18 16,-2 15-16,-9 17 16,-8 7-16,-2 3 15,-7-6-15,-3-10 16,1-19-16,4-15 15</inkml:trace>
  <inkml:trace contextRef="#ctx0" brushRef="#br1" timeOffset="32700.13">4149 7663 0,'0'0'16,"0"0"-16,0 0 15,12 26-15,2 22 16,-3 13-16,-3 7 16,-2-11-16</inkml:trace>
  <inkml:trace contextRef="#ctx0" brushRef="#br1" timeOffset="32887.16">4250 7540 0,'0'0'0,"0"0"15,10 17-15,3 4 16</inkml:trace>
  <inkml:trace contextRef="#ctx0" brushRef="#br1" timeOffset="33817.69">4554 7682 0,'-15'-19'0,"-6"-10"15,2 2-15,-1 7 16,4 12-16,-3 15 16,3 17-16,0 15 15,1 11-15,5 5 16,4-1-16,7-11 16,5-13-16,5-14 15,3-12-15,1-9 16,1-10-16,-1-7 15,-2-5-15,0-2 16,-3-3-16,-1 0 16,0 3-16,-4 7 15,2 7-15,1 11 16,1 14-16,1 15 16,-2 17-1,-1 20-15,0 12 0,-2 11 16,0 8-16,-5 0 15,-5-2-15,-5-5 16,-6-6-16,-8-5 16,-5-9-16,-4-10 15,-4-14-15,-3-14 16,-4-11-16,0-16 16,2-15-16,2-13 15,8-11-15,10-13 16,10-13-16,12-9 15,9-8 1,12-3-16,7 1 16,11 7-16,7 9 15,4 14-15,2 14 16,2 11-16,-1 11 16,-3 7-16,-6 9 15,-5 3 1,-5 2-16,-4-2 0,-5 2 15,-3-1-15,-1-1 16,-4 0-16,-2-2 16,-3-3-16,0-2 15,-3-7-15,0-3 16,-2-5-16,-3-4 16,1-4-16,-3-1 15,-5-2-15,-1 2 16,-5 3-16,-3 6 15,-1 9-15,-4 9 16,0 8-16,-2 6 16,3 4-16,1 2 15,0-2-15,4 0 16,2-3-16,1 0 16,3-2-16,2-1 15,3-10-15,0 0 0,0 0 16,0 0-1,2 6-15,3-1 16,2-5-16,2-2 0,-1-6 16,-2 1-16</inkml:trace>
  <inkml:trace contextRef="#ctx0" brushRef="#br1" timeOffset="34883.19">4875 7675 0,'-12'-10'0,"-6"-2"0,2 3 16,2 6-16,4 7 16,3 8-1,2 13-15,0 10 0,2 9 16,0 4-1,3 6-15,5-1 16,5-4-16,6-9 16,6-11-16,6-11 15,3-10-15,4-13 16,-2-10-16,0-11 16,-3-6-16,-9 4 15</inkml:trace>
  <inkml:trace contextRef="#ctx0" brushRef="#br1" timeOffset="35816.29">5203 7656 0,'0'0'0,"0"0"0,0 0 16,-12 19-16,-6 13 15,3 8-15,5 8 16,4 1-16,6 2 15,3-9-15,3-8 16,5-11-16,5-10 16,3-10-16,-1-10 15,-1-4-15,-3-6 16,-2-2-16,-5-3 16,-4-1-16,-5 0 15,-4 1-15,-5 2 16,-4 1-16,-4 0 15,0 2-15,1-1 16,4 2-16,5 3 16,4-1-16,7 0 15,6 0-15,5 2 16,8 4 0,4 5-16,4 7 15,4 10-15,1 10 0,-4 8 16,0 2-16,-5 1 15,-9-2 1,-6-1-16,-7-3 16,-5-7-16,0-5 0,-5-7 15,-1-8-15,0-7 16,4-7-16,-3-7 16,5-8-16,2-9 15,4-4-15,5-4 16,4 2-16,6 8 15,2 11-15,1 12 16,0 15 0,0 12-16,0 17 15,-2 11-15,-3 5 16,0-4-16,1-10 16,-3-12-1,1-12-15,-1-11 0,1-10 16,1-11-16,3-10 15,-2-7-15,5-5 16,-5-6-16,-4-2 16,-1 1-16,-4 4 15,-3 8-15,-3 12 16,-3 10-16,0 16 16,-5 3-16,0 13 15,1 10-15,2 0 16,4 1-16,8 0 15,5-3-15,2-3 16,3-3-16,4-2 16,-2-3-16,-2-3 15,-4-1-15,-4 0 16,-6 1-16,-3 1 16,-9 4-16,-8 7 31,-7 4-31,-9 7 0,-5 8 15,-5 1-15,0-6 16,-1-14-16,6-15 16,8-9-16</inkml:trace>
  <inkml:trace contextRef="#ctx0" brushRef="#br1" timeOffset="36144.62">7366 5610 0,'-12'8'15,"0"7"-15,9 0 16,3-5-16</inkml:trace>
  <inkml:trace contextRef="#ctx0" brushRef="#br1" timeOffset="36274.55">7353 5855 0,'-10'11'16,"-2"0"-16,1-2 15</inkml:trace>
  <inkml:trace contextRef="#ctx0" brushRef="#br1" timeOffset="36706.86">7007 7423 0,'0'0'16,"0"0"-16,0 0 15,0 0-15</inkml:trace>
  <inkml:trace contextRef="#ctx0" brushRef="#br1" timeOffset="36841.78">6956 7779 0,'-13'12'0,"0"-5"16,4-2-16</inkml:trace>
  <inkml:trace contextRef="#ctx0" brushRef="#br1" timeOffset="37966.93">8224 483 0,'-9'-19'0,"-2"-8"15,3 8-15,3 9 16,4 14-16,4 11 16,-1 13-16,3 11 15,0 9-15,-2 11 16,1 15-16,-2 11 15,-1 11-15,-5 5 16,-4-4-16,-4-13 16,-3-22-16,-1-20 15,1-16-15</inkml:trace>
  <inkml:trace contextRef="#ctx0" brushRef="#br1" timeOffset="38367.31">8097 954 0,'26'-20'0,"14"-11"16,5-6-1,3 1-15,0 1 16,0-2-16,-3 0 0,-7 4 15,-3-1 1,-8 1-16,-9 1 16,-7 4-16,-2 4 15,-6 2-15,1 1 16,-5 8-16,1 3 16,0 10-16,-3 3 0,0 9 15,0 13 1,-1 10-16,1 12 15,0 7-15,2 7 16,3 8-16,0 6 16,1-1-16,7-3 15,3-11-15,6-15 16,1-15-16,1-19 16,-4-7-16</inkml:trace>
  <inkml:trace contextRef="#ctx0" brushRef="#br1" timeOffset="39732.69">8842 813 0,'0'0'0,"0"0"16,-10 27-1,-3 17-15,3 6 16,4-1-16,7-6 15,11-13-15,4-12 16,8-12-16,1-11 16,3-7-16,-2-10 15,-2-3-15,-5-6 16,-3-6-16,-9-2 16,-8-4-16,-7 1 15,-7 3-15,-6 4 16,-7 9-16,-3 11 15,0 9-15,0 12 32,7 5-32,2 5 0,6 0 0,6-1 15,9-1-15,9-2 16,9-5-16,6-5 16,5-8-16,9-1 15,3-1-15,1 5 16,-6 5-16,-2 5 15,-5 9-15,-7 9 16,-7 9-16,-6 8 16,-5 6-16,-1 1 15,2-5-15,3-9 16,0-10-16,2-9 16,1-5-16,1-7 15,0-8-15,0-6 16,3-4-16,-1-9 15,-1-7-15,4-8 16,2-6-16,0-3 16,-1 0-16,1 9 15,-4 9-15,-3 12 16,-11 17-16,9-1 16,-3 13-16,-1 13 15,-4 10-15,1 2 16,2 0-16,3-4 15,4-9-15,3-6 16,0-9-16,3-3 16,-1-4-16,0-8 15,1-5-15,-3-5 16,-1-4-16,-1-3 16,-2-3-16,1 0 15,-4-2-15,-3-4 16,-2 3-16,0 3 15,-2 7-15,0 19 16,0 0-16,0 4 16,-1 15-16,2 11 31,2 5-31,3 0 0,6-4 0,4-5 16,0-7-16,1-5 15,0-5-15,-2-1 16,-3-5-16,-12-3 15,0 0-15,0 0 16,1-2-16,-6-2 16,-4-6-16,-1-5 15,2-9-15,5 0 16,6 0-16,7-3 16,6-2-16,3 8 15,1 6-15,4 9 16,1 8-16,-1 9 15,-2 8-15,-3 9 16,-8 10-16,-7 6 16,-9-1-16,0-3 15,-3-7 1,1-9-16,0-7 0,3-9 16,4-8-16,0 0 15,1-5-15,4-9 16,3-6-16,6-9 15,4-9-15,4-5 16,8 1-16,2 1 16,4 7-16,-3 10 15,-5 9-15,-5 10 16,-7 9-16,-5 8 16,-3 7-16,-4 6 15,-3 1-15,1-1 16,-3-2-16,0-5 15,-4 0-15,-1 0 16,-2-2-16,1 0 16,2-8-1,5-8-15,-7-7 0,4-2 16,1 1 0</inkml:trace>
  <inkml:trace contextRef="#ctx0" brushRef="#br1" timeOffset="39866.86">10261 948 0,'-2'38'16,"-6"17"-16,-6 8 15,2-2-15,5-10 16,7-13-16,1-19 16,1-10-16</inkml:trace>
  <inkml:trace contextRef="#ctx0" brushRef="#br1" timeOffset="41451.14">10923 464 0,'-30'0'0,"-9"8"16,1 19-16,7 18 15,8 13-15,5 13 16,8 4 0,7-3-16,13-12 15,11-15-15,10-16 16,5-14-16,4-10 15,-1-11-15,-2-4 16,-5-4-16,-3-4 16,-6-2-1,-3 0-15,-3 0 0,-3 5 16,-3 2-16,-4 6 16,-1 10-16,-2 11 15,-1 13-15,-1 6 16,3-1-16,4-2 15,3-6-15,4-7 16,7-6-16,0-10 16,1-4-16,-3-5 15,-5-3-15,-5-3 16,-6 0-16,-7-5 0,-4 1 16,-7-4-16,-4-4 15,-7-2 1,-4 3-16,-3 6 15,-2 11-15,2 6 16,4 6-16,6 2 16,8 3-16,8 2 0,6-1 31,8-2-31,4-6 0,11-6 0,9-9 16,6-6-1,5-6-15,4-2 16,-3-3-16,-4 1 15,-6 0-15,-11 3 16,-6-3-16,-5 4 16,-6 1-16,-4-2 15,-1 2-15,-3 2 16,-1 7-16,-1 7 16,0 11-16,-3 11 0,-2 16 15,0 11 1,0 12-16,1 6 15,4 8-15,5 1 16,5-7-16,8-9 16,7-15-16,4-11 15,6-13 1,2-11-16,-1-10 16,-3-9-16,-6-7 0,-5-2 15,2-3-15,-4-2 16,1-2-16,2 2 15,-1 0-15,-6 7 16,-6 7-16,-7 17 16,2 4-16,-5 13 15,-4 12-15,1 5 16,2 4-16,3-5 16,4-7-16,7-9 15,2-8-15,2-7 16,1-3-16,3-6 15,-3 0-15,-4-3 16,-4 0-16,-5-1 16,-6-1-16,-5 0 15,-3-1-15,-1-3 16,-5-1-16,-1-2 16,4-4-16,3-2 15,5 0-15,6-1 16,8-2-16,8 2 15,7 4-15,6 3 16,8 10-16,2 8 16,2 13-16,-5 13 15,-5 12-15,-9 8 16,-8 4 0,-5 2-16,-6 0 15,-6-8-15,-4-9 16,-3-8-16,-3-8 15,1-8-15,3-7 16,0-9-16,2-8 16,1-10-16,4-12 15,10-10-15,9-9 16,10-1-16,7 1 16,6 9-1,3 16-15,-2 12 16,-2 14-16,-4 7 0,-6 9 15,-4 8-15,-10 6 16,-9 5-16,-10 3 16,-9 6-16,-6 2 15,-4-7-15,-1-14 16,4-21-16,5-3 16,9-15-16,10-3 15,13-17 1,7 3-16,7 6 15,-6 2-15,-7 5 16,-8 6-16,-4 9 16,-5 7-16,-4-14 0,-2 3 15</inkml:trace>
  <inkml:trace contextRef="#ctx0" brushRef="#br1" timeOffset="81499.97">8432 5577 0,'-12'-9'0,"-2"-6"16,2-1-1,-3-1-15,2 1 0,0-2 16,0 0-16,-1-1 15,-2 0-15,-2 5 16,0 0-16,-1 5 16,-3 8-16,0 5 15,-2 6-15,1 5 16,1 8-16,1 8 16,1 9-16,-1 8 15,4 13-15,4 5 16,5 6-16,4 5 15,4 0-15,6-5 16,7-11-16,9-14 16,0-15-16,9-11 15,-1-12 1,0-10 0,3-9-16,-1-6 0,-2-8 15,0-7-15,-2-6 16,-1-2-16,-2-3 15,-5 2-15,-3 4 16,-2 8-16,-6 9 16,-2 11-16,-2 12 15,-2 12-15,-1 12 16,-2 10-16,0 7 16,2-1-16,3-2 15,7-8-15,0-10 16,3-10-16,0-8 15,-1-7-15,-1-7 16,-3-6-16,-3-6 16,-3-6-16,-5-3 15,-5-3-15,-6 0 16,-4-4-16,-5 2 16,0 3-1,-3 9-15,-2 10 0,1 9 16,3 10-16,3 9 15,7 8-15,6 8 16,6 5-16,9 2 16,6-6-16,7-13 15,8-13 1,5-15-16,2-12 16,5-11-16,-1-9 15,0-5-15,-3-3 16,-3-4-16,-7-1 15,-4 2-15,-8 0 16,-5 3-16,-3 5 16,-5 6-16,-3 9 15,-1 10-15,1 18 16,-3 0-16,-5 14 16,-2 16-16,0 12 15,3 15-15,4 14 16,3 10-1,2 2-15,3-10 16,2-11-16,6-20 0,3-14 16,0-12-16,4-9 15,1-11-15,-1-11 16,1-7 0,-2-8-16,2-8 15,-2-8-15,-4 2 16,-1 3-16,-2 8 15,-4 11-15,-1 12 16,-1 13-16,-1 15 16,-3 14-16,1 11 15,0 4-15,1-6 16,3-6-16,2-10 16,3-11-16,3-8 15,3-6-15,-2-10 16,1-2-16,-4-4 15,-1-4 1,-3-4-16,-6-1 0,-4 0 16,-8 3-16,-5 0 15,-3 3-15,-3 3 16,3 2-16,2 2 16,1-5-16,4-1 15,6-4-15,5-1 16,8-4-16,5 2 15,6 1-15,6 5 16,4 4 0,3 9-16,2 11 15,1 13-15,-4 13 16,-9 11-16,-8 1 16,-6-1-16,-7-1 15,-4-2-15,-4-3 16,-1-7-16,2-11 15,0-6 1,5-12-16,0-3 0,4-12 16,2-12-16,5-8 15,7-4-15,6-1 16,4-2-16,3 6 16,0 6-16,1 11 15,-3 6 1,-2 8-16,-3 11 15,-7 10-15,-8 7 16,-9 6-16,-7 6 16,-10 5-16,-4 4 15,-5-5-15,2-7 16,0-9-16,0-15 16,3-9-16</inkml:trace>
  <inkml:trace contextRef="#ctx0" brushRef="#br1" timeOffset="84416.06">7524 7540 0,'0'0'0,"0"0"0,0 0 16,10-19 0,4-11-16,2-6 15,1-1-15,0-1 16,-1-1-16,-5 1 16,-2 1-16,-4 3 15,-2 4-15,-3 5 16,-1 6-16,-1 7 15,-1 3-15,3 9 16,0 0-16,-1 3 16,0 10-16,0 9 15,3 12-15,-2 11 16,3 11-16,-4 13 16,-1 13-16,2 7 15,-1 2-15,0-11 16,1-14-16,-3-13 15,-2-12-15,1-8 16,-1-9 0,2-6-16,-2-7 0,-1-7 31,-2-10-31,2-10 0,-2-11 0,5-11 16,0-10-16,6-4 15,4 1-15,6 5 16,6 5-16,-1 8 15,4 10-15,-1 8 16,2 7-16,0 8 16,2 10-16,-3 10 15,-3 13-15,-5 15 16,0 11-16,-3-2 16,0-13-1,-5-20-15,-6-24 16,7-2-16,4-19 15,-1-1-15</inkml:trace>
  <inkml:trace contextRef="#ctx0" brushRef="#br1" timeOffset="85667.57">8022 7533 0,'-3'45'16,"0"19"-16,8 2 15,5-14-15,3-21 16,2-14 0,3-16-16,2-10 0,-1-9 15,-1-7-15,-3-5 16,-4-4-16,-7 0 16,-7-1-16,-9 1 15,-2 6-15,-8 4 16,-4 5-16,-2 6 15,1 8 1,-4 7-16,1 3 0,6-1 16,7 0-16,17-4 15,0 0-15,1 2 16,13-4-16,10-5 16,8-6-1,6-2-15,0-1 16,2 2-16,-1 6 15,-2 5-15,-2 10 16,-3 10-16,-5 14 16,-8 8-16,-5 6 15,-6-1 1,-1-4-16,-5-8 0,0-6 16,3-10-16,0-5 15,2-9-15,1-8 16,1-11-16,1-10 15,4-8-15,2-9 16,2-4-16,0-3 16,-2 10-16,-2 12 15,0 14-15,-5 14 16,-6 12-16,-3 15 16,0 9-16,-1 5 15,2 8 1,3-1-16,1-7 0,6-10 15,2-13 1,0-10-16,2-13 0,2-6 16,2-10-1,-1-5-15,-3-8 16,-1-3-16,0-2 16,-3 2-16,-2 1 15,0 4-15,1 4 16,1 4-16,2 7 15,3 7-15,1 9 16,1 7-16,0 8 16,-1 6-16,-4 8 15,-3 5-15,-4 4 16,-2 3-16,-4 3 16,-7 2-16,-5-4 15,-4-5-15,-2-6 16,1-8-16,1-10 15,2-7-15,1-9 16,6-10-16,6-10 16,3-5-16,7-6 31,5 3-31,7 3 0,5 6 0,2 4 16,3 7-16,1 6 15,3 3 1,0 2-16,-3 1 15,-2-2-15,-2-2 16,-6 1-16,-1-1 16,-6 2-16,-4-2 15,-4-1-15,-1-3 0,-1-5 16,-4-7 0,1-4-16,0-3 15,3-2-15,1 5 16,1 3-16,2 7 15,4 3-15,0 4 16,2 5-16,4 5 16,1 4-16,0 5 15,-2 7-15,-5 3 16,-10 6-16,-8 5 31,-9 9-31,-10 6 0,-7 2 0,-5-1 16,-2-6-16,-5-13 15,7-10-15</inkml:trace>
  <inkml:trace contextRef="#ctx0" brushRef="#br1" timeOffset="86766.03">12001 5777 0,'-4'-13'16,"-3"-4"-16,1 1 16,0 4-16,1 5 15,5 7-15,0 0 16,0 6-16,1 16 15,-1 15-15,2 12 16,1 12-16,-3 12 16,0 9-16,0 11 15,1 11 1,-2 7-16,-2 2 16,-2-7-16,0-8 15,1-10-15,-2-12 16,3-21-16</inkml:trace>
  <inkml:trace contextRef="#ctx0" brushRef="#br1" timeOffset="87650.2">11983 5764 0,'0'0'0,"0"0"15,0 0-15,0 0 16,0 0-16,14-11 15,13-5-15,10 4 16,7-1-16,7 3 16,8 0-16,8-3 15,7 2-15,6-1 16,4-1-16,-2 4 16,2-2-1,-1-2-15,-3 4 16,-6 1-16,-6 1 15,-9 1-15,-7 3 16,-7 0-16,-10 1 16,-6 2-1,-5 0-15,-4 1 0,-4 1 16,-6-1-16,-10-1 16,6 4-16,-6-4 0,0 0 15,4 10 1,-2 3-16,-2 5 0,-2 4 15,-3 8 1,-3 10-16,0 11 16,0 12-16,-2 10 15,2 3-15,2 2 16,1-3-16,0-4 16,1-3-16,1-5 15,3-3-15,-2-4 16,-3-4-16,-1-10 15,-1-4 1,1-5-16,-2-6 0,0-6 16,1-3-16,-3-4 15,3-5 1,-3-1-16,-1-3 16,1-1-16,-1-3 0,-2-2 15,-1-4-15,-5-1 16,-3-2-16,-5 0 15,-4 1-15,-8 0 16,-6 0 0,-7 3-16,-9 5 0,-5 4 15,-6 2 1,-2 1-16,-4 2 16,2 2-16,0 0 15,4-1-15,4-6 16,16-2-16</inkml:trace>
  <inkml:trace contextRef="#ctx0" brushRef="#br1" timeOffset="88583.56">12443 6971 0,'0'0'0,"-19"-4"0,-7-6 15,-1 1-15,4-1 16,-2 4 0,2 6-1,1 9-15,0 9 0,1 13 16,0 12-16,4 13 16,3 12-16,7 7 15,7 4-15,7-6 16,7-13-16,7-18 15,6-16-15,3-12 16,3-12-16,4-10 16,-5-7-16,0-6 15,-2-6-15,-5-1 16,-4-3-16,-6 0 16,-4 2-16,-6 4 15,-2 8-15,-3 17 16,0 0-16,-1 9 15,1 22-15,-1 19 16,0 10 0,2 9-16,6 6 15,0-13-15</inkml:trace>
  <inkml:trace contextRef="#ctx0" brushRef="#br1" timeOffset="88982.87">13881 5610 0,'0'0'0,"0"0"15,-1 29-15,-1 25 16,-2 20-16,-1 17 15,-2 15 1,-1 9-16,2 2 16,2-8-16,4-16 15,3-16-15,2-18 16,-1-14-16,-1-18 16</inkml:trace>
  <inkml:trace contextRef="#ctx0" brushRef="#br1" timeOffset="89700.09">13919 5558 0,'13'-9'0,"8"-4"16,7 1-16,5 2 15,5 0-15,6 2 16,8 1-16,7 1 16,6-1-1,3 5-15,1-1 0,1 1 16,2-3-16,-2 3 15,-4 0-15,-4 0 16,-4-2-16,-7 3 16,-9 2-16,-6 1 15,-8 1-15,-6-2 16,-6 1-16,-3 0 16,-2 2-16,-11-4 15,8 6-15,-1 0 16,-5 5-16,-3 6 15,-2 6-15,-2 5 16,1 7-16,-2 8 16,-1 12-1,3 9-15,-1 8 0,0 7 16,2-1 0,3-5-16,1-9 15,3-8-15,1-6 16,-2-5-16,1-7 15,-3-6-15,-2-6 16,-4-6-16,-5-4 16,-4-4-16,-7 0 15,-7-4-15,-8-2 16,-5-3-16,-6-1 16,-3-2-16,-6-1 15,-5 0-15,-4 0 16,-1 3-16,-3 5 15,1-1-15,2 1 16,4-3-16,6 1 16,3-2-1,13-2-15</inkml:trace>
  <inkml:trace contextRef="#ctx0" brushRef="#br1" timeOffset="90349.53">14183 6830 0,'-15'-5'0,"-9"-1"0,-1 2 15,3 6-15,3 8 16,0 10-16,0 11 16,2 11-16,1 11 15,2 7-15,7 10 16,6 1-16,8-6 15,8-17-15,7-16 16,6-16-16,1-12 16,2-13-16,0-10 15,-2-5-15,1-4 16,0-2-16,-2 3 16,1 5-16,-1 5 15,-1 5-15,0 6 16,-3 6-16,-2 7 15,-8 7 1,-8 11-16,-8 11 16,-9 7-16,-7 8 0,-4 6 15,-9 3-15,-6-2 16,-1-9-16,0-11 16,7-10-16,6-13 15,7-11-15,10-11 16,7-11-16,9-7 15,8-2-15,9 1 16,12 2-16,5 2 16,8 6-16,3 4 15,7 5 1,2 3-16,-13 2 0</inkml:trace>
  <inkml:trace contextRef="#ctx0" brushRef="#br1" timeOffset="90749.36">15672 5526 0,'-14'64'16,"-5"38"0,0 22-16,4 10 15,6 7-15,2-3 16,3-17-16,0-24 16,0-31-16</inkml:trace>
  <inkml:trace contextRef="#ctx0" brushRef="#br1" timeOffset="91449.87">15672 5499 0,'21'-10'16,"17"-5"-16,6-2 16,7 1-16,7 1 15,2 0-15,2 2 16,0 0-16,-3 3 15,-2 3-15,-4-1 16,-3 2-16,-5 3 16,-5 0-16,-6 3 15,-3 2-15,-7 1 16,-4 2-16,-4 3 16,-3 1-1,-5 6-15,-2 1 0,-3 5 16,-2 5-16,-2 8 15,-2 8-15,-1 6 16,0 6-16,1 6 16,4 3-16,3 4 15,3 0-15,4-6 16,3-5-16,2-6 16,0-6-16,-4-8 15,-3-5-15,-2-5 16,-5-4-16,-2 0 15,-6-2-15,-7-1 16,-6-1-16,-9-2 16,-7-4-16,-4-6 15,-8-4-15,-7-5 16,-5-2-16,-2-1 16,-1 0-16,-4 3 15,-1 1 1,1 2-1,3 2-15,6 1 0,1 3 16,7 1-16,5 4 16,12-1-16</inkml:trace>
  <inkml:trace contextRef="#ctx0" brushRef="#br1" timeOffset="92118.64">15950 6791 0,'-23'-4'16,"-10"0"-16,1 9 0,4 7 16,3 12-1,2 15-15,4 13 16,1 12-16,4 12 16,10 7-16,8-1 15,9-11-15,8-17 16,6-21-16,8-20 15,3-15-15,3-15 16,1-10-16,-5-8 16,-5-2-16,-3 1 15,-4 0-15,1 3 16,-5 5-16,-1 7 16,-3 5-1,-1 11-15,-2 6 0,-2 12 16,-5 6-16,-3 7 15,0 9-15,-3 3 16,-2 1-16,-2-6 16,0-7-16,-1-9 15,4-17-15,0 0 16,4 4-16,6-8 0,6-5 16,4-2-1,3 5-15,2 1 16,1 5-16,-4 7 15,-2 3-15,-6 7 16,-7 4-16,-8 5 16,-9 3-16,-12 4 15,-8 5-15,-9 5 16,-5 2-16,-3 2 16,-2 0-16,11-11 15</inkml:trace>
  <inkml:trace contextRef="#ctx0" brushRef="#br1" timeOffset="92449.48">17148 5422 0,'0'55'15,"-1"34"-15,0 16 16,3 13-16,-2 8 15,0 4 1,1-5-16,3-14 0,0-25 16,-2-26-16</inkml:trace>
  <inkml:trace contextRef="#ctx0" brushRef="#br1" timeOffset="93133.27">17217 5422 0,'0'0'0,"18"-7"16,18-6-16,13-4 16,9-1-16,8-1 15,4 0-15,4 4 16,-1 3 0,5 1-16,-2 4 0,-3 1 15,-2 2-15,-7 2 16,-8 0-16,-4 3 15,-8 2-15,-6 1 16,-7 2-16,-5 0 16,-7 1-16,-4 2 15,-3 2-15,-2 1 16,-2 5-16,-3 4 16,-3 4-16,-1 6 15,-2 7-15,-3 9 16,-1 11-16,-2 8 15,0 4-15,2-2 16,6-6-16,3-6 16,5-6-16,1-6 15,1-7-15,2-5 16,-4-3-16,-2-3 16,-5-5-16,-4 1 15,-7 1-15,-8-2 16,-8 2-16,-12-1 15,-11 2-15,-12 2 16,-9-1-16,-7-1 16,-6-1-16,1-3 15,0-4-15,1-4 16,5-5-16,6-3 16,9-2-16,9-2 15,13-2-15</inkml:trace>
  <inkml:trace contextRef="#ctx0" brushRef="#br1" timeOffset="93833.15">17602 6785 0,'-16'-5'0,"-8"2"16,2 4-16,0 7 15,2 13 1,-2 14-16,3 20 16,4 18-16,3 12 0,2 0 15,9-7 1,8-13-16,8-17 0,5-15 16,11-11-16,1-11 15,4-10 1,1-10-16,0-7 15,-4-7-15,-3-4 16,-4-6-16,-5-3 16,-4-3-16,-6 0 15,-2 5-15,-1 8 16,-2 10-16,-6 16 16,7 5-16,-2 19 15,0 15-15,1 10 16,1 3-16,2-7 15,-1-10-15,3-9 16,1-12-16,2-9 16,-1-11-16,1-10 15,-1-7-15,-5-5 0,-4-3 16,-5-2 0,0 5-16,-2 8 15,-1 10-15,1 14 16,-3 17-16,3 19 15,6 17-15,3 13 16,3 10-16,10 7 16,2-2-16,-4-20 15</inkml:trace>
  <inkml:trace contextRef="#ctx0" brushRef="#br1" timeOffset="94233.08">18768 5286 0,'0'0'0,"0"38"16,1 30-16,0 23 15,4 18 1,1 13-16,0 4 0,3-10 16,5-22-1,3-26-15,-1-26 16,-3-21-16,-4-10 16</inkml:trace>
  <inkml:trace contextRef="#ctx0" brushRef="#br1" timeOffset="94899.68">18851 5242 0,'0'0'0,"0"0"15,0 0 1,20-10-16,14-3 16,9 2-16,7-1 0,6 1 15,9 2 1,2 2-16,4-2 0,-1 0 16,2 2-1,-5-1-15,-3 0 16,-3 2-16,-6 4 15,-5 2-15,-5 0 16,-4 0-16,-9 1 16,-6 2-16,-4-2 15,-6 1-15,-2 3 16,-6 3-16,-2 2 0,-3 0 16,-2 3-16,-1 1 15,2 2-15,-1 6 16,-3 5-16,0 12 15,1 7 1,-1 10-16,-1 5 0,3 5 0,2-2 16,2-5-16,0-5 15,3-4-15,0-5 16,-2-4-16,-2-3 16,-3-5-16,-3-3 15,-2-5-15,-5-1 16,-5-2-16,-7-4 15,-7-5-15,-9 1 16,-7-4-16,-7-1 16,-3-4-1,-5-1-15,-3-2 16,0-1-16,1-2 16,3 3-16,2 3 15,3 1-15,1 4 16,14-1-16</inkml:trace>
  <inkml:trace contextRef="#ctx0" brushRef="#br1" timeOffset="95449.68">19254 6591 0,'-34'3'0,"-15"7"31,3 8-31,7 12 0,7 10 0,8 8 16,6 5-16,8 5 15,11-5 1,5-8-16,7-9 16,6-7-16,5-8 15,3-6-15,4-6 0,1-4 16,-2-5 0,0-6-16,0-1 15,-1-5-15,-2 2 16,-3 2-16,-3 2 15,-2 4-15,-3 1 16,-2 2-16,-2 4 16,1 1-16,0 1 15,-2 2-15,-1 2 16,1 3-16,2 1 0,-2 4 16,-2 3-1,-3 3-15,-3 0 16,-8 6-16,-9 3 0,-6-1 15,-6-1 1,-3-9-16,-2-8 0,0-14 16,6-6-1</inkml:trace>
  <inkml:trace contextRef="#ctx0" brushRef="#br1" timeOffset="95600.19">19361 6888 0,'0'0'0,"24"-1"16,14-4-16,7-1 15,1-4-15,1-2 16,-11 1-16</inkml:trace>
  <inkml:trace contextRef="#ctx0" brushRef="#br1" timeOffset="96016.44">20289 5893 0,'34'0'0,"24"0"15,11-2-15,7 0 16,3-4-16,2-1 15,-1-2 1,1 1-16,-4 0 0,1 2 16,-3 0-16,-5-1 15,-4 2-15,-5-2 16,-4 0-16,-6 0 16,-4-3-16,-8-4 15,-6-8-15,-10 3 16</inkml:trace>
  <inkml:trace contextRef="#ctx0" brushRef="#br1" timeOffset="96266.42">21809 5042 0,'0'0'16,"4"38"-16,3 27 15,-4 18-15,-1 14 16,-1 8-16,3 7 16,1-6-16,2-17 15,0-23-15,0-21 16</inkml:trace>
  <inkml:trace contextRef="#ctx0" brushRef="#br1" timeOffset="96949.99">21847 5028 0,'0'0'16,"13"-10"-16,8-5 16,10 0-16,9 5 15,7 3-15,8 2 16,3 2-16,5 1 15,2-4-15,1 3 16,-3-2-16,1-1 16,-2-2-16,-4 2 15,-2-1-15,-6 1 16,-5 0-16,-3 2 16,-7 0-16,-5 2 15,-4 0-15,-4 1 16,-4 3-16,-4 2 15,-3 4-15,-2 5 16,-1 4-16,-3 6 16,-1 5-16,-2 4 15,-1 8-15,-1 7 16,0 6 0,3 2-16,1 1 0,1-3 15,4-1-15,2-3 16,1-5-16,1-5 15,0-6-15,-4-3 16,-3-4-16,-5-2 16,-5-4-16,-8 1 15,-8 0-15,-11-4 16,-9-1-16,-13-3 16,-12 3-16,-11-1 15,-7 3-15,-7 1 16,-1 1-16,2-1 15,6-1-15,7-2 16,10-2-16,9 0 16,13-5-16</inkml:trace>
  <inkml:trace contextRef="#ctx0" brushRef="#br1" timeOffset="97583">22269 6314 0,'-12'-10'15,"-6"-2"-15,1 1 16,-1 4 0,-1 10-16,-2 12 0,-1 13 15,-3 13-15,1 14 16,6 12-16,5 10 16,11 2-16,7-7 15,10-15-15,7-14 16,8-13-16,8-13 15,7-12-15,5-11 16,1-9-16,1-8 16,-4-8-16,-5-7 15,-6-5-15,-8-3 16,-7-2-16,-9 4 16,-8 7-16,-7 6 15,-5 9-15,-5 10 16,-6 5-16,1 7 15,-1 5-15,2 0 16,4 1 0,3-1-16,4 0 15,1 1-15,2 3 0,3 1 16,5 2-16,4 1 16,1 6-16,6 5 15,1 6-15,2 8 16,1 9-16,-4 13 15,0 9-15,-6 12 16,-8 11-16,-7 8 16,-12 6-16,-12-20 15,1-25-15</inkml:trace>
  <inkml:trace contextRef="#ctx0" brushRef="#br1" timeOffset="113200.04">4831 4254 0,'-9'-8'15,"-2"-2"-15,1 3 16,10 7-16,0 0 16,2 0-16,10 7 15,4 6-15,6 5 16,3 0-16,3 3 16,4-3-16,3-1 15,2-3-15,1-4 16,4-3-16,3-6 15,-2-1-15,3-6 16,3-1-16,1 0 16,4 0-16,1 0 15,0 2 1,3 3-16,-2 1 16,6 0-16,1 0 15,2-1-15,1-4 16,-1 2-16,6 1 15,-1 3-15,5 5 16,-2 2-16,1 1 16,3 1-16,-17-2 15</inkml:trace>
  <inkml:trace contextRef="#ctx0" brushRef="#br2" timeOffset="118849.86">5222 8863 0,'0'0'0,"0"0"0,-3 30 0,1 22 16,-2 15-1,-1 11-15,-1 10 16,-1 16-16,-2 7 16,1 5-16,2 1 15,1-10-15,0-19 16,-1-27-16</inkml:trace>
  <inkml:trace contextRef="#ctx0" brushRef="#br2" timeOffset="119266.63">5467 9096 0,'0'0'16,"0"0"-16,-14 22 15,-10 23-15,-5 14 16,-4 11-16,-2 7 16,-2-1-16,1-7 15,1-15-15,2-13 16,6-14-16,9-15 16,4-12-16,10-14 15,7-11 1,6-6-16,6 0 15,6 3-15,4 7 0,0 10 16,2 10 0,-2 13-16,1 13 15,2 16-15,2 16 16,-1 14-16,-5 7 16,4 1-16,-4-16 15,-6-21-15,-6-17 16</inkml:trace>
  <inkml:trace contextRef="#ctx0" brushRef="#br2" timeOffset="119699.72">5650 9444 0,'0'0'0,"0"0"16,0 0-16,0 0 16,15-2-16,7 6 15,6 11-15,-3 16 16,-3 7-16,-7 6 16,-6 0-16,-7 4 15,-5-2-15,-5-4 16,-2-6-1,-1-11-15,0-9 0,0-11 16,2-14-16,4-13 16,4-16-16,8-15 15,9-9-15,6-3 16,5 6 0,3 10-16,1 13 0,-1 14 15,-3 13 1,-1 14-16,-3 12 15,-1 16-15,-3 16 16,-3 16-16,-5 6 16,-7-1-16,-2-15 15</inkml:trace>
  <inkml:trace contextRef="#ctx0" brushRef="#br2" timeOffset="119934.59">6117 9535 0,'0'0'16,"20"-9"-16,10-1 16,7-3-16,5 1 15,4-1-15,-1 5 16,-4 4-1,-6-1-15,-12 2 0,-9 0 16</inkml:trace>
  <inkml:trace contextRef="#ctx0" brushRef="#br2" timeOffset="120132.77">6394 9277 0,'-15'41'0,"-4"22"15,5 9-15,8 4 16,5 0-16,1-2 16,-1-7-16,0-18 15</inkml:trace>
  <inkml:trace contextRef="#ctx0" brushRef="#br2" timeOffset="120333.35">6666 9141 0,'0'0'0,"-1"35"15,-1 27 1,-2 18-16,1 12 0,3 10 16,-3 1-1,2-22-15</inkml:trace>
  <inkml:trace contextRef="#ctx0" brushRef="#br2" timeOffset="121183.09">6313 8540 0,'-60'-15'0,"-30"-10"15,-10-1-15,2 4 16,3 8-16,2 8 16,-2 14-16,-3 10 15,1 11 1,1 10-16,2 9 0,5 11 15,4 9-15,5 9 16,6 8 0,4 10-16,6 9 15,7 7-15,7 5 16,9 5-16,10 0 16,12 0-16,11-5 15,11-4-15,8-5 16,9-7-16,13-7 15,8-6-15,7-10 16,9-5-16,7-8 16,10-5-16,7-8 31,7-8-31,9-8 0,6-9 16,4-12-16,4-12 15,-1-17-15,0-12 16,-1-12-16,-2-9 15,-1-10-15,0-8 16,-3-8-16,-2-7 16,-5-4-16,-6-8 15,-5-2-15,-7-5 16,-9-3-16,-11-3 16,-7-3-16,-9-2 15,-9 1-15,-12-2 16,-12 3-16,-12 6 15,-12 5 1,-9 8-16,-13 8 16,-7 12-16,-11 12 15,-11 12-15,-6 13 16,-8 15-16,-3 14 16,0 13-16,-1 12 15,4 12-15,4 12 16,10 7-16,11 6 15,9 4-15,10 2 16,10-11-16,9-16 16</inkml:trace>
  <inkml:trace contextRef="#ctx0" brushRef="#br2" timeOffset="121450.89">7460 9632 0,'0'0'0,"-6"33"16,0 18-16,1 13 15,4 7-15,0 3 16,1-1-16,-3-5 16,-2-16-16</inkml:trace>
  <inkml:trace contextRef="#ctx0" brushRef="#br2" timeOffset="121903.68">7801 9108 0,'0'0'15,"0"0"-15,16 21 16,6 16-16,-1 13 15,1 8-15,-3 1 16,-3-1-16,-3-3 16,-5-3-1,-7-6-15,-4-3 0,-2-8 16,-5-6-16,-1-11 16,-2-10-16,-3-11 15,-2-12 1,4-13-16,0-16 15,6-11-15,9-6 16,8-1-16,9 2 16,8 5-16,6 8 15,5 11-15,2 14 16,0 10-16,-1 15 16,-1 18-16,-1 18 15,-8 22-15,-3 14 16,-6 8-16,-8-15 15</inkml:trace>
  <inkml:trace contextRef="#ctx0" brushRef="#br2" timeOffset="122100.28">8640 9547 0,'-3'76'0,"2"30"15,10-6-15,5-25 16,-1-24 0</inkml:trace>
  <inkml:trace contextRef="#ctx0" brushRef="#br2" timeOffset="122349.68">9308 8831 0,'-8'77'0,"-6"43"16,2 18-16,4-1 15,4-13-15,1-32 16</inkml:trace>
  <inkml:trace contextRef="#ctx0" brushRef="#br2" timeOffset="122716.51">9504 8922 0,'-17'20'15,"-11"18"-15,-3 14 16,-3 15-16,-2 5 15,-1-1 1,-2-12-16,1-16 0,4-18 16,4-16-16,8-14 15,9-9-15,7-9 16,9-6-16,8-2 16,9 5-1,4 5-15,5 11 0,4 10 16,2 11-1,0 10-15,1 13 16,-2 8-16,2 7 16,-4 3-16,-6-2 15,-7-13-15</inkml:trace>
  <inkml:trace contextRef="#ctx0" brushRef="#br2" timeOffset="122933.03">9573 9225 0,'30'0'15,"17"-3"-15,7-7 16,-1-4-16,-1-4 15,-8-1-15,-13 4 16</inkml:trace>
  <inkml:trace contextRef="#ctx0" brushRef="#br2" timeOffset="123116.72">9813 8960 0,'-12'43'0,"1"23"15,4 16-15,10 6 16,5 4-16,-2-5 16,-2-20-16</inkml:trace>
  <inkml:trace contextRef="#ctx0" brushRef="#br2" timeOffset="123333.95">10135 8824 0,'0'23'0,"1"22"15,-3 23 1,-1 19-16,0 18 16,0 17-16,3 7 15,2-24-15</inkml:trace>
  <inkml:trace contextRef="#ctx0" brushRef="#br2" timeOffset="125533.05">4717 10381 0,'0'0'16,"0"0"-16,0 0 15,0 0-15,0 0 16,0 0-16,31 0 16,18-1-1,10-4-15,10-2 0,8-4 16,5-4-16,6-3 15,8-4-15,3-1 16,3 0-16,0 2 16,1 1-16,0 2 15,0 1-15,0 4 16,-6 3-16,-7 4 16,-11 3-16,-5 3 15,-13 2-15,-13 2 16,-17-1-1</inkml:trace>
  <inkml:trace contextRef="#ctx0" brushRef="#br2" timeOffset="125949.77">4680 10620 0,'43'3'0,"25"-2"0,11-6 16,3-3-16,1-5 16,5 0-1,4-3-15,4 2 16,2 1-16,4-2 15,5-1 1,3-2-16,4-4 0,-6-5 16,-6-1-16,-25 7 15</inkml:trace>
  <inkml:trace contextRef="#ctx0" brushRef="#br2" timeOffset="128533.55">8198 8740 0,'-23'-4'15,"-13"-5"-15,-2-3 16,3 0-16,2 1 16,4 1-16,3 3 15,-1 2-15,0 4 16,1 4-16,0 6 15,-2 4-15,2 2 16,2 6-16,-1 5 16,2 3-16,2 7 15,3 6-15,-2 6 16,5 5 0,1 8-16,-1 6 0,4 3 15,0 5 1,2 6-16,2-1 15,6-1 1,5-1-16,3-5 0,5-1 16,3-4-16,5-4 15,4-2-15,4-4 16,4 0-16,0-3 16,5-5-16,3-7 15,0-5-15,1-9 16,2-6-16,1-7 15,0-7-15,-3-8 16,3-6-16,0-6 16,-1-8-16,-3-8 15,-3-6 1,-1-10-16,-4-5 16,-3-6-1,-3-6-15,-7-7 0,-3-4 16,-5-4-16,-4-4 15,-4-5-15,-4-4 16,-5-1 0,-2 0-16,-4 1 15,-4 5-15,-4 6 0,-3 10 16,-5 8 0,-3 10-16,-5 9 15,2 9-15,2 6 16,2 6-16,8 8 15</inkml:trace>
  <inkml:trace contextRef="#ctx0" brushRef="#br2" timeOffset="129067.17">8117 9915 0,'0'0'16,"0"0"-16,0 0 15,0 0-15,1 22 16,3 12-16,3 9 16,4 8-16,3 5 15,5 8-15,1-1 16,-2-1-16,-1-1 16,0-1-16,-3-2 15,0-3-15,-3-5 16,-1-10-1,-1-6-15,0-8 16,-1-8-16,-8-18 0,2 10 16</inkml:trace>
  <inkml:trace contextRef="#ctx0" brushRef="#br2" timeOffset="130182.45">7713 10884 0,'0'0'0,"0"0"0,0 0 16,0 0-16,0 0 15,-5 39 1,2 27-16,1 16 16,0 11-16,3 8 15,4 10-15,-2 3 16,3-1-16,0-14 15,-3-19 1,-6-26-16,-4-21 0,0-15 16</inkml:trace>
  <inkml:trace contextRef="#ctx0" brushRef="#br2" timeOffset="130466.68">7701 11291 0,'7'-48'16,"1"-23"-16,-1-2 16,2 4-16,1 9 15,1 5-15,2 9 16,3 10-16,3 11 16,-3 13-16,1 9 15,-2 11-15,-1 14 16,-4 14-16,-6 13 15,-6 11-15,-5 10 16,-5 5-16,-2 1 16,0-3-16,-2-9 15,-2-12-15,1-15 16</inkml:trace>
  <inkml:trace contextRef="#ctx0" brushRef="#br2" timeOffset="130683.5">7971 10968 0,'11'37'0,"2"22"0,-2 10 16,0 5-16,-1 10 15,-2 6-15,-6 3 16,-4-20-16</inkml:trace>
  <inkml:trace contextRef="#ctx0" brushRef="#br2" timeOffset="131049.43">7952 11459 0,'0'0'0,"0"0"0,14-12 16,7-6-16,0 0 15,3 0-15,1-5 16,1-5 0,0-7-16,0-5 15,-1-2-15,-2-2 16,-7-2-16,-1 1 15,-4 0-15,-3 5 16,-4 5-16,-4 6 16,-2 8-16,-1 10 15,3 11-15,-2 4 16,0 20-16,-2 14 16,3 14-16,-1 17 15,-1 12-15,3 9 16,3 11-16,8 5 15,0-3-15,-4-13 16,-2-26-16</inkml:trace>
  <inkml:trace contextRef="#ctx0" brushRef="#br2" timeOffset="133582.4">12676 8740 0,'-8'-10'0,"-7"-8"15,5-6-15,3 0 16,4-1-16,4 4 16,5 2-16,3 2 15,3 2-15,1 4 16,5 9 0,2 8-16,1 6 15,2 12-15,0 8 16,-2 8-16,-6 7 15,-2 6-15,-3 6 16,-4 0-16,-4 0 16,-3-3-16,-7-5 15,0-7-15,-2-7 16,-1-10-16,1-9 16,1-11-16,1-8 15,-1-11-15,2-13 16,2-11-16,7-9 15,1-8 1,2-5-16,4 1 0,5 2 16,6 4-16,2 8 15,3 9 1,0 10-16,0 12 16,3 11-16,-3 14 15,-1 13-15,-4 13 16,-3 14-16,-2 10 15,-4 5 1,-2 0-16,-1-10 0,0-13 16,-2-17-16,-1-11 15</inkml:trace>
  <inkml:trace contextRef="#ctx0" brushRef="#br2" timeOffset="133782.51">13269 8773 0,'0'0'0,"0"0"16,0 0-16,25-5 16,15-5-16,3-2 15,1-4-15,-3 1 16,-11 3-16</inkml:trace>
  <inkml:trace contextRef="#ctx0" brushRef="#br2" timeOffset="133969">13256 8947 0,'0'0'16,"0"0"-16,17 13 16,10 1-16,7-4 15,5-8-15,-8-3 16</inkml:trace>
  <inkml:trace contextRef="#ctx0" brushRef="#br2" timeOffset="134532.72">13982 8715 0,'-5'-31'15,"-4"-14"-15,-1 0 16,-3 7-1,-1 10-15,0 10 0,-5 13 16,1 12-16,2 11 16,0 12-1,5 12-15,1 6 0,7 3 16,6-6-16,3-11 16,6-13-16,3-11 15,2-10-15,-1-7 16,4-8-1,-2-7-15,-4-6 16,3 0-16,-6-2 16,-1-1-16,-2 1 15,-2 4-15,2 6 16,-1 5-16,0 10 16,1 8-16,3 11 15,0 11-15,0 10 16,2 7-16,1 7 15,-1 0-15,-3 0 16,-6-1-16,-4 0 16,-7-1-16,-5-2 15,-8-2-15,-6-2 16,-5-6-16,-4-4 16,-3-7-16,-2-7 15,-3-8 1,0-9-16,2-9 0,9-2 15</inkml:trace>
  <inkml:trace contextRef="#ctx0" brushRef="#br2" timeOffset="139399.44">5576 10148 0,'20'7'15,"16"0"-15,8-5 16,1-4-16,0-6 16,-1-2-16,0-1 15,-1 1-15,-3 3 16,-5 2 0,-5 2-16,-5 0 0,-10 0 15,-15 3-15,8-3 16</inkml:trace>
  <inkml:trace contextRef="#ctx0" brushRef="#br2" timeOffset="139649.78">5587 10206 0,'0'0'15,"0"0"-15,28 0 0,17-3 16,8-8 0,5-6-16,7-7 15,-2-5-15,-16 5 16</inkml:trace>
  <inkml:trace contextRef="#ctx0" brushRef="#br2" timeOffset="141066.82">11516 9877 0,'-10'-13'0,"-5"-6"0,3 1 15,2 5-15,2 4 16,0 6-16,0 4 16,5 11-1,0 10-15,0 12 16,1 13-16,-3 14 16,4 11-16,-1 8 15,4 7-15,0 5 16,3 5-16,-1-3 15,2-7-15,1-15 16,0-16-16,-1-16 16,-2-14-16</inkml:trace>
  <inkml:trace contextRef="#ctx0" brushRef="#br2" timeOffset="141682.57">11693 10077 0,'8'-13'16,"2"-3"-16,-1 3 16,-9 13-16,6 6 15,-1 16-15,-5 15 16,0 12-16,-1 12 15,0 13-15,0 4 16,1-4-16,2-13 16,-1-19-16,-1-17 15,3-11 1,-3-14-16,2-1 0,2-12 16,-2-10-16,1-10 15,0-11-15,2-7 16,4-4-16,6-3 15,4 3-15,3 9 16,6 8-16,3 12 16,0 11-16,-1 14 15,1 12-15,-4 12 16,1 12-16,-2 9 16,-3 0-16,-4-6 15,-1-8-15,-3-10 16,1-5-16,-1-5 15,-2-7 1,-2-6-16,-2-8 16,-2-9-16,-2-12 15,-2-11-15,-3-10 16,-5-4-16,-1 0 16,-2 7-1,-2 9-15,-4 8 0,0 10 16,-2 9-16,1 8 15,0 9-15,0 5 16,-2 3-16,4-3 16</inkml:trace>
  <inkml:trace contextRef="#ctx0" brushRef="#br2" timeOffset="141882.96">12449 10102 0,'34'7'0,"16"4"16,4-4-16,-5-4 16,-9 0-16,-13-2 15,-10 0-15</inkml:trace>
  <inkml:trace contextRef="#ctx0" brushRef="#br2" timeOffset="142066.63">12481 10355 0,'0'0'16,"0"0"-16,22 7 15,13-1-15,8-8 16,2-10 0,-9-1-16</inkml:trace>
  <inkml:trace contextRef="#ctx0" brushRef="#br2" timeOffset="142633.09">13320 9883 0,'-7'-17'16,"-4"-10"-16,-4-4 16,0 2-16,-2 6 15,-2 5-15,0 12 16,-2 11-16,4 18 15,-1 14-15,0 17 16,3 16-16,3 9 16,7-7-16,8-13 15,5-17 1,7-17-16,3-14 0,3-12 16,2-11-1,-4-10-15,-1-7 0,-5-6 16,-1-4-1,-7-3-15,-2-3 16,-1 1-16,0 3 16,1 9-1,0 11-15,3 14 16,2 11-16,2 13 0,0 13 16,-1 7-16,3 7 15,2 2 1,0-1-16,-3-2 0,0-3 15,-5-2-15,-5 1 16,-9 4-16,-7 1 16,-8 3-16,-8 0 15,-5-3-15,-3-7 16,-2-8-16,2-10 16,4-9-16,8-6 15</inkml:trace>
  <inkml:trace contextRef="#ctx0" brushRef="#br2" timeOffset="142845.88">13527 10245 0,'0'0'0,"0"0"0,0 0 16,0 0-16,13 3 15,2-3 1,-1-3-16</inkml:trace>
  <inkml:trace contextRef="#ctx0" brushRef="#br2" timeOffset="143069.09">13906 9748 0,'-7'20'15,"-2"15"-15,1 10 16,3 11-16,2 9 15,0 11-15,1 9 16,-1 5-16,0-3 16,0-20-16</inkml:trace>
  <inkml:trace contextRef="#ctx0" brushRef="#br2" timeOffset="143333.72">14121 9734 0,'0'0'16,"-1"32"-16,2 21 15,3 21-15,1 13 16,1 13-16,-1 1 16,-3-4-16,-2-24 15</inkml:trace>
  <inkml:trace contextRef="#ctx0" brushRef="#br2" timeOffset="143566.17">14360 10155 0,'51'-4'15,"25"-5"-15,6-3 16,-6 1-1,-7 1-15,-11 5 16,-10 4-16,-7 3 16,-13-1-16</inkml:trace>
  <inkml:trace contextRef="#ctx0" brushRef="#br2" timeOffset="143800.03">14720 9812 0,'-12'21'0,"-1"20"16,7 12-16,6 11 15,3 10-15,2 10 16,0 4-16,-1-3 15,0-21-15</inkml:trace>
  <inkml:trace contextRef="#ctx0" brushRef="#br2" timeOffset="144083.28">15155 9670 0,'-1'47'0,"1"28"16,-1 15-16,1 10 15,2 8-15,4 3 16,0-8-16,-1-18 16,2-24-16,-1-20 15</inkml:trace>
  <inkml:trace contextRef="#ctx0" brushRef="#br2" timeOffset="144305.01">15716 9748 0,'-7'13'0,"-2"4"15,5-2-15,5-6 0,4-6 16,0-3-16</inkml:trace>
  <inkml:trace contextRef="#ctx0" brushRef="#br2" timeOffset="144449.59">15760 10084 0,'-23'79'16,"-6"28"-16,8-11 0,7-28 16,5-25-16</inkml:trace>
  <inkml:trace contextRef="#ctx0" brushRef="#br2" timeOffset="144718.07">16341 9490 0,'0'0'0,"0"0"16,6 32-16,2 25 15,-4 16-15,1 19 16,2 14-16,-3 12 16,0 9-1,-4-2-15,-3-7 16,0-28-16</inkml:trace>
  <inkml:trace contextRef="#ctx0" brushRef="#br2" timeOffset="145132.6">16612 9657 0,'0'0'16,"0"0"-16,0 0 15,-15 21-15,-7 14 16,-5 10-16,-2 8 16,-2 5-16,0-3 15,3-9-15,2-12 16,4-12-16,4-13 16,5-10-16,6-7 15,5-8-15,4-4 16,7-2-16,7 0 15,5 3-15,8 4 16,3 7-16,5 11 16,3 8-16,2 8 15,1 11-15,-1 6 16,-2 8-16,-6 4 16,-4 5-16,-9-13 15</inkml:trace>
  <inkml:trace contextRef="#ctx0" brushRef="#br2" timeOffset="145349.84">16920 9832 0,'0'0'16,"0"0"-16,0 0 0,0 0 15,28 1-15,13 2 16,5-4 0,1-3-16,-2-1 15,-7-1-15,-11 2 16</inkml:trace>
  <inkml:trace contextRef="#ctx0" brushRef="#br2" timeOffset="145566.54">16952 10057 0,'0'0'0,"9"14"15,11 4-15,5-4 16,10-6-16,2-7 15,3-6-15,-3-5 16,-3-6-16,-6 0 16</inkml:trace>
  <inkml:trace contextRef="#ctx0" brushRef="#br2" timeOffset="145800.09">17501 9612 0,'0'0'0,"0"30"16,0 20 0,0 14-16,2 7 0,-2 6 15,-1 6-15,0-2 16,3-6-16,0-12 15,1-19-15,-1-14 16</inkml:trace>
  <inkml:trace contextRef="#ctx0" brushRef="#br2" timeOffset="146032.94">17810 9599 0,'0'0'15,"0"38"-15,2 24 16,-1 10-16,0 10 16,-1 5-16,4 3 15,1-5-15,2-10 16,-3-20-16</inkml:trace>
  <inkml:trace contextRef="#ctx0" brushRef="#br2" timeOffset="146733.34">18062 9400 0,'-48'-58'15,"-29"-27"-15,-6 0 16,-7 8 0,-6 13-16,-7 13 15,-4 15-15,-4 9 0,-3 13 16,2 10-16,-3 11 15,-1 10-15,-1 10 16,2 13 0,1 12-16,10 10 0,5 10 15,9 11-15,7 10 16,14 9-16,14 11 16,16 6-16,15 4 15,12 4 1,18 3-16,18 0 0,12-2 15,15-2 1,13-11-16,13-6 16,11-12-16,8-13 15,9-10-15,4-13 16,9-13-16,6-16 16,3-15-16,3-16 15,4-13-15,1-13 16,1-17-16,-2-13 15,-2-14-15,-7-12 16,-4-13 0,-7-10-16,-8-11 15,-12-6-15,-14-5 16,-16-9-16,-14-1 0,-17-1 16,-12 4-16,-16 5 15,-14 7-15,-17 4 16,-17 3-16,-19 5 15,-16 9 1,-16 11-16,-18 13 16,-17 16-16,-16 17 15,-20 19 1,-25 19-16,31 7 0</inkml:trace>
  <inkml:trace contextRef="#ctx0" brushRef="#br2" timeOffset="156569.76">20194 8418 0,'0'0'0,"0"0"16,6-20-16,1-13 16,-3-7-16,-4-3 15,-2 8-15,-3 8 16,-5 9-16,-6 12 15,-8 10-15,-4 15 16,-9 11-16,-1 13 16,0 9-16,3 1 15,8-3-15,11-7 16,14-8 0,12-5-16,8-6 0,10-11 15,4-4-15,3-10 16,-3-7-16,-5-11 15,-4-6-15,-3-6 16,-4-6-16,-2-6 16,-3-3-16,-4 0 15,-5 4-15,-1 7 16,-1 8-16,0 7 16,0 10-16,0 10 15,-2 4-15,-1 11 16,1 12-16,1 10 15,3 10-15,4 11 16,6 4-16,-1 2 16,0 3-16,-3 0 15,-4-4-15,-5-3 16,-3-8-16,-6-8 16,-4-7-16,-6-7 31,-2-7-31,-6-7 0,-3-7 0,-3-9 15,-3-8 1,3-6-16,5-6 16,4-3-16,8 4 15</inkml:trace>
  <inkml:trace contextRef="#ctx0" brushRef="#br2" timeOffset="156748.97">20484 8780 0,'0'0'0,"0"0"16,12-4-1,1-1-15</inkml:trace>
  <inkml:trace contextRef="#ctx0" brushRef="#br2" timeOffset="157016.19">20819 8257 0,'1'26'0,"-5"26"16,2 18-16,-1 13 0,0 9 15,-3 4-15,3 0 16,-1-7-16,1-15 16,2-20-16,1-19 15,1-16-15</inkml:trace>
  <inkml:trace contextRef="#ctx0" brushRef="#br2" timeOffset="157249.6">20926 8186 0,'0'0'0,"0"0"0,15 36 16,7 24-1,0 18-15,-5 7 0,1 10 16,-4 3-16,-5-3 16,-3-11-16,-1-22 15</inkml:trace>
  <inkml:trace contextRef="#ctx0" brushRef="#br2" timeOffset="157468.78">21222 8567 0,'42'-5'0,"25"0"16,11 0-16,5-1 15,-3 4-15,-6-1 16,-18 1-16</inkml:trace>
  <inkml:trace contextRef="#ctx0" brushRef="#br2" timeOffset="157699.32">21475 8320 0,'3'30'0,"1"23"16,2 14-16,0 9 15,-1 9-15,2 2 16,3-2-16,1-13 16,4-19-16,-2-18 15</inkml:trace>
  <inkml:trace contextRef="#ctx0" brushRef="#br2" timeOffset="157918.21">21947 8192 0,'7'63'15,"5"45"-15,0 20 16,-1 9-16,1 2 15,-4-7-15,-1-33 16</inkml:trace>
  <inkml:trace contextRef="#ctx0" brushRef="#br2" timeOffset="158533.07">20364 10225 0,'0'0'15,"0"0"-15,0 0 0,29-7 16,23-12 0,16-12-16,7-10 15,-3-6-15,-3-7 16,-8-7-16,-11-2 0,-13-3 16,-12-3-16,-11 2 15,-9 9-15,-6 4 16,-8 11-1,-5 10-15,-3 11 16,-5 9-16,1 11 16,-1 12-16,3 13 15,3 12-15,5 20 16,3 16-16,8 22 0,4 20 16,9 22-1,1 20-15,-3 12 16,3-1-16,-1-4 15,-6-9-15,-4-17 16,-2-20-16,-2-21 16,-4-29-16,-4-28 15,-4-26-15,-4-22 16,-2-24 0,-1-26-16,0-20 0,0-13 15,3-13-15,5-9 16,2 1-16,3 24 15</inkml:trace>
  <inkml:trace contextRef="#ctx0" brushRef="#br2" timeOffset="158916.69">20648 10219 0,'12'-50'0,"9"-21"15,5-1-15,9 13 16,4 17-16,5 18 16,3 21-16,1 21 15,-5 20 1,-9 16-16,-13 11 0,-11 9 15,-14 4 1,-13 0-16,-5-10 16,-1-14-16,1-19 15,6-21-15,6-19 16,4-18 0,9-15-16,6-13 0,7-8 15,6-6-15,4-1 16,2-1-16,-3 7 15,-1 9-15,-6 11 16,-4 16-16,-2 9 16,-4 13-16,2 9 15,0 14-15,2 17 16,1 14-16,-1 12 16,1 12-16,-1 2 15,0-9-15,1-16 16,0-19-16,5-21 15,-2-24-15,-4-6 16</inkml:trace>
  <inkml:trace contextRef="#ctx0" brushRef="#br2" timeOffset="159067.1">21323 9632 0,'-13'43'16,"-4"19"-16,2-7 16,5-15-16</inkml:trace>
  <inkml:trace contextRef="#ctx0" brushRef="#br2" timeOffset="161083.04">21607 10116 0,'-16'-44'0,"-11"-18"0,-7 8 16,-4 16-16,0 21 16,0 20-16,4 16 15,6 7-15,8 5 16,8 3-16,12-5 15,12-3-15,8-5 16,9-7-16,4-7 16,2-6-16,1-7 15,-5-7-15,-4-5 0,-4-6 16,-8-1 0,-4 1-16,-5 9 15,-6 15-15,5 4 16,0 21-16,-3 17 15,-3 15-15,0 16 16,-2 12-16,0 11 16,-1 10-1,0 2-15,-5 1 0,-7-7 16,-5-11-16,-3-17 16,-1-21-16,-1-19 15,-2-22-15,-1-22 16,2-17-16,0-19 15,5-12-15,6-13 16,10-4-16,10-4 16,12 0-16,12-1 15,8 6-15,7 4 16,5 5-16,4 6 16,0 4-16,-3 4 15,-5 6-15,-6 4 16,-6 10-1,-9 11-15,-9 8 0,-4 12 16,-6 14 0,-4 13-16,-4 15 15,-1 9-15,0 6 16,6-2-16,8-2 16,6-6-16,11-7 15,1-8-15,2-10 16,-2-10-16,-3-12 15,-6-13-15,-5-13 16,-12-15-16,-10-13 16,-9-8-16,-6-4 15,-6-2-15,-3 4 16,2 10-16,3 11 16,7 12-16,7 6 15,11 9-15,9 4 16,12 9-16,10 10 15,10 14-15,3 15 16,6 14-16,-2 6 16,-5 5-16,-6-2 15,-10-5-15,-7-6 16,-7-11 0,-4-14-16,-3-9 0,-3-14 15,-2-2-15,-4-13 16,0-10-16,-2-9 0,3-7 15,2-6-15,4-3 16,5-1-16,4 5 16,2 10-16,3 15 15,4 16-15,-2 17 16,-3 15-16,0 13 16,-2 9-16,-3 2 15,2-1 1,3-6-16,4-9 15,3-7-15,4-11 0,2-11 16,-2-12 0,2-11-16,-3-10 15,-4-11-15,-5-10 16,-7-9-16,-3-4 0,-5 3 31,-5 5-31,-3 10 0,-2 13 16,-1 9-16,0 8 15,1 6-15,3 9 16,2 4-16,5 5 0,8 7 16,6 4-16,9 6 15,7 5 1,7 7-16,5 2 16,1 5-16,-5-2 15,-8-2-15,-10-2 16,-13-4-16,-13-3 15,-10-4-15,-12-2 16,-9-5-16,-5-4 16,-4-6-16,3-9 15,9-8-15,10-8 16,13-10-16,18-9 16,13-8-1,12-3-15,7-3 0,8 1 16,4 0-16,3 2 15,2-1-15,-2-2 16,-7-3-16,-11 0 16,-13-2-16,-16-8 15,-14-2-15,-11-6 16,-16-3-16,-16-2 16,-13 2-16,-14 4 15,-13 9-15,-14 7 16,-15 6-16,-15 7 15,-17 10-15,-13 9 16,-4 14-16,-8 12 16,-6 16-1,0 17-15,1 18 16,5 19-16,10 15 16,13 14-1,21 9-15,21 5 0,26 2 16,27 0-16,27 2 15,31-1-15,33-4 16,21-7-16,25-7 16,22-9-16,24-9 15,19-8-15,15-11 16,15-8-16,10-7 16,7-11-16,2-10 15,-3-11 1,-7-13-16,-5-16 15,-10-18-15,-14-23 16,-13-20-16,-15-19 16,-16-11-16,-15-12 15,-14-10-15,-17-10 16,-23-9-16,-21-6 16,-23-4-16,-25 1 15,-24 5-15,-27 9 16,-21 17-1,-18 18-15,-19 17 0,-15 26 16,-10 28-16,-5 28 16,1 20-16,36 2 15</inkml:trace>
  <inkml:trace contextRef="#ctx0" brushRef="#br2" timeOffset="163933.32">20775 7947 0,'0'0'16,"0"0"-16,11-20 15,5-11-15,-1-8 16,-2 1-16,-3 0 15,-3 3-15,-5 1 16,0 7-16</inkml:trace>
  <inkml:trace contextRef="#ctx0" brushRef="#br2" timeOffset="164215.84">20906 6971 0,'0'0'15,"2"30"-15,3 26 16,0 17-16,2 10 15,2 6 1,1 5-16,-2-5 0,0-9 16,-4-21-1</inkml:trace>
  <inkml:trace contextRef="#ctx0" brushRef="#br2" timeOffset="164549.93">21077 7120 0,'0'0'0,"0"0"15,0 0-15,-14 27 16,-15 16-16,-6 8 15,-6 2-15,3-6 16,7-9-16,10-12 16,5-11-16,10-6 15,6-9-15,6 4 16,13-1-16,10-2 16,11 0-16,8 5 15,6 6-15,6 10 16,1 7-16,-3 6 15,-8 1-15,-12-7 16</inkml:trace>
  <inkml:trace contextRef="#ctx0" brushRef="#br2" timeOffset="165016.64">21380 7107 0,'-23'-67'16,"-14"-28"-16,-5 5 0,-3 16 15,-5 18-15,-5 24 16,-7 22-16,-5 24 16,-1 23-1,-6 29-15,6 16 16,9 17-16,9 10 15,13 4-15,16-2 16,21-2-16,19-3 16,20-11-16,18-7 15,20-9-15,15-10 16,10-15-16,6-14 16,2-16-16,-5-23 15,-6-22-15,-6-26 16,-12-28-16,-10-21 15,-13-14-15,-27-9 16,-22-7-16,-18 4 16,-21 6-16,-20 7 31,-18 14-31,-17 14 0,-13 17 0,-11 18 16,-3 25-16,0 22 15,4 25 1,25 2-16</inkml:trace>
  <inkml:trace contextRef="#ctx0" brushRef="#br2" timeOffset="179883.13">17646 11484 0,'-10'63'15,"-3"33"-15,-1 14 16,1 3-16,-1-3 16,4-4-16,5-9 15,5-9-15,2-9 16,6-10-16,3-13 16,0-14-16,1-21 15,-2-10-15</inkml:trace>
  <inkml:trace contextRef="#ctx0" brushRef="#br2" timeOffset="180301.31">17886 11704 0,'0'0'0,"0"0"15,0 0 1,-16 16-16,-12 12 0,-2 6 16,-6 8-16,-2 6 15,-3 2-15,2-3 16,4-12 0,9-11-16,10-9 0,7-8 15,9-7-15,2-3 16,6-6-16,5-4 15,7-2-15,7 0 16,5 1-16,2 6 16,-1 7-16,1 10 15,-2 13-15,-2 10 32,1 12-32,-3 10 0,-1 7 15,-1 2-15,-3-2 16,-3-7-16,-6-12 15,-3-11-15,-2-10 16</inkml:trace>
  <inkml:trace contextRef="#ctx0" brushRef="#br2" timeOffset="180499.37">18081 12065 0,'0'0'15,"0"0"-15,27 7 16,18 2-16,8 0 16,9-1-16,1-1 15,1-3-15,-4-4 16,-6-3-16,-9-9 16,-14 0-16</inkml:trace>
  <inkml:trace contextRef="#ctx0" brushRef="#br2" timeOffset="180703.28">18384 11788 0,'-6'37'15,"-4"23"-15,0 10 16,3 5-16,4 7 15,3 2-15,0 2 32,0-3-32,3-10 0,5-13 0,8-18 15,-1-14-15</inkml:trace>
  <inkml:trace contextRef="#ctx0" brushRef="#br2" timeOffset="180949.63">18782 11846 0,'-6'49'0,"-3"29"15,2 14-15,0 5 16,0 2-16,0 5 15,1-3-15,3-10 16,6-15-16,5-17 16,1-20-16</inkml:trace>
  <inkml:trace contextRef="#ctx0" brushRef="#br2" timeOffset="181616.59">19141 12059 0,'-13'-89'0,"-8"-41"16,-7-2-16,-5 10 16,-6 13-16,-8 11 15,-10 10-15,-11 8 16,-13 12-1,-8 10-15,-14 13 16,-12 14-16,-8 17 16,-7 15-16,-3 18 15,-1 20-15,-1 17 16,5 20-16,7 16 16,9 14-16,15 10 15,17 9-15,20 4 16,21 3-16,23 3 15,14-2-15,20-6 16,18-4-16,17-4 16,13-8-16,13-9 15,11-7-15,9-8 16,12-5-16,8-12 16,2-12-16,3-14 15,3-14-15,-1-16 16,0-17-16,-5-19 15,-8-13 1,-7-14-16,-5-14 16,-5-12-16,-9-12 15,-11-15-15,-9-8 16,-11-6-16,-12-8 16,-15-6-16,-13-1 15,-14-1-15,-14 0 16,-16 5-16,-13 8 15,-10 14-15,-9 13 16,-10 17-16,-7 15 16,-5 17-16,-2 16 15,4 11-15,9 15 16,7 8-16,18 1 16</inkml:trace>
  <inkml:trace contextRef="#ctx0" brushRef="#br2" timeOffset="182499.55">19538 12239 0,'0'0'0,"23"5"16,14 0-16,12-3 0,10-4 15,6-2-15,0 2 16,-2 2 0,-6 1-16,-14 2 0</inkml:trace>
  <inkml:trace contextRef="#ctx0" brushRef="#br2" timeOffset="182684.64">19639 12492 0,'5'26'15,"11"4"-15,16-9 16,22-12-16,17-11 15,10-9-15,-15-1 16,13-4-16,-11 2 16</inkml:trace>
  <inkml:trace contextRef="#ctx0" brushRef="#br2" timeOffset="182916.44">20453 11885 0,'-18'44'15,"-3"27"-15,3 15 16,4 15-16,6 11 16,2 8-1,2 3-15,1-2 0,5-13 16,4-17-16,3-20 15,1-22-15</inkml:trace>
  <inkml:trace contextRef="#ctx0" brushRef="#br2" timeOffset="183300.12">20604 12214 0,'10'-20'16,"6"-7"-16,7 0 16,7 9-16,6 10 15,6 16-15,-1 15 0,-3 14 16,-9 14 0,-8 6-16,-12 0 0,-11 0 15,-12-4-15,-14-4 16,-13-5-1,-7-7-15,-2-9 16,6-8-16,9-6 16,8-5-16,11-4 15,16-5-15,-1-4 16,17-7-16,21-6 16,16-5-16,14-2 15,12 7-15,3 9 16,0 11-16,-8 9 15,-10 3-15,-12 0 16,-14-3-16</inkml:trace>
  <inkml:trace contextRef="#ctx0" brushRef="#br2" timeOffset="183770.11">21424 12524 0,'0'0'16,"16"1"-16,9-5 15,5-13-15,1-9 16,-3-14-16,-1-11 15,-6-14-15,-3-11 16,-2-5-16,-5-1 16,-4 11-16,-4 11 15,-3 17-15,-3 17 16,-1 9-16,-1 14 0,0 11 16,-3 16-16,3 16 15,2 16 1,3 16-16,1 20 15,1 12-15,2 15 16,-1 6-16,1 4 0,3-1 16,2-8-1,-3-7-15,-2-15 0,0-13 16,-4-13-16,-3-17 16,-1-18-16,-1-20 15,-4-17-15,-1-21 16,2-2-16</inkml:trace>
  <inkml:trace contextRef="#ctx0" brushRef="#br2" timeOffset="184049.58">21550 12337 0,'20'-19'0,"11"-8"16,7 6-1,2 9-15,1 16 16,3 16-16,-4 16 16,-8 9-16,-9 6 0,-10 1 31,-11-2-31,-11-3 0,-9-8 0,-6-6 16,-3-10-16,1-15 15,6-14-15,7-13 16,12-16-16,3 4 15,1 7-15</inkml:trace>
  <inkml:trace contextRef="#ctx0" brushRef="#br2" timeOffset="184216.14">21941 12149 0,'10'23'0,"1"17"15,-2 11-15,-2 8 16,-3 8-16,1 9 15,1 1-15,1-3 16,2-9-16,2-16 16,2-18-16,4-20 15,-3-8-15</inkml:trace>
  <inkml:trace contextRef="#ctx0" brushRef="#br2" timeOffset="184382.58">22181 12014 0,'-20'-26'15,"-6"-2"-15,4 14 16,4 20-16,6 17 16,7 15-1,2-4-15,3-9 0</inkml:trace>
  <inkml:trace contextRef="#ctx0" brushRef="#br2" timeOffset="185616.2">22364 12427 0,'0'0'0,"0"0"16,-5-25 0,-14-11-16,-10 1 15,-9 10-15,-2 13 0,2 9 16,8 9-1,9 6-15,8 4 16,12 4-16,8 1 0,8 0 16,6-3-16,3-4 15,4-5-15,1-5 16,-2-8-16,0-3 16,-5-2-16,-3-1 15,-5 3-15,-5 2 16,-9 5-16,4 5 31,-4 11-31,-4 9 0,-3 11 0,0 10 16,1 12-16,3 7 15,-2 8-15,1 3 16,0 1-16,-3-3 16,-7-5-16,-7-5 15,-5-12-15,-5-12 16,0-13-16,0-13 15,3-17-15,2-13 16,6-10-16,6-15 16,7-11-16,9-8 15,13-4-15,10-3 16,9 0-16,10 1 16,8 5-16,5 7 15,0 7-15,-4 7 31,-6 9-31,-10 9 0,-10 9 0,-8 5 16,-8 5-16,-11 3 16,1 8-16,-5 8 15,-3 8-15,0 5 16,2 5-16,7 4 16,7 4-16,6 1 15,4-5-15,0-5 16,-2-8-16,-1-10 15,-5-10-15,-4-12 16,-6-16-16,-3-13 16,-3-8-16,-2-7 15,0-3-15,-1-3 16,2 1 0,4 3-16,2 5 15,6 9-15,7 8 16,5 9-16,6 11 0,3 12 15,3 15 1,3 15 0,-5 11-16,-1 8 0,-9 0 0,-5-3 15,-6-6 1,-8-9-16,-5-6 16,-1-9-16,0-7 0,0-10 15,2-8-15,0-6 16,1-10-16,3-8 15,2-4-15,4-3 16,5 2-16,2 6 16,3 9-16,2 8 15,0 11-15,-2 9 16,-6 11-16,-2 6 16,-3 1-16,-4 2 15,-3-3-15,1-2 16,0-4-16,1-6 15,1-11-15,0 0 16,0 0 0,6 1-16,7-8 0,7-4 15,5-3-15,3 0 16,7 2-16,5 11 16,1 16-16,-3 17 15,-7 14 1,-9 11-16,-8 7 0,-12-4 15,-13-5-15,-12-9 16,-16-9-16,-15-10 16,-9-12-16,-10-15 15,-4-17-15,1-18 16,5-17-16,11-15 16,17 10-16</inkml:trace>
  <inkml:trace contextRef="#ctx0" brushRef="#br2" timeOffset="205716.04">12512 5700 0,'0'0'16,"7"28"-16,1 24 15,0 18-15,2 17 16,-6 12-16,-1 10 16,-4 1-16,-4-8 15,0-25-15</inkml:trace>
  <inkml:trace contextRef="#ctx0" brushRef="#br2" timeOffset="205969.52">12638 5855 0,'2'32'0,"0"28"0,3 21 16,8 18-16,-1 8 15,2 0 1,-1-23-16</inkml:trace>
  <inkml:trace contextRef="#ctx0" brushRef="#br2" timeOffset="206315.74">14360 5719 0,'3'39'0,"1"27"16,-4 22-1,-5 15-15,1 6 16,-2-6-16,0-24 16</inkml:trace>
  <inkml:trace contextRef="#ctx0" brushRef="#br2" timeOffset="206549.12">14638 5726 0,'1'41'0,"3"34"16,-2 21-16,1 15 15,4-2-15,-1-24 16</inkml:trace>
  <inkml:trace contextRef="#ctx0" brushRef="#br2" timeOffset="206849.44">15950 5571 0,'0'0'0,"0"0"15,0 0-15,12 35 16,3 29-16,1 18 16,-5 14-16,-5 5 15,-3-6-15,-3-23 16,0-25-16</inkml:trace>
  <inkml:trace contextRef="#ctx0" brushRef="#br2" timeOffset="207050.01">16208 5610 0,'5'35'0,"2"30"16,3 19-16,1 6 15,1 3-15,4-5 16,0-22-16</inkml:trace>
  <inkml:trace contextRef="#ctx0" brushRef="#br2" timeOffset="207304.08">17533 5577 0,'15'47'0,"-2"35"0,-9 20 15,-4 10 1,-3-3-16,0-26 16</inkml:trace>
  <inkml:trace contextRef="#ctx0" brushRef="#br2" timeOffset="207532.88">17779 5596 0,'8'55'0,"2"34"16,0 11-16,-3 2 31,0-4-31,-1-21 0</inkml:trace>
  <inkml:trace contextRef="#ctx0" brushRef="#br2" timeOffset="207799.88">19166 5390 0,'0'0'15,"0"0"-15,9 45 16,-5 36-16,-6 23 15,-7 12-15,-2-3 16,0-25-16</inkml:trace>
  <inkml:trace contextRef="#ctx0" brushRef="#br2" timeOffset="208016.13">19406 5436 0,'0'0'0,"8"26"16,4 28-16,-2 17 16,-2 15-16,1 7 15,6-1-15,2-21 16</inkml:trace>
  <inkml:trace contextRef="#ctx0" brushRef="#br2" timeOffset="208433.3">22275 5138 0,'0'0'16,"10"34"-16,0 28 15,-7 14 1,-3 11-16,-3 2 0,0-8 15,7-21-15,3-19 16</inkml:trace>
  <inkml:trace contextRef="#ctx0" brushRef="#br2" timeOffset="208616.46">22527 5209 0,'14'38'0,"2"26"15,-2 12-15,-8 4 16,-9-2 0,-3-7-16,1-18 15</inkml:trace>
  <inkml:trace contextRef="#ctx0" brushRef="#br2" timeOffset="209299.51">22086 4183 0,'16'-49'16,"6"-21"-16,-4-4 15,-9 7-15,-9 10 16,-10 12-16,-7 13 16,-7 17-16,-7 17 0,-5 16 15,-5 19-15,-2 14 16,3 8 0,7 1-16,14-4 15,13-7 1,11-11-16,9-7 0,8-10 0,3-12 15,3-8 1,-5-10-16,1-9 0,-3-6 16,-4-9-16,-5-2 15,-4 1-15,0 5 16,-2 4-16,-2 7 16,-3 6-16,-1 12 15,5 2-15,3 17 16,4 15-1,0 11-15,0 7 0,-3 4 16,0 3 0,-5 1-16,-5-2 0,-6-7 15,-8-9-15,-7-8 16,-9-7-16,-4-7 16,-6-6-16,1-10 15,4-8-15,6-10 31,9-8-31,11-7 0,11-3 16,3 7-16</inkml:trace>
  <inkml:trace contextRef="#ctx0" brushRef="#br2" timeOffset="209816.52">22483 4073 0,'-1'-34'0,"-6"-16"16,-9-1-16,-6 11 0,-2 10 15,-2 16-15,-3 13 16,-3 13-16,1 10 16,1 6-16,5 4 15,9 1-15,8-1 16,12-1-16,10-4 15,9-4-15,3-6 16,4-5-16,0-5 16,-1-7-16,1-6 15,-4-5-15,-1-5 16,-3-4 0,-2-4-16,-1 3 15,1 4-15,-1 7 0,-1 10 16,-1 10-16,-4 12 15,-2 10-15,-3 10 16,-3 4-16,-3 4 16,-5 3-16,0 1 15,-3-2-15,-6 1 16,-5-4-16,-6-6 16,-5-6-16,-5-4 15,-8-5-15,-1-8 16,1-11-16,3-9 15,13-15-15,15-13 16,14-12-16,11-7 16,1 8-16</inkml:trace>
  <inkml:trace contextRef="#ctx0" brushRef="#br2" timeOffset="210333.24">22925 3738 0,'-14'-60'0,"-18"-23"15,-14 3-15,-11 9 32,-15 14-32,-9 16 0,-12 15 0,-14 19 15,-10 16-15,-6 21 16,-4 26-16,1 23 15,5 24-15,7 19 16,13 8-16,17 8 16,18 6-16,18 0 15,22-2 1,25-5-16,28-4 0,24-12 16,18-14-16,17-15 15,13-14 1,9-20-16,9-22 15,10-23-15,5-27 16,2-21-16,5-25 16,3-27-16,1-27 15,-11-18-15,-19-7 16,-21-3 0,-26-1-16,-28 6 0,-32 2 15,-15 6-15,-20 5 16,-30 7-16,-18 11 15,-20 8-15,-19 15 16,-23 22-16,-15 26 16,-33 24-16,11 23 15,45 6-15</inkml:trace>
  <inkml:trace contextRef="#ctx0" brushRef="#br2" timeOffset="-174912.41">18693 4156 0,'0'0'0,"3"-22"16,5-13-16,5-1 15,8 2-15,2 5 16,5 10 0,3 7-16,3 13 0,1 10 15,-3 13-15,-3 12 16,-3 13-16,-6 9 15,-3 7-15,-3 6 16,-4 1-16,-3 0 16,-6-8-1,-2-10-15,-1-12 16,-1-12-16,-2-11 16,1-7-16,4-12 0,-3-1 15,1-14-15,1-12 16,3-14-16,2-7 15,3-9-15,3-8 16,4-5-16,4 0 16,3 7-1,1 12 1,-4 14-16,-1 9 0,-4 12 16,-2 10-16,0 7 0,2 13 15,1 12-15,0 8 16,0 9-16,3 7 15,1 3-15,2 2 16,-2-3 0,-1-9-16,-1-10 15,-4-14-15,-5-9 0</inkml:trace>
  <inkml:trace contextRef="#ctx0" brushRef="#br2" timeOffset="-174666.88">19532 4156 0,'18'2'0,"10"-4"16,12-6-16,8-1 16,6-4-16,1 1 15,-4 2 1,-14 3-16</inkml:trace>
  <inkml:trace contextRef="#ctx0" brushRef="#br2" timeOffset="-174563.9">19595 4409 0,'0'0'0,"29"-7"16,23-3-16,16-4 15,10-5-15,-1-5 16,-17 4-16</inkml:trace>
  <inkml:trace contextRef="#ctx0" brushRef="#br2" timeOffset="-174046.93">20364 4015 0,'-13'-26'16,"-9"-8"-16,-9 5 16,-8 16-16,-7 15 15,-6 21-15,-2 13 16,2 8-16,9 2 16,12-3-16,13-6 15,13-6-15,15-6 16,14-6-16,10-8 15,7-6-15,1-7 16,0-8 0,-4-7-16,-4-9 15,-7-7 1,-2-5-16,-5-4 0,-1 1 0,-3 8 16,-5 11-16,-4 10 15,0 11-15,0 12 16,2 11-16,-3 14 15,2 11 1,-1 10-16,-3 6 16,-2 2-16,-6-2 15,-6 1-15,-9-4 16,-9-1-16,-6-10 16,-5-8-16,0-12 15,6-11-15,3-12 16,7-12-16,5-13 15,8-10-15,8-13 16,14-6-16,11 2 16,-2 11-16</inkml:trace>
  <inkml:trace contextRef="#ctx0" brushRef="#br2" timeOffset="-173463.22">20737 4254 0,'-13'43'16,"-11"16"-16,-18 6 16,-14-7-16,-13-4 0,-13-4 15,-13-7-15,-10-4 16,-12-4-16,-5-11 15,-2-6-15,-6-16 16,-11-12-16,-1-9 16,-5-9-1,5-7-15,3-5 16,6-5-16,13-6 16,16-7-16,11-10 15,15-14-15,19-17 16,9-14-16,20-8 15,15-5-15,24 1 16,23 4-16,23 1 16,25 10-16,24 15 15,20 18-15,24 19 16,20 17-16,15 21 16,0 15-1,10 29-15,0 24 0,-8 14 16,-13 10-1,-22 12-15,-24 5 16,-27 7-16,-24 6 16,-29 7-16,-24 3 15,-21 4-15,-19 3 16,-22-3-16,-21-3 16,-20-7-16,-22-11 15,-18-13-15,-5-14 16,5-18-16,29-20 15</inkml:trace>
</inkml:ink>
</file>

<file path=ppt/ink/ink8.xml><?xml version="1.0" encoding="utf-8"?>
<inkml:ink xmlns:inkml="http://www.w3.org/2003/InkML">
  <inkml:definitions>
    <inkml:context xml:id="ctx0">
      <inkml:inkSource xml:id="inkSrc0">
        <inkml:traceFormat>
          <inkml:channel name="X" type="integer" max="32767" units="cm"/>
          <inkml:channel name="Y" type="integer" max="32767" units="cm"/>
          <inkml:channel name="T" type="integer" max="2.14748E9" units="dev"/>
        </inkml:traceFormat>
        <inkml:channelProperties>
          <inkml:channelProperty channel="X" name="resolution" value="375.81143" units="1/cm"/>
          <inkml:channelProperty channel="Y" name="resolution" value="655.20898" units="1/cm"/>
          <inkml:channelProperty channel="T" name="resolution" value="1" units="1/dev"/>
        </inkml:channelProperties>
      </inkml:inkSource>
      <inkml:timestamp xml:id="ts0" timeString="2021-06-24T07:31:47.081"/>
    </inkml:context>
    <inkml:brush xml:id="br0">
      <inkml:brushProperty name="width" value="0.05292" units="cm"/>
      <inkml:brushProperty name="height" value="0.05292" units="cm"/>
      <inkml:brushProperty name="color" value="#FFFF00"/>
    </inkml:brush>
    <inkml:brush xml:id="br1">
      <inkml:brushProperty name="width" value="0.05292" units="cm"/>
      <inkml:brushProperty name="height" value="0.05292" units="cm"/>
      <inkml:brushProperty name="color" value="#92D050"/>
    </inkml:brush>
    <inkml:brush xml:id="br2">
      <inkml:brushProperty name="width" value="0.05292" units="cm"/>
      <inkml:brushProperty name="height" value="0.05292" units="cm"/>
      <inkml:brushProperty name="color" value="#00B0F0"/>
    </inkml:brush>
  </inkml:definitions>
  <inkml:trace contextRef="#ctx0" brushRef="#br0">6256 1762 0,'0'0'16,"14"-18"-16,11-10 16,12-7-16,10-8 15,10-5-15,9-3 16,9-2-16,7 0 16,2 4-16,1 1 15,0 8-15,-4 8 16,-2 6-16,-9 5 15,-9 5 1,-6 6-16,-12 0 16,-14 4-16</inkml:trace>
  <inkml:trace contextRef="#ctx0" brushRef="#br0" timeOffset="503.93">7776 1097 0,'14'-29'16,"11"-13"-16,2-5 15,-1-2-15,-4-3 16,1 3-16,-1-3 31,-3 1-31,-4 4 0,-6 2 16,-5 1-16,-3 8 16,-6 8-16,-3 2 0,-4 9 15,-3 4 1,-1 6-16,-1 4 15,2 4-15,1 8 0,0 6 16,4 11 0,0 6-16,3 11 15,4 9-15,-2 11 16,1 12-16,4 11 16,3 10-16,5-4 15,5-10-15,4-11 16,7-16-16,5-17 15,5-15-15,-5-13 16,-4-12-16,-7-5 31</inkml:trace>
  <inkml:trace contextRef="#ctx0" brushRef="#br0" timeOffset="1399.58">8242 910 0,'0'0'0,"0"0"16,0 0-16,0 0 16,-11 25-16,-3 16 15,2 6-15,4 0 16,6-6-16,8-11 16,7-12-1,3-9-15,2-12 0,3-9 16,-2-8-1,2-5-15,-5-3 16,-4-2-16,-4-7 16,-4 2-16,-9-1 15,-7 1-15,-9 4 16,-4 9-16,-1 7 16,-1 8-16,2 7 15,0 4-15,4 5 16,1 6-16,7 9 15,4 6 1,7 4-16,7 1 0,7-6 16,9-7-16,9-16 15,7-11-15,5-12 16,2-7-16,-2-3 16,-3 1-1,-3 4-15,-3 2 16,-2 2-16,-7 3 15,-6 4-15,-6 2 16,-5 1-16,-3 0 16,-4 1-16,-5 1 15,-2 0-15,-4 4 16,0 3-16,1 6 16,0 0-16,3 5 15,1 6-15,1 8 16,4 9-16,4 12 15,5 9-15,3 11 16,0 10-16,6 2 16,-2-4-16,-2-6 15,-3-2-15,-9-7 16,-10-6-16,-8-5 16,-8-6-16,-5-4 15,-8-7-15,-3-12 16,4-14-1,-1-16-15,5-15 16,7-20-16,11-19 16,6-13-16,10-5 15,11 1-15,12 6 16,7 8-16,7 7 16,7 8-16,3 12 15,4 13-15,0 17 16,-2 21-16,-4 20 15,-5 14-15,-1 3 32,-2-11-32,-7-16 0,0-17 0,-5 1 15,-9 0-15</inkml:trace>
  <inkml:trace contextRef="#ctx0" brushRef="#br0" timeOffset="1583.54">8905 580 0,'-4'30'0,"0"14"0,8 1 15,2-7-15,1-9 16</inkml:trace>
  <inkml:trace contextRef="#ctx0" brushRef="#br0" timeOffset="3083.18">9283 813 0,'-20'-19'0,"-10"-5"15,-3 9-15,4 7 16,6 15-16,0 13 16,4 13-16,2 13 15,4 13-15,6 7 16,9-7-16,14-9 16,11-15-16,11-16 15,7-15-15,5-11 16,6-6-16,0-5 15,-7-4 1,-5-2-16,-9-2 16,-12-4-16,-13 2 15,-8-1-15,-7 3 16,-7 6-16,-6 6 16,-4 7-16,-3 10 0,-1 10 15,-1 8 1,1 4-16,4-2 15,9-2-15,8-6 16,7-2-16,7-6 16,4-6-16,7-5 15,2-7-15,6 2 16,-2 2-16,-1 1 16,-4 4-16,-1 2 15,-2 5-15,-2 5 16,1 1-16,-1 1 15,0-4-15,1-3 0,4-4 16,1-6 0,2-5-16,5-5 0,0-5 15,0-6-15,-3 0 16,-5-8 0,1-3-16,-3-4 15,-6-7-15,-6-1 16,-1-5-16,-5 3 0,-5 6 15,-3 4-15,-1 8 16,-1 6 0,-3 8-16,0 8 0,2 9 15,3 11-15,2 12 32,-1 13-32,3 19 0,0 18 15,2 18-15,3 7 16,10-5-16,6-19 15,8-21-15,5-20 16,1-15-16,-2-10 16,-4-9-16,-5-12 15,-4-13-15,-2-10 16,-6-12-16,-2-10 16,-3-2-16,0-6 15,-3 1-15,1 0 16,1 11-16,-3 16 15,0 16-15,0 10 16,0 14-16,-4 9 16,0 17-16,-1 19 15,0 13-15,1 10 16,1 5 0,5-5-16,7-15 15,11-18-15,6-18 16,4-16-16,-2-15 0,-1-14 15,-5-7 1,1-9-16,-3 0 16,0 2-16,1 12 15,3 11-15,-6 7 16,-5 10-16,-4 10 16,-2 12-16,-5 9 15,2 7-15,1-1 16,6-7-16,4-9 15,5-7-15,-2-9 16,1-4-16,-1-5 16,0-5-16,0-5 15,-2-6-15,1-5 16,-4-1-16,-3-2 16,-2 1-16,-1 8 15,-3 8-15,-4 13 16,2 5-1,0 14-15,-3 14 0,0 15 16,0 14-16,1 12 16,3 8-16,1-2 15,2-6-15,-2-15 16,-2-10 0,-5-14-16,-7-4 0,-8-9 15,-5-8-15,-6-8 16,-1-15-16,-1-18 15,10-27 1,7-25-16,12-15 16,16-6-16,17 2 15,10 11-15,6 13 16,3 13-16,-1 16 16,-7 7-16,-4 14 15,-6 11-15,-9 6 16</inkml:trace>
  <inkml:trace contextRef="#ctx0" brushRef="#br0" timeOffset="4303.89">3935 5236 0,'0'0'16,"0"0"-16,0 0 15,-7 42-15,-7 32 16,-9 20-16,-4 15 16,-2-1-16,-1-9 15,2-19-15,5-19 16,3-19-1,6-18-15,3-15 16,3-17-16,5-12 0,0-12 16,5-11-1,0-11-15,7-7 0,2-4 16,3-3 0,2 1-16,7 9 15,-2 9-15,-2 13 16,-2 12-16,1 14 15,1 10 1,-1 11-16,3 14 0,-3 17 16,1 19-16,-3 21 15,0 8-15,-3-7 16,1-18-16,0-12 16,-7-15-16,-5-15 15</inkml:trace>
  <inkml:trace contextRef="#ctx0" brushRef="#br0" timeOffset="4735.12">3765 5868 0,'0'0'16,"23"-16"-16,16-13 15,7-13-15,7-9 16,3-4-16,2-2 16,-4 1-1,-7 4-15,-7 3 16,-13 4-16,-6 7 16,-9 8-16,-10 9 15,-4 7-15,-7 5 0,2 6 31,-3 5-31,2 6 0,1 9 0,-2 9 16,0 12-16,6 11 16,1 17-1,5 17-15,3 21 16,-1 16-16,10 14 16,4 5-16,-2-8 15,-1-13-15,-1-19 16,-8-18-16,-3-19 15,-6-21-15,-7-17 16,-1-13-16</inkml:trace>
  <inkml:trace contextRef="#ctx0" brushRef="#br0" timeOffset="4967.09">4168 5816 0,'23'-54'0,"8"-9"15,0 14-15,0 23 16,-3 22-16,-5 22 16,-3 18-1,-6 16-15,-3 6 0,-7 0 16,-7-7-16,-1-13 15</inkml:trace>
  <inkml:trace contextRef="#ctx0" brushRef="#br0" timeOffset="5216.56">4471 5396 0,'0'0'16,"0"0"-16,0 0 0,0 0 16,0 0-16,16 30 15,5 21-15,1 22 16,-3 17-16,-5 15 16,0 9-16,-3 7 15,-1-4-15,-5-9 16,-3-20-1,-3-27-15</inkml:trace>
  <inkml:trace contextRef="#ctx0" brushRef="#br0" timeOffset="5483.12">4484 5822 0,'8'-42'16,"11"-16"-16,4 6 16,8 14-1,0 16-15,-2 19 16,1 19-16,-2 17 16,-5 20-16,-5 12 15,-7 3-15,-9-6 16,-6-13-16,-5-16 15,-5-17-15,2-9 16</inkml:trace>
  <inkml:trace contextRef="#ctx0" brushRef="#br0" timeOffset="6200.01">4843 5306 0,'6'-11'0,"1"2"16,0 9 0,-2 17-16,-1 21 15,-3 17-15,0 17 0,0 10 16,1-1 0,0-12-16,3-18 15,2-16-15,-1-11 0,3-13 16,2-8-1,0-8-15,1-9 0,-2-7 16,0-4 0,-1-8-1,1-1-15,2 5 0,-1 8 16,0 10-16,0 12 16,-1 10-16,2 11 15,1 6-15,1 4 16,0-6-16,0-7 15,0-8-15,1-8 16,1-7-16,1-8 16,1-9-16,2-5 15,-4-3-15,-1-2 16,-1 0-16,-4 0 16,-5 0-16,-1 2 15,-2 7-15,1 6 16,-3 16-16,1 9 15,0 20-15,-1 18 16,1 16-16,4 15 16,5 15-1,1 11-15,-2 2 16,-3-2-16,-5-7 16,-7-10-16,-5-5 15,-10-9-15,-7-12 16,-8-14-16,-7-15 15,-8-16-15,-1-17 16,-3-19-16,4-19 16,9-13-16,12-12 15,15-6-15,13-2 16,15 2-16,16 0 16,9 3-16,3 0 15,-7 16-15</inkml:trace>
  <inkml:trace contextRef="#ctx0" brushRef="#br0" timeOffset="6466.25">6060 5228 0,'3'46'0,"0"28"0,4 21 15,-1 14-15,-4 11 16,1 2-16,0-6 16,-1-20-16,0-19 31,-1-25-31,-1-19 0,0-15 0</inkml:trace>
  <inkml:trace contextRef="#ctx0" brushRef="#br0" timeOffset="6717.2">6029 5681 0,'5'-82'0,"6"-30"16,4 7-16,7 24 15,2 24-15,2 23 16,2 22-16,-3 22 16,-2 24-16,-6 29 15,-3 25-15,-7 17 16,-4-1-16,-6-7 16,-1-16-16,-3-17 15,-1-19-15,-1-19 16,2-13-16</inkml:trace>
  <inkml:trace contextRef="#ctx0" brushRef="#br0" timeOffset="6933.75">6363 5396 0,'15'-17'16,"2"2"-16,0 18 15,0 24-15,-7 30 16,-2 28-16,-4 21 16,-1 16-16,-1 1 15,1-14-15,-3-27 16,-6-33-16,-4-27 16,-7-19-16,2-5 15</inkml:trace>
  <inkml:trace contextRef="#ctx0" brushRef="#br0" timeOffset="7233.68">6383 5784 0,'0'0'16,"16"-13"-16,11-13 16,7-11-16,2-3 15,3-4-15,0-1 16,-1 2-1,-4 1-15,-4 3 16,-7 2-16,-7 3 16,-7 8-16,-5 7 15,-4 9-15,-5 9 0,-1 12 16,-1 15 0,-1 15-1,2 13-15,-1 13 0,-1 11 16,5 13-16,4 7 15,4-3-15,5-16 16,1-23-16</inkml:trace>
  <inkml:trace contextRef="#ctx0" brushRef="#br0" timeOffset="7469.95">6943 5364 0,'0'0'16,"2"36"-16,0 25 16,3 20-16,-2 16 15,3 11 1,2 2-16,-4-12 15,-1-27-15</inkml:trace>
  <inkml:trace contextRef="#ctx0" brushRef="#br0" timeOffset="7716.21">6987 5428 0,'0'-35'0,"3"-15"16,9 2-16,7 8 15,8 14-15,0 16 32,2 17-32,-4 17 0,-2 18 0,-9 17 15,-10 12 1,-13 8-16,-2-18 15</inkml:trace>
  <inkml:trace contextRef="#ctx0" brushRef="#br0" timeOffset="7867.25">7001 5726 0,'0'0'16,"0"0"-16,0 0 15,22-5-15,14-4 16,9-1-16,5 0 0,4-5 15,-3-2 1,-1-3-16,-12 4 16</inkml:trace>
  <inkml:trace contextRef="#ctx0" brushRef="#br0" timeOffset="8416.83">7890 5377 0,'31'16'0,"11"6"16,-4-3-1,-8-4-15,-10-6 0,-7-5 16,-13-4 0,0 0-16,0 0 0,-1 0 15,-8-3-15,-6-6 16,0-3-16,-2-9 15,5-4-15,7-9 16,2-4-16,5-2 16,5 3-16,4 10 15,5 8-15,3 11 16,2 13 0,1 10-16,-2 14 15,-3 13-15,-4 12 16,-6 11-16,-10 4 15,-6-3-15,-8-6 16,-9-4-16,-6-4 16,-5-7-16,-4-7 15,0-11 1,2-13 0,3-14-16,9-15 0,4-14 15,7-7-15,10-4 16,11 3-16,11 4 15,8 7-15,8 10 16,7 12-16,6 10 16,8 18-16,6 15 15,0 16-15,-2 9 16,-6-1-16,-14-16 16</inkml:trace>
  <inkml:trace contextRef="#ctx0" brushRef="#br0" timeOffset="11967">3167 6604 0,'0'0'15,"0"0"-15,0 0 16,0 0-16,7 22 15,3 16-15,0 8 16,0 8-16,-1 9 16,-2 8-1,-2 8-15,-3 7 16,-3 1-16,0 2 16,-2 1-16,-2-3 15,3-7-15,0-11 16,4-13-16,-2-16 15</inkml:trace>
  <inkml:trace contextRef="#ctx0" brushRef="#br0" timeOffset="12349.93">3525 6894 0,'0'0'0,"0"0"0,0 0 15,0 0-15,-16 10 16,-11 15-16,-4 13 16,-2 3-16,-1 6 15,2 0 1,2-4-16,3-7 15,3-8-15,9-10 16,5-9-16,10-9 0,0 0 16,7 3-16,9-3 15,7 0-15,3 6 16,4 4-16,1 8 16,2 10-1,1 7 1,0 8-16,-2 4 0,-1 1 15,-7-11-15</inkml:trace>
  <inkml:trace contextRef="#ctx0" brushRef="#br0" timeOffset="12566.47">3960 7353 0,'-10'46'0,"0"22"16,9 4-16,1-11 15,2-16-15</inkml:trace>
  <inkml:trace contextRef="#ctx0" brushRef="#br0" timeOffset="13083.25">4377 6985 0,'0'0'16,"0"0"-16,0 0 16,0 0-16,0 0 0,17 14 15,11 13 1,1 13-16,-7 10 15,-3 4-15,-7-1 16,-7-4-16,-3-5 16,-5-5-16,-1-8 15,-8-9 1,1-8-16,0-10 0,2-8 16,2-12-16,0-10 15,6-9-15,6-9 16,3-8-16,5-2 15,7 0-15,6 4 16,3 7-16,-1 12 16,2 10-16,2 6 15,-4 8-15,-2 10 16,-1 7-16,-2 11 16,0 11-16,-2 13 15,-3 9 1,-4-9-16</inkml:trace>
  <inkml:trace contextRef="#ctx0" brushRef="#br0" timeOffset="13266.7">5070 7140 0,'-10'55'0,"-1"20"0,8 2 16,3-9 0,3-14-16,2-18 15</inkml:trace>
  <inkml:trace contextRef="#ctx0" brushRef="#br0" timeOffset="13516.72">5499 6765 0,'-12'23'0,"-5"21"0,2 13 16,2 10-1,3 11-15,6 10 16,2 4-16,5 3 16,0-4-16,-1-22 15</inkml:trace>
  <inkml:trace contextRef="#ctx0" brushRef="#br0" timeOffset="13882.92">5708 6881 0,'-20'19'15,"-8"11"-15,-4 10 16,1 1-16,5-1 15,-1-8-15,4-9 16,1-7-16,7-7 16,6-6-16,1-6 15,5-6 1,6-5-16,5 0 0,6-1 16,4 5-16,5 6 15,1 5-15,2 8 16,2 8-16,2 9 15,-5 6-15,-1 7 16,0 4-16,-1 4 16,-1 2-16,-6-11 15</inkml:trace>
  <inkml:trace contextRef="#ctx0" brushRef="#br0" timeOffset="14367.16">5871 7075 0,'5'-21'0,"4"-9"0,3 6 15,4 10-15,1 12 16,3 8-16,1 12 15,-1 11 1,-1 8-16,-2 7 16,-4 0-16,-4-4 15,-4-3-15,-5-4 16,-4-6-16,-1-4 16,-5-4-16,-1-5 15,0-7-15,2-7 16,0-10-16,1-11 15,7-13-15,5-9 16,7-10-16,5-6 16,5 3-16,4 4 15,6 5-15,2 12 16,0 10-16,-3 13 16,1 13-16,-3 12 15,-3 11-15,-2 13 16,-2 14-16,-7 9 15,-5 7-15,-5-2 16,-3-14 0</inkml:trace>
  <inkml:trace contextRef="#ctx0" brushRef="#br0" timeOffset="14583.33">6470 7088 0,'31'-5'16,"17"-5"-16,0 1 0,-2 2 15,-4 5-15,-10 4 16,-10 0-16</inkml:trace>
  <inkml:trace contextRef="#ctx0" brushRef="#br0" timeOffset="14783.98">6710 6848 0,'-16'60'16,"0"25"-16,5 1 15,8-3-15,7-12 16,1-18-16</inkml:trace>
  <inkml:trace contextRef="#ctx0" brushRef="#br0" timeOffset="15035.43">7025 6713 0,'-8'25'15,"-5"19"-15,3 14 16,1 10-16,6 11 16,4 4-16,3 4 15,6-1-15,3-7 16,-4-19 0</inkml:trace>
  <inkml:trace contextRef="#ctx0" brushRef="#br0" timeOffset="15333.2">7139 7708 0,'-58'3'0,"-35"-1"16,-16-2-16,-11-4 31,-5 0-31,-17-2 0,-13-4 0,-9-5 16,-15-1-16,-8-1 15,-16 0-15,-8 1 16,-11 3-16,-7 1 16,-5 2-16,-2 4 15,-2 3 1,-3 1-16,51-1 15</inkml:trace>
  <inkml:trace contextRef="#ctx0" brushRef="#br0" timeOffset="28101.38">3544 8502 0,'0'0'16,"0"0"-16,0 0 15,0 0-15,0 0 16,5 26-16,3 18 16,-2 7-16,2 6 15,-3 2-15,-4 6 16,0 3-16,-1 5 16,-1 4-16,0 0 15,-1-5-15,-1-7 16,-3-10-16,1-15 15</inkml:trace>
  <inkml:trace contextRef="#ctx0" brushRef="#br0" timeOffset="28483.38">3588 8630 0,'-7'-28'16,"2"-15"-16,5 0 15,2 7-15,9 8 16,5 5-16,3 9 15,2 6 1,2 9-16,-1 8 0,-1 6 16,-7 8-16,-5 7 31,-4 7-31,-8 8 0,-7 4 16,-7 2-16,-5 4 15,-2 1-15,0-4 16,0-5-16,3-8 15,1-11-15,3-9 16</inkml:trace>
  <inkml:trace contextRef="#ctx0" brushRef="#br0" timeOffset="28833.28">3955 8489 0,'0'0'0,"0"0"15,0 0-15,0 0 16,0 0-16,-2 23 15,-1 14-15,0 7 16,0 6-16,2 7 16,-2 1-16,-2 7 15,2 6-15,2 4 16,0-1-16,-1-6 16,-2-12-16,1-15 15,-1-13-15</inkml:trace>
  <inkml:trace contextRef="#ctx0" brushRef="#br0" timeOffset="29300.01">3923 8883 0,'0'0'0,"0"0"16,0 0-16,16-17 15,12-12-15,3-2 16,1 1-16,1-1 16,-3 3-16,-1 1 15,-2 1-15,-2 1 16,-4 3-16,-4 1 15,-4 1-15,-4 0 16,-4 1-16,-1-1 16,-1 1-16,-5 2 15,-1 1-15,1 5 16,-2 4-16,4 7 16,0 0-16,-6 2 15,2 7-15,-1 11 16,3 8-16,-2 11 31,1 8-31,2 9 0,0 12 16,-1 6-16,-1 4 15,0-1-15,0-6 16,3-7-16,-2-8 16,0-16-16</inkml:trace>
  <inkml:trace contextRef="#ctx0" brushRef="#br0" timeOffset="30000.09">3367 9883 0,'0'0'0,"0"0"16,0 0-16,0 0 16,0 0-16,0 0 15,3 31-15,0 23 16,1 15-16,-7 12 16,1 8-16,-3 8 15,-1 5-15,1 2 16,1-8-16,-2-10 15,-2-15 1,-1-16-16,0-18 16</inkml:trace>
  <inkml:trace contextRef="#ctx0" brushRef="#br0" timeOffset="30316.65">3343 10135 0,'3'-47'0,"6"-19"16,6 2-1,4 12-15,3 14 16,1 13-16,3 12 15,1 12-15,-5 11 16,-1 13-16,-7 16 16,-5 13-16,-9 9 15,-5 5-15,-5 4 16,-4 3-16,-3 1 16,-6-6-16,3-17 15</inkml:trace>
  <inkml:trace contextRef="#ctx0" brushRef="#br0" timeOffset="30566.3">3658 10200 0,'0'0'16,"7"20"-16,3 18 16,0 11-16,-3 10 15,-5 6-15,1 1 16,-1-3-16,1-6 31,0-10-31,-2-14 0,-1-12 16</inkml:trace>
  <inkml:trace contextRef="#ctx0" brushRef="#br0" timeOffset="30767.26">3796 10000 0,'-12'4'0,"-5"3"15,-1 2-15,10 1 16,5 4-16,1 7 16,-1 5-16,2-3 15</inkml:trace>
  <inkml:trace contextRef="#ctx0" brushRef="#br0" timeOffset="32700.08">4011 10361 0,'0'0'0,"-10"-17"0,-5-10 15,0-2 1,2 3-16,5 6 0,-2 13 15,2 11-15,1 14 16,3 15 0,-3 13-16,2 9 15,5 1-15,1-8 16,1-13-16,2-13 16,1-10-16,0-8 15,2-7-15,1-7 0,1-7 16,-1-7-1,-2-3-15,1-4 0,0-2 16,1-1 0,-1 6-16,1 8 15,1 9-15,1 14 16,6 13-16,-3 19 16,-3 14-16,-3 12 15,1 9-15,-5 8 16,-3 4-16,-6 1 15,-5 2-15,-4-1 16,-6-3-16,-2-6 16,-9-9-16,-2-11 15,-3-11 1,-3-14-16,2-14 0,4-13 16,3-17-16,5-14 15,5-16-15,8-13 16,8-12-16,12-11 15,7-3-15,7-3 16,7 5 0,5 6-16,2 6 0,3 9 15,-2 6 1,1 6-16,0 10 16,-2 9-16,-7 10 15,-2 9-15,-3 8 16,-4 10-16,-5 6 15,-1 5-15,-4 5 16,-2 2-16,-1 0 16,-2-1-1,1 0-15,0 2 0,-2-2 16,1-2-16,-1-4 16,1-5-16,3-5 15,-7-9-15,9 1 16,2-6-16,3-9 15,-2-8-15,2-6 16,2-6-16,-3-5 16,-2-5-16,-3-2 15,-2-1-15,0 2 16,-3 2-16,-1 8 16,-4 5-16,-4 8 15,-1 6-15,-3 9 16,1 7-16,-2 8 15,-1 11-15,-1 10 16,1 11-16,0 12 16,1 5-16,4 4 15,3-4 1,2-5-16,4-9 0,3-11 16,5-10-16,3-10 15,3-8-15,3-8 16,2-6-1,1-10-15,3-6 0,4-4 16,-3-8 0,3-3-16,-5-2 15,-3 0-15,-1 2 16,-2 7-16,-5 5 16,-5 10-16,-3 8 15,-5 11-15,4 1 0,-3 14 16,1 7-16,0 6 15,-1 4 1,-1 1-16,2-3 16,5-5-16,3-7 0,0-8 15,2-5-15,0-4 16,1-3 0,-2-2-16,-1-2 15,-3-1-15,-3-3 0,-4-1 16,-3-1-16,-4 0 15,-2-1 1,-2 2-16,-3-2 0,1-1 16,-1-1-16,5-4 15,2-3 1,4-3-16,6-2 0,4-1 16,4 2-16,5 1 15,5 4-15,1 5 16,4 8-1,1 7-15,-1 10 16,-3 12-16,-4 7 16,-4 5-16,-4-1 15,-6 2-15,-5-1 16,-4-1-16,-3-4 16,-3-7-16,1-6 15,1-9-15,1-5 16,1-8-16,1-6 0,4-7 15,0-9 1,3-10-16,3-8 16,5-1-16,6 0 15,4 4-15,2 8 16,2 9-16,0 10 16,-3 9-16,-1 10 15,-2 13-15,-1 8 16,-3 12-16,-3 4 15,-2 3-15,-3 1 16,0-4-16,-4-5 16,2-10-1,1-8-15,1-8 0,2-11 16,-1-9-16,0-13 16,1-6-16,3-6 15,4-1-15,0 7 16,3 6-16,-1 9 15,-3 11-15,-3 12 16,-2 14 0,-6 12-16,-6 10 0,-4 9 15,-6 5-15,-3-3 16,-4-9 0,-6-11-16,-2-17 15,-4-21-15,5-6 16</inkml:trace>
  <inkml:trace contextRef="#ctx0" brushRef="#br0" timeOffset="32987.01">4843 8424 0,'-10'6'0,"-1"4"0,6 2 16,5-3-16</inkml:trace>
  <inkml:trace contextRef="#ctx0" brushRef="#br0" timeOffset="33127.11">4849 8734 0,'-11'6'16,"-3"3"0,3-3-16,6-3 0</inkml:trace>
  <inkml:trace contextRef="#ctx0" brushRef="#br0" timeOffset="33684.23">5587 9857 0,'-9'23'0,"-2"9"16,6-2-16,2-8 15,2-9-15</inkml:trace>
  <inkml:trace contextRef="#ctx0" brushRef="#br0" timeOffset="33816.97">5556 10284 0,'-12'21'16,"-2"7"-16,5-10 0,2-8 15</inkml:trace>
  <inkml:trace contextRef="#ctx0" brushRef="#br1" timeOffset="75483.78">6603 10038 0,'-6'-13'0,"-4"-9"0,0-5 15,2-2 1,-2 0-16,0-3 16,-1-2-16,-2 1 15,1 2-15,-2 1 16,1 5-16,-3 5 15,-2 9-15,-2 8 16,-1 10-16,-3 10 16,-2 12-1,-2 12-15,0 11 0,1 9 16,5 8-16,2 7 16,8 4-16,4-2 15,8-4-15,7-8 16,5-12-16,5-7 15,7-11-15,4-11 16,3-8-16,4-6 16,2-8-16,2-5 15,2-7 1,1-6-16,-2-4 16,-1-9-16,-3-5 15,-2-5-15,0-5 16,-3-3-16,-2-1 15,-6 1-15,-3 1 16,-7 4-16,-2 6 16,-4 5-16,-5 8 31,-7 8-31,-3 11 0,-1 10 0,-1 8 16,-5 12-16,-1 10 15,0 12-15,1 5 16,6 5-16,1-2 15,4-10-15,4-10 16,2-11-16,2-10 16,3-11-16,0-6 15,1-6-15,1-7 16,-1-9-16,0-5 16,2-5-16,-2-4 15,3-2-15,-1 4 16,-3 6-16,1 10 15,-1 6-15,-7 13 16,9 1-16,2 12 16,1 8-16,-1 6 15,-3 7 1,-1 1 0,-1-2-16,-1-6 0,0-7 15,0-6-15,-5-14 0,0 0 16,0 0-16,0 0 15,2-1-15,-2-13 16,0-9-16,2-5 16,2-5-16,2-1 15,5 0-15,3 3 16,5 3-16,2 6 16,0 4-1,4 8-15,1 6 16,1 10-16,-6 11 15,-4 10-15,-5 8 16,-7 4-16,-6 3 16,-8 1-16,-6-3 15,-2-7-15,1-9 16,2-8-16,2-6 16,3-8-16,2-11 31,3-8-31,4-10 0,4-8 0,7-10 15,6-4-15,7 2 16,4 5-16,3 8 16,0 9-16,0 11 15,-3 11-15,1 14 16,-6 11-16,-3 3 16,-5-3-16,0-8 15,1-5-15,0-4 16,-2-3-16,-1-3 15,1-2-15,-3-1 16,1-3-16,0-1 16,0-3-16,0-2 15,-4-1-15,-3-3 16,-2 0-16,-3 0 16,-3 2-16,-3 4 31,-1 5-31,-4 9 0,0 8 0,-2 11 15,4 10-15,0 9 16,2 7-16,4 3 16,2 0-16,3-11 15,6-12-15,2-14 16,4-10-16,1-10 16,0-9-16,2-10 15,0-9-15,-1-12 16,1-10-16,-1-7 15,-3-3-15,-2-1 16,0 3-16,-5 4 16,-6 9-1,0 10-15,-4 12 16,-3 15-16,-3 15 16,-2 18-16,-1 19 15,0 20-15,0 15 16,3 10-1,9-8-15,6-14 0,4-20 16,7-18-16,4-16 16,3-10-16,4-10 15,2-8-15,0-10 16,-1-6-16,-1-2 16,-2-1-16,2 0 15,-4 6-15,-2 6 16,-6 7-16,-1 8 15,-3 10-15,-1 10 16,-1 7-16,0 8 16,-1 3-16,-1 3 15,-5-2 1,-3-2-16,-4-1 0,-5 2 16,-4 2-16,-8 4 15,-4 2-15,-6-2 16,-4-3-1,-8-5-15,-4-8 0,9-7 16</inkml:trace>
  <inkml:trace contextRef="#ctx0" brushRef="#br1" timeOffset="77399.78">6225 8269 0,'-25'-23'0,"-9"-9"16,1 0-16,2 6 16,2 7-16,1 8 15,0 5-15,-1 8 16,1 8-16,-1 5 15,1 4-15,3 2 16,3 3-16,5-1 16,7 0-16,6 0 15,6 3-15,7 1 16,7 5-16,6 7 16,8 5-16,8-1 15,3-5 1,4-7-1,0-7-15,-1-6 0,-4-1 16,-8 0-16,-9 1 16,-11 1-16,-12 3 15,-15 5-15,-10 0 16,-13 4-16,-10 0 16,-8 0-16,-6-3 15,-3-2-15,0-6 16,3-5-16,6-5 15,6-5-15,7-6 16,8-4-16,9-6 16,5-6-16,9-3 15,7-6-15,4 4 16</inkml:trace>
  <inkml:trace contextRef="#ctx0" brushRef="#br1" timeOffset="78483.09">6243 8360 0,'-2'24'0,"0"19"15,4 12-15,3 4 16,2 4-16,3-1 16,2-7-1,0-13-15,0-12 0,2-13 16,-1-11-16,1-6 16,1-11-16,0-6 15,2-9-15,-3-7 16,-1-4-16,-1-5 15,0-1-15,1 3 16,1 10-16,-3 10 16,-2 10-16,0 17 15,-2 15-15,-2 12 16,2 10-16,-2 4 16,2-2-1,2-8-15,3-13 0,1-9 16,0-10-16,1-8 15,-2-9 1,2-9-16,0-7 16,-1-3-16,1-4 15,-3-4-15,0-1 16,-2 2 0,-2 7-16,0 10 0,-1 12 15,1 13-15,-3 13 16,3 12-16,-1 7 15,1 7-15,-1-2 16,5-7-16,3-9 16,3-10-16,-4-10 15,2-7-15,1-8 16,-2-8-16,1-9 16,-1-6-16,-3-5 15,-2-2-15,-5-1 16,-1-3-16,0 1 15,-2 7-15,1 8 16,-1 10-16,0 7 16,-1 10-16,0 0 15,0 0-15,3 9 16,0 3 0,3 3-16,3-3 0,3-4 15,1-6-15,3-5 16,0-5-16,-3-5 15,-1-6-15,-2-3 16,-1-5-16,-2-2 16,-2-3-16,-4-1 15,-1-2-15,0 4 16,-3 0-16,0 4 16,-2 3-16,2 6 15,-2 5-15,1 3 16,4 10-16,-3 3 15,0 10-15,2 15 16,-1 14-16,-1 14 16,3 13-1,3 11 1,-3 7-16,5-6 0,1-11 0,2-13 16,4-12-1,2-11-15,-3-11 0,-2-9 16,0-10-16,-4-7 15,-4-2-15</inkml:trace>
  <inkml:trace contextRef="#ctx0" brushRef="#br1" timeOffset="78716.88">7013 8412 0,'-2'-17'16,"2"-15"-16,7-3 15,10-3-15,11 3 16,5 10-16,2 9 16,4 12-16,-1 13 15,-7 15-15,-7 14 16,-12 7-16,-7 4 16,-8 4-1,-5 1-15,-4-4 16,-3-8-16,0-12 15</inkml:trace>
  <inkml:trace contextRef="#ctx0" brushRef="#br1" timeOffset="79036.13">7284 8947 0,'-65'16'0,"-30"1"16,-14-3-16,-4-6 15,-5-2 1,-3 1-16,-7 0 16,-6 4-16,-4 6 15,-5 5-15,-3 6 16,0 1-16,31-3 16</inkml:trace>
  <inkml:trace contextRef="#ctx0" brushRef="#br2" timeOffset="83116.17">12045 5810 0,'0'0'0,"0"0"16,0 0-16,0 0 15,-12 13-15,-5 9 16,-5 7-16,-2 7 16,-1 7-1,-6 9-15,-5 10 16,-9 6-16,-7 7 16,-6 10-16,-3 4 15,-1 0-15,2-3 16,9-3-16,7-7 15,4-12-15,9-17 16</inkml:trace>
  <inkml:trace contextRef="#ctx0" brushRef="#br2" timeOffset="83532.66">12045 5900 0,'0'0'15,"0"0"-15,0 0 0,0 0 16,0 0 0,17 15-16,6 12 0,3 8 15,0 4 1,-2 8-16,-2 4 16,5 5-16,0 3 15,3 5-15,0-1 16,0-1-16,1-3 15,-2-1-15,-1-2 16,-2-4-16,-2-2 16,0-2-16,-3-4 15,-1-4 1,-6-9-16</inkml:trace>
  <inkml:trace contextRef="#ctx0" brushRef="#br2" timeOffset="84016.82">11327 6759 0,'0'0'15,"0"0"-15,0 0 16,0 0-16,0 0 16,0 0-16,0 0 15,16 22-15,11 14 16,7 7-16,3 4 16,2 4-16,2 3 15,0 5-15,-2 4 16,1 3-16,-3 2 15,-1 3 1,1-1-16,2-3 16,0-3-16,-2-7 15,-7-13-15</inkml:trace>
  <inkml:trace contextRef="#ctx0" brushRef="#br2" timeOffset="84371.04">12550 6842 0,'0'0'0,"0"0"16,0 0-16,0 0 15,-14 7-15,-8 11 16,-2 9-16,-4 11 16,1 10-1,-6 8-15,-3 11 0,-6 7 16,-6 8-16,0 5 15,-3 4-15,1-2 16,2-4 0,10-20-16</inkml:trace>
  <inkml:trace contextRef="#ctx0" brushRef="#br2" timeOffset="87083.42">14404 7249 0,'-15'-10'15,"-6"-2"-15,0-5 16,-2-2-16,1-3 16,0-2-16,0-2 15,1-3-15,-6-2 16,1-3-16,0-1 15,-2-4-15,1-1 16,1-3 0,1-3-16,-1-4 0,3-2 15,2-3-15,1-1 16,3-6-16,4 0 16,5-1-16,5-1 15,3-1-15,4 4 16,5-1-16,4 4 15,2 2 1,5 2-16,3 7 16,2 1-16,4 6 15,1 5-15,3 3 16,0 7-16,2 5 16,-1 3-16,0 8 15,-1 5-15,-1 6 16,0 6-16,-1 7 15,-3 7-15,-1 4 16,0 4-16,-2 2 16,-1 3-16,-1 2 31,-3-1-31,-3 1 0,-1 0 16,-1 1-16,-2-2 15,-1 1-15,-1-4 16,-2-3-16,-4-1 15,0-6-15,-2-2 16,0-3-16,-1-4 16,0-3-16,0-2 15,-2-9-15,0 0 16,0 0-16,0-3 16,0-6-16,1-7 0,0-4 15,1-4-15,3-3 16,0-2-16,2-5 15,2-2 1,2-1-16,4-4 16,1-1-16,2-1 15,4 0-15,4 2 16,2 1-16,0 2 16,0 3-1,2 5-15,3 4 0,0 2 16,-2 6-16,-1 4 15,-2 4-15,0 5 16,1 5-16,-1 5 16,-2 5-16,-2 7 15,-1 5-15,-1 6 16,-4 4-16,-3 4 16,-1 5-16,-5 3 15,-3 5-15,-2 2 16,-4 2-16,-2 2 15,-1 2 1,-3 1-16,-2 2 16,-5 0-16,1 0 15,-2 0-15,-2 0 16,-4-4-16,-1-1 16,-3-1-16,-3-2 15,0-2 1,-2-3-16,0-3 0,-4-2 15,0-2-15,1-1 16,-5-3-16,-2-1 16,0-1-16,-2 0 15,-1-2 1,1-1-16,1-1 16,2-3-16,2-6 0,2-7 15,0 0-15,7-2 16</inkml:trace>
  <inkml:trace contextRef="#ctx0" brushRef="#br2" timeOffset="89202.77">17041 6713 0,'0'0'0,"-12"-12"0,-6-8 16,1-3-16,-2-1 16,0 0-16,1-2 15,-1 0-15,-1-2 16,3-3-16,-1-3 15,-1-1 1,-1-3-16,1 0 0,-1-3 16,0-3-16,-1-1 15,3 0-15,1 0 16,1 0-16,1-2 16,1 0-16,2-1 15,0 1-15,2-1 16,1 4-16,1 0 15,4 2-15,1 1 16,-1 3 0,2 1-16,4 3 15,3 1-15,0 4 0,0 2 16,1 2-16,1 2 16,2 1-16,1 2 15,1 1 1,0 2-16,2 0 15,2 1 1,1 2-16,2-1 0,4 3 16,-2 0-16,3 0 15,1 2-15,4 0 16,0 0-16,3 1 16,4 0-16,2 1 15,4-2-15,1 1 16,3 3-16,1 2 15,1 3-15,1 3 16,0 5-16,0-1 16,-2 5-16,-1 2 15,-2 3-15,-3 4 16,0 3-16,-4 3 16,-3 4-16,-2 3 15,0 3-15,-4 4 16,-4 0-16,0 1 15,-5 2-15,0 1 16,-2 3 0,-1 1-16,-5 0 15,-4-1-15,0 0 0,-6 2 16,-2 0 0,-2 1-16,0 0 15,-3 0-15,0-2 0,-3-2 16,0 0-1,-4-1-15,-3 0 16,-1-1-16,-2-1 0,-1-2 16,-1 0-1,-1-5-15,-1-1 16,-2-3-16,1-3 16,0-3-16,0-2 15,2-2-15,2-2 16,2-2-16,0-3 15,3-4-15,0-1 16,0 2-16,1-3 16,0-4-16,0 0 15,0-2 1,2 0-16,0 0 0,-1 0 16,-1-2-16,2-1 15,3 0-15,0 0 16,2 0-16,1 0 0,-2 2 15,-2 1 1,3 2-16,-1-3 16,0 2-16,0 0 15,0 0-15,2 2 16,0-2-16,1 0 0,6-4 16,-5 5-16,-5-3 15,0-5-15,0 6 16,2 2-16</inkml:trace>
  <inkml:trace contextRef="#ctx0" brushRef="#br2" timeOffset="90617.89">17141 6726 0,'0'0'16,"-11"-3"-16,-5-2 15,1 5-15,2 7 16,1 6-16,-3 8 15,0 7-15,-3 8 16,-3 11 0,-4 7-16,-1 7 0,-2 5 15,1-3-15,-4-1 16,2-5-16,3-6 16,4-4-16,3-5 15,2-4-15,3-9 16,3-4-16,3-6 15,3-4-15,1-6 16,3-2-16,1-7 16,5 6-16,3-5 15,2-1-15,5-1 16,3-4-16,6-1 16,3-2-1,5 1-15,3-3 0,3 2 16,3 1-16,4 2 15,5 1-15,3-1 16,0 3-16,1-2 16,-3 4-1,1-2-15,-3 1 0,-1 1 16,-2-1-16,-4 0 16,-4 3-1,-5 1-15,-2-1 0,-4-2 16,-6 0-16,-5-1 15,-6 1-15,-10 0 16,0 0-16,4-5 16,-4-6-16,-3-7 15,-5-4-15,-5-7 16,-2-3-16,-1-5 16,-7-4-16,0-6 31,-3-3-31,-5 0 0,0-1 0,0 3 15,3 4-15,0 5 16,2 2-16,7 8 16</inkml:trace>
  <inkml:trace contextRef="#ctx0" brushRef="#br2" timeOffset="91682.78">19292 5764 0,'-25'-14'0,"-12"-10"16,3-7-16,6-1 15,6-2-15,9-2 16,5-3-1,8-4-15,5-1 16,6-2-16,7 5 16,4 1-16,6 3 15,5 5-15,3 3 16,4 7-16,2 6 16,1 8-16,3 10 15,1 12-15,-1 11 16,-3 11-16,-2 11 15,-6 8-15,-5 0 16,-5-2-16,-7-7 16,-7 0-16,-7-3 15,-9 0-15,-6 2 16,-9-2-16,-9-4 16,-4-3-16,-2-4 15,-3-6-15,-5-7 16,0-7-1,-2-5-15,1-4 16,2-8-16,4-2 16,5-7-16,3-3 15,7-3-15,9-2 0,7 0 32,6-1-32,2-2 0,2 5 15</inkml:trace>
  <inkml:trace contextRef="#ctx0" brushRef="#br2" timeOffset="92282.77">19576 5971 0,'12'-20'16,"13"-6"-16,7 2 16,8 9-16,5 12 15,0 13-15,1 12 16,-2 13-16,-8 11 15,-8 8 1,-6 5-16,-9 0 16,-11-1-16,-11 1 15,-10-1-15,-13 0 16,-10-4-16,-6-6 16,-7-10-16,3-13 15,-4-12-15,4-12 16,5-14-16,4-12 15,4-12-15,8-9 16,7-3-16,8-3 16,7 0-16,6 4 15,6 4-15,3 6 16,-1 7-16</inkml:trace>
  <inkml:trace contextRef="#ctx0" brushRef="#br2" timeOffset="92900.13">19299 5868 0,'-24'-4'0,"-11"1"15,0 4-15,2 5 16,4 5 0,3 6-16,1 11 0,2 12 15,1 14-15,3 13 16,3 14 0,4 11-16,9 3 15,8-8-15,7-19 16,6-24-16,4-19 15,4-14-15,4-14 16,0-11 0,0-15-16,3-8 0,-3-9 15,0-4-15,-4-5 16,-6-3-16,-6-1 16,-7 1-16,-5 3 15,-7 5-15,-5 10 16,-1 8-16,-1 13 15,-1 9-15,-1 8 16,1 8-16,3 1 16,0 4-16,3 0 15,3 0-15,2-2 16</inkml:trace>
  <inkml:trace contextRef="#ctx0" brushRef="#br2" timeOffset="93433.59">19412 6113 0,'-10'27'0,"-7"17"16,-3 10-16,-1 7 15,0 8-15,-3 5 16,-1 5-16,-2 3 15,-2 2-15,-2-2 32,-2-5-32,-3-8 0,0-7 15,1-10-15,3-11 0,2-6 16,1-6 0,4-10-16,2-8 15,2-4-15,2-5 16,5-3-16,4-2 15,3-2-15,4 0 0,3 5 16,0 0-16,3-5 16,4 1-16,3 1 15,3 0-15,5 3 16,3 3-16,7 2 16,3 2-16,1 4 15,6 0-15,2 0 16,2-1-1,-1-2-15,0-3 16,-2-4-16,0-3 16,-3-6-16,0-1 15,-1-5-15,-5-5 16,-3-3-16,-5-4 16,-8-3-16,-8 6 0</inkml:trace>
  <inkml:trace contextRef="#ctx0" brushRef="#br2" timeOffset="93766.5">19482 6274 0,'0'0'0,"-15"14"0,-2 12 16,3 7-16,6 8 15,4 9 1,7 5-16,5 9 0,5 5 16,4 3-1,4-2-15,2-6 16,4-11-16,-2-9 15,1-13-15,0-4 16,-3-8-16,1-5 16,-6-8-16,-4-2 15</inkml:trace>
  <inkml:trace contextRef="#ctx0" brushRef="#br2" timeOffset="93900.35">19727 7010 0,'-18'13'0,"-16"9"16,-7 2-16,-6 4 16,-7 0-1,-10 3-15,-3 2 0,12-7 16</inkml:trace>
  <inkml:trace contextRef="#ctx0" brushRef="#br2" timeOffset="102066.97">1740 8650 0,'-15'-9'15,"-6"-4"-15,0 0 0,-4 0 16,2 0-1,-2 1-15,2-1 16,-4 1-16,2 3 16,2 0-16,4 1 15,3 1-15,5-2 16,2 2-16,7-3 0,6-3 16,8 0-1,8 2-15,4 2 0,5 3 16,5 5-1,0 6-15,5 7 16,0 8-16,-3 9 16,-6 8-16,-5 7 15,-4 5-15,-4 5 16,-10 3-16,-3 0 16,-2-2-16,-5-2 15,-1-5-15,-3-7 16,1-7-16,0-9 15,-1-9-15,1-5 16,-3-6 0,0-7-16,1-8 0,1-9 15,-1-10-15,7-9 16,4-8-16,3-6 16,6-2-16,2 1 15,2 3-15,4 6 16,-1 5-16,2 9 15,0 6-15,1 8 16,1 10-16,2 8 16,3 11-16,-1 15 15,1 14-15,-3 18 16,-3 13-16,-6 10 16,-7-2-16,-2-14 15,-5-19 1</inkml:trace>
  <inkml:trace contextRef="#ctx0" brushRef="#br2" timeOffset="102683.05">2227 8328 0,'-41'-49'15,"-19"-15"-15,-2 8 16,-1 15-16,4 17 16,0 15-1,1 16-15,-2 14 0,0 13 16,0 11-16,5 18 15,1 15-15,6 18 16,17 16-16,1 18 16,3 16-16,13 1 15,17-4-15,10-14 16,8-18-16,10-19 16,8-19-16,7-16 15,11-14-15,5-12 16,2-12-16,2-12 15,3-15 1,0-14-16,-4-16 16,-4-14-16,-2-16 15,-7-13-15,-4-15 16,-9-7-16,-7-7 16,-12 0-16,-5 0 15,-9 5-15,-12 4 16,-8 8-1,-8 7-15,-11 9 0,-7 14 16,-8 14-16,-7 16 16,-6 14-16,-2 19 15,-2 19-15,-1 22 16,2 16-16,3 13 16,8 13-16,14-16 15</inkml:trace>
  <inkml:trace contextRef="#ctx0" brushRef="#br2" timeOffset="105733.33">2353 10019 0,'-7'-34'16,"-10"-16"-16,-9 1 15,-7 6-15,-10 9 16,-9 6-16,-5 4 16,-3 4-16,-2 4 15,-2 1-15,2 2 16,3 3-16,1 1 15,13 2-15,16 4 16</inkml:trace>
  <inkml:trace contextRef="#ctx0" brushRef="#br2" timeOffset="113937.4">1374 10522 0,'0'0'16,"0"0"-16,0 0 16,-7 18-16,-2 7 15,-2 2-15,0 2 16,-1-3-16,1-1 16,3-2-16,0-5 15,-3-2 1,1-4-16,1-3 0,0-6 15,1-3-15,8 0 16,-8-2-16,1 0 16,2-2-16,3 0 0,2 4 15,0 0 1,0 0-16,0 0 0,0 0 16,0 0-16,-5-3 15,-1 3-15</inkml:trace>
  <inkml:trace contextRef="#ctx0" brushRef="#br2" timeOffset="114349.86">1306 10516 0,'0'0'16,"0"0"-16,0 0 15,0 0-15,0 0 16,-1 37-16,-1 25 15,1 13-15,-4 11 16,-1 8-16,3 4 16,-2 1-16,-2-4 15,2-9 1,-1-9-16,-2-11 16,1-16-16,-1-16 15,-1-13-15,-1-14 0,3-15 16,3-12-16,4-14 15,0 3-15</inkml:trace>
  <inkml:trace contextRef="#ctx0" brushRef="#br2" timeOffset="114750.09">1413 10594 0,'0'0'0,"0"0"16,0 0-16,0 0 16,-13 21-16,-7 17 15,-3 14-15,-2 9 16,4 8-16,-2 3 16,-1-2-16,4-8 15,2-14 1,0-14-16,6-14 15,5-12-15,2-12 0,10-9 16,0-6 0,4-6-1,3 0-15,4-1 0,3 3 0,3 5 16,8 6-16,-3 9 16,1 7-16,1 12 15,-2 12-15,1 8 16,2 12-1,-1 8-15,-3 1 0,-4-8 16,-7-13 0,-5-14-16</inkml:trace>
  <inkml:trace contextRef="#ctx0" brushRef="#br2" timeOffset="115202.39">1622 10774 0,'0'0'0,"0"0"0,0 0 16,0 0-16,0 0 15,0 0-15,17 7 16,11 12-16,0 13 15,-6 12 1,-5 2-16,-3 0 16,-6-2-16,-6-2 15,-3-4 1,-4-9-16,-2-7 0,-2-11 16,-3-14-16,0-14 15,4-16-15,4-14 16,3-10-16,3-10 15,5-4-15,7 5 16,3 8-16,2 14 16,2 14-16,0 14 15,-1 11-15,1 14 16,0 13-16,-3 13 16,0 12-16,-2 19 15,0 10-15,-4 8 16,-4-15-16</inkml:trace>
  <inkml:trace contextRef="#ctx0" brushRef="#br2" timeOffset="115433.4">1930 10839 0,'0'0'0,"21"-15"16,13-9 0,5-1-16,1 0 15,2 1-15,-5 5 16,-3 4-16,-11 8 16,-8 4-16</inkml:trace>
  <inkml:trace contextRef="#ctx0" brushRef="#br2" timeOffset="115632.48">2170 10471 0,'-7'27'0,"-3"20"16,4 13-16,7 6 15,8 4-15,6 7 16,1 1 0,-4-17-16</inkml:trace>
  <inkml:trace contextRef="#ctx0" brushRef="#br2" timeOffset="115833.53">2415 10329 0,'0'0'0,"0"0"16,7 37 0,8 26-16,-2 16 15,3 10-15,-1 9 16,-6 3-16,-2-24 15</inkml:trace>
  <inkml:trace contextRef="#ctx0" brushRef="#br2" timeOffset="116532.62">2623 10200 0,'-68'-47'0,"-31"-16"16,-6 5-16,4 12 16,3 12-16,4 10 15,-1 14-15,-2 8 16,-2 17-16,-1 10 15,0 11-15,3 15 16,4 13 0,4 14-16,2 12 15,9 10-15,7 13 16,5 11-16,11 11 16,8 14-16,19 2 15,15 1-15,3-5 16,15-9-16,15-10 15,12-15-15,7-15 16,13-16-16,8-14 16,9-15-16,6-13 15,9-11-15,4-11 16,2-14-16,5-9 16,5-13-16,1-12 15,1-13-15,2-12 16,0-14-16,1-15 15,-2-14-15,-4-7 16,-8-6-16,-2-9 16,-9-8-16,-11-2 15,-8-4 1,-12 1-16,-12-1 16,-14 2-16,-15 3 15,-10 9-15,-14 13 16,-15 15-16,-16 20 15,-14 19-15,-15 22 32,-15 19-32,-12 23 0,-5 20 0,-4 19 15,2 16-15,-4 16 16,23-13-16</inkml:trace>
  <inkml:trace contextRef="#ctx0" brushRef="#br2" timeOffset="118933.01">19570 3486 0,'0'0'0,"-2"-23"15,-5-16 1,2-2-16,1 0 15,3 1-15,2 2 16,6 1-16,5 4 16,3 4-16,4 7 15,3 8-15,0 9 16,3 11-16,-2 12 16,0 11-16,-3 15 15,1 12-15,-3 7 16,-1 12-16,-4 2 15,-2 2-15,-8 1 16,-3-2-16,-5-9 31,-7-10-31,-5-14 0,-1-11 0,-1-11 16,1-13-16,-1-14 16,0-14-16,0-13 15,5-11-15,2-11 16,4-12-16,2-10 15,6-1-15,8 4 16,8 7-16,5 7 16,4 10-16,2 10 15,4 12 1,1 11-16,2 11 16,1 8-16,-2 12 15,0 12-15,0 14 16,-5 12-16,-5 9 15,-2 8-15,-1 5 0,-6-2 16,-4-5 0,-9-8-16,-2-10 15,-1-18 1,1-17-16,1-18 0,3-16 16,4-17-16,0 2 15</inkml:trace>
  <inkml:trace contextRef="#ctx0" brushRef="#br2" timeOffset="119099.63">20327 3434 0,'0'0'16,"0"0"-16,37-6 15,25-5-15,10-1 16,2 1-16,0 0 15,-11-1-15,-18 2 16</inkml:trace>
  <inkml:trace contextRef="#ctx0" brushRef="#br2" timeOffset="119284.75">20427 3666 0,'0'0'0,"0"0"16,27 2-16,20-3 16,13-6-16,12-7 15,6-6-15,3-5 16,-19 3 0</inkml:trace>
  <inkml:trace contextRef="#ctx0" brushRef="#br2" timeOffset="119799.78">21342 3001 0,'0'0'0,"0"0"15,0 25 1,-5 19-16,-5 10 0,0 2 15,-3 0-15,-3-3 16,-4-7-16,2-11 16,-3-10-16,0-10 15,4-6-15,0-4 16,4-4-16,5 3 16,6 1-16,5 6 15,6 2-15,6 4 16,9 1-16,4-1 15,6-6-15,6-4 16,2-9-16,-2-5 16,-3-10-16,-3-2 15,-6-4-15,-6-3 16,-7-6-16,-7-3 16,-6-3-16,-5 2 15,-2 10 1,0 9-16,5 17 0,-6 1 15,-1 18-15,-1 17 0,3 15 16,1 9 0,6 10-16,3 6 15,4 2-15,5-5 16,4-14-16,0-22 16,-2-16-16,-5-8 0</inkml:trace>
  <inkml:trace contextRef="#ctx0" brushRef="#br2" timeOffset="120083.21">21771 2762 0,'6'36'0,"3"29"16,2 27-16,2 20 15,4 17 1,5 14-16,-2 5 16,-8-12-16,-3-7 15,-3-16-15,-3-21 16,-3-28-16,0-22 0</inkml:trace>
  <inkml:trace contextRef="#ctx0" brushRef="#br2" timeOffset="120835.4">21972 2834 0,'-35'-19'0,"-25"-5"16,-9 4-1,-8 10-15,-8 5 0,-8 5 16,-7 1-1,-6 2-15,-3 0 0,-6 2 16,-9 0-16,-9 4 16,-11 3-16,-3-1 15,5 1 1,4-4-16,8-1 16,6-3-16,9-1 15,11-3-15,9 0 16,12 0-16,10-3 15,8 1-15,10 1 16,6 2-16,10 0 16,8 3-16,8 3 15,9 7-15,4 5 16,5 6-16,5 11 16,3 10-16,4 11 15,0 12-15,-1 11 16,-2 10-1,-2 4-15,-2 1 16,1-2-16,-2-7 16,1-3-16,-1-5 15,-1-5-15,1-7 16,2-9-16,6-8 16,6-5-16,7-9 15,8-5-15,13-6 16,13-4-16,16-7 15,15-6-15,17-6 16,12-3-16,18-5 16,16-3-16,6 0 15,5-1-15,10 3 16,10 0-16,4 3 16,-1-5-1,5 10-15,1 3 16,-4-2-16,-43-2 0</inkml:trace>
  <inkml:trace contextRef="#ctx0" brushRef="#br1" timeOffset="128617.6">11749 2737 0,'-105'-36'0,"-47"-14"16,-2 2-16,9 9 15,7 10-15,10 7 16,5 7-16,2 5 16,-3 3-1,3 7-15,1 4 16,2 6-16,-2 5 16,1 4-16,3 6 15,3 6-15,5 4 16,2 4-16,3 6 15,5 6-15,8 3 16,6 4 0,7 4-16,10 2 0,8 3 15,10 2-15,8 2 16,10 2-16,7 3 16,9 2-16,11 0 15,11 0 1,12-2-16,11-4 15,13-3-15,10-4 16,13-7-16,11-1 16,11-5-16,10-6 15,11-3-15,10-6 16,6-5-16,10-6 16,8-8-16,8-6 15,7-6 1,3-5-16,2-5 15,1-1-15,2-9 16,0-5-16,-1-5 16,-5-4-16,-5-3 15,-6-5-15,-5-7 16,-11-3-16,-10-5 16,-7-7-16,-10-3 15,-15-5-15,-16-4 16,-16-4-16,-16-4 15,-15-5 1,-18-3 0,-13 1-16,-16-2 0,-12-2 15,-11 2-15,-10 2 16,-14 2-16,-9 4 16,-9 6-16,-7 6 15,-8 8-15,-9 6 16,-1 9-16,-5 6 15,1 4-15,-3 2 16,-5 11-16,24 10 16</inkml:trace>
  <inkml:trace contextRef="#ctx0" brushRef="#br1" timeOffset="132400.12">11365 8412 0,'0'0'0,"8"27"16,5 16-16,-2 13 15,-2 10-15,-4 11 16,-4 13-16,-5 13 15,-4 14-15,0 7 16,5 1-16,1-11 16,-1-24-16,-1-30 31</inkml:trace>
  <inkml:trace contextRef="#ctx0" brushRef="#br1" timeOffset="132815.91">11717 8644 0,'-8'-9'0,"-4"0"16,-2 3-16,0 12 15,-7 15-15,-6 11 16,-2 10-16,-8 7 16,-3 5-16,-2 2 15,-2-1 1,1-6-16,3-11 0,9-13 16,9-12-1,9-11-15,7-9 0,8-7 16,8-4-1,4 0-15,7 6 16,7 4-16,5 8 16,1 7-16,4 9 15,2 11-15,2 11 16,-2 10-16,-2 7 16,-1 5-16,-5-3 15,-9-14-15</inkml:trace>
  <inkml:trace contextRef="#ctx0" brushRef="#br1" timeOffset="133050">11856 9069 0,'0'0'0,"0"0"16,33-3-16,16-4 16,10-3-16,3 2 15,-4 0-15,-3 3 16,-10 0-16,-13 0 16</inkml:trace>
  <inkml:trace contextRef="#ctx0" brushRef="#br1" timeOffset="133299.74">12140 8708 0,'-17'21'16,"-2"15"-16,1 14 16,9 11-16,6 10 15,6 10-15,4 6 16,2 2-16,-1-7 16,-3-20-16</inkml:trace>
  <inkml:trace contextRef="#ctx0" brushRef="#br1" timeOffset="133566.15">12424 8598 0,'0'0'15,"0"0"-15,0 0 16,2 27-16,2 22 16,-3 19-16,2 17 15,-2 12-15,2 13 16,2 8-16,6 0 16,-3-17-16,-1-28 15</inkml:trace>
  <inkml:trace contextRef="#ctx0" brushRef="#br1" timeOffset="133783.19">12759 8812 0,'0'0'0,"0"0"15,0 0-15,28-8 16,18-4 0,7-2-16,2 1 15,-3 5-15,-8 3 16,-13 3-16</inkml:trace>
  <inkml:trace contextRef="#ctx0" brushRef="#br1" timeOffset="133966.51">12797 9141 0,'0'0'0,"0"0"16,23 4-16,16-2 15,9-10-15,3-7 16,-10 1-16</inkml:trace>
  <inkml:trace contextRef="#ctx0" brushRef="#br1" timeOffset="134499.62">13459 8695 0,'-5'-20'16,"4"-11"-16,8-3 16,9 2-16,8 5 15,3 5-15,1 8 16,-1 9-16,0 9 16,-7 11-16,-7 11 15,-10 9-15,-9 12 16,-7 2-1,-4-2-15,-2-2 16,-2-10-16,3-12 16,2-11-16,6-12 0,5-8 15,6-7-15,5-4 32,8-1-32,5 4 0,7 4 0,3 9 15,1 8-15,1 7 16,-1 9-16,-5 6 15,-7 8 1,-8 2-16,-9 5 0,-9 3 16,-12 7-1,-12 6-15,-8 4 16,-9 0-16,-5-3 16,-3-8-16,1-14 15,4-13-15,8-15 16,11-19-16,11-14 15,14-11-15,14-8 16,10-11 0,1 9-16</inkml:trace>
  <inkml:trace contextRef="#ctx0" brushRef="#br1" timeOffset="134766.74">14020 8244 0,'0'0'15,"0"0"1,0 0-16,10 30 0,1 26 16,-2 24-16,-9 21 15,-9 23-15,-2 19 16,-3 15-1,2 7-15,1-8 0,4-20 16,0-26 0,5-28-16,1-27 0</inkml:trace>
  <inkml:trace contextRef="#ctx0" brushRef="#br1" timeOffset="135599.46">14165 8205 0,'-79'-26'0,"-35"-8"0,-11 1 15,2 6 1,-4 9-16,-1 6 16,-4 4-16,-6 5 15,-6 4-15,-1 3 16,-3 0-16,-1 3 16,2-4-16,2-2 15,4-1-15,3 0 16,5 0-16,3-1 15,5 1-15,6 1 16,7 4-16,6-1 16,8 1-1,8 2-15,9 0 16,8 3-16,12 1 16,8 6-16,6 4 15,9 5-15,7 8 16,7 8-16,3 9 15,6 13-15,5 11 16,2 13 0,0 11-16,1 4 0,-1 2 15,0 1 1,0-1-16,0-2 0,-5-3 16,-1-5-1,1-6-15,3-6 16,-1-12-16,4-9 15,4-12 1,5-8-16,2-8 0,7-3 16,6-3-16,6-1 15,9-4-15,5-2 16,7-4 0,7-2-16,9-7 15,8-4-15,10-1 16,7-2-16,9-2 15,6-1-15,14 1 16,8 1-16,8-1 16,8-2-16,10 1 15,7-1-15,2 1 16,8 3-16,0 0 16,0 0-16,0 6 15,-4 0-15,-9 0 16,-10-7-16,-35-3 15</inkml:trace>
  <inkml:trace contextRef="#ctx0" brushRef="#br1" timeOffset="139466.35">10015 9212 0,'0'0'0,"0"0"0,5 23 16,6 16-16,7 9 16,2 3-1,-1-2-15,0-5 16,-2-9-16,1-11 15,-1-13-15,1-13 16,4-20-16,4-17 16,8-17-16,3-12 15,7-9-15,5-2 16,0 0-16,1 6 16,-3 7-16,-5 14 15,-8 11-15,-10 12 16,-10 14-16,-8 8 15</inkml:trace>
  <inkml:trace contextRef="#ctx0" brushRef="#br1" timeOffset="139803">10273 9102 0,'-12'0'0,"-3"0"16,4 4 0,11 4-16,8 10 0,9 11 15,2 13-15,4 15 16,2 11-16,0 2 16,-3-9-16,0-16 15,1-21-15,3-21 16,8-27-16,5-26 15,16-25-15,7-18 16,12-14-16,5-9 16,6 1-16,2 5 15,0 8 1,-3 9-16,-4 9 16,-9 17-16,-19 22 15</inkml:trace>
  <inkml:trace contextRef="#ctx0" brushRef="#br1" timeOffset="142516.91">16530 8108 0,'0'0'16,"1"31"-16,3 21 15,1 18-15,-1 17 16,0 17-16,-3 15 15,2 18-15,-1 16 16,0 3-16,2-13 16,0-24-16,-3-30 15,-1-31-15</inkml:trace>
  <inkml:trace contextRef="#ctx0" brushRef="#br1" timeOffset="142916.7">16972 8360 0,'0'0'0,"0"0"16,-11 20-16,-9 15 15,-7 12-15,-5 10 16,-5 4-16,-3-3 16,-1-7-16,1-9 15,5-10-15,4-11 16,9-9-16,10-11 16,12-5-16,9-6 15,13-3 1,7 5-16,7 8 0,5 10 15,1 11-15,1 10 16,-3 12-16,-6 6 16,-3 10-16,-3 10 15,-3 2-15,-5-4 16,-7-19-16,-5-16 16</inkml:trace>
  <inkml:trace contextRef="#ctx0" brushRef="#br1" timeOffset="143382.59">17117 8637 0,'0'0'15,"0"0"-15,0 0 16,19-1-16,11 10 15,7 14-15,-3 15 16,-2 12-16,-5 10 16,-10 2-16,-6-2 15,-5-1-15,-7-5 16,-4-10-16,-3-11 16,-2-10-16,-2-7 15,-3-15 1,1-11-16,0-19 15,3-16-15,3-14 0,6-8 16,8-5 0,6 0-16,8 5 15,9 9-15,4 12 16,4 13-16,1 13 16,1 13-16,-1 13 15,-5 15-15,-2 19 16,-3 16-16,-7 18 15,-3 9-15,-1 4 16,-6-8-16,-7-15 16,-1-23-16,-3-16 15</inkml:trace>
  <inkml:trace contextRef="#ctx0" brushRef="#br1" timeOffset="143583.68">17703 8785 0,'0'0'16,"23"-5"-16,17-8 15,11-2 1,4-2-16,1 2 16,2 1-16,-4 6 0,-7 4 15,-7 1 1,-9 2-16</inkml:trace>
  <inkml:trace contextRef="#ctx0" brushRef="#br1" timeOffset="143799.29">17974 8430 0,'-6'82'0,"-1"41"15,8 9-15,4-3 16,1-17-16,0-30 16</inkml:trace>
  <inkml:trace contextRef="#ctx0" brushRef="#br1" timeOffset="144016.64">18390 8340 0,'0'44'15,"2"28"-15,4 20 16,-1 13-16,6 6 16,0 3-16,3-15 15,-1-26-15</inkml:trace>
  <inkml:trace contextRef="#ctx0" brushRef="#br1" timeOffset="144717.76">18844 8179 0,'-38'-37'15,"-24"-22"1,-13-8-16,-6 1 0,-8 3 15,-10 5-15,-9 8 16,-8 10-16,-9 10 16,-5 10-1,-6 13-15,-5 9 16,-1 12-16,-1 11 16,3 13-16,3 11 15,5 18-15,2 9 16,9 13-16,8 14 15,13 13-15,13 4 16,16 8-16,18 7 16,15 3-16,18 1 15,17 0-15,19-5 16,16-5-16,19-8 16,20-9-16,14-12 15,14-12 1,8-16-16,14-9 15,11-11-15,7-17 16,7-12-16,4-16 16,4-14-16,2-15 15,1-14-15,-1-13 16,-2-11-16,-6-13 16,-7-10-16,-12-12 15,-9-9-15,-14-9 16,-14-6-16,-18-9 15,-18-12 1,-19-8-16,-18 0 16,-15 1-16,-17 8 15,-20 7-15,-19 12 16,-21 17-16,-18 11 16,-17 16-16,-20 13 15,-17 19-15,-16 12 16,-12 15-16,-16 13 15,36 4-15</inkml:trace>
  <inkml:trace contextRef="#ctx0" brushRef="#br1" timeOffset="148732.7">11371 10225 0,'0'0'0,"7"24"0,1 18 15,1 18-15,-4 17 16,-5 20-16,-3 19 16,-4 15-16,0 11 15,4-3 1,5-14-16,2-24 15,-1-30-15,-4-34 16,-1-17-16</inkml:trace>
  <inkml:trace contextRef="#ctx0" brushRef="#br1" timeOffset="149133.07">11617 10651 0,'10'-27'0,"1"-4"15,-6 10 1,-7 18-16,-9 20 16,-4 16-16,-4 12 15,-6 9 1,-1 4-16,0 1 0,1-4 15,4-10-15,2-10 16,4-12-16,7-9 16,8-14-16,0 0 15,4 0-15,9-5 16,3-2-16,5 1 16,2 4-16,4 7 15,0 4-15,2 6 16,4 6-16,5 4 15,4 3 1,-1 0-16,-3-2 16,-11-8-16</inkml:trace>
  <inkml:trace contextRef="#ctx0" brushRef="#br1" timeOffset="149384.45">12121 10671 0,'0'0'0,"0"0"16,0 0-16,0 0 15,28-4-15,13-3 32,5-3-32,-8 0 0,-9 0 15,-11 4-15</inkml:trace>
  <inkml:trace contextRef="#ctx0" brushRef="#br1" timeOffset="149583.28">12184 10929 0,'0'0'0,"26"-5"16,16-6-16,7-9 15,0-5-15,-3-4 16,-11 4-1</inkml:trace>
  <inkml:trace contextRef="#ctx0" brushRef="#br1" timeOffset="150118.91">12840 10490 0,'5'21'0,"1"10"16,-5-1-1,-5-5-15,-7-5 0,-4-7 16,-2-7-16,-4-5 16,-1-6-1,1-3-15,6-7 16,3-8-16,8-8 16,5-6-16,6-4 15,5 4-15,7 6 16,1 6-16,1 10 15,1 11-15,-1 9 16,-1 14-16,-2 11 16,-6 14-16,-5 7 15,-7 9-15,-9 3 16,-6 2-16,-3 0 16,-9-6-16,0-8 15,-1-10-15,-1-13 16,7-12-1,2-10-15,3-8 16,5-8-16,4-7 16,7-5-16,6-2 15,5 4-15,7 6 16,4 4-16,6 10 16,5 9-16,6 14 15,7 12-15,5 10 16,1 4-16,1-1 15,2-3 1,-2 3-16,-10 4 0,-13-10 16</inkml:trace>
  <inkml:trace contextRef="#ctx0" brushRef="#br1" timeOffset="154299.96">16202 10859 0,'0'0'16,"0"0"-16,0 0 15,-7-10-15,-2-6 16,0 4-16,6 4 15,0 1-15,3 0 16,3 2-16,2-2 16,4-3-16,2-4 15,2 1-15,2 1 16,3 0-16,-1-1 16,-2 5-16,-3 3 15,-1 4-15,-11 1 16,8 2-16,-8-2 15,6 7-15,-3 2 16,-6 1-16,1 1 16,0 1-16,-2-5 15,0-1-15,4-6 16,-3 7-16,-2-2 16,0-2-16,1-1 0,4-2 15,-6-1-15,6 1 16,-7-2-16,7 2 15,-6-3-15,0 1 16,1-1-16,5 3 16,0 0-16,-4-4 15,4 4-15,-4-5 16,0-2-16,2-1 16,2 8-16,0-7 15,0 7-15,0-7 16,1 0-16,2 1 15,3-2-15,2-2 16,1-2-16,5-1 16,2 0-16,2 3 15,3 1-15,-1 2 16,2 5-16,-1 3 16,3 7-16,-7 9 15,-6 8 1,-3 10-16,-13 12 0,-5 12 15,-6 9-15,-7 8 16,-5 3 0,-6 5-16,-1 0 15,-4-2-15,2-5 0,1-10 16,2-14 0,5-14-16,7-18 15,7-15-15,5-14 0,9-13 16,8-11-1,7-5-15,9 2 16,8 6-16,4 7 16,6 9-16,1 10 15,3 16-15,-1 16 16,1 14-16,-5 13 16,-11-9-16</inkml:trace>
  <inkml:trace contextRef="#ctx0" brushRef="#br1" timeOffset="154485.01">16687 11414 0,'0'0'0,"12"-18"15,2-14-15,0-7 16,-4 5-16</inkml:trace>
  <inkml:trace contextRef="#ctx0" brushRef="#br1" timeOffset="154867.13">16965 10664 0,'1'33'16,"0"20"-16,1 11 15,2 9-15,2 4 16,2 2 0,3-7-16,1-12 0,2-18 15,-2-21-15,0-19 16,3-22-16,1-17 15,-1-15-15,1-15 16,0-4-16,-2 0 16,0 9-16,-2 16 15,-3 16-15,-3 17 16,-3 19-16,-3 22 16,-1 23-16,-1 18 15,0 15-15,3 9 16,2 3-16,0-8 15,-3-16 1,0-22-16</inkml:trace>
  <inkml:trace contextRef="#ctx0" brushRef="#br1" timeOffset="155066.72">17312 11104 0,'31'3'16,"16"-1"-16,7-2 16,5-5-16,-3-4 15,2-4-15,-3 2 16,-6 0 0,-9 1-16,-7 1 0,-10 4 15</inkml:trace>
  <inkml:trace contextRef="#ctx0" brushRef="#br1" timeOffset="155283.67">17634 10806 0,'-13'39'0,"-5"26"0,8 14 16,5 14-16,8 12 16,4 11-16,4 4 15,1-10-15,-2-28 16</inkml:trace>
  <inkml:trace contextRef="#ctx0" brushRef="#br1" timeOffset="155533.28">18132 10620 0,'-8'38'0,"1"28"0,-1 17 16,4 14-16,1 7 16,6 13-16,3 7 15,3 1-15,1-9 16,-3-30-16</inkml:trace>
  <inkml:trace contextRef="#ctx0" brushRef="#br1" timeOffset="155799.56">18680 10877 0,'31'-6'0,"20"-6"16,7-5-1,-1-2-15,-6-1 0,-10 5 16,-14 5-16,-11 5 16</inkml:trace>
  <inkml:trace contextRef="#ctx0" brushRef="#br1" timeOffset="155966.45">18744 11104 0,'0'0'16,"16"17"-16,18 1 15,13-9-15,6-13 16,4-11-16,-12 0 15</inkml:trace>
  <inkml:trace contextRef="#ctx0" brushRef="#br1" timeOffset="156499.87">19910 10516 0,'-3'-30'16,"-5"-15"-16,-6-1 16,-3 5-16,-6 10 15,-6 13-15,-2 17 16,-3 22-16,-2 22 16,3 17-1,5 13-15,10 7 0,10-4 31,7-15-31,8-19 0,4-15 16,7-13-16,4-10 0,1-12 16,0-11-1,2-7-15,-3-5 16,-5-3-16,-2-5 16,-4-3-16,-2-1 15,1 2-15,0 6 16,0 8-16,1 8 15,0 12-15,1 11 16,3 9-16,0 13 16,2 13-16,-4 11 15,1 7-15,-8 5 16,-6 6-16,-6 9 16,-7 8-16,-6 4 15,-5 2-15,-7 1 16,-2-1-16,-5-11 15,-2-13-15,-5-20 16,-5-24-16,10-12 16</inkml:trace>
  <inkml:trace contextRef="#ctx0" brushRef="#br1" timeOffset="157066.89">20118 9812 0,'-22'-24'0,"-13"-8"15,-6 3-15,-2 12 16,-6 17-16,-8 17 15,-5 24-15,-5 23 16,-3 23-16,-1 21 16,4 24-16,8 17 15,11 14-15,10 13 16,10 13-16,14 8 16,18-4-1,18-15-15,16-21 16,14-30-16,12-27 15,7-27-15,8-26 16,5-24-16,6-22 16,3-20-16,1-22 15,-4-18-15,-1-19 16,-6-17-16,-4-18 16,-9-15-16,-14-9 15,-11-10-15,-16-7 16,-14-1-16,-17 0 15,-15 4-15,-12 12 16,-17 13-16,-18 12 16,-19 17-16,-16 16 15,-14 21-15,-14 22 16,-13 22 0,-18 23-16,-17 14 0,32 0 15</inkml:trace>
  <inkml:trace contextRef="#ctx0" brushRef="#br0" timeOffset="169216.77">12033 5377 0,'-34'-14'0,"-10"-8"15,6 0-15,10-2 16,9 0 0,7-2-16,9-1 15,7 4-15,6 3 16,4 5-16,2 6 0,2 8 16,0 6-1,-1 10-15,-1 9 16,-3 11-16,-5 8 15,-7 9-15,-6 2 16,-8 4-16,-9-2 16,-8-3-16,-9 0 15,-6-3-15,-5-4 16,-3-8-16,0-11 16,5-14-16,9-16 15,6-13-15,14-11 16,13-11-16,9-7 15,11 0 1,7 2-16,7 9 16,8 7-16,3 11 0,7 11 15,1 11-15,2 16 16,2 15-16,1 15 16,0 12-1,4 7-15,-2-3 16,-3-8-16,-13-16 15</inkml:trace>
  <inkml:trace contextRef="#ctx0" brushRef="#br0" timeOffset="169833.24">14316 5326 0,'-17'8'16,"-8"4"-16,-3 0 15,-1-2-15,1-3 16,0-3-16,0-4 16,2-4-16,7-7 15,7-8-15,8-7 16,11-6-16,10 5 16,4 4-16,5 7 15,-1 13-15,-1 9 16,-4 12-16,-5 12 15,-3 14-15,-7 13 16,-8 11 0,-9 6-16,-7-2 0,-8-8 15,-4-13 1,-4-16-16,1-16 16,4-16-16,1-16 15,5-12-15,7-11 16,6-10-16,8-3 15,6-4-15,9 5 16,7 12-16,4 13 16,6 11-16,4 13 15,3 14-15,3 13 16,5 15-16,3 14 16,6 15-16,4 8 15,2 2-15,-14-18 16</inkml:trace>
  <inkml:trace contextRef="#ctx0" brushRef="#br0" timeOffset="170449.85">17103 5119 0,'-21'-6'0,"-11"-2"16,-5 1-16,2 1 15,1-1-15,2-1 16,1-8-16,2-2 16,5-8-16,9-3 15,14-4-15,13-1 16,8 7 0,5 5-16,4 10 15,3 12-15,0 12 16,-4 11-16,-9 15 15,-7 15-15,-9 14 16,-10 12-16,-10 7 16,-7-5-16,-8-9 15,-4-9-15,-6-10 16,-1-8-16,-3-9 16,0-14-16,3-16 15,6-18-15,10-17 16,13-16-16,11-13 15,15-3-15,15 1 16,13 9-16,8 13 16,8 17-16,5 20 15,8 17-15,4 19 16,5 13-16,3 15 16,7 12-16,0 3 15,-4-5-15,-21-20 16</inkml:trace>
  <inkml:trace contextRef="#ctx0" brushRef="#br0" timeOffset="171017.03">19381 4905 0,'-26'-15'0,"-12"-6"15,0 1-15,1-2 16,1 3-16,2-2 15,3-1-15,6-3 16,7-2-16,11-3 16,12 0-1,11 5-15,9 6 0,7 8 16,5 14-16,3 13 16,-5 14-16,-7 16 15,-11 16-15,-15 15 16,-14 8-16,-8-5 15,-8-9-15,-9-12 16,-6-10-16,-6-9 16,-1-13-16,1-15 15,8-20-15,12-18 16,15-12 0,18-9-16,17-2 15,11 9-15,9 12 16,11 11-16,10 11 15,6 12-15,6 16 16,4 12 0,-1 10-16,-8 2 0,-20-10 15</inkml:trace>
  <inkml:trace contextRef="#ctx0" brushRef="#br0" timeOffset="176316.7">17388 774 0,'-13'-26'0,"-6"-12"15,-3-3-15,1 4 16,2 3-16,0 4 15,2 3-15,0 0 16,0 5-16,1 5 16,0 12-16,-1 11 15,-2 8-15,-3 6 16,0 11-16,2 7 16,2 7-16,6 3 15,8 2-15,11-7 31,9-7-31,9-10 0,11-10 16,2-8-16,-1-8 16,-4-7-16,-6-1 15,-3-5-15,-5-4 16,-4-1-16,-4-2 16,-6 0-16,-3-1 15,-2 3-15,2-2 16,-1 5-16,-2 4 15,1 3-15,0 8 16,0 4-16,2 13 16,2 10-16,0 13 15,3 7-15,2 12 16,-1 7-16,-1 4 16,-4-3-16,-6-4 15,-11-6-15,-9-9 16,-12-4-16,-11-5 15,-5-8-15,-4-5 32,-1-9-32,-2-8 0,7-8 15,6-10-15,9-13 16,6-11-16,13-12 16,8-5-16,6 8 15</inkml:trace>
  <inkml:trace contextRef="#ctx0" brushRef="#br0" timeOffset="176866.33">17368 580 0,'-2'-53'0,"-2"-25"15,-3 2-15,-9 13 16,-10 12-16,-7 12 15,-5 10-15,-1 8 16,-4 13-16,0 14 16,-6 10-16,-3 11 15,-2 12-15,5 13 16,3 11-16,3 11 16,1 11-16,5 11 15,5 13 1,6 11-16,6 10 15,8 4-15,11-3 16,11-8 0,13-16-16,11-25 0,11-20 15,13-21-15,13-21 16,6-16-16,4-19 16,7-13-16,2-11 15,-3-12-15,-3-11 16,-4-8-16,-9-7 15,-8-6-15,-6-5 16,-11-3-16,-13 0 16,-11 3-16,-17 4 15,-12 4-15,-12 10 16,-11 8-16,-8 14 16,-7 11-1,-3 12-15,4 8 16,6 7-16,9 7 15,4 3-15,6 3 0,8 9 16,5 1 0</inkml:trace>
  <inkml:trace contextRef="#ctx0" brushRef="#br0" timeOffset="177133.51">17955 832 0,'59'0'0,"31"0"16,10-3-16,2 0 15,-1 0-15,-2 0 16,0 1-16,-5 1 15,-5-3-15,-5-3 16,-10-6-16,-20 0 16</inkml:trace>
  <inkml:trace contextRef="#ctx0" brushRef="#br0" timeOffset="178166.63">19267 600 0,'-12'-27'0,"-6"-12"15,3-1-15,6-2 16,3 6 0,5 5-16,1 7 15,0 7-15,0 17 0,0 0 16,0 5 0,-1 19-16,-2 18 15,-2 15-15,1 21 16,0 15-16,1 14 15,2 9-15,4-3 16,3-9-16,8-18 16,5-20-16,4-21 15,2-17-15,0-15 16,1-14-16,2-15 16,-3-14-16,-2-11 15,-5-4-15,-8-12 16,1-6-16,-2 3 15,-3 4-15,-2 13 16,-3 13-16,0 15 16,-1 15-16,0 17 15,0 17-15,-1 18 16,3 11-16,3 4 16,6-8-16,5-14 15,3-15-15,4-15 16,0-15-1,-4-10-15,-3-12 16,-5-8-16,-10-8 16,-5-5-16,-4-5 15,-5-3-15,-5 3 16,-5 6-16,-2 12 16,-2 13-16,-1 16 15,-2 16-15,2 12 16,3 11-16,8 8 15,7-2-15,13-10 16,10-13-16,11-16 16,11-14-16,10-11 15,7-9-15,5-4 16,0 0-16,-4-2 16,-8 4-16,-9 1 15,-11 6-15,-7 3 16,-9 6-16,-9 15 15,0 0 1,1 9-16,-5 21 16,-2 19-16,1 17 0,5 16 15,7 10-15,4 9 16,8 5 0,1-2-16,0-6 15,-4-18-15,-9-16 16,-10-11-16,-11-11 15,-12-9-15,-10-10 16,-5-13-16,-5-12 16,-5-15-16,0-13 15,2-17-15,5-15 16,15-15-16,13-11 16,13-4-16,16 0 15,14 4-15,15 9 16,12 13-16,5 15 15,0 20 1,-4 18-16,-3 16 16,-6 17-1,-6 18-15,-6 3 0,-4-8 16,-7-6-16,-8-9 16</inkml:trace>
  <inkml:trace contextRef="#ctx0" brushRef="#br0" timeOffset="179816.37">20188 600 0,'-13'17'15,"-4"14"-15,7 13 16,12 10-16,10 4 15,11-2-15,8-11 16,5-16-16,7-15 16,0-10-16,1-9 15,0-2-15,-2-1 16,-2-6-16,-6-4 16,-12-5-16,-10-6 15,-10-1-15,-9 0 16,-5 3-16,-6 11 15,-8 11-15,-5 15 16,-4 18-16,-6 20 16,-4 18-1,5 14 1,11 5-16,17-7 0,18-22 16,19-22-16,18-19 15,14-18-15,8-14 16,4-9-16,-4-6 15,-4-2-15,-7 0 16,-10-2-16,-7-4 16,-9 0-16,-10 3 15,-6 4-15,-7 9 16,-8 10-16,-7 15 16,-9 14-16,-5 13 15,1 10 1,-1-2-16,7-3 15,10-9-15,8-9 0,8-8 16,5-11-16,8-8 16,4-9-1,2-5-15,0-1 16,-4 0-16,-1 2 0,-8 8 16,-4 9-1,-4 8-15,-3 11 16,-2 12-16,-1 8 15,1 1-15,2-3 16,6-6-16,7-9 16,7-9-16,5-10 15,4-7-15,2-7 16,-4-6-16,-7-4 16,-2-6-16,-7-8 15,-4-8-15,-2-6 16,-5-1-16,-3-1 15,-3 2-15,-3 6 16,-5 7 0,1 10-16,-1 12 15,-1 13-15,3 14 0,-3 16 16,1 20-16,-2 17 16,0 24-16,2 15 15,6 5-15,8-9 16,11-24-16,9-23 15,6-22 1,1-18-16,3-15 16,0-15-16,-2-10 15,-1-8-15,-8-9 16,-4-5-16,-4-2 16,-2-1-16,0 2 15,-2 6-15,-4 12 16,-2 17-16,-5 22 15,1 0-15,1 20 16,-2 16-16,-1 14 16,3 5-16,3 0 15,5-8 1,3-10-16,4-17 16,3-10-16,2-12 0,0-8 15,-1-6-15,1-6 16,-3-3-16,-4 0 15,-3 3-15,-3 6 16,-9 16-16,5 0 16,-3 14-16,-3 13 15,-2 12-15,1 6 16,4 2-16,4-10 16,9-10-1,8-11-15,4-10 16,5-13-16,0-7 15,-5-8-15,-6-3 16,-10-4-16,-5-4 0,-6-2 16,-2 1-1,-3 0-15,-2 1 16,-3 7-16,0 8 16,3 11-16,-3 15 15,-1 15-15,1 17 16,2 13-16,1 18 15,4 16-15,1 14 16,3 7-16,1-2 16,3-16-16,-1-19 15,-4-17 1,-9-12-16,-7-14 0,-6-9 16,-9-12-16,-5-10 15,-3-11-15,0-14 16,-2-11-1,6-12-15,6-7 16,9-6-16,10 3 16,14 6-16,9 15 15,8 8-15,9 13 16,7 8-16,6 2 16,4 4-16,2 8 15,-11 4 1</inkml:trace>
  <inkml:trace contextRef="#ctx0" brushRef="#br0" timeOffset="180034.79">22257 1394 0,'-49'6'0,"-41"11"15,-32 3-15,-30 1 16,-24 6-16,-22-5 15,-28-2 1,-26 3-16,-22 6 16,-16 7-16,-10 3 15,-10-2-15,64-10 16</inkml:trace>
  <inkml:trace contextRef="#ctx0" brushRef="#br0" timeOffset="-202564.1">9441 3957 0,'-34'-5'16,"-6"-1"-16,11 1 15,12 1-15,17 4 0,2-1 16,13 1-16,10 1 16,8 2-16,4 2 15,3 3-15,3 0 16,4 0-1,1-2-15,2 0 16,-1-1-16,-3 2 16,1 1-16,-2-1 15,0-2-15,1-4 16,2-6-16,1-6 16,2-3-16,1-8 15,2 1-15,4 2 16,0 2-16,-1 4 15,-1 7-15,2 4 16,-1 5-16,-1 6 16,-2 2-16,2 2 15,1 0 1,-1-2-16,-3 0 16,1-1-16,2-2 15,-1-3-15,1-3 16,-1-7-16,4-2 15,5-4-15,3-2 16,0-1-16,2 1 16,2 2-16,4 1 15,3 1-15,6 0 16,4 2-16,0 1 16,-19-1-16</inkml:trace>
  <inkml:trace contextRef="#ctx0" brushRef="#br0" timeOffset="-180647.1">13591 7185 0,'0'21'16,"3"12"-16,5 9 16,4 10-16,1 5 15,2 8-15,3 8 16,-1 4-16,2 5 16,-1 2-1,0-2-15,1-1 16,-2-9-16,1-7 15,0-10-15,-1-11 16,-4-10-16,-1-11 16,-1-8-16,-3-9 15,-3-8-15,-3-7 0,-3-8 16,-4-8-16,-1-4 16,1-5-16,-1-1 15,1 2 1,-1 3-16,0 6 15,0 5-15,-2 8 16,-2 8-16,1 8 16,1 11-16,2 10 15,2 10-15,3 6 16,4-1-16,4-5 16,4-12-16,4-13 15,3-11-15,2-8 31,3-8-31,-2-4 0,-2-5 0,-6-2 16,-4-3-16,-4 1 16,-6 0-16,-6 5 15,-2 8-15,-1 8 16,-5 10-16,2 17 16,-1 15-16,-1 17 15,5 16-15,2 16 16,-3 10-1,0-14-15</inkml:trace>
  <inkml:trace contextRef="#ctx0" brushRef="#br0" timeOffset="-175930.39">11838 11742 0,'66'-2'16,"35"0"-16,15-3 16,10-2-16,0-2 15,8-6-15,4-2 16,3-3-16,3-4 16,-30 5-1</inkml:trace>
  <inkml:trace contextRef="#ctx0" brushRef="#br0" timeOffset="-161480.18">1633 12537 0,'18'-19'0,"9"-2"15,3 9-15,2 15 16,0 9-16,2 9 15,-3 4-15,0 0 16,-4-2-16,-3-4 16,-6-10-16,-2-12 15,-2-15 1,0-19-16,0-20 16,-1-14-16,3-12 0,2-10 15,-1 1-15,3 1 16,5 8-1,-5 12-15,1 12 16,-3 13-16,-4 15 16,-5 16-16,-8 15 15,-4 7-15</inkml:trace>
  <inkml:trace contextRef="#ctx0" brushRef="#br0" timeOffset="-161080.52">1905 12162 0,'0'0'0,"0"0"0,0 0 15,0 0-15,16 0 16,11 7-16,7 5 15,6 10-15,5 7 16,3 8-16,0 1 16,0 0-16,-7 4 15,-5-2-15,-7-6 16,-7-11-16,-8-13 16,-3-15-1,-4-16-15,-2-23 0,-1-21 16,0-18-16,3-19 15,10-10-15,6-3 16,7-1 0,6 5-16,3 7 15,2 4-15,-5 3 16,-8 21-16</inkml:trace>
  <inkml:trace contextRef="#ctx0" brushRef="#br0" timeOffset="-160080.28">3249 7682 0,'-39'-40'0,"-16"-17"16,-2-2-16,5 4 15,4 6-15,2 6 16,2 5-16,2 5 16,4 4-1,-1 4-15,0 4 16,3 2-16,2 3 16,0 1-16,3 2 15,3 2-15,2 4 16,5 5-16,1 4 15,-1 4-15,1 7 16,1 8-16,1 5 16,0 7-16,2 10 15,2 5-15,2 9 16,1 7-16,4 6 16,-4 8-16,4 3 15,0 2-15,-1 3 16,5-2-16,1-3 15,-1-4-15,6-8 16,-1-6-16,1-6 16,2-11-16,-2-8 15,-1-10-15,-4-10 16,2-8-16,0-10 16,-7 0-16,3-8 15,-3-8-15,-2-6 31,2-8-31,-3-6 0,-1-2 0,3-5 16,0-2-16,-1 2 16,0 1-16,2 4 15,-1 4-15,0 8 16,0 6-16,1 6 16,3 6-16,4 8 15,-2 3-15,0 14 16,3 13-16,-1 11 15,2 3-15,2-4 16,4-5 0,7-7-16,4-9 0,6-12 15,7-13-15,8-14 16,-5 0 0</inkml:trace>
  <inkml:trace contextRef="#ctx0" brushRef="#br0" timeOffset="-156530.97">5165 12331 0,'0'0'0,"-12"-20"0,-8-11 15,2-9 1,0-2-16,1-1 0,1-2 16,1 0-1,2 2-15,-1 4 16,-1 8-16,1 8 0,0 10 16,-2 16-1,-1 14-15,-4 20 16,-3 17-16,0 20 15,3 15-15,4 15 16,5 10-16,9-7 16,4-15-16,6-24 15,3-23-15,4-22 16,-3-18-16,1-16 16,1-16-16,1-13 15,1-8-15,-1-7 16,3-6-1,1-4-15,0 5 0,-2 8 16,2 16-16,-1 17 16,0 19-16,2 20 15,-1 23-15,7 16 16,4 9-16,0-8 16,-4-18-16,-1-18 15,0-16-15,-2-16 16,-2-14-16,-3-12 15,-2-13-15,0-9 16,-3-12-16,-2-7 16,-3-6-16,-1-3 15,-2-1-15,-1 3 16,-1 9-16,-2 19 16,-2 18-16,-1 15 15,-2 21-15,-1 19 16,1 19-16,1 18 15,1 19 1,6 14-16,8 9 16,10 4-16,8-6 15,1-21-15,-2-23 16,-5-19-16,-4-17 16,-7-15-16,-10-10 15,-9-5-15,-4 2 16,-9-14-16,-2 1 15</inkml:trace>
  <inkml:trace contextRef="#ctx0" brushRef="#br0" timeOffset="-155680.71">5272 12278 0,'0'0'15,"14"-12"-15,7-11 16,9-8-16,3-3 15,7-4-15,2-3 16,0-1-16,-3 1 16,-1 3-16,-5 3 15,-3 3-15,-5 4 16,-5 3-16,-7 5 16,-4 4-16,-6 5 15,-3 3-15,-6 8 16,-1 8-16,2 8 15,-1 9-15,0 13 16,4 11-16,3 11 16,4 10-16,4 6 15,8 0-15,1-13 16,2-13-16,1-17 16,-1-12-1,-1-10-15,-1-12 16,1-11-16,-2-8 15,0-7-15,-3-7 16,-4-6-16,1-2 16,-1 0-16,1 6 15,3 9-15,2 10 16,2 11-16,0 12 16,2 9-1,1 11-15,0 5 0,-1-1 16,-3-3-16,-2-3 15,0-7-15,-4-5 16,0-6-16,-3-7 0,-1-8 16,-1-4-16,0-7 15,1-7-15,2-7 16,0-7-16,4-2 16,2 5-16,5 8 15,1 10-15,2 11 16,0 10-16,-1 9 15,4 11-15,-3 7 16,-3 2 0,-6 3-16,-5 0 0,-3-3 15,-4-5-15,-2-6 16,-4-9-16,-3-8 16,-2-8-16,-1-11 15,0-13 1,2-12-16,0-14 0,7-9 15,3-2-15,5 3 16,7 7-16,4 8 16,5 10-16,5 15 15,1 12 1,3 17-16,2 18 0,1 16 16,-2 17-16,-7 11 15,-8-11-15</inkml:trace>
  <inkml:trace contextRef="#ctx0" brushRef="#br0" timeOffset="-155480.7">6490 12072 0,'0'0'15,"23"-10"-15,13-6 16,9-6-16,7-2 16,1-3-16,-3-1 0,-12 5 15</inkml:trace>
  <inkml:trace contextRef="#ctx0" brushRef="#br0" timeOffset="-155264.33">7328 11194 0,'0'0'16,"14"37"-1,5 27-15,0 15 0,2 16 16,3 16-16,1 9 15,2 3-15,-4-9 16,-7-28-16</inkml:trace>
  <inkml:trace contextRef="#ctx0" brushRef="#br0" timeOffset="-154897.47">7580 11414 0,'0'0'16,"-12"3"-16,-6 5 15,1 11-15,1 11 16,1 12-16,4 12 16,0 2-16,-1-5 15,-2-11 1,-1-18-16,-2-10 0,0-15 15,3-10-15,6-8 16,6-7-16,7-2 16,8 2-16,9 4 15,4 7 1,7 9-16,7 10 0,3 11 16,-1 8-16,4 10 15,1 6-15,-5-1 16,-5-5-16,-11-10 15</inkml:trace>
  <inkml:trace contextRef="#ctx0" brushRef="#br0" timeOffset="-154697.25">7745 11536 0,'0'0'0,"18"2"16,14-4-16,5-7 16,7-9-16,2-5 15,2-4-15,1-1 16,-8 2 0,-10-1-16,-10 6 15</inkml:trace>
  <inkml:trace contextRef="#ctx0" brushRef="#br0" timeOffset="-154463.49">7890 11252 0,'-7'18'0,"5"11"15,8 15-15,7 10 16,7 11 0,12 15-16,7 10 15,-1 2-15,-10-21 16</inkml:trace>
  <inkml:trace contextRef="#ctx0" brushRef="#br0" timeOffset="-154263.99">8287 11097 0,'-3'55'0,"9"30"0,8 17 16,6-3-1,4-9-15,-2-17 16,-4-23-16</inkml:trace>
  <inkml:trace contextRef="#ctx0" brushRef="#br0" timeOffset="-153663.71">8306 10671 0,'-56'-10'0,"-26"-2"0,-10 3 16,-3 8-16,1 7 15,2 10-15,1 15 16,2 11-1,4 15-15,4 13 16,5 13-16,5 14 16,9 14-16,8 11 15,12 8-15,13 5 16,11-1-16,17-2 16,9-4-16,16-3 15,15-5-15,12-11 16,14-9-16,13-15 15,7-18-15,6-22 16,4-21-16,1-22 16,-2-19-16,-4-17 15,-5-14-15,-2-10 16,-7-10-16,-4-9 16,-9-8-16,-9-9 15,-6-8-15,-10-10 16,-10-4-1,-9-3-15,-10-2 16,-9 1-16,-11 5 16,-8 5-16,-8 9 15,-3 11-15,-4 14 16,-4 16-16,-3 12 16,-4 14-16,1 7 15,2 5 1,1 4-16,10 5 0</inkml:trace>
  <inkml:trace contextRef="#ctx0" brushRef="#br0" timeOffset="-153164.02">8848 11381 0,'20'-15'16,"3"-16"-16,-3-15 16,-11-11-16,-7-11 15,-6-9-15,-4-10 16,-5-4-16,-5-2 15,-5-1-15,-1 9 16,1 11-16,-3 13 16,2 18-16,0 16 15,3 16-15,4 13 16,2 6-16,6 12 16,3 9-16,8 9 15,7 11 1,7 13-16,8 14 15,4 12-15,9 15 16,8 16-16,7 13 16,6 9-16,5 1 15,-2-4-15,-4-16 16,-3-18-16,-8-18 16,-13-20-16,-16-18 15,-12-16-15,-12-15 16,-1-11-16</inkml:trace>
  <inkml:trace contextRef="#ctx0" brushRef="#br0" timeOffset="-152914.14">8892 11175 0,'7'-71'0,"6"-19"15,6 13-15,3 23 16,5 30-16,0 32 16,2 28-16,2 25 15,-1 12-15,-4 4 16,-5-4-16,-8-9 16,-7-15-16,-8-12 15,-7-17-15,-11-16 16,0-7-16</inkml:trace>
  <inkml:trace contextRef="#ctx0" brushRef="#br0" timeOffset="-152746.96">9100 10722 0,'18'23'0,"10"17"16,6 11-16,1 6 15,0 0-15,-7-11 16,-8-16-16,-7-14 16</inkml:trace>
  <inkml:trace contextRef="#ctx0" brushRef="#br0" timeOffset="-152580.6">9195 10413 0,'0'0'0,"0"0"16,2 26-16,5 12 15,5 6-15,3-1 16,0 0-16,-2-10 16</inkml:trace>
  <inkml:trace contextRef="#ctx0" brushRef="#br0" timeOffset="-151930.33">9416 10671 0,'0'0'16,"0"0"-16,0 0 16,0 0-16,-9-15 15,-4-4 1,2 3-16,-1 6 0,-2 10 16,2 12-16,2 12 15,6 14-15,3 10 16,6 7-16,1-1 15,3-2-15,0-12 16,3-13-16,-3-13 16,0-10-1,-1-9-15,-1-8 0,0-11 16,-4-8-16,1-8 16,-1-4-16,4 4 15,2 7-15,2 11 16,5 9-16,0 13 15,2 11-15,5 12 16,-2 12 0,2 12-16,-1 6 15,2 7 1,0 7-16,-1 6 0,-3 1 16,-6 2-16,-8 2 15,-8-2-15,-4-4 16,-8-5-16,-5-8 15,-8-14-15,-5-12 16,-7-17-16,-2-22 16,-4-20-16,-2-23 15,5-18-15,9-15 16,11-14-16,10-9 16,13-4-16,12 0 15,11 10 1,11 15-16,8 21 15,7 21-15,3 17 16,-2 8-16,-7 10 16,-12 3-16,-11 4 15,-6 6-15,-7 6 16,-4 4-16,-5 3 0,-6-1 31,0-4-31</inkml:trace>
  <inkml:trace contextRef="#ctx0" brushRef="#br0" timeOffset="-151364.06">8104 13324 0,'-14'-4'0,"-5"-10"16,1-13-16,4-11 15,4-10-15,2-5 16,1-1-16,1 1 15,-1 5-15,-1 9 16,2 10-16,2 12 16,4 17-16,1 3 15,0 18-15,4 19 16,5 15-16,7 14 16,6 5-16,6 0 15,3-4-15,2-7 16,1-14-16,1-18 15,-4-19 1,-10-17-16,-13-16 0,-13-14 16,-4 4-1</inkml:trace>
  <inkml:trace contextRef="#ctx0" brushRef="#br0" timeOffset="-151063.52">8161 12982 0,'12'-3'0,"9"3"15,2 12-15,2 9 16,3 6-16,3 3 16,-4 2-16,-3-4 15,-5-8-15,-6-6 16,-4-5 0,-2-5-16,-1-5 0,-5-8 15,-4-7-15,-2-8 16,-2-7-16,-2-6 15,2-1 1,2 3-16,3 6 0,7 8 16,7 16-16,6 12 15,7 15 1,8 13-16,8 8 16,1 1-16,-4-3 0,-10-10 15</inkml:trace>
  <inkml:trace contextRef="#ctx0" brushRef="#br0" timeOffset="-150480.45">9100 12485 0,'0'0'0,"-10"-19"15,-4-16-15,0-8 16,0-3-16,-2 0 16,3 1-1,2 1-15,2 8 16,0 10-16,5 9 0,4 8 15,2 13-15,7 10 16,3 17-16,6 11 16,5 13-1,4 11-15,4 6 0,5 4 16,-4-3 0,-4-6-16,-4-7 15,-10-7 1,-5-6-16,-4-5 0,-5-5 15,-7-5-15,-7-1 16,-7-7-16,-3-2 16,-6-7-16,-3-6 15,0-9-15,2-4 16,8-4-16,4-2 16,8 2-16,5-2 15,7 0-15,7-3 16,8-2-16,12-5 15,8-7-15,6-7 16,5-3-16,3-4 16,0-3-16,-6 1 15,-12 10-15</inkml:trace>
  <inkml:trace contextRef="#ctx0" brushRef="#br0" timeOffset="-149913.7">9466 11807 0,'14'24'0,"6"19"15,4 9-15,5 7 16,4 5-16,4 10 16,7 8-16,3 7 15,-2 4-15,-6-6 16,-9-12-16,-11-21 15</inkml:trace>
  <inkml:trace contextRef="#ctx0" brushRef="#br0" timeOffset="-149630.39">9674 12447 0,'-29'-58'15,"-11"-27"-15,2-7 16,7 3-16,12 9 15,11 3-15,7 10 16,8 9-16,6 12 16,4 14-16,2 15 15,1 13-15,2 13 16,-1 17-16,-1 13 16,-3 14-16,-1 10 15,-2 12-15,-1 6 16,0-3-16,-5-5 31,-5-10-31,-4-17 0</inkml:trace>
  <inkml:trace contextRef="#ctx0" brushRef="#br0" timeOffset="-149364.12">9706 11891 0,'0'0'0,"0"0"0,12-6 16,7 6-16,6 13 15,3 15-15,5 14 16,2 15-16,3 12 16,6 8-1,-1 3-15,-5-6 16,-10-10-16,-11-17 15,-10-18-15,-10-15 16,-12-14-16,-4-12 16,4-1-16</inkml:trace>
  <inkml:trace contextRef="#ctx0" brushRef="#br0" timeOffset="-149093.89">9901 12291 0,'-1'-31'0,"3"-13"0,3 0 15,2-4-15,7-4 16,0-6 0,0-6-16,-1-1 0,-2-1 15,-4 5-15,-3 6 16,-4 8-16,-1 6 16,-2 8-1,-1 9-15,4 24 0,0 0 16,4 3-16,5 22 15,7 24-15,8 19 16,8 12-16,8 7 16,11 6-1,5 4-15,-4-10 16,-13-20-16</inkml:trace>
  <inkml:trace contextRef="#ctx0" brushRef="#br0" timeOffset="-143730.54">4067 7882 0,'-52'-7'0,"-24"1"16,-8 1-16,3 7 15,7 6-15,3 12 16,6 9-16,2 13 16,1 10-16,2 9 15,6 10-15,6 9 16,6 7-16,5 7 16,11 4-16,4 6 15,10-1-15,9 4 16,10 1-16,16-3 15,10-7 1,7-14-16,9-9 16,11-13-16,6-16 15,6-17-15,12-16 16,5-19-16,5-16 16,5-15-16,3-12 15,1-12-15,-3-8 31,-3-8-31,-6 0 0,-11 1 0,-9 0 16,-13 1-16,-16 2 16,-14 16-16</inkml:trace>
  <inkml:trace contextRef="#ctx0" brushRef="#br0" timeOffset="-143213.72">3822 7779 0,'-35'-26'0,"-16"-15"15,-8-2-15,4 4 16,2 5-16,-1 7 15,1 10 1,-1 10-16,-2 12 16,-2 12-16,-1 13 15,-2 8-15,4 12 16,-1 6-16,-1 8 16,2 4-16,2 6 15,4 3-15,3 3 16,2-4-16,3-5 15,4-7 1,5-10-16,8-12 16,2-12-1,5-11-15,1-10 0,3-8 0,3-7 16,4-7-16,0-6 16,3-6-16,4-1 15,0 1-15,1 4 16,-2 5-16,-5 5 15,-2 4-15,-3 4 16,-3 8-16,-1 7 16,-1 5-16,1 1 15,3-3-15,4-6 16</inkml:trace>
  <inkml:trace contextRef="#ctx0" brushRef="#br0" timeOffset="-141680.81">3929 10942 0,'-7'29'0,"-3"17"16,3 9-16,0 7 15,5 6-15,0 8 16,4 6-16,0 7 16,0 7-1,-4 5 1,-5 4-16,-2-4 0,-7-1 0,-4-6 15,-5-5-15,-2-12 16,-5-9 0,-4-11-16,0-12 0,-3-12 15,-2-11-15,0-10 16,-3-8 0,-1-10-16,-1-9 15,-2-10-15,-2-11 16,0-10-16,0-8 15,-1-10-15,2-7 16,4-7-16,3-4 16,2-3-16,3 1 15,3 2-15,3 3 16,2 5-16,5 5 16,5 10-16,2 9 15,2 11-15,6 11 31,-1 10-31,7 8 0,3 10 0,-2 6 16,2 11-16,2 11 16,-2 8-16,0 4 15,-3 2-15,-1-2 16,-5-2-16,4-11 16,0-8-16,3-8 15,2-11-15,-2-1 16,1-12-16,4-9 15,-3-5-15,5-3 16,1-1-16,2 2 16,4 5-16,0 10 15,2 6-15,0 6 16,2 7-16,7 9 16,2 8-16,2 6 15,-4-6-15</inkml:trace>
  <inkml:trace contextRef="#ctx0" brushRef="#br0" timeOffset="-138280.04">7745 12737 0,'22'-16'15,"15"-15"-15,10-9 16,6-9-16,9-6 15,5-5-15,9 0 16,7-3-16,2 4 16,4 0-16,4 3 15,0 4 1,-5 5-16,-5 6 0,-10 6 16,-3 6-1,-8 5-15,-16 8 16,-17 7-16,-14 6 0</inkml:trace>
  <inkml:trace contextRef="#ctx0" brushRef="#br0" timeOffset="-137931">7580 12841 0,'42'18'0,"22"-2"16,12-16-16,0-15 15,2-11-15,5-8 16,5-8 0,8-7-16,4-5 0,3-3 15,5-2-15,3-4 16,1-3-16,-11-1 16,-14 0-16,-12 1 15,-20 17-15</inkml:trace>
  <inkml:trace contextRef="#ctx0" brushRef="#br0" timeOffset="-137823.39">9302 11936 0,'-29'49'0,"-19"12"16,5-10-16</inkml:trace>
  <inkml:trace contextRef="#ctx0" brushRef="#br1" timeOffset="-61228.09">24886 4209 0,'0'0'0,"0"0"16,0 0-16,0 0 15,0 0-15,0 0 16,0 0-16,0 0 0,0 0 15,0 0-15</inkml:trace>
</inkml:ink>
</file>

<file path=ppt/ink/ink9.xml><?xml version="1.0" encoding="utf-8"?>
<inkml:ink xmlns:inkml="http://www.w3.org/2003/InkML">
  <inkml:definitions>
    <inkml:context xml:id="ctx0">
      <inkml:inkSource xml:id="inkSrc0">
        <inkml:traceFormat>
          <inkml:channel name="X" type="integer" max="32767" units="cm"/>
          <inkml:channel name="Y" type="integer" max="32767" units="cm"/>
          <inkml:channel name="T" type="integer" max="2.14748E9" units="dev"/>
        </inkml:traceFormat>
        <inkml:channelProperties>
          <inkml:channelProperty channel="X" name="resolution" value="375.81143" units="1/cm"/>
          <inkml:channelProperty channel="Y" name="resolution" value="655.20898" units="1/cm"/>
          <inkml:channelProperty channel="T" name="resolution" value="1" units="1/dev"/>
        </inkml:channelProperties>
      </inkml:inkSource>
      <inkml:timestamp xml:id="ts0" timeString="2021-06-24T07:37:52.313"/>
    </inkml:context>
    <inkml:brush xml:id="br0">
      <inkml:brushProperty name="width" value="0.05292" units="cm"/>
      <inkml:brushProperty name="height" value="0.05292" units="cm"/>
      <inkml:brushProperty name="color" value="#FFFF00"/>
    </inkml:brush>
    <inkml:brush xml:id="br1">
      <inkml:brushProperty name="width" value="0.05292" units="cm"/>
      <inkml:brushProperty name="height" value="0.05292" units="cm"/>
      <inkml:brushProperty name="color" value="#FFC000"/>
    </inkml:brush>
    <inkml:brush xml:id="br2">
      <inkml:brushProperty name="width" value="0.05292" units="cm"/>
      <inkml:brushProperty name="height" value="0.05292" units="cm"/>
      <inkml:brushProperty name="color" value="#92D050"/>
    </inkml:brush>
    <inkml:brush xml:id="br3">
      <inkml:brushProperty name="width" value="0.05292" units="cm"/>
      <inkml:brushProperty name="height" value="0.05292" units="cm"/>
      <inkml:brushProperty name="color" value="#00B0F0"/>
    </inkml:brush>
    <inkml:brush xml:id="br4">
      <inkml:brushProperty name="width" value="0.05292" units="cm"/>
      <inkml:brushProperty name="height" value="0.05292" units="cm"/>
      <inkml:brushProperty name="color" value="#FFFFFF"/>
    </inkml:brush>
    <inkml:brush xml:id="br5">
      <inkml:brushProperty name="width" value="0.05292" units="cm"/>
      <inkml:brushProperty name="height" value="0.05292" units="cm"/>
      <inkml:brushProperty name="color" value="#002060"/>
    </inkml:brush>
    <inkml:brush xml:id="br6">
      <inkml:brushProperty name="width" value="0.05292" units="cm"/>
      <inkml:brushProperty name="height" value="0.05292" units="cm"/>
      <inkml:brushProperty name="color" value="#FF0000"/>
    </inkml:brush>
  </inkml:definitions>
  <inkml:trace contextRef="#ctx0" brushRef="#br0">17728 2202 0,'0'0'0,"0"0"16,0 0-16,23-31 15,18-15-15,16-11 16,14-5-16,16-5 15,11 3-15,7-1 16,5 3-16,0 2 16,-3 8-16,-3 6 15,-7 6-15,-11 7 16,-11 6-16,-13 8 16,-15 7-16,-11 8 15,-11 7-15,-14 2 31,-11-5-31,-1 11 0,-4 1 0</inkml:trace>
  <inkml:trace contextRef="#ctx0" brushRef="#br0" timeOffset="500.57">19677 1213 0,'15'-37'16,"7"-18"-16,-4-3 15,-9 7 1,-6 10-16,-9 7 16,-9 11-16,-9 11 15,-5 14-15,-6 6 16,-2 7-16,6 3 15,6 5-15,7 7 16,6 8-16,9 9 16,10 6-16,10 5 15,8-2-15,9-3 16,8-4-16,2-2 16,1-4-16,-7-1 15,-8 0-15,-13-3 16,-16-2-1,-18 0-15,-15-2 16,-15-1-16,-17-1 16,-11 0-16,-10-3 15,-3-4-15,4-8 16,6-12-16,14-10 16,15-13-16,13-10 15,17-9-15,16-6 16,14-7-16,9-4 15,4-2-15,-4 11 16</inkml:trace>
  <inkml:trace contextRef="#ctx0" brushRef="#br0" timeOffset="1233.96">19727 1175 0,'10'22'16,"2"19"-16,2 14 15,-2 12-15,0 1 16,0-5-16,2-11 16,2-15-16,3-12 15,1-9 1,1-10-16,-3-6 15,-3-10-15,3-6 0,-3-10 16,-2-8-16,0-2 16,-2-7-16,-2-1 15,-3 2-15,-1 10 16,-1 13-16,-4 19 16,4-1-16,0 19 15,3 14-15,2 8 16,2-1-16,5-4 15,7-10-15,5-11 16,6-12 0,2-10-16,1-8 15,2-11-15,-4-7 16,-2-6-16,-6-8 16,-7-6-16,-7 1 15,-6 0 1,-7 1-16,-5 3 0,-5 5 15,-5 5-15,-4 6 16,-2 8-16,1 11 16,2 8-16,2 9 15,3 6-15,2 11 16,2 8-16,4 13 16,5 11-16,4 15 15,5 17-15,1 16 16,4 15-16,2 13 15,0 7 1,3-6-16,-1-7 0,-3-11 16,-4-9-16,-5-9 15,-6-9 1,-4-9-16,-6-12 16,-7-10-16,-4-15 15,-6-19-15,-8-26 16,-3-21-1,7-1-15</inkml:trace>
  <inkml:trace contextRef="#ctx0" brushRef="#br0" timeOffset="1466.69">20156 1446 0,'48'-65'16,"19"-11"-16,-2 23 16,-12 32-16,-11 32 15,-12 29-15,-13 23 16,-7 16-16,-9 5 16,-10-5-16,-9-13 15,-3-17-15,4-17 16</inkml:trace>
  <inkml:trace contextRef="#ctx0" brushRef="#br0" timeOffset="2051.21">20471 1633 0,'28'-27'0,"12"-13"16,2-2-16,-3 1 16,-1 0-16,-3 3 15,-8-3-15,-6 0 16,-7-1-16,-5 4 15,-7 4-15,-7 5 16,-3 9-16,-2 8 31,-3 14-31,-2 14 0,0 16 0,2 20 16,2 11-16,6 2 16,7-7-16,8-10 15,10-13-15,7-14 16,2-13-16,2-11 15,-2-7-15,-7-5 16,-4-7 0,-6-8-16,-6-5 15,-3-3-15,-1-4 16,4 3-16,5 3 16,2 8-16,5 9 15,3 13-15,3 12 16,1 14-16,1 16 15,1 14-15,-4 11 16,-1 0 0,-7-4-16,-5-7 0,-10-7 15,-7-8-15,-8-9 16,-6-14-16,2-14 16,-2-17-16,8-20 15,6-22-15,10-13 16,7-4-1,11 3-15,10 7 16,8 13-16,2 11 16,4 14-16,6 8 15,1 2-15,1 6 16,-3-4-16,-13 2 16</inkml:trace>
  <inkml:trace contextRef="#ctx0" brushRef="#br0" timeOffset="2600.73">21726 903 0,'0'0'16,"-7"32"-16,-3 30 16,-1 19-16,5 17 15,6 12-15,4-6 31,6-18-31,4-25 0,9-23 16,5-21-16,3-18 16,4-13-16,-1-16 15,4-16-15,-3-15 16,3-13-16,-4-9 16,-6-6-16,-6 0 15,-11 5-15,-13 9 16,-10 13-16,-12 15 15,-12 14-15,-11 15 16,-6 10-16,-1 7 16,2 5-1,4 6-15,7 8 16,9 5-16,13 5 0,13 5 16,13 3-16,13 2 15,14-1-15,9 5 16,8 6-1,5 5-15,0 7 16,1 5 0,-5 8-16,-7 5 0,-11 0 15,-7-4-15,-6-10 16,-7-14-16,-3-16 16,-2-17-16,-4-17 15,0-19-15,-1-17 16,-2 1-16</inkml:trace>
  <inkml:trace contextRef="#ctx0" brushRef="#br0" timeOffset="3616.79">22275 1032 0,'0'0'15,"0"0"-15,0 0 16,2 34-16,4 22 15,3 13-15,4 3 16,1-6-16,2-17 16,0-16-16,0-15 15,-2-12-15,0-11 32,-2-13-32,-2-9 0,-1-9 0,-1-11 15,3-8-15,-2 0 16,-2 5-16,-2 6 15,-2 13 1,-1 14-16,2 17 16,1 16-16,1 19 15,2 16-15,0 8 16,2 5-16,1-10 16,1-9-16,3-13 15,3-11-15,-1-10 16,-2-9-16,0-9 15,0-8-15,-2-12 16,3-11-16,-1-10 16,-4-6-16,-1-3 15,-4 5 1,-4 7-16,-2 15 0,0 30 16,-2-3-16,-2 26 15,1 18-15,1 12 16,5 5-1,3-5-15,8-11 0,7-14 16,5-14 0,4-9-16,5-12 15,-2-7-15,-4-8 16,-5-4-16,-7-5 16,-7-4-16,-5-3 15,-3 0-15,-1 4 16,1 5-16,3 6 15,3 8-15,2 13 16,5 9-16,4 10 16,0 10-16,-1 5 15,0 5 1,-5 1-16,-3-1 16,-7-5-16,-8-4 15,-12-2-15,-9-1 16,-4-7-16,-3-5 15,-3-9-15,5-14 16,0-15-16,5-16 16,9-13-16,9-10 15,13-8-15,12-3 16,11 2-16,8 8 16,4 8-16,2 7 15,2 8-15,1 11 16,-4 9-1,-6 9-15,-4 12 0,-5 14 16,-3 17-16,-7 21 16,-5 21-16,-3 19 15,-2 13 1,0 5-16,1-13 16,0-17-16,1-24 15,5-22 1,-5-23-16,-4-12 0,-9 7 15,-4 3-15</inkml:trace>
  <inkml:trace contextRef="#ctx0" brushRef="#br0" timeOffset="3800.41">23177 942 0,'11'-28'16,"6"-8"-16,6 0 15,7 8-15,5 9 16,2 8-16,-4 11 16,-4 11-16,-8 10 15,-7 7-15,-9 4 16,-4-7-16</inkml:trace>
  <inkml:trace contextRef="#ctx0" brushRef="#br0" timeOffset="4133.82">23599 1001 0,'0'0'0,"0"0"16,0 0-16,0 0 16,-2 30-16,1 14 15,1 1-15,6-10 16,4-10-16,4-11 15,2-12-15,-2-7 16,-7-4-16,-5-4 16,-3-4-16,-2-4 15,2-2-15,-2-1 16,4 0-16,1 3 16,1 6-16,2 7 15,5 7-15,1 6 16,2 6-16,0 4 15,-4 2 1,-2 0-16,-3-3 0</inkml:trace>
  <inkml:trace contextRef="#ctx0" brushRef="#br0" timeOffset="4483.64">23612 1639 0,'-61'12'0,"-31"5"15,-11-1-15,-12 0 16,-9 0-16,-29-1 15,-20 6-15,12-19 16,-1 4 0,-16 4-16,-13-1 15,-13 1-15,-16 9 0,-15 4 16,-10-10 0,-13-3-16,-12 12 15,2-8-15,2-3 16,-3 3-16,3 4 15,60-2-15</inkml:trace>
  <inkml:trace contextRef="#ctx0" brushRef="#br0" timeOffset="6533.7">4705 774 0,'-16'-19'0,"-8"-11"15,2-3-15,4 2 16,8 1-16,2 0 16,1 2-16,3-2 15,3 6-15,6-1 16,5 5-16,7 1 15,5 3-15,9 7 16,5 10-16,2 6 16,2 10-16,-2 13 15,-2 13 1,-5 15-16,-8 14 0,-7 13 16,-8 2-16,-7-4 15,-8-7-15,-8-6 16,-8-3-16,-6-2 15,-9-3-15,-3-6 16,-2-5 0,0-14-16,-2-16 0,0-18 15,11-6-15</inkml:trace>
  <inkml:trace contextRef="#ctx0" brushRef="#br0" timeOffset="7100.24">4762 1019 0,'0'0'0,"0"0"16,0 0-16,23-4 15,16-9-15,7-6 16,11-11-16,4-10 16,3-6-16,0-3 15,-4-1-15,-9 0 16,-7 3-16,-11 2 15,-11 0 1,-8 5-16,-11 5 0,-6 9 16,-6 9-16,-6 6 15,-2 8-15,-2 8 16,2 8-16,-2 10 16,1 12-16,4 8 15,0 13-15,4 16 16,8 15-16,3 14 15,5 13-15,4 0 16,6-13-16,7-20 16,1-22-16,3-21 15,-2-15-15,2-13 16,-3-13-16,2-10 16,1-14-16,4-14 15,0-11-15,-1-11 16,-2-5-16,1 1 15,-3 5-15,-3 11 16,-8 17-16,-3 17 31,-5 17-31,-5 16 0,-5 17 0,0 14 16,4 11-16,4 4 16,7-4-16,5-14 15,4-23-15,-5-14 16</inkml:trace>
  <inkml:trace contextRef="#ctx0" brushRef="#br0" timeOffset="7283.77">5789 464 0,'-23'42'0,"-6"23"16,12 8-16,15 4 16,9-1-16,9-2 15,0-17-15</inkml:trace>
  <inkml:trace contextRef="#ctx0" brushRef="#br0" timeOffset="8550.51">6086 1162 0,'0'0'0,"-9"-23"0,-5-15 16,0-9-1,3-3-15,1 2 16,-3 3-16,-1 6 16,0 10-1,-3 16-15,-1 19 0,-2 16 16,-2 16-16,2 13 15,3 9-15,10 2 16,9-6-16,7-13 16,14-17-16,8-15 15,4-15-15,2-10 16,0-11-16,-4-5 16,-4-4-16,-6-3 15,-6 2-15,-5 9 16,-5 8-16,-7 18 15,0 10-15,-5 23 16,-5 22-16,-3 24 16,-2 16-16,1 14 15,1 2-15,2-7 16,1-18 0,-1-19-16,-5-20 0,1-16 15,-2-17-15,-1-12 16,-2-16-16,-1-14 15,6-13-15,4-13 16,3-10-16,5-7 16,7-1-16,6 7 15,6 5-15,9 3 16,8 1-16,7-5 16,8-3-1,4-3-15,2-2 16,-1 1-16,-4 6 15,-7 1-15,-5 1 16,-5 5-16,-7 7 16,-5 13-16,-5 14 15,-15 21-15,6 1 16,-2 24-16,-4 17 16,-3 19-16,-1 11 15,1 6 1,5 0-16,0-10 0,3-12 15,2-12-15,3-9 16,-1-12-16,-1-8 16,-8-15-16,0 0 15,5-2-15,1-14 16,2-13-16,-1-10 16,1-5-16,4 1 15,2 9-15,-1 12 16,-1 15-16,2 12 15,0 14-15,1 12 16,2 11 0,7-1-16,2-5 0,3-12 15,2-13-15,1-12 16,3-12-16,-2-11 16,2-10-16,-4-6 15,-4-5 1,-7-8-16,-6-7 15,-1-2-15,-3 0 16,-5-2-16,-8 2 16,-5 11-16,-2 12 15,-1 14-15,4 14 16,-3 14-16,0 20 16,2 15-16,-1 12 15,4 16-15,5 8 16,7 0-16,7-10 15,7-14-15,4-14 16,3-13-16,-1-11 16,-3-7-16,-2-5 15,-4-7-15,-4-5 16,-3-7-16,-3-6 16,-4-3-16,-2 0 15,0-2-15,-1 8 16,-1 7-16,-1 6 15,0 11-15,3 9 16,3 14-16,4 7 16,4 4-16,1-5 15,4-18-15,3-4 16,-5-2-16</inkml:trace>
  <inkml:trace contextRef="#ctx0" brushRef="#br0" timeOffset="9883.87">7379 677 0,'-23'9'0,"-4"4"16,5 0-16,11 1 16,9 0-16,9-4 15,5 1-15,3-2 16,2-5-16,1-4 15,2 0-15,4-4 16,-1-1 0,3-2-16,1 2 0,0-2 15,-6-3-15,-9 2 16,-6-1-16,-7-1 16,-4 1-16,-3 0 15,-2 1-15,-1 3 16,0 7-16,-1 6 15,1 11-15,-1 14 16,2 13-16,4 10 16,6 8-16,4 1 15,7 0-15,2-5 16,-2-9-16,-2-12 16,-6-9-16,-5-6 15,-5-6-15,-6-4 16,-7-4-1,-3-6-15,-3-5 0,1-6 32,-3-7-32,5-6 0,3-10 15,7-8-15,7-7 16,10-6-16,5-1 16,5-3-16,5 2 15,7 0-15,2 3 16,3 7-16,-2 0 15,-2 4-15,-1 5 16,-5 9-16,-3 2 16,-4 3-16,-2 3 15,-3 1-15,0 4 16,-2 0-16,0 2 16,0 1-16,0 3 15,0-2-15,-3 0 16,2 1-16,-2-1 15,0 0-15,-1-1 0,-3 1 16,0 1-16,3-2 16,-1 0-1,0 1-15,-2-1 0,0-2 16,2-1-16,-1 0 16,-1 2-16,0 2 0,0 8 15,-2-5-15,2 5 16,0 0-16,1 4 15,2 10-15,1 8 16,1 9-16,-1 16 16,1 14-16,-1 16 15,0 15-15,0 12 16,-1 5-16,-3-6 16,-2-15-16,-2-16 15,-3-17 1,-1-12-16,-4-12 0,-2-15 15,1-11 1,1-13-16,4-12 16,0-17-16,4-15 15,4-14-15,4-8 16,3 0-16,5 9 16,2 16-16,1 16 0,1 16 15,4 12-15,2 13 16,2 13-16,4 8 15,2 4-15,2 2 16,3-8 0,3-7-16,2-11 15,0-12-15,-4-11 16,-3-8-16,-5-7 16,-6-7-16,-2-9 15,-7-6-15,-4-4 16,0-7-16,-4-5 15,-6 1-15,-3 5 16,-3 12-16,-2 15 31,1 15-31,1 14 0,1 17 0,-1 18 16,1 19-16,3 17 16,4 18-1,5 10-15,4-1 16,7-7-16,9-22 15,4-25-15,-2-23 16,-8-13-16</inkml:trace>
  <inkml:trace contextRef="#ctx0" brushRef="#br0" timeOffset="10067.29">8059 748 0,'2'-12'0,"10"-5"0,16 2 16,16 2-16,15 1 15,14 4-15,6 1 16,-3-5-16,-14 1 16</inkml:trace>
  <inkml:trace contextRef="#ctx0" brushRef="#br0" timeOffset="10400.17">8855 399 0,'-1'40'0,"-1"23"15,5 8 1,1-8-16,2-11 16,2-11-16,2-10 15,-3-11-15,-2-7 0,-5-13 16,7-1 0,2-21-16,10-15 0,11-15 15,13-14 1,10-3-16,6 7 15,-4 11-15,-7 15 16,-14 12-16,-18 9 0,-8 6 16</inkml:trace>
  <inkml:trace contextRef="#ctx0" brushRef="#br0" timeOffset="10683.29">8994 406 0,'-8'-4'15,"0"3"-15,3 11 0,5 14 16,1 13-16,3 10 16,2 7-16,4-1 15,0-3 1,2-11-16,1-13 15,6-12 1,4-16-16,7-17 0,14-20 16,17-15-16,18-11 15,12 3-15,-1 15 16,-21 15-16</inkml:trace>
  <inkml:trace contextRef="#ctx0" brushRef="#br0" timeOffset="91134.03">5115 7896 0,'0'0'0,"0"0"15,0 0-15,0 0 16,0 0-16,0 0 15,0 0-15,8 25 16,4 19-16,-2 14 16,-3 11-1,-2 9-15,0 11 0,-7 15 16,-1 12-16,-4 9 16,-4 7-16,2 0 15,-2-2-15,4-10 16,2-11-1,2-15-15,3-25 16,-1-25-16</inkml:trace>
  <inkml:trace contextRef="#ctx0" brushRef="#br0" timeOffset="92150.12">5146 7896 0,'0'0'16,"-7"-9"-16,0-4 15,10 1-15,6 2 16,7 2-16,8 4 16,9 2-16,6 2 15,7 1-15,6 0 16,7 1-16,4-1 15,0-2 1,2 0-16,4-1 16,0 0-16,-1-2 0,-2 1 15,-1 1-15,-5-4 16,-6 3-16,-5 0 16,-9 2-16,-5-2 15,-6 2-15,-5-1 16,-3 2-16,-4 0 15,-3 1-15,-4-2 16,-10 1-16,0 0 16,0 0-16,0 0 15,7 3-15,1 4 16,-4 2-16,-2 5 16,-1 7-16,1 7 15,-1 9-15,-1 7 16,2 12-16,-1 5 15,-3 6 1,0 3-16,2 0 16,4 2-16,-2-1 15,2 0-15,-2 0 16,3 2-16,-3-2 16,3-3-16,-4-1 15,-2-5-15,1-4 16,0-3-16,-2-4 15,-1-4-15,-2-5 16,1-6 0,-5-5-16,1-6 0,1-3 15,-3-3-15,3-4 16,-3-3-16,-4-4 16,0-2-16,-2-3 15,0-1-15,-4-2 16,-4 0-16,-3 0 15,-4-4-15,-5 1 16,-5 1-16,-6 1 16,-3 2-16,-4 0 15,-7 2 1,-2 2-16,-3 1 16,-2 3-16,-1 0 15,3-1-15,1-2 16,3-1-16,6-1 15,1-2-15,3 1 16,6 0-16,5-1 16,2-1-16,9-1 15</inkml:trace>
  <inkml:trace contextRef="#ctx0" brushRef="#br0" timeOffset="92799.78">5436 9716 0,'0'0'16,"0"0"-16,-14-4 16,-4-2-16,0-1 15,2 1-15,0 4 16,-2 6-16,-1 7 15,0 7-15,-4 10 16,1 10-16,0 7 16,3 9-16,2 8 15,6 4 1,7 3-16,8-3 16,7-7-16,7-14 15,8-13-15,5-14 16,1-14-16,2-8 15,1-8-15,0-7 16,1-6-16,-1-6 16,-4 0-16,0-1 15,-6-2-15,-4 3 16,-5 1-16,-5 4 16,-4 5-16,-4 7 15,-3 4-15,0 10 16,-3 1-16,-3 14 15,-2 13-15,1 13 16,0 15-16,1 11 16,4 8-16,2 8 15,7 2-15,0-7 16,-3-19-16</inkml:trace>
  <inkml:trace contextRef="#ctx0" brushRef="#br0" timeOffset="93350.2">7019 7856 0,'0'0'15,"6"23"-15,1 15 16,0 17-16,-2 11 15,-3 14-15,-2 12 16,-5 13-16,2 12 16,-5 6-16,0 3 15,1-2-15,3-3 16,2-8-16,3-13 16,-2-13-16,-1-17 15,-3-19-15,0-18 16</inkml:trace>
  <inkml:trace contextRef="#ctx0" brushRef="#br0" timeOffset="94333.59">7126 7896 0,'-6'-11'0,"0"-3"15,3 3-15,4 2 16,8 5-16,5 2 15,9 1-15,9 1 16,10 0-16,9-3 16,5-1-16,5-2 15,5-1-15,7-1 16,2-2-16,2 0 16,4 0-16,-1 1 15,-3 2-15,-2-2 16,-5 2-16,-5 3 15,-5 0 1,-6 1-16,-6 2 16,-7 0-16,-8 2 15,-6 1-15,-7 1 16,-3 1-16,-5 0 16,-2 1-16,-3-1 15,-2 3-15,-1 3 16,-2 4-1,-2 6-15,-1 3 0,-1 6 16,-1 7-16,1 6 16,0 7-16,4 12 15,0 8-15,-1 2 16,1 2-16,1-1 16,1-1-16,-2-3 15,-2-2-15,0-3 16,0 0-16,-2-4 15,-1-5-15,1-4 16,-2-6 0,1-6-16,0-7 15,0-5-15,-1-4 16,1-5-16,1-4 16,-2-3-16,1-1 15,-2-4-15,0-2 0,-2 0 16,-3-2-16,0-1 31,-2 0-31,-4-4 0,-3 3 0,-4-3 16,-3 3-16,-6 1 15,-6 4 1,-6 2-16,-6 2 0,-5 4 16,-6 4-16,-8 3 15,-1 4 1,-5 0-16,0-2 15,1 1-15,4-3 16,2-1-16,3-1 16,3-3-16,4-2 15,5-3-15,5-2 16,6-2-16,1-5 16,6-3-16,8 0 15</inkml:trace>
  <inkml:trace contextRef="#ctx0" brushRef="#br0" timeOffset="95083.17">7524 9618 0,'0'0'16,"-16"-3"-16,-5-4 31,0-2-31,2 1 0,2 7 0,-2 5 15,1 7-15,-1 10 16,-1 12-16,-2 9 16,2 10-16,5 3 15,5 4-15,6-2 16,8-4 0,7-4-16,10-8 15,7-11-15,5-9 16,2-15-16,0-11 0,0-8 15,-2-9 1,-1-4-16,0-2 16,-2-3-16,-2 1 15,1 3-15,-2 3 16,-2 2-16,0 7 16,-5 5-16,-3 5 15,-2 4-15,-2 6 16,-7 7-16,-5 7 15,-4 6-15,-8 6 16,-6 4-16,-5 5 16,-5-1-16,-1-1 15,-1-5-15,4-8 16,2-7-16,6-9 16,5-7-16,7-12 15,10-10-15,8-6 16,7 0-16,9 2 15,4 2-15,5 2 16,4 8-16,3 8 16,1 7-16,5 10 15,-1 4-15,-3 2 16,-2-3-16,-2-7 31,-10-4-31</inkml:trace>
  <inkml:trace contextRef="#ctx0" brushRef="#br0" timeOffset="95483.6">9044 7863 0,'0'0'15,"1"31"-15,2 23 16,0 16-16,-1 14 16,2 12-16,0 8 15,-2 6 1,-1 6-16,1-1 0,-2-6 16,0-10-16,2-12 15,5-12 1,-2-13-16,-1-18 15</inkml:trace>
  <inkml:trace contextRef="#ctx0" brushRef="#br0" timeOffset="96300.03">9201 7837 0,'0'0'15,"0"0"-15,14-16 16,10-6-16,6 5 15,8 5-15,7 3 16,7 1 0,7 3-1,3 0-15,6 4 0,4-2 0,-1 3 16,4-1 0,0 0-16,-2-1 15,-4-3-15,-6 3 16,-7 1-16,-6 3 15,-7 0-15,-7 2 16,-8-2-16,-4 2 16,-6-2-16,-4 2 15,-5 0-15,-9-4 16,7 5-16,-4 3 16,-3 4-16,-3 6 15,0 4-15,-1 5 16,-2 7-16,0 6 15,1 7-15,2 9 16,1 9 0,1 7-16,2 5 15,1-1-15,0-2 0,0-1 16,1-1-16,-1-5 16,-1-3-1,1-5-15,-4-2 16,-2-9-16,-1-5 15,-3-8-15,-3-5 16,1-5-16,-2-5 16,-4-3-16,-3-6 15,-4 0-15,-5-2 16,-5-2-16,-6 0 16,-7-2-16,-3-2 15,-7 0-15,-6-1 16,-8 1-16,-4-2 15,-2 0-15,-1 2 16,3 3-16,4 1 16,8 4-16,7 1 31,5-1-31,14-4 0</inkml:trace>
  <inkml:trace contextRef="#ctx0" brushRef="#br0" timeOffset="97052.54">9491 9580 0,'-17'-5'16,"-5"-3"-16,0 1 16,1 2-16,4 7 15,-2 8-15,-3 10 16,2 13-16,0 12 15,3 6-15,3 8 16,3 5-16,6-3 16,7-6-16,6-12 15,7-13-15,4-11 16,4-12-16,4-12 16,1-9-16,3-7 15,-2-11-15,1 1 16,1-1-16,0 5 15,-3 10 1,-5 6-16,-1 7 16,-4 4-16,-2 5 15,-5 8-15,-1 7 0,-3 3 16,-7 5-16,-6 0 16,-1-2-1,0-3-15,2-7 16,1-5-16,4-11 0,0 0 15,0 0-15,5-1 16,8-6 0,4-1-16,2 2 15,4 2-15,-2 4 16,1 5-16,0 4 0,-3 4 16,-5 4-1,-4 5-15,-8 6 16,-11 5-16,-8 4 15,-8 7-15,-6 5 16,-7 0-16,-2-2 16,-3-8-16,-1-9 15,2-12-15,2-14 16,4-18-16,8-2 16</inkml:trace>
  <inkml:trace contextRef="#ctx0" brushRef="#br0" timeOffset="97450.31">10923 7830 0,'0'0'0,"0"0"16,0 0-16,3 41 15,2 31-15,-1 21 16,-1 13-16,1 13 16,-2 11-16,-1 5 15,1-2-15,3-12 16,-2-12-16,1-17 16,-3-15-16,0-24 15</inkml:trace>
  <inkml:trace contextRef="#ctx0" brushRef="#br0" timeOffset="98250.03">11087 7733 0,'0'0'0,"12"-11"16,9-3-16,7 4 15,7 2-15,6 4 16,9 0-16,4 1 31,5-2-31,5 0 0,2-1 0,2 0 16,1 3-1,-1 0-15,-2 0 16,-5 3-16,-5 1 16,-7 2-16,-6 0 15,-5 2-15,-10 1 16,-5 2-16,-2 0 15,-4-1-15,-3 1 16,-3 2-16,-4 1 16,-2 1-16,-2 3 15,-1 4-15,-3 2 16,0 6-16,-1 10 16,-1 5-16,0 12 15,2 8-15,1 9 16,2 4-1,0-2-15,-2-5 0,1-4 16,1-4 0,2 1-16,-2-2 15,-1-2-15,-1-4 16,-3-5-16,0-6 16,-4-7-16,-5-5 15,-2-5-15,-5-4 16,-1-5-16,-4-4 15,-8-4-15,-3-2 16,-2-5-16,-5-1 16,-3-3-16,-4 1 15,-6 2-15,-5 2 16,-4 1-16,-1 4 16,-1 0-16,0 3 15,-1 0-15,4 1 16,2 2-16,5-3 15,12-1-15</inkml:trace>
  <inkml:trace contextRef="#ctx0" brushRef="#br0" timeOffset="98934.56">11301 9438 0,'-18'-23'0,"-9"-6"0,1 4 16,-1 13-16,0 17 16,-1 19-1,-3 20-15,0 19 16,0 14-16,5 13 16,8 6-16,9 1 15,14-10-15,9-20 16,6-22-16,5-16 15,6-16-15,3-13 16,1-8-16,2-8 16,1-8-16,-3-5 15,-4-7-15,-3-5 16,-3 0-16,-5 3 16,-3 4-16,-3 11 31,-3 10-31,-2 13 0,-2 16 15,-1 12-15,-2 9 16,2 0-16,0-4 16,0-10-16,4-11 0,0-7 15,4-7 1,-1-8-16,-2-7 16,0-3-16,-1-4 0,-3 1 15,-3 3-15,-1 4 16,-3 3-16,0 13 15,-3-1-15,0 17 16,-2 22-16,-1 25 16,4 23-16,4 23 15,11 13-15,2 3 16,-2-28 0</inkml:trace>
  <inkml:trace contextRef="#ctx0" brushRef="#br0" timeOffset="99400.11">12588 7843 0,'0'67'15,"2"42"-15,16 33 16,-10 22-16,-8 14 15,1-8-15,3-25 16,5-35-16,0-36 16,-2-30-16,-1-19 15</inkml:trace>
  <inkml:trace contextRef="#ctx0" brushRef="#br0" timeOffset="100117.31">12727 7830 0,'0'0'0,"0"0"15,0 0-15,0 0 16,0 0-16,0 0 16,23-1-16,15 1 15,14 3-15,11-4 16,6-5-16,6-4 16,3-8-16,1-2 15,2-2-15,-1-2 16,-3 3-1,-5 1-15,-7 3 16,-8 4-16,-9 3 16,-8 4-16,-7 4 15,-8 4-15,-7 2 0,-4 3 16,-2 3-16,-4 4 16,-1 3-1,-1 9-15,-1 4 0,0 6 16,-1 7-16,0 11 15,0 10 1,-1 9-16,3 8 16,0 1-16,1-4 15,0-3-15,-1-4 16,-1-3-16,-3-4 16,-3-4-16,-6-7 15,-3-5-15,-2-8 16,-6-4-16,-7-6 31,-4-4-31,-8-5 0,-7-5 0,-5-4 16,-3 0-16,-3-1 15,-2-2-15,1-3 16,-1-1-16,1-1 16,3-3-16,2-1 15,2-1-15,-1 0 16,2-2-16,10 3 15</inkml:trace>
  <inkml:trace contextRef="#ctx0" brushRef="#br0" timeOffset="100834.2">12966 9444 0,'-21'-8'0,"-8"-2"16,-2 1-16,3 3 15,2 8-15,3 7 0,1 12 16,2 11 0,0 15-16,4 12 15,8 13-15,7 11 16,10 2-16,7-8 15,6-13-15,4-19 16,7-14-16,4-12 16,2-9-16,2-9 15,1-8-15,-3-5 16,-2-3-16,-2-7 16,-4-3-16,-9-4 15,-5 0 1,-5 4-16,-5 3 0,-3 6 15,-1 5-15,-3 4 16,0 7-16,-3 3 16,-1 10-16,2 10 15,0 2-15,-1 2 16,3-4-16,4-5 16,4 0-16,1-6 15,6 0-15,4-3 16,2-2-16,4 3 15,3-1-15,-3 1 16,-3 1-16,-5 4 16,-8 7-16,-5 3 15,-7 4-15,-9 6 16,-10 0-16,-4-1 16,-8-6-16,-4-11 15,8-7-15</inkml:trace>
  <inkml:trace contextRef="#ctx0" brushRef="#br0" timeOffset="100983.86">13155 9883 0,'45'-26'0,"20"-10"16,4 3-1,-3 8-15,-5 4 16,-2-1-16,-13 5 15</inkml:trace>
  <inkml:trace contextRef="#ctx0" brushRef="#br0" timeOffset="101350.4">14518 7934 0,'0'53'16,"3"38"-16,3 24 15,1 18-15,-1 12 16,0 1-16,1-6 16,2-15-16,-1-23 15,-2-24-15,-5-26 16,-1-19-16</inkml:trace>
  <inkml:trace contextRef="#ctx0" brushRef="#br0" timeOffset="102083.86">14581 7863 0,'0'0'16,"3"-15"-16,5-5 16,10-2-16,6 5 15,9 3-15,6 3 16,6 1-16,5 0 15,8-1-15,5 1 16,4 0-16,2-1 16,0 1-16,-3 2 15,-3-1-15,-6 3 16,-1 0-16,-5 1 16,-6 3-1,-7 2-15,-4 2 16,-6 0-16,-2 3 0,-5 2 15,-6 3-15,-4 1 16,-2 8-16,-3 4 16,-2 6-16,-3 6 15,-4 9-15,0 11 16,0 11 0,-2 7-16,1 11 15,1 8-15,0 4 16,0-3-16,2-8 15,2-8-15,2-5 16,1-7-16,0-4 16,-2-7-16,2-4 15,-3-10-15,-5-6 16,-3-6-16,-6-2 16,-4-5-16,-3-3 15,-6-4 1,-8-2-16,-1-3 15,-9-2-15,-5-3 0,-7 0 16,-3-1 0,-7 0-16,-3-1 15,1 2-15,-1 2 16,4 3-16,5 2 16,3 3-16,13-1 15</inkml:trace>
  <inkml:trace contextRef="#ctx0" brushRef="#br0" timeOffset="102472.67">14890 9451 0,'-28'1'0,"-13"5"16,2 6-16,4 6 15,2 12-15,3 12 16,2 12-1,2 10-15,6 4 0,6 4 16,11-1-16,6-7 16,11-6-1,9-10-15,9-8 16,4-10-16,4-12 16,2-12-16,2-11 15,-2-8-15,1-7 16,-9 2-16</inkml:trace>
  <inkml:trace contextRef="#ctx0" brushRef="#br0" timeOffset="102767.35">15136 9941 0,'0'0'0,"0"0"16,0 0-16,0 0 16,-10 31-16,-5 21 15,3 8-15,2 6 16,7 3-16,6-1 15,6-10-15,2-14 16,2-15 0,3-13-16,2-11 15,2-10-15,-2-7 16,1-5-16,-5-5 16,-5-3-16,-5 1 15,-7 0-15,-8 0 16,-5 4-16,-5 9 15,-1 8-15,-4 10 16,-1 10-16,5-1 16</inkml:trace>
  <inkml:trace contextRef="#ctx0" brushRef="#br0" timeOffset="103133.45">16290 7850 0,'-3'37'16,"-2"27"-16,3 25 15,2 23-15,5 16 16,1 17-1,3 8-15,-3-8 16,-1-21-16,-3-36 16</inkml:trace>
  <inkml:trace contextRef="#ctx0" brushRef="#br0" timeOffset="103819.96">16429 7721 0,'47'6'0,"24"5"15,8-3-15,0-1 16,-2-6-16,1-2 16,-1-4-16,-1-1 15,0 0-15,-4 0 16,-8 3-16,-6 3 15,-10 4-15,-9 3 16,-8 3-16,-8 3 16,-4 5-16,-7 3 15,-4 3-15,-3 7 16,-5 8-16,-1 7 16,-2 8-16,-1 4 15,-1 5-15,1 6 16,1 4-16,2-2 15,3-2 1,3-5-16,2-6 16,0-8-16,0-6 0,0-9 15,-3-4 1,-2-4-16,-2-4 0,-8 1 16,-6-2-16,-7-3 15,-12 0 1,-8-1-16,-9 1 0,-6-2 15,-10-4 1,-9-1-16,-2-1 16,-4 1-16,1-3 15,4-3-15,6 0 16,8 1-16,12 0 16,10-1-16,11-2 15</inkml:trace>
  <inkml:trace contextRef="#ctx0" brushRef="#br0" timeOffset="104250.42">16763 9470 0,'-25'-9'0,"-11"-2"16,-1 8-16,2 11 15,2 18-15,5 16 16,1 12-16,2 8 16,5 5-1,8-1-15,9-7 16,7-7-16,10-10 16,7-10-16,8-11 15,7-9-15,4-10 16,6-12-16,-1-7 15,-1-10 1,-5-7-16,-10 8 0</inkml:trace>
  <inkml:trace contextRef="#ctx0" brushRef="#br0" timeOffset="104501.69">16990 9599 0,'0'0'0,"0"0"16,0 0-16,0 0 16,0 0-16,0 0 15,0 0-15,26 0 16,7 5-16,0 7 16,-4 11-16,-11 13 15,-8 13-15,-8 12 16,-6 15-16,-8 9 15,-10 2-15,-6-3 16,1-20-16</inkml:trace>
  <inkml:trace contextRef="#ctx0" brushRef="#br1" timeOffset="109118.36">5682 8276 0,'0'0'0,"-19"6"15,-9 1-15,5-2 16,3-1-16,7-5 16,5-2-16,6-6 15,6-8-15,4-6 16,5-11-16,10-9 16,6-10-16,8-10 15,5-5 1,6-6-16,4-4 0,7 0 15,4-1 1,0 3-16,3 5 16,1-1-16,3 3 15,-2 3-15,-2 8 16,0 4-16,-6 9 16,-5 7-16,-5 8 15,-6 7-15,-7 5 16,-1 4-16,-1-1 15,-8 2-15</inkml:trace>
  <inkml:trace contextRef="#ctx0" brushRef="#br1" timeOffset="109700.38">7215 6462 0,'0'0'0,"0"0"15,0 0-15,0 0 16,0 0-16,13 9 16,8-1-16,0-3 15,3-5-15,0-3 16,3-3-16,-2-2 16,-2 0-16,-2 3 15,-1 1 1,-4 3-16,-5 6 0,-1 6 15,-4 7-15,-7 11 16,-6 10 0,-5 9-16,0 6 0,-1 6 15,2 4-15,0-1 16,4-4 0,1-10-16,2-13 15</inkml:trace>
  <inkml:trace contextRef="#ctx0" brushRef="#br1" timeOffset="110100.95">7656 6468 0,'0'0'15,"0"0"-15,0 0 16,0 0-16,0 0 16,0 0-16,20-12 15,8-4-15,3-1 16,0 6-16,-2 7 15,-4 4-15,-2 9 16,-7 10 0,-5 12-16,-7 11 0,-5 9 15,-6 8-15,-2 5 16,-1 5-16,4 2 16,0 1-16,-4-5 15,-1-7-15,5-15 16</inkml:trace>
  <inkml:trace contextRef="#ctx0" brushRef="#br1" timeOffset="110485.23">7776 8030 0,'0'-27'0,"6"-17"0,6-7 16,7-3-16,7-4 15,5 0-15,6-2 16,4-2 0,4 0-16,1 2 15,2-1-15,0 3 16,-2 3-16,-6-1 15,-13 12-15</inkml:trace>
  <inkml:trace contextRef="#ctx0" brushRef="#br1" timeOffset="110900.59">8375 6655 0,'0'0'0,"0"0"0,0 0 16,0 0-16,0 0 16,0 0-16,0 0 15,19-9-15,12-6 16,7-4-16,2 2 15,-2-1-15,-2-1 16,-2 3-16,-3 5 16,-6 3-16,-4 4 15,-6 3-15,-4 7 16,-5 8-16,-5 11 16,-4 10-16,-5 10 15,-3 4-15,0 6 16,-1 2-1,6 2-15,-2-6 0,5-5 16,4-11-16,1-13 16</inkml:trace>
  <inkml:trace contextRef="#ctx0" brushRef="#br1" timeOffset="111203.91">8835 6552 0,'0'0'0,"0"0"16,0 0-16,0 0 15,0 0-15,21-14 16,6-4-16,4-1 15,-1 2-15,0 9 16,-3 7-16,-1 2 16,-2 11-1,-6 9-15,0 11 16,-5 7-16,1 7 16,-1 6-16,-2 2 15,-2-11-15</inkml:trace>
  <inkml:trace contextRef="#ctx0" brushRef="#br1" timeOffset="111536.56">9618 8018 0,'0'0'16,"0"0"-16,0 0 0,-4-22 16,2-16-1,7-15-15,6-5 16,3-7-16,9-3 15,4-1-15,3-3 16,3 3-16,1 2 16,-1 2-16,-2 3 15,-8 14-15</inkml:trace>
  <inkml:trace contextRef="#ctx0" brushRef="#br1" timeOffset="111900.04">9927 6726 0,'0'0'0,"0"0"16,0 0-16,0 0 15,0 0-15,19-13 16,15-9-16,5-2 16,2 0-16,0 2 15,2 5-15,-2 4 16,-3 6-16,-7 8 16,-6 9-16,-5 7 15,-8 10-15,-6 7 16,-4 9-1,-2 6-15,-2 8 16,-4 2-16,-2-1 16,0-13-16</inkml:trace>
  <inkml:trace contextRef="#ctx0" brushRef="#br1" timeOffset="112184.59">10450 6610 0,'9'-13'0,"6"-5"15,7 5-15,2 7 16,3 12-16,1 12 16,-1 16-16,-3 11 15,-5 11-15,-5 6 16,-5-10-16</inkml:trace>
  <inkml:trace contextRef="#ctx0" brushRef="#br1" timeOffset="112883.45">16403 8050 0,'0'0'15,"0"0"-15,0 0 16,0 0-16,0 0 16,0 0-16,0 0 15,0 0-15,0 0 16,13-26-16,7-17 16,9-14-16,7-5 15,11-5-15,6 1 16,2 2-16,2 3 15,1 3-15,-5 6 16,-13 11-16</inkml:trace>
  <inkml:trace contextRef="#ctx0" brushRef="#br1" timeOffset="113266.54">16914 6837 0,'0'0'15,"-10"-5"-15,-1-2 16,7 0-16,8 1 15,9-3-15,11-1 16,10-2-16,11-4 16,9-1-16,3 0 15,5 2 1,-3 6-16,-10 3 0,-5 6 16,-6 10-16,-9 9 15,-10 11-15,-7 12 16,-7 11-1,-4 10-15,-2 8 16,1 3-16,0-5 16,-1-16-16</inkml:trace>
  <inkml:trace contextRef="#ctx0" brushRef="#br1" timeOffset="113550.11">17634 6649 0,'4'-15'0,"9"-3"0,9 3 15,4 12-15,6 14 16,0 14-16,-3 15 16,-3 14-16,-8 17 15,-10 12 1,-4-13-16</inkml:trace>
  <inkml:trace contextRef="#ctx0" brushRef="#br1" timeOffset="127804.37">13761 5344 0,'17'4'16,"8"-1"-16,-2-2 16</inkml:trace>
  <inkml:trace contextRef="#ctx0" brushRef="#br2" timeOffset="141500.81">3254 6997 0,'-19'4'15,"-4"3"-15,0 7 16,6 7-16,2 10 15,1 10-15,1 11 16,-1 10-16,-2 9 16,-3 12-16,-3 7 15,-3 4 1,4 3-16,-6 0 0,1-5 16,2-1-1,2-7-15,6-8 16,4-8-16,4-11 15,4-10-15,2-14 16</inkml:trace>
  <inkml:trace contextRef="#ctx0" brushRef="#br2" timeOffset="142284">1936 8302 0,'-22'-29'15,"-10"-9"-15,0 7 16,4 13-16,1 13 16,2 17-16,-5 9 15,1 13-15,-3 14 16,0 9-16,6 4 15,0 4-15,7-4 16,7-4-16,15-6 16,8-5-16,7-4 15,5-5 1,5 0-16,8-4 0,3-4 16,-1-1-16,-5-4 15,-1-3-15,-10 1 16,-5-3-16,-11 1 15,-12 3-15,-11 0 16,-9 3 0,-9 2-16,-11 0 15,-9 0-15,-6-5 16,-1-5-16,0-5 16,2-8-16,1-7 15,4-6-15,8-5 16,8-7-16,7-2 15,5-5-15,9-3 16,13-2-16,9 3 16,5-1-16,0 7 15</inkml:trace>
  <inkml:trace contextRef="#ctx0" brushRef="#br2" timeOffset="143533.66">2112 8767 0,'0'0'0,"0"0"16,-6-23-1,-5-12-15,-5-1 16,2 3-16,-1 5 0,-3 6 16,1 11-16,0 10 15,-1 13 1,0 17-16,2 14 16,2 13-16,6 10 15,7 8-15,4-3 16,3-12-16,4-20 15,1-15-15,0-14 16,3-12-16,2-11 16,-2-8-16,0-8 15,-4-6-15,2-2 16,0-2-16,-3 1 16,0 3-16,-2 6 15,0 10-15,-7 19 16,10-2-1,-1 13-15,1 11 0,-1 8 16,5 5-16,3 0 16,5-4-16,0-9 15,0-9-15,0-9 16,-1-9-16,-2-10 16,-2-10-16,-2-6 15,-6 0-15,-4-1 16,-2 0-16,-1-2 15,1 2-15,-3 1 16,-2 6-16,4 7 16,-2 7-16,0 11 15,7 3-15,0 11 16,4 10-16,-1 6 16,3 2-16,-2 0 15,1-2-15,-3-3 16,0-6-16,-4-7 0,0-3 31,-5-11-31,0 0 0,4 0 16,-2-10-16,1-8 15,1-8-15,2-8 0,0 0 16,2 3-16,0 8 16,3 8-16,1 9 15,1 9-15,-1 8 16,4 8-1,-1 6-15,-3 4 0,2-3 16,0-6-16,-3-6 16,1-7-16,-4-7 15,2-7-15,-2-7 16,-1-6 0,0-5-16,0-3 15,0-1-15,-2-4 16,0 0-16,3 6 0,-3 9 15,0 9-15,1 11 16,1 12 0,3 9-16,1 3 15,2 1-15,4-2 16,-1-7-16,0-6 16,3-7-16,1-6 0,-4-6 15,-1-6-15,1-7 16,-1-5-16,0-4 15,-1-2-15,-5 0 16,-2 0 0,-4 2-16,-1 0 15,-5 7-15,1 7 0,-3 11 16,1 11-16,-3 11 16,2 10-16,3 7 15,2 2-15,2-4 16,3-8-16,7-6 15,4-6-15,6-4 16,3-8-16,5-6 16,-5-3-16</inkml:trace>
  <inkml:trace contextRef="#ctx0" brushRef="#br2" timeOffset="145366.94">2132 9606 0,'0'0'16,"-15"-12"-16,-7-5 16,1-5-16,0 1 15,0 1-15,1 6 16,2 6-16,-2 8 15,-1 12-15,-2 10 16,2 12-16,1 13 16,7 11-16,1 9 15,5 8-15,7 5 16,7 1-16,6-9 16,8-15-16,3-17 15,4-19-15,0-18 16,4-16-16,-2-15 15,0-11-15,0-8 16,-1-6 0,-1-1-16,-4 2 15,0 5 1,-2 11-16,-2 12 0,-1 14 16,-1 13-16,1 14 15,4 12-15,-1 6 16,4-1-16,-1-9 15,2-8-15,-3-14 16,2-9-16,-5-8 16,-1-5-16,-6-5 15,-5-3-15,-4 0 16,-4-2-16,-4-1 16,-4 1-16,-7 1 15,-4 6-15,-3 8 16,-3 13-16,0 9 15,1 13-15,3 6 16,4 0-16,0-3 16,9-10-16,7-14 15,-2 0 1,8-14-16,6-12 0,3-13 16,4-6-16,0-5 15,-1-2-15,0-1 16,0 0-1,-3 3-15,-2 8 16,-4 6-16,-5 9 0,-3 9 16,-1 6-1,0 12-15,2 2 16,3 15-16,-1 11 0,3 8 16,2 8-16,4 3 15,-1 5 1,4 2-16,2 0 15,-1 0-15,3-5 16,0-7-16,-1-10 16,1-12-16,-3-10 15,-2-10-15,-1-13 16,0-10-16,-3-10 16,0-4-16,1-6 15,-5-2-15,0 3 16,0 9-16,0 10 15,-3 9-15,2 6 16,-1 10-16,2 9 16,0 10-16,2 5 15,0 1-15,3-2 16,0-8-16,2-8 16,3-11-16,-1-7 15,0-6-15,1-8 16,-4-2-16,-1-2 15,-5 2-15,-3 3 16,-1 3-16,-8 5 16,-2 6-16,-6 5 15,-4 4-15,1 3 16,-2 1 0,1-4-16,2-1 0,3-5 15,5-5 1,3-6-16,7-7 15,6-5-15,6 0 16,8 0-16,5 3 16,4 6-16,4 7 15,5 10-15,3 9 16,-1 10-16,-4 9 16,-5 7-16,-6-1 15,-8 0-15,-9-1 16,-6-1-16,-10-3 15,1-7-15,-3-8 16,0-6 0,-1-8-16,-2-10 15,-2-10-15,0-12 16,5-9-16,4-4 16,8-1-16,3 1 0,7 2 15,3 2 1,0-2-16,-7-3 15,-2 0-15,-4 10 16</inkml:trace>
  <inkml:trace contextRef="#ctx0" brushRef="#br2" timeOffset="146033.18">2894 7972 0,'-55'-33'16,"-31"-19"-16,-6-2 16,-2 7-16,1 11 15,3 9-15,1 12 16,0 10-16,2 11 16,3 10-16,-1 9 15,3 9-15,5 9 16,8 7-1,0 10-15,6 6 16,3 11 0,5 11-16,12 11 0,-1 9 15,9 13-15,4 12 16,14 6-16,4 5 16,9 5-16,11 2 15,10 0-15,11-2 16,-3-12-16,21-4 15,7-4-15,13-7 16,1-4-16,10-13 16,12-13-16,12-12 15,2-16-15,6-14 16,6-19 0,6-21-16,-1-20 15,5-22-15,-2-23 16,-2-17-16,0-16 15,-2-14-15,-4-15 16,-6-13-16,-7-13 16,-9-11-16,-13-10 15,-8-5-15,-11 0 16,-15 4-16,-16 3 16,-14 5-16,-14 7 15,-17 8-15,-18 11 16,-16 13-16,-15 14 15,-13 15 1,-13 16-16,-9 14 16,-12 10-16,-10 11 15,20 11-15</inkml:trace>
  <inkml:trace contextRef="#ctx0" brushRef="#br1" timeOffset="162500.07">20453 2982 0,'-11'-26'0,"-3"-8"16,2-1-16,3 3 15,1 6-15,-3 5 16,1 6-16,-2 4 16,2 5-16,-3 6 15,-1 10-15,-3 12 16,-6 12-16,1 14 16,-3 15-16,2 16 15,6 13-15,3 10 16,8-1-1,12-7-15,10-14 16,10-19-16,8-19 0,5-14 16,2-16-16,3-12 15,-1-13-15,-3-11 16,2-6-16,-2-8 16,-5-4-16,-10-11 15,-2-4-15,-3-6 16,-2-4-16,-7-2 15,-7 2 1,-8 4-16,-6 5 16,-6 6-16,-4 9 15,-5 7-15,-1 9 16,-4 9-16,0 8 16,0 9-16,0 7 15,5 9-15,7 6 16,8 5-16,10 0 15,6-2 1,6-5-16,0-5 0</inkml:trace>
  <inkml:trace contextRef="#ctx0" brushRef="#br1" timeOffset="163000.54">21008 2834 0,'-19'-9'0,"-5"0"15,2 2-15,5 4 16,2 9-16,0 7 15,3 11-15,0 17 16,1 15-16,2 16 16,6 14-16,7 2 15,9-2 1,9-20-16,6-19 16,7-19-16,7-12 0,3-9 15,0-10-15,-3-12 16,-2-6-1,-1-9-15,-6-6 16,-5-10-16,-1-6 0,-6-4 16,-4-5-1,-8-5-15,-10-3 16,-5 3-16,-7 9 0,-9 8 16,-8 12-1,-7 12-15,-5 18 16,-2 13-16,-5 11 15,-2 9-15,-6 13 16,10-6-16</inkml:trace>
  <inkml:trace contextRef="#ctx0" brushRef="#br1" timeOffset="163633.68">21588 2723 0,'-7'-9'16,"-5"1"-16,-3 9 16,1 14-16,3 15 0,1 17 15,0 19-15,3 18 16,7 11-16,8-4 16,9-17-1,8-23-15,8-20 16,7-15-16,0-14 15,1-10-15,-3-13 16,-1-9-16,-5-8 16,-3-5-16,-4-4 15,-9-5-15,-7-5 16,-12-1-16,-7 4 16,-4 10-16,-10 11 15,-9 11-15,-7 15 16,-10 17-16,-5 7 15,-6 8-15,-1 12 16,13-3-16</inkml:trace>
  <inkml:trace contextRef="#ctx0" brushRef="#br1" timeOffset="164583.91">19834 2989 0,'-11'-10'0,"-5"0"16,2 7-16,4 11 15,3 14-15,3 18 16,2 20-16,-1 24 15,6 15 1,7 3-16,9-14 16,4-23-16,9-22 0,8-22 15,1-16-15,-1-12 16,-3-7-16,-5-11 16,-5-9-16,-4-7 15,-6-8 1,-3-5-16,-7-6 15,-6-2-15,-7 0 16,-8 4-16,-8 5 16,-5 7-16,-4 7 15,-8 14-15,-7 13 16,-3 13-16,-6 14 16,-5 8-16,1 10 15,13-4-15</inkml:trace>
  <inkml:trace contextRef="#ctx0" brushRef="#br1" timeOffset="165116.6">19563 4009 0,'-19'12'0,"-9"14"31,2 16-31,4 17 0,12 16 16,13 7-16,13-5 15,10-19-15,11-26 16,6-25-16,4-21 16,2-16-16,1-11 15,-6-10 1,-7-7-16,-9-5 0,-5-4 15,-9-2-15,-8 1 16,-9 7-16,-8 6 16,-10 9-16,-9 11 15,-4 13 1,-4 19-16,-4 15 16,2 16-1,4 16-15,3 13 0,8 9 16,8 1-16,10-7 15,3-18-15</inkml:trace>
  <inkml:trace contextRef="#ctx0" brushRef="#br1" timeOffset="165500.99">20150 3873 0,'-13'63'0,"0"32"16,9 5-16,15-18 16,9-23-16,8-26 15,7-19-15,8-19 16,2-15-16,-3-10 15,-7-6-15,-5-7 16,-12-7-16,-8-1 16,-8-1-16,-10 1 15,-9 2-15,-8 6 16,-6 7-16,-6 8 16,-3 12-16,-1 14 31,0 16-31,6 14 0,6 12 0,7 7 15,11 1-15,10-7 16,4-10-16</inkml:trace>
  <inkml:trace contextRef="#ctx0" brushRef="#br1" timeOffset="165867.82">20837 3834 0,'0'35'0,"5"25"15,3 12-15,5 0 16,9-8-16,5-17 16,5-18-16,10-20 15,4-15-15,0-13 16,1-11-16,-4-9 15,-2-10-15,-3-9 16,-6-6-16,-6-5 16,-10-3-16,-11 4 15,-8 10-15,-14 12 16,-9 14 0,-7 17-16,-5 19 0,-2 18 15,-3 18-15,-1 19 16,6 13-16,8 10 15,8 2-15,8-15 16</inkml:trace>
  <inkml:trace contextRef="#ctx0" brushRef="#br3" timeOffset="168817.21">19822 5603 0,'0'0'0,"-10"-10"0,-6-5 15,2 2-15,5 4 16,4 4-16,0 6 16,0 10-16,-2 12 15,0 17-15,1 14 16,1 18-16,4 18 31,1 17-31,9 4 0,9-10 0,7-18 16,5-28-1,3-25-15,4-17 16,1-18-16,-2-12 16,-3-10-16,-4-11 15,-1-7-15,-3-9 16,-5-6-16,-7-8 16,-8-4-16,-7-5 15,-8 1-15,-7 6 16,-7 7-16,-7 11 15,-5 11-15,-3 17 16,0 13-16,-1 15 16,0 15-16,6 12 15,6 11-15,11 7 16,7 1-16,7-10 16</inkml:trace>
  <inkml:trace contextRef="#ctx0" brushRef="#br3" timeOffset="169285.03">20572 5513 0,'-18'43'0,"-3"27"0,7 17 16,11 11-16,14 5 16,9-7-16,3-25 15,6-29-15,3-28 16,1-21-16,5-18 15,1-16-15,-2-7 16,-7-10-16,-5-6 16,-4-3-16,-5-1 15,-5-1 1,-11-1-16,-10 3 16,-7 8-16,-9 14 15,-6 12-15,-4 18 16,-5 18-16,-4 18 15,1 15-15,6 13 16,9 15-16,10 5 16,10-3-16,7-15 15</inkml:trace>
  <inkml:trace contextRef="#ctx0" brushRef="#br3" timeOffset="169700.02">21197 5442 0,'-3'73'0,"1"36"16,9 1-16,10-18 15,7-28-15,5-27 16,6-21-16,3-19 16,2-15-16,-2-14 15,-2-9-15,-4-11 16,-7-6-16,-7-3 16,-11-2-16,-8 0 15,-11 5-15,-9 8 16,-5 9-16,-5 12 15,-2 15-15,-4 17 16,-2 17-16,2 17 16,4 13-16,10 7 15,9-3 1,9-11-16,5-13 16</inkml:trace>
  <inkml:trace contextRef="#ctx0" brushRef="#br3" timeOffset="170050.58">21764 5274 0,'5'49'16,"3"27"-16,3 19 15,3 10-15,3-8 16,8-19-16,2-25 15,6-25-15,6-23 16,3-16-16,-1-15 16,-1-13-16,-4-11 15,-3-8-15,-8-6 16,-6-6-16,-7-2 16,-8 4-1,-11 3-15,-7 8 16,-10 13-16,-7 12 15,-4 19-15,-3 16 16,-2 18-16,1 15 16,4 14-16,8 13 15,5 5-15,10-4 16,6-15-16</inkml:trace>
  <inkml:trace contextRef="#ctx0" brushRef="#br3" timeOffset="170634.09">22578 5106 0,'-16'37'15,"0"24"-15,4 21 16,7 17-16,11 0 16,7-17-16,9-27 15,9-25-15,5-22 16,2-15-16,-1-14 15,-4-12-15,-3-11 16,-3-9-16,-5-12 16,-5-3-16,-5-8 15,-8 0-15,-11 0 16,-7 7-16,-8 11 16,-7 15-16,-7 21 15,-7 19 1,-5 21-16,-2 17 15,-4 12-15,-1 14 16,13-9 0</inkml:trace>
  <inkml:trace contextRef="#ctx0" brushRef="#br3" timeOffset="171367.08">19431 5764 0,'-24'-4'0,"-9"2"15,3 11-15,3 17 16,7 17-16,5 21 15,8 19-15,4 16 16,8-2 0,3-14-16,6-24 15,2-24-15,5-21 16,3-17-16,4-15 16,0-16-16,0-9 15,3-12-15,-6-7 16,4-9-16,-9-3 15,-6-2-15,-6-3 16,-8 3 0,-10 7-16,-11 13 0,-8 15 15,-4 16-15,-2 18 16,-3 16-16,-2 19 16,-4 16-16,5 18 15,6 9-15,7 15 16,12 8-16,11 3 15,6-19 1</inkml:trace>
  <inkml:trace contextRef="#ctx0" brushRef="#br3" timeOffset="172216.81">20982 6198 0,'-27'19'15,"-6"17"-15,10 11 16,14 8-16,15 7 16,13 0-16,6-8 15,5-16-15,4-18 16,2-17-16,2-15 16,1-12-16,-3-10 15,-4-9 1,-2-7-16,-7-7 0,-7-2 15,-9-5-15,-9 0 16,-13 5-16,-12 9 16,-6 13-16,-3 15 15,-4 18-15,-4 15 16,2 17 0,2 14-16,6 12 15,13 5-15,12 2 16,6-14-16</inkml:trace>
  <inkml:trace contextRef="#ctx0" brushRef="#br2" timeOffset="174467.33">19614 8379 0,'-20'11'16,"-6"9"-16,6 12 15,9 16-15,11 18 16,8 22-16,15 21 15,5 8-15,8-8 16,-1-24-16,-3-31 16,-1-27-16,0-21 15,1-20-15,-2-18 16,1-15-16,0-14 16,-7-9-16,-3-10 15,-4-8-15,-8-5 16,-9 2-16,-12 4 15,-9 8 1,-9 14-16,-5 17 16,-7 20-16,-3 18 15,-1 20-15,-2 17 16,2 15-16,5 15 16,9 6-16,14 2 15,11-8-15,5-17 16</inkml:trace>
  <inkml:trace contextRef="#ctx0" brushRef="#br2" timeOffset="174836.49">20194 8230 0,'3'40'15,"3"31"-15,12 22 16,4 13-16,9 8 16,6-10-1,-1-26-15,-1-29 0,-1-25 16,-2-22-16,-2-21 16,-2-16-16,-4-21 15,-3-12-15,-9-12 16,-6-5-16,-4-4 15,-8-2 1,-9 6-16,-9 6 16,-6 16-16,-5 16 15,-2 24-15,-1 23 16,3 22-16,0 21 16,8 18-16,6 15 15,8 5-15,8-15 16</inkml:trace>
  <inkml:trace contextRef="#ctx0" brushRef="#br2" timeOffset="175233.56">20862 7921 0,'0'0'15,"0"0"-15,8 37 16,4 29-16,3 18 16,8 15-16,2 2 15,-2-13-15,1-24 16,-1-26-16,2-22 16,4-20-16,0-18 15,1-16-15,-1-14 16,-2-7-16,-3-10 15,-6-5 1,-5-6-16,-9 2 0,-9 5 16,-9 8-16,-6 11 15,-9 14 1,-6 15-16,-3 20 16,-6 23-16,3 17 15,2 19-15,3 14 16,13 6-16,8-14 15</inkml:trace>
  <inkml:trace contextRef="#ctx0" brushRef="#br2" timeOffset="175600.58">21468 7785 0,'7'87'16,"6"45"-16,5 8 15,5-21-15,-1-32 16,2-32-16,-1-31 16,2-24-16,-1-23 15,2-20-15,0-15 16,-1-18-16,1-12 15,-4-7-15,-4-6 16,-7 0-16,-13 9 16,-9 13-1,-8 19-15,-10 23 16,-5 22-16,-4 21 16,-3 24-16,1 19 15,4 19-15,5 13 16,7 7-16,8-18 15</inkml:trace>
  <inkml:trace contextRef="#ctx0" brushRef="#br2" timeOffset="176183.5">22054 7423 0,'0'0'0,"0"0"0,0 0 16,-10 37-16,-4 32 15,5 21-15,6 13 16,7 0-1,7-13-15,5-26 16,6-23-16,2-21 0,4-18 16,2-15-1,-2-13-15,3-15 16,-3-10-16,-2-9 16,-7-7-16,-5-6 15,-11 1 1,-10 3-16,-10 10 0,-9 11 15,-7 14-15,-7 18 16,-5 21-16,-7 23 16,0 16-16,-4 18 15,1 10-15,4-3 16,13-16-16</inkml:trace>
  <inkml:trace contextRef="#ctx0" brushRef="#br2" timeOffset="176683.91">20667 9025 0,'-21'14'16,"-8"10"-16,4 9 0,7 11 15,11 10 1,15 14-16,13 11 15,11-2-15,6-14 16,2-26-16,-6-26 16,0-23-16,-5-15 0,-1-13 15,-3-7 1,-2-9-16,-5-2 16,-6-4-1,-6-2-15,-10 3 0,-8 3 16,-9 8-16,-7 12 15,-10 11-15,-6 14 16,-1 15-16,1 15 16,2 12-16,5 14 15,8 8-15,10 2 16,11-5-16,6-13 16</inkml:trace>
  <inkml:trace contextRef="#ctx0" brushRef="#br2" timeOffset="177050.03">21209 9057 0,'16'51'0,"7"15"16,0-13-16,3-18 0,-2-19 16,0-17-16,-1-16 15,1-12-15,-4-12 16,-2-10 0,-4-7-16,-7-5 15,-7 2-15,-11-2 0,-5 8 31,-6 9-31,-6 10 0,-3 15 0,-3 18 16,0 17-16,4 16 16,4 17-16,6 12 15,6-9 1</inkml:trace>
  <inkml:trace contextRef="#ctx0" brushRef="#br1" timeOffset="180083.59">19665 11310 0,'-4'-43'0,"-3"-19"15,-3-1-15,-1 8 16,-1 9-16,0 14 16,2 10-16,-1 11 15,-1 14-15,0 15 16,-1 18-16,1 20 16,1 20-16,6 18 15,2 11-15,8 5 16,8-9-16,9-19 15,7-22 1,3-26-16,1-20 16,2-21-16,3-18 15,-3-16-15,-1-12 16,-4-12-16,-5-13 16,-8-10-16,-5-3 15,-7 2-15,-5 7 16,-7 9-1,-6 9-15,-7 11 0,-4 13 16,-5 12-16,-2 13 16,-2 14-16,0 13 15,0 11-15,1 15 16,5 11-16,4 7 16,4 2-16,5-3 15,5-13-15</inkml:trace>
  <inkml:trace contextRef="#ctx0" brushRef="#br1" timeOffset="180483.39">20049 10820 0,'0'0'0,"-5"37"15,-4 26-15,1 16 16,6 12-16,4 8 16,8 8-16,9-7 15,5-17-15,2-27 16,3-28-16,-1-24 16,3-20-16,0-20 15,-3-15-15,-2-14 16,-5-9-1,-7-6-15,-8-3 16,-10 3-16,-10 5 16,-6 10-16,-7 12 15,-1 16-15,-7 16 16,1 19-16,-1 17 16,-2 18-16,2 16 15,1 8-15,9-1 16,7-11-16</inkml:trace>
  <inkml:trace contextRef="#ctx0" brushRef="#br1" timeOffset="180867.23">20503 10677 0,'0'0'15,"0"0"-15,2 27 16,-1 22-16,-1 19 16,2 18-16,4 15 15,5 7-15,7-7 16,3-21-16,3-28 16,1-28-16,4-25 15,-1-20-15,1-15 16,-1-18-1,-5-12-15,-6-9 16,-6-2-16,-10 1 16,-9 4-16,-9 7 15,-8 10-15,-6 14 16,-3 20-16,-4 20 16,0 20-16,2 18 15,7 16-15,3 5 16,4 0-16,8-13 15</inkml:trace>
  <inkml:trace contextRef="#ctx0" brushRef="#br1" timeOffset="181216.87">20900 10490 0,'0'27'15,"2"22"-15,2 13 16,1 16-16,3 10 16,3 12-16,8 1 15,3-14-15,0-23 16,1-24-16,-2-24 16,3-20-16,1-19 15,2-18-15,-2-15 16,-2-10-16,-2-9 15,-2-10-15,-10-4 16,-7 5-16,-9 8 16,-7 16-16,-8 17 15,-3 18-15,-6 19 16,-2 22-16,0 17 16,2 16-16,-1 11 15,8-8-15,7-16 16</inkml:trace>
  <inkml:trace contextRef="#ctx0" brushRef="#br1" timeOffset="181600.48">21399 10329 0,'16'37'0,"7"30"16,0 16-16,4 9 16,1-1-16,0-12 15,-2-22-15,-1-22 16,3-21-16,-2-15 16,0-16-1,1-14-15,-3-11 16,-4-11-16,-7-10 0,-6-9 15,-5-7-15,-9 0 16,-7 7 0,-7 9-16,-3 13 15,-6 14-15,0 17 16,-1 16-16,2 14 16,-1 18-16,7 13 15,0 12-15,5 2 16,5-11-16</inkml:trace>
  <inkml:trace contextRef="#ctx0" brushRef="#br1" timeOffset="182000.71">22004 10116 0,'3'-14'0,"1"-1"16,-4 15-16,-2 8 16,-2 22-16,-1 19 15,2 20-15,7 20 16,8 10-16,7-8 16,1-18-16,3-25 15,3-23 1,3-21-16,-2-19 0,1-18 15,0-15-15,-5-10 16,-5-10-16,-9-7 16,-7-4-16,-6 0 15,-10 5-15,-6 9 16,-6 15-16,0 22 16,-6 22-16,-2 19 15,3 20 1,3 13-16,4 6 0,2-3 15,10-10 1,6-10-16</inkml:trace>
  <inkml:trace contextRef="#ctx0" brushRef="#br1" timeOffset="182349.9">22376 9902 0,'0'0'15,"0"0"-15,13 29 16,8 17-16,1 16 16,2 14-1,-2 2-15,0-9 0,-3-18 16,2-18-16,0-17 16,2-14-16,0-15 15,0-10-15,-3-10 16,-2-10-16,-5-8 15,-8-10-15,-6-5 16,-7-3-16,-10 4 16,-8 7-16,-5 16 15,0 15-15,0 20 16,-5 18-16,-1 16 16,3 16-16,7 9 15,2 1-15,8-3 16,7-11-16</inkml:trace>
  <inkml:trace contextRef="#ctx0" brushRef="#br4" timeOffset="192633.84">20295 12266 0,'-19'-3'0,"-6"3"16,1 4-16,6 7 15,2 17-15,6 16 16,5 16-16,10 17 15,11 21 1,11 16-16,15 6 16,6-7-16,8-19 15,-3-30-15,-6-28 16,-3-25-16,-3-18 16,-4-16-16,-6-13 15,-4-14-15,-7-13 16,-5-13-16,-5-9 15,-6-8-15,-9-1 16,-8 1-16,-7 8 16,-2 11-16,-5 11 15,-4 14-15,0 15 16,-3 14-16,0 16 16,-1 13-16,1 14 15,1 11-15,5 9 16,2 5-16,3-4 15,7-6-15,6-11 16,6-9-16</inkml:trace>
  <inkml:trace contextRef="#ctx0" brushRef="#br4" timeOffset="193066.65">20920 11949 0,'0'0'15,"-3"24"-15,-1 19 16,0 14-16,-1 13 0,6 11 16,7 11-16,5 12 15,9 4-15,12-7 16,5-15-16,0-25 15,-4-29-15,-4-25 16,-5-18-16,-3-18 16,-2-17-1,-5-15-15,-7-15 16,-9-10-16,-5-10 16,-6-5-16,-9 4 15,-4 7-15,-5 11 16,-2 14-16,1 23 15,-1 22-15,2 24 16,0 25-16,6 21 16,3 15-16,5 9 15,7-3-15,5-11 16,6-15-16,1-15 16</inkml:trace>
  <inkml:trace contextRef="#ctx0" brushRef="#br4" timeOffset="193450.36">21392 11742 0,'14'86'0,"12"42"16,7 9-16,8-9 15,1-24 1,0-30-16,-6-30 0,-5-27 16,-2-20-1,2-21-15,-4-17 16,-2-10-16,-6-8 16,-5-8-16,-8-5 15,-9-2-15,-9 3 16,-10 4-16,-9 9 15,-4 12-15,-6 15 16,-4 17-16,1 18 16,1 21-16,3 17 15,2 10-15,5 3 16,7-13 0</inkml:trace>
  <inkml:trace contextRef="#ctx0" brushRef="#br4" timeOffset="193850.88">21966 11607 0,'2'61'0,"4"36"16,8 11-16,9 3 16,13-10-16,3-16 15,-1-26-15,-6-31 16,0-25-16,-1-18 16,-4-19-16,-2-17 15,-4-16-15,-3-14 16,-7-9-16,-10-3 15,-7 1-15,-8 3 16,-7 5-16,-8 11 16,-4 14-16,-3 21 15,-1 21-15,-1 23 16,3 24-16,4 21 16,4 16-1,8 9 1,12 0-16,10-13 0,4-18 15</inkml:trace>
  <inkml:trace contextRef="#ctx0" brushRef="#br4" timeOffset="194233.07">22471 11368 0,'11'-10'16,"3"-1"-16,-4 3 15,-10 8-15,6 11 16,-1 21-16,1 19 16,5 19-16,8 14 15,6 4-15,6-7 16,4-19-16,-1-23 16,1-23-16,1-20 15,0-16-15,1-16 16,-5-14-16,-1-9 15,-6-5-15,-9-5 16,-11-1-16,-9-2 16,-10 4-1,-10 5 1,-6 11-16,-8 14 0,-3 14 0,-3 18 16,-1 17-1,-1 17-15,3 13 16,3 5-16,9-8 15,6-3-15</inkml:trace>
  <inkml:trace contextRef="#ctx0" brushRef="#br4" timeOffset="195016.98">19910 12841 0,'-27'-7'0,"-11"-2"15,-1-1-15,6 2 16,7 2-16,5 8 15,8 9-15,9 15 16,7 17-16,8 19 16,13 11-16,11 2 15,8-4-15,0-17 16,-2-21-16,-1-22 16,-2-18-1,-3-14-15,-3-10 16,-4-10-16,-3-9 0,-2-5 15,-9-4-15,-4-3 16,-6 1-16,-4-1 16,-7 3-16,-7 2 15,-8 3-15,-8 5 16,-7 8-16,-3 10 16,-3 13-16,-1 12 15,1 13-15,4 13 16,6 14-16,9 12 15,12 15-15,9 8 16,7 4-16,3-17 16</inkml:trace>
  <inkml:trace contextRef="#ctx0" brushRef="#br4" timeOffset="195683.69">23341 11026 0,'-12'26'0,"-6"17"16,5 11-16,10 9 16,9 5-16,9 9 15,10 5-15,6-4 16,2-14-16,4-19 15,1-24-15,1-17 16,3-18-16,-2-11 16,-4-13-1,-2-10-15,-6-9 16,-9-11-16,-10-6 16,-9-4-16,-11 1 15,-10 4-15,-10 7 16,-7 11-16,-4 14 15,-6 19-15,-6 21 16,-2 22-16,-2 22 16,2 16-16,3 8 15,6-6-15,13-15 16</inkml:trace>
  <inkml:trace contextRef="#ctx0" brushRef="#br4" timeOffset="199502.36">23146 2202 0,'0'0'16,"0"0"-16,-5-16 15,-3-5-15,0 0 16,-1 6-16,1 6 16,0 6-16,-6 12 15,-2 9 1,-4 15-16,-4 16 0,0 13 15,2 15-15,8 5 32,11-8-32,10-12 0,9-19 0,8-17 15,9-17 1,4-11-16,2-8 16,2-12-16,-4-8 15,-4-8-15,-2-9 16,-4-5-16,-10-2 15,-7-4-15,-6-4 16,-7 2-16,-10 1 16,-6 6-16,-8 7 15,-4 12-15,-6 13 16,-1 12-16,1 12 16,2 10-16,4 9 15,7 5-15,8 9 16,10 2-16,10 0 15,8-6-15,6-9 16,-2-7-16</inkml:trace>
  <inkml:trace contextRef="#ctx0" brushRef="#br4" timeOffset="200552.14">23436 2097 0,'-5'23'0,"-3"17"0,2 10 0,2 6 16,3 7-16,6-2 15,4-8-15,7-13 16,6-15-16,4-12 16,4-13-16,0-12 15,-2-12-15,1-9 16,-3-6-16,-5-7 15,-8-6-15,-9-2 16,-9-2-16,-7 1 16,-9 4-16,-7 8 15,-6 13 1,-4 14-16,-3 17 16,3 16-16,5 10 15,6 11-15,8 4 16,10 1-16,13-5 15,11-11-15,9-17 16,11-17-16,9-17 16,3-8-16,-1-9 15,-4 0-15,-1-3 16,-7 2-16,-9 7 16,-8 7-16,-6 8 15,-1 10-15,-10 10 16,0 4-16,-7 16 15,-1 19-15,-1 14 16,2 16-16,3 10 16,9 0-16,7-14 15,5-17-15,4-20 16,7-19-16,5-16 16,1-14-16,1-13 15,-2-10-15,1-9 16,-9-2-16,-9-4 15,-9-1-15,-12-1 16,-12 6-16,-6 8 16,-6 13-16,-3 11 15,-1 18-15,0 13 16,3 12-16,4 9 16,10 8-16,12-2 15,10-8-15,11-11 16,7-16-16,8-14 15,6-11 1,2-10-16,16-8 0,-6-5 16,-5 6-16,-2 4 15,-5 5 1,-9 10-16,-4 9 16,-10 7-16,-15 7 0,4 5 15,-7 16 1,-4 15-16,3 15 0,-1 11 15,5 9-15,5-5 16,4-12 0,4-19-16,6-14 15,1-17 1,4-13-16,1-14 0,-1-12 0,-4-8 16,-5-6-16,-8-9 15,-5-4-15,-7 0 16,-10 1-16,-12 10 15,-11 18 1,-7 18-16,-6 19 16,-2 17-16,-1 15 15,-4 11-15,4 3 16,-2 2-16,12-9 16</inkml:trace>
  <inkml:trace contextRef="#ctx0" brushRef="#br4" timeOffset="201050.63">22805 2162 0,'-34'-5'16,"-15"-3"-16,2 5 15,12 4-15,8 10 16,10 16-16,9 17 16,5 14-16,5 19 15,10 11-15,12-1 16,14-13-1,8-24-15,8-28 0,0-24 16,2-19-16,-3-15 16,-6-7-16,-6-7 15,-6-2-15,-7-4 16,-9-2-16,-13-1 16,-8 0-16,-10 2 15,-6 7-15,-10 11 16,-6 15-1,-5 20-15,-3 21 16,-3 19-16,-2 13 16,5 3-16,3 2 15,4 2-15,10-9 16</inkml:trace>
  <inkml:trace contextRef="#ctx0" brushRef="#br4" timeOffset="201483.77">22899 3033 0,'10'88'0,"4"25"0,4-18 16,2-30-16,3-30 16,3-25-16,2-20 15,1-21-15,1-15 16,-2-14-16,-5-9 16,-7-4-16,-6-1 15,-8 1-15,-12 4 16,-9 8-1,-8 13-15,-5 18 0,-3 16 16,-3 17 0,0 15-16,2 13 0,6 9 15,5 8-15,8 5 16,9-1-16,7-2 16,10-11-1,9-15-15,3-20 0,1-17 16,-4-3-1</inkml:trace>
  <inkml:trace contextRef="#ctx0" brushRef="#br4" timeOffset="201833.79">23240 2717 0,'0'0'0,"0"30"15,0 24-15,3 18 16,4 13-16,4 5 15,8-8-15,3-20 16,4-21-16,2-22 16,4-21-16,1-18 15,0-13-15,-3-8 16,-2-5-16,-5-5 16,-8-5-16,-8-8 15,-10-2-15,-11 2 16,-9 4-16,-11 7 15,-6 10-15,-4 16 16,-1 18-16,0 19 16,4 15-16,3 19 15,7 13 1,12 12-16,13 4 16,10-5-16,16-8 0,-1-16 15</inkml:trace>
  <inkml:trace contextRef="#ctx0" brushRef="#br5" timeOffset="207899.8">22672 8483 0,'0'0'0,"0"0"15,0 0-15,0 0 0,0 0 16,-1 38 0,-1 26-16,4 13 0,4 10 15,5-3 1,3-15-16,3-19 16,4-18-16,3-18 15,0-15-15,0-12 16,-1-13-16,-2-9 15,-3-11-15,-4-7 16,-7-7-16,-7-3 16,-8-3-16,-8-1 15,-6 6-15,-4 10 16,-4 10-16,-1 13 16,-2 12-16,-5 14 15,-3 13-15,2 13 16,2 13-1,6 13-15,6 7 16,9-1 0,8-11-16,3-16 0</inkml:trace>
  <inkml:trace contextRef="#ctx0" brushRef="#br5" timeOffset="208317.44">22975 8340 0,'0'0'0,"-11"21"16,-3 15-16,6 15 15,7 12-15,6 12 16,7 11-16,6-3 15,2-17-15,2-21 16,0-23-16,5-21 16,4-15-16,0-14 15,0-10-15,-1-12 16,-3-9-16,-4-8 16,-4-4-16,-4-5 15,-6 4-15,-8 5 16,-9 5-16,-6 10 15,-3 13-15,-5 15 16,-2 14-16,-7 16 16,0 17-16,2 15 15,2 14-15,4 11 16,3 9-16,5-13 16</inkml:trace>
  <inkml:trace contextRef="#ctx0" brushRef="#br5" timeOffset="208950.43">23448 8082 0,'0'0'15,"0"0"-15,-12 21 16,0 16-16,4 19 15,6 18-15,7 9 16,7 3-16,4-10 0,4-20 16,1-23-1,2-19-15,2-19 16,0-13-16,0-10 16,-3-8-16,-6-7 15,-3-6-15,-6-6 16,-7-7-1,-10-1-15,-6 1 0,-8 3 16,-6 6-16,-4 13 16,-4 16-16,-1 18 15,-2 13-15,4 11 16,3 7-16,5 1 16,8-6-16</inkml:trace>
  <inkml:trace contextRef="#ctx0" brushRef="#br5" timeOffset="209304.17">23152 7334 0,'-10'61'16,"1"30"-16,8-1 16,8-21-16,4-22 15,10-19-15,7-20 16,3-14-16,3-14 16,1-8-16,-4-8 15,-4-5-15,-6-4 16,-5-1-16,-8 2 15,-7 3-15,-10 3 16,-9 8-16,-7 13 16,-3 15-1,-6 17-15,-1 19 0,0 18 16,1 11-16,6-9 16</inkml:trace>
  <inkml:trace contextRef="#ctx0" brushRef="#br5" timeOffset="209733.68">23221 8915 0,'-3'52'0,"2"25"0,7 2 15,6-9-15,3-16 16,4-16-16,4-17 16,3-16-1,1-12-15,2-14 0,1-12 16,0-6-16,-2-4 15,-5-1-15,-7-3 16,-6 1 0,-9 3-16,-8 2 15,-6 4-15,-7 6 0,-6 7 16,-6 10-16,-4 14 16,-3 16-1,-1 13-15,1 13 16,5 5-16,1 7 15,8-10-15</inkml:trace>
  <inkml:trace contextRef="#ctx0" brushRef="#br5" timeOffset="210217.04">23530 9509 0,'0'0'16,"0"0"-16,0 0 15,5 20-15,3 11 0,2 3 16,5-2 0,1-8-16,2-11 0,2-13 15,2-11-15,4-9 16,-2-9 0,-2-5-16,-1-5 0,-3-3 15,-9-3-15,-9-3 16,-7-2-1,-7-1-15,-10 0 0,-3 7 16,-4 6 0,-5 13-16,-1 15 15,-1 13-15,4 16 16,0 15-16,5 13 16,6 8-16,7 11 15,4 0-15,3-14 16</inkml:trace>
  <inkml:trace contextRef="#ctx0" brushRef="#br5" timeOffset="210817.03">22849 7818 0,'-21'-15'16,"-8"-3"-16,6 8 16,4 10-16,9 15 15,6 15-15,6 16 16,4 15-16,7 8 15,11 2-15,6-12 16,5-16-16,7-16 16,5-13-16,2-13 15,-1-8 1,-4-10-16,-5-7 0,-7-5 16,-6-7-16,-9-5 15,-11-3-15,-8-3 16,-10 0-16,-9 3 15,-7 6-15,-7 7 16,-8 10-16,-6 10 16,-5 15-16,-6 13 15,-1 15 1,0 12-16,-6 9 16,14-8-16</inkml:trace>
  <inkml:trace contextRef="#ctx0" brushRef="#br6" timeOffset="-178929.51">22837 6339 0,'0'0'0,"0"0"16,0 0-16,-9-10 16,-5 3-16,-1 10 15,-1 12-15,-3 15 16,-1 16-16,-1 13 16,0 13-16,2 9 15,5 0 1,8-8-16,11-11 15,11-11-15,6-14 16,5-7-16,6-14 16,2-7-16,4-11 15,0-9-15,1-8 16,-2-11-16,-4-10 16,-6-10-16,-10-8 15,-4-6-15,-9-1 16,-8 5-16,-12 5 15,-7 8-15,-8 13 16,-3 11-16,-6 9 16,-2 9-16,-2 11 15,3 9-15,4 9 16,5 10-16,9-5 16,9-6-16</inkml:trace>
  <inkml:trace contextRef="#ctx0" brushRef="#br6" timeOffset="-178497.03">23335 6397 0,'-20'25'16,"-10"20"-16,-5 18 0,3 9 16,6 6-16,8-2 15,13-8-15,11-11 16,12-12-16,7-12 16,7-11-16,6-10 15,1-12-15,0-11 16,-2-8-16,1-9 15,-2-11-15,-6-11 16,-4-10-16,-4-5 16,-9-4-16,-8 2 15,-9 6-15,-10 12 16,-10 13-16,-10 16 16,-8 13-16,-6 14 15,-1 13 1,1 11-16,5 7 15,10-5-15</inkml:trace>
  <inkml:trace contextRef="#ctx0" brushRef="#br6" timeOffset="-178058.31">23001 7113 0,'-20'21'15,"-11"13"-15,0 11 16,3 8-16,5 6 15,9 5-15,6-6 16,10-6-16,10-9 16,6-12-16,6-11 15,5-9-15,3-10 16,0-9-16,0-6 16,-4-13-16,-5-8 15,-3-12-15,-4-14 16,-7-7-16,-6-1 15,-9 3-15,-8 7 16,-9 13 0,-6 16-16,-6 17 15,-6 15-15,-3 10 16,2 15-16,5 11 16,10-4-16</inkml:trace>
  <inkml:trace contextRef="#ctx0" brushRef="#br6" timeOffset="-177678.37">23303 7191 0,'0'0'0,"0"0"0,-4 31 15,-4 20-15,0 6 0,5-4 16,7-6 0,11-5-16,9-9 15,6-9-15,8-8 16,4-6-16,1-8 16,-3-6-16,-7-9 15,-3-8-15,-7-10 16,-6-11-16,-6-8 15,-7 1-15,-8 2 16,-13 10-16,-7 8 16,-8 14-16,-8 12 15,-3 10-15,-3 10 16,-1 11-16,9-4 16</inkml:trace>
  <inkml:trace contextRef="#ctx0" brushRef="#br6" timeOffset="-177263.26">22963 7714 0,'-13'21'0,"-8"17"15,-4 14-15,2 12 16,6 9-16,7 2 16,11-2-16,12-7 15,10-9-15,9-13 16,3-14-16,3-14 16,3-13-16,-4-12 15,-2-12-15,-5-9 16,-7-9-16,-4-12 15,-4-10 1,-9-8-16,-6-2 0,-8 3 16,-9 10-16,-5 9 15,-7 13-15,-2 11 16,-3 9-16,-1 14 16,1 13-1,3 14 1,3 9-16,7-3 0</inkml:trace>
  <inkml:trace contextRef="#ctx0" brushRef="#br6" timeOffset="-176896.97">23410 7753 0,'0'0'15,"0"0"-15,0 0 16,-14 31-16,-10 24 16,-4 17-16,4 4 15,9 1-15,9-9 16,9-9-16,12-11 16,11-9-16,8-11 15,6-11-15,5-9 16,-1-8-16,-2-8 15,-4-9-15,-1-13 16,-4-12-16,-7-11 16,-4-9-16,-10-3 15,-11 3-15,-11 8 16,-9 9-16,-10 14 16,-5 9-16,-6 14 31,-5 13-31,-3 11 0,10 2 0</inkml:trace>
  <inkml:trace contextRef="#ctx0" brushRef="#br6" timeOffset="-176480.1">23146 8521 0,'-26'68'0,"-9"29"16,7 2-16,8-10 16,15-11-16,11-12 15,11-14 1,9-10-16,9-12 15,7-10-15,2-13 16,-1-10-16,-1-12 16,-2-9-16,-3-13 15,-3-15-15,-6-12 16,-9-8-16,-14-1 16,-14 4-16,-15 9 15,-14 13-15,-10 11 16,-6 11-16,-5 7 15,2 6-15,2 9 16,7 4-16,9 1 16,13 1-16</inkml:trace>
  <inkml:trace contextRef="#ctx0" brushRef="#br4" timeOffset="-63395.8">21216 2420 0,'-53'-30'0,"-23"-10"16,-5 2-1,2 10-15,-1 8 16,1 7-16,-2 9 16,-7 6-16,-5 7 15,-6 6-15,-2 6 16,-4 6-16,-2 10 15,-2 5-15,-1 10 16,-1 10-16,1 7 16,3 6-16,4 10 15,-1 7-15,7 4 16,4 6-16,8 1 16,9 3-16,10 5 15,11-1-15,13 0 16,9 0-1,12-3-15,11-1 16,12-3-16,13-3 16,12-6-16,14-3 15,13-8-15,13-6 16,12-6-16,10-8 16,11-8-1,10-5-15,6-9 16,5-5-16,5-7 0,3-8 15,4-7-15,-2-8 16,1-9-16,4-6 16,2-8-1,1-2-15,-1-6 16,-3-6-16,-8-5 16,-3-7-16,-7-6 15,-12-3-15,-4-6 16,-9-5-16,-7-6 15,-10-2-15,-9-5 16,-8-2-16,-6-5 16,-8-5-16,-7-3 15,-12-5-15,-5-1 16,-6-2-16,-7 3 16,-5-1-1,-8 2-15,-6-2 0,-10 1 16,-6-1-16,-10 5 15,-7 6-15,-8 0 16,-7 4-16,-9 10 16,-11 6-16,-7 10 15,-9 8-15,-10 9 16,-6 11-16,-5 12 16,-7 11-1,-3 9-15,-4 10 16,3 7-16,28-4 15</inkml:trace>
  <inkml:trace contextRef="#ctx0" brushRef="#br4" timeOffset="-56060.83">1684 11510 0,'0'0'0,"0"0"16,0 0-16,0 0 16,0 0-16,0 0 15,24-7-15,18-9 16,6-1-16,1 0 15,2 2-15,-3 3 16,-3 2 0,-3 5-16,-1 2 15,-9 1-15,-6 1 16,-10-5-16,-5 1 16,-5 0-16</inkml:trace>
  <inkml:trace contextRef="#ctx0" brushRef="#br4" timeOffset="-55813.33">2063 11284 0,'-7'54'0,"-3"28"16,-4 16-16,4 9 15,3 12-15,0 9 16,0 7-16,-2 2 16,4-11-16,-1-20 15,1-18-15,3-25 16</inkml:trace>
  <inkml:trace contextRef="#ctx0" brushRef="#br4" timeOffset="-55246.49">2334 11917 0,'14'-50'0,"7"-21"0,-6-1 16,-1 8-16,0 5 16,-4 5-16,-3 6 15,1 6-15,-1 9 16,-1 7-16,1 7 16,-3 10-16,-4 9 15,4 4-15,1 14 16,-1 14-16,-2 9 15,-1 14-15,3 11 16,-7 10-16,-1 4 16,-1 1-16,-5-3 15,-2-6-15,0-8 16,-4-9-16,-2-10 16,0-7-16,-1-9 15,-2-8-15,2-7 16,2-10-16,1-7 15,5-9 1,4-3-16,4-4 0,8-3 16,3 1-16,5 3 15,5 2-15,4 4 16,6 2-16,6 3 16,7 7-16,6 5 15,3 1-15,3-2 16,1-3-16,-4-6 15,-4-5 1,-9-1-16</inkml:trace>
  <inkml:trace contextRef="#ctx0" brushRef="#br4" timeOffset="-54546.47">2611 11077 0,'-61'-38'0,"-29"-12"16,1 3-16,6 13 15,7 13-15,5 10 16,6 14-16,1 8 16,2 11-1,-1 11-15,3 11 16,1 11-16,3 11 16,4 9-16,7 7 15,3 11-15,3 7 16,7 4-16,10 9 15,6 4-15,2 6 16,14-4-16,14-6 16,9-8-16,2-7 15,9-10-15,10-8 16,8-10-16,6-11 16,8-11-16,7-12 15,4-8-15,8-13 16,2-15-16,-5-14 15,2-15-15,-6-11 16,-6-12-16,-2-12 16,-8-10-16,-3-9 15,-8-11 1,-7-6-16,-9-3 16,-11-4-16,-6-2 15,-7 1-15,-8 5 16,-7 8-16,-6 7 15,-4 12-15,-9 10 16,0 8-16,-3 9 16,-1 8-16,0 5 15,4 4-15,0 6 16,3 5-16,0 7 16,3 8-16,5 6 15</inkml:trace>
  <inkml:trace contextRef="#ctx0" brushRef="#br4" timeOffset="-54113.15">2769 11530 0,'36'28'15,"20"9"-15,5-5 16,-1-10-16,-1-8 16,2-8-16,8-9 15,-4-7-15,-1-4 16,-4 0-16,-1-4 16,-5 2-16,-2-2 15,-6 1-15,-7 0 16,-7 1-16,-8 3 15,-9 3 1,-9 3-16,-8 0 0,-6 0 16,-4 0-16,-2 1 15,-1 2-15,1 4 16,-3 6-16,3 5 16,1 5-16,0 7 15,4 5-15,2 2 16,4 3-16,-2-5 15,5-4-15,2-7 16</inkml:trace>
  <inkml:trace contextRef="#ctx0" brushRef="#br4" timeOffset="-52830.2">4061 11517 0,'0'0'15,"0"0"-15,0 0 0,0 0 0,0 0 16,0 0-16,0 0 16,0 0-16,0 0 15,0 0-15,0 0 16,0 0-16,0-27 15,4-14-15,1-6 16,3-2-16,4 1 16,-2 7-16,-1 3 15,2 7-15,0 7 16,-6 8-16,-1 8 16,-4 8-16,0 0 15,3 9-15,-3 17 16,0 11-16,0 9 15,0 8-15,-2 11 16,2 5-16,0 3 16,2-4-16,-2-4 31,-3-5-31,-1-6 0,-1-5 0,-7-4 16,1-5-16,-3-6 15,-4-6-15,0-5 16,-1-6-16,-1-3 15,2-4-15,-3-4 16,3-4 0,2-4-16,5 0 0,4-1 15,3-3-15,4 0 16,8 0-16,9-1 16,3 2-1,3 2-15,7 1 16,6 1-16,6 0 0,5-1 15,4-5-15,2-5 16,4-3 0,-2-7-16,-3-3 15,-14 4-15</inkml:trace>
  <inkml:trace contextRef="#ctx0" brushRef="#br4" timeOffset="-52129.58">4970 11426 0,'0'0'0,"-9"-17"0,-5-10 16,-1-2-16,-2 3 16,-1 4-16,1 8 15,-3 9-15,2 12 16,0 12-16,-2 14 16,1 14-1,1 9-15,4 10 16,7-1-16,5-9 15,3-13-15,3-15 16,5-12-16,0-10 16,4-11-16,-2-10 15,1-8-15,0-8 16,0-5-16,-1-6 16,0-2-16,0-1 15,-1 4-15,-1 6 16,-1 8-16,-2 11 15,-6 16-15,6 1 16,0 20-16,-3 22 16,4 16-16,-4 17 15,0 16-15,1 7 16,0 6-16,-1-1 16,-6-3-16,-4-6 15,0-8-15,-7-9 16,-2-9-16,-4-12 15,-4-8-15,-2-9 16,-4-11-16,2-7 16,1-7-16,-1-9 15,4-10-15,6-11 16,4-12-16,7-10 16,5-12-16,7-11 15,4-7-15,3-6 31,0 13-31,0 7 0</inkml:trace>
  <inkml:trace contextRef="#ctx0" brushRef="#br4" timeOffset="-50630.28">4919 11588 0,'13'-16'0,"8"-8"16,3 2-1,3 5-15,3 8 16,2 9-16,-4 13 16,-1 10-16,-7 8 15,-3 6-15,-6 6 16,-8 0-16,-4 3 16,-6-2-16,-4-1 15,-3-3-15,0-10 16,4-10-16,-1-8 15,3-11-15,3-12 16,3-13-16,4-14 16,7-9-16,2-8 15,8-3-15,4-1 16,4 5-16,1 10 31,-2 7-31,3 10 0,-2 14 0,-4 16 16,-2 10-16,-5 9 15,-3 4-15,-6-1 16,0 3-16,-1 0 16,2 3-16,-1 1 15,-2-2-15,1-2 16,3-5-16,1-7 16,-1-5-16,3-6 15,-1-6-15,1-7 16,-2-8-16,2-6 15,-4-9-15,-2-4 16,-3-3-16,-2-1 16,-3 1-16,-7 4 15,-1 4-15,-1 5 16,-2 8-16,3 10 16,1 11-16,-3 12 31,1 12-31,4 14 0,0 5 0,4-4 15,5-9-15,3-13 16,7-11-16,2-11 16,1-10-16,4-10 15,2-8-15,2-2 16,-2-2-16,1 2 16,-3 4-16,1 5 15,-2 7-15,-2 12 16,-1 13-16,0 13 15,-3 12-15,-2 11 16,-1 3-16,1-4 16,-3-9-16,2-9 15,1-11-15,-1-10 16,2-9-16,-2-9 16,0-8-16,-1-5 15,-1-6-15,-1-2 16,-2-1-16,-1 0 15,2 3-15,1 7 16,0 8-16,2 13 16,1 14-16,-2 12 15,3 12-15,2 4 16,0-5-16,0-7 16,3-9-16,0-8 15,2-7-15,1-9 16,1-8-1,-2-8-15,-2-7 0,1-5 16,-1-6 0,-6-8-16,-3-5 0,-4-4 15,-1 0 1,-2 5-16,-2 6 16,-2 12-16,0 12 15,0 11-15,5 11 0,-5 4 16,1 15-1,-1 12-15,1 11 16,6 12-16,5 11 16,-1 11-16,3 8 15,0 8-15,1 6 16,-3 3-16,0-2 16,1-2-16,-1-4 15,-4-1-15,-2-9 16,-6-7-16,1-11 15,-8-11-15,-3-16 16,-5-12-16,-2-12 16,-3-14-16,-1-17 15,3-21-15,-5-22 16,4-21-16,6-12 16,10-5-16,9 1 15,8 9-15,6 9 16,4 10-16,3 8 31,1 10-31,1 10 0,0 10 0,-1 8 16,-2 13-16,-3 11 15,-6 12-15,-4 13 16,-8 10-16,-5 7 16,-5 3-16,-3-6 15,1-8-15,0-11 16,-4-14-16,3-18 15,3-4-15</inkml:trace>
  <inkml:trace contextRef="#ctx0" brushRef="#br4" timeOffset="-49646.59">6496 11349 0,'0'0'0,"5"24"16,0 11-16,0 0 15,-3-3 1,-2-6-16,-2-6 0,-1-1 16,-2-3-16,-4-3 15,-1-5-15,-4-4 16,0-4-16,-1-2 15,-1-7 1,-1-6-16,2-7 0,2-8 16,3-12-16,4-7 15,8-4-15,5 3 16,5 4 0,7 9-16,2 4 0,4 9 15,2 7 1,1 10-16,-1 13 0,0 14 15,-3 15 1,-3 19-16,-3 23 0,-5 16 16,-2 13-1,-5 11-15,-5 8 16,1 0-16,-1-3 16,0-12-16,1-19 15,-2-19-15,-4-21 16,-1-21-16,-1-14 15</inkml:trace>
  <inkml:trace contextRef="#ctx0" brushRef="#br4" timeOffset="-49229.81">6943 11136 0,'0'0'0,"0"0"16,0 0-16,0 0 0,0 0 16,0 0-16,0 0 15,0 0-15,16 7 16,9-2-16,6-8 15,3-5-15,-2-6 16,-2 2 0,-4 1-16,-4 6 15,-4 6-15,-3 7 16,-5 9-16,-2 14 0,-4 12 16,-4 15-1,-1 14-15,-1 10 16,-2 10-16,1 7 15,0 4-15,1-6 16,1-24-16,1-24 16</inkml:trace>
  <inkml:trace contextRef="#ctx0" brushRef="#br4" timeOffset="-48630.43">7518 11097 0,'0'0'0,"0"0"16,0 0-16,0 0 15,0 31-15,4 15 16,3 11-16,-3 7 16,-2 2-16,0 0 15,-3-5-15,0-7 16,-2-8-16,-2-11 16,-1-9-16,-1-11 15,-2-8-15,2-7 16,2-8-1,0-6-15,3-7 16,1-6-16,6-5 16,6-1-16,7 0 15,5 5-15,5 7 16,1 8-16,1 13 16,-2 10-1,-4 8-15,-2 8 0,-4 6 16,-9 4-16,-7 5 15,-8 4-15,-7 3 16,-7 2-16,-4-3 16,-3-6-16,1-9 15,-3-11-15,1-11 16,4-14-16,3-13 0,5-15 16,7-11-1,7-8-15,9-3 16,7 5-16,7 5 15,7 10-15,-5 12 16</inkml:trace>
  <inkml:trace contextRef="#ctx0" brushRef="#br4" timeOffset="-47563.26">7940 11478 0,'0'0'0,"0"0"15,0 0-15,0 0 0,-7-16 16,-7-5-16,-2 0 16,-2 10-1,0 12-15,4 13 16,4 17-16,2 14 16,3 12-16,3 5 15,5 0-15,4-8 16,-2-15-16,1-11 15,1-12-15,1-13 16,1-12-16,1-13 16,-2-9-16,-1-10 15,-1-3-15,-1-1 16,0 3-16,-1 5 16,2 12-16,1 13 15,0 13-15,1 12 16,2 15-16,3 12 15,2 2-15,-1-5 16,0-6-16,0-10 16,-1-11-16,0-10 15,3-9 1,-2-11-16,-1-12 0,-4-9 16,-2-8-16,-4-6 15,-2-3-15,-4-3 16,-2 0-16,-2 5 15,1 5-15,2 10 16,1 10-16,-1 12 16,4 19-16,-3 2 15,2 17-15,1 18 16,4 16-16,4 17 16,1 5-16,2-4 15,2-12-15,1-14 16,-1-15-16,1-11 15,0-11-15,-1-8 16,-2-8-16,-2-5 16,-3-9-16,-3-8 15,-2-7-15,-3-8 16,0-9-16,-2-1 16,1-2-16,1 5 15,4 10-15,1 13 16,1 13-1,2 14-15,0 13 16,1 17-16,2 13 16,4 13-16,0 5 15,1 0-15,0-8 16,-1-14-16,-1-13 0,-2-10 16,1-7-16,-2-6 15,-1-8-15,-1-6 16,-1-7-1,-2-6-15,1-6 0,2-4 16,3-2-16,2 4 31,4 5-31,5 9 0,1 8 0,3 10 16,-2 10 0,-1 8-16,-4 10 15,-9 4-15,-6 6 16,-6 6-16,-6 4 15,-7 2-15,-5 0 16,-3-6-16,-5-6 16,-3-12-16,-4-10 15,3-11-15,3-8 16,9 0-16</inkml:trace>
  <inkml:trace contextRef="#ctx0" brushRef="#br4" timeOffset="-47062.9">8949 10961 0,'0'0'0,"-11"-9"15,-2-4-15,0 5 16,-2 8-16,1 14 16,1 16-16,-5 20 15,2 21 1,1 20-16,5 20 0,3 17 15,6 4-15,9-6 16,7-19-16,7-20 16,4-27-16,4-25 15,3-24-15,4-20 16,-7-5-16</inkml:trace>
  <inkml:trace contextRef="#ctx0" brushRef="#br4" timeOffset="-46630.34">9302 11343 0,'-6'-41'15,"-6"-15"-15,-5 5 16,-5 11-16,-7 13 16,-1 12-16,-4 12 15,0 10-15,2 9 16,0 10-1,5 3-15,10 3 0,8 1 16,12 0-16,11 2 16,10-2-16,7 2 15,6 0 1,0-5-16,3 1 0,-3 0 16,-7-5-16,-8 1 15,-6-1 1,-8-2-16,-8 6 15,-10 1-15,-11 0 16,-9-1-16,-8-2 16,-8-3-16,-4-3 15,-3-5-15,4-7 16,4-8-16,5-10 16,6-4-16,13-8 15,8-5-15,11-4 16,9-2-16,6 3 15,0 7-15</inkml:trace>
  <inkml:trace contextRef="#ctx0" brushRef="#br4" timeOffset="-45513.02">9441 11414 0,'0'0'0,"0"0"16,0 0-16,0 0 31,0 0-31,-13-7 0,-8 7 0,0 10 16,6 16-16,4 16 16,8 12-16,5 9 15,8 1-15,2-3 16,1-15-16,4-14 15,1-17 1,5-15-16,0-14 16,-4-13-16,-3-14 15,-4-7-15,-2-7 16,-3 1-16,-2 3 16,-1 14-16,0 12 15,-2 12-15,3 13 16,3 14-16,2 17 15,0 9-15,2 11 16,0 1-16,-3-4 16,-1-10-1,2-15-15,1-13 0,-2-16 16,-2-14-16,-1-14 16,0-9-16,0-4 15,1-2-15,0 4 16,-3 10-16,2 10 15,0 12-15,0 13 16,3 16-16,1 13 16,1 10-16,-2 8 15,-1-1-15,1-5 16,1-11-16,-3-10 16,-2-9-16,-5-11 15,7 0-15,0-10 16,0-10-16,-3-5 15,1-4-15,-2-1 16,-2 3-16,3 5 16,3 9-16,0 10 15,2 12-15,1 11 16,2 7-16,-2 2 16,-1-2-16,-1-6 15,0-5-15,2-6 16,-1-6-16,-1-7 15,2-6-15,-1-7 16,0-8-16,-2-7 16,0-3-16,-2-3 15,1 3-15,1 5 16,-2 10-16,0 10 16,1 15-16,1 15 15,0 16-15,-1 10 16,1 5-16,1-6 15,2-10-15,3-11 16,0-10 0,2-10-16,2-8 0,-3-9 15,-1-7-15,-1-5 16,-3-5-16,-2-5 16,-2-6-16,-3-3 15,-2-3-15,-1 2 16,2 6-16,3 12 15,1 11-15,-5 15 0,5 9 16,-1 16-16,1 15 16,1 12-16,4 3 15,4 1-15,3-6 16,3-11-16,4-12 16,-1-15-16,1-15 15,-4-13-15,-4-13 16,-1-7-1,-5 4-15</inkml:trace>
  <inkml:trace contextRef="#ctx0" brushRef="#br4" timeOffset="-45263.92">10355 11051 0,'0'0'15,"0"0"1,0 0-16,16 11 0,8 14 16,4 15-16,-1 15 15,-4 14-15,-4 17 16,-5 15-16,-5 13 16,-5 7-16,-4 3 15,-9 5-15,-11-4 16,-18-12-16,1-30 15</inkml:trace>
  <inkml:trace contextRef="#ctx0" brushRef="#br4" timeOffset="-34496.54">5644 12621 0,'0'0'0,"0"0"15,0 0 1,0 0-16,12 17 0,0 13 16,-3 12-16,-2 13 15,-6 12-15,-2 10 16,-1 8-16,0 5 16,3 4-16,3-2 15,0-8-15,-2-11 16,-5-17-16,-1-18 15,-1-12-15</inkml:trace>
  <inkml:trace contextRef="#ctx0" brushRef="#br4" timeOffset="-34113.03">5928 12801 0,'0'0'0,"0"0"0,0 0 16,0 0-16,0 0 15,0 0 1,-16 29-16,-7 13 0,-2 5 16,2 0-1,-4-1-15,2-4 16,-1-5-16,4-7 0,3-6 15,6-7 1,5-7-16,8-10 0,0 0 16,0 0-16,5 0 15,7-3-15,6 4 16,5 4-16,4 7 16,3 7-1,3 7-15,2 7 16,3 3-16,-1-1 15,-4-4-15,-6-6 0,-4-5 16,-7-7 0</inkml:trace>
  <inkml:trace contextRef="#ctx0" brushRef="#br4" timeOffset="-33846.44">6161 13163 0,'0'0'0,"0"0"0,0 0 16,0 0-16,24-5 16,13-4-16,6-2 31,1-1-31,-2 1 0,-2 1 0,0 0 15,-3-1-15,-7-3 16,-8 0-16,-6-3 16,-8 0-16,-5 2 15</inkml:trace>
  <inkml:trace contextRef="#ctx0" brushRef="#br4" timeOffset="-33580.05">6332 12776 0,'-7'24'0,"-2"19"15,4 13 1,3 10-16,4 7 15,5 9-15,3 5 16,0 0-16,0-5 16,-2-9-16,-3-12 15,-1-20-15</inkml:trace>
  <inkml:trace contextRef="#ctx0" brushRef="#br4" timeOffset="-33296.03">6710 12795 0,'16'-15'16,"2"2"-16,-3 14 0,-2 18 15,-6 20 1,-5 18 0,1 18-16,-1 14 0,5 10 15,1 1-15,-2-5 16,-1-12-16,2-17 16,0-20-16,-1-17 15,1-14-15</inkml:trace>
  <inkml:trace contextRef="#ctx0" brushRef="#br4" timeOffset="-33046.21">6956 13066 0,'10'-19'0,"2"-4"15,-3 5-15,-2 6 16,-2 4-16,0 3 15,2 3-15,3 1 0,5 1 16,4-2 0,3-1-16,5-3 0,-1 0 15,3 0-15,-3-4 16,-5 2-16,-5-2 16,-4 3-16</inkml:trace>
  <inkml:trace contextRef="#ctx0" brushRef="#br4" timeOffset="-32813.44">7101 13092 0,'0'0'0,"16"16"15,9 2-15,7-2 16,4-7-16,3-6 16,2-4-16,-4-5 15,-7-3-15,-4-4 16,-7 1-16</inkml:trace>
  <inkml:trace contextRef="#ctx0" brushRef="#br4" timeOffset="-32430.27">7542 12692 0,'0'0'0,"0"0"16,0 0-16,0 0 15,0 0-15,17 7 16,7 0-16,4-3 16,0-5-16,2-3 15,-2-3-15,0-2 16,3-1-16,-6 3 16,-2 2-16,0 4 15,-5 4-15,-5 6 31,-5 10-31,-2 11 0,-6 11 0,-3 13 16,-3 12-16,-1 11 16,3 7-16,-2 3 15,1-8-15,0-10 16,0-16-16,1-16 16</inkml:trace>
  <inkml:trace contextRef="#ctx0" brushRef="#br4" timeOffset="-31463.48">8249 12769 0,'0'0'0,"0"0"15,0 0-15,-3 18 16,2 5-16,-1-1 16,0-4-16,2-7 15,1-5-15</inkml:trace>
  <inkml:trace contextRef="#ctx0" brushRef="#br4" timeOffset="-31313.29">8280 12969 0,'-12'84'16,"-4"26"-16,3-10 15,0-26 1,1-25-16,1-20 0</inkml:trace>
  <inkml:trace contextRef="#ctx0" brushRef="#br4" timeOffset="-31046.34">8621 12524 0,'0'0'0,"-3"29"15,-4 21-15,-3 18 16,-3 12-16,1 10 16,2 11-1,2 9-15,5 2 16,3-6-16,-2-16 16,-1-20-16,0-24 0</inkml:trace>
  <inkml:trace contextRef="#ctx0" brushRef="#br4" timeOffset="-30663.21">8773 12659 0,'7'-8'0,"0"2"0,-5 9 15,-7 18-15,-6 14 16,-7 15 0,-2 9-16,-3 2 15,1-2-15,-1-7 16,3-12 0,2-9-16,2-8 0,4-10 0,5-8 15,4-7 1,5-6-16,5-4 15,4 2-15,6 3 16,3 5-16,2 7 16,4 8-16,2 10 15,2 5-15,3 4 16,0 4-16,-4-3 16,-3-4-16,-4-8 15,-5-8-15</inkml:trace>
  <inkml:trace contextRef="#ctx0" brushRef="#br4" timeOffset="-30413.29">9000 12918 0,'0'0'0,"0"0"16,21 0-16,9-1 15,2-2-15,-1 0 16,-2 2-16,-3 3 16,-8 3-1,-9 5-15,-5-2 0</inkml:trace>
  <inkml:trace contextRef="#ctx0" brushRef="#br4" timeOffset="-30246.07">9050 13124 0,'0'0'0,"12"16"15,6 4-15,8-1 16,3-8-16,0-5 15,2-6-15,0-3 16,-8 0-16</inkml:trace>
  <inkml:trace contextRef="#ctx0" brushRef="#br4" timeOffset="-29813.52">9725 12594 0,'0'0'0,"-9"-14"15,-6-2-15,-5 5 16,-2 8-16,-2 10 16,-2 12-16,-1 13 31,3 17-31,1 13 0,3 8 0,7 4 15,8 1-15,7-6 16,10-15-16,4-14 16,5-15-16,3-13 15,2-12-15,0-9 16,-1-8-16,-3-3 16,-2-1-16,-4-5 15,-5 3-15,-8 0 16,-3 3-16,-7 4 15,-5 4-15,-3 6 16,-3 10 0,-1 10-16,-3 8 0,-2 0 15,2-1-15,2-9 16,4-5-16</inkml:trace>
  <inkml:trace contextRef="#ctx0" brushRef="#br4" timeOffset="-29180">9750 12169 0,'-22'-10'0,"-21"-6"0,-7-1 31,-8 1-31,-3 1 0,-4 1 0,-2 2 16,-4 4-16,-3 5 15,1 6-15,0 5 16,-2 8 0,2 5-16,3 8 15,0 8-15,2 10 16,0 10-16,0 9 15,6 8-15,5 7 16,7 7-16,6 5 16,12 3-16,8-3 15,12-1-15,6-4 16,13 0-16,8-3 16,11 2-16,11 0 15,13-2-15,12-2 16,10-10-16,8-12 15,4-14-15,3-11 16,1-15 0,4-12-16,-1-12 0,1-10 15,0-11-15,-4-12 16,-3-7-16,-3-8 16,-1-10-16,-2-11 15,-5-9-15,-3-7 16,-6-5-16,-6-4 15,-4 0-15,-11 4 16,-11 3 0,-9 7-16,-14 4 15,-14 9-15,-17 3 16,-15 7-16,4 16 16</inkml:trace>
  <inkml:trace contextRef="#ctx0" brushRef="#br4" timeOffset="-27446.75">11938 11175 0,'0'0'15,"0"0"-15,0 0 16,0 0-16,-6-12 16,1-5-16,3 2 15,7 5 1,4 5-16,3 10 15,3 9-15,3 10 0,2 10 16,0 13-16,-2 11 16,-1 8-16,-3 5 15,-4-1-15,-6-5 16,-4-7-16,-3-9 16,-4-10-16,-1-8 15,-2-12-15,0-13 16,1-9-16,4-17 15,2-12-15,3-12 16,4-11 0,4-8-16,4-3 15,4 0-15,5 3 0,4 7 16,1 9-16,3 8 16,2 10-16,-2 10 15,0 11-15,-4 13 16,-2 14-1,-5 15 1,-3 16-16,-3 12 0,-5 11 0,0 1 16,-4-4-16,-3-11 15,-2-14-15,1-14 16</inkml:trace>
  <inkml:trace contextRef="#ctx0" brushRef="#br4" timeOffset="-27246.68">12576 11291 0,'0'0'15,"24"0"-15,14-4 0,4-4 16,-1-1-16,-7-1 15,-9 2-15,-8 3 16</inkml:trace>
  <inkml:trace contextRef="#ctx0" brushRef="#br4" timeOffset="-27046.57">12556 11497 0,'34'8'0,"15"-7"16,3-8 0,-5-4-16,-12 1 15</inkml:trace>
  <inkml:trace contextRef="#ctx0" brushRef="#br4" timeOffset="-26696.68">12986 11090 0,'0'0'0,"0"0"0,0 0 16,0 0-16,0 0 15,0 0-15,19-1 16,11-3-16,3-3 16,0-4-1,2-2-15,-2 0 0,-1 1 16,-2 4-16,-1 7 16,-6 7-16,-6 7 15,-3 18-15,-8 10 16,-6 15-16,-4 13 15,-5 11-15,-4 6 16,1 0-16,2-4 16,3-12-16,4-14 15,0-16 1,2-17-16</inkml:trace>
  <inkml:trace contextRef="#ctx0" brushRef="#br4" timeOffset="-26380.02">13622 10806 0,'0'0'0,"0"0"0,2 34 16,-3 22-16,2 15 0,-1 11 15,-3 10-15,-1 12 16,1 13 0,0 3-16,-1 0 15,2-11-15,1-18 16,3-23-16,1-24 15,2-22-15,-2-12 16</inkml:trace>
  <inkml:trace contextRef="#ctx0" brushRef="#br4" timeOffset="-25613.79">13717 10820 0,'-57'-20'0,"-26"-8"16,-4 4-16,2 3 16,1 4-16,-1 2 15,0 3-15,-4 3 16,-1 1-16,-1 1 15,1 1-15,-1 1 16,2 0 0,2 1-16,2-1 15,2 2-15,5 2 16,5 1-16,6 1 16,5 0-16,4-1 15,6 3-15,7 2 16,4-2-16,6 5 15,6 2-15,5 4 16,1 4-16,5 8 16,1 9-16,3 8 15,2 12-15,4 14 16,1 12-16,0 9 16,-3 4-16,3 1 15,0 2-15,-2 2 16,1-4-16,-2-5 15,-1-7-15,-1-8 16,3-8 0,2-10-16,3-13 15,4-8-15,2-9 0,3-5 16,3-4 0,5-4-16,5-3 0,6-4 15,4-2 1,3 0-16,5-3 15,4 0-15,6 1 16,5-1-16,6 0 16,7-1-16,8-1 15,8 0-15,8-1 16,4-3-16,4-1 16,8-4-16,1-2 15,2 0-15,1 1 16,4-3-16,-1 0 15,-5 1-15,-26 3 16</inkml:trace>
  <inkml:trace contextRef="#ctx0" brushRef="#br2" timeOffset="29853.39">10904 12750 0,'0'0'16,"0"0"-16,0 0 15,9 24-15,2 18 16,-1 12-16,-5 17 16,-2 12-16,1 14 15,0 15-15,0 8 16,-3 3-16,6-4 16,-1-15-16,-2-18 15,-4-26-15,-1-21 16</inkml:trace>
  <inkml:trace contextRef="#ctx0" brushRef="#br2" timeOffset="30253.19">11169 12879 0,'5'-12'16,"-3"-1"-16,-2 13 0,-7 4 16,-5 17-16,-6 20 15,-3 18-15,-2 13 16,-3 9-16,-3 2 16,0-7-16,0-9 15,6-12-15,5-16 16,7-16-16,11-23 15,-1 1-15,9-16 16,7-11-16,4-3 16,7 2-16,6 6 15,4 12-15,2 10 16,2 16-16,3 16 16,-1 14-16,2 8 15,-3 4-15,-7-4 16,-6-11-16,-6-13 15,-5-14-15,-7-7 16</inkml:trace>
  <inkml:trace contextRef="#ctx0" brushRef="#br2" timeOffset="30719.76">11446 13196 0,'0'0'16,"0"0"-16,0 0 16,0 0-16,0 0 15,19-8-15,9 4 16,2 13-16,-3 17 16,-2 14-16,-3 13 15,-7 5-15,-4 1 16,-5-5-16,-2-9 15,-2-12-15,-2-12 16,0-21-16,-4 4 16,-3-16-16,1-15 15,3-12-15,5-15 16,2-13-16,7-10 16,4-1-16,4 4 15,5 13-15,-2 12 16,1 17-1,-2 12 1,-1 17-16,1 19 0,0 22 16,0 21-16,-2 22 15,0 19-15,-1 11 16,-6-4-16,-5-18 16,-2-23-16,-4-22 15,-2-25-15,0-13 16</inkml:trace>
  <inkml:trace contextRef="#ctx0" brushRef="#br2" timeOffset="30919.74">11970 13279 0,'0'0'0,"20"2"15,11-1-15,9-4 16,4-6-16,3 1 15,1-3-15,0 3 16,1 1-16,-9-1 16,-10 0-16,-7 1 15</inkml:trace>
  <inkml:trace contextRef="#ctx0" brushRef="#br2" timeOffset="31153.42">12292 12859 0,'-5'27'0,"0"15"15,2 12-15,0 17 16,3 14-16,1 13 15,8 6-15,3 3 16,-1-7-16,2-17 16,-1-25-16</inkml:trace>
  <inkml:trace contextRef="#ctx0" brushRef="#br2" timeOffset="31420.12">12620 12737 0,'6'21'0,"1"19"16,-3 12-16,-1 12 0,2 14 15,1 17-15,3 17 16,0 9-16,3 0 16,3-11-1,-2-29-15</inkml:trace>
  <inkml:trace contextRef="#ctx0" brushRef="#br2" timeOffset="31669.43">12986 13040 0,'0'0'15,"28"2"1,20-5-16,5-4 16,1 0-1,-6 1-15,-12 3 0,-12 3 16</inkml:trace>
  <inkml:trace contextRef="#ctx0" brushRef="#br2" timeOffset="31869.61">13105 13241 0,'0'0'0,"17"10"0,11 2 15,8-4-15,4-8 16,0-6-16,-3-5 15,-9 2 1</inkml:trace>
  <inkml:trace contextRef="#ctx0" brushRef="#br2" timeOffset="32487.07">13559 12569 0,'-15'16'0,"-6"4"0,4-1 15,7-5-15,6-3 16,7-4-16,8-5 16,3-5-16,7-5 15,3-7-15,4-2 16,0-2-16,0 0 16,1-1-16,-3 3 31,-1 5-31,-2 2 0,-2 4 0,-2 6 15,-4 3-15,-5 7 16,-2 11-16,-2 12 16,-4 13-16,-2 15 15,-2 10-15,-1 12 16,2 9-16,0 9 16,3-2-16,3-6 15,0-10-15,-2-21 16,-2-20-16,0-16 15</inkml:trace>
  <inkml:trace contextRef="#ctx0" brushRef="#br2" timeOffset="32670.4">14007 12957 0,'0'23'16,"0"10"-16,1-6 16,3-7-16,-4-20 15,2 10-15</inkml:trace>
  <inkml:trace contextRef="#ctx0" brushRef="#br2" timeOffset="33536.62">14303 12433 0,'-14'-20'31,"-6"-4"-31,-1 9 0,-1 15 0,5 16 16,3 17-16,4 16 15,3 16-15,5 13 16,8 13-16,7 5 16,3-8-16,4-20 15,4-23-15,4-21 16,0-14-1,0-13-15,-2-10 16,0-9-16,-7-7 16,-2-3-16,-5-2 15,-6-1-15,-6 0 16,-10 3-16,-5 6 16,-6 6-16,-6 10 15,-1 10-15,-2 11 16,0 8-16,2 12 15,4 4 1,7 1-16,7-6 0,2-11 16,4-9-16,1-11 15,3-4-15</inkml:trace>
  <inkml:trace contextRef="#ctx0" brushRef="#br2" timeOffset="33719.88">14430 12633 0,'21'4'0,"11"0"0,5-1 15,3-4-15,0-4 16,1-3-16,1-4 16,-2-3-1,-7 0-15,-6-1 16,-7 4-16</inkml:trace>
  <inkml:trace contextRef="#ctx0" brushRef="#br2" timeOffset="33970.02">14631 12337 0,'-6'24'16,"-2"17"-16,4 13 16,4 8-16,6 11 15,3 10-15,9 8 16,5 10-16,0 0 16,0-11-16,-6-23 31</inkml:trace>
  <inkml:trace contextRef="#ctx0" brushRef="#br2" timeOffset="34220.18">14959 12239 0,'0'52'15,"3"33"-15,5 12 16,4 7-16,7 1 16,3-3-16,-1-10 15,-4-20-15,-6-21 16</inkml:trace>
  <inkml:trace contextRef="#ctx0" brushRef="#br2" timeOffset="34469.97">15199 12420 0,'0'0'16,"0"0"-16,27-13 15,17-12-15,6-4 16,2-2-16,-7 3 16,-10 8-16,-11 11 15,-8 4-15</inkml:trace>
  <inkml:trace contextRef="#ctx0" brushRef="#br2" timeOffset="34653.27">15275 12608 0,'19'12'16,"11"0"-16,5-6 15,5-11-15,-3-7 16,-2-6-16,-4-4 16,-8 3-16</inkml:trace>
  <inkml:trace contextRef="#ctx0" brushRef="#br2" timeOffset="35086.85">15786 11814 0,'0'0'16,"-4"23"-16,1 20 15,3 13-15,1 10 16,4 8-16,6-2 15,5-6 1,0-14-16,0-16 0,2-16 16,1-16-16,1-12 15,1-10-15,-2-11 16,-3-6 0,-3-5-16,-4 0 15,-5 0-15,-2 5 16,-4 7-16,0 13 15,2 15-15,-2 2 16,-1 22 0,2 18-16,1 16 0,3 14 15,5 10-15,4 9 16,2 3-16,1-10 16,-3-22-16,-3-22 15</inkml:trace>
  <inkml:trace contextRef="#ctx0" brushRef="#br2" timeOffset="35569.4">16164 12007 0,'4'-41'15,"4"-19"-15,3 0 16,3 10-16,2 14 16,3 12-16,-3 14 15,0 12-15,-2 15 16,-5 13-16,-2 13 16,-3 9-16,-4 7 15,-2-1 1,-2-9-16,-1-14 0,0-14 15,5-21 1,0 0-16,-3-3 0,5-14 16,2-7-1,7-2 1,4 1-16,6 6 0,2 9 16,5 8-16,0 10 15,-3 10-15,-3 7 16,-4 8-16,-5 6 15,-7 5-15,-6 4 16,-10 8-16,-6 4 16,-6 1-16,-5-3 15,-3-9-15,-6-11 16,-4-15-16,-1-17 16,8-8-16</inkml:trace>
  <inkml:trace contextRef="#ctx0" brushRef="#br2" timeOffset="36186.87">16315 11472 0,'-40'-34'0,"-18"-9"16,-2 6-16,1 16 16,2 15-16,0 16 15,0 16-15,2 14 16,2 15 0,3 11-16,8 15 0,8 14 15,9 11-15,8 11 16,13 11-1,10 8-15,13 4 16,12-5-16,14-3 16,7-11-16,8-15 15,6-17-15,2-15 16,3-22-16,-2-17 16,-1-15-16,-2-14 15,0-15-15,-3-10 16,2-15-16,-7-14 15,-2-15-15,-5-15 16,-7-13-16,-7-10 16,-8-9-16,-6-10 15,-8-4 1,-6-1-16,-11 1 0,-13 4 16,-8 8-16,-10 8 15,-10 9-15,-13 10 16,-11 11-16,-14 12 15,-14 11-15,-9 14 16,-10 16-16,-10 15 16,-7 21-1,-5 17-15,-9 17 16,-8 7-16,29-11 16</inkml:trace>
  <inkml:trace contextRef="#ctx0" brushRef="#br2" timeOffset="63066.36">8293 13402 0,'0'0'0</inkml:trace>
  <inkml:trace contextRef="#ctx0" brushRef="#br2" timeOffset="98836.66">18699 2917 0,'0'0'15,"0"0"-15,0 0 16,18 21-16,11 12 16,1 9-16,0 5 15,-6 2-15,-5 0 16,-3-2-16,-4-13 16,-4-13-16,3-17 15,5-20-15,6-25 16,5-21-16,8-23 15,2-20-15,5-15 32,8-2-32,8 9 0,-1 13 0,-6 19 15,-15 22 1,-12 23-16,-15 17 16,-11 15-16,-11 15 15,-1 4-15</inkml:trace>
  <inkml:trace contextRef="#ctx0" brushRef="#br2" timeOffset="99119.38">18913 2620 0,'0'0'0,"0"0"15,0 0-15,10 34 16,8 26-16,7 13 16,0 1-16,0-4 15,0-12-15,-1-17 16,-1-20-16,1-28 16,-2-37-16,12-40 15,10-41-15,18-44 16,46-33-16,22-11 15,-21 45 1</inkml:trace>
  <inkml:trace contextRef="#ctx0" brushRef="#br3" timeOffset="116969.31">16984 11794 0,'35'-15'0,"17"-13"0,6-4 0,-1-2 16,-7 0 0,-4 0-16,-6 3 15,-9 6-15,-11 4 16</inkml:trace>
  <inkml:trace contextRef="#ctx0" brushRef="#br3" timeOffset="117386.39">17167 11200 0,'0'0'0,"0"0"0,25-2 16,14-8-16,2-9 15,2-8-15,3-4 16,-1-6-1,-3 0-15,-2 0 16,-2 4-16,-5 5 16,0 8-16,-5 8 15,-3 9-15,-3 11 16,-1 13-16,-3 17 0,-3 16 16,-3 15-1,-1 17-15,3 17 16,2 13-1,4 5-15,6-7 0,-5-12 16,-4-26-16</inkml:trace>
  <inkml:trace contextRef="#ctx0" brushRef="#br3" timeOffset="118786.83">18024 11039 0,'0'0'0,"0"0"15,0 0-15,0 0 16,20-1-16,11-6 15,7-6-15,0-6 16,-1-5-16,-8 2 16,-10 0-16,-10 7 15</inkml:trace>
  <inkml:trace contextRef="#ctx0" brushRef="#br3" timeOffset="118986.9">18106 11252 0,'0'0'0,"0"0"0,0 0 16,28-17 0,17-17-16,2-12 15,-4-1-15,-11 8 16</inkml:trace>
  <inkml:trace contextRef="#ctx0" brushRef="#br3" timeOffset="119452.86">18372 10529 0,'7'-49'15,"9"-17"-15,10 4 16,7 14 0,-2 15-16,0 15 0,-6 15 15,-4 14-15,-5 16 16,-7 12-16,-2 5 16,-8 3-1,-6 0-15,-3-3 16,-2-6-16,-1-9 15,1-9-15,2-13 16,1-13-16,7-13 16,6-10-16,6-6 15,9 0-15,7 4 16,5 7-16,3 12 16,-1 9-16,-1 10 15,-4 12-15,-5 11 16,-8 10-16,-7 7 31,-8 12-31,-10 10 0,-8 9 0,-5-1 16,-1-6-16,-4-13 15,0-17-15,1-18 16,3-21-16,-2-18 16,3-16-16,4 2 15</inkml:trace>
  <inkml:trace contextRef="#ctx0" brushRef="#br3" timeOffset="119869.48">18882 10084 0,'-14'15'0,"-3"11"0,3 7 16,3 9-1,5 11-15,11 14 0,7 11 16,6-2-16,5-14 16,0-20-1,3-19-15,0-18 0,2-17 16,-2-13-16,-3-9 15,-7-1 1,-5-2-16,-7 2 16,-11 4-16,-7 2 15,-10 8-15,-5 6 16,-7 8-16,-1 14 16,5 12-16,1 13 15,7 11-15,8 5 16,7-5-16,3-13 15,3-11-15</inkml:trace>
  <inkml:trace contextRef="#ctx0" brushRef="#br3" timeOffset="120386.81">18996 9625 0,'-31'-5'0,"-21"0"16,-12 4-16,-3 9 15,-4 8-15,0 12 16,1 13-16,3 10 16,2 13-1,6 8 1,4 11-16,9 10 0,9 10 15,14 3-15,15 6 16,12 2-16,16 2 16,18-5-16,15-9 15,7-20-15,7-19 16,11-19-16,2-19 16,4-18-16,1-15 15,1-14-15,0-10 16,-6-10-16,-5-11 15,-8-11-15,-10-10 16,-12-14-16,-11-10 16,-13-9-16,-14-5 15,-14-10-15,-12-4 16,-13 8 0,-11 9-16,-10 16 15,-11 16-15,-12 21 16,-10 19-16,-12 22 15,-10 23-15,-13 19 16,22 2-16</inkml:trace>
  <inkml:trace contextRef="#ctx0" brushRef="#br3" timeOffset="128003.4">18788 10690 0,'0'0'15,"0"0"-15,0 0 16,0 0-16,0 0 16,6 29-16,3 22 15,1 11-15,0 10 16,-2 6-16,1 4 16,1 3-16,-2 3 15,2 2-15,0-3 16,0-4-16,1-1 15,0-4-15,1-5 16,-1-7 0,-2-10-16,0-10 0,-3-11 15,-2-11-15,-1-9 16,-3-15-16,-6 1 16,-4-10-16,-4-10 15,0-9-15,0-3 16,0 0-16,1-2 15,1 4-15,2 2 16,1 6-16,3 7 16,2 5-16,4 9 15,0 0-15,-2 4 16,1 10-16,0 8 16,4 9-16,-2 3 15,2 3-15,0 4 16,0-1-1,1-3-15,-2-8 16</inkml:trace>
  <inkml:trace contextRef="#ctx0" brushRef="#br3" timeOffset="128353.07">18138 12408 0,'0'0'16,"0"0"-1,0 0-15,0 0 0,23 2 16,17-3-16,10-1 16,3-1-16,4-1 15,6-1-15,1-2 16,0-3-16,-6-5 16,-6-3-16,-9-2 15,-11-1-15,-8-4 16,-10 5-16</inkml:trace>
  <inkml:trace contextRef="#ctx0" brushRef="#br3" timeOffset="128569.08">18548 11988 0,'-9'23'0,"-3"19"15,1 13-15,3 11 16,5 9-16,1 13 16,3 6-16,1 5 15,-1-1-15,2-5 16,-1-22-16,0-24 16</inkml:trace>
  <inkml:trace contextRef="#ctx0" brushRef="#br3" timeOffset="128969.78">18756 12246 0,'0'0'0,"0"0"15,0 0-15,0 0 16,0 0-16,28-10 16,18-5-16,8-2 15,2 3-15,-2 3 16,-4 4-16,-9 2 16,-8 4-16,-8 3 15,-6 4-15,-6 3 0,-6 10 16,-4 8-1,-4 13-15,-6 12 0,-3 9 16,-2 5 0,1 7-16,1 7 15,-1 8-15,2-3 16,3-3-16,3-6 16,3-9-16,3-13 31,2-17-31,-1-15 0</inkml:trace>
  <inkml:trace contextRef="#ctx0" brushRef="#br3" timeOffset="129820.83">19166 10148 0,'-34'-81'0,"-14"-33"0,-4 7 15,-1 15-15,-3 18 16,-2 17-16,-7 15 16,-3 16-1,-6 15-15,-2 17 16,3 18-16,1 19 16,0 16-16,3 19 15,5 18-15,4 19 16,5 19-16,10 20 15,11 9-15,10 15 16,13 15-16,14 9 16,6 6-16,10 5 15,3 1-15,7-2 16,10-1-16,9-5 16,10-7-1,4-35-15,-1 7 0,6 2 16,-1-12-16,6-17 15,0-25 1,2-21-16,5-22 0,0-24 16,6-23-16,1-23 15,2-24 1,2-26-16,2-23 16,-3-19-16,-3-21 15,-3-17-15,-4-15 16,-3-13-16,-4-15 15,-2-10-15,-3-11 16,-6-5-16,-10-6 16,-11-6-16,-13 1 15,-6 2-15,-21 5 16,-8 11-16,-13 2 16,-13 3-16,-8 9 15,-16 13-15,-16 13 16,-11 18-1,-12 12-15,-15 20 16,-10 23-16,-9 28 0,-9 31 16,-9 32-16,-1 36 15,-1 33-15,6 30 16,7 22 0,33-21-16</inkml:trace>
  <inkml:trace contextRef="#ctx0" brushRef="#br6" timeOffset="172219.95">11693 6384 0,'0'0'0,"10"-13"16,3-4-16,2 5 16,0 6-16,-3 9 15,-6 11-15,-7 11 16,-7 10-16,-8 12 15,-8 14 1,-7 7-16,-5 0 16,-2-6-16,4-11 15,9-13-15,5-11 16,11-10-16,8-8 0,1-9 16,10 1-16,7-3 15,4-3 1,7 1-16,4 1 15,7 0-15,1-2 16,0-3-16,-2-4 16,-6-5-16,-5-1 15,-6-6-15,-5 0 16,-8-2-16,-6-2 16,-6 2-16,-5 0 15,-4 3-15,1 5 16,3 5-16,2 7 15,3 7-15,-1 10 16,0 15-16,3 17 16,-3 15-16,5 15 15,-1 17-15,1 10 16,2 9-16,-4 1 16,-1-6-16,2-20 15,3-20-15,-1-23 16</inkml:trace>
  <inkml:trace contextRef="#ctx0" brushRef="#br6" timeOffset="172736.05">12090 6624 0,'1'-25'0,"6"-13"0,9-3 15,8 4-15,7 9 16,1 12-16,-2 14 16,-2 14-16,-7 15 15,-7 10 1,-10 10-16,-11 5 15,-10 2-15,-6-2 16,-6-6-16,-2-10 16,2-8-16,3-9 15,5-10-15,7-9 16,7-10-16,12-10 16,12-6-16,10-2 15,10 4-15,8 9 16,2 11-16,-1 12 15,-5 13-15,-8 10 16,-12 11 0,-15 7-16,-14 3 15,-13 5-15,-10-1 0,-7-1 16,-7-5 0,-2-12-16,4-12 15,8-14-15,8-15 16,11-16-16,8-1 15</inkml:trace>
  <inkml:trace contextRef="#ctx0" brushRef="#br6" timeOffset="172952.45">12576 6740 0,'0'0'16,"0"0"-16,34-3 16,25 0-1,11-2-15,8 0 0,3-1 16,-1 0-16,-17 2 16</inkml:trace>
  <inkml:trace contextRef="#ctx0" brushRef="#br6" timeOffset="173186.14">12872 6488 0,'-3'34'0,"0"25"16,0 22 0,6 13-1,0 8-15,3 4 0,2-5 16,1-25-16</inkml:trace>
  <inkml:trace contextRef="#ctx0" brushRef="#br6" timeOffset="173603.25">13250 6430 0,'0'0'15,"17"-11"-15,12-5 16,9 0-16,7 2 16,3 4-16,-4 1 15,-2 5-15,-7 4 16,-7 2-1,-4 4-15,-8 7 0,-7 6 16,-5 10-16,-4 11 16,-5 14-16,0 12 15,-4 12-15,-1 14 16,2 7 0,2 2-16,2 0 0,2-25 31,1-24-31</inkml:trace>
  <inkml:trace contextRef="#ctx0" brushRef="#br6" timeOffset="177185.77">20484 4912 0,'-47'-18'0,"-32"-2"16,-15 8-16,-12 13 16,-5 14-16,-7 15 15,-3 11-15,-8 13 16,-1 13-1,-1 13-15,2 11 0,10 5 16,14 6-16,12 4 16,17 7-1,17 0-15,20 0 16,20-2-16,23 1 16,20-6-16,23-6 15,19-6-15,23-8 16,20-7-1,18-9-15,19-10 0,17-7 16,14-9-16,10-13 16,8-7-16,6-8 15,-3-10 1,-4-7-16,-1-8 0,-4-9 16,-3-9-1,-6-8-15,-3-9 16,-5-8-16,-7-8 15,-10-7-15,-7-10 16,-10-4-16,-7-5 16,-13-5-16,-12-4 15,-9-2-15,-8-2 16,-14-2-16,-12-1 16,-10-1-16,-16 0 15,-12 1-15,-13 0 16,-17 4-16,-16 2 15,-14 3 1,-14 3-16,-16 6 16,-9 6-16,-14 4 15,-8 9-15,-14 7 16,-8 10-16,-13 5 16,-9 8-16,-10 8 15,-12 13-15,-8 14 16,-41 8-16,22 13 15,4 14-15,-8 14 16,-8 20-16,-17 10 16,-4 18-16,-3 16 15,-11 12-15,-6 17 16,-1 12-16,51-28 16</inkml:trace>
  <inkml:trace contextRef="#ctx0" brushRef="#br6" timeOffset="187502.93">13742 6701 0,'0'0'16,"0"0"-16,0 0 15,27-4-15,15-2 16,13 2-16,8 1 16,10 2-16,6 5 15,5 1-15,-1 2 16,-4-2-16,-6-3 15,-20-3-15</inkml:trace>
  <inkml:trace contextRef="#ctx0" brushRef="#br6" timeOffset="187769.95">14083 6436 0,'-5'27'16,"-5"22"-16,0 18 15,3 10-15,3 8 16,6 8-16,4 4 15,1-2-15,-1-8 16,-2-23-16</inkml:trace>
  <inkml:trace contextRef="#ctx0" brushRef="#br6" timeOffset="188203.08">14549 6371 0,'0'0'0,"0"0"0,0 0 16,0 0-16,26-3 16,12-2-16,4 1 15,-1 0-15,-1 1 16,-1 0 0,-4 0-16,-7 0 15,-8 3-15,-4 1 16,-4 2-16,-3 2 0,-1 4 15,-3 9-15,-3 10 16,-4 14 0,-6 17-16,-4 17 15,0 21-15,-1 17 16,5 13-16,1 6 16,2-2-16,2-29 15</inkml:trace>
  <inkml:trace contextRef="#ctx0" brushRef="#br6" timeOffset="189486.07">20572 7088 0,'-44'-23'0,"-23"-5"0,-10 6 16,-4 8 0,-2 12-16,-4 11 15,-7 11-15,-5 9 16,-1 8-16,-2 10 0,-1 11 15,-2 12 1,-1 9-16,4 10 16,10 9-16,9 2 15,13 7-15,15 8 16,14 4-16,11 3 16,14 1-16,14 1 15,12-5-15,12 2 16,12-3-1,11-5-15,11-3 16,14-6-16,11-5 16,14-7-16,8-9 15,8-6-15,7-6 16,6-5-16,4-9 16,2-10-16,1-6 15,1-11-15,2-7 16,0-11-16,-2-9 15,-4-13-15,-2-9 16,-1-7-16,-1-10 16,-3-10-16,-2-6 15,-3-8-15,-2-5 16,-2-7 0,-4-5-16,-7-7 15,-5-5-15,-7-5 16,-6-5-16,-10-7 15,-7-3-15,-7-4 16,-8 0-16,-9-2 16,-12-1-16,-9-1 15,-11 0-15,-13 3 16,-12 0 0,-13 2-16,-9 5 0,-8 5 15,-10 4-15,-10 4 16,-7 8-16,-8 6 15,-7 5-15,-7 9 16,-11 8-16,-9 10 16,-7 9-1,-10 15-15,-3 10 16,-8 14-16,-8 14 16,-5 16-16,-4 19 15,-4 15-15,-3 11 16,1-10-16,37-19 15</inkml:trace>
  <inkml:trace contextRef="#ctx0" brushRef="#br6" timeOffset="194502.74">15066 6740 0,'0'0'0,"0"0"16,0 0-1,0 0-15,0 0 0,19-5 16,13 1-16,8 0 16,6 3-16,9 0 15,9 1-15,9 2 16,4-1-1,2-4-15,-8-4 0,-17 0 16</inkml:trace>
  <inkml:trace contextRef="#ctx0" brushRef="#br6" timeOffset="194769.19">15413 6449 0,'-25'68'0,"-6"33"15,3 10-15,5-3 16,6-5-16,8-12 15,6-16-15,5-20 16,3-21 0</inkml:trace>
  <inkml:trace contextRef="#ctx0" brushRef="#br6" timeOffset="195169.21">15685 6391 0,'0'0'0,"0"0"15,0 0-15,21-10 16,14-2-16,12 1 15,5 4 1,4 3-16,1 3 16,-3 3-16,-4-1 15,-8 2-15,-10 3 16,-8 0-16,-7 5 16,-6 7-16,-7 7 15,-6 9-15,-6 10 16,-4 16-16,-2 12 15,-7 13-15,0 15 16,2 11-16,1 7 16,1-3-16,4-6 15,3-25-15</inkml:trace>
  <inkml:trace contextRef="#ctx0" brushRef="#br6" timeOffset="196319.59">20371 9593 0,'-65'0'0,"-27"5"16,-10 6-16,-3 8 15,1 7-15,2 10 16,-3 9-16,0 12 15,1 11 1,4 7-16,2 9 0,2 6 16,12 5-16,10 7 15,11 2-15,13 0 16,15 1-16,16 1 16,14 3-16,16 3 15,12-6-15,14-2 16,17-1-16,14-6 15,13-7-15,12-6 16,8-5 0,7-11-16,4-9 15,4-14-15,-2-13 16,4-10-16,2-11 0,6-10 16,4-10-1,0-7-15,2-6 16,1-5-16,4-4 15,2-6-15,0-7 16,1-5 0,-1-7-16,-1-6 0,-3-4 15,-4-3-15,-4-1 16,-3-3-16,-2-5 16,-2-5-16,-5-1 15,-7-5-15,-6-6 16,-7-4-16,-14-1 15,-10-1-15,-9-1 16,-10-2-16,-11-3 16,-10-1-16,-12 2 15,-11 1 1,-14 2-16,-8 5 0,-10 4 16,-14 9-1,-10 3-15,-12 7 16,-9 9-16,-12 14 15,-12 9-15,-9 14 16,-11 10-16,-13 17 16,-10 13-16,-13 15 15,-11 14 1,-5 14-16,-6 12 0,35-11 16</inkml:trace>
  <inkml:trace contextRef="#ctx0" brushRef="#br6" timeOffset="203252.62">15716 6120 0,'-10'-36'15,"-8"-14"-15,-10-1 16,-8 5-16,-13 6 16,-17 4-16,-16 3 15,-10 6-15,-15 9 16,-15 6-16,-14 9 15,-10 8-15,-11 10 16,-7 14-16,-2 9 16,-1 13-16,4 9 15,5 10-15,7 11 16,8 7 0,17 6-16,16 5 0,17 3 15,20 3 1,19 3-16,20 0 15,22 1-15,20-3 16,18-7-16,21-3 16,17-6-16,17-5 15,10-10-15,13-7 16,9-4-16,31-6 16,6-9-16,6-12 15,20 0-15,15-7 16,-5-5-16,5-8 15,2-9-15,-1-7 16,-5-7-16,-6-10 16,-9-12-16,-9-10 15,-12-11-15,-15-13 16,-10-12-16,-19-7 31,-17-9-31,-14-13 0,-20-9 16,-16-5-16,-16-1 0,-13 2 15,-15 3-15,-20 4 16,-11 4-16,-13 4 16,-7 7-1,-10 9-15,-7 12 16,-8 14-16,-2 14 16,2 16-16,1 16 15,13 15-15,9 15 16,16 9-16,16 6 15,11 10-15,6-6 16</inkml:trace>
  <inkml:trace contextRef="#ctx0" brushRef="#br6" timeOffset="203620">16631 6681 0,'0'0'0,"0"0"0,0 0 15,0 0-15,42-8 16,33-16-16,-7 0 15</inkml:trace>
  <inkml:trace contextRef="#ctx0" brushRef="#br4" timeOffset="211786.23">10235 258 0,'9'-12'16,"2"-3"-16,0 3 15,-11 12-15,8-4 16,-4 11-16,-5 13 16,-7 14-1,-7 11-15,-8 12 0,-2 7 16,-5 2-16,-1-5 15,4-6-15,6-9 16,9-8-16,9-9 16,7-5-16,10-5 15,11-6-15,12-7 16,7-7 0,3-4-16,0-7 15,0-3-15,-3-4 16,-7-2-16,-6-2 15,-7-2-15,-10-3 16,-12 1-16,-8 2 16,-4 1-16,-3 7 15,2 4-15,1 8 16,-3 7-16,-2 11 16,0 16-16,-1 15 15,2 17 1,2 13-16,4 16 0,5 14 15,3 3-15,5-8 16,3-17-16,4-21 16,3-25-16,-2-15 15</inkml:trace>
  <inkml:trace contextRef="#ctx0" brushRef="#br4" timeOffset="212269.33">10601 554 0,'23'-43'0,"8"-17"0,4 11 16,0 15-16,-2 18 15,-5 17-15,-1 14 16,-6 14-16,-6 11 15,-11 9-15,-8 6 16,-7-1 0,-3-5-16,-7-9 15,-2-8-15,2-8 16,4-15-16,5-11 16,4-9-16,7-5 15,8-8 1,7-4-16,8 2 0,6 4 15,4 10-15,2 11 16,-3 13-16,-3 13 16,-7 12-16,-10 11 15,-13 7-15,-10 7 16,-10-1-16,-9-2 16,-7-6-16,-2-6 15,-2-10-15,2-12 16,4-12-16,9-18 15,8-17-15,12-15 16,11-17-16,3 6 16</inkml:trace>
  <inkml:trace contextRef="#ctx0" brushRef="#br4" timeOffset="212452.64">11112 607 0,'0'0'16,"23"-10"-16,20-4 16,14-1-16,11 4 15,7 1-15,2 4 16,-2 1-16,-8-4 16,-17-1-16</inkml:trace>
  <inkml:trace contextRef="#ctx0" brushRef="#br4" timeOffset="212669.4">11428 392 0,'0'36'16,"1"26"-16,1 13 15,3 8-15,-1-1 16,2-8 0,1-16-16,4-24 0,-2-16 15</inkml:trace>
  <inkml:trace contextRef="#ctx0" brushRef="#br4" timeOffset="213019.19">11737 297 0,'0'0'0,"0"0"15,18-10-15,16-5 16,8-2-16,6 2 15,1 5-15,0 3 16,-6 2 0,-8 0-16,-7 5 15,-7 5-15,-9 5 16,-7 11-16,-7 16 0,-7 15 16,-5 14-1,-3 11-15,-1 14 0,0 5 16,2-2-1,4-15-15,7-23 16,5-23-16,6-21 16,0-10-16</inkml:trace>
  <inkml:trace contextRef="#ctx0" brushRef="#br4" timeOffset="213336.67">12538 122 0,'-12'-9'0,"-7"9"0,-1 10 16,-2 15-16,-1 21 15,1 17-15,3 15 16,3 10-16,5 2 16,8-3-1,6-12-15,7-18 16,8-19-16,7-16 0,5-15 16,3-11-16,-7-4 15</inkml:trace>
  <inkml:trace contextRef="#ctx0" brushRef="#br4" timeOffset="213702.94">12872 276 0,'0'0'0,"-27"5"15,-13 8 1,-5 17-16,-1 17 15,4 15-15,7 3 16,12-4-16,12-10 16,15-12-16,14-13 15,11-20-15,9-8 16,4-10-16,0-11 16,-4-5-16,-5-3 15,-11-5-15,-8 1 16,-10 2-16,-8 5 31,-8 7-31,-7 9 0,-9 12 0,-4 11 16,-3 12-1,1 13-15,7 4 0,12-4 16,13-10 0,12-9-16,13-14 15,-2-5-15</inkml:trace>
  <inkml:trace contextRef="#ctx0" brushRef="#br4" timeOffset="213985.99">13048 154 0,'0'0'15,"0"0"-15,23 2 16,12 10-16,5 12 16,2 12-16,-2 14 15,-10 10-15,-9 9 16,-14 6-16,-13 6 16,-16 4-16,-16 0 15,-18-4-15,-11-11 16,11-19-16</inkml:trace>
  <inkml:trace contextRef="#ctx0" brushRef="#br4" timeOffset="-212493.17">13786 354 0,'31'-5'0,"24"0"16,10 3-16,5-2 15,0-1-15,-15-1 16</inkml:trace>
  <inkml:trace contextRef="#ctx0" brushRef="#br4" timeOffset="-212293.22">13730 561 0,'27'0'0,"26"0"15,20-1-15,13-2 16,3-4-16,-1-4 16,-20 1-16</inkml:trace>
  <inkml:trace contextRef="#ctx0" brushRef="#br4" timeOffset="-211860.28">14720 168 0,'0'-18'0,"1"-5"15,2 4-15,-3 19 0,4-1 16,0 17-1,-1 21-15,-4 18 16,-3 12 0,-2 12-16,-2 6 0,0-6 15,6-14-15,9-19 16,8-17-16,7-17 16,-2-13-16,3-10 15,0-12-15,-1-7 16,-3-4-16,-4-7 15,-2-2-15,-2-2 16,-3 1-16,2 3 16,-2 9-16,-4 15 15,-4 17-15,-1 6 16,-2 22-16,-4 20 16,-1 16-16,-2 14 15,3 5-15,4-3 16,5-7-16,5-16 15,2-17-15,3-21 16,-3-10-16</inkml:trace>
  <inkml:trace contextRef="#ctx0" brushRef="#br4" timeOffset="-211427.46">15060 451 0,'14'-46'0,"5"-16"0,7 1 16,8 9-16,4 16 16,2 16-16,1 15 15,-4 17-15,-9 13 16,-10 12-16,-13 8 16,-11 6-16,-10 0 15,-7-2-15,-8-7 16,-3-9-16,2-9 15,3-13-15,8-11 16,6-14-16,12-6 16,11-11-1,14-7-15,10-1 16,7 6-16,6 11 0,-2 14 16,-5 18-1,-7 14-15,-11 11 16,-13 10-16,-9 3 15,-11 4-15,-7 4 16,-8-1 0,-6-4-16,-2-12 0,-1-15 15,6-17-15,10-17 16,8-19-16,7 0 16</inkml:trace>
  <inkml:trace contextRef="#ctx0" brushRef="#br4" timeOffset="-211260.46">15665 406 0,'30'-1'0,"17"0"16,9 0-16,6-1 16,4 0-16,1 0 15,-4-3-15,-13-6 16,-14-2-16</inkml:trace>
  <inkml:trace contextRef="#ctx0" brushRef="#br4" timeOffset="-211043.42">15886 238 0,'-3'23'0,"-2"21"16,-1 16-16,1 6 16,3-1-16,2-4 15,2-11-15,3-16 32,-2-14-32</inkml:trace>
  <inkml:trace contextRef="#ctx0" brushRef="#br4" timeOffset="-210660.11">16208 141 0,'0'29'0,"2"19"16,1 10-1,4-3-15,7-8 0,7-13 16,10-9-16,5-12 16,1-10-1,-2-10-15,-9-3 16,-8-10-16,-8-1 16,-9-5-16,-3 1 15,-4 1-15,0 7 16,2 5-16,-1 12 15,2 12-15,0 14 16,-3 16-16,0 15 0,1 9 16,2 6-1,5-4-15,4-11 16,4-17-16,3-18 16,-1-13-16</inkml:trace>
  <inkml:trace contextRef="#ctx0" brushRef="#br4" timeOffset="-210160.22">16851 290 0,'0'0'16,"0"0"-16,-6 21 15,-8 10-15,-5 2 16,0-4-16,0-8 15,-1-16-15,0-8 16,2-11-16,1-4 16,4-9-16,6-9 15,8-4-15,14-2 16,7 7-16,3 10 16,1 10-16,0 11 15,-1 14-15,-3 13 16,-8 16-16,-9 15 15,-9 8-15,-9 5 16,-9-1-16,-4-5 16,-5-7-1,-6-15-15,1-12 0,0-14 16,5-11-16,4-10 16,5-9-16,4-9 15,3-6-15,10-3 16,7 1-16,14 4 15,7 9 1,9 8-16,6 16 16,0 16-16,1 15 15,1 6-15,0 4 16,-3-2-16,-4-8 16,-1-7-16,-4-11 15,-8-7-15</inkml:trace>
  <inkml:trace contextRef="#ctx0" brushRef="#br4" timeOffset="-209960.68">17230 368 0,'0'0'0,"28"-3"0,21 0 15,12 2-15,2-1 16,-8-4-16,-18-2 16</inkml:trace>
  <inkml:trace contextRef="#ctx0" brushRef="#br4" timeOffset="-209810.64">17274 613 0,'0'0'0,"32"-19"16,25-9-1,16-4-15,4 10 16,-15 9-16</inkml:trace>
  <inkml:trace contextRef="#ctx0" brushRef="#br4" timeOffset="-209294">18151 464 0,'0'0'0,"10"-27"16,3-13-16,-1-3 15,-2-1-15,-6-2 16,-6 3-16,-7 3 15,-11 4 1,-7 7-16,-6 11 0,-5 9 16,0 9-1,3 12-15,4 10 16,9 9-16,8 3 16,13 6-16,12 0 15,12 2-15,12-1 16,8 0-16,5 3 15,-1 0 1,-8 0-16,-12 0 0,-14-2 16,-14-4-16,-9-5 15,-10-4-15,-11-5 16,-7-5-16,-8-5 16,-4-4-16,-2-7 15,3-6-15,5-10 16,6-8-16,11-7 15,13-12-15,13-10 16,12-3 0,14-2-16,13-1 15,10 8-15,6 8 16,1 10-16,-3 5 16,-7 8-16,-13 7 15</inkml:trace>
  <inkml:trace contextRef="#ctx0" brushRef="#br4" timeOffset="-208944.02">18491 244 0,'-22'12'16,"-13"10"-16,-2 9 31,6 1-31,6 1 0,11-2 0,10-1 16,10-5-16,10-4 15,9-5-15,6-2 16,9-5-16,6-4 16,1-2-16,4-2 15,-4 4-15,-9 3 16,-10 5-16,-16 6 15,-16 5-15,-17 5 16,-20 6 0,-16 1-16,-10-4 15,-5-10-15,-1-13 16,15-6-16</inkml:trace>
  <inkml:trace contextRef="#ctx0" brushRef="#br4" timeOffset="-208759.4">18510 303 0,'43'1'16,"17"5"-16,6 4 16,1 1-16,-2-5 15,-8-7-15,-7-8 16,-15 0-1</inkml:trace>
  <inkml:trace contextRef="#ctx0" brushRef="#br4" timeOffset="-208260.29">18958 65 0,'-38'-25'16,"-30"-6"-1,-11 22-15,-2 9 16,-5 0-16,-4 0 15,-2 0-15,-5 25 16,-5 23 0,-3 14-16,2 18 0,8 16 15,9 15-15,13 3 16,16 3-16,19-7 16,21-11-16,23-15 15,22-11-15,19-15 16,20-13-16,17-13 15,20-10 1,20-8-16,16-7 16,13-4-16,11-3 15,-5-9-15,-8-8 16,-21-12-16,-18-13 16,-19-12-16,-22-11 15,-15-12-15,-13-6 16,-13-1-16,-17-7 15,-14 1-15,-15 3 16,-18 3-16,-17 6 16,-25 8-16,-17 12 15,-15 13-15,-12 18 16,-8 19-16,-3 22 16,1 24-16,7 21 15,8 16-15,14 8 16,25-18-16</inkml:trace>
  <inkml:trace contextRef="#ctx0" brushRef="#br4" timeOffset="-137126.88">13225 10542 0,'0'0'15,"-6"13"-15,2 4 16,6 2-16,3 2 16,5 1-16,3 4 15,4 4-15,3 5 16,-1 5 0,2 5-16,1 0 15,-1-4-15,0-9 16,1-9-16,-3-11 15,2-16-15,0-18 16,6-18-16,3-17 16,5-11-16,2-8 15,3-2-15,-3 2 16,1 7-16,-3 7 16,-4 9-16,-4 10 15,-2 7-15,-3 10 16,-6 8-16,-12 5 15,-5 6-15</inkml:trace>
  <inkml:trace contextRef="#ctx0" brushRef="#br4" timeOffset="-136727.1">13597 10451 0,'-19'7'0,"-7"3"16,1 1 0,8-2-16,7 1 0,6 0 15,4 6-15,4 4 16,4 3-16,4 5 16,1 3-16,5 4 15,3 4-15,0 1 16,2-3-16,2-5 15,-1-9-15,3-11 16,2-16-16,2-18 16,5-19-16,2-20 15,6-15-15,4-13 16,6-5 0,-2 0-16,0 4 15,-2 6-15,-5 13 16,-7 13-16,-5 12 15,-4 11-15,-2 11 16,-8 9-16,-19 15 16,10-4-16</inkml:trace>
  <inkml:trace contextRef="#ctx0" brushRef="#br4" timeOffset="-133460.16">11017 14274 0,'-6'13'16,"-3"-13"-16,1 0 15,3 0-15,5 0 16,0 0-16,0 0 0,2 0 16,5 0-16,6 0 15,4 0-15,4 0 16,4 0-16,7 0 16,4 0-16,5 0 15,4-5-15,7-11 16,2 0-16,4-3 15,9 0 1,5 2-16,3 0 16,7-2-16,6-1 15,-2-1 1,4-1-16,4-3 16,2 1-16,2-1 0,3-2 15,3-1-15,-1-2 16,1-2-16,3-1 15,2-1-15,-1-4 16,-9-5-16,-11-2 16,-21 10-16</inkml:trace>
  <inkml:trace contextRef="#ctx0" brushRef="#br4" timeOffset="-125765.3">6174 9845 0,'0'0'16,"0"0"-16,0 0 0,0 0 16,0 0-16,-2 13 15,0 6-15,1-2 16,5-5-16,0-7 15</inkml:trace>
</inkml:ink>
</file>

<file path=ppt/ink/ink10.xml><?xml version="1.0" encoding="utf-8"?>
<inkml:ink xmlns:inkml="http://www.w3.org/2003/InkML">
  <inkml:definitions>
    <inkml:context xml:id="ctx0">
      <inkml:inkSource xml:id="inkSrc0">
        <inkml:traceFormat>
          <inkml:channel name="X" type="integer" max="32767" units="cm"/>
          <inkml:channel name="Y" type="integer" max="32767" units="cm"/>
          <inkml:channel name="T" type="integer" max="2.14748E9" units="dev"/>
        </inkml:traceFormat>
        <inkml:channelProperties>
          <inkml:channelProperty channel="X" name="resolution" value="375.81143" units="1/cm"/>
          <inkml:channelProperty channel="Y" name="resolution" value="655.20898" units="1/cm"/>
          <inkml:channelProperty channel="T" name="resolution" value="1" units="1/dev"/>
        </inkml:channelProperties>
      </inkml:inkSource>
      <inkml:timestamp xml:id="ts0" timeString="2021-06-24T07:51:33.746"/>
    </inkml:context>
    <inkml:brush xml:id="br0">
      <inkml:brushProperty name="width" value="0.05292" units="cm"/>
      <inkml:brushProperty name="height" value="0.05292" units="cm"/>
      <inkml:brushProperty name="color" value="#FFFFFF"/>
    </inkml:brush>
    <inkml:brush xml:id="br1">
      <inkml:brushProperty name="width" value="0.05292" units="cm"/>
      <inkml:brushProperty name="height" value="0.05292" units="cm"/>
      <inkml:brushProperty name="color" value="#FFC000"/>
    </inkml:brush>
    <inkml:brush xml:id="br2">
      <inkml:brushProperty name="width" value="0.05292" units="cm"/>
      <inkml:brushProperty name="height" value="0.05292" units="cm"/>
      <inkml:brushProperty name="color" value="#92D050"/>
    </inkml:brush>
    <inkml:brush xml:id="br3">
      <inkml:brushProperty name="width" value="0.05292" units="cm"/>
      <inkml:brushProperty name="height" value="0.05292" units="cm"/>
      <inkml:brushProperty name="color" value="#FFFF00"/>
    </inkml:brush>
  </inkml:definitions>
  <inkml:trace contextRef="#ctx0" brushRef="#br0">18227 1826 0,'-26'-3'0,"-7"-2"0,4 1 15,7 1-15,7 2 16,6 1-16,9 0 15,0 0 1,2-4-16,7-2 0,10-6 16,15-5-16,10-7 15,10-7-15,12-6 16,7 0-16,8-2 16,2 3-1,0-2-15,-3 5 16,-2 2-16,-3 4 15,-9 6-15,-7 4 0,-4 4 16,-6 4 0,-7 5-16,-2 4 15,-5 0-15,-6 0 16,-8 0-16</inkml:trace>
  <inkml:trace contextRef="#ctx0" brushRef="#br0" timeOffset="633.47">19734 1646 0,'13'-20'0,"10"-15"16,7-11-16,3-10 15,2-6-15,1-1 16,0-3 0,1-2-16,-7-1 15,-4 1-15,-6 4 0,-5 4 16,-3 5-16,-5 7 16,-2 4-16,-3 8 15,-7 6-15,-2 8 16,-4 7-16,4 9 15,-3 10-15,-2 8 16,-3 9-16,-2 11 16,1 9-16,3 10 15,3 9-15,3 8 16,2 8 0,3 7-16,1 3 15,5 9-15,1-1 16,-2-3-16,3-6 15,2-10-15,2-10 16,1-12-16,2-11 16,3-13-16,1-10 31,2-15-31,-1-16 0,2-17 0,-3-1 16</inkml:trace>
  <inkml:trace contextRef="#ctx0" brushRef="#br0" timeOffset="1499.8">20320 1374 0,'0'0'0,"0"0"16,2 38-16,-1 21 16,0 7-16,3 1 15,3-9-15,2-15 16,5-15-1,4-11-15,2-11 0,2-6 16,-2-10 0,1-7-16,-2-4 15,-3-11-15,-3-6 16,-5-7-16,-4-2 16,-6-3-16,-8 0 15,-6 6-15,-4 10 16,-5 12-1,-2 12-15,1 11 0,2 13 16,2 10-16,7 7 16,6 1-16,12-3 15,12-8-15,11-12 16,9-12 0,8-7-16,7-8 0,-3-2 15,-2-2 1,-6 0-16,-7 0 15,-8 2-15,-8 5 16,-9 0-16,-5 5 16,-6 2-16,-2 5 15,-2 4-15,-1 5 16,-1 10-16,2 7 0,1 10 16,5 8-1,3 6-15,6 11 0,3 8 16,5 7-1,4 11-15,3 4 16,-3-1-16,-6-8 16,-7-4-16,-6-12 15,-10-4-15,-8-7 16,-9-10-16,-3-7 16,-3-11-16,-3-9 15,0-12-15,5-17 16,0-15-16,5-22 15,7-18-15,8-13 16,8-10-16,10-5 16,13-1-16,11 5 15,8 5 1,5 9-16,5 11 16,2 9-16,-3 14 15,-6 14-15,-3 17 0,-8 15 16,-4 22-1,-7 16-15,-2 20 16,-5 13 0,-1 0-16,-1-13 0,1-19 15,-2-22-15,-1-18 16,-3-7-16,-2 0 16</inkml:trace>
  <inkml:trace contextRef="#ctx0" brushRef="#br0" timeOffset="1683.43">21026 1123 0,'0'0'16,"0"0"-16,0 0 15,11 23-15,8 12 16,5 4-16,-3-9 15</inkml:trace>
  <inkml:trace contextRef="#ctx0" brushRef="#br0" timeOffset="3216.33">21512 1297 0,'-20'-21'0,"-10"-6"16,-1 9-16,2 15 16,1 14-16,1 18 15,3 15-15,5 14 16,7 5-16,9 0 16,10-10-16,10-11 15,12-14 1,8-15-16,8-13 0,6-11 15,0-8-15,1-9 16,-1-6-16,-5-5 16,-5-4-16,-10-3 15,-10-3 1,-10 3-16,-8 3 16,-11 10-16,-6 15 15,-6 15-15,-1 16 16,-4 16-16,-1 13 15,1 5-15,5 1 16,6-4-16,6-10 16,7-10-16,8-9 15,4-11-15,4-8 16,3-12-16,2-8 16,-2-5-1,3-5-15,-3 5 0,-4 7 16,-2 10-16,-3 12 15,-3 15-15,0 14 16,-1 10-16,4 2 16,4-2-16,2-5 15,4-7 1,5-11-16,2-9 0,4-9 16,1-9-1,-2-8-15,0-8 16,-1-9-16,-3-4 15,-2-10-15,-5-4 16,-4-4-16,-5-2 0,-5 0 16,-4 2-16,-4 5 15,-3 7-15,-2 10 16,-3 5-16,3 13 16,-2 10-16,0 10 15,2 11 1,1 16-16,2 18 0,3 15 15,3 13-15,3 11 16,5 3 0,5-9-16,7-17 15,3-19-15,1-13 16,0-15-16,0-12 16,-4-10-16,1-11 15,-5-11-15,-2-10 16,3-11-16,-5-8 15,-3-3-15,-3-5 16,-2 2-16,-2 3 16,-2 10-16,1 10 15,-1 14 1,0 26-16,-1 0 0,-2 23 16,0 22-16,3 16 15,0 14 1,-1 2-16,3-7 15,5-12-15,6-16 16,5-14 0,2-12-16,0-14 0,-2-10 15,0-11-15,-1-9 16,-1-6-16,-2-6 16,-3-2-16,-4 6 15,-3 8-15,-1 8 16,-3 20-16,5 1 15,2 21-15,2 17 16,-1 11-16,-1 4 16,3-3-1,3-12-15,0-10 16,3-10-16,3-9 0,0-10 16,1-9-1,1-11-15,-1-6 16,-4-7-16,-2-5 15,-6-6-15,-5-2 16,-5 2-16,-3 7 16,-1 10-16,1 13 15,5 14-15,-3 6 16,0 23-16,0 18 16,4 20-1,2 15-15,2 13 0,1 12 16,-3 2-16,-3-5 15,-6-7-15,-7-8 16,-8-14-16,-7-13 16,-9-15-1,-8-16-15,-5-18 16,3-22-16,1-23 16,3-19-16,4-24 15,16-17-15,19-9 16,16 4-16,15 16 15,10 23-15,5 20 16,-2 14-16,-10 18 16,-7 6-1</inkml:trace>
  <inkml:trace contextRef="#ctx0" brushRef="#br0" timeOffset="4265.79">19090 2956 0,'-5'-23'0,"2"-5"16,4 6-16,-1 22 16,9-3-16,6 22 15,2 27-15,-3 25 16,0 22-16,-3 14 15,-1 2-15,-2-10 16,-4-19 0,-2-25-16,2-23 15,2-22-15,2-19 16,0-16-16,3-12 16,4-10-16,4-8 15,2-6-15,3 2 16,2 3-16,0 10 15,1 14-15,-3 15 16,0 16-16,-1 18 16,1 15-1,1 12-15,-1 8 0,-3-3 16,3-7-16,-2-14 16,1-9-16,-3-13 15,-3-9-15,0-10 16,-2-9-16,-2-8 15,-5-8-15,-7-5 16,-2-5 0,-9-3-16,-3 0 15,-3 0-15,-2 6 16,2 9-16,1 8 16,3 10-16,5 8 15,7 10-15,0 0 16,1 6-16,8 5 15,10-1-15,6-5 16,5-8-16,3-7 16,0-9-1,0-3-15,-5-1 0,-3 2 16,-6 2-16,-4 7 16,-5 3-16,-10 9 15,7 0-15,2 13 16,-2 15-16,0 14 15,0 15-15,-1 18 16,2 14-16,6 12 16,1-1-16,1-16 15,2-23-15,-3-22 16,-5-23-16,-4-15 16,-2-5-16</inkml:trace>
  <inkml:trace contextRef="#ctx0" brushRef="#br0" timeOffset="5700.18">19979 3072 0,'0'0'0,"0"0"15,0 0-15,0 0 16,23-26-16,15-17 15,4-7 1,1 1-16,-6 2 16,-1 3-16,-4 4 15,-7 5-15,-5 3 16,-11 6-16,-7 6 16,-3 9-16,-4 8 15,-3 8-15,0 9 16,0 13-16,0 16 15,0 13-15,4 13 16,5 9-16,5 2 16,3 3-16,3-2 15,2-6-15,0-11 16,-1-11-16,-2-12 31,-2-11-31,-3-12 0,-2-8 0,-2-11 16,0-9-16,-1-13 15,0-10-15,-1-11 16,0-9-16,2-6 16,0 0-16,2 7 15,3 12-15,1 12 16,4 18-16,2 16 16,3 18-16,3 16 15,4 13-15,0 7 16,4-5-16,1-14 15,3-14-15,2-21 16,1-12-16,-1-14 16,-3-10-16,-6-5 15,-3-2-15,-6-2 16,-2-4 0,-6 3-16,-4 5 0,-2 8 15,1 13-15,-1 15 16,2 17-16,0 14 15,3 14-15,3 5 16,-1-6-16,2-6 16,4-12-1,4-10-15,0-8 0,1-9 16,-4-10 0,2-11-16,-2-5 0,-3-4 15,-3-9-15,-6-2 16,-13-2-1,-10 1-15,-7 4 16,-7 8-16,-1 10 0,-1 15 16,0 11-1,1 13-15,5 5 16,7 0-16,8-4 16,10-7-16,9-8 15,10-12-15,11-10 16,5-6-16,6-4 15,5-1-15,-1 1 16,-1 7-16,-3 10 16,-7 9-16,-3 14 15,-7 13-15,-4 11 16,-5 10-16,-2 0 16,-2-2-16,1-6 15,-2-8-15,2-7 16,-1-7-16,0-8 15,1-7-15,3-10 16,-1-9-16,3-12 16,1-10-16,0-9 15,2-4-15,-3 0 16,3 7-16,0 11 16,-3 14-16,-1 15 0,2 16 15,0 15-15,-2 14 16,0 6-16,0 0 15,1-6-15,2-11 16,4-10-16,0-13 16,0-8-16,5-14 15,0-8 1,0-8-16,-1-7 16,-3-7-16,-4-5 0,-7-6 15,1-3-15,-3 0 16,-5 4-1,-1 8-15,-1 13 16,0 13-16,0 22 0,0 4 16,-2 25-1,5 22-15,-2 15 16,2 17 0,2 8-16,5-4 0,4-9 15,6-19-15,0-20 16,1-21-16,-3-18 15,-4-16-15,-7-12 16,-9-6-16,-4 5 16</inkml:trace>
  <inkml:trace contextRef="#ctx0" brushRef="#br0" timeOffset="5836.69">21525 2852 0,'0'0'16,"16"-18"-16,21-10 15,15 2-15,16 4 16,5 8-16,1-2 16,-18 5-16</inkml:trace>
  <inkml:trace contextRef="#ctx0" brushRef="#br0" timeOffset="6232.78">19740 4364 0,'-13'-11'0,"-4"-2"15,3 5-15,9 12 0,6 14 16,6 14-16,6 18 15,2 24 1,2 16-16,4 16 16,2 11-16,-6-2 15,-8-11-15,-4-29 16</inkml:trace>
  <inkml:trace contextRef="#ctx0" brushRef="#br0" timeOffset="6567.43">19727 4448 0,'-11'-58'0,"-2"-20"16,7-1-16,10 10 15,11 12-15,9 14 16,7 17-16,2 19 15,0 19 1,-3 22-16,-9 23 0,-8 18 16,-9 13-16,-9 4 15,-7 1-15,-8-4 16,-4-8-16,-3-12 16,0-17-1,-1-24-15,3-24 16,4-19-16,12-20 15,12-12-15,4 5 16</inkml:trace>
  <inkml:trace contextRef="#ctx0" brushRef="#br0" timeOffset="6732.91">20055 4163 0,'0'0'0,"16"9"16,4 12-16,0 16 15,-1 19-15,-5 15 16,-5 14-16,-1 9 16,-1 8-16,0-3 15,-8-12 1,-2-24-16</inkml:trace>
  <inkml:trace contextRef="#ctx0" brushRef="#br0" timeOffset="7084.36">20068 4628 0,'0'0'15,"0"0"-15,14-12 16,6-10-16,5-8 16,2-2-16,4-6 15,0-2-15,-1-4 16,-5 0-16,-5 0 15,-9 3 1,-6 4-16,-6 1 0,-4 5 16,-4 6-16,2 8 15,-1 8-15,1 12 16,2 11-16,4 17 0,2 17 16,2 15-1,4 17-15,5 15 16,1 12-16,3 10 15,2 0-15,-2-9 16,-2-20-16,-2-25 16,-3-23-16</inkml:trace>
  <inkml:trace contextRef="#ctx0" brushRef="#br0" timeOffset="7383.48">20554 4124 0,'0'45'15,"3"28"-15,3 14 16,3 8-16,1 4 15,3 5-15,-1-5 16,-1-11-16,-3-18 16,-6-19-16,-5-20 15,-4-12-15,-4-14 16,-1-12-16,-1-13 16,3 0-16</inkml:trace>
  <inkml:trace contextRef="#ctx0" brushRef="#br0" timeOffset="7632.63">20478 4240 0,'-1'-41'0,"2"-18"16,9-1-16,7 10 15,6 14-15,7 13 16,4 13-16,1 15 15,-1 11-15,-6 11 16,-7 12-16,-8 11 16,-7 11-16,-12 10 15,-8 10-15,-11 4 16,-8-5-16,3-19 16</inkml:trace>
  <inkml:trace contextRef="#ctx0" brushRef="#br0" timeOffset="7967.02">19500 5519 0,'44'2'16,"30"-1"0,16-5-16,9 2 0,7-4 15,10-2-15,12-2 16,14 0-16,10-2 15,3-4-15,0-4 16,0-6-16,-34 4 16</inkml:trace>
  <inkml:trace contextRef="#ctx0" brushRef="#br1" timeOffset="22316.03">5953 8160 0,'0'0'0,"0"0"15,0 21-15,2 17 16,2 13-16,-3 12 16,2 12-16,0 13 15,0 9 1,-1 10-16,-3 6 16,0 8-16,-2 1 15,-1-2-15,-1-2 16,2-9-16,-3-15 15,0-26 1</inkml:trace>
  <inkml:trace contextRef="#ctx0" brushRef="#br1" timeOffset="23266.87">5960 8166 0,'0'0'15,"0"0"-15,0 0 16,0 0-16,4-10 16,5-4-16,9 4 15,8 4-15,4 2 16,7 3-16,4-1 16,7 2-16,6 0 15,3 0-15,2-3 0,7 0 16,2-3-1,4-1-15,4-2 16,0 0-16,-1 1 16,-3-2-16,-5 5 15,-5 1-15,-5 1 16,-6 2 0,-5 1-16,-7 0 0,-3 1 15,-7 2-15,-6 1 16,-5-2-16,-4-2 15,-5 1-15,-9-1 16,0 0-16,0 0 16,0 0-16,6 2 15,-6-2-15,0 0 16,3 7-16,-5 4 16,0 0-16,-1 4 15,3 7-15,-1 6 16,0 7-16,0 5 15,3 9-15,-1 9 16,1 10-16,1 10 16,2 5-16,2 2 15,0-3-15,-2 0 32,0-1-32,2-1 0,0-2 0,0-1 15,-4-4-15,-3-4 16,-3-5-1,-2-4-15,-4-6 16,-7-5-16,-4-5 16,-3-7-16,-2-5 15,-2-5-15,-6-6 16,0-6-16,-5-3 16,-4-3-16,-4-5 15,-4 0-15,-3-2 16,-3-2-16,-6 1 15,-3 3-15,-4 1 16,-1 4-16,-2 3 16,0 1-16,3 1 15,0 0-15,8-1 16,3 0-16,2-3 16,3-3-1,12-3-15</inkml:trace>
  <inkml:trace contextRef="#ctx0" brushRef="#br1" timeOffset="23669.9">6243 10102 0,'0'0'16,"-2"19"-16,-2 14 15,2 9 1,-1 9-16,1 12 16,-3 9-16,2 10 15,-1 6-15,2 3 16,0-7-16,-3-14 16,0-18-16,-1-18 15,-1-18-15,0-12 16,0-12-16,1-2 15</inkml:trace>
  <inkml:trace contextRef="#ctx0" brushRef="#br1" timeOffset="24049.86">6161 10749 0,'-2'-75'16,"2"-24"-16,4 4 16,5 15-16,2 16 15,3 12 1,4 10-16,1 11 15,1 10-15,1 8 0,-2 9 16,0 6-16,-4 9 16,-5 10-16,-3 7 15,-6 5-15,-7 6 16,-3 5 0,-6 4-16,-5 0 15,-1-4-15,1-10 16,4-8-16,5-10 15,5-6-15,6-10 0,0 0 16,1 0 0,8-5-16,5 1 0,3 2 15,5 4 1,4 7-16,0 11 16,3 12-16,2 13 15,-3 7-15,-7 0 16,-7-11-16</inkml:trace>
  <inkml:trace contextRef="#ctx0" brushRef="#br1" timeOffset="24599.31">6546 8560 0,'-25'2'0,"-9"3"16,3 8-16,2 12 15,3 13-15,2 13 16,3 15-16,6 12 16,5 11-16,5 3 15,7-4-15,5-18 16,6-21-16,5-17 15,3-16-15,0-11 16,-1-10-16,0-4 16,-3-7-16,-1-8 15,0-7 1,-2-4-16,-5-1 16,-5-3-16,-5 6 0,-5 4 15,-7 5 1,-5 10-16,-5 11 15,-3 11-15,-1 10 16,-3 9-16,5 1 16,3-6-16,4-10 15,4-7-15</inkml:trace>
  <inkml:trace contextRef="#ctx0" brushRef="#br1" timeOffset="24949.73">6659 8863 0,'4'31'0,"3"18"16,4 4-16,2-3 16,5-4-16,2-10 15,1-10-15,2-12 16,-1-12-16,0-9 15,0-9-15,0-9 16,1-8-16,0-9 16,-3-5-16,-4-5 15,-3-1-15,-9 2 16,-4 8 0,-7 6-16,-9 10 15,-3 12-15,-5 12 16,-1 11-16,-2 7 15,1 9-15,2 2 16,7-5-16</inkml:trace>
  <inkml:trace contextRef="#ctx0" brushRef="#br1" timeOffset="25315.91">8059 7992 0,'2'29'16,"3"24"-16,-5 16 15,-2 17-15,1 13 16,-3 17-16,4 11 16,0 8-16,-3 3 15,3-3-15,2-8 16,2-11-16,4-15 15,-2-15-15,-2-24 16</inkml:trace>
  <inkml:trace contextRef="#ctx0" brushRef="#br1" timeOffset="26166.1">8142 7947 0,'-5'-13'16,"2"0"-16,4-1 15,8 3-15,9 3 16,9 3-16,12 2 16,7 0-1,10 0-15,6 3 16,5 1-16,9-1 0,3 2 16,3 0-1,0 2-15,6-3 16,0-1-16,-4 0 15,-4 0-15,-6 2 16,-8 0-16,-7 1 16,-9 2-16,-9-2 15,-8 2-15,-7 2 16,-6-1-16,-7-1 16,-4-2-16,-9-3 0,5 6 15,-4 1 1,-2 3-16,-2 1 15,-1 5-15,-2 5 16,-1 7-16,0 5 16,0 7-16,2 10 15,-1 10-15,1 9 16,3 8-16,3 2 16,0 2-16,-1-1 15,1 3-15,3 2 16,-2 0-16,0-1 15,-2-4-15,0 0 16,-4-3-16,3-5 16,-2-7-16,-3-6 15,-4-8-15,2-7 16,-3-7 0,-4-6-16,-1-7 15,-3-5-15,-5-4 0,-4-5 16,-5-2-16,-3-3 15,-4-5-15,-6-4 16,-6 0-16,-3-1 16,-4 2-1,-9 3-15,-4 1 16,-7 5 0,-2 0-16,-1 4 0,-4 4 15,0 2-15,1-1 16,-3-2-16,18-4 15</inkml:trace>
  <inkml:trace contextRef="#ctx0" brushRef="#br1" timeOffset="27849.19">8577 9974 0,'-13'16'0,"-3"12"0,2 11 16,1 11-16,0 10 15,4 8 1,1 11-16,0 5 15,4-1-15,2-5 16,1-14-16,-1-19 16,-2-21-16,0-14 15</inkml:trace>
  <inkml:trace contextRef="#ctx0" brushRef="#br1" timeOffset="28316.3">8451 10374 0,'1'-36'0,"0"-15"16,1 0-16,-1 6 15,3 7 1,4 5-16,4 4 0,4 7 16,2 5-16,1 4 15,-2 8-15,1 7 16,-1 10-16,-4 8 15,-2 10-15,-2 7 16,-4 6-16,-6 1 16,-4-3-16,0-7 15,0-8-15,2-9 16,3-17-16,0 0 16,2 1-16,7-12 15,4-7-15,1-2 16,4 1-16,3 3 15,0 7-15,2 6 16,-4 10-16,-4 6 16,0 6-16,-6 7 15,-10 5-15,-5 5 16,-8 6 0,-6 5-16,-5 8 0,-5-1 15,-4-3-15,-1-6 16,3-12-16,-2-15 15,0-18-15,9-6 16</inkml:trace>
  <inkml:trace contextRef="#ctx0" brushRef="#br1" timeOffset="28832.82">8634 8418 0,'-31'33'0,"-6"21"16,5 15-16,5 11 16,11 8-16,9 4 15,11-8-15,5-14 16,3-26-16,0-20 15,5-19-15,-2-14 16,0-8-16,1-10 16,-1-7-16,-2-5 15,-1-7-15,-6 0 16,-4 3-16,-4 3 16,-4 10-16,-6 12 15,-5 14-15,-5 14 16,-4 17-16,-3 12 15,1 7-15,1-3 16,6-10-16</inkml:trace>
  <inkml:trace contextRef="#ctx0" brushRef="#br1" timeOffset="29166.79">8804 8695 0,'5'43'16,"4"15"-16,7-4 16,5-13-16,2-18 15,5-16-15,-1-12 16,1-9-16,-2-9 15,-2-6-15,-4-3 16,-4-1-16,-7-3 16,-8 2-16,-4 0 31,-7 5-31,-7 7 0,-4 8 0,-3 9 16,-3 11-1,0 10-15,0 5 16,2 2-16,8-5 15</inkml:trace>
  <inkml:trace contextRef="#ctx0" brushRef="#br1" timeOffset="29532.42">10273 8004 0,'0'0'0,"-2"36"15,0 26-15,1 17 16,-1 19-16,-7 21 16,1 20-16,-3 11 15,0 7 1,2-6-16,4-14 0,2-19 16,4-21-1,3-19-15,0-21 16,-2-20-16</inkml:trace>
  <inkml:trace contextRef="#ctx0" brushRef="#br1" timeOffset="30366.42">10293 8004 0,'0'0'0,"0"0"16,0 0-1,0 0-15,22 0 0,17 2 16,9-1-16,8-2 15,4-2 1,9-2-16,5-1 0,7-1 16,6 1-1,1 0-15,2 2 16,2-1-16,-1 1 16,0 3-16,-6 1 15,-6 0-15,-4 3 16,-9 0-16,-6 2 15,-10 2-15,-8 0 16,-9 0-16,-5 0 16,-10 0-16,-2 0 15,-6-1-15,-4 1 16,-3-1-16,-4 3 16,-1 4-16,-2 4 15,-4 5 1,-3 6-16,0 8 0,-1 8 15,0 9-15,2 10 16,2 12-16,4 10 16,1 7-16,3 0 15,4-3 1,0-9-16,3-4 16,-1-5-16,4-4 15,-2-6-15,-2-5 16,-3-7-16,-1-5 15,-4-6-15,-5-3 16,-3-4-16,-4-5 16,-6-3-16,-3-5 15,-7-3-15,-6-3 16,-4-3-16,-7-3 16,-5-3-16,-7-5 15,-7 0 1,-6-1-16,-7 3 15,-3 3-15,-5 2 0,-3 3 16,0 1-16,4 4 16,7 0-16,7-3 15,-1-4 1,18-2-16</inkml:trace>
  <inkml:trace contextRef="#ctx0" brushRef="#br1" timeOffset="30999.29">10891 10032 0,'-15'-6'15,"-9"0"-15,-3 8 0,1 11 16,2 16-16,1 13 16,6 15-16,-1 13 15,4 7 1,8-2-16,6-11 15,7-16-15,3-20 16,4-12-16,3-14 16,0-9-16,1-8 15,2-8 1,0-8-16,-1-5 0,2-1 16,-5 1-16,-6 2 15,-4 11-15,-1 8 16,-5 15-16,-4 0 15,-3 19-15,0 20 16,-4 20-16,3 20 16,0 19-16,5 15 15,7 8-15,5 0 16,-1-13-16,-2-30 16</inkml:trace>
  <inkml:trace contextRef="#ctx0" brushRef="#br1" timeOffset="31568.42">10828 8366 0,'-24'-2'15,"-10"0"-15,6 5 16,5 7-16,4 12 16,2 12-16,3 14 15,-2 17-15,5 17 16,4 14 0,6 4-16,6-7 0,6-23 15,5-22-15,3-22 16,3-15-16,2-12 15,1-11-15,0-8 16,1-7 0,-6-3-16,-3 0 15,-5 1-15,-6 1 16,-6 3-16,-8 10 16,-4 9-16,-9 14 15,-4 14-15,-4 17 16,-3 14-16,1 4 15,6-5-15,5-12 16,6-12-16</inkml:trace>
  <inkml:trace contextRef="#ctx0" brushRef="#br1" timeOffset="31917.28">11043 8722 0,'5'44'0,"2"19"0,5 1 16,5-9-16,2-14 16,1-15-1,3-13-15,0-11 0,-1-11 16,-1-10-16,-1-8 15,-1-8 1,0-5-16,-3-3 16,-6-1-16,-6 1 15,-6 5-15,-5 6 16,-7 6-16,-6 10 16,-7 11-16,-7 13 15,-7 15-15,-7 10 16,-13-55-16,8-18 15</inkml:trace>
  <inkml:trace contextRef="#ctx0" brushRef="#br1" timeOffset="35533.16">12544 7972 0,'-10'12'16,"-4"9"-16,1 11 15,7 8-15,2 16 16,2 14-1,1 13-15,1 15 0,2 13 16,-2 12-16,0 7 16,-2 0-16,-1-3 15,-2-4-15,-1-9 16,1-11-16,-1-12 16,2-16-16,-6-19 15,0-19-15</inkml:trace>
  <inkml:trace contextRef="#ctx0" brushRef="#br1" timeOffset="36499.94">12582 8050 0,'0'0'16,"0"0"-16,-3-10 16,3-5-16,6 5 15,4 4-15,5 5 16,6 4-16,7 1 15,6 2-15,11-3 16,7-1-16,10-7 16,7-1-16,11-4 15,9-2-15,6-2 16,3 0 0,4 0-16,2-1 15,2 3-15,-5 2 16,-1 3-16,-7 1 15,-5 3-15,-5 2 16,-9 2-16,-8 1 16,-10 3-16,-5 2 15,-10 2-15,-7 1 16,-9 0-16,-4 1 16,-5 0-16,-5-1 15,-2 1-15,-4 1 16,-2-2-16,-3 2 15,-2 1-15,-3 1 16,-1 3-16,-1 1 16,0 1-16,2 4 15,0 5-15,0 4 16,1 6-16,1 5 16,1 4-16,2 7 15,-1 4 1,1 4-16,1 2 0,2 2 15,0 1-15,3-1 16,0-2 0,0-3-16,0-3 15,-1-3-15,-1-3 16,1-5-16,-1-4 16,-1-3-16,-2-5 15,0-4-15,-3-5 16,-4-5-16,-2-5 15,-1-3-15,-3-1 0,-8-4 16,-2-2 0,-8-1-16,-2-2 15,-8 1-15,-6 1 16,-5-1-16,-9 1 16,-4 2-16,-5 1 15,-6 3-15,-4 4 16,-3 0-1,-3 6-15,-4 0 0,2 1 16,4-1-16,3-2 16,6-5-16,1-3 15,5-4 1,1-3-16,5 1 16,15 0-16</inkml:trace>
  <inkml:trace contextRef="#ctx0" brushRef="#br1" timeOffset="37149.4">12721 9948 0,'0'0'0,"13"23"15,8 15-15,7 7 16,2 4-16,2 6 15,-2 0 1,0-3-16,-5-7 16,-5-9-16,-6-9 15,-6-9-15,-2-7 16,-6-11-16,0 0 16,5-8-16,-3-16 15,-1-13-15,2-12 16,1-9-16,3-1 15,3 2-15,1 5 16,-2 9-16,-1 9 16,-2 9-16,-3 9 15,-3 3-15,-3 8 16,-3 2-16,6 3 16,-7 0-16,7 0 15,-3 4-15,3 4 16,0 1-16,-2 3 15,-2 5-15,-1 4 16,1 9-16,1 10 16,3 12-16,0 13 15,4 11-15,2 12 16,4 8-16,0 2 16,-1 1-16,-1-23 15</inkml:trace>
  <inkml:trace contextRef="#ctx0" brushRef="#br1" timeOffset="37616.37">13320 10335 0,'0'0'0,"0"0"0,0 0 0,0 0 16,0 0-16,0 0 15,0 0-15,21-11 16,10-7-16,7-4 16,2 0-16,-3-1 15,-2 3-15,-9 5 16</inkml:trace>
  <inkml:trace contextRef="#ctx0" brushRef="#br1" timeOffset="37851.05">13395 10122 0,'-2'19'0,"4"14"0,8 9 15,3 5-15,5 5 16,4 3-16,-1 3 16,0-5-1,-7-13-15</inkml:trace>
  <inkml:trace contextRef="#ctx0" brushRef="#br1" timeOffset="38383.03">13679 10006 0,'0'0'15,"0"0"-15,0 0 0,0 0 16,9 28-16,8 16 15,2 6-15,-1-2 16,-4-5-16,0-5 16,-5-5-16,-5-5 15,-2-7-15,-4-8 16,2-13-16,-4 3 16,0-11-16,-2-9 15,1-9-15,4-7 16,5-4-16,5 1 15,5 6-15,6 8 16,5 7-16,1 7 16,2 9-16,0 6 15,2 5-15,-1 2 16,-3-4 0,-4-6-16,-4-1 0,-5-4 31,-6-3-31,0-5 0,-5-5 0,-1-4 15,-4-8-15,-1-4 16,-3-5-16,-4-3 16,-2-3-1,2-1-15,2 3 16,0 5-16,-2 5 16,2 7-16</inkml:trace>
  <inkml:trace contextRef="#ctx0" brushRef="#br1" timeOffset="39049.43">13402 8644 0,'-38'3'0,"-14"1"15,2-4-15,9-4 16,9-4-16,7-4 16,9-2-16,6-3 15,7-5-15,7-4 16,9-1-16,4 3 16,7 7-16,4 13 15,2 10 1,-2 15-16,-3 19 0,-5 17 15,-5 10-15,-7-1 16,-7-4-16,-8-4 16,-7-2-16,-6-1 15,-8-3-15,-5-8 16,-1-8-16,1-13 16,2-12-1,7-12-15,3-14 16,9-15-16,7-8 15,7-5-15,7 3 16,8 4-16,4 11 16,5 8-16,3 13 15,4 13-15,-3 12 16,1 13-16,3 15 16,1 6-16,-4-8 15,-3-16-15,-9-16 16,-6-9-16</inkml:trace>
  <inkml:trace contextRef="#ctx0" brushRef="#br1" timeOffset="39366.08">13635 8650 0,'0'0'0,"5"22"16,4 12-16,3 6 15,4 3-15,4-1 16,1-9-16,2-11 16,1-11-16,1-9 15,2-11 1,-2-10-16,0-6 16,-4-6-16,-2-1 15,-5-2-15,-7-3 16,-7-3-16,-7 3 15,-7 1-15,-7 5 16,-3 10-16,-4 11 16,-4 10-16,-2 15 15,-2 12-15,-2 12 16,9-5-16</inkml:trace>
  <inkml:trace contextRef="#ctx0" brushRef="#br2" timeOffset="57149.42">5688 7508 0,'0'0'0,"0"0"16,0 0-16,0 0 16,0 0-16,16-13 15,5-7-15,4 1 16,1 2-16,0 1 15,-2 6-15,3 4 16,2 6-16,0 6 16,4 6-16,0 5 15,0 4-15,-2 1 16,2 1-16,1-4 16,-1-3-16,3-3 15,-1-5-15,1-7 16,3-3-16,-1-8 15,5-3-15,0-1 16,2-4 0,3-2-16,1 3 0,0 2 15,1 3-15,1 6 16,1 5-16,0 6 16,-3 3-16,0 3 15,5 0-15,-1 1 16,1 0-16,2 0 15,0-3 1,3 0-16,-2-2 16,-2-1-16,4-2 15,0-5-15,2-2 16,3-3-16,0-3 16,0-3-16,1-1 15,3 0-15,0 4 16,5 3-16,-4 6 15,2 2-15,3 4 16,-2 3-16,1 1 16,2 0-1,0-1 1,2 2-16,0-2 0,1-1 16,1 1-16,-2 0 15,1-2-15,2-1 16,0-3-16,2-1 15,-2-1-15,2-1 16,-3-3 0,4 1-16,1-2 0,1 0 15,1 1-15,-2 2 16,1 1-16,2 0 16,0 0-1,1 0-15,-1 2 16,-1 1-16,2-1 15,-1-1-15,-1-1 16,1 0-16,-1 1 16,0 3-16,-1-1 15,0 2-15,0-4 16,1 3 0,0-1-16,1 0 0,-2 2 15,-1 0-15,-2 0 16,-2 2-16,3 0 15,-1 2 1,1-1-16,-1-1 16,-2 2-16,-1-3 15,-1-2-15,0 0 16,1 0-16,0-2 16,1-1-16,-1-4 15,-1-3-15,-1-1 16,-1-1-16,3-2 15,-3-1-15,1-4 16,-1-1 0,1-5-16,-3 1 15,-1-4-15,-2 0 16,-3 0-16,-1-4 0,-4 1 16,0 0-1,-4-3-15,-3 0 0,-4-1 16,-4 0-1,-3-2-15,-5 2 16,-4-3-16,-5 0 16,-3-2-16,-7-2 15,-3-1-15,-7-2 16,-4 0-16,-3-1 16,-4-3-16,-5 1 15,-4-1-15,-3 4 16,-6 0-16,-4 3 15,-8 2-15,-2 1 16,-9 3-16,-1 4 16,-5 3-16,-5 0 15,-5 4-15,-3 3 16,-6 0 0,0 2-16,-5-1 0,-3 2 15,-4 1 1,0 0-16,-3 0 15,-1-1-15,-2 1 16,-3 3-16,-2-1 16,1 0-16,-2 2 15,-3 2-15,-3 2 16,-2-1-16,1 1 16,-2 0-16,2 2 15,-2-1-15,-2 0 16,0 0-16,-1 1 15,-3 1-15,0 1 16,1 0-16,-2-1 16,-1 1-1,1 2-15,-1-1 16,-1 0-16,3-2 16,-3 1-16,-1-2 15,-1 1-15,1 0 16,0 1-16,-1 1 15,1 0-15,-2 1 16,2 0-16,0 0 16,-3 0-16,3 2 15,-1-2 1,1-1-16,1 0 16,-1 1-16,-1 0 15,2 2-15,0-1 16,1 2-16,-2-2 15,0 1-15,1 0 16,1 4-16,0-2 16,0 2-16,1 1 15,1-1-15,2 1 16,3-4-16,0-2 16,1-1-16,2 0 15,4 0 1,1 1-1,2-1-15,0-1 0,4 1 16,3 0-16,0 1 16,5 1-16,2 2 15,3 1-15,1 3 16,-1 5-16,2 4 16,0 7-16,4 3 15,3 6-15,1 6 16,2 5-1,4 7-15,4 6 16,5 8-16,2 5 0,5 5 16,10 0-1,4-1-15,12-6 16,13-10-16,14-13 16,12-16-16,-2-11 15,-3-8-15</inkml:trace>
  <inkml:trace contextRef="#ctx0" brushRef="#br2" timeOffset="117865.91">13686 9270 0,'-45'-12'0,"-24"-6"16,-6 2-16,-1 5 16,2 7-16,1 6 15,-1 10-15,-2 7 16,-1 7-16,0 9 15,1 5-15,1 8 32,1 7-32,1 6 0,3 5 15,4 6-15,2 9 16,3 8-16,5 6 16,5 6-16,6 4 15,8-2-15,9-2 16,9-3-16,9-3 15,7-3-15,9-5 16,11-4-16,12-3 16,5-5-16,4-3 15,7-8-15,7-5 16,7-8-16,6-4 16,6-7-16,1-8 15,6-8-15,6-5 16,3-7-16,4-9 15,2-6 1,-1-9-16,2-7 16,-1-5-16,0-8 15,-2-9-15,-4-5 16,-5-5-16,-1-7 16,-4-5-16,-5-7 15,-4-5-15,-7-4 16,-4-6-16,-7-4 15,-6-4-15,-7-4 16,-9-2-16,-7-2 16,-9-1-16,-9 0 15,-9 2-15,-8 1 16,-10 5-16,-10 7 16,-11 7-1,-5 9-15,-12 7 16,-8 7-16,-8 10 15,-6 11-15,-7 9 16,-6 11-16,-5 9 16,-5 11-1,-2 9-15,-3 13 16,-6 11-16,23-5 0</inkml:trace>
  <inkml:trace contextRef="#ctx0" brushRef="#br2" timeOffset="123882.73">19753 1355 0,'-26'-19'0,"-9"-7"15,2 2-15,0 7 16,-1 8-16,0 6 15,1 4-15,-3 6 16,-6 8-16,-3 8 16,-3 7-16,-4 7 15,-3 8-15,-3 6 16,-4 9-16,-2 6 16,-7 10-1,0 8-15,-5 11 16,-2 6-16,-3 10 15,-5 10-15,0 6 16,-2 9-16,0 8 16,0 7-16,-2 7 15,4 7-15,0 3 16,2 7-16,0 5 16,-2 8-16,4 8 15,5-2-15,8 4 16,-2 3-16,0 0 15,2 6-15,3 2 16,6 1 0,5 2-16,7-5 15,5-1-15,2-1 16,4 2-16,7-1 16,1-4-16,5-3 15,2-8-15,2-7 16,3-8-1,3-10-15,4-9 16,3-11-16,3-13 0,-1-13 16,4-11-16,3-10 15,0-11-15,-2-14 16,2-10 0,0-12-16,0-12 0,0-9 15,0-11-15,1-7 16,-3-13-16,0 0 15,0 0-15,-1-1 16,-4-11-16,-4-8 16,-1-4-16,0-2 15,0-3-15,1 0 16,0 1-16,-1 2 16,3 1-16,-3 7 15,3 3-15,2 6 16,5 9-16,0 0 15,0 0-15,0 0 16,4 3 0,7 8-16,3 3 0,2 4 15,1-2-15,-3-3 16,-14-13-16,6 6 16</inkml:trace>
  <inkml:trace contextRef="#ctx0" brushRef="#br2" timeOffset="124748.92">17268 8276 0,'1'-16'0,"4"-1"0,4 8 16,3 13-16,-1 15 15,-3 18-15,-2 23 16,1 23 0,-3 17-16,-4 6 15,-1-2-15,0-13 16,-1-14-16,-1-19 16,1-16-16,2-13 15,2-14-15,-2-15 16,2-5-16,2-18 15,3-14-15,2-10 16,0-12 0,3-6-16,5-2 0,5 5 15,2 7-15,4 12 16,0 12-16,0 14 16,2 17-16,1 17 15,-4 22-15,3 20 16,3 16-16,0 6 15,-5-4-15,-5-13 16,-2-14-16,-5-17 16,-3-12-16,0-10 15,-2-11-15,-4-13 16,-1-13-16,-1-15 16,-2-18-16,0-18 15,-2-11-15,0-4 31,2 2-31,-1 9 0,2 16 16,-2 18-16,0 19 16,0 10-16,-2 18 0,2 1 15,2 13 1,0 13-16,-1-4 0</inkml:trace>
  <inkml:trace contextRef="#ctx0" brushRef="#br2" timeOffset="125999.19">18088 8489 0,'-3'56'0,"-1"31"15,6 13-15,3-2 16,6-11-16,3-18 15,0-21-15,3-20 16,-2-13 0,4-14-16,-5-13 0,-1-12 15,-2-8-15,-4-7 16,-6-3-16,-5-3 16,-4 0-16,-7 2 15,-3 2-15,-8 4 16,-1 8-16,1 5 15,2 4-15,4 1 16,4 0-16,4-6 16,8-5-16,9-6 15,11 0-15,7 2 16,8 3-16,7 10 16,7 6-16,2 12 15,3 17-15,-3 17 16,-5 21-16,-8 9 15,-8 6-15,-8-4 16,-6-2 0,-9-6-16,-3-5 0,-4-8 15,-2-4 1,-1-8-16,0-6 16,0-8-16,-1-8 0,0-7 31,0-11-31,2-12 0,2-11 0,4-11 15,7-11-15,6-7 16,8 1-16,5 6 16,6 8-1,3 7-15,3 8 16,1 11-16,2 11 16,0 10-16,-3 13 15,-3 14-15,-7 7 16,-8 7-16,-6 0 15,-7 2-15,-8 3 16,-11-2-16,-4-1 16,-4-6-16,-2-9 15,-1-7-15,0-12 16,3-9-16,3-14 16,5-14-16,1-15 15,7-13-15,5-9 16,7-6-16,9-4 15,8 3-15,4 8 16,3 6-16,2 10 16,-1 10-16,-1 10 15,-4 15-15,-3 15 16,-4 20-16,-8 20 16,-1 25-16,-2 23 15,0 14-15,2-1 16,-4-14-16,-2-21 15,0-17-15,2-18 16,1-13 0,1-9-16,-1-8 15,3-8-15,0-4 0,1-6 16,-2-8-16,2-9 16,-1-11-16,-3-13 15,2-13-15,0-9 16,-2-6-1,-1 1-15,-2 2 16,-1 6-16,-2 7 0,0 8 16,1 7-1,-2 13-15,0 11 16,0 12-16,-2 17 0,3 4 16,-3 22-1,0 26-15,1 23 0,4 26 16,3 17-16,5-1 15,0-10 1,3-25-16,1-24 16,-2-25-16,1-17 15,-5-12-15,-8-11 0,-8 1 16,-3 2-16</inkml:trace>
  <inkml:trace contextRef="#ctx0" brushRef="#br2" timeOffset="126149.39">19052 8502 0,'0'0'16,"27"-19"-16,18-11 16,9-3-1,-10 8-15</inkml:trace>
  <inkml:trace contextRef="#ctx0" brushRef="#br2" timeOffset="126566.39">19784 8476 0,'3'-23'15,"5"-22"-15,6-15 16,6-10-16,-2-4 16,-1 0-16,-6 5 15,-8 8-15,-6 9 16,-3 11-16,-3 9 16,0 11-16,-2 9 15,3 10-15,0 12 16,1 11-16,1 14 15,3 17-15,2 16 16,6 19 0,8 22-16,5 17 0,0 14 15,1 9 1,2 0-16,-3-2 16,-3-3-16,-3-5 0,-5-13 15,-2-19 1,-5-22-16,-5-25 15,-8-21-15,0-18 16</inkml:trace>
  <inkml:trace contextRef="#ctx0" brushRef="#br2" timeOffset="128333.25">19759 8573 0,'18'-57'16,"11"-22"-16,7 2 16,4 18-16,2 19 15,-1 20-15,-4 21 16,-9 23-16,-5 22 16,-8 19-16,-8 21 15,-2 11-15,-8-2 16,-3-17-16,0-24 15,-1-25-15,-1-24 16,4-19-16,4-18 16,2-17-16,9-16 15,10-6-15,5-2 16,2 2 0,3 11-16,-4 18 15,-1 20-15,-5 20 16,-2 19-16,1 17 0,-2 8 15,2 0-15,-3-10 16,-3-10-16,1-12 16,-1-12-16,-2-12 15,-2-13 1,-3-9-16,-4-8 0,-3-7 16,-2-2-16,-8-4 15,-8 1-15,-4 5 16,-7 9-16,-2 14 15,1 15-15,1 16 16,2 15-16,6 17 16,6 15-1,7 11-15,11 1 0,10-9 16,7-15-16,7-17 16,6-15-16,4-14 31,5-15-31,3-10 0,1-5 15,-3-4-15,-5 1 16,-10 2-16,-7 4 16,-8 6-16,-7 3 15,-8 7-15,-4 6 16,-3 6-16,-1 5 0,3 3 16,-1 2-16,4 2 15,3 2-15,5 3 16,6-1-16,5 2 15,6 5-15,4 4 16,6 7-16,0 3 16,-1 4-16,-7 2 15,-6 0-15,-10 2 16,-8 0-16,-9 1 16,-5-1-16,-4-7 15,0-6-15,-1-10 16,2-11-16,5-10 15,0-13-15,8-13 16,4-13-16,6-12 16,6-7-16,9-4 15,3 2-15,3 2 16,3 7-16,-3 7 16,-4 13-16,-6 14 15,-6 8-15,-10 15 16,0 0-16,4 3 15,-3 10-15,1 7 16,2-1-16,3-1 16,1-4-16,4-2 15,6-3-15,6-2 16,7-1-16,-2 0 16,4 0-16,-1 0 15,-3 1-15,-4 5 16,-7 7-16,-11 6 15,-11 6-15,-10 5 16,-8 2-16,-5-1 16,-4-3-1,-3-7-15,5-8 0,6-9 16,6-9-16,7-8 16,9-11-16,7-7 15,6-6-15,8-4 16,7-5-16,6-7 15,5-3-15,3-2 16,0-2 0,-1 0-16,-2-2 15,-3 1-15,-7 2 16,-4 4-16,-6-2 16,-8 4-1,-8-1-15,-6 5 0,-6 4 16,-2 8-16,1 10 15,-2 10-15,1 14 16,1 13-16,3 14 16,1 16-16,4 10 15,5 11-15,2 8 16,4 10-16,5 9 16,6 2-16,1-1 15,-2-10-15,-3-19 16,-3-17-16,-3-14 15,-2-13-15,-3-8 16,-4-14-16,-2 4 16,-3-6-16,-2-4 15,0-3-15,0-2 16,0-3 0,0-1-16,2-5 0,2 1 15,0-3-15,2 1 16,3-1-16,1 3 15,2 4-15,0 2 16,0 4-16,-1 2 16,1 3-16,-5 4 0,0 0 15,6-3 1,1 3-16,-7 0 0,0 0 16,0 0-16,6 5 15,-6-5-15,0 0 16,0 0-16,2-6 15,-5-6-15,-4-7 16,0 3-16</inkml:trace>
  <inkml:trace contextRef="#ctx0" brushRef="#br2" timeOffset="128599.2">20989 7663 0,'-7'21'16,"1"18"-16,8 20 15,2 12-15,6 14 16,7 11-16,2 4 16,0-8-16,-4-24 15</inkml:trace>
  <inkml:trace contextRef="#ctx0" brushRef="#br2" timeOffset="129366.42">21285 7934 0,'-3'-17'16,"6"-11"-16,10-2 16,10 3-16,9 7 15,3 13-15,1 13 16,-4 15-16,-6 13 16,-6 14-16,-7 9 15,-7 9 1,-8 1-16,-10-5 0,-3-8 15,-2-10-15,-2-13 16,0-10-16,2-11 16,0-14-16,4-13 15,1-16 1,5-14-16,4-13 16,6-7-16,9-6 0,7-3 15,7-3-15,4-2 16,3 5-16,-3 7 15,-5 11 1,-5 12-16,-4 17 16,-6 14-16,-3 14 15,-3 20-15,3 19 16,-1 17-16,4 14 16,3 9-16,2-7 15,2-12-15,4-19 16,6-16-16,5-14 15,3-13-15,-1-12 16,-2-8-16,-6-7 16,-5-5-16,-7-5 15,-4 0-15,-6-2 16,-5 1-16,-2 5 16,-3 2-1,2 9-15,0 8 0,4 17 16,0 0-16,3 20 15,4 12-15,9 11 16,3 6-16,7-5 16,3-10-16,5-13 15,-8-9-15,-7-6 16</inkml:trace>
  <inkml:trace contextRef="#ctx0" brushRef="#br2" timeOffset="130099.58">19046 9400 0,'-40'-34'0,"-17"-15"16,0 2-16,5 8 16,4 15-16,2 16 15,1 18-15,4 21 16,2 13-16,6 14 15,9 5-15,14-1 16,13-6-16,13-5 16,17-9-16,9-6 31,6-12-31,4-7 0,0-4 0,-3-2 16,-8 0-16,-9-2 15,-11 4-15,-12 4 16,-13 6-16,-14 4 15,-16 3 1,-11 1-16,-14 0 16,-10-3-16,-5-6 15,-3-7-15,4-7 16,8-9-16,10-8 16,10-6-16,14-5 15,12-3-15,10-1 16,10 0-16,10 2 15,10 4-15,12 5 16,11 9-16,11 10 16,1 5-16,-11-2 15</inkml:trace>
  <inkml:trace contextRef="#ctx0" brushRef="#br2" timeOffset="131548.88">19109 9328 0,'0'0'0,"-16"4"0,-4 7 15,0 14-15,2 15 16,8 13-16,5 11 15,10 5 1,7 1-16,8-12 16,4-16-16,5-17 15,6-18-15,5-15 16,2-17-16,5-14 16,-1-11-16,1-7 15,-5-1-15,-5 2 16,-11 3-16,-9 6 15,-8 8-15,-11 12 16,-8 12-16,-5 19 16,-3 19-16,-2 18 15,1 15-15,8 12 16,5 5 0,7 0-16,8-9 0,7-17 15,8-15-15,4-18 16,3-16-16,0-13 15,0-11-15,-2-10 16,-3-3-16,-5-5 16,-3-1-16,-6-1 15,-3 1-15,-3 6 16,-1 8-16,3 10 16,1 11-16,0 16 15,6 13-15,2 14 16,0 10-16,1 1 15,1-2-15,-1-7 16,1-11-16,-1-10 16,-1-12-16,2-9 15,-3-9-15,-2-9 16,-2-8-16,0-6 16,-2 0-16,-2-2 15,-2 3-15,1 4 16,3 12-16,2 12 15,4 17-15,4 20 16,6 18-16,2 9 16,3 3-16,2-7 15,0-14-15,-1-15 16,0-17-16,-1-15 16,-2-11-16,-4-11 15,-4-10-15,-5-6 16,-7-3-16,-6-4 15,-9-5-15,-6 1 16,-4 7 0,-3 16-1,0 20-15,-1 22 0,4 23 0,2 15 16,1 16 0,6 8-16,7-1 15,6-9-15,0-17 16,2-12-16,1-14 15,1-10-15,1-12 16,3-10-16,-2-10 16,0-8-16,-3-4 15,-3-8-15,1-2 16,0 2-16,4 9 16,4 11-16,3 16 15,2 15-15,4 18 16,-1 11-16,2 9 15,-2 9-15,-2 4 16,-4-1-16,-6-6 16,-4-13-16,-3-10 0,-5-14 31,-3-10-31,-3-12 0,-5-13 16,-1-12-16,-2-15 15,5-9-15,3-6 0,7-4 16,6 2-1,7 11-15,8 14 16,6 16-16,5 18 16,3 21-16,5 19 15,-2 24-15,-6 18 16,-4 9-16,-5-6 16,-7-17-16,-5-18 15,-6-19-15,-5-23 16,-4-20-16,-7-21 15,-5-16-15,-1-13 16,2-13-16,1-5 16,2 4-16,4 13 15,4 19-15,3 17 32,0 16-32,1 21 0,4-4 0,3 6 15,5 6-15,2-2 16,-3 2-16,2-4 15,-3 0-15</inkml:trace>
  <inkml:trace contextRef="#ctx0" brushRef="#br2" timeOffset="131848.98">20989 8979 0,'4'60'16,"8"26"-16,3 2 15,5-12-15,1-22 16,1-17-16,1-20 16,1-17-16,0-14 15,-5-15 1,-5-9-16,-3-8 0,-7-7 16,-9-3-1,-10-3-15,-6 3 16,-7 7-16,-6 12 15,-5 15-15,-1 20 16,0 18-16,-2 15 16,8-4-16,12-7 15</inkml:trace>
  <inkml:trace contextRef="#ctx0" brushRef="#br2" timeOffset="132533.22">17286 10774 0,'0'0'15,"31"-5"-15,18-5 16,8-5-16,7 0 15,8-1 1,10-3-16,9-4 16,9-5-16,14-1 15,8-2-15,9-3 16,11 0-16,9-2 16,4-2-16,8-3 15,10 2-15,9-5 16,7 0-16,7-4 15,4 1-15,5-2 16,0 2-16,5 2 16,-4-1-1,4-2-15,-1 3 0,-1-3 16,-2 2-16,2-6 16,0-3-16,-7 0 15,-14 4-15,-46 13 16</inkml:trace>
  <inkml:trace contextRef="#ctx0" brushRef="#br0" timeOffset="163665.67">13105 11762 0,'-17'8'15,"-6"4"-15,2-5 16,-2-4-16,5-4 16,0-6-1,3-5-15,6-3 16,3-6-16,3-3 15,5-3-15,2 1 16,5 3-16,3 6 0,2 4 16,0 8-16,0 10 15,-1 11-15,-1 14 16,-3 14 0,-3 9-16,-7 7 15,-4 9-15,-8 6 16,-4 8-16,-2 4 15,-8-2-15,-1-3 16,-2-9-16,-1-10 16,1-17-16,1-15 15,5-16-15,2-15 16,3-20-16,5-14 16,7-10-16,7-7 15,7 0 1,5 3-16,7 5 15,2 9-15,3 11 0,3 11 16,1 14-16,2 16 16,3 18-16,-1 16 15,-3 13-15,-2 9 16,-2 2-16,1-10 16,-8-12-16,-4-17 15,-2-15-15,-2-16 16,-3-6-16</inkml:trace>
  <inkml:trace contextRef="#ctx0" brushRef="#br0" timeOffset="164082.63">13351 11949 0,'0'0'0,"-1"23"16,1 17-16,3 11 16,1 6-16,3 4 15,5 1 1,7-7-16,4-13 16,2-12-16,1-13 0,2-12 15,-2-8-15,-1-7 16,-5-10-16,-3-11 15,-8-9-15,-2-11 16,-5-7-16,-5-1 16,-7 3-16,-5 6 15,-5 9-15,-4 9 16,0 11-16,-3 10 16,-1 8-16,-3 8 15,2 6 1,2 2-16,4 0 15,3-1-15,4-6 16,1-8-16,-1-7 16,3-1-16</inkml:trace>
  <inkml:trace contextRef="#ctx0" brushRef="#br0" timeOffset="171499.72">14865 8114 0,'0'0'15,"-3"27"-15,3 19 16,-1 9 0,3 11-16,1 10 15,1 11-15,2 7 16,-1-3-16,0-20 16</inkml:trace>
  <inkml:trace contextRef="#ctx0" brushRef="#br0" timeOffset="171915.58">15413 8289 0,'0'0'0,"0"0"15,0 0-15,0 0 16,0 0-16,0 0 16,0 0-16,0 0 15,7-13-15,0-6 16,-2-1-16,-1 3 31,-3 4-31,-1 13 0,0 0 0,0 0 16,3 2-16,1 13 15,0 12-15,-1 13 16,-3 12-16,-4 12 16,1 8-16,1 4 15,1-5-15,1-20 16</inkml:trace>
  <inkml:trace contextRef="#ctx0" brushRef="#br0" timeOffset="172366.35">15723 8269 0,'0'0'0,"0"0"16,-8-11-16,-2-4 15,-1 2-15,2 5 16,-1 8-16,0 10 16,3 11-16,-1 7 15,3 7-15,3-1 16,4-3-16,4-10 15,1-8-15,0-6 0,1-7 16,-2-7 0,-1-4-16,0-6 0,0 1 15,0-5-15,-3-2 16,0 1 0,0 3-16,0 5 15,1 5-15,3 5 0,2 6 16,2 10-16,-1 9 15,-1 11-15,0 7 16,-1 9-16,-4 3 16,-7 4-16,-6 2 15,-7-1-15,0-13 16</inkml:trace>
  <inkml:trace contextRef="#ctx0" brushRef="#br0" timeOffset="172799.45">14751 8967 0,'0'0'16,"0"0"0,0 0-16,18-12 0,11-2 15,0 8-15,-5 9 16,-4 13-16,-11 13 16,-7 11-16,-10 6 15,-6 2-15,-5 2 16,-5-6-1,1-5-15,1-10 16,5-10-16,6-9 16,3-10-16,5-10 15,7-9-15,6-2 16,5-1-16,8 4 16,6 6-16,4 5 15,5 8 1,1 8-16,2 8 0,-8-3 15</inkml:trace>
  <inkml:trace contextRef="#ctx0" brushRef="#br0" timeOffset="173048.81">15514 8883 0,'-1'80'0,"4"38"15,2 7-15,1-14 16,0-29-16</inkml:trace>
  <inkml:trace contextRef="#ctx0" brushRef="#br0" timeOffset="173466.21">15855 9102 0,'3'-23'0,"0"-13"16,-2-6-16,-3 2 15,-3 4-15,-3 7 16,-4 6-16,-3 7 16,-4 8-16,-3 9 15,1 8-15,1 4 16,3 1-16,6 1 16,8-1-16,6 0 15,8-1-15,8 1 31,5-2-31,3 3 0,3-1 0,0 2 16,0 3-16,-6 0 16,-8 4-1,-6 3-15,-10 2 0,-8 3 16,-9 3 0,-10 0-16,-7 0 0,-1-6 15,-1-10 1,3-8-16,2-12 15,9-10-15,7-14 16,6-12-16,8-13 16,9-13-16,0 9 15</inkml:trace>
  <inkml:trace contextRef="#ctx0" brushRef="#br0" timeOffset="174049.66">15679 8012 0,'-71'-45'16,"-27"-15"-16,-2 6 15,5 10-15,7 14 16,6 12-16,2 14 15,3 12 1,0 15-16,4 12 0,4 13 16,2 12-16,3 10 15,9 12-15,9 12 16,9 11-16,9 11 16,13 14-1,10 11-15,16 8 0,13 4 16,16-5-1,11-15-15,12-19 16,11-22-16,8-22 16,9-20-16,6-20 15,4-20-15,6-19 16,3-18-16,0-19 16,-2-15-16,-1-16 15,-5-13-15,-6-12 16,-12-11-16,-9-6 15,-14-3-15,-16 3 16,-19 8 0,-16 3-16,-17 8 15,-18 8-15,-15 8 0,-13 12 16,-11 12 0,-7 11-16,-10 10 15,-5 11-15,-7 6 16,-4 17-16,21 8 15</inkml:trace>
  <inkml:trace contextRef="#ctx0" brushRef="#br0" timeOffset="177800.44">10438 11459 0,'0'0'16,"0"0"-16,-5 23 16,1 15-16,-1 14 15,3 13-15,1 15 16,0 7-16,2 7 16,3 5-16,3 5 15,-1 0-15,-3-10 16,-3-12-1,0-23-15</inkml:trace>
  <inkml:trace contextRef="#ctx0" brushRef="#br0" timeOffset="178432.89">10898 11595 0,'0'0'0,"0"0"16,-9-13-1,-5-2-15,1-2 16,-4 6-16,2 6 0,0 10 16,-1 10-16,5 15 15,3 10 1,1 10-16,1 7 0,7 1 16,6-7-16,2-13 15,3-16 1,6-13-16,-1-11 15,1-10-15,-2-10 16,-1-5-16,-2-5 16,1-1-16,-4-1 15,-3 1 1,-1 1-16,-1 2 0,-4 5 16,1 5-16,2 8 15,-4 12-15,7 0 16,0 12-16,-2 9 15,1 6-15,3 6 16,0 7-16,-1 2 16,-4 3-16,-3 0 15,0 1-15,-3 6 16,-6 4-16,-6 3 16,-3 1-16,-5-1 15,-6-6-15,-9-7 16,-9-6-16,7-13 15</inkml:trace>
  <inkml:trace contextRef="#ctx0" brushRef="#br0" timeOffset="178865.54">8369 11665 0,'3'80'16,"1"37"-16,5 8 0,0 0 16,-2-7-1,-1-8-15,-6-15 16,0-27-16</inkml:trace>
  <inkml:trace contextRef="#ctx0" brushRef="#br0" timeOffset="179450">8817 11936 0,'0'0'0,"0"0"15,6-16 1,1-9-16,-2-3 0,-2 1 16,-3 1-16,0 4 15,-2 2-15,-1 6 16,-2 7 0,-5 7-16,0 14 0,-2 9 15,-1 12 1,3 6-16,3 7 15,4 3-15,2-7 16,3-8-16,3-13 16,0-8-16,1-7 15,1-8-15,-1-7 16,-2-7-16,0-6 0,-1-4 16,0-3-1,0-3-15,-2-2 16,0 1-16,1 4 15,2 6-15,-2 6 16,2 6-16,1 7 0,0 8 16,-1 9-1,3 8-15,3 7 16,-1 1-16,0 1 16,-2 4-16,-3 4 15,-2 2 1,-6 6-16,-5 8 0,-5 4 15,-10 0-15,-7-4 16,-9-5-16,6-12 16</inkml:trace>
  <inkml:trace contextRef="#ctx0" brushRef="#br0" timeOffset="179883.29">6420 11936 0,'0'66'0,"2"28"15,2 6-15,0-5 16,4-5-16,-3-7 16,-2-23-16</inkml:trace>
  <inkml:trace contextRef="#ctx0" brushRef="#br0" timeOffset="180599.19">6893 12137 0,'10'-15'16,"4"-8"-16,-3-1 15,0-2-15,-4 1 16,-3 2-16,-2 0 16,-5 1-16,0 2 0,-2 3 15,-2 4-15,-1 5 16,-1 6-16,-4 4 15,-2 9 1,0 9-16,1 6 16,1 8-16,1 7 15,3 6-15,4 4 0,2 0 16,6-6 0,3-9-16,1-12 15,3-9-15,1-10 16,1-5-16,-3-10 15,-1-3-15,-2-5 16,1-2-16,0-4 16,4-1-16,-1 2 15,0 0-15,-3 3 0,0 5 16,0 4-16,-2 4 16,-5 7-16,5 1 15,0 9-15,1 7 16,0 4-16,-2 0 15,-3 3-15,2 2 16,1 4-16,1 1 31,-1 1-31,0 3 0,-1 1 0,-3 7 16,-3 4-16,-5 8 16,-5 7-16,-2 6 15,-6 0-15,-4-3 16,-4-6-16,4-8 15,-4-14-15,1-14 16,-3-14-16,-2-15 16,3-9-16,6-2 15</inkml:trace>
  <inkml:trace contextRef="#ctx0" brushRef="#br0" timeOffset="182483.83">5853 11588 0,'-18'44'0,"-4"26"0,5 11 16,5 7-16,1 5 15,2 1-15,1 6 16,-6 3-16,0 4 15,-1-1 1,1-1 0,4-6-16,1-5 0,4-9 15,4-14-15,3-11 16,2-10-16,3-10 16,2-7-16,1-9 15,1-5-15,3-3 16,2-5-16,0-4 15,3-3-15,5-3 16,4-2-16,-1-1 16,1 0-16,4 0 15,4 0-15,7-2 16,4 1-16,5 2 16,5 1-16,5 0 15,4 0-15,4 0 16,3 0-16,7-2 15,5 1-15,4 1 16,5-3-16,4 2 31,5 3-31,5 0 0,3 1 16,7-1-16,2 0 16,6-1-16,3 0 15,4-1-15,5 0 16,4 0-16,6-1 15,4 1-15,6 1 16,5-1-16,4-1 16,3 1-16,3 1 15,0 1-15,3 0 16,2 0-16,-4 0 16,4 1-16,0 3 15,3-2-15,3-1 16,0-2-16,-3 2 15,1 1-15,-3 4 16,0 2-16,0 1 16,-2 3-1,-5 1-15,-4 1 0,-6 0 16,-3 0 0,-7-1-16,-8 1 15,-7 0-15,-9-4 0,-10-2 16,-8-2-1,-9-3-15,-8-1 0,-8-5 16,-12-2 0,-7-7-16,-5-4 15,-10-5-15,-6-6 16,-7-7-16,-5-6 16,-6-8-16,-3-6 15,-3-9-15,-4-7 16,-1-5-16,-5-10 15,-2-5-15,1-8 16,0-4-16,-1-9 16,0-2-16,4-3 31,-2-1-31,0 2 0,0 2 0,4 4 16,-1 7-1,-1 5-15,-2 6 16,1 9-16,-1 5 15,0 6-15,-1 9 16,1 6-16,-1 4 16,-2 5-16,0 7 15,-3 5-15,-2 4 16,-4 6-16,-2 4 16,-3 2-16,-1 3 15,-3 4-15,-3 0 16,-2 0-16,-3 0 15,-3 2-15,-2 1 16,-5 2-16,-3-1 16,-3 2-16,-3 2 15,-5-1-15,-3 0 16,-4-1-16,-3 1 31,-3 0-31,-5 0 0,-4 1 0,-5-2 16,-3 2-16,-3 1 15,-5 3-15,-3-1 16,-7-1-16,-2 0 16,-3 1-1,-4-1-15,-2 0 16,-3 0-16,-2-1 16,-6 2-16,-6 0 15,-3 1-15,-3 0 16,-2 1-16,-2 1 15,-1 1-15,-3-3 16,1 1-16,-2-3 16,-2 0-16,-5-1 15,-1 1-15,-1 1 16,-1 3-16,-4 1 16,-2 2-16,-5-1 31,-2 0-31,-2 1 0,0 1 15,-2-1-15,-2 2 16,0-1-16,-1 1 16,-3-1-16,-1 3 15,-2 0-15,-1 2 16,3 1-16,1 0 16,3 0-16,-2-1 15,4 3-15,0 1 16,4-2-16,1-1 15,4 1-15,4-2 16,9-2-16,8-2 16,6-4-16,4-1 15,6 1-15,27-1 16</inkml:trace>
  <inkml:trace contextRef="#ctx0" brushRef="#br0" timeOffset="183099.37">7637 11375 0,'0'0'0,"0"0"0,0 0 16,0 0-16,0 0 15,6 30-15,3 22 16,-2 16-16,-5 14 16,-4 15-16,-3 15 15,0 11-15,-2 12 16,0 10-16,4 10 15,1 10-15,4 4 16,7-6-16,1-12 16,-3-16-16,-2-35 15</inkml:trace>
  <inkml:trace contextRef="#ctx0" brushRef="#br0" timeOffset="183515.94">9504 10922 0,'-7'77'16,"-2"40"-16,0 18 15,-1 10-15,1 10 16,-4 13-16,2 9 16,3 10-16,-1 6 15,7-1 1,3-5-16,6-14 0,-1-16 16,-2-41-16</inkml:trace>
  <inkml:trace contextRef="#ctx0" brushRef="#br0" timeOffset="183949.09">11838 10800 0,'6'61'15,"-2"38"-15,-2 21 16,-7 14-16,-6 17 16,-8 16-16,0 18 15,-4 20-15,2 17 16,3 10-16,2 5 15,2-7-15,3-52 16</inkml:trace>
  <inkml:trace contextRef="#ctx0" brushRef="#br0" timeOffset="185465.56">14512 11871 0,'-16'-7'0,"-6"-3"0,2 1 16,3 1-16,4 5 15,5 0-15,8 3 16,0 3-16,10 3 16,6 0-16,7 0 15,7-2-15,8-5 16,7-4-16,6-5 15,8-6-15,9-6 16,7-7-16,8-4 16,6-3-1,5-3-15,7-5 16,5-7-16,4-4 16,6-9-16,4-6 15,4-6-15,2-6 16,1-5-16,-3-1 15,-1-4-15,-1-1 16,1-3-16,-6 1 16,-2-2-16,-4 2 15,-7 1-15,-6 4 16,-10 4-16,-8 9 16,-10 7-16,-16 10 15,-9 9 1,-14 8-16,-11 9 15,-8 7-15,-8 5 16,-6 4-16,-6 3 0,-4 3 16,-4 0-1,-1 3-15,-2 0 16,-3 3-16,3 2 16,-3 0-16,1 3 15,2 0-15,-1 1 16,-1 0-16,-1 0 31,4 0-31,0 2 0,5-1 0,2-1 16,3 0-16,8 0 15,0 0-15,1 5 16,6 0-16,4 6 16,4 5-16,4 5 15,-2 7-15,3 6 16,-2 6-16,1 7 15,-2 10-15,-3 12 16,-3 16-16,-3 12 16,-10 6-16,-4-23 15</inkml:trace>
  <inkml:trace contextRef="#ctx0" brushRef="#br0" timeOffset="-214530.49">14089 12337 0,'0'0'16,"0"0"-16,0 0 15,0 0-15,0 0 16,0 0-16,16 10 16,9 2-16,8-1 15,9-2-15,7-5 16,5 1-16,7-4 16,6-1-16,4-2 15,7 1 1,2 0-16,4 0 0,2 1 15,3 0-15,4 0 16,1 2-16,-2-1 16,-2 0-16,-4-1 15,-3-1-15,-6 1 16,-7-3-16,-7-1 16,-8 1-16,-8-2 15,-7 2 1,-10 0-16,-8-1 0,-8 2 15,-5 1 1,-5-4-16,-4-4 0,-5-2 16,-4-2-1,-1 1-15,-2 0 16,0 0-16,1 3 16,1 2-16,2 4 0,-1 4 15,4 4-15,3 5 16,2 9-16,1 8 15,5 8-15,0 2 16,-7 0-16,-3-8 16</inkml:trace>
  <inkml:trace contextRef="#ctx0" brushRef="#br0" timeOffset="-211947.5">16391 11723 0,'0'0'0,"0"0"0,0 0 16,0 0-1,0 0-15,0 0 0,0 0 16,0 0-16,0 0 15,0 0-15,18 7 16,10 3-16,3-2 16,4-5-1,1-4-15,-2-4 16,-1-1-16,-2 0 16,-3-2-16,-4 3 15,-2 2-15,-6 0 16,-2 3-16,-4 3 15,-3 4-15,-4 4 16,-1 6-16,0 10 16,-3 12-16,-4 12 15,1 15-15,1 16 16,-1 14-16,0 13 16,4 11-16,4 7 15,5-4-15,-3-16 16,-2-30-16</inkml:trace>
  <inkml:trace contextRef="#ctx0" brushRef="#br0" timeOffset="-211530.61">16934 11871 0,'0'0'0,"0"0"0,19 2 16,11-3-1,3-3-15,-1-3 0,1-6 16,2-2 15,-3 0-31,-1 0 0,-1 2 0,-5 5 16,-3 6-16,-5 6 15,-1 12-15,-1 14 16,-6 18-16,-2 18 16,-5 17-16,-3 14 15,-2 12-15,-2 5 16,2-5-16,5-12 15,2-22-15,-3-23 16,-1-26-16,-1-14 16</inkml:trace>
  <inkml:trace contextRef="#ctx0" brushRef="#br0" timeOffset="-210847.07">17489 11459 0,'-24'-50'0,"-17"-22"16,-4 0-16,-4 10 16,-2 12-16,-6 12 15,-6 11-15,-4 12 16,-1 7-16,-3 7 15,-1 8-15,-3 7 32,0 9-32,0 11 0,1 11 0,1 13 15,0 8-15,2 11 16,2 8-16,6 6 16,7 11-16,9 8 15,7 8-15,10 6 16,7 9-16,13 8 15,12 3 1,12 1-16,11-3 16,13-9-16,7-13 15,8-16-15,11-17 16,9-17-16,6-17 16,8-11-16,3-11 15,6-13-15,3-10 16,1-13-16,-4-13 15,1-15-15,-3-12 16,-3-10-16,-2-14 16,-2-11-1,-5-12-15,-3-7 0,-6-7 16,-7-6-16,-9-1 16,-11-4-16,-10-4 15,-10-1-15,-10-2 16,-13 2-16,-12 3 15,-11 8-15,-10 11 16,-14 8-16,-10 11 16,-10 10-1,-8 9-15,-7 12 16,-7 6-16,-8 9 16,-9 6-16,-11 1 15,20 7-15</inkml:trace>
  <inkml:trace contextRef="#ctx0" brushRef="#br3" timeOffset="-194280.46">7341 12221 0,'7'15'0,"1"8"15,-2 2-15,-3-1 16,-1 2-16,1-1 16,-1 4-16,-4 3 15,-1 5-15,2 4 16,2 4-16,-1 6 15,4 5-15,-1 3 16,0 3-16,-3 5 16,1 2-16,0 0 15,-2 1-15,0-2 16,1-6-16,-1-7 16,0-7-16,1-8 15,-2-8-15,0-6 16,1-9-16,-2-9 15,3-8-15,0 0 16,-5-1-16,-1-9 16,0-6-16,2-6 15,-3-5 1,0-2-16,2 0 0,-1 2 16,3 2-16,-3 4 15,3 6-15,1 4 16,2 2-16,2 3 15,5 2-15,-7 4 16,5 4-16,0 5 16,-3 1-16</inkml:trace>
  <inkml:trace contextRef="#ctx0" brushRef="#br3" timeOffset="-193581.09">8949 13557 0,'0'0'16,"0"0"-16,0 0 0,0 0 16,0 0-16,0 0 15,0 0-15,0 0 16,0 0-16,0 0 15,0 0 1,0 0-16,0 0 0,0 0 0,0 0 16,0 0-16,0 0 15,0 0-15,7-19 16,3-19-16,-3-7 16,-3-5-16,0-7 15,0-6-15,1-8 16,-4-6-16,0-1 15,2-3-15,-1 0 16,0 0-16,0-1 16,1 2-16,-2 3 15,3 6-15,-2 7 16,2 10 0,1 11-16,0 9 15,-5 9-15,-4 6 16,-1 6-16</inkml:trace>
  <inkml:trace contextRef="#ctx0" brushRef="#br3" timeOffset="-192964.34">10690 13447 0,'0'0'16,"0"0"-16,0 0 0,0 0 15,7-16 1,3-13-16,0-10 15,-3-7-15,0-8 16,1-9-16,-2-8 16,2-10-16,1-5 15,2-4-15,1-5 16,2-2-16,5-5 16,3-3-16,1-1 15,-5-18-15,-4 18 16</inkml:trace>
  <inkml:trace contextRef="#ctx0" brushRef="#br3" timeOffset="-182147.06">2832 8579 0,'0'0'16,"0"0"-16,0 0 15,0 0-15,0 0 16,0 0-16,0 0 16,17 6-16,12 1 15,6-4-15,0-4 16,4-4-16,1-2 15,-3-4-15,0-1 16,-2 2-16,-2 2 16,-3 4-16,-7 1 15,-1 7-15,-6 5 16,-5 4-16,-1 9 16,-6 11-16,1 12 15,-5 14-15,-5 14 16,-2 13-1,-4 11-15,2 8 16,4 3-16,5-1 0,5-5 16,-2-26-16</inkml:trace>
  <inkml:trace contextRef="#ctx0" brushRef="#br3" timeOffset="-181064.3">3765 8637 0,'-9'-24'0,"-4"-16"15,2-3-15,1 4 16,-3 5-16,-4 8 16,-2 12-16,-5 11 15,-1 11-15,-3 13 16,3 10-16,2 8 16,3 3-16,4 5 15,7-3-15,13-4 16,8-4-16,10-6 15,9-3-15,7-5 16,8-2-16,2-1 16,2 2-16,-3 1 15,-5 0 1,-5 3-16,-10 4 0,-11 4 16,-13 4-1,-11 3-15,-13 3 16,-9 2-16,-8-5 15,-5-7-15,0-10 16,4-15-16,3-14 16,7-15-16,7-12 15,8-14-15,7-14 16,9-10-16,8-11 16,8-6-16,8-4 15,7-3-15,1 4 16,1 3-16,-3 3 15,-5 4-15,-6 6 16,-9 6-16,-10 6 16,-9 8-1,-7 7-15,-8 5 0,-8 7 16,-9 7 0,-10 9-16,-6 8 15,-10 8-15,-8 10 16,-3 11-16,-6 11 15,-1 9-15,-1 12 16,-4 7-16,2 10 16,3 8-16,8 10 15,9 8-15,9 9 16,9 9-16,11 7 16,14 4-16,12 6 15,11-4-15,17-5 16,15-5-16,15-9 15,8-10 1,14-11-16,14-10 16,10-12-16,5-15 15,7-15-15,2-16 16,-1-16-16,-1-16 16,0-14-16,-4-14 15,-4-14-15,-5-13 16,-10-12-16,-5-15 15,-7-11-15,-8-9 16,-11-10-16,-10-7 16,-14-1-16,-15 1 15,-11 0-15,-15 5 16,-15 9-16,-15 13 16,-13 13-16,-18 14 15,-18 13 1,-16 14-16,-16 9 0,20 16 15</inkml:trace>
</inkml:ink>
</file>

<file path=ppt/ink/ink11.xml><?xml version="1.0" encoding="utf-8"?>
<inkml:ink xmlns:inkml="http://www.w3.org/2003/InkML">
  <inkml:definitions>
    <inkml:context xml:id="ctx0">
      <inkml:inkSource xml:id="inkSrc0">
        <inkml:traceFormat>
          <inkml:channel name="X" type="integer" max="32767" units="cm"/>
          <inkml:channel name="Y" type="integer" max="32767" units="cm"/>
          <inkml:channel name="T" type="integer" max="2.14748E9" units="dev"/>
        </inkml:traceFormat>
        <inkml:channelProperties>
          <inkml:channelProperty channel="X" name="resolution" value="375.81143" units="1/cm"/>
          <inkml:channelProperty channel="Y" name="resolution" value="655.20898" units="1/cm"/>
          <inkml:channelProperty channel="T" name="resolution" value="1" units="1/dev"/>
        </inkml:channelProperties>
      </inkml:inkSource>
      <inkml:timestamp xml:id="ts0" timeString="2021-06-24T07:59:41.379"/>
    </inkml:context>
    <inkml:brush xml:id="br0">
      <inkml:brushProperty name="width" value="0.05292" units="cm"/>
      <inkml:brushProperty name="height" value="0.05292" units="cm"/>
      <inkml:brushProperty name="color" value="#FFFF00"/>
    </inkml:brush>
    <inkml:brush xml:id="br1">
      <inkml:brushProperty name="width" value="0.05292" units="cm"/>
      <inkml:brushProperty name="height" value="0.05292" units="cm"/>
      <inkml:brushProperty name="color" value="#92D050"/>
    </inkml:brush>
    <inkml:brush xml:id="br2">
      <inkml:brushProperty name="width" value="0.05292" units="cm"/>
      <inkml:brushProperty name="height" value="0.05292" units="cm"/>
      <inkml:brushProperty name="color" value="#FFFFFF"/>
    </inkml:brush>
    <inkml:brush xml:id="br3">
      <inkml:brushProperty name="width" value="0.05292" units="cm"/>
      <inkml:brushProperty name="height" value="0.05292" units="cm"/>
      <inkml:brushProperty name="color" value="#FF0000"/>
    </inkml:brush>
  </inkml:definitions>
  <inkml:trace contextRef="#ctx0" brushRef="#br0">5676 5449 0,'0'0'15,"-1"-19"-15,0-5 16,-1-4-16,1-1 16,0 3-16,-1-3 15,-1 1 1,-3 4-16,-2 1 15,-2 7-15,-4 4 16,0 8-16,-5 11 16,-2 12-16,-4 14 15,0 15-15,-2 10 16,4 14-16,4 8 16,6 3-16,9-5 15,9-15-15,6-18 16,11-19-16,1-17 15,7-10-15,-4-12 16,5-9-16,-1-10 16,-6-4-16,3-6 15,-4-5-15,-1-2 16,-5-3-16,-5 2 16,0 4-16,-3 5 15,-2 9-15,-2 11 16,-3 7-16,-2 14 15,2 3-15,-3 13 16,1 13-16,1 8 16,3 10-1,4 7-15,5 2 16,2-3-16,-2-8 16,-2-13-16</inkml:trace>
  <inkml:trace contextRef="#ctx0" brushRef="#br0" timeOffset="166.39">6060 5571 0,'-2'49'0,"0"24"15,1 3-15,2-3 16,2-4-16,1-18 15</inkml:trace>
  <inkml:trace contextRef="#ctx0" brushRef="#br0" timeOffset="366.63">6477 5623 0,'-9'64'0,"0"26"15,6-5-15,5-18 16,5-26-16,0-18 16</inkml:trace>
  <inkml:trace contextRef="#ctx0" brushRef="#br0" timeOffset="832.96">7001 5377 0,'-1'-25'0,"-2"-10"16,-1-2-16,-4 0 15,-2 6-15,-2 5 16,-5 7-16,-1 10 16,-5 14-16,2 16 31,-7 15-31,0 18 0,1 16 0,4 13 16,5 1-1,11-11-15,7-21 16,11-18-16,6-16 0,3-14 15,0-11 1,2-10-16,0-8 16,-1-7-16,-3-2 15,-1 2-15,-3 0 16,-5 3-16,0 7 16,-1 9-16,-1 7 15,-1 13-15,-1 11 16,0 12-16,0 8 15,2 2-15,5 2 16,2-2-16,2-7 16,-2-11-1</inkml:trace>
  <inkml:trace contextRef="#ctx0" brushRef="#br0" timeOffset="1167.09">7177 5648 0,'0'0'0,"12"-13"16,8-4-16,3 4 16,-2 8-16,-4 7 15,-5 12-15,-5 8 16,-4 10-16,-6 4 16,-7 8-16,-7 0 15,-2-4-15,0-8 16,1-8-16,5-11 15,4-7-15,2-9 16,5-6-16,5-8 16,5-4-16,5-2 15,3 4-15,8 1 16,0 5-16,5 7 16,1 9-16,3 6 15,-5 4-15,-7-1 16,-6-3-1</inkml:trace>
  <inkml:trace contextRef="#ctx0" brushRef="#br0" timeOffset="1332.63">7782 5693 0,'0'0'0,"0"0"15,-1 29-15,1 16 16,2 6-16,1 0 16,1-8-16,-2-12 15</inkml:trace>
  <inkml:trace contextRef="#ctx0" brushRef="#br0" timeOffset="1799.23">8256 5383 0,'-10'-21'0,"-4"-12"16,0-1-16,-3 5 15,-1 7-15,-2 10 16,-2 14-16,-3 16 15,0 16-15,-3 20 16,2 12-16,3 4 16,10-1-16,9-12 15,7-17-15,10-12 16,9-14 0,2-12-16,4-10 15,0-7-15,0-6 16,-4-6-16,-4-6 15,-3-5-15,-3-3 16,-2 0-16,-2 6 16,-3 9-16,-5 10 15,-2 16-15,1 8 16,-2 20-16,-2 12 16,2 4-16,1 3 15,7 0-15,3-5 16,1-7-1,-3-11-15</inkml:trace>
  <inkml:trace contextRef="#ctx0" brushRef="#br0" timeOffset="2183.92">8381 5661 0,'7'-18'15,"6"-5"-15,3 1 16,0 4-16,1 8 15,0 8-15,2 6 16,-4 8-16,-2 6 16,-6 7-1,-5 7-15,-4 3 16,-5-2-16,-2-4 16,0-8-16,2-9 15,1-7-15,1-7 16,4-8-16,4-7 15,5-4-15,5-2 16,4-1-16,4 5 16,0 2-16,3 6 15,-1 6-15,1 6 16,-8 6-16,-5 8 16,-9 7-16,-5 4 15,-6 6-15,-5 3 16,-4 2-16,-1 1 15,-5-6-15,4-10 16</inkml:trace>
  <inkml:trace contextRef="#ctx0" brushRef="#br0" timeOffset="2383.14">8886 5590 0,'-3'33'0,"0"16"15,-1 5-15,1-3 0,-1-10 16,2-10 0,0-11-16</inkml:trace>
  <inkml:trace contextRef="#ctx0" brushRef="#br0" timeOffset="2816.49">9239 5565 0,'29'-3'15,"15"1"-15,8-1 16,2-2-16,5 0 15,2 0-15,2-2 16,2 0-16,0 0 16,1 0-16,-1 1 15,1 1-15,-4 1 16,-5 1-16,-4 1 16,-4 1-1,-7 0-15,-6-2 0,-6 3 16,-6-3-1,-5 2-15,-4-1 16,-6-2-16,-2-1 16,-3 0-1,-4-2-15,0 7 0,-3-4 0,3 4 16,-4-3-16,-2 8 16,-1 5-16,-1 9 15,0 7-15,-1 7 16,3 5-16,1 4 15,1-1-15,1-10 16</inkml:trace>
  <inkml:trace contextRef="#ctx0" brushRef="#br0" timeOffset="3365.94">10904 5383 0,'0'0'0,"-3"-20"16,-2-11-16,-4-5 15,2 1-15,-3 3 16,-1 6-16,-5 7 16,1 6-16,-3 12 15,-2 9-15,-3 14 16,-2 14-16,3 14 31,0 16-31,6 8 0,4-5 0,9-10 16,6-14-16,9-16 15,5-10-15,6-13 16,3-11-16,0-8 16,-1-9-1,0-7-15,-2-5 16,-4-6-16,-5-5 16,-2-1-16,0 1 15,-5 4-15,-4 7 16,-1 11-16,-2 23 15,0-1-15,-2 17 16,-2 13-16,1 14 16,3 9-16,2 4 15,4 0-15,3-5 16,1-11-16,-3-13 16</inkml:trace>
  <inkml:trace contextRef="#ctx0" brushRef="#br0" timeOffset="3849.45">11081 5538 0,'0'0'16,"0"0"-16,0 0 15,0 0-15,0 0 0,16 7 16,7 4-16,-1 10 15,-4 5 1,-5 3-16,-4-2 0,-5-2 16,0-5-1,-3-4-15,-2-5 16,1-11-16,0 0 0,0 0 16,-5 0-16,2-12 15,1-7-15,1-9 16,4-5-1,5-3-15,5 0 16,4 4-16,3 6 16,0 7-1,3 10-15,-3 11 0,-1 10 16,-1 16-16,-3 12 16,-2 7-16,-5 0 15,-1-7-15,-2-8 16,1-11-16,7-12 15,5-16-15,5-19 16,9-15-16,6-14 16,-3-9-16,-3-10 15,-8 13-15</inkml:trace>
  <inkml:trace contextRef="#ctx0" brushRef="#br0" timeOffset="4433.29">10387 5494 0,'0'0'0,"-18"14"15,-7 13-15,-3 14 16,1 10-16,1 14 15,-2 3-15,4-10 16</inkml:trace>
  <inkml:trace contextRef="#ctx0" brushRef="#br0" timeOffset="18398.97">2894 6746 0,'0'0'0,"0"0"0,0 0 15,0 0 1,0 0-16,0 0 0,3 27 16,-3 21-1,-2 8-15,-3 9 16,-4 7-16,-5 5 15,-4 1-15,-3 0 16,-4-4-16,-2-7 16,-1-8-16,-1-7 15,5-10-15,-1-12 16,5-14-16,5-13 16,6-15-16,3-14 15,6-11-15,5-9 16,4-7-16,3-1 15,5 2 1,4 6-16,4 7 16,1 10-16,-1 8 15,2 14-15,1 11 16,2 15-16,-7 17 16,1 14-16,-3 6 15,-2 0-15,-1-7 16,2-12-16,-2-10 15,0-8-15,1-7 16,2-5-16,0-5 16,1-6-1,3-9-15,-3-8 0,2-5 16,-3-6-16,2-3 16,-2-4-16,-1-4 15,-2-2-15,-5-2 16,-2-1-16,-3-1 15,-4 5-15,-4 3 16,-5 6-16,3 5 16,-4 7-16,1 5 15,0 12-15,0 6 16,1 9-16,2 12 16,0 11-16,2 10 15,2 12-15,-1 11 16,5 6-16,3-2 15,7-14-15,0-10 16,4-13 0,1-10-16,4-9 0,-1-8 31,2-9-31,0-7 0,1-7 16,-4-6-16,2-8 15,-2-6-15,0-4 16,-3-2-16,-1-3 15,-6 0-15,-3-1 16,-1 0-16,-3 1 16,-3-1-16,-1 0 15,-2 3-15,-2 3 16,2 3-16,-2 6 16,1 5-16,1 7 15,-1 6-15,1 15 16,-5-2-16,0 11 15,-3 17-15,0 13 16,-1 17-16,0 17 16,6 10-16,3 10 15,3 0 1,8-9-16,4-16 16,3-20-16,-3-21 0,-1-16 15,-5-12 1,-2-3-16</inkml:trace>
  <inkml:trace contextRef="#ctx0" brushRef="#br0" timeOffset="18583.97">3563 7191 0,'0'0'15,"0"0"-15,23-8 16,16-6-16,10-1 16,8 0-16,-11 3 15</inkml:trace>
  <inkml:trace contextRef="#ctx0" brushRef="#br0" timeOffset="20866.34">5424 6616 0,'0'0'0,"0"0"16,0 0-16,0 0 0,0 0 15,0 0-15,-3 25 16,-1 15 0,-2 10-16,2 7 15,-1 4-15,1 1 16,1-3-1,-1-5-15,-1-4 0,-2-5 16,1-6-16,0-3 16,1-7-16,-1-5 15,-1-8-15,3-5 16,4-11-16,0 0 16,-5-2-16,3-12 15,-1-7-15,3-6 16,1-6-16,5-4 15,4 0-15,4-1 16,6 3-16,2 3 16,4 5-16,1 5 15,3 10-15,0 6 16,2 9-16,-1 11 16,0 11-16,-5 4 15,-2 2 1,-8 0-16,-6-2 0,-7 2 15,-10 1 1,-8 2 0,-6 5-16,-5-2 0,-3-2 15,2-4-15,-1-8 16,1-8-16,7-6 16</inkml:trace>
  <inkml:trace contextRef="#ctx0" brushRef="#br0" timeOffset="21067.86">5808 7075 0,'-4'62'0,"-3"25"15,5-2-15,4-15 16,3-20-16</inkml:trace>
  <inkml:trace contextRef="#ctx0" brushRef="#br0" timeOffset="21300.16">6193 6932 0,'24'-3'15,"13"-1"-15,8-2 16,6 2-16,-2 3 15,-13 1-15</inkml:trace>
  <inkml:trace contextRef="#ctx0" brushRef="#br0" timeOffset="21483.12">6193 7179 0,'22'7'0,"14"-1"15,10-1-15,-6-4 16</inkml:trace>
  <inkml:trace contextRef="#ctx0" brushRef="#br0" timeOffset="21983.99">7196 6779 0,'-10'-25'0,"-6"-9"16,2 2-16,-1 8 16,-2 9-16,-1 10 15,-2 13-15,-1 10 16,-1 13-16,0 13 16,2 12-16,1 10 15,7 5-15,5-8 16,9-11-16,6-14 15,6-15-15,4-12 16,4-12 0,6-10-16,-3-4 15,-1-9-15,-3-4 16,0-3-16,-4-3 16,-3-4-16,0-1 15,-1-1-15,-2 2 16,-2 6-16,0 8 15,0 10-15,-1 12 16,0 13-16,0 13 16,3 11-16,1 9 15,3 4-15,-1 3 16,-4-10-16</inkml:trace>
  <inkml:trace contextRef="#ctx0" brushRef="#br0" timeOffset="22116.16">7518 6940 0,'0'0'15,"0"27"-15,0 17 16,0 14-16,0-6 16</inkml:trace>
  <inkml:trace contextRef="#ctx0" brushRef="#br0" timeOffset="26333.16">5424 7947 0,'0'0'16,"0"0"-16,0 0 15,0 0-15,0 0 16,0 0 0,0 0-16,0 0 0,0 0 15,1 31-15,0 20 16,-2 11-16,-5 3 16,0 1-16,-1-2 15,-1-10-15,-1-8 16,0-11-1,2-8-15,1-9 16,2-7-16,4-11 0,-6 3 16,1-9-1,2-7-15,3-6 16,5-8-16,2-4 0,5-6 16,6 0-1,-2 5-15,7 6 16,2 5-16,2 10 15,1 6-15,2 10 16,0 6-16,-2 6 16,-2 3-16,-8 1 15,-4 0-15,-7 4 16,-7 0-16,-7 5 16,-7 3-16,-4 3 15,-8 2-15,-1 1 16,-4-4-16,0-2 15,2-6-15,2-8 16,2-9-16,1-13 16,8-3-16</inkml:trace>
  <inkml:trace contextRef="#ctx0" brushRef="#br0" timeOffset="26866.23">5796 8392 0,'-5'16'16,"-2"8"-16,0 4 16,-3-2-16,-1-3 15,-2-6-15,1-6 16,-3-5-16,3-6 15,2-5-15,3-3 16,5-6-16,6-7 0,3-1 16,5 0-1,4 0-15,1 8 16,2 6-16,1 7 16,-2 10-16,-2 12 15,-7 15-15,-3 9 16,-6 6-16,-7 2 15,-6 1-15,-5 1 16,-5-2-16,-3-6 16,0-8-16,-1-11 15,3-10-15,-1-13 16,7-11-16,3-13 16,8-10-16,5-10 15,5-6-15,9-1 16,4 5-16,11 7 15,4 10-15,4 13 16,5 12 0,1 16-1,-1 15-15,0 10 0,-4 1 16,-9-10-16</inkml:trace>
  <inkml:trace contextRef="#ctx0" brushRef="#br0" timeOffset="27100.12">6269 8140 0,'0'0'0,"27"-1"16,17-4-16,5-5 16,-5-3-16,-12 3 15</inkml:trace>
  <inkml:trace contextRef="#ctx0" brushRef="#br0" timeOffset="27266.79">6300 8257 0,'0'0'0,"17"7"16,13-3-16,10-7 15,-5-3-15</inkml:trace>
  <inkml:trace contextRef="#ctx0" brushRef="#br0" timeOffset="27733.45">7101 8037 0,'12'-26'0,"1"-14"15,-5-2-15,-7 2 16,-6 5-16,-7 6 16,-7 8-1,-3 10-15,-1 9 16,-4 15-16,-1 12 16,1 18-16,1 16 15,4 17-15,6 13 16,5 5-16,8-9 15,6-21-15,8-22 16,2-21-16,3-18 16,6-15-16,-3-12 15,4-12-15,-3-4 16,1-3-16,-2-1 16,-4-1-16,-4 2 15,0 5-15,-2 10 16,-1 13-16,1 8 15,-1 16-15,-1 14 16,0 13-16,1 11 16,1 8-16,-1 2 31,-1-13-31</inkml:trace>
  <inkml:trace contextRef="#ctx0" brushRef="#br0" timeOffset="27899.43">7366 8088 0,'0'0'0,"5"27"16,1 19-16,-3 9 16,3 5-16,0-1 15,0-9-15,-1-12 16</inkml:trace>
  <inkml:trace contextRef="#ctx0" brushRef="#br0" timeOffset="28132.98">7498 8070 0,'0'0'15,"0"0"-15,24 0 16,14-4-16,10-4 16,3-4-16,1 0 15,0-4-15,-5 1 16,-5 1 0,-6 2-16,-11 2 0</inkml:trace>
  <inkml:trace contextRef="#ctx0" brushRef="#br0" timeOffset="28333.6">7776 7863 0,'-12'37'0,"0"25"16,7 8-16,0 3 16,2-15-16</inkml:trace>
  <inkml:trace contextRef="#ctx0" brushRef="#br0" timeOffset="28783.27">8262 7818 0,'-7'-23'0,"-9"-8"15,-2 6-15,-3 13 16,-1 16-16,-4 18 15,3 18-15,1 16 16,4 12-16,2 6 16,6-4-16,8-12 15,7-14-15,7-17 16,4-12-16,3-10 16,-1-12-16,0-10 15,0-10-15,1-10 16,-3-2-16,0-1 15,-3-2 1,-4 1-16,0 2 16,-2 5-16,-2 7 15,0 10 1,-5 17-16,7 0 0,0 20 16,0 12-16,3 6 15,1 7-15,-1-10 16</inkml:trace>
  <inkml:trace contextRef="#ctx0" brushRef="#br0" timeOffset="29250.62">8614 8018 0,'0'0'16,"-3"19"-16,-2 8 15,-3 2-15,-3-3 16,-4-3-16,-1-5 16,2-7-16,-2-6 15,1-5-15,1-6 16,2-5-16,3-6 16,6-6-16,5-9 15,4 0-15,6 0 16,5 5-16,3 9 15,1 11-15,2 12 16,-1 11-16,-4 15 16,-4 11-16,-7 7 15,-8 2-15,-5 0 16,-7-2-16,-1-4 16,-6-5-16,0-9 15,1-8-15,2-9 16,2-9-16,5-5 15,4-8-15,6-2 16,3 0-16,6 0 16,7 3-16,7 4 15,5 5-15,5 8 16,3 4 0,-1 3-16,-9-3 0</inkml:trace>
  <inkml:trace contextRef="#ctx0" brushRef="#br0" timeOffset="35216.08">5260 9432 0,'0'0'0,"-4"-14"0,-3-4 16,0 1-16,3 5 15,4 12-15,0 0 16,0 0-16,1 7 16,4 18-16,2 12 15,-2 11 1,0 5-16,1 4 16,-3 1-16,0 6 15,0 1-15,-2-5 16,0-5-16,-2-9 15,1-11-15,-1-11 16,0-8-16,1-16 16,0 0-16,-1-2 15,1-14-15,2-10 16,3-9-16,6-9 16,3-1-16,2 1 15,7 6-15,1 8 16,3 9-16,0 9 15,-1 9-15,-2 8 16,-6 7-16,-2 3 16,-7 8-16,-4 6 15,-8 3-15,-7 7 16,-8 8-16,-7 4 16,-4 2-16,-2 4 15,-1-3-15,1-5 16,2-10-1,4-12-15,7-8 16,4-10-16,6-7 16,2-7-16,3-8 15,2 0-15</inkml:trace>
  <inkml:trace contextRef="#ctx0" brushRef="#br0" timeOffset="35683.11">5518 9896 0,'0'0'0,"0"0"16,17-9-16,4-1 0,3 6 15,-3 6-15,-3 10 16,-7 10-16,-6 10 15,-4 4-15,-5 1 16,-4-3-16,-1-7 16,-2-3-16,1-11 15,3-5-15,7-8 16,-2-5-16,7-11 16,6-5-16,6-3 15,4 3-15,3 2 16,1 6-1,2 8-15,-3 5 16,-4 7-16,-4 10 16,-6 5-16,-7 8 15,-10 10-15,-8 7 16,-5 6-16,-7 4 16,-2-1-16,-5-4 15,2-10 1,-2-9-16,0-13 0,4-13 15,7-6-15</inkml:trace>
  <inkml:trace contextRef="#ctx0" brushRef="#br0" timeOffset="35900.04">6017 9710 0,'42'-11'16,"19"-6"-16,2-3 16,-5 3-16,-12 3 15,-14 4-15</inkml:trace>
  <inkml:trace contextRef="#ctx0" brushRef="#br0" timeOffset="36058.5">6212 9864 0,'2'17'0,"6"1"15,11-10-15,5-14 16,-5-1-16</inkml:trace>
  <inkml:trace contextRef="#ctx0" brushRef="#br0" timeOffset="36533.35">7025 9277 0,'-11'-12'16,"-8"-6"-16,-4 5 16,-3 6-16,-2 14 15,-3 12-15,-3 17 16,3 15-16,3 15 15,4 10 1,3 5-16,9-2 16,7-11-16,8-19 0,5-18 15,5-17 1,4-15-16,3-12 16,3-16-16,2-12 15,0-4-15,-3-6 16,1 1-16,-3 0 15,-4 2-15,-1 8 16,-4 10-16,-4 12 16,-7 18-16,4 9 15,-2 22-15,-4 19 16,1 12-16,0 9 16,3 4-16,3 0 15,1-10-15,1-14 16,-2-17-16</inkml:trace>
  <inkml:trace contextRef="#ctx0" brushRef="#br0" timeOffset="36716.05">7215 9522 0,'1'71'16,"3"28"-16,1-1 0,1-18 16,-2-23-16</inkml:trace>
  <inkml:trace contextRef="#ctx0" brushRef="#br0" timeOffset="36949.98">7454 9541 0,'0'0'16,"24"2"-16,16-3 15,6-6-15,3-6 16,3-4-16,0-2 15,-5 0-15,-5-1 16,-12 5-16</inkml:trace>
  <inkml:trace contextRef="#ctx0" brushRef="#br0" timeOffset="37165.83">7694 9335 0,'-9'45'16,"1"26"-16,5 9 15,4 1-15,1-6 16,1-18-16</inkml:trace>
  <inkml:trace contextRef="#ctx0" brushRef="#br0" timeOffset="37982.99">8218 9244 0,'-26'-4'16,"-9"4"-16,0 16 0,3 17 15,3 17-15,5 10 16,8 2-16,5-4 15,8-11-15,7-14 16,8-15-16,4-11 16,6-14-16,1-8 15,-2-8-15,-2-5 16,-4-4-16,-2 1 16,0-2-16,-5-1 15,-1 0-15,2 5 16,-1 6-1,-1 8-15,2 8 0,-1 11 16,2 8-16,0 9 16,1 5-1,0 2-15,2 4 16,2 1-16,3 0 16,0 0-16,-3-2 15,2-3 1,-6-4-16,-4-6 0,-5-6 15,-4-4-15,2-8 16,-4 0-16,-3-5 16,1-4-16,4-2 15,2-4-15,5 1 16,3 1-16,4 1 16,3 2-16,4 4 15,1 6-15,-3 7 16,-2 8-16,-6 8 15,-4 8-15,-8 8 16,-5 5-16,-4 3 16,-4 0-16,-7-3 15,-1-6 1,0-8-16,3-10 0,4-8 16,8-9-16,4-9 31,7-7-31,7-5 0,7-3 0,8 1 15,7 1 1,6 2-16,0 2 0,3 2 16,-1 5-1,-1 1-15,-5 3 16,-11 2-16</inkml:trace>
  <inkml:trace contextRef="#ctx0" brushRef="#br0" timeOffset="38216.15">8614 9490 0,'0'0'0,"0"0"16,28-4-16,15-5 15,6-3-15,2-1 16,-1 0-16,-4 1 16,-8-1-16,-12 3 15</inkml:trace>
  <inkml:trace contextRef="#ctx0" brushRef="#br0" timeOffset="38449.83">8886 9231 0,'-13'48'16,"-1"25"-16,1 9 15,8 2-15,4 0 32,-1-6-32,-1-20 0</inkml:trace>
  <inkml:trace contextRef="#ctx0" brushRef="#br0" timeOffset="38900.01">9340 9322 0,'-5'-29'16,"-4"-9"-16,-2 6 15,-2 12-15,-2 13 16,0 17-16,-3 15 15,-1 16 1,-2 13-16,4 10 16,5 3-16,9-6 15,5-9-15,6-15 16,4-16-16,5-12 16,2-13-16,1-12 15,0-11-15,-2-10 16,1-6-16,0-6 15,-2 0-15,-2 4 16,-4 7-16,-3 12 31,-3 11-31,-5 15 0,2 4 0,-2 18 16,-2 13-16,-1 6 16,1 5-16,2-1 15,3-7-15,0-10 16</inkml:trace>
  <inkml:trace contextRef="#ctx0" brushRef="#br0" timeOffset="39282.76">9497 9495 0,'0'0'16,"11"-12"-16,5-9 16,3-1-16,4 1 15,-1 6-15,0 6 16,-4 9-16,-1 9 15,-9 9-15,-2 8 16,-2 5-16,-2 7 16,-4 1-16,-1-4 15,1-8 1,1-8-16,3-8 0,-2-11 31,5 0-31,4-7 0,2-9 0,5 0 16,0 0-16,5 3 15,-1 4-15,-1 5 16,-1 5-16,-5 8 16,-4 5-16,-7 9 15,-6 7-15,-9 6 16,-10 9-16,-9 7 16,-6 8-16,-7 6 15,-9 0 1,-10 6-16,10-11 15</inkml:trace>
  <inkml:trace contextRef="#ctx0" brushRef="#br0" timeOffset="40083.91">5531 10632 0,'0'0'0,"0"0"16,0 0-16,-8 12 15,-3 5 1,3 2-16,2 2 0,0 4 16,4 5-16,-1 4 15,1 7-15,0 1 16,-1 4-16,-1 3 15,1 0-15,1 4 16,0-3-16,-1-1 16,2 0-16,-1-1 15,-4-1-15,2 0 16,-1 1-16,0-1 16,1 0-16,-1-4 15,-3-4-15,0-4 16,2-2-16,2-3 15,-1-5-15,3-4 16,-1-4-16,-6-7 16,2-3-1</inkml:trace>
  <inkml:trace contextRef="#ctx0" brushRef="#br0" timeOffset="40782.99">4938 12124 0,'0'38'0,"0"21"16,-3 6-16,-1 2 15,-2 0-15,-1 4 16,-2-1-16,2-1 16,-2-2-16,-2-6 15,1-8 1,1-6-16,-1-12 16,4-10-16,2-10 0,4-15 15,-2 0-15,1-10 16,0-9-16,4-7 15,4-8-15,0 0 16,5-1-16,4 1 16,2 2-16,3 3 31,1 7-31,0 9 0,2 6 0,-2 8 16,-3 8-1,-3 5-15,-6 3 0,-2 5 16,-4 6-16,-5 4 15,-6 7 1,-6 4-16,-4 4 0,-2 4 16,-3 0-1,-1-4-15,2-8 16,2-10-16,-1-11 16,4-12-16,1-11 0,4-6 15,3-8 1,2 1-16</inkml:trace>
  <inkml:trace contextRef="#ctx0" brushRef="#br0" timeOffset="41216.28">5108 12757 0,'15'4'0,"4"7"16,2 4-16,-3 5 15,-1 4-15,0 5 16,-6 6 0,-3 0-16,-3-2 0,-5-3 15,-2-4-15,-2-5 16,0-4-16,-1-5 15,0-6-15,5-6 16,-4-4-16,4-14 16,-3-8-16,3-10 15,6-11-15,4-6 16,2-2-16,4 3 16,2 7-16,3 12 15,-1 11-15,0 16 16,-1 12-16,-1 16 15,-1 13-15,-6 12 16,0 12-16,0 2 16,-1 0-16,-5-14 15</inkml:trace>
  <inkml:trace contextRef="#ctx0" brushRef="#br0" timeOffset="41450.19">5663 12433 0,'25'0'15,"12"-3"-15,2-4 16,-1-3-16,-4 0 0,0 0 15,-3 4-15,-11 1 16,-13 10-16,-6 2 16</inkml:trace>
  <inkml:trace contextRef="#ctx0" brushRef="#br0" timeOffset="41616.33">5770 12692 0,'21'5'16,"10"-2"-16,4-4 15,3-7-15,2-4 16,-2-4-16,-7 0 16</inkml:trace>
  <inkml:trace contextRef="#ctx0" brushRef="#br0" timeOffset="42099.3">6760 12116 0,'7'-13'16,"-1"-10"-16,-6-1 15,-5-1-15,-7 1 16,-5 4-16,-1 5 16,-5 6-16,1 6 15,-4 10-15,-3 14 16,0 14 0,1 17-16,3 16 0,4 12 15,8 8-15,8-1 16,4-13-16,3-19 15,5-17-15,6-20 16,5-12-16,0-14 16,2-13-16,1-12 15,0-7-15,0-5 16,-4-3-16,-2 2 16,0 1-16,-1 4 15,-5 11-15,-1 12 16,0 14-16,-2 18 15,-3 17-15,-1 16 16,0 13-16,1 11 16,-2 5-16,-1-15 15</inkml:trace>
  <inkml:trace contextRef="#ctx0" brushRef="#br0" timeOffset="42299.78">6862 12324 0,'11'32'0,"3"23"16,-3 11-1,-1 7-15,-3 1 16,-1-6-16,1-12 15,0-16-15</inkml:trace>
  <inkml:trace contextRef="#ctx0" brushRef="#br0" timeOffset="42517.21">7114 12343 0,'37'3'0,"17"-1"0,3-3 15,-1-7-15,-2-7 16,-1-2-16,-3-4 16,-7 1-16,-5 3 15,-10 6-15</inkml:trace>
  <inkml:trace contextRef="#ctx0" brushRef="#br0" timeOffset="42750.83">7448 12116 0,'-14'39'0,"-5"20"16,3 13-16,6 4 15,4 3-15,7-2 16,2-18-16,-1-19 16</inkml:trace>
  <inkml:trace contextRef="#ctx0" brushRef="#br0" timeOffset="43533.09">7921 12214 0,'1'-32'16,"0"-9"-16,-3 5 15,-8 9-15,-3 12 16,-3 14-16,-1 13 16,0 17-16,-1 15 15,2 11-15,3 13 16,3 6-16,7 0 16,3-9-16,5-17 15,3-16-15,2-15 16,3-13-16,-1-11 15,3-15-15,-1-8 16,0-9-16,2-7 16,1-5-16,0-2 15,-2 2-15,-1 10 16,2 15 0,-3 12-16,-3 15 0,0 14 15,-2 11-15,2 11 16,-2 9-16,-2 11 15,-2 4 1,0-2-16,-2-7 16,1-12-16,3-14 15,-1-13-15,-5-13 16,0 0-16,7-3 16,-1-14-16,3-5 15,1-3-15,3 0 16,4 2-16,-1 4 0,2 5 15,-1 10-15,-1 6 16,-1 10-16,-5 11 16,-6 12-16,-5 9 15,-5 5 1,-6 6-16,-5 1 16,-4-4-16,-2-5 15,0-8 1,-1-11-16,3-9 0,3-9 15,5-11-15,5-8 16,6-6-16,6-4 16,8-3-16,8-2 15,7-2-15,8-1 16,5 0-16,4 2 16,1 1-16,-4 4 15,-6 3-15,-7 6 16</inkml:trace>
  <inkml:trace contextRef="#ctx0" brushRef="#br0" timeOffset="43750.34">8439 12337 0,'20'0'0,"14"-1"16,4-1-16,1-4 16,1 2-16,-1-2 15,1 0-15,-4 0 16,-10-2-16,-7 1 16</inkml:trace>
  <inkml:trace contextRef="#ctx0" brushRef="#br0" timeOffset="43966.39">8652 12104 0,'-8'13'16,"-4"11"-16,5 9 0,5 11 0,7 8 15,2 6-15,3 8 16,-1 5-16,0-1 16,-2-15-1</inkml:trace>
  <inkml:trace contextRef="#ctx0" brushRef="#br0" timeOffset="44799.58">9100 12162 0,'7'-42'0,"0"-15"16,-5 5-16,-7 12 15,-5 16-15,-4 16 16,-4 19-16,-2 17 15,-1 16-15,1 15 16,6 11-16,3 6 16,7-5-16,3-12 15,7-14-15,7-14 16,3-15-16,3-11 16,0-12-1,-1-11-15,1-8 0,0-6 16,-3-2-16,-2-3 15,-3 0-15,-4 3 16,0 4-16,-1 8 16,-2 9-16,-4 13 15,8 7-15,-4 15 16,2 12-16,1 9 16,2 3-16,-2-1 15,3-3-15,1-9 16,0-12-16,0-9 15,-2-10-15,2-9 0,0-7 16,2-3 0,-4-1-16,-2 1 15,-1 1-15,0-1 16,1-3-16,-3-1 16,6 0-16,0 2 0,1 5 31,2 6-31,-2 9 0,0 10 0,-2 7 15,-1 8-15,-3 7 16,-2 5-16,-3 1 16,-2-2-1,1-9-15,0-9 0,0-7 16,1-12-16,0 0 16,3 1-16,4-8 15,0-5-15,4 0 16,5 0-16,2 3 15,0 5 1,0 8-16,-3 10 0,-1 9 16,-5 9-16,-8 6 15,-4 7-15,-5 8 16,-3 5 0,-3 1-16,-3-6 15,-5-11-15,-4-14 16,1-18-16,7-7 15</inkml:trace>
  <inkml:trace contextRef="#ctx0" brushRef="#br0" timeOffset="45066.99">9504 12375 0,'34'-15'15,"17"-4"-15,3 0 16,-2 2-16,-2 4 16,-3 4-16,0 2 15,1 1-15,-4-1 16,-1 3-16,1-1 16,0 0-16,-3 0 15,-1 0 1,-1-2-16,-4-4 15,-7-3-15,-5-2 0,-7 3 16</inkml:trace>
  <inkml:trace contextRef="#ctx0" brushRef="#br0" timeOffset="45249.78">10424 12130 0,'24'7'0,"11"0"16,4-2-16,4-4 16,1-4-16,1-2 15,0-5-15,-4-3 16,-6-1-16,-3-2 16,-8 3-16</inkml:trace>
  <inkml:trace contextRef="#ctx0" brushRef="#br0" timeOffset="45500.08">10677 11911 0,'-11'37'0,"-3"26"16,4 10-1,6 5-15,3 4 0,2 0 16,-1-4 0,-1-18-16</inkml:trace>
  <inkml:trace contextRef="#ctx0" brushRef="#br0" timeOffset="46033.02">11106 11943 0,'-5'-24'0,"-4"-10"0,-1 1 15,-3 11-15,-1 8 16,1 11-16,-2 10 16,-1 14-1,-1 18-15,-1 14 16,3 14-16,0 11 0,5 6 15,5-7 1,7-18-16,2-19 16,6-16-16,4-12 0,1-15 15,2-9 1,-1-10-16,-1-9 16,2-4-16,-2-4 15,-1 1-15,-1 0 16,-2 5-16,-2 7 15,-5 9-15,3 14 16,-4 12-16,1 11 16,-3 12-16,1 11 15,1 5-15,1 3 16,1-6-16,0-7 16,-1-9-16,0-12 15,3-12-15,0-5 16</inkml:trace>
  <inkml:trace contextRef="#ctx0" brushRef="#br0" timeOffset="46433.42">11226 12291 0,'12'-10'0,"1"-5"15,-2 4-15,3 1 16,-4 5-16,1 9 16,0 7-1,1 6-15,-5 7 0,-1 4 16,-1 2-16,-2 3 15,-2-2 1,0-5-16,1-6 0,-2-7 16,0-13-16,-3 1 15,0-11-15,2-11 16,5-10-16,2-6 16,6-7-1,4 1-15,0 5 16,3 7-16,-1 10 0,-1 11 15,1 12 1,-2 12-16,-4 15 16,0 12-16,-3 9 15,-1 8-15,-3-5 16,-3-10-16,1-17 16,3-14-16,2-20 15,1-23-15,3-23 16,3-23-16,4-21 15,-2-17-15,0-15 16,-3 22-16</inkml:trace>
  <inkml:trace contextRef="#ctx0" brushRef="#br0" timeOffset="48632.6">11913 6333 0,'0'0'0,"0"0"16,0 0-16,0 0 16,0 0-16,0 0 15,0 0-15,0 0 16,-3 21-16,-2 13 15,1 4-15,3 5 16,1 3-16,0 4 16,0 6-16,-1 5 15,0 5-15,0 8 16,-1 7 0,0 4-16,-2 6 15,1 2-15,0 7 16,-1 3-16,2 4 15,0 4-15,2 4 16,-1 1-16,-1 1 16,-1 5-16,0 1 15,-1 4-15,5 2 16,0 1-16,1 1 16,1 1-16,-5 0 15,1 1-15,2 2 16,-2-1-1,-1 3-15,-2 2 16,-1 4-16,3 1 16,0 1-16,-3 0 15,1-1-15,0-1 16,0-1-16,-4-6 16,0-4-16,3-2 15,-1-4-15,0-3 16,2-1-16,-3-2 15,0-4-15,0-7 16,0-4-16,1-5 16,-3-7-16,0-10 15,-3-8-15,-1-11 16,-1-11-16,-5-14 16,0-1-16,5-8 15</inkml:trace>
  <inkml:trace contextRef="#ctx0" brushRef="#br0" timeOffset="52232.99">4950 5042 0,'-26'-15'0,"-8"-2"0,4 6 16,11 12-1,4 12-15,0 11 0,2 12 16,0 9-16,2 7 16,1-2-1,3-8-15,5-11 16,4-10-16,4-7 15,3-4-15,5-5 16,0-3-16,1-3 16,0-2-16,4 0 15,3 4-15,-1 4 0,-2 4 16,-6 9 0,-7 7-16,-6 9 15,-9 6-15,-8 6 16,-3 3-16,-6 2 15,-3 0-15,-3-2 16,-1-1-16,4-5 16,2-10-16,6-10 15,5-8 1,8-9-16,8-6 0,0-2 16,7-5-16,7-2 15,7 0-15,5 3 16,3 6-16,4 9 15,-2 10-15,1 5 16,3 4-16,1 2 16,-1 1-16,-4-4 15,3-2-15,1-2 16,0-3 0,3-5-16,-4-3 0,5-5 15,-3-4 1,4-5-16,1-3 0,7-5 15,1 0 1,4 2-16,2 3 0,2 8 16,0 5-1,-3 6-15,2 5 16,-2 5-16,1 0 16,1 0-16,3-4 15,2-4-15,0-5 16,2-2-16,1-5 15,-2-5-15,2 0 16,-2-6 0,2 0-16,3-3 0,1-3 15,5 1-15,1 3 16,5 3 0,1 4-16,-3 5 15,3 5-15,-1 4 16,2 1-16,0 3 15,-5-2-15,3-1 16,-3-1-16,1-1 16,-1-1-16,1-1 15,0-1 1,-1-2-16,0-2 0,1-6 16,2-1-16,0-4 15,3-2-15,1-1 16,3-2-16,2 1 15,0 3 1,-2 5-16,-2 4 16,-2 4-16,1 5 15,0 2-15,2 2 16,-2-2-16,-1-3 16,-1-2-16,1-2 15,1-2-15,2-3 16,-1-4-16,1-4 15,-1-5-15,0-4 16,-2-3-16,1-1 16,0-1-16,-1-2 15,1 3 1,-1 3-16,-2 4 16,-2 4-1,-2 7-15,-3 1 0,-3 3 16,-3 1-16,-1-2 15,-4-5-15,0-5 16,-3-4-16,0-3 16,-1-5-16,0-8 15,-1-3-15,-4-3 16,-1-4-16,-6-5 16,-2-3-16,-2-3 15,-3-5-15,-1-4 16,-4 1-16,-4 2 15,-5 4 1,-6 3-16,-7 5 16,-6 3-16,-7 3 15,-9 4-15,-4 3 16,-10 2 0,-4 1-16,-6 2 0,-4 3 15,-4 1-15,-3 1 16,-3-1-16,-3-2 15,-2 1-15,-1-1 16,-2-1-16,-5-1 16,0 2-16,-4 0 15,-3 3 1,0 0-16,-4 5 16,-2 4-16,-2 4 15,3 2-15,-1 1 16,-3 2-16,-1 4 15,-2 4-15,-6 2 16,0 3-16,-1 1 16,-2-1-16,1 2 15,0-2 1,-2 1 0,-2-4-16,1-2 0,0-4 15,1-1-15,2-3 16,0 0-16,0 0 15,0-3-15,0 0 16,2-3-16,1 1 16,3-2-16,1 0 15,-3-2-15,1 1 16,0 1-16,-2 0 16,1 2-16,0 2 15,0-1 1,1 3-16,3 1 15,0 3-15,1 1 16,-2 0-16,-4 0 16,2 1-16,1-1 15,-1 0-15,4 2 16,0 0-16,0-1 16,0 0-1,1 2-15,0 0 0,0 1 16,5 2-16,0-1 15,-2-1-15,2 1 16,1-1 0,2 1-16,2-1 15,-2 1-15,1 1 16,0-1-16,-3-1 16,3 2-16,-5-1 15,-1 3-15,0 0 16,1 2-16,-1 2 15,1 1-15,1 4 16,0 0-16,4 6 16,0 4-16,-5 0 15,-6 9 1,17-5-16</inkml:trace>
  <inkml:trace contextRef="#ctx0" brushRef="#br1" timeOffset="66983.19">10866 2757 0,'0'0'0,"0"0"0,0 0 15,0 0-15,24 0 16,13 0-16,3 5 15,2 2-15,-2 2 16,1-1 0,0 0-16,-1-1 15,4-3-15,5-3 16,1-2-16,0-3 16,1-5-16,3-2 15,2-6-15,5 0 16,1-2-16,-2 0 15,3-1-15,3 3 16,0 0-16,2 4 16,-1 2-16,0 6 15,0 5-15,1 3 16,1 4-16,-1 1 16,0 3-16,0 2 15,2 1-15,-2-3 16,3 2-1,-1 1-15,-1-1 16,-3-1-16,2 1 16,-1-3-1,3-1-15,2-4 0,0-4 16,-17-3-16</inkml:trace>
  <inkml:trace contextRef="#ctx0" brushRef="#br1" timeOffset="68966.25">4995 6779 0,'-18'2'0,"-5"3"15,1-3-15,5 0 16,1 1-16,1 1 15,1 2-15,-4 6 16,-2 5-16,1 2 16,0 3-16,1 3 15,-1 3-15,1 5 16,2 5-16,1 3 16,1 6-16,-4 5 15,-1 7-15,1 4 16,1 6-16,0 6 15,3 5-15,-3 4 16,3 4 0,0 2-16,-1 1 0,2 4 15,3 6-15,1 3 16,-4 2-16,4 5 16,-3 3-1,1 2-15,-1 3 16,2 1-16,4 2 15,-2 0-15,-2 1 16,0 0-16,5 3 16,-4 1-16,3-4 15,-2-2-15,5 1 16,-1 0-16,1 0 16,1 1-16,-1-2 15,-5 0-15,-1 1 16,4 2-16,4-2 15,5-1-15,-2-1 16,-1 1-16,3-1 16,-1-2-16,1 1 15,-4 0 1,2-2-16,6-2 16,1-3-16,1-2 15,-4-1-15,3-2 16,2-4-16,1-5 15,0-6-15,0-10 16,1-9-16,3-11 16,-2-15-16,-8-14 15,-4-14-15</inkml:trace>
  <inkml:trace contextRef="#ctx0" brushRef="#br1" timeOffset="69483.12">4403 9748 0,'-23'-4'16,"-11"-2"-16,2 0 16,-2-2-16,0 0 15,-1 3-15,-2 4 16,-4 2-16,-2 4 15,-3 2-15,-2 4 16,-1 4 0,0 3-16,-3 2 15,4 3-15,-1 0 0,-3 1 16,8-6-16</inkml:trace>
  <inkml:trace contextRef="#ctx0" brushRef="#br1" timeOffset="70615.99">2188 9915 0,'-21'-33'0,"-10"-14"16,1-5-16,2 3 16,6 5-16,1 6 15,1 10-15,2 11 16,-3 16-16,-2 16 16,-4 13-16,3 14 15,0 13-15,3 12 16,3 11-1,2 2-15,8 5 0,5-5 16,3-12-16,6-21 16,4-17-16,5-15 15,1-15-15,2-12 16,3-13-16,-2-9 16,-1-9-16,0-4 15,-1-6-15,0 2 16,-1-1-16,-4 7 15,-1 9-15,-4 7 16,2 14-16,-2 11 16,3 13-16,0 12 15,-1 11-15,1 14 16,3 3-16,3-3 16,0-9-16,1-12 15,-2-11-15,4-11 16,-3-11-16,-1-11 15,2-13-15,1-8 16,-1-6-16,-2-9 16,-2-3-1,-5-6-15,-3-2 16,-4-2-16,-1 1 16,-4 3-16,-6 6 15,0 10-15,0 12 16,-1 14-16,4 14 15,-3 13-15,4 12 16,4 12-16,2 9 16,7 12-16,6 12 15,5 8-15,7 1 16,5-6-16,2-18 16,1-17-16,0-17 15,-3-16-15,-2-9 16,-3-10-16,-2-11 15,-2-6-15,-8-7 16,1-5-16,-5-5 16,-7-3-16,-6-1 15,-5-2 1,-1 4-16,-4 3 16,-1 11-16,3 10 15,3 14-15,0 9 0,4 12 16,1 15-1,6 12-15,5 14 16,4 8-16,13 8 16,5 3-16,3 3 15,3-6-15,1-10 16,-9-15-16</inkml:trace>
  <inkml:trace contextRef="#ctx0" brushRef="#br1" timeOffset="71316.58">3249 9134 0,'-12'-13'16,"-3"-6"-16,-6-2 15,1 2-15,1 1 16,-2 7-16,-1 5 15,1 8-15,3 13 16,4 15 0,5 17-16,6 16 15,3 8-15,7-1 16,5-14-16,2-19 16,1-18-16,2-17 15,-1-17-15,2-13 16,1-10-16,-1-7 15,-3-7-15,-3-3 16,-5-3-16,-5 2 16,-4 3-16,-7 2 15,-1 5-15,-6 8 16,3 10-16,-3 10 16,-3 13-1,2 12-15,5 14 0,1 15 16,8 12-16,5 14 15,12 10-15,2-2 16,3-8-16,3-17 16,1-19-16,1-17 15,-2-14-15,1-14 16,-2-9-16,1-9 16,-4-7-16,-2-1 15,-2-2-15,-3 0 16,-2 0-16,-3 3 15,-2 5 1,0 9-16,-1 14 16,-3 16-16,7 5 15,2 18-15,4 11 0,3 9 16,0 2 0,2-4-1,3-9-15,0-10 0,2-13 16,-5-9-16,3-9 15,-7-8-15,-4-8 16,-5 0-16</inkml:trace>
  <inkml:trace contextRef="#ctx0" brushRef="#br1" timeOffset="71533.28">3538 8573 0,'0'0'16,"-2"23"-16,3 18 15,10 13-15,6 12 16,7 12-16,11 9 16,4 6-16,6 0 15,-3-9 1,-8-21-16</inkml:trace>
  <inkml:trace contextRef="#ctx0" brushRef="#br1" timeOffset="71799.94">3772 8540 0,'-18'-19'16,"-5"-6"-16,3 8 16,7 11-16,7 16 15,7 15-15,8 18 16,8 15-16,4 17 16,13 9-16,3 6 15,5 2-15,2-8 16,-5-14-16,-8-22 15</inkml:trace>
  <inkml:trace contextRef="#ctx0" brushRef="#br1" timeOffset="72016.06">3759 8792 0,'0'0'0,"0"0"15,20-25-15,16-14 16,10-5-16,5 1 16,-8 9-1,-11 9-15</inkml:trace>
  <inkml:trace contextRef="#ctx0" brushRef="#br1" timeOffset="72632.99">2497 10510 0,'-21'-26'16,"-2"-14"-16,9-1 16,17 6-16,11 8 15,6 6-15,5 14 32,7 12-32,2 12 0,3 12 0,-2 8 15,-3 5 1,-5-2-16,-6-1 15,-9-2-15,-4-2 16,-6-4-16,-2-4 16,-2-6-16,-7-9 15,1-10-15,-5-16 16,-1-18-16,0-12 16,1-13-16,0-8 15,6-2-15,7 4 16,6 10-16,3 13 15,5 13-15,7 12 16,2 11-16,4 11 16,4 13-16,0 10 15,1 10-15,-2 3 16,-3-5-16,-7-9 16</inkml:trace>
  <inkml:trace contextRef="#ctx0" brushRef="#br1" timeOffset="73199.96">3034 10038 0,'20'40'0,"10"9"15,-2-11-15,-5-17 16,-5-14-16,-2-12 15,-4-10-15,-1-10 16,-4-3-16,-5-4 16,-2-1-16,-7 2 15,-3 2-15,-4 5 16,-3 6-16,-6 8 16,5 12-16,-3 11 15,4 13-15,-1 7 16,4 4-16,4 0 15,5-4-15,3-7 16,6-11-16,4-11 16,4-11-16,3-12 15,2-10-15,2-10 16,3-3-16,-1-2 16,0 2-16,-1 7 15,-1 9-15,-5 7 16,-4 9-16,-1 5 15,0 7-15,0 8 16,2 6-16,1 2 16,3 3-16,1-2 15,3 1-15,-1-1 16,-4-5-16,-3-5 16,-4-2-16,-2 3 15,-6 3-15,-6 4 16,-4 6-16,-6 9 15,-5 6-15,-5 7 16,-7 5-16,2-11 16</inkml:trace>
  <inkml:trace contextRef="#ctx0" brushRef="#br1" timeOffset="73533.3">2567 11162 0,'33'-16'16,"15"-9"-16,9-11 15,0-6 1,6-3-16,4-4 0,6-4 16,3 0-16,2 0 15,-3 3-15,1 2 16,-3 3-16,-1 4 16,-5 4-16,-11 9 15,-9 5-15,-13 6 16</inkml:trace>
  <inkml:trace contextRef="#ctx0" brushRef="#br1" timeOffset="73799.44">3021 11104 0,'-13'6'0,"1"0"15,12-6-15,4-9 16,16-16-16,14-15 16,14-13-16,10-11 15,8-7-15,6-5 16,0-2-16,-6 2 15,-17 16-15</inkml:trace>
  <inkml:trace contextRef="#ctx0" brushRef="#br2" timeOffset="109382.77">13212 5396 0,'-16'-14'0,"-5"-8"16,-2 4-16,4 8 16,2 8-16,1 10 15,0 6-15,0 9 16,1 8-16,-1 4 16,-1 9-16,0 8 15,4 10-15,0 9 16,5 9-1,3 7-15,5 1 0,8-6 16,6-16 0,9-19-16,7-18 0,3-15 15,2-11-15,4-14 16,1-14 0,2-11-16,-2-8 15,-1-5-15,-2-9 16,-3-3-16,-3-1 15,-4-2-15,-7 0 16,-2 1-16,-2 4 16,-5 5-16,-5 6 15,-4 6-15,-3 9 16,0 9-16,1 9 16,-1 5-16,1 10 15,-3 6-15,1 15 16,1 17-16,-3 14 15,1 10-15,-3 14 32,2 7-32,1 6 0,5-5 0,6-8 15,7-14-15,3-18 16,0-18-16,-3-13 16</inkml:trace>
  <inkml:trace contextRef="#ctx0" brushRef="#br2" timeOffset="110099.96">13913 5829 0,'4'-24'16,"3"-13"-16,-4-2 16,-6 2-16,-4 4 15,-7 6-15,-2 5 16,-3 8-16,-3 8 15,0 8-15,-1 12 16,3 13-16,-1 10 16,4 13-16,1 8 15,6-1-15,6-8 16,6-14-16,10-13 16,3-11-16,5-12 15,3-9-15,0-8 16,1-7-1,-3-1-15,-1-1 16,-3 0-16,-4-2 0,0 3 16,-4 5-1,-2 7-15,-7 14 16,7 4-16,-1 15 16,1 14-16,-2 10 15,-1 4-15,0-3 16,3-10-16,5-13 15,3-11-15,2-10 16,2-10-16,1-7 16,-1-8-16,2-6 15,-4-3-15,-2-4 16,-4-5-16,-1 0 16,-3 1-16,-1 6 15,-2 11-15,0 11 16,-4 14-16,3 4 15,1 17-15,-2 12 16,0 10-16,1 5 16,2-2-16,1-6 15,3-9 1,1-10-16,1-9 16,0-7-16,1-8 0,1-8 15,-1-4-15,-1-6 16,-2-3-16,-2-1 15,-2-2-15,-2 1 16,2-1 0,0 1-16,-1 4 15,-2 5-15</inkml:trace>
  <inkml:trace contextRef="#ctx0" brushRef="#br2" timeOffset="110313.27">14322 5344 0,'0'0'0,"0"0"0,0 0 15,-3 19-15,-2 10 16,-1-5-16</inkml:trace>
  <inkml:trace contextRef="#ctx0" brushRef="#br2" timeOffset="110899.12">14430 5654 0,'-7'19'0,"-4"13"16,6 9 0,5 3-16,3-2 15,4-8-15,0-6 16,0-7-16,-3-5 15,0-7-15,-4-9 16,0 0-16,0 0 0,4-3 16,-2-8-1,2-9-15,0-8 16,3-6-16,4-5 16,1 1-16,1 6 15,3 9-15,-1 10 16,-1 9-16,2 10 15,-1 7-15,-1 8 16,0 4-16,-3-1 16,-2-2-16,-4-6 15,-1-3-15,-2-3 16,-2-10 0,0 0-16,2-3 0,0-12 15,3-8-15,-3-9 16,4-7-16,5-2 15,2 6-15,0 3 16,2 10-16,-1 9 16,3 9-16,-3 11 15,1 13-15,-1 10 16,0 13 0,-1 6-16,-3-4 15,-3-12-15</inkml:trace>
  <inkml:trace contextRef="#ctx0" brushRef="#br2" timeOffset="111080.69">15117 5358 0,'0'0'16,"-7"12"-16,0 4 16,1 0-16,2-5 15</inkml:trace>
  <inkml:trace contextRef="#ctx0" brushRef="#br2" timeOffset="111207.2">15098 5706 0,'0'0'15</inkml:trace>
  <inkml:trace contextRef="#ctx0" brushRef="#br2" timeOffset="112048.02">15098 5706 0,'0'0'0,"0"0"0,0 0 16,0 0-1,0 0-15,0 0 0</inkml:trace>
  <inkml:trace contextRef="#ctx0" brushRef="#br2" timeOffset="114816.54">15931 5449 0,'0'0'0,"3"-19"16,-1-5-16,-1-3 16,-3 1-16,1 0 15,-2 2-15,-3 2 16,1 2-1,-2 4-15,3 3 0,-1 5 16,-2 1 0,0 2-16,2 1 0,5 4 15,-6 1-15,-1 4 16,0 8-16,0 7 16,-2 13-16,1 13 15,-1 14-15,1 15 16,0 8-16,5-3 15,3-11 1,6-12-16,4-15 16,5-15-16,4-11 15,0-9-15,5-8 16,0-12-16,1-7 16,0-9-16,1-10 15,-1-2-15,-2-6 16,-5-5-16,-1-3 15,-4-3-15,-7 1 16,-8 4-16,-5 4 16,-6 6-16,-6 6 15,-3 9-15,-6 13 16,-4 9-16,2 9 16,-2 7-16,2 5 15,4 5-15,4 2 16,8-1-16,9 2 15,7-2 1,8-6-16,10-6 16,5-7-16,6-8 15,6-4-15,2-1 16,1 2-16,-1 3 16,-2 6-16,-2 7 15,-7 7-15,-2 10 16,-5 7-16,-4 9 15,-7 5-15,-2 5 16,-3 2-16,-1-7 16,-2-7-16,-1-9 15,0-6-15,0-7 16,-1-7-16,0-9 16,0 0-16,0-4 15,3-10-15,4-9 16,2-8-16,0-4 15,2-1-15,1-4 16,0 0-16,-1 1 16,1 6-16,4 7 15,-2 9-15,0 7 16,1 9-16,2 11 16,-3 10-16,0 13 15,-1 10-15,0 3 16,-1 0-16,-1-3 15,4-13-15,-1-8 16,1-11-16,2-7 16,1-9-16,2-5 15,1-7-15,-2-8 32,-2-2-32,-4-5 0,-2-1 0,-3-5 15,-4-2-15,-2 1 16,-5 3-16,-3 6 15,-1 6-15,1 6 16,2 8-16,-1 9 16,-1 12-16,0 14 15,-1 11-15,1 8 16,3 2-16,6-1 16,5-5-16,6-4 15,7-10-15,6-11 16,4-10-16,1-10 15,-1-7-15,-8-1 16</inkml:trace>
  <inkml:trace contextRef="#ctx0" brushRef="#br2" timeOffset="115833.01">17268 5338 0,'0'0'0,"-10"18"15,-4 13 1,2 12-16,2 13 0,1 10 16,3 6-16,4-7 15,3-17-15,6-15 16,6-17-16,4-10 15,2-17-15,2-10 16,1-11-16,0-8 16,0-5-16,-3-5 15,-5-1-15,1-2 16,-6 0-16,-5 4 16,-4 6-1,-7 9-15,-2 14 16,-4 15-16,-3 14 15,-4 15-15,0 14 16,1 11-16,2 3 16,8-2-16,5-11 15,4-11-15,7-12 16,9-15-16,6-11 16,6-12-16,4-9 15,0-3-15,-1 0 16,-2-1-16,-3 3 0,-5 3 15,-1 6 1,-6 7-16,-1 6 16,-1 13-16,-1 12 0,-2 13 15,-2 10 1,-4 5-16,-1-1 16,1-4-16,3-7 15,1-8-15,1-8 16,1-6-16,1-5 0,1-6 15,-1-6 1,1-7-16,-1-6 16,1-5-16,-1-3 15,0-3-15,-3 1 16,0 6-16,-2 6 0,1 11 16,3 11-16,0 11 15,0 12-15,0 13 16,0 3-16,3 1 15,-3-6-15,3-9 16,2-9-16,0-7 16,4-11-16,4-8 15,0-10-15,2-8 16,2-8-16,-3-5 16,-3-5-16,-2-4 15,-5-2-15,-6-3 16,-4 0-1,-3 3-15,-4 5 0,-3 8 16,0 10 0,0 12-16,0 12 0,2 18 15,-3 20-15,-1 11 16,2 15 0,1 13-16,1 12 15,5 4-15,1-11 16,3-19-16,5-23 15,4-23-15,0-21 16,2-14-16,-13 15 16,-4 11-16</inkml:trace>
  <inkml:trace contextRef="#ctx0" brushRef="#br2" timeOffset="115999.85">17955 5422 0,'0'0'16,"0"0"-16,0 0 16,24-6-16,15-4 15,8-8-15,5-2 16,-4-3-16,-10 4 16</inkml:trace>
  <inkml:trace contextRef="#ctx0" brushRef="#br2" timeOffset="116416.06">18844 5351 0,'0'0'0,"0"0"0,0 0 16,0 0-16,0 0 15,-18 5-15,-10-3 16,-5-2-16,-2-6 0,4-7 16,5-7-1,4-9-15,5-8 16,11-4-16,10-1 0,6 3 16,8 5-16,5 5 15,7 8 1,-2 9-16,0 11 15,-1 14-15,0 17 16,-2 19-16,-5 23 16,-3 27-16,-7 15 15,-2 10-15,2 0 16,0-3-16,0-10 16,-1-11-16,2-17 15,3-18-15,0-20 16,-3-16-1</inkml:trace>
  <inkml:trace contextRef="#ctx0" brushRef="#br2" timeOffset="117016.09">19462 4926 0,'0'0'0,"0"0"16,0 0-16,0 0 15,0 0-15,-1 32 16,3 20-16,2 6 15,3 3-15,-3-3 16,0-2-16,-1-6 16,-4-6-16,-4-6 15,-2-7-15,-3-9 16,0-4-16,0-7 16,0-7-16,-2-4 15,1-5-15,3-8 16,3-4-16,1-5 15,4-3-15,4-2 16,9-1-16,8 2 16,4 2-1,6 3-15,2 5 16,6 7-16,0 8 0,1 7 16,-2 11-1,-4 10-15,-9 6 0,-10 3 16,-9-3-16,-12 0 15,-6-1-15,-7 1 16,-5 2 0,-4-1-16,-1-4 15,-1-4-15,3-10 0,1-11 16,7-13-16,2-11 16,8-11-16,4 1 15</inkml:trace>
  <inkml:trace contextRef="#ctx0" brushRef="#br2" timeOffset="117199.76">19892 5312 0,'8'46'15,"6"22"-15,0 4 16,-2-1-16,-3-7 15,0-13 1,1-10-16,1-15 0,0-10 16</inkml:trace>
  <inkml:trace contextRef="#ctx0" brushRef="#br2" timeOffset="117383.2">20194 5409 0,'-7'43'0,"-1"22"15,0 5-15,1-1 16,4-11-16,2-13 16,2-14-16</inkml:trace>
  <inkml:trace contextRef="#ctx0" brushRef="#br2" timeOffset="117916.29">20453 4894 0,'0'0'15,"-2"24"-15,1 15 16,4 11-16,4 4 16,1 1-16,-1-1 15,-2-5-15,-1-2 16,-3-7-1,-1-6-15,-3-7 0,-2-6 16,2-6-16,-2-7 16,0-7-16,1-5 15,-3-9 1,4-8-16,3-5 16,2-5-16,7-3 0,6 2 15,6 2-15,4 12 16,3 6-16,0 8 15,0 8-15,-1 8 16,-5 9-16,-6 7 16,-7 7-16,-9 7 15,-8 4-15,-3 3 16,-4-1-16,-4-3 16,3-10-16,0-10 15,-1-12-15,4-16 16,4-5-16</inkml:trace>
  <inkml:trace contextRef="#ctx0" brushRef="#br2" timeOffset="118216.2">20787 5351 0,'19'10'0,"9"7"0,-4 4 0,-5 6 16,-10 0-16,-6 3 15,-8-1-15,-5 1 16,-5 2-16,-1-4 16,-1-6-16,2-7 15,2-6-15,4-6 16,3-6-16,5-6 16,5-3-16,6-3 15,6-1-15,7 2 16,7 2-16,4 3 15,1 4 1,2 5-16,0 2 16,-5 0-16,-2-3 15,-9-2-15</inkml:trace>
  <inkml:trace contextRef="#ctx0" brushRef="#br2" timeOffset="118399.84">21234 5364 0,'-1'30'0,"1"18"16,1 8 0,2-2-16,-1-4 0,1-9 15,-1-14-15,1-10 16</inkml:trace>
  <inkml:trace contextRef="#ctx0" brushRef="#br2" timeOffset="118933.18">21437 4881 0,'0'0'16,"0"0"-16,0 0 0,1 23 15,3 17-15,-1 8 16,-1 2-16,-2 0 16,1-4-16,-2-5 15,-1-6 1,-1-7-16,-2-7 15,1-8-15,4-13 16,0 0-16,-5 0 0,0-9 16,5-6-1,1-1-15,3-4 16,4-2-16,6-1 16,4 2-16,2 3 15,4 5 1,1 6-16,2 9 0,-4 5 15,1 10-15,-4 7 16,-6 1-16,-5 3 16,-6-1-16,-6 2 15,-4 0-15,-6 1 16,-2 1-16,-5-2 16,2-7-16,0-4 15,2-9-15,2-9 16,2-9-16,5-8 15,3-2-15,2 3 16</inkml:trace>
  <inkml:trace contextRef="#ctx0" brushRef="#br2" timeOffset="119332.67">21726 5228 0,'18'0'0,"10"5"16,-4 4-1,-6 5-15,-6 3 0,-5 2 32,-4 3-32,-6 3 0,-3 2 15,-1-1-15,0-6 16,1-4-16,2-6 16,4-10-16,0 0 0,0 0 15,3 0-15,4-4 16,5-4-16,3 1 15,2 1-15,4 2 16,0 5-16,-3 2 16,1 5-16,-6 5 15,-8 3-15,-5 4 16,-9 4-16,-8 1 16,-4 3-16,-5 1 15,-2-1-15,-2-3 16,2-5-1,1-8 1,3-9-16,7-7 0,8-5 0,4-1 16</inkml:trace>
  <inkml:trace contextRef="#ctx0" brushRef="#br2" timeOffset="119699.53">22099 5377 0,'27'-1'0,"9"1"16,4-1-16,-2 1 16,-3-1-16,-1-2 15,-1 1-15,0 0 16,-1-2-16,-2-1 15,-4-2-15,-4 0 16,-1 0-16,-4 1 16,-3-1-16,-5 1 15,-3 1-15,-6 5 16,0 0-16,0 0 0,5 3 16,-1 8-16,-1 7 15,-2 5 1,-1 2-16,0 2 15,-1 2-15,1-1 0,-1-1 16,0-7-16,3-9 16,1-4-16</inkml:trace>
  <inkml:trace contextRef="#ctx0" brushRef="#br2" timeOffset="120232.56">22792 4777 0,'0'0'0,"0"0"0,0 0 15,0 0-15,0 0 16,0 30-16,0 18 15,3 6-15,0 3 16,-1-1-16,0-3 16,0-6-16,-2-6 15,0-7-15,-1-6 16,-1-7-16,0-6 16,-1-5-16,3-10 0,0 0 15,0 0-15,-5-2 16,-1-6-16,1-7 15,-1-2-15,3-4 16,1-2-16,4 0 16,2 1-16,6-1 15,4 5-15,5 4 16,3 6-16,4 4 16,-1 11-16,0 8 15,-2 8 1,-4 8-16,-5 5 0,-5 5 15,-8 1 1,-5 0-16,-6 1 16,-8-4-16,-2-10 0,2-10 15,-1-13 1,5-4-16</inkml:trace>
  <inkml:trace contextRef="#ctx0" brushRef="#br2" timeOffset="120599.33">22981 5119 0,'21'7'0,"7"4"0,2 9 16,-5 5-16,-3 4 16,-6 2-16,-2 3 15,-5 1-15,-7 0 16,-4-6-16,-3-7 15,-3-4-15,-1-10 16,-1-6-16,0-8 16,0-7-16,1-8 15,3-5-15,5-9 16,4-3-16,3-2 16,4 6-16,2 7 15,2 12-15,2 9 0,2 13 16,-2 13-16,0 9 15,-2 10-15,-1 9 16,-2 6-16,-5 1 16,-3-14-1</inkml:trace>
  <inkml:trace contextRef="#ctx0" brushRef="#br2" timeOffset="121283.32">14014 6442 0,'-3'26'0,"1"17"16,-2 11-16,1 5 16,-2 5-16,2 2 15,-2-5-15,1-13 16</inkml:trace>
  <inkml:trace contextRef="#ctx0" brushRef="#br2" timeOffset="121484.54">14076 6326 0,'0'0'0,"-8"-6"0,-2 1 15,5 6-15,2 6 16,0 2-16</inkml:trace>
  <inkml:trace contextRef="#ctx0" brushRef="#br2" timeOffset="121866.37">14291 6468 0,'-13'15'16,"-3"8"-16,2 6 15,4 2-15,4 2 16,8-1-16,3 1 16,6-4-16,3-3 15,5-7 1,0-5-16,1-6 0,-3-3 16,-4-5-16,-13 0 15,0 0-15,-1 0 16,-14-1-16,-11 2 15,-7 4-15,-5 4 16,-4-1-16,0-2 16,2-1-16,3-7 15,5-4-15,8-4 16,8 0-16</inkml:trace>
  <inkml:trace contextRef="#ctx0" brushRef="#br2" timeOffset="122616.62">15142 6488 0,'0'0'0,"-7"-13"16,-8-7-16,-2-1 15,0 4-15,-5 3 16,-2 5-16,-3 11 16,-1 10-16,1 11 15,-1 11 1,3 9-16,6 8 0,4 5 15,9-3-15,10-7 16,5-12-16,6-16 16,5-13-16,8-12 15,0-13-15,6-10 16,1-7-16,-3-5 16,-2-2-16,-3-3 15,-4-3-15,-4-2 16,-6-3-16,-4-3 15,-7 3-15,-5 5 16,-1 9-16,-1 8 16,-2 8-16,-1 9 15,0 11-15,-2 13 16,1 12-16,3 15 16,2 12-1,3 17-15,5 13 16,4 10-16,3-5 15,3-10-15,5-18 16,0-19-16,5-18 16,0-12-16,1-14 15,-1-8-15,0-9 16,-4-7-16,1-5 16,-7 0-16,-5-2 15,-7 2-15,-1 5 16,-1 9-16,-1 10 15,1 14-15,5 4 16,-2 16-16,1 9 0,0 7 16,0 1-1,5-2-15,-1-7 0,-1-9 16</inkml:trace>
  <inkml:trace contextRef="#ctx0" brushRef="#br2" timeOffset="122781.05">15426 6198 0,'0'0'15,"-9"11"-15,2 8 0,2 1 16,3-3-16</inkml:trace>
  <inkml:trace contextRef="#ctx0" brushRef="#br2" timeOffset="122983.01">15596 6339 0,'9'38'0,"6"16"16,5 3 0,1-2-16,3-4 15,-2-6-15,2-13 0,-7-11 16</inkml:trace>
  <inkml:trace contextRef="#ctx0" brushRef="#br2" timeOffset="123184.64">15931 6352 0,'0'0'0,"-19"5"16,-7 6-16,-1 7 15,-1 11-15,1 9 16,5 9-16,4 4 15,1-2-15,4-8 16,3-13-16</inkml:trace>
  <inkml:trace contextRef="#ctx0" brushRef="#br2" timeOffset="123400.14">16044 6274 0,'2'27'0,"0"17"15,-2 11-15,3 6 16,-1 1-16,3-6 16,-1-14-16,3-20 15,-2-13-15</inkml:trace>
  <inkml:trace contextRef="#ctx0" brushRef="#br2" timeOffset="123566.47">16196 6061 0,'0'0'0,"0"0"15,-10 17 1,-1 14-16,3 5 15,6 2-15,5-4 16,3-10-16</inkml:trace>
  <inkml:trace contextRef="#ctx0" brushRef="#br2" timeOffset="124182.62">16435 6145 0,'-14'15'0,"-8"10"16,0 8-16,4 7 15,4-2-15,6-1 16,7-5-16,5-4 31,5-4-31,7-5 0,1-5 0,1-4 16,-1-2-16,-3-5 15,-3 2-15,-11-5 16,0 0-16,-1 5 16,-13 2-16,-8 1 15,-7 1-15,-4 0 16,-3 0-16,0-2 16,2-2-16,3-4 15,7-1 1,7-2-16,7-1 0,10 3 15,5-4-15,10 4 16,12 6-16,6 3 16,4 1-1,4-4-15,4-4 16,0-7-16,2-8 0,-4-5 16,-3-3-1,-3-3-15,-5-2 0,-6-2 16,-3 4-16,-9 0 15,-6-1-15,-4-1 16,-6 2-16,-5 3 16,-1 2-16,-2 7 15,0 9-15,4 12 16,-1 12-16,4 12 16,0 7-1,5 2-15,4-2 0,3-5 16,7-8-16,1-8 15,-3-9 1,-4-5-16</inkml:trace>
  <inkml:trace contextRef="#ctx0" brushRef="#br2" timeOffset="124999.94">16864 6010 0,'0'0'0,"0"0"16,-5 29-16,-1 17 15,1 11-15,3 4 16,2-3-16,0-6 16,-1-10-16,1-6 15,-1-8-15,1-10 16,-4-6-16,4-12 15,0 0-15,-6 0 16,4-10-16,4-8 16,0-7-16,4-3 15,4 1-15,5 3 16,6 9-16,3 8 16,2 8-16,-1 10 15,-2 7-15,-2 9 16,-7 7-16,-8 1 15,-7-1-15,-7-1 16,-7-2-16,-5-1 16,-4-7-16,-1-5 15,-1-11 1,2-7-16,2-12 0,7-9 16,5-8-16,8-10 15,6-8-15,5-2 16,7-2-16,9 0 15,3 2-15,4 3 16,1 5-16,-1 12 16,-1 11-16,-4 13 15,-3 17-15,-3 16 16,-5 15-16,-3 5 16,-2-1-16,0-9 15,0-7-15,1-11 16,3-9-16,3-9 15,-1-9-15,3-8 16,-1-6 0,2-7-16,-5-3 15,-4-2-15,-4-2 0,0 3 16,-4 3 0,-2 9-16,-2 20 15,2-1-15,0 18 0,-1 15 16,-1 9-16,2 4 15,1-3 1,3-7-16,3-6 16,7-11-16,1-7 15,1-5-15,3-6 0,-1-5 16,-4-1 0</inkml:trace>
  <inkml:trace contextRef="#ctx0" brushRef="#br2" timeOffset="125999.65">17899 5919 0,'-10'28'0,"3"15"15,2 6 1,4 5-16,4-1 0,1 0 16,-2-5-1,-3-2-15,0-6 0,-1-6 16,-4-8-16,2-5 15,1-10-15,3-11 16,-4 0-16,1-6 16,-2-10-16,3-8 15,5-5-15,5-6 16,5-2-16,5 3 16,6 11-16,2 10 15,4 12-15,0 12 16,-4 15-16,-4 8 15,-8 9-15,-6 1 16,-5 0 0,-9-1-16,-3-6 0,-7-3 15,-2-10-15,0-7 16,-1-10 0,1-10-16,4-8 15,5-12 1,6-11-16,2-11 0,7-6 15,9 2-15,7 9 16,3 6-16,4 15 16,1 10-16,3 14 15,-3 8-15,0 8 16,-2-1-16,-4-3 16,0-3-16,-2-4 15,0-5-15,-1-6 16,0-5-16,2-4 15,-4-5-15,-5 2 16,-4-5-16,-3 1 16,-5-2-16,-3 0 15,-4 2-15,-1 1 16,1 3-16,0 8 16,0 10-16,-1 9 15,-1 12-15,3 11 16,2 13-16,4 11 15,3 6-15,1 8 16,4 6-16,3 1 16,-2-3-16,-4-5 15,-2-8-15,-3-9 16,1-6-16,-5-8 16,-5-5-16,-4-9 15,-3-5-15,-5-4 16,-7-8-16,0-9 15,-4-8-15,-1-15 16,3-8-16,2-11 16,8-10-1,6-7-15,11-5 16,8 0-16,1 12 16</inkml:trace>
  <inkml:trace contextRef="#ctx0" brushRef="#br2" timeOffset="126516.23">18927 6100 0,'0'0'15,"0"0"-15,17-8 16,11 4-16,3 10 15,-1 12-15,-2 12 16,-5 11-16,-4 9 16,-8 2-16,-2-3 15,-4-6-15,-3-8 16,-4-8-16,-1-7 16,-2-6-16,-1-7 15,-2-6-15,-3-7 16,4-10-16,1-6 15,4-5-15,1-5 16,4-6-16,4-3 16,7-2-16,2 2 15,2 7-15,2 8 16,1 10-16,1 10 16,-1 12-16,-2 11 15,-1 11-15,-2 11 16,-5 3-1,2 2-15,-5-4 0,-1-5 16,-2-6 0,0-7-16,1-8 15,4-9-15,3-10 0,6-10 16,7-16-16,2-12 16,1-8-1,-5 8-15</inkml:trace>
  <inkml:trace contextRef="#ctx0" brushRef="#br2" timeOffset="147349.48">4843 9664 0,'-15'5'15,"-3"7"-15,6 5 16,12 4-16,12 9 16,4 12-16,3 8 15,2 2-15,-3-2 16,-1-7-16,-3-11 16,-4-13-16,1-15 15,0-19-15,4-15 16,3-19-16,4-15 15,8-10-15,2-5 16,4-1-16,-3 7 16,-4 8-16,-9 12 15,-7 18-15</inkml:trace>
  <inkml:trace contextRef="#ctx0" brushRef="#br2" timeOffset="147632.72">4881 9748 0,'0'0'0,"0"0"15,0 0-15,23 21 0,11 17 16,1 4-16,0 1 15,-2-8 1,-6-10-16,-4-20 16,1-22-16,0-29 15,8-29-15,8-27 16,9-21-16,5-16 16,-9 25-16</inkml:trace>
  <inkml:trace contextRef="#ctx0" brushRef="#br3" timeOffset="167049.04">12620 7682 0,'0'0'16,"0"0"-16,-7-8 0,-3-2 15,3 4-15,7 6 16,1 2-16,0 12 16,2 11-16,-1 15 15,-4 15 1,-2 13-16,-6 9 16,-2 6-16,-6 0 15,-1-1 1,-4-4-16,-1-7 0,-1-13 15,1-14-15,1-13 16,3-15-16,4-14 16,4-10-16,5-12 15,5-10-15,2-7 16,5-6-16,4 0 16,5 2-16,0 7 15,3 10-15,0 12 16,2 12-16,3 14 15,2 14-15,2 16 16,1 7-16,2-2 16,0-12-16,-3-13 15,0-13 1,0-12-16,1-12 16,-1-8-16,0-10 15,-3-8-15,0-8 16,-2-6-16,-1-7 15,-4 1 1,-1-1-16,-6 3 16,-2 6-16,-2 13 0,-1 12 15,-4 26-15,-1-1 16,-2 23-16,-4 21 16,1 16-16,2 17 15,4 8-15,4-2 16,5-16-1,4-19-15,0-20 16,4-17-16,-1-15 16,4-10-16,-1-8 15,0-11-15,2-6 16,-2-6-16,-2-7 16,-1-2-16,-5-4 15,-1 1-15,-3 2 16,-2 4-16,-1 9 15,-3 12-15,-1 12 16,0 19-16,-3 4 31,-2 22-31,-2 20 0,2 20 0,2 16 16,4 10-16,8 3 16,5-10-1,4-14-15,0-22 16,-7-25-16,-11-24 15,5 1-15,-3-8 16</inkml:trace>
  <inkml:trace contextRef="#ctx0" brushRef="#br3" timeOffset="167216.2">13042 8088 0,'0'0'15,"0"0"-15,0 0 16,0 0-16,23 4 16,12-8-16,10-8 15,-9-1-15</inkml:trace>
  <inkml:trace contextRef="#ctx0" brushRef="#br3" timeOffset="167566.25">13471 7565 0,'-3'29'16,"0"10"-16,3 1 16,6-3-16,5-1 15,3 0 1,1-2-16,1-1 0,0-7 15,-3-4-15,-2-3 16,-5-4-16,-2 2 16,-2-1-16,-6 2 15,-2 3 1,-4 0-16,-4 1 0,-3-1 16,-4 0-16,-3 1 15,-3 0-15,-2 1 16,-4 3-1,2 2-15,-1-5 16,5-7-16</inkml:trace>
  <inkml:trace contextRef="#ctx0" brushRef="#br3" timeOffset="169717.39">14348 7798 0,'-24'-26'15,"-11"-8"-15,-1 5 16,0 14-16,2 17 16,-2 22-16,0 19 15,1 19 1,4 17-1,7 15-15,7 7 0,6-4 16,8-21-16,9-28 16,5-24-16,0-18 15,4-16-15,4-15 16,-1-13-16,2-9 16,4-7-16,-1-3 15,-2-3-15,0 0 16,1 6-16,-2 8 15,-3 17-15,-3 19 16,-4 19-16,-3 22 16,-5 17-16,-1 12 15,3 6-15,1-6 16,3-18-16,6-14 16,3-16-16,4-15 15,2-10 1,0-12-16,0-8 15,-1-7-15,-3-7 16,1-3-16,-5-1 16,-2 4-16,-6 4 15,-1 8-15,-4 11 16,-2 24-16,0-1 16,-6 21-16,-2 15 15,1 10-15,1 5 16,3-3-16,5-6 15,4-6-15,3-8 16,5-6-16,-1-6 16,1-2-16,-3-3 15,-3-1-15,-6 0 16,-5 3-16,-6 4 16,-7 2-16,-9 5 15,-5 1-15,-4-2 16,-1-5-16,5-4 15,3-8-15,6-5 16,8-6 0,8-7-16,9-7 0,8-4 15,11-6-15,8-4 16,7-6-16,4-5 16,3-4-16,0-6 15,1-1 1,-2 1-16,-6 7 15,-4 8-15,-5 9 16,-8 8-16,-8 10 16,-13 13-16,0 0 0,2 4 15,-8 12 1,-4 8-16,-2 4 16,2 4-16,4 3 15,5 1-15,5 2 16,8-4-16,4-4 0,1-7 15,5-7 1,-1-3-16,1-3 16,-4-3-16,-7-2 15,-2 1-15,-8 4 0,-4 4 16,-9 4-16,-7 4 16,-6 1-1,-4 1-15,-2-1 16,0-5-16,5-8 15,1-9-15,6-9 16,6-8-16,7-8 16,8-4-16,8-5 15,8-3-15,5-3 16,5-3-16,3-2 0,4 1 16,0 1-1,-3 5-15,-3 3 16,-3 11-16,-5 8 15,-7 9-15,0 13 16,-2 14-16,-1 8 16,0 11-16,-1 7 0,1-1 15,-1-3 1,2-8-16,1-9 16,3-11-16,-2-7 15,1-10-15,0-9 16,-1-12-16,0-12 15,2-7-15,-3-5 16,-2-4-16,-2 2 16,-3 8-16,-1 14 15,-2 14-15,-2 15 16,1 18-16,-1 12 16,1 13-16,-1 10 15,2 4-15,3-2 16,5-9-16,1-14 15,3-16-15,-1-13 16,1-15-16,0-11 16,-1-10-16,-1-5 15,-1-5-15,-4-5 16,0 2-16,1 6 16,0 11-16,-1 13 15,2 13-15,-3 14 16,0 10-16,-1 7 15,0 8-15,0 1 16,-2-2-16,3-4 16,0-9-16,-1-7 15,0-8-15,1-8 0,0-5 16,1-8 0,0-6-16,1-8 0,1-4 15,-2-4-15,1 4 16,2 6-1,-1 9-15,-1 14 0,0 12 16,0 15 0,-1 8-16,1 3 15,1-1-15,1-6 0,2-9 16,2-8-16,0-11 16,1-8-16,2-8 15,-2-6-15,2-6 16,-3-3-16,-1-4 15,-1-4-15,-3-1 16,-3 3 0,-2 7-16,-3 10 0,-2 18 15,3 2 1,-1 19-16,-1 12 0,-1 11 16,0 5-16,3-2 15,1-7-15,6-11 16,2-12-16,3-8 15,4-11 1,2-8-16,5-7 0,-1-7 16,-1-5-16,-4-4 15,-5 5-15</inkml:trace>
  <inkml:trace contextRef="#ctx0" brushRef="#br3" timeOffset="171049.76">16498 7618 0,'-12'-29'0,"-6"-13"0,-1 2 15,1 5-15,1 9 16,6 9-16,11 17 15,-3 3-15,0 17 16,0 17 0,2 17-16,0 14 0,1 14 15,2 16 1,4 8-16,0-2 16,-2-10-16,-6-19 15,-5-24-15,-5-23 16,-2-17-16,-3-14 15,-4-12 1,-1-7-16,1-5 0,4-4 16,0-4-16,6 2 15,6 2-15,4 5 16,6 4-16,5 1 16,6-1-16,4-5 15,4-7-15,7-9 16,5-7-16,3-7 15,-1 0-15,-1 1 16,-5 5-16,-5 7 16,-8 8-16,-5 10 15,-4 9-15,-10 17 16,3 0-16,-4 17 16,-6 20-16,0 15 15,0 16-15,0 14 16,3 4-1,1-5-15,4-12 0,4-16 16,2-16-16,2-13 16,3-13-16,-1-10 15,0-10-15,0-8 16,0-10-16,0-6 16,-2-7-16,0-2 15,-1 2-15,2 8 16,-1 9-16,0 14 15,0 14-15,1 11 16,2 13-16,-3 6 16,3 5-16,1-1 15,1-9-15,-1-7 16,-1-10-16,0-8 16,5-9-16,-3-7 15,0-5-15,1-9 16,-2-4-16,-1-3 15,-5-6 1,-2 1-16,-2-1 0,-3 4 16,0 10-16,-1 9 15,1 15-15,-1 0 16,-2 14-16,2 13 16,0 5-16,1 5 15,4 0-15,2-2 16,5-3-16,6-6 15,-2-6-15</inkml:trace>
  <inkml:trace contextRef="#ctx0" brushRef="#br3" timeOffset="171816.25">17154 7940 0,'0'0'0,"-12"-17"0,-2-10 16,0-4 0,-3 0-16,2 2 0,1 2 15,-2 5-15,-1 5 16,-1 8 0,0 11-1,1 15-15,0 16 0,-2 17 16,0 12-16,5 3 15,2-8-15,4-14 16,5-14-16,4-11 16,4-9-16,2-8 0,3-8 15,5-9 1,1-11-16,2-3 16,-1-3-16,-2-1 15,-2 5-15,1 9 16,-2 7-16,-1 12 15,0 10-15,1 10 16,0 9-16,2-1 16,-2-1-16,1-5 0,1-10 15,2-6 1,2-10-16,2-10 16,0-11-16,1-5 15,-3-10 1,-1-4-16,-3-4 0,-1-6 15,-3 0-15,-6-3 16,-2 1-16,-1 7 16,-1 13-16,0 12 15,0 25-15,-3-1 16,-1 23-16,-1 21 16,1 15-16,3 13 15,3 10-15,7 0 16,5-9-16,5-17 15,2-19-15,-4-20 16,-5-13-16</inkml:trace>
  <inkml:trace contextRef="#ctx0" brushRef="#br3" timeOffset="171983.02">17242 7740 0,'24'-8'15,"18"-7"1,9-6-16,-8 2 0</inkml:trace>
  <inkml:trace contextRef="#ctx0" brushRef="#br3" timeOffset="174032.51">18037 7643 0,'0'0'16,"-3"-22"-16,-6-9 16,-1-5-16,1 4 0,-4 6 15,-1 4-15,-3 8 16,1 6-16,-3 12 16,0 11-16,-1 14 15,0 16-15,3 15 16,4 13-1,3 10-15,7 3 16,5-9-16,6-17 16,10-18-16,5-18 15,5-14-15,4-15 16,0-10-16,1-9 16,0-8-16,1-9 15,-2-8 1,-1-9-16,-5-2 0,-5-3 15,-6-4-15,-1 1 16,-1 4-16,-3 7 16,-6 8-16,-3 7 15,-2 13-15,-3 10 16,4 17-16,-7 6 16,-6 20-16,-1 17 15,0 14-15,1 14 16,4 7-16,4 2 15,8-6-15,8-14 16,6-21-16,7-16 16,6-15-16,5-11 15,0-12-15,1-4 16,-1-6-16,-3-3 16,-6-3-16,-4-2 15,-5 0-15,-6 1 16,-5 0-1,-4 4-15,-4 6 16,-4 7-16,-3 13 0,-3 16 16,0 12-16,-3 10 15,-3 9-15,4 1 16,3-3-16,4-9 16,5-9-1,5-10-15,2-6 0,3-7 16,2-6-16,2-8 15,1-7 1,1-5-16,-3-6 0,1-1 16,-2 2-16,1 6 15,-1 7-15,-1 9 16,2 10-16,1 11 16,0 13-16,0 8 15,-1 5-15,1 1 16,1-3-16,0-11 15,1-9-15,0-9 16,1-10-16,-1-8 16,0-9-16,-2-8 15,-3-6-15,-1-4 16,-1 0-16,-3-4 16,-1 0-16,-6-1 15,1 3-15,2 10 16,1 9-16,-1 19 15,3 1-15,1 17 16,2 10-16,-1 13 16,1 6-16,1 5 15,1-4-15,2-10 16,2-12-16,3-18 16,-1-13-16,1-15 15,-1-7-15,-2 3 16</inkml:trace>
  <inkml:trace contextRef="#ctx0" brushRef="#br3" timeOffset="174190.2">18788 7334 0,'0'0'0,"0"0"15,0 0-15,1 19 16,4 8-16,0-3 16</inkml:trace>
  <inkml:trace contextRef="#ctx0" brushRef="#br3" timeOffset="174616.07">18945 7721 0,'-1'32'15,"3"10"-15,0-7 0,0-10 16,-1-10 0,-1-15-16,0-3 0,3-13 15,1-8 1,-1-8-16,0-2 16,-1-2-16,2 2 15,1 6-15,5 10 16,1 11-16,4 13 15,1 13-15,2 8 16,1 8-16,-5 1 16,-2-6-16,1-7 15,-4-9-15,-1-8 16,0-8-16,1-10 16,-2-7-16,0-7 15,0-5-15,0-1 16,-4-4-16,0 0 15,-1 3-15,3 9 16,2 9-16,1 15 16,2 13-16,1 10 15,0 8-15,4 7 16,2 2-16,-3-7 16</inkml:trace>
  <inkml:trace contextRef="#ctx0" brushRef="#br3" timeOffset="174832.57">19727 7287 0,'0'0'0,"0"32"0,1 16 15,3 13 1,0 5 0,0 0-16,1-4 0,-1-14 0</inkml:trace>
  <inkml:trace contextRef="#ctx0" brushRef="#br3" timeOffset="175299.44">19916 7249 0,'0'0'0,"0"0"0,0 0 16,0 0-16,0 0 16,14 16-16,3 6 15,-3 2-15,-2-1 16,0-2-16,-2 1 16,-2 0-16,0 1 15,-1 2-15,-1-5 16,1-1-16,-2 0 15,-1-4-15,-2-3 16,-1-2-16,-2-2 0,-4 0 16,-5-1-16,-4 1 15,-3-3-15,-7 0 16,-4-1-16,-1-2 16,-2-1-1,1-4-15,3-5 0,3-1 16,4-6-16,5-7 15,4 4-15</inkml:trace>
  <inkml:trace contextRef="#ctx0" brushRef="#br3" timeOffset="175463">19771 7010 0,'0'0'0,"0"0"0,0 0 15</inkml:trace>
  <inkml:trace contextRef="#ctx0" brushRef="#br3" timeOffset="176582.8">20516 7353 0,'-12'-23'0,"0"-10"15,11 2-15,9 8 16,6 9-16,3 8 16,4 12-16,-1 8 0,0 9 15,-2 14 1,-2 11-16,-1 8 15,-4 0-15,-4-2 16,-4-8-16,-3-12 16,-3-7-16,-1-10 0,1-7 31,-2-10-31,0-10 0,2-12 16,0-11-16,5-11 0,1-3 15,3-7 1,4 2-16,2 4 15,2 12-15,3 12 0,3 11 16,1 14 0,-3 14-16,-1 14 15,-2 9-15,-2 7 0,3 4 16,2-5-16,1-12 16,0-13-1,1-14-15,2-11 0,-2-7 16,1-6-16,-5-1 15,-3-2-15,-4-2 16,1 3-16,-3 4 16,-1 4-16,-6 13 15,4 1 1,3 15 0,0 13-16,1 7 0,3 2 0,-2-5 15,3-10-15,2-8 16,2-8-16,1-9 15,1-9-15,-2-9 16,-2-5-16,-4-1 16,-6-4-16,-4 0 15,-6-3-15,-8-1 16,-3 5-16,-3 3 16,-1 7-16,2 7 15,1 11-15,2 13 16,1 10-16,4 12 15,4 6-15,4-2 16,4-9-16,5-11 16,5-11-16,6-12 15,4-12 1,6-11-16,0-11 0,1-1 16,-2-3-1,-2-2-15,-5-1 16,-6-2-16,-5 0 15,-4 1-15,-4 1 16,-2 5-16,-1 7 16,-2 9-16,1 9 15,4 16-15,-6 3 16,1 21-16,2 19 16,3 13-16,-1 21 15,5 8-15,6 5 16,1-10-16,3-16 15,2-20-15,5-19 16,1-16-16,4-16 16,-5-4-16</inkml:trace>
  <inkml:trace contextRef="#ctx0" brushRef="#br3" timeOffset="176782.85">21285 7113 0,'0'0'0,"0"0"0,0 0 16,32-9-16,15-7 16,8-7-16,-1-4 15,-13 4 1,-14 9-16</inkml:trace>
  <inkml:trace contextRef="#ctx0" brushRef="#br3" timeOffset="176982.91">21840 6765 0,'0'0'15,"0"0"-15,0 0 16,0 0-16,5 30 15,2 22-15,0 15 16,0 10-16,4 8 16,0 7-16,1-5 15,0-7-15,-3-20 16</inkml:trace>
  <inkml:trace contextRef="#ctx0" brushRef="#br3" timeOffset="178083.13">21676 7191 0,'0'0'15,"0"0"-15,0 0 16,12-19-16,9-9 31,5-2-31,6 5 0,1 2 16,0 3-16,-2 6 0,-2 7 15,0 4-15,-2 4 16,-3 5-16,-2 2 16,0 6-16,0 4 15,-1 8 1,-2 5-16,-3 5 0,-2 0 15,-4 2-15,-4 2 16,-5-1-16,-5-3 16,-3-6-16,0-7 15,1-10-15,0-8 16,-2-9-16,0-8 16,-1-11-16,2-5 15,7-7-15,2-9 16,7-5-1,2-1-15,5 1 0,1 8 16,3 12-16,0 13 16,2 14-16,-1 14 15,1 12-15,-6 10 16,-3 6-16,0 1 16,-1-3-16,1-8 15,0-9-15,-2-7 16,0-8-16,0-9 15,-2-7-15,2-7 16,-1-5 0,-1-7-16,-1-4 0,0-3 15,-1-2-15,-1 5 16,-2 6 0,0 13-16,1 12 0,0 12 15,2 13 1,-1 7-16,2 2 15,-2-1-15,1-5 16,4-8-16,0-7 0,2-8 16,1-6-16,-1-7 15,6-5-15,0-5 16,-3 0-16,-2-4 16,-6-3-16,-1 0 15,-6-2-15,-1 2 16,-1 2-16,-1 9 15,2 16-15,-4-3 16,1 16-16,-2 13 16,-2 12-16,1 5 15,2 1-15,4-4 16,3-9-16,4-12 16,4-11-1,5-9-15,6-12 16,3-10-16,3-8 0,1-5 15,-4-5 1,-2-3-16,-7-2 0,-4 5 16,-7 7-1,-5 11-15,-2 11 0,-4 12 16,1 16-16,-2 11 16,2 12-16,4 8 15,4 2-15,5 1 16,6-6-16,10-10 15,7-13-15,14-14 16,8-12 0,-8-4-16</inkml:trace>
  <inkml:trace contextRef="#ctx0" brushRef="#br2" timeOffset="187566.41">12556 9077 0,'0'0'15,"20"3"-15,10 1 16,8-3-16,8-4 16,5-2-16,8-1 15,3 1-15,2 1 16,1 1-16,-4 5 15,-7 3-15,-15-1 16</inkml:trace>
  <inkml:trace contextRef="#ctx0" brushRef="#br2" timeOffset="187833.26">12916 9134 0,'-13'22'15,"-1"16"-15,1 14 16,5 16-16,3 11 15,5 11-15,0 5 16,2 1 0,-3-10-16,0-22 0</inkml:trace>
  <inkml:trace contextRef="#ctx0" brushRef="#br2" timeOffset="189050.52">13169 9541 0,'3'-32'0,"-1"-11"16,-2 1-16,-5 8 16,-5 12-16,-4 15 15,0 17-15,-3 16 16,1 16-16,1 11 15,1 8-15,2 3 16,5-6-16,4-14 16,5-13-16,4-14 15,3-13-15,4-12 16,0-12-16,1-12 16,0-9-1,1-4 1,-1-2-16,0 1 0,1 0 15,-2 10-15,-1 10 16,-1 12-16,-1 17 16,-1 15-16,3 15 15,1 10-15,1 11 16,-1 5-16,1-3 16,1-11-16,0-15 15,-1-14-15,3-15 16,-2-15-16,1-16 15,0-10-15,-3-10 16,-1-8-16,-1-6 16,-3-4-16,-2-1 15,-1 1-15,-3 6 16,0 10-16,-1 16 16,-1 12-1,0 24-15,0 1 16,-3 22-16,0 18 0,-3 17 15,1 15-15,1 12 16,1 5 0,4-2-16,0-14 0,-1-20 15,3-21 1,1-17-16,1-13 16,-1-15-16,0-11 15,1-8-15,1-6 16,1-5-16,2-5 15,3-5-15,0-1 16,1 2-16,1 4 16,0 7-16,-3 8 15,-2 10-15,-3 9 16,-6 13-16,0 0 16,2 3-1,-6 15-15,-3 13 16,-6 9-16,-1 3 0,-1-4 15,1-8-15,3-11 16,2-8-16,0-8 16,3-7-16,2-7 15,2-3-15,3-2 16,3 3-16,3 2 16,2 5-16,2 10 15,3 8-15,1 8 16,1 7-16,3 5 15,0-2-15,-3-5 16,2-7-16,3-8 16,-1-9-16,1-10 15,-1-8-15,1-8 16,-2-7 0,0-5-16,-3-3 15,-4-3-15,-4-1 0,-2 4 16,-3 9-1,-2 10-15,-1 20 0,-2 0 16,-2 19-16,-1 15 16,-1 13-16,3 7 15,1 10 1,6 0-16,4-9 16,7-13-16,4-18 15,7-17-15,4-17 16,3-12-16,6-11 15,0-5-15,-10 7 16</inkml:trace>
  <inkml:trace contextRef="#ctx0" brushRef="#br2" timeOffset="190282.83">14701 8915 0,'0'0'0,"0"0"16,0 0-1,0 0-15,0 0 0,-9 20 16,-4 18-16,2 14 15,3 13 1,3 8-16,1 9 16,1 4-16,-1-7 15,0-12-15,-1-13 16,1-14-16,0-13 16,1-11-16,3-16 15,-5 4-15,0-11 16,-1-9-16,1-6 15,0-8-15,1-4 16,4-5-16,6-2 16,7 0-16,7 5 15,6 4-15,5 10 16,5 7-16,3 8 16,3 9-16,-1 11 15,-4 7 1,-9 4-16,-5-2 0,-9 1 15,-7 2 1,-9 3-16,-8 6 16,-10 4-16,-6 5 15,-10 2-15,-3-3 16,-3-7-16,1-6 16,0-12-16,5-8 15,5-11-15,10-4 16</inkml:trace>
  <inkml:trace contextRef="#ctx0" brushRef="#br2" timeOffset="190532.6">15104 9212 0,'-2'35'16,"0"26"-16,1 13 15,2 5-15,0-5 16,2-14-16,3-15 16,2-19-16,1-19 15,2-20 1,-1-4-16</inkml:trace>
  <inkml:trace contextRef="#ctx0" brushRef="#br2" timeOffset="190683.26">15205 8908 0,'-16'10'16,"-2"8"-16,1 4 15,4-3-15,3-4 16</inkml:trace>
  <inkml:trace contextRef="#ctx0" brushRef="#br2" timeOffset="192516.34">15924 9289 0,'-8'-19'15,"-7"-12"-15,3-1 16,7 0-16,5 2 16,9 6-16,4 5 15,5 9-15,3 11 16,3 11-16,0 12 16,0 14-16,-4 11 15,-4 9-15,-4 3 16,-3-3-16,-4-6 15,-5-6 1,-5-11-16,-1-6 0,-3-10 16,-1-11-1,0-10-15,2-9 0,1-8 16,3-12 0,3-6-16,3-9 15,8-2-15,2 3 16,4 7-16,3 10 15,3 10-15,2 13 16,-1 12-16,-1 12 16,1 11-16,-2 9 15,0 4-15,-5-2 16,-3-6-16,-4-6 16,-2-10-16,-4-8 15,-3-11-15,2-1 16,-2-13-16,2-11 15,1-8-15,2-7 16,1-8-16,2-5 31,4 5-31,2 8 0,0 11 0,0 12 16,4 15-16,-2 14 16,1 15-1,-2 7-15,-2 9 16,-2 5-16,0-3 15,0-10-15,3-12 16,1-14-16,2-12 16,0-11-16,4-11 15,-4-7-15,-1-5 16,-1-1-16,-4 1 16,-2 4-16,-2 1 15,-1 8-15,-1 9 16,-5 15-16,7 5 15,-3 17-15,-1 13 16,-1 9-16,1 0 16,-1-3-16,3-11 15,4-11-15,3-10 32,1-11-32,1-8 0,2-7 0,3-7 15,-3-3-15,1-5 16,-4-2-16,-2 1 15,0 0-15,1 6 16,-1 8-16,-3 8 16,-1 13-16,-1 12 15,2 14-15,-2 9 16,-3 5-16,1-2 16,3-5-16,3-9 15,2-9-15,3-6 16,-1-6-16,0-7 15,1-6-15,-2-3 16,0-6-16,-2-4 16,-2-6-16,-7-9 15,-1-7-15,-4-9 16,-3-5-16,-5 2 16,-4 2-1,-2 5-15,-5 5 0,-2 10 16,-3 10-16,0 10 15,2 11-15,1 9 16,1 12-16,2 11 16,5 9-16,4 5 15,7 3-15,9-5 16,6-4-16,7-9 16,7-17-16,-4-12 15</inkml:trace>
  <inkml:trace contextRef="#ctx0" brushRef="#br2" timeOffset="192983.03">17406 9031 0,'0'0'0,"18"-3"16,10 2-16,2 6 15,-5 9-15,-2 11 16,-5 12-16,-4 9 16,-2 6-16,-6 1 15,-6-4-15,-5-9 16,-3-10 0,1-9-16,-1-10 0,-1-8 15,0-8-15,-1-10 16,3-9-16,1-11 15,4-8-15,3-5 16,6-2-16,7 2 16,2 7-1,2 10-15,2 14 0,1 13 16,2 15-16,-2 14 16,0 13-16,-3 11 15,-1 4-15,-2 2 16,-2-9-16,-2-8 15,2-12 1,1-12-16,3-15 0,4-14 16,3-12-1,2-14-15,-6 5 0</inkml:trace>
  <inkml:trace contextRef="#ctx0" brushRef="#br2" timeOffset="193399.17">17993 9787 0,'-69'-6'0,"-34"-6"15,-13-1-15,-5 1 0,-8 3 16,-9 6-1,-12 3-15,-16 3 16,-11 6-16,-13 5 16,-12 2-16,-12 6 15,-11 5-15,-10 3 16,-7-1-16,-4-1 16,-6-3-16,-3-4 15,54-8-15</inkml:trace>
  <inkml:trace contextRef="#ctx0" brushRef="#br2" timeOffset="204082.79">14607 10012 0,'-23'0'0,"-5"0"16,5-1-16,8 1 15,15 0-15,-8 5 0,11 4 16,3 3-16,6 3 16,7-1-1,7-2-15,6 0 16,8-3-16,8-5 16,8-5-16,8-5 15,7-1-15,5-2 16,7-2-16,9-1 15,4 0-15,6 1 16,5 3-16,3 1 16,6-2-16,1 2 15,3-2-15,2 2 16,-1 2-16,-1 0 31,1 2-31,0-1 0,1 3 16,-1 0-16,-3 0 15,-2-1-15,-1-5 16,-3-2-16,-8-5 16,-26 3-16</inkml:trace>
  <inkml:trace contextRef="#ctx0" brushRef="#br2" timeOffset="204216.95">17974 9948 0,'-7'8'16,"-2"-4"-16,1-2 15,3-2-15</inkml:trace>
  <inkml:trace contextRef="#ctx0" brushRef="#br2" timeOffset="207116.25">13036 10871 0,'-19'0'0,"-7"-1"0,-3-3 15,4-3-15,5-2 16,6-4-16,4-2 16,7-3-16,5-2 15,5-1-15,8-1 16,2 3-16,7 5 31,0 5-31,4 9 0,3 8 0,0 10 16,-3 12-16,-3 12 15,-1 14-15,-3 9 16,-7 3-16,-3 1 16,-6 1-1,-2-3-15,-6-7 16,-1-7-16,-3-13 16,0-12-16,0-11 15,-4-11-15,0-11 16,-1-13-16,0-14 15,2-14-15,4-14 16,4-6-16,4-4 16,5 0-16,6 4 15,7 3-15,2 9 16,1 9-16,3 9 16,1 12-16,0 12 15,-2 8-15,-1 11 31,0 16-31,-2 15 0,-3 13 16,-3 12-16,-4 9 0,-3 7 16,-1 1-16,-1-6 15,-2-11-15,-3-19 16</inkml:trace>
  <inkml:trace contextRef="#ctx0" brushRef="#br2" timeOffset="208132.77">13730 10904 0,'0'0'0,"0"0"15,8-23 1,8-12-16,6 2 15,2 7-15,3 9 16,-2 12-16,1 12 16,-6 14-16,-1 16 15,-5 12-15,-5 7 16,-8 2-16,-4-1 16,-4-1-1,-7-7-15,-2-7 0,0-10 16,-1-11-16,1-11 15,4-13-15,5-14 16,5-14-16,4-16 16,7-10-16,4-5 15,8-2-15,2 7 16,3 6-16,3 11 16,0 12-1,-2 12-15,-3 16 0,-3 14 16,-5 17-1,-3 19-15,-4 14 16,-2 6-16,-2-4 16,2-14-16,0-18 15,3-19-15,4-15 16,2-14-16,3-10 16,0-6-16,0-4 15,-1-1-15,-4-1 16,0 3-16,-5 8 15,-3 7-15,0 10 16,-1 10-16,-2 15 16,-1 11-16,-1 11 15,-1 8-15,2-2 16,0-11-16,3-12 16,4-10-16,3-11 15,2-9-15,0-8 16,-1-8-16,0-9 15,-4-5-15,-4-2 16,-4 0-16,-4 1 16,-4 2-16,-6 6 15,1 6 1,-1 8-16,0 7 0,-2 2 16,4 5-16,3 0 15,8 3-15,0-8 16,7-6-16,9-5 15,5-7-15,7-1 16,7 4-16,4 3 16,2 9-1,-1 7-15,-1 10 0,-7 10 16,-9 12-16,-8 9 16,-8 9-1,-12 7-15,-6 8 16,-5 4-16,-6-1 15,-3-7-15,0-8 16,2-12-16,2-12 16,2-13-16,4-17 15,6-14 1,6-12-16,5-8 0,5-6 16,2 19-16,-2 15 15</inkml:trace>
  <inkml:trace contextRef="#ctx0" brushRef="#br2" timeOffset="208849.3">14934 10594 0,'-20'-29'0,"-12"-15"15,-4-6-15,-4 2 16,-4 3-16,-3 6 16,-5 7-16,-7 9 15,-5 7-15,-3 6 16,-3 8-16,-1 4 15,-1 8-15,1 6 16,-1 7 0,1 7-16,4 8 15,5 6-15,4 9 16,2 7-16,6 8 16,9 3-16,8 6 15,6 4-15,11 3 16,7 5-16,11 6 15,12 1-15,12-5 16,11-5-16,8-11 16,7-12-16,5-13 15,7-11-15,2-13 16,5-8-16,2-10 16,5-14-16,4-8 15,0-13-15,0-10 16,1-10-1,-1-10-15,-2-6 16,-4-5-16,-3-8 16,-8-5-16,-10-5 15,-7-5-15,-8-3 16,-9-2-16,-12-1 16,-12 2-16,-14 4 15,-13 7 1,-15 10-16,-12 13 0,-16 12 15,-13 13-15,-9 15 16,-8 14-16,-10 14 16,-7 11-16,21 1 15</inkml:trace>
  <inkml:trace contextRef="#ctx0" brushRef="#br2" timeOffset="210349.81">15407 10774 0,'0'0'0,"0"0"15,0 0-15,0 0 16,0 0-16,27 4 16,14 1-16,8-4 15,8-1-15,3-5 16,5-1-16,5-1 16,2-1-16,1 1 15,0 1-15,0-1 16,-6 0-16,-4-1 15,-6 1-15,-8-2 16,-7 1-16,-8-1 31,-9 1-31,-6 0 0,-8-1 0,-7 0 16,-5-2-16,-3-1 16,-3 1-16,-1 2 15,0 3-15,-3 5 16,1 2-16,-4 7 15,-1 6-15,0 4 16,4 3-16,4 1 16,1-2-16,1-6 15,2-5-15</inkml:trace>
  <inkml:trace contextRef="#ctx0" brushRef="#br2" timeOffset="210882.8">16789 10588 0,'0'0'15,"0"0"-15,0 0 16,0 0-16,10-25 15,8-11-15,7 5 16,5 6-16,4 11 16,1 10-16,-1 12 15,-3 11-15,-5 14 16,-4 11-16,-4 8 16,-7 0-16,-6 0 15,-6 1-15,-4-3 16,-5-6-16,-4-9 15,0-8 1,1-10-16,2-10 0,0-13 16,4-13-16,2-12 15,5-11-15,6-10 16,5-8-16,6 0 16,7 3-16,4 9 15,2 11-15,1 12 16,-1 13-1,0 16-15,-2 16 16,-2 19-16,-5 18 16,-1 20-16,-3 11 15,-3 2-15,-1-8 16,-5-13-16,1-19 16,-1-19-16,0-13 15</inkml:trace>
  <inkml:trace contextRef="#ctx0" brushRef="#br2" timeOffset="211299.8">17690 10742 0,'30'-16'0,"8"-15"16,0-9-16,-6-7 15,-6-4-15,-5 2 16,-8-2-16,-4 3 16,-7 3-16,-3 1 15,-4 6-15,0 2 16,-2 8-16,-1 6 16,2 9-16,0 8 15,1 12 1,0 12-16,2 11 15,2 14-15,2 16 16,4 18 0,0 17-16,1 16 0,1 13 15,1 11-15,0 0 16,2-8-16,-1-17 16,-4-20-16,-4-25 15,-5-22-15,-5-19 16,-6-17-16,0-8 15</inkml:trace>
  <inkml:trace contextRef="#ctx0" brushRef="#br2" timeOffset="212915.68">17760 10937 0,'16'-72'0,"14"-24"16,3 6-16,2 18 15,-1 21-15,-1 20 16,-6 20-16,-3 21 16,-8 19-16,-5 20 15,-5 14-15,-2 4 16,-4-6 0,-1-15-16,-1-15 0,2-31 15,1 5 1,0-19-16,7-15 15,4-12-15,3-9 16,7-6-16,3 0 16,4 6-16,0 12 15,-1 13-15,-5 16 16,-5 15-16,-3 14 16,-4 11-16,-2 5 15,-2 3-15,-1-7 16,-2-10-16,3-8 15,0-10-15,-1-10 16,1-9-16,-3-9 16,-4-6-16,-4-4 15,-5-2 1,-5-1-16,-4 0 0,-3 5 16,0 6-1,-1 12-15,3 11 16,5 12-16,1 10 15,6 9-15,8 2 16,6-1-16,9-6 16,7-11-16,9-13 15,6-14-15,7-10 16,3-6-16,0-8 16,1-2-16,-4-2 15,-5 4-15,-11 5 16,-9 8-16,-8 6 15,-8 9-15,-4 11 16,-5 0-16,-5 14 16,-2 9-16,-3 11 15,0 4-15,4 0 16,6 1-16,9-4 16,5-8-16,5-4 15,6-6-15,5-5 16,2-3-16,-3-3 15,-1-1-15,-8-1 16,-3 4-16,-6 2 16,-7 4-16,-9 4 15,-7 1 1,-4 2-16,-4 0 0,1-3 16,3-6-16,3-4 15,8-7-15,4-6 16,6-10-1,5-9-15,7-12 16,9-10-16,7-8 16,6-2-16,3-2 15,2 2-15,-4 6 16,-3 7-16,-6 9 16,-9 12-16,-6 11 15,-11 11-15,2 3 16,-5 14-16,-3 9 15,-1 5-15,2 1 16,2 1 0,5-2-16,7-4 0,3-6 15,5-5-15,6-6 16,2-4-16,2-1 16,1-1-16,-5 0 15,-4-2-15,-6 6 16,-7 6-16,-9 4 15,-5 4-15,-8 5 16,-8 2-16,-4 2 16,-3 1-16,0-1 15,1-7-15,4-10 16,5-12-16,8-9 16,9-13-16,8-11 15,10-10-15,5-7 16,9-6-16,1-6 15,2 0-15,4-2 16,-2 3 0,-2 1-16,-4 6 0,-7 4 15,-4 8-15,-4 5 16,-5 8-16,-2 7 16,-2 8-16,-3 12 15,0 0-15,1 4 16,0 16-16,1 15 15,2 9-15,-3 10 16,3 9-16,-1 6 16,2 5-16,3-3 15,-1-9-15,-1-10 16,3-10-16,3-10 16,0-10-16,0-10 15,-2-8-15,0-9 16,-1-5-16,-2-5 15,-1-7-15,-1-3 16,1-5 0,1-4-16,0 0 0,3-1 15,-1 1-15,1 1 16,-3 0-16,2-2 16,0-2-16,-1-1 15,-2-2-15,-1 0 16,-4 13-16,-1 13 15</inkml:trace>
  <inkml:trace contextRef="#ctx0" brushRef="#br2" timeOffset="213833.06">19273 9683 0,'0'0'0,"0"0"0,0 0 16,0 0-16,0 0 16,-1 27-16,1 17 15,5 12-15,0 9 16,3 9-16,1 7 16,2 4-1,-1 1-15,-1-4 16,-1-7-16,-1-9 15,-4-12-15,1-13 16,-1-13-16,-1-9 16,-2-19-16,0 0 15,-3 2-15,-2-11 16,0-11-16,1-8 16,2-8-16,5-7 15,5-5-15,9-3 16,3 1-16,5 7 15,4 10-15,3 11 16,0 11-16,-3 14 16,-4 12-16,-7 12 15,-7 5-15,-7 6 16,-5 1-16,-7 1 16,-4 1-16,-5-4 15,-2-6-15,-4-8 16,2-9-16,0-11 15,3-11-15,4-12 16,4-9 0,5-10-16,7-9 0,5-5 15,7-3-15,5-7 16,4-2-16,3 0 16,2 4-16,0 8 15,-5 9-15,-3 10 16,-2 15-16,-6 14 15,-1 16-15,-4 17 16,-3 13-16,-2 14 0,2 15 16,2 10-1,1-4-15,2-7 16,4-17-16,4-14 16,4-18-16,3-14 0,3-15 15,3-17 1,2-15-16,-2-9 15,-4-7-15,-7-5 16,-5-1 0,-7 4-16,-7 4 0,-1 13 0,-2 15 15,-2 16 1,-3 16-16,0 18 16,0 12-16,1 11 0,4 4 15,1-1-15,6-7 16,6-10-16,7-7 15,6-12-15,1-7 16,-4 8-16,-6-3 16</inkml:trace>
  <inkml:trace contextRef="#ctx0" brushRef="#br2" timeOffset="-213130.14">20150 9961 0,'0'0'0,"0"0"0,4-21 16,6-12-16,4-4 31,9 8-31,5 5 0,3 9 16,3 12-16,1 12 16,1 10-16,-2 12 0,-5 12 15,-6 11-15,-6 7 16,-6 1-1,-5 0-15,-6-6 16,-7-6-16,-3-12 16,-2-12-16,-3-16 15,-1-14-15,-1-17 16,2-19-16,6-19 0,7-15 16,5-5-1,10 4-15,9 11 16,5 16-16,4 15 15,2 12-15,2 17 16,1 15-16,-1 12 16,-1 7-16,-4-1 15,-2-10-15,-5-7 16,-4-8-16,-6-8 16,-1-6-16,-4-4 15,-6-4-15,-4-4 16,-4-3-16,-4 0 15,0 0-15,-3 4 16,-1 4-16,0 9 16,3 15-16,4 12 15,3 15-15,6 12 16,3 12-16,8 7 16,2-1-16,3-10 15,2-14-15,4-16 16,1-14-16,3-18 15,-2-16-15,-2-9 16,-3-7-16,-5-3 16,-5-1-16,-6 3 15,-4 4-15,-2 8 16,0 10-16,1 19 16,3-3-16,3 19 15,6 12-15,-1 12 16,1 3-16,-1-2 15,3-6-15,-4-11 16,3-10-16,1-10 16,-1-10-16,-2-6 15,-2-11-15,-2-8 16,-1-5-16,-4 0 16,-1 2-16,-1 4 15,-1 8-15,1 7 16,0 15-16,4 4 15,2 13 1,2 10-16,2 3 0,1 0 16,2-5-16,-2-6 15,0-8-15,2-6 16,-1-7-16,0-9 16,-1-10-16,0-7 15,-1-8-15,-3-1 16,-1-2-16,0 0 15,1 5-15,1 10 16,5 14-16,1 11 16,1 12-16,-1 10 15,4 8-15,0 5 16,0 0-16,1-9 16,0-5-16,2-10 0,2-8 15,-1-12 1,1-9-16,-1-9 15,-1-8-15,-3-5 16,-7-4-16,-4 2 16,-6-1-16,-4 3 15,-7 6-15,-1 10 16,-3 16-16,-2 14 16,-2 13-16,-3 13 15,1 12-15,3 7 16,6 1-16,4-9 15,4-14-15,3-11 16,7-12-16,3-10 16,4-10-16,3-8 15,0-7-15,1-6 16,-1-5-16,-3 3 16,-1 2-16,1 8 15,1 12 1,0 12-16,-1 14 0,1 12 15,0 8-15,-1 7 16,1 0-16,2-3 16,-2-7-16,3-10 15,3-10-15,0-8 16,0-11-16,-3-9 16,0-12-16,-3-7 15,-4-8-15,-3-4 16,-3 0-16,-5-2 15,-1 0-15,-1 4 16,-3 4-16,1 9 16,0 9-16,1 11 0,3 15 15,-4 6 1,-2 17-16,3 11 0,2 9 16,3 2-1,3-5-15,4-5 16,4-8-16,4-6 15,0-9-15,1-7 16,0-10-16,-3-6 16,-1-3-16,-2-3 15,-3 2-15,-1-1 16,-4 0-16,-2-4 16,-2 2-16,0-1 15,1 5-15,4 6 0,2 8 16,3 7-16,1 8 15,-1 8-15,2 3 16,1 6-16,0 0 16,-2-1-16,-2-6 15,0-8-15,-3-5 16,-1-4-16,-5-8 16,5-4-16,0-11 15,-3-8-15,2-9 16,-1-3-16,4-3 15,3 3 1,4 5-16,5 13 0,4 12 16,0 16-16,1 9 15,0 6-15,0 2 16,-4 3-16,-2-3 16,-4-7-16,-3-7 15,-4-5-15,-7-9 0,0 0 16,0-1-1,-8-7-15,-3-8 16,-5-8-16,-4-9 16,-1-6-16,-1-9 15,1-8-15,1-6 16,7-5-16,6-2 16,8 6-16,8 14 15,3 14-15,2 13 16,1 10-16,-1 9 15,2 8-15,0 6 16,-3 7 0,-2 5-16,2 8 0,-2 3 15,-1 3-15,2 0 16,1-10-16,0-3 16,5-7-16,2-8 15,1-7-15,3-5 16,3-6-16,1-4 15,-1-2-15,0-2 16,1 3-16,-6 2 16,-5 4-16,-7 5 15,-10 3-15,2 5 16,-7 9-16,-5 6 16,-8 6-16,0 1 15,-4 2-15,3-1 16,2-3-16,0-3 15,7-2-15,7-3 16,7-2-16,7-3 16,6-3-16,3-1 15,6-2-15,2-1 16,0-2-16,-4-2 16,-4 0-16,-9-1 15,-11 0-15,1 7 16,-13 8-16,-11 4 15,-9 3-15,-12 4 16,-7 2-16,-3-1 16,-4 0-16,0-5 15,4-2-15,5-5 16,12-5-16</inkml:trace>
  <inkml:trace contextRef="#ctx0" brushRef="#br2" timeOffset="-212747.1">22609 9922 0,'-12'30'0,"-14"10"15,-10-1-15,-11-3 16,-14-3-16,-11 0 16,-11 0-16,-12-1 31,-15 3-31,-13 2 0,-16 1 16,-9 2-16,-11 0 15,-13 3-15,-14-1 16,-17 4-16,-14 6 15,-18-1-15,-6 4 16,-12 1-16,-11 5 16,-7 0-16,-10 6 15,-6-2-15,-4-1 16,0 5-16,62-15 16</inkml:trace>
  <inkml:trace contextRef="#ctx0" brushRef="#br2" timeOffset="-199530.14">13042 12408 0,'0'0'0,"0"0"0,0 0 16,0 0-16,0 0 16,0 0-16,0 0 15,0 0-15,0 0 16,5-18-16,3-13 15,-2-4-15,0-3 16,3 1-16,0 0 16,-3 3-16,-1 2 15,-1 5-15,-1 6 16,-2 5-16,2 9 16,-3 7-16,0 4 15,0 12-15,-1 15 16,-2 14-16,3 8 15,-1 11-15,2 5 16,6 3-16,0 4 16,0-3-1,-3-4 1,0-10-16,-4-4 0,-4-9 16,-5-6-16,-3-6 15,-5-4-15,-5-6 16,-2-6-16,-4-7 15,-2-7-15,1-9 16,3-3-16,2-5 16,3-2-16,4-2 15,7 0-15,6 2 16,6-2-16,3 2 16,7 0-16,7 3 15,3 1-15,8 5 16,5 5-16,7 4 15,6 3-15,5 4 16,1-1-16,-3-2 16,-4-2-16,-12-4 15</inkml:trace>
  <inkml:trace contextRef="#ctx0" brushRef="#br2" timeOffset="-199314.05">13597 12698 0,'-3'61'16,"0"28"-16,-2 4 0,0-9 15,2-22 1</inkml:trace>
  <inkml:trace contextRef="#ctx0" brushRef="#br2" timeOffset="-198864.52">13837 12349 0,'6'-34'16,"6"-15"-16,5-4 16,1 8-16,5 9 15,2 8-15,0 9 16,-2 10-16,-2 12 15,-3 13-15,-3 11 16,-9 11-16,-6 15 16,-7 11-16,-8 7 15,-7 7-15,-9 1 16,-3-1-16,-3-10 16,3-8-1,3-13-15,6-13 16,7-15-16,7-14 15,9-12-15,8-11 16,8-6 0,7-1-16,7 1 0,6 3 15,6 8-15,3 10 16,3 13-16,1 9 16,-6 4-16,-12-4 15</inkml:trace>
  <inkml:trace contextRef="#ctx0" brushRef="#br2" timeOffset="-198663.97">14398 12504 0,'2'38'16,"-5"21"-16,3 12 15,3 5-15,1-1 16,-2-4 0,-1-9-16,-1-17 0</inkml:trace>
  <inkml:trace contextRef="#ctx0" brushRef="#br2" timeOffset="-198163.95">14575 12253 0,'11'-43'15,"11"-13"-15,2 1 16,0 14-16,-1 14 15,-2 15-15,-4 14 16,-2 14-16,-2 15 16,-7 6-16,-3 5 15,-6 3-15,-7 2 16,-4-2-16,-1-5 16,-2-7-16,4-9 15,2-9-15,3-7 16,8-8-16,-1-5 15,8-7-15,5-5 16,7 1-16,4 4 16,3 7-16,0 3 15,-1 7-15,-4 3 16,-3 6-16,-6 6 16,-9 10-16,-9 9 15,-8 10-15,-2 7 16,-4 4-16,-4-1 15,0-7-15,2-13 16,-1-12-16,-2-16 16,7-8-16</inkml:trace>
  <inkml:trace contextRef="#ctx0" brushRef="#br2" timeOffset="-197997.67">14997 12349 0,'10'50'0,"1"30"15,-3 12-15,-6 6 16,-5-1-16,-6-13 16,1-23-16</inkml:trace>
  <inkml:trace contextRef="#ctx0" brushRef="#br2" timeOffset="-197580.58">15351 12033 0,'0'0'0,"0"0"16,3 31-16,3 21 16,0 15-16,3 5 15,2-2-15,2-12 16,1-18-16,2-16 16,3-17-16,2-13 15,-2-13-15,-3-11 16,0-8-16,-3-5 15,-5-2-15,-1 7 16,-4 6 0,-2 10-16,-3 12 0,0 11 0,-2 14 15,-1 18-15,0 18 16,0 13-16,0 9 16,3 5-1,3-1-15,2-8 16,0-18-16</inkml:trace>
  <inkml:trace contextRef="#ctx0" brushRef="#br2" timeOffset="-197397.26">15779 12298 0,'10'38'15,"2"25"-15,-2 10 16,-4 6-16,-3 2 16,-3-4-16,0-19 15</inkml:trace>
  <inkml:trace contextRef="#ctx0" brushRef="#br2" timeOffset="-197080.66">16158 12414 0,'27'0'0,"13"-1"15,5-1-15,2-1 16,-1 0-16,1-2 0,2 0 15,3-1 1,-1 0-16,0 2 16,-2 0-16,-1 3 15,-3 2-15,-3 1 16,-2 0-16,-2 0 0,-3-1 16,-6-2-1,-6-3-15,-4-3 0,-7-3 16,-4 3-16</inkml:trace>
  <inkml:trace contextRef="#ctx0" brushRef="#br2" timeOffset="-196530.68">17154 12175 0,'0'0'0,"0"0"16,0 0-16,17 10 15,11 7-15,2 5 16,-1 5-16,-4 3 15,-1 3-15,-1 4 16,-3 1 0,-4 2-16,-4 0 0,-5-1 15,-3-3 1,-4-7-16,-4-8 16,-1-6-16,-4-10 15,-1-8-15,1-9 0,1-11 16,-1-13-16,3-9 15,4-8-15,9-4 16,4 0 0,4 2-16,6 9 15,5 9-15,3 11 16,2 12-16,1 12 16,0 17-16,-2 14 15,-2 15-15,-2 17 16,-1 11-16,-4 6 15,-3-3 1,-7-10-16,-2-14 0,-5-20 16,-4-16-16,-2-8 15</inkml:trace>
  <inkml:trace contextRef="#ctx0" brushRef="#br2" timeOffset="-196280.69">17672 12331 0,'17'1'0,"12"0"16,6-6-16,3-3 16,0-4-16,1-4 15,3-3-15,-1-3 16,1-2-1,-5 0-15,-4-2 16,-3-3-16,-2-4 16,-2-6-16,-5-6 15,-4 9-15</inkml:trace>
  <inkml:trace contextRef="#ctx0" brushRef="#br2" timeOffset="-196130.36">18227 11769 0,'0'0'0,"0"0"15,0 0-15,0 31 16,0 22-16,3 19 16,-3 10-1,2 12-15,0 9 0,3 4 16,-3-14-16,-2-27 16</inkml:trace>
  <inkml:trace contextRef="#ctx0" brushRef="#br2" timeOffset="-195763.09">18605 11343 0,'0'0'0,"3"37"15,-2 30-15,1 16 16,2 16-16,1 14 15,0 10-15,6 10 16,1 8-16,1-2 16,0-10-16,1-18 15,0-25-15,-3-26 16,-3-24-16</inkml:trace>
  <inkml:trace contextRef="#ctx0" brushRef="#br2" timeOffset="-194563.35">18737 11465 0,'-41'-17'0,"-21"-8"15,-4 3-15,-3 7 16,-2 3-16,0 7 16,-4 1-1,-5 4 1,-8 5-16,-5-2 0,-5 2 0,-2 3 16,-7-2-1,-8-1-15,-7 2 16,-5-1-16,-4 0 15,-4-1-15,-7 0 16,-6 1-16,-2 4 16,-3 2-16,-4 3 15,-2 0-15,-1 4 16,4 2-16,-2-1 16,2 0-16,0-1 15,-1-1-15,-1 1 16,4-1-16,4-1 15,-2-1-15,3 0 16,2-1-16,1 0 16,5-3-1,4 0-15,4-3 0,10-3 16,6-1 0,7-1-16,8-2 15,5 0-15,4-1 16,5 1-16,8 2 15,9 0-15,7 1 16,4 1-16,5 3 16,7 2-16,8 2 15,7 3-15,5 11 16,4 8-16,1 9 16,4 14-16,4 13 15,0 10-15,2 10 16,-1 8-16,1 2 15,4 1-15,1-4 16,1-2 0,4-9-16,1-5 15,2-8-15,2-10 16,0-9-16,1-8 16,4-6-16,2-3 15,3-7-15,-1-4 16,2 0-16,4-3 15,0-4-15,6-3 16,5-3-16,3-3 16,4 1-16,3-4 15,2 0-15,7-2 16,6 1-16,5 0 16,2-1-16,4 2 15,10 0-15,3-1 16,7 0-16,5-3 15,6 0 1,9-2-16,4-1 16,5-3-16,5-2 15,7 1-15,6-2 16,5 1-16,5-2 16,2 0-16,4 0 15,11-2 1,4 1-16,7-4 0,3-1 15,2-2-15,7-1 16,-2 1-16,5 1 16,2 1-16,1 0 15,2 1 1,3-2-16,1 0 0,2 1 16,1-1-16,-5 0 15,1-3-15,-1-5 16,-1-6-1,-11-11-15,-43 2 16</inkml:trace>
  <inkml:trace contextRef="#ctx0" brushRef="#br2" timeOffset="-191930.56">18806 12007 0,'0'0'16,"0"0"-16,0 0 15,21 2-15,10-3 16,7-2-16,4-4 16,5-3-16,5-4 15,3-1-15,3 1 16,-2 0-16,1 2 15,-2-3-15,-4 2 16,-6 2-16,-8 2 16,-7 1-16,-8 2 15,-6 0-15,-8 1 16,-4-4-16,-5 0 16,-3-1-16,-4-1 15,-1 3-15,2 3 16,-1 4-16,0 4 15,2 6-15,2 1 16,2-3-16</inkml:trace>
  <inkml:trace contextRef="#ctx0" brushRef="#br2" timeOffset="-186180.82">15313 8585 0,'-48'-20'0,"-21"-8"0,0 0 16,6 6-1,6 5-15,2 7 16,1 7-16,0 7 16,-2 8-16,0 9 15,-1 9-15,2 7 32,0 6-32,4 7 0,-1 5 0,3 7 15,4 6-15,7 5 16,4 6-16,4 4 15,7 4-15,5 5 16,8 1-16,7 1 16,8-1-1,8-2-15,9-2 16,7-5-16,10-4 16,11-2-16,11-6 15,8-4-15,7-11 16,4-12-16,5-14 15,2-15-15,4-12 16,2-11-16,2-8 16,2-7-16,2-9 15,-4-9-15,-2-9 16,-5-9-16,-9-9 16,-6-8-1,-12-9 1,-9-4-16,-12-7 0,-11-6 0,-10-8 15,-13-3 1,-13-1-16,-14 1 16,-10 8-16,-12 11 15,-12 13-15,-12 16 16,-8 16-16,-9 14 16,-3 14-16,-1 14 15,2 8-15,2 8 16,4 4-16,4 5 15,8 2-15,17-5 16</inkml:trace>
  <inkml:trace contextRef="#ctx0" brushRef="#br2" timeOffset="-185481.12">18094 9141 0,'-13'1'0,"-2"2"16,15-3-16,0 0 16,4 0-16,15-2 15,12-3-15,10-1 16,11-5-1,7-5-15,6 0 0,4-4 16,1-1-16,1 1 16,-3 0-1,-3 1-15,-4 1 0,-8 4 16,-9 2-16,-7 3 16,-10 1-1,-8 1-15,-9 0 0,-6-1 16,-3-1-16,-4-3 15,-3 2-15,-5 3 16,1-2 0,1 6-16,-1 5 0,-2 8 15,2 5-15,1 8 16,0 7 0,1 4-16,2-2 0,1-6 15</inkml:trace>
  <inkml:trace contextRef="#ctx0" brushRef="#br2" timeOffset="-182398.09">21292 7998 0,'0'0'0,"-22"-19"15,-11-13-15,-14-4 16,-10 2-16,-7 1 15,-11 1-15,-7-1 16,-7-1-16,-4 3 16,-9 4-16,-4 5 15,-3 5 1,-5 11-16,-2 10 16,-3 13-16,-2 9 15,-3 8 1,0 10-16,4 8 0,4 4 15,5 12-15,5 7 16,5 11-16,6 9 16,9 9-16,12 10 15,13 1-15,15 4 16,13-2 0,16-4-16,17-8 0,16-7 15,14-7-15,17-7 16,14-8-16,14-5 15,17-5-15,12-10 16,8-8 0,11-13-16,5-14 0,7-11 15,3-13 1,2-12-16,1-11 16,-3-12-16,-4-8 15,-3-13-15,-8-10 31,-6-13-31,-8-12 0,-9-8 0,-13-7 16,-12-5-16,-13-2 16,-17-3-16,-17-4 15,-12 2-15,-19 0 16,-10 5-16,-12 2 16,-18 11-16,-18 11 15,-14 11 1,-13 13-16,-12 16 15,-9 17-15,-5 17 16,-8 19-16,0 19 16,0 16-16,2 15 15,4 12-15,28-11 16</inkml:trace>
  <inkml:trace contextRef="#ctx0" brushRef="#br0" timeOffset="-157497.5">12008 12253 0,'0'0'16,"-15"-7"-16,-5-2 15,1-1-15,4 4 16,4 0-16,0 5 0,1 2 16,3 5-16,3 3 15,-2 12-15,4 12 16,0 14-16,-3 11 16,4 14-1,1 11-15,5 8 16,7 1-16,11-5 0,4-8 15,1-17 1,0-20-16,1-16 0,0-14 16,0-11-16,-2-10 15,-2-11-15,-1-12 16,0-13 0,-4-13-16,-4-11 15,-1-4-15,-8-6 16,-7-2-16,-3 2 15,-6 10-15,-3 10 16,-3 14-16,-6 13 16,-3 13-16,-3 12 15,-4 13-15,-6 7 16,-4 3-16,-7-2 16,9-5-16</inkml:trace>
  <inkml:trace contextRef="#ctx0" brushRef="#br0" timeOffset="-157180.55">11787 11930 0,'7'36'16,"7"19"-16,6 8 16,-2 10-16,6 6 15,4 9-15,5 7 16,0 4-16,-1 8 16,1 7-16,2 5 15,1-1-15,-1-2 16,1-3-16,-3-10 15,-1-14-15,-6-13 16,-8-23-16</inkml:trace>
  <inkml:trace contextRef="#ctx0" brushRef="#br0" timeOffset="-156830.55">12272 11820 0,'-18'49'0,"-10"29"16,0 16-16,2 13 15,-3 13-15,1 11 16,-1 9-16,1 18 16,-2 16-16,4 12 15,4-1-15,-2-22 16,6-44-16</inkml:trace>
  <inkml:trace contextRef="#ctx0" brushRef="#br0" timeOffset="-156064.08">11787 11684 0,'-6'33'0,"-2"16"15,1 8-15,2 1 16,-1 6-16,1 6 15,-2 6-15,-2 5 16,-2 7-16,1 7 16,-2 7-16,-2 6 15,2 3 1,-1 4-16,0 3 0,2 0 16,1 0-16,3-2 15,4-6 1,3-7-16,-1-13 0,-2-15 15,0-23-15</inkml:trace>
  <inkml:trace contextRef="#ctx0" brushRef="#br0" timeOffset="-135523.9">13169 13357 0,'0'0'0,"0"0"16,0 0-16,11 5 15,1-1-15,-3-2 16</inkml:trace>
  <inkml:trace contextRef="#ctx0" brushRef="#br0" timeOffset="-134729.89">14020 13208 0,'8'10'0,"6"2"16,0-8-16,-5-7 15,-2-3-15</inkml:trace>
  <inkml:trace contextRef="#ctx0" brushRef="#br0" timeOffset="-134213.11">14796 13059 0,'-5'21'15,"-2"3"-15,6-4 16,0-4-16,0-5 15</inkml:trace>
  <inkml:trace contextRef="#ctx0" brushRef="#br0" timeOffset="-133763.23">15962 12847 0,'-8'21'16,"-2"8"-16,7-4 15,13-7-15,4-6 16,0-4-16</inkml:trace>
  <inkml:trace contextRef="#ctx0" brushRef="#br0" timeOffset="-132813.65">18176 11607 0,'-38'-27'15,"-16"-16"-15,-4-2 0,2 6 16,3 7-16,-1 12 15,-3 11-15,-2 12 16,1 7 0,-1 9-16,-1 7 0,1 8 15,2 9-15,-1 9 16,3 6-16,3 6 16,3 4-1,5 7-15,6 6 16,4 3-16,4 3 0,7 0 15,8-3 1,9-4-16,11-6 16,8-5-16,6-5 15,4-4-15,8-6 16,7-2-16,4-6 16,5-2-16,6-4 31,5-2-31,7-5 0,1-6 0,5-4 15,4-7-15,3-9 16,1-7-16,0-8 16,-2-9-16,1-8 15,-3-7-15,-2-5 16,-4-6-16,-3-3 16,-7-5-1,-8-2-15,-6-4 16,-9-5-16,-6-8 15,-10-4-15,-12-5 16,-12-4-16,-6-1 16,-8-1-16,-9 3 15,-7 5-15,-11 6 16,-9 9-16,-10 8 16,-5 11-16,-6 12 15,-5 12-15,-6 13 16,-10 16-1,-4 17-15,19 1 0</inkml:trace>
  <inkml:trace contextRef="#ctx0" brushRef="#br0" timeOffset="-130458.43">19840 11523 0,'0'0'0,"-4"-15"16,-2-2-16,-1 2 16,3 5-16,4 10 15,0 0-15,-3 3 16,3 13-16,0 10 15,4 10-15,3 13 16,3 10-16,0 9 16,4 11-16,0 5 15,0 6-15,-3-3 16,-2-8-16,0-8 31,-3-10-31,-4-12 0,-3-14 0,-2-12 16,-3-13-16,0-6 15</inkml:trace>
  <inkml:trace contextRef="#ctx0" brushRef="#br0" timeOffset="-130131.06">19847 11833 0,'-2'-44'16,"-4"-21"-16,2-6 15,3 6-15,4 6 16,5 9-16,4 8 16,1 8-16,2 9 15,4 11-15,0 9 16,2 10-16,-2 12 16,0 11-16,-2 10 15,-7 9-15,-5 10 16,-6 6-16,-7 6 15,-5 5 1,-8 3-16,-4-6 16,-3-6-16,-4-11 15,1-13-15,2-15 16,8-13-16</inkml:trace>
  <inkml:trace contextRef="#ctx0" brushRef="#br0" timeOffset="-129480.58">20162 11368 0,'0'0'0,"0"0"15,16 21-15,4 18 16,1 15-16,-6 12 16,-2 10-16,2 11 15,-4 8-15,1 3 16,-1-8 0,-5-19-16,-2-19 15,-3-19-15,-2-17 16,-3-14-16,-2-8 15,-5-9-15,-1-6 16,-1-9-16,3-6 16,0-6-16,3-1 15,2 3-15,2 6 16,4 4 0,3 5-16,5 2 0,0 4 15,7 1-15,2-3 16,2-4-16,4-4 15,0-2-15,4-3 16,-2 0 0,-3-1-16,-3 0 15,-2 0-15,-5 1 16,-4 0-16,-4 2 0,-3 5 16,-5 6-16,-4 5 15,-3 6-15,-1 9 16,-1 8-16,-1 10 15,2 9-15,-1 7 16,2 11-16,0 10 16,3 9-16,4 10 15,2 8-15,1 2 16,2-1-16,-1-9 16,-3-13-1,-1-12-15,0-14 0</inkml:trace>
  <inkml:trace contextRef="#ctx0" brushRef="#br0" timeOffset="-129266.41">20068 12092 0,'0'0'0,"0"0"16,0 0-16</inkml:trace>
  <inkml:trace contextRef="#ctx0" brushRef="#br0" timeOffset="-128530.56">20592 11051 0,'-45'-24'15,"-24"-10"-15,-4 4 16,-5 13 0,2 12-16,-2 15 15,1 11-15,0 11 16,0 9-16,0 13 15,4 10-15,4 12 16,6 7-16,3 11 16,7 9-16,7 8 15,10 8-15,11 6 16,13 0-16,12-4 16,13-5-16,11-4 15,10-6-15,13-11 16,6-10-16,7-14 15,8-13-15,7-13 16,5-14-16,5-14 16,2-14-16,1-15 15,0-11-15,-1-14 16,-2-13-16,-4-11 16,-1-12-16,-4-6 15,-6-11-15,-6-7 16,-7-8-16,-10-4 15,-9-3-15,-11-1 16,-10 0 0,-12 0-16,-10 2 0,-13 5 15,-10 4 1,-16 7-16,-8 11 16,-11 10-16,-9 13 15,-10 14-15,-8 19 16,-5 16-16,-6 16 15,0 19-15,1 9 16,3 10-16,6 5 16,9 4-16,21-9 15</inkml:trace>
  <inkml:trace contextRef="#ctx0" brushRef="#br0" timeOffset="-128247.33">20761 12124 0,'-21'14'0,"-10"4"16,-2-7-16,0-10 16,6-3-16</inkml:trace>
  <inkml:trace contextRef="#ctx0" brushRef="#br0" timeOffset="-121331.14">17879 8824 0,'5'-23'15,"0"-11"-15,-1-4 16,-2 3 0,-4 2-16,-4 5 0,-4 4 15,-7 4-15,-7 4 16,-6 3-16,-7 6 15,-8 6-15,-5 5 16,-7 10-16,-5 8 16,-4 9-16,-2 14 15,2 13-15,0 14 16,6 12 0,7 6-16,13 4 0,11 3 15,18-3-15,18-4 16,16-4-1,15-4-15,8-9 16,11-5-16,13-8 16,8-11-16,6-12 15,1-9 1,3-12-16,-5-13 0,-1-11 16,-3-16-16,-3-12 15,-7-15-15,-7-13 16,-9-13-16,-12-6 15,-10-5-15,-16-2 16,-15-2-16,-12 2 16,-12 6-16,-10 8 15,-6 8 1,-6 13-16,-2 11 16,-1 15-16,4 15 15,6 15-15,7 12 16,15 8-16,15 2 15,7-7-15</inkml:trace>
  <inkml:trace contextRef="#ctx0" brushRef="#br0" timeOffset="-120863.58">19147 8282 0,'0'0'16,"0"0"-16,0 0 15,0 0 1,5 36-16,3 25 0,0 21 16,2 22-16,3 19 15,-4 13-15,5 9 16,-2-1-16,-2-8 15,1-13-15,-1-13 16,0-16-16,-2-19 16,-1-17-16,-4-19 15,-3-21-15,-1-18 16,-1-20-16,-1-20 16,1 2-16</inkml:trace>
  <inkml:trace contextRef="#ctx0" brushRef="#br0" timeOffset="-120547.58">19204 8753 0,'-5'-34'16,"0"-16"-16,7 1 16,7 8-16,9 10 15,10 11-15,12 17 16,6 18-16,-1 14 15,-7 13-15,-13 7 16,-12 6-16,-11 6 16,-12 2-16,-9 0 15,-6-6-15,-2-11 16,2-10-16,7-16 16,5-13-16,6-12 15,5-12-15,4-12 16,6-13-16,8-9 15,5-5-15,7 0 16,-5 11-16</inkml:trace>
  <inkml:trace contextRef="#ctx0" brushRef="#br0" timeOffset="-120396.62">19551 8625 0,'1'37'0,"3"28"15,-2 13-15,-2 6 16,4-1-16,3-10 15,2-16-15,2-17 16,4-19-16,1-19 16,2-19-16,-2-17 15,-3 3 1</inkml:trace>
  <inkml:trace contextRef="#ctx0" brushRef="#br0" timeOffset="-120264.09">19709 8366 0,'0'0'0,"-15"-4"16,-5 5-16,0 13 15,2 15-15,5 0 16</inkml:trace>
  <inkml:trace contextRef="#ctx0" brushRef="#br0" timeOffset="-118864">19986 8883 0,'0'0'0,"0"0"16,-8-26-16,-6-17 16,-6-1-16,-4 6 15,0 10-15,-4 15 16,-4 13-16,-1 12 15,0 8-15,1 9 16,6 3-16,6 3 16,11-4-16,10-3 15,5-10-15,13-8 16,6-7-16,6-6 16,0-7-16,2-9 15,-1-8 1,-4-4-16,-1-3 0,-7 3 15,-3 4-15,-3 6 16,-5 10-16,0 11 16,-2 13-16,-1 18 15,-2 18-15,-2 15 16,-1 13-16,3 10 16,-5 7-16,-6 7 15,-4 3-15,-8-6 16,-4-10-16,-6-12 15,-4-17-15,-1-12 16,-2-17-16,-1-13 16,3-13-16,2-13 15,-1-15-15,6-11 16,8-16-16,14-14 16,11-10-16,14-10 15,14-5-15,13-3 16,12 0-16,7 2 15,1 3-15,-1 3 16,-8 8-16,-10 8 16,-11 14-16,-13 13 15,-10 17-15,-7 11 16,-7 14-16,-4 6 16,-8 21-16,-2 16 15,-1 14-15,3 9 16,0 5-16,8-2 15,6-4-15,7-6 16,4-15-16,3-14 16,0-11-16,-2-14 15,0-10-15,-1-14 16,-5-15-16,-4-12 16,-4-13-16,-1-5 15,-2-5 1,5 2-16,2 5 0,3 10 15,2 13-15,5 15 16,2 14-16,0 12 16,-1 11-16,1 13 15,-1 9-15,-3 10 16,-1 4-16,-1-2 16,-3-6-16,-1-10 15,-2-10-15,0-12 16,3-9-16,-1-9 15,1-12-15,2-7 16,2-9-16,-2-9 16,0-8-16,1 0 15,-2 8 1,0 13-16,-3 12 0,-5 21 16,5 0-16,1 16 15,-1 13-15,-1 5 16,4 6-16,5-2 15,6-7-15,9-7 16,5-10-16,8-10 16,1-12-16,2-9 15,-4-12-15,-7-10 16,-9-6-16,-4 0 16,-7-3-16,-7 0 15,-7 6-15,-2 12 16,-4 10-16,-4 11 15,-6 15-15,-1 9 16,-3 14-16,1 9 16,6 4-16,10 3 15,12 1-15,10 1 16,12-2-16,12 2 16,6-2-16,-2-5 15,-6-5-15,-11-7 16,-9-4-16,-12-5 15,-10-3-15,-12-5 16,-13-4-16,-11-3 16,-10-7-16,-9-8 15,-5-6-15,-7-7 16,3-7-16,4-1 16,16 8-16</inkml:trace>
  <inkml:trace contextRef="#ctx0" brushRef="#br0" timeOffset="-92764.28">10261 7553 0,'8'-15'15,"6"-4"-15,-1 1 16,2 4-1,-2 5-15,1 5 0,-1 3 16,-1 3-16,-1 5 16,1 5-16,-2 3 15,-2 6-15,-1 4 16,0 3 0,-2 8-16,-1 4 15,-3 5-15,-1 4 16,0 4-16,0 3 15,0 1-15,0 2 16,0 0-16,3 1 16,-3 0-1,0 1-15,2 3 0,0-2 16,1-1-16,0 0 16,3 1-16,-1 0 15,-2-1-15,4 0 16,0-5-1,1-1-15,-2-5 0,0-3 16,-2-4 0,0-3-16,-3-2 15,-2-5-15,-3-3 16,0-1-16,-3-7 16,-3-1-16,-3-3 15,-6-3-15,-3-1 16,-5-2-16,-4-1 15,0-2-15,-1 1 16,-4-1-16,0 0 16,1-5-16,-6-4 15,8-3 1</inkml:trace>
  <inkml:trace contextRef="#ctx0" brushRef="#br0" timeOffset="-88829.63">18958 392 0,'-7'-31'0,"-3"-10"16,3 6-16,2 10 15,2 10-15,3 15 16,0 0-16,2 4 16,3 15-16,1 12 15,1 11-15,-2 11 16,-2 12-16,0 10 15,-3 11-15,-3 3 16,-2 0-16,-3-9 16,0-11-16,0-13 15,-2-9-15,3-11 16,1-6-16,1-7 16,2-8-16,3-15 15,0 0 1,-1 2-16,4-12 0,0-13 15,2-6-15,1-8 16,1-4-16,0-7 16,2 0-16,0 5 15,0 2-15,4 2 16,2 3-16,4 6 16,7 4-16,4 8 15,5 7-15,1 11 16,0 10-16,-1 12 15,-4 15-15,-7 13 16,-8 10-16,-8 6 16,-10-1-16,-8-5 15,-8-5-15,-7-6 16,-4-8 0,-1-2-16,-1-8 15,2-12-15,3-12 16,5-16-1,5-3-15</inkml:trace>
  <inkml:trace contextRef="#ctx0" brushRef="#br0" timeOffset="-88547.76">19387 748 0,'0'0'0,"0"0"16,9 22-16,-1 16 16,-4 13-16,-5 10 0,-3 13 15,-1 6-15,-1-4 16,6-16 0,6-15-16,8-22 15,5-13-15,6-15 16,7-10-16,6-17 15,1-16-15,-1-5 16,-11 8-16</inkml:trace>
  <inkml:trace contextRef="#ctx0" brushRef="#br0" timeOffset="-88391.27">19532 477 0,'-15'-1'0,"4"1"0,11 0 15,1 3-15,6-1 16</inkml:trace>
  <inkml:trace contextRef="#ctx0" brushRef="#br0" timeOffset="-88080.06">20037 709 0,'0'0'0,"0"0"16,0 0-16,31 0 16,18 0-16,8 0 15,-3 2-15,-5 2 16,-7-3-16,-13 0 15,-9-1-15</inkml:trace>
  <inkml:trace contextRef="#ctx0" brushRef="#br0" timeOffset="-87880.41">20074 858 0,'22'0'0,"15"1"16,7 2-16,6-2 15,3 2-15,1 1 16,-3-1-16,-11 0 16</inkml:trace>
  <inkml:trace contextRef="#ctx0" brushRef="#br0" timeOffset="-87664.17">20188 1058 0,'0'0'16,"25"6"-16,20 4 15,16-2-15,8-3 32,1-5-32,-15-3 0</inkml:trace>
  <inkml:trace contextRef="#ctx0" brushRef="#br0" timeOffset="-87113.84">21052 380 0,'0'0'15,"0"0"-15,-5 25 16,-3 21-1,3 18-15,4 9 16,2 7-16,2-5 16,2-8-16,0-10 15,-6-6-15,-7-11 16,-5-6-16,-3-10 16,-4-5-16,-1-8 15,4-11-15,2-10 16,1-11-16,1-11 15,8-9-15,7-6 16,8 0-16,6 2 16,10 5-16,3 9 15,6 11-15,3 12 32,1 11-32,2 11 0,-2 10 0,-5 13 15,-6 9-15,-10 3 16,-12-2-16,-9-5 15,-11-4-15,-10 2 16,-6-2-16,-8-3 16,-1-6-1,5-10-15,6-14 0,7-12 16,7-15 0,4-2-16</inkml:trace>
  <inkml:trace contextRef="#ctx0" brushRef="#br0" timeOffset="-86830.51">21411 697 0,'0'0'0,"-2"28"16,-2 21-16,-2 13 15,1 13-15,-3 12 16,2 8-16,-2-4 16,6-15-16,4-15 15,4-15-15,5-10 16,5-12 0,5-11-16,-1-9 0,2-11 15,-1-12-15,2-20 16,-5 4-16</inkml:trace>
  <inkml:trace contextRef="#ctx0" brushRef="#br0" timeOffset="-86668.32">21481 529 0,'0'0'0,"0"0"0,0 0 16,0 0-16</inkml:trace>
  <inkml:trace contextRef="#ctx0" brushRef="#br0" timeOffset="-85963.86">22161 399 0,'0'-20'16,"-3"-5"-16,-1 2 16,0 8-16,-2 9 15,0 12-15,-3 11 16,-1 11-16,-2 13 15,-2 14-15,-3 18 16,-2 17-16,2 15 16,3 12-1,7 3-15,8-8 0,10-17 16,9-24-16,9-21 16,6-18-16,0-16 15,-3-13-15,-9-5 16</inkml:trace>
  <inkml:trace contextRef="#ctx0" brushRef="#br0" timeOffset="-84812.69">22294 768 0,'-5'-33'16,"1"-10"-16,5 6 15,9 13-15,7 13 16,3 18-16,3 13 16,-1 15-16,2 14 15,1 10-15,-1 3 16,-4-2-16,-7-7 16,-5-12-1,-7-9-15,-9-10 0,-3-8 16,-3-10-16,1-8 15,-2-11 1,4-9 0,2-13-16,6-8 0,3-4 15,5 2-15,4 7 16,5 9-16,5 9 16,2 13-16,4 10 15,1 13-15,1 14 16,1 12-16,-2 6 15,2 4-15,-4-4 16,-3-8-16,-3-10 16,-6-9-16,-3-7 15,-9-12-15,0 0 16,3-7-16,-4-14 16,-3-10-16,6-8 15,0-7-15,0-6 16,4 3-1,3 7-15,2 12 16,1 13-16,0 15 16,1 14-16,-1 12 15,1 9 1,1 9-16,0 2 0,1-3 16,2-10-16,2-8 15,-1-12-15,0-6 16,0-11-16,1-9 15,-2-7-15,0-5 16,-4-2-16,-3-4 16,0 0-16,-1 4 15,-1 11-15,-1 12 16,0 12-16,1 14 16,-1 11-16,1 7 15,1-4-15,5-4 16,1-8-16,3-6 15,1-9-15,2-6 16,0-7-16,-5-4 16,0-5-1,-4-7-15,-1-4 16,-2-4-16,-4-4 0,1 1 16,-3 9-1,-1 10-15,-2 14 16,2 8-16,-2 17 15,0 10-15,1 3 16,5-4-16,5-4 16,3-9-16,2-6 15,0-9-15,2-9 16,1-4-16,-1-8 16,-2-6-16,-5-5 15,-4-8-15,-5-8 16,-2-6-16,-9-5 15,-4-2-15,-5 2 16,-7 5-16,-7 7 16,-2 8-16,-4 11 31,-2 10-31,1 12 0,3 10 16,8 10-16,9 9 0,14 8 15,11 5-15,13-2 16,10-5-1,12-5-15,3-6 16,-8-7-16</inkml:trace>
  <inkml:trace contextRef="#ctx0" brushRef="#br0" timeOffset="-84414.09">23738 632 0,'0'0'0,"0"0"16,15 14-16,3 12 16,2 9-16,-2 8 15,-4 7-15,-1 2 16,-4-4 0,-5-11-16,-3-10 0,-4-11 15,-4-8 1,-3-13-16,-1-11 15,-3-11-15,4-7 16,4-6-16,6-8 16,4-1-1,5 2-15,5 7 0,4 12 16,6 10-16,3 17 16,1 14-16,2 13 15,0 14-15,-1 9 16,2 8-16,-2 0 15,0-10-15,-5-14 16,-7-12-16,-6-10 16</inkml:trace>
  <inkml:trace contextRef="#ctx0" brushRef="#br0" timeOffset="-84157.48">24186 348 0,'13'-10'16,"11"0"-16,11 15 16,9 18-16,4 20 15,-5 18-15,-9 18 16,-12 17-16,-14 12 15,-11 5-15,-19 0 16,-15-2-16,-13-8 16,5-28-1</inkml:trace>
  <inkml:trace contextRef="#ctx0" brushRef="#br0" timeOffset="-68847.63">18996 1858 0,'0'0'0,"0"0"15,3 27-15,1 20 16,1 10-16,2 9 15,2 6-15,4 3 16,1 4-16,5 0 16,-4-2-16,-3-8 15,-6-8-15,-10-10 32,-6-9-32,-4-8 0,-5-8 0,-3-9 15,1-12 1,-2-10-16,1-12 0,-1-10 15,4-10 1,4-4-16,5-5 0,5-1 16,8 2-16,8 4 15,8 0 1,8 8-16,9 9 16,6 7-16,4 12 15,2 10-15,-4 9 16,-7 11-16,-10 11 15,-6 9-15,-10 8 16,-12 5-16,-6 1 16,-8-3-16,-9-3 15,-6-5-15,0-13 16,-1-9-16,6-16 16,5-11-1,10-17 1,3-13-16,4 1 0</inkml:trace>
  <inkml:trace contextRef="#ctx0" brushRef="#br0" timeOffset="-68614.62">19412 2375 0,'-7'21'0,"-5"20"15,0 14-15,-1 9 16,6 5-16,4-5 16,8-12-16,7-12 15,8-16-15,5-12 16,5-14-16,0-15 16,-3-15-16,-6 1 15</inkml:trace>
  <inkml:trace contextRef="#ctx0" brushRef="#br0" timeOffset="-68453.13">19538 2149 0,'-10'11'0,"-2"7"0,5 1 16,7 0-1,3-5-15</inkml:trace>
  <inkml:trace contextRef="#ctx0" brushRef="#br0" timeOffset="-68228.38">19645 2452 0,'0'0'0,"20"7"15,15 1-15,14-1 16,11-5-16,7-3 16,4-6-16,-3-10 15,-15 2-15</inkml:trace>
  <inkml:trace contextRef="#ctx0" brushRef="#br0" timeOffset="-67680.82">20389 1994 0,'0'0'0,"-2"40"0,0 23 16,2 9-1,3 3-15,3-4 16,3-10-16,-3-11 16,-5-7-16,-6-10 15,-8-6-15,-5-10 16,-3-6-16,-2-8 15,-3-10-15,2-8 16,2-7-16,4-6 16,8-3-16,7-2 15,8 0-15,13 1 16,8 8-16,7 10 16,6 6-16,5 10 15,3 8-15,-3 10 16,-6 8-1,-8 9-15,-9 5 16,-9 1-16,-11-1 16,-8-4-16,-7-2 15,-7-2-15,-6-3 16,-7-3-16,1-8 16,1-7-16,4-11 15,7-9-15,6-12 16,8-10-16,9-7 15,10-5-15,6-19 16,0 5-16</inkml:trace>
  <inkml:trace contextRef="#ctx0" brushRef="#br0" timeOffset="-67431.38">20673 2356 0,'15'7'0,"3"7"0,-1 10 16,-2 9-16,-5 12 16,-4 12-16,-2 13 15,-1 10 1,-3 8-16,-5 0 16,-1-5-16,-3-15 15,-2-14-15,-1-19 16,0-20-16,-2-14 0,-1-15 15,2-18 1,3 1-16</inkml:trace>
  <inkml:trace contextRef="#ctx0" brushRef="#br0" timeOffset="-67282.95">20781 2259 0,'0'0'16,"0"0"-16,0 0 16,0 0-16,18-3 15,3 0-15</inkml:trace>
  <inkml:trace contextRef="#ctx0" brushRef="#br0" timeOffset="-67080.66">21058 2324 0,'0'0'16,"21"1"-16,17 0 16,9-1-16,6-3 15,1-5-15,-8-5 16,-12-1-16</inkml:trace>
  <inkml:trace contextRef="#ctx0" brushRef="#br0" timeOffset="-66913.76">21178 2459 0,'0'0'0,"0"0"15,31-5-15,17-2 16,4-3-16,-4 0 16,-13 1-16,-12 1 15</inkml:trace>
  <inkml:trace contextRef="#ctx0" brushRef="#br0" timeOffset="-66747.94">21133 2614 0,'0'0'0,"0"0"16,34 4-16,20-4 15,11-5-15,2-11 16,-14 0-16</inkml:trace>
  <inkml:trace contextRef="#ctx0" brushRef="#br0" timeOffset="-66414.64">21764 2330 0,'-8'26'0,"-7"17"16,5 13-16,3 4 0,7-1 15,6-7 1,7-12-16,9-13 15,8-10-15,3-15 16,3-12-16,-1-8 16,-2-11-16,-9-10 15,-5-9-15,-7-8 16,-10-4-16,-7-4 16,-14 2-16,-5 9 15,-4 15-15,-3 13 16,-1 17-16,1 18 15,3 13-15,7 10 16,8 5-16,10 1 16,3-8-16</inkml:trace>
  <inkml:trace contextRef="#ctx0" brushRef="#br0" timeOffset="-66130.31">22509 1942 0,'-19'0'16,"-12"8"-16,-2 12 0,-1 20 15,3 21-15,3 20 16,7 19-16,8 8 15,8 1-15,10-7 16,12-17-16,9-17 16,10-19-16,4-18 15,0-20-15,-9-8 16,-11-3-16</inkml:trace>
  <inkml:trace contextRef="#ctx0" brushRef="#br0" timeOffset="-64762.62">22540 2297 0,'7'-33'15,"6"-3"-15,5 13 16,6 18-16,5 20 16,1 19-16,-1 13 15,-2 8-15,-5 1 16,-6-3-16,-7-6 15,-4-12-15,-6-9 16,-3-12-16,4-14 16,0 0-1,0-19-15,2-10 0,0-10 16,1-7-16,1-4 16,5-1-16,0 5 15,3 9-15,4 12 16,1 15-16,0 16 15,1 16-15,-5 14 16,-1 11-16,0 8 16,0 1-16,-1-5 15,3-11-15,-3-12 16,2-14-16,1-12 16,3-12-16,-3-9 15,3-12-15,0-5 16,-2-8-16,-3-8 15,-3 3-15,1 9 16,-2 13-16,-3 13 16,-2 14-16,-3 14 15,0 12 1,-1 7-16,0 5 0,3 2 16,5-7-16,2-7 0,6-8 15,4-7 1,3-12-16,0-10 0,3-7 15,-3-6 1,-5-5-16,0-4 16,-4-3-16,-1 2 15,0 6-15,-3 8 0,-2 10 16,-4 13-16,0 9 16,-3 6-16,1 2 15,-1 1-15,0 0 16,3-2-16,4-3 15,2-6-15,2-3 16,4-6-16,3-5 16,3-4-16,2-3 15,-1-2 1,-1 1-16,-2 7 0,-3 8 16,-3 6-16,-1 7 15,-3 4-15,2 1 16,0-3-16,3-2 15,1-4 1,2-6-16,3-6 0,0-6 16,1-7-16,-5-5 15,-4-8 1,-6-8-16,-6-7 0,-9-7 16,-6-3-16,-9 3 15,-3 7 1,-8 10-16,-3 11 15,-3 13-15,2 9 16,6 7-16,6 11 16,8 5-16,9 0 15,11-6-15,13-7 16,12-7-16,12-5 16,9-5-16,3-3 0,-1-2 15,-1 2 1,-5 1-16,-5 3 15,-6 1-15,-7-1 16,-4 1-16,-7 3 16,-2 7-16,-2 10 15,-3 11-15,-2 9 0,-2 4 16,-1 1 0,0-6-16,1-8 15,-3-7-15,0-7 16,0-14-16,0 0 0,3-3 15,0-12-15,-1-6 16,3-8-16,4-5 16,4-6-16,4 2 31,3 6-31,0 8 0,2 12 0,-1 12 16,0 11-16,-2 13 15,-3 8-15,-4 5 16,-2 0-16,-3 0 15,-2-9 1,1-11-16,1-13 0,0-13 16,0-13-16,0-8 15,-4-9-15,-3-59 16,-3-3-16</inkml:trace>
  <inkml:trace contextRef="#ctx0" brushRef="#br0" timeOffset="-64564.4">24186 1923 0,'14'-8'16,"7"3"-16,5 8 16,6 13-16,5 14 15,1 13-15,-4 14 16,-4 11 0,-8 10-16,-13 10 0,-17 4 31,-18 1-31,-18-2 0,-11-7 0,-13-14 15,12-21-15</inkml:trace>
  <inkml:trace contextRef="#ctx0" brushRef="#br0" timeOffset="-64061.51">19103 3156 0,'0'0'0,"0"0"15,0 0-15,0 0 16,0 0-16,41 3 15,33 2-15,21 2 16,13 0-16,14 2 16,10-3-16,12-3 15,5-2-15,2-3 16,0-1-16,-12-2 16,-10-5-16,-7 0 15,-14-1-15,-16-2 16,-16-5-16,-18-7 15,-19 3-15</inkml:trace>
  <inkml:trace contextRef="#ctx0" brushRef="#br0" timeOffset="-55064.06">8994 7830 0,'-21'-10'0,"-3"-4"16,4 1-16,9 1 15,11 12-15,0-6 0,10 10 16,6 8 0,7 9-16,2 13 15,1 7-15,-1 3 16,-2-3-16,-3-7 15,-3-13-15,-1-18 16,6-25-16,6-26 16,14-29-16,10-24 15,16-19-15,9-9 16,8-5-16,6 8 31,1 11-31,-1 16 0,-4 18 0,-3 19 16,-4 17-16,-7 21 15,-17 12 1</inkml:trace>
  <inkml:trace contextRef="#ctx0" brushRef="#br0" timeOffset="-54430.63">10122 8999 0,'0'0'0,"0"0"15,9 24-15,9 13 16,9 7 0,1 1-16,0-5 15,0-10-15,-3-13 16,2-19-16,1-24 16,5-28-16,12-28 15,14-22-15,9-20 16,6-12-16,-3-9 15,1 9-15,-16 32 16</inkml:trace>
  <inkml:trace contextRef="#ctx0" brushRef="#br0" timeOffset="-47314.45">18989 3569 0,'-12'-24'0,"-5"-13"15,7-1 1,6 2-16,8 0 0,4 4 15,6 3 1,3 6-16,4 7 16,3 9-16,3 13 15,1 14-15,-3 16 16,-7 18-16,-6 15 16,-6 10-16,-5 8 15,-5 0-15,-5-4 16,-7-5-16,-8-8 15,-7-7-15,-8-10 16,-5-11-16,-4-6 16,-4-11-16,-2-8 15,1-12-15,2-12 16,4-10-16,8-12 16,5-7-16,10-6 15,13-4-15,10 6 16,9 3-16,7 3 15,-1 8-15</inkml:trace>
  <inkml:trace contextRef="#ctx0" brushRef="#br0" timeOffset="-46714.38">19065 3801 0,'0'0'0,"0"0"0,0 0 16,0 0-16,0 0 15,27-19-15,15-15 16,7-10 0,1-4-16,-6-3 15,-5 0-15,-8-1 16,-11 6-16,-9 7 15,-7 11-15,-8 10 16,-4 12-16,-4 12 16,-2 15-16,0 16 15,1 16-15,2 14 16,4 13-16,4 6 16,6-4-16,7-11 15,4-8-15,4-13 16,6-13-16,4-13 15,5-12-15,2-15 16,3-14-16,0-12 16,0-7-16,-4-13 15,-5-6-15,-6-3 16,-9-1-16,-7 2 31,-7 10-31,-6 10 0,-2 13 0,-2 14 16,-4 14-16,0 17 15,2 17-15,3 12 16,5 9-16,4 6 16,6-5-16,6-5 15,5-11-15,8-12 16,5-13-16,7-12 16,0-13-16,-4-12 15,-5-10 1,-7 2-16</inkml:trace>
  <inkml:trace contextRef="#ctx0" brushRef="#br0" timeOffset="-45980.6">19834 3679 0,'0'0'0,"0"0"16,0 0-16,15 21 15,7 17-15,3 5 16,2 4-16,0 4 15,-5-4-15,-3-4 16,-4-6-16,-5-11 16,-3-12-16,-7-14 15,1-2-15,-2-14 16,-2-14-16,-1-12 16,1-12-16,5-3 15,2 1-15,4 10 16,5 14-16,0 16 15,3 14-15,3 13 16,1 15-16,2 12 16,0 13-16,1 5 15,-2 4-15,-1-8 16,4-15-16,0-14 16,1-18-16,2-13 15,-3-8-15,-3-11 16,-2-10-16,-3-4 15,-2-3-15,-2-1 16,-1 5 0,-5 7-16,-4 11 0,-2 7 15,0 15-15,0 7 16,-1 18-16,-2 13 16,1 7-16,4-4 15,5-5-15,6-9 16,4-9-16,7-10 15,5-11-15,3-11 16,3-9-16,1-5 16,1-8-16,-6-5 15,-11-2 1,-8-1-16,-13 3 0,-9 8 16,-7 12-16,-1 13 15,-5 16-15,-1 15 16,-1 16-16,4 9 15,7 7-15,9 3 16,11-4 0,8-7-16,10-10 15,10-12-15,11-13 16,8-13-16,5-14 16,0-11-16,-13 2 15</inkml:trace>
  <inkml:trace contextRef="#ctx0" brushRef="#br0" timeOffset="-44464.07">21272 3556 0,'3'31'15,"1"19"-15,-2 10 16,0 6-16,0 0 15,2-9-15,2-14 16,1-15-16,1-11 16,2-10-16,1-16 15,1-9-15,1-10 16,-1-8-16,3-8 16,-1-2-16,4 4 15,4 10-15,2 10 16,2 14-16,0 16 15,-1 13-15,-1 11 16,-1 5-16,1 3 16,-2-2-16,1-7 15,-1-7-15,-1-5 16,-2-10-16,-4-8 16,0-10-16,-2-12 15,0-7-15,-3-8 16,-7-11-16,-2-4 15,-5-6-15,-3 0 16,-3 6-16,0 13 16,1 14-16,0 11 15,1 11-15,1 9 16,2 5-16,3 3 16,4 2-16,4-2 15,3-4-15,3-5 16,7-1-16,3-5 15,-1-1-15,-2-5 0,0-5 16,-3 0 0,0-1-16,5 2 0,0 5 15,3 5-15,1 11 16,2 13-16,-3 9 16,-5 5-16,-6 4 15,-4 3-15,-7-1 16,-5-6-16,-2-10 15,-2-9-15,1-9 16,6-10-16,-5-6 16,1-9-16,1-11 15,5-6 1,4-8-16,5-4 0,10-1 16,4 4-16,3 13 15,0 11-15,-1 14 31,-4 17-31,-4 10 0,-3 9 0,-1 3 16,0-5-16,-4-3 16,-1-4-16,-3-6 15,-3-7-15,-4-11 16,0 0-16,2-1 16,-4-9-16,-2-8 15,-3-7-15,3-8 16,1-4-16,1 1 15,4 3-15,5 4 16,9 4-16,7 9 16,4 9-16,2 13 15,0 8-15,-1 5 16,-4 6-16,-4-1 16,-4 0-16,-5-3 15,-5-1-15,-2-4 16,-2-5-16,-2-11 15,0 0 1,-3 2-16,-2-7 0,5-8 16,2-4-16,3-3 0,4 2 15,3 0-15,2 6 16,5 8-16,3 9 16,1 9-1,0 8-15,-2 2 16,5-3-16,2 0 15,3-6-15,3-6 16,4-8-16,0-6 16,-3-6-16,-7-4 15,-7-3-15,-5-4 16,-9-4-16,-5-5 16,-7 1-16,-4 1 15,-3 4-15,-3 7 16,-2 10-16,-3 9 15,-2 12-15,-1 12 16,4 16 0,2 15-16,6 13 0,6 9 0,6 7 15,8 0-15,-1 4 16,-1-1 0,-7-5-16,-8-9 15,-9-12-15,-8-15 16,-7-14-16,-8-14 15,-4-17-15,-3-16 16,-5-15-16,2-16 16,4-12-16,14-12 15,18-7-15,21-3 16,22 5-16,20 12 16,14 14-16,4 12 15,-3 8-15,-17 8 16</inkml:trace>
  <inkml:trace contextRef="#ctx0" brushRef="#br0" timeOffset="-42147.39">21361 4421 0,'-5'-36'0,"-7"-24"15,-6-2-15,-5 7 32,-3 15-32,0 17 0,-2 22 0,-1 23 15,-2 23 1,-1 18-16,3 17 16,5 4-16,8-8 15,8-13-15,8-16 16,10-17-16,9-14 15,10-16-15,7-14 16,7-12-16,2-9 16,-4-6-16,-8-5 15,-7-4-15,-10 1 16,-5 8-16,-6 12 16,-2 16-16,-1 19 15,-2 17-15,0 13 16,2 15-16,5 8 15,3 0-15,5-7 16,7-11-16,7-13 16,11-17-1,9-17-15,7-14 0,9-14 16,-2-5-16,-5-11 16,-8-4-16,-15-3 15,-13-2-15,-12 5 16,-13 7-16,-8 11 15,-6 13-15,-1 12 16,-6 17-16,-2 12 16,0 12-16,2 13 15,7 5-15,10 0 16,8-5-16,13-5 16,10-4-16,9 0 15,2-4-15,-4-4 16,-4-2-16,-9-2 15,-11-2-15,-13 0 16,-11-3-16,-9-3 16,-4-6-16,-2-6 15,3-7-15,8-5 32,7-5-32,10-10 0,10-5 15,12-8-15,11-4 0,11 0 16,12-1-16,9 1 15,5 1-15,-1 2 16,-8 3-16,-12 5 16,-12 5-16,-15 4 15,-14 8-15,-16 6 16,-11 8-16,-5 6 16,-8 6-16,-1 5 15,1 1-15,7 2 16,9-1-16,12 4 15,12 0-15,13 1 16,13 3-16,10 0 16,10 1-16,6 0 15,-3-3 1,-11-3-16,-12-1 0,-16-2 16,-15 0-16,-14 0 15,-12-4-15,-7-3 16,-6-1-1,-5 0-15,-2 0 0,0-5 16,8-5-16,13-7 16,11-5-1,17-6-15,14-8 16,10-4-16,9-4 0,7 0 16,3 2-16,-4 2 15,1-1-15,-5 4 16,-4 4-16,-4 5 15,-6 7-15,-3 9 16,-2 11-16,-2 9 16,0 13-16,-2 5 15,0 2-15,2-2 16,0-6-16,2-5 16,3-7-16,-1-5 15,1-11-15,0-7 16,-2-9-16,-4-5 15,-1-7-15,-3-4 16,-3-5-16,-5-1 16,-1 0-16,-2 7 15,0 10-15,0 18 16,-1 5-16,-1 15 16,0 9-16,2 7 15,3 2-15,5-5 16,4-4-16,3-9 15,2-7-15,3-6 16,4-9 0,-2-6-16,2-7 0,-2-6 15,-3-6-15,-4-2 16,-3-1-16,-4 2 16,-1 8-16,-3 8 15,-3 14-15,-3 10 16,-1 8-16,-1 3 15,4 2-15,2-5 16,5-4-16,1-4 16,2-9-16,1-7 0,4-8 15,-2-5-15,-1-6 16,-5-8-16,0-2 16,1 2-16,-4 7 15,0 4-15,0 10 16,-4 10-16,4 6 15,1 12-15,1 9 16,1 0-16,4-1 31,8-5-31,7-7 0,6-7 0,4-12 16,3-10-16,-1-6 16,-5-9-16,-3-8 15,-6-5-15,-7-8 16,-7-2-16,-8-4 15,-10 2-15,-5 8 16,-4 8-16,-3 10 16,-4 10-16,0 10 15,0 9-15,2 8 16,2 15-16,6 14 16,5 14-16,8 14 15,8 17-15,7 12 16,6 10-16,3 11 15,-1 5-15,-2 1 16,-4-5-16,-7-10 31,-5-14-31,-7-20 0,-7-19 0,-7-24 16,-5-23-16,-5-25 16,-1-20-1,-2-18-15,1-18 16,2-7-16,-1-7 15,4-1-15,9 4 16,6 7-16,8 10 16,8 9-16,4 7 15,6 5-15,-2 5 16,1 1-16,5 6 16,5 5-16,5 13 15,4 13-15,-2 12 16,-3 17-16,-6 13 15,-8 10-15,-10 3 16,-7-1-16,-6-7 16,-4-15-1,-2-13-15,3-20 0,4-4 16</inkml:trace>
  <inkml:trace contextRef="#ctx0" brushRef="#br0" timeOffset="-41930.4">23366 3905 0,'0'0'0,"0"0"16,2 31-16,3 23 16,3 19-16,4 8 15,4 8-15,2 1 16,2-3-16,-1-10 15,-4-18-15,-3-15 16,-5-21-16,-3-10 16</inkml:trace>
  <inkml:trace contextRef="#ctx0" brushRef="#br0" timeOffset="-41547.12">23323 4240 0,'0'0'15,"10"-19"-15,9-7 16,9 9-16,8 11 16,6 18-16,3 15 15,-1 11-15,-4 9 16,-10 1-16,-9-2 16,-6-8-1,-8-11-15,-8-10 0,-7-10 16,-4-7-16,-1-8 15,-3-8-15,-2-7 16,0-3-16,1-4 16,4-4-16,5-2 15,8-3-15,6 0 16,9 7-16,6 7 16,6 11-16,1 14 15,5 16-15,-1 11 16,0 9-16,2 7 15,0-1-15,1 1 16,0-5-16,-6-8 16</inkml:trace>
  <inkml:trace contextRef="#ctx0" brushRef="#br0" timeOffset="-41381.2">24092 4577 0,'0'0'0,"-37"7"16,-26 3-16,-24 1 15,-26-3-15,-50 5 32,-13 3-32,-26-2 0,-28 11 15,-30-6-15,-26 10 0,-34 18 16,58-4-16</inkml:trace>
  <inkml:trace contextRef="#ctx0" brushRef="#br0" timeOffset="-30763.32">10324 509 0,'0'0'15,"7"-17"-15,2-8 16,0 1-16,-1 7 16,2 7-16,-1 9 15,2 11-15,0 15 16,-2 16-16,-1 15 16,-3 17-1,-5 16-15,-3 12 0,-2 6 16,0-1-16,-2-5 15,0-8-15,3-15 16,4-17-16,2-13 16,-3-18-16,1-14 15,-2-18-15,0-6 16</inkml:trace>
  <inkml:trace contextRef="#ctx0" brushRef="#br0" timeOffset="-30312.61">10444 620 0,'1'-27'0,"3"-16"16,2-2-16,3 4 16,5 9-16,4 11 15,4 11-15,5 14 16,1 14-1,-4 16-15,-4 13 16,-10 11-16,-11 8 16,-11 7-1,-12 2-15,-11 0 0,-7-5 16,-6 1-16,-3-8 16,3-10-16,6-13 15,12-13-15,13-12 16,14-14-16,16-10 15,14-6-15,12-2 16,11 5-16,6 8 16,3 8-16,-3 9 15,-5 10-15,-2 6 16,-5 7-16,-3 5 16,-4 6-16,-2 3 15,-2-4-15,-6-4 16,-6-12-16,-6-17 15,-4-3-15,-4-2 16</inkml:trace>
  <inkml:trace contextRef="#ctx0" brushRef="#br0" timeOffset="-30030.53">11037 568 0,'0'0'16,"0"0"-16,0 0 16,0 0-16,1 30 0,3 25 15,2 18 1,-1 16-16,4 9 16,-1 2-16,1-5 15,-4-15-15,-1-15 16,-4-16-16,-5-17 15,-5-13-15,-1-15 16,0-15-16,-4-13 16,-2-10-16,5 1 15</inkml:trace>
  <inkml:trace contextRef="#ctx0" brushRef="#br0" timeOffset="-29579.43">10935 645 0,'11'-21'16,"5"-7"-16,5 5 16,5 12-16,4 13 15,4 17-15,6 17 16,-1 9-16,-2 13 16,-2 8-1,-7 1-15,-4-7 0,-7-7 16,-7-6-16,-6-13 15,-2-12-15,-2-8 16,0-14-16,-1-3 16,-1-16-16,3-15 15,4-15-15,0-10 16,1-8-16,9-5 16,7 3-16,5 9 15,2 12-15,1 13 16,-2 12-16,-2 15 15,-4 18-15,-3 20 16,-5 20-16,-2 20 16,0 19-1,-2 14-15,1 8 16,0-1-16,-3-13 16,0-21-16,-1-22 15,4-25-15,-11-29 16,9-1-16,-3-11 15</inkml:trace>
  <inkml:trace contextRef="#ctx0" brushRef="#br0" timeOffset="-29197.55">11882 665 0,'0'0'0,"-6"26"15,-3 23-15,3 22 16,4 18-16,9 8 16,8 0-16,1-16 15,8-19 1,5-20-16,6-18 16,2-19-16,0-14 0,-2-12 15,2-10 1,-7-11-16,-5-11 15,-6-9-15,-10-4 16,-9-8-16,-7-4 16,-11 2-1,-11 11-15,-9 12 0,-5 16 16,-1 13-16,-2 15 16,2 13-16,6 16 15,8 13-15,10 6 16,11 5-16,6-8 15</inkml:trace>
  <inkml:trace contextRef="#ctx0" brushRef="#br0" timeOffset="-28563.82">13250 697 0,'0'0'0,"0"0"16,-7 32-16,-6 29 15,-2 22-15,0 12 16,1 4-16,5-9 15,7-15-15,3-19 16,8-16-16,7-22 16,10-14-16,11-15 15,7-12-15,9-15 16,3-10-16,3-13 16,-3-11-16,-12-9 15,-14-1-15,-19-1 16,-22 2-16,-21 12 15,-18 11-15,-13 15 16,-8 17-16,-6 14 16,-2 16-16,5 12 15,6 10 1,8 7-16,13 2 16,17 2-16,20-2 0,23-4 15,24-2 1,20-6-16,21-2 15,11 1-15,5 1 16,-4 8-16,-7 5 16,-11 9-16,-20 6 15,-17 6-15,-15 4 16,-12 8-16,-11 3 16,-7-7-16,-3-9 15,0-21-15,3-21 16,2-17-16,6-21 15,3-22-15,1 3 16</inkml:trace>
  <inkml:trace contextRef="#ctx0" brushRef="#br0" timeOffset="-27597.98">13793 890 0,'0'0'0,"14"33"15,6 20-15,4 7 16,0-3-16,-1-10 16,0-11-16,-2-12 15,-1-12-15,-3-8 16,1-11-16,-1-13 16,-3-11-16,-1-9 15,-4-4 1,-2-7-16,-1 2 0,-2 8 15,-2 12-15,-2 29 16,4-4-16,1 22 16,1 17-16,3 12 15,2 5-15,2-2 16,3-8-16,4-8 16,5-10-16,5-14 15,3-12-15,1-14 16,-2-8-16,-3-4 15,-4-10-15,-8-10 16,-7-3-16,-6 0 16,-7 8-1,-2 16-15,-5 12 0,-3 19 16,-1 13-16,0 13 16,0 8-16,5 3 15,5-1 1,6-5-1,10-8-15,7-10 0,5-7 16,7-6-16,5-7 16,-2-6-16,-2-6 15,-4-6-15,-9-7 16,-5-2-16,0-1 16,-1 4-16,3 9 15,1 11-15,1 10 16,4 11-16,-2 6 15,3 5-15,0 5 16,-2-1-16,-4-1 16,-6-2-16,-9 0 15,-9-2-15,-12-3 16,-7-5-16,-6-8 16,-1-8-16,-2-11 15,3-11-15,5-11 16,5-12-16,8-12 15,9-10 1,13-4 0,13 0-16,11 2 0,12 6 15,7 8-15,3 9 16,-1 12-16,-5 13 16,-5 15-16,-9 13 15,-7 16-15,-6 15 16,-3 17-16,-5 14 15,-4 10-15,-2 4 16,0 3-16,-2-1 16,-2-7-16,-3-7 15,-2-13-15,-3-11 16,-4-18 0,-2-15-16,-4-15 15,-5-1-15,3 0 16</inkml:trace>
  <inkml:trace contextRef="#ctx0" brushRef="#br0" timeOffset="-26995.68">14782 871 0,'46'-19'0,"20"-6"0,5 11 15,0 14 1,-5 16-1,-9 17-15,-9 9 0,-13 7 16,-12 5-16,-10-5 16,-9-4-16,-2-12 15,-2-12-15,-1-8 16,1-13-16,0 0 16,8 1-16,7-2 15,0-1-15,-2 3 16,1 5-16,-1-1 0,-4 1 15,-2-2 1,-7-4-16,0 0 0,0 0 16,-3-3-16,-6-9 15,-5-9 1,-3-8-16,2-7 16,6-5-16,9-4 15,10 2-15,11 5 0,12 11 31,7 12-31,7 16 0,-1 13 16,-3 11-16,-10 5 16,-10 6-16,-14 0 15,-10-2-15,-9-4 16,-6-9-16,-7-6 16,-1-12-16,0-11 15,3-11-15,4-10 16,12-9-16,13-8 15,15-7-15,12 3 16,10 12-16,4 13 16,-3 16-16,-3 17 15,-8 20-15,-10 15 16,-7 15-16,-8 9 16,-5-12-16</inkml:trace>
</inkml:ink>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86"/>
        <p:cNvGrpSpPr/>
        <p:nvPr/>
      </p:nvGrpSpPr>
      <p:grpSpPr>
        <a:xfrm>
          <a:off x="0" y="0"/>
          <a:ext cx="0" cy="0"/>
          <a:chOff x="0" y="0"/>
          <a:chExt cx="0" cy="0"/>
        </a:xfrm>
      </p:grpSpPr>
      <p:sp>
        <p:nvSpPr>
          <p:cNvPr id="687" name="Google Shape;687;ge204dbab6a_0_803:notes"/>
          <p:cNvSpPr>
            <a:spLocks noGrp="1" noRot="1" noChangeAspect="1"/>
          </p:cNvSpPr>
          <p:nvPr>
            <p:ph type="sldImg" idx="2"/>
          </p:nvPr>
        </p:nvSpPr>
        <p:spPr>
          <a:xfrm>
            <a:off x="381309"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688" name="Google Shape;688;ge204dbab6a_0_803: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99"/>
        <p:cNvGrpSpPr/>
        <p:nvPr/>
      </p:nvGrpSpPr>
      <p:grpSpPr>
        <a:xfrm>
          <a:off x="0" y="0"/>
          <a:ext cx="0" cy="0"/>
          <a:chOff x="0" y="0"/>
          <a:chExt cx="0" cy="0"/>
        </a:xfrm>
      </p:grpSpPr>
      <p:sp>
        <p:nvSpPr>
          <p:cNvPr id="700" name="Google Shape;700;ge204dbab6a_0_815: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01" name="Google Shape;701;ge204dbab6a_0_81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06"/>
        <p:cNvGrpSpPr/>
        <p:nvPr/>
      </p:nvGrpSpPr>
      <p:grpSpPr>
        <a:xfrm>
          <a:off x="0" y="0"/>
          <a:ext cx="0" cy="0"/>
          <a:chOff x="0" y="0"/>
          <a:chExt cx="0" cy="0"/>
        </a:xfrm>
      </p:grpSpPr>
      <p:sp>
        <p:nvSpPr>
          <p:cNvPr id="707" name="Google Shape;707;ge204dbab6a_0_1604: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08" name="Google Shape;708;ge204dbab6a_0_160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13"/>
        <p:cNvGrpSpPr/>
        <p:nvPr/>
      </p:nvGrpSpPr>
      <p:grpSpPr>
        <a:xfrm>
          <a:off x="0" y="0"/>
          <a:ext cx="0" cy="0"/>
          <a:chOff x="0" y="0"/>
          <a:chExt cx="0" cy="0"/>
        </a:xfrm>
      </p:grpSpPr>
      <p:sp>
        <p:nvSpPr>
          <p:cNvPr id="714" name="Google Shape;714;ge204dbab6a_0_1592: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15" name="Google Shape;715;ge204dbab6a_0_159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20"/>
        <p:cNvGrpSpPr/>
        <p:nvPr/>
      </p:nvGrpSpPr>
      <p:grpSpPr>
        <a:xfrm>
          <a:off x="0" y="0"/>
          <a:ext cx="0" cy="0"/>
          <a:chOff x="0" y="0"/>
          <a:chExt cx="0" cy="0"/>
        </a:xfrm>
      </p:grpSpPr>
      <p:sp>
        <p:nvSpPr>
          <p:cNvPr id="721" name="Google Shape;721;ge204dbab6a_0_1598: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22" name="Google Shape;722;ge204dbab6a_0_159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27"/>
        <p:cNvGrpSpPr/>
        <p:nvPr/>
      </p:nvGrpSpPr>
      <p:grpSpPr>
        <a:xfrm>
          <a:off x="0" y="0"/>
          <a:ext cx="0" cy="0"/>
          <a:chOff x="0" y="0"/>
          <a:chExt cx="0" cy="0"/>
        </a:xfrm>
      </p:grpSpPr>
      <p:sp>
        <p:nvSpPr>
          <p:cNvPr id="728" name="Google Shape;728;ge204dbab6a_0_839: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29" name="Google Shape;729;ge204dbab6a_0_83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34"/>
        <p:cNvGrpSpPr/>
        <p:nvPr/>
      </p:nvGrpSpPr>
      <p:grpSpPr>
        <a:xfrm>
          <a:off x="0" y="0"/>
          <a:ext cx="0" cy="0"/>
          <a:chOff x="0" y="0"/>
          <a:chExt cx="0" cy="0"/>
        </a:xfrm>
      </p:grpSpPr>
      <p:sp>
        <p:nvSpPr>
          <p:cNvPr id="735" name="Google Shape;735;ge204dbab6a_0_845: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36" name="Google Shape;736;ge204dbab6a_0_84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41"/>
        <p:cNvGrpSpPr/>
        <p:nvPr/>
      </p:nvGrpSpPr>
      <p:grpSpPr>
        <a:xfrm>
          <a:off x="0" y="0"/>
          <a:ext cx="0" cy="0"/>
          <a:chOff x="0" y="0"/>
          <a:chExt cx="0" cy="0"/>
        </a:xfrm>
      </p:grpSpPr>
      <p:sp>
        <p:nvSpPr>
          <p:cNvPr id="742" name="Google Shape;742;ge204dbab6a_0_851:notes"/>
          <p:cNvSpPr>
            <a:spLocks noGrp="1" noRot="1" noChangeAspect="1"/>
          </p:cNvSpPr>
          <p:nvPr>
            <p:ph type="sldImg" idx="2"/>
          </p:nvPr>
        </p:nvSpPr>
        <p:spPr>
          <a:xfrm>
            <a:off x="381309"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43" name="Google Shape;743;ge204dbab6a_0_85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48"/>
        <p:cNvGrpSpPr/>
        <p:nvPr/>
      </p:nvGrpSpPr>
      <p:grpSpPr>
        <a:xfrm>
          <a:off x="0" y="0"/>
          <a:ext cx="0" cy="0"/>
          <a:chOff x="0" y="0"/>
          <a:chExt cx="0" cy="0"/>
        </a:xfrm>
      </p:grpSpPr>
      <p:sp>
        <p:nvSpPr>
          <p:cNvPr id="749" name="Google Shape;749;ge204dbab6a_0_857: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50" name="Google Shape;750;ge204dbab6a_0_85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54"/>
        <p:cNvGrpSpPr/>
        <p:nvPr/>
      </p:nvGrpSpPr>
      <p:grpSpPr>
        <a:xfrm>
          <a:off x="0" y="0"/>
          <a:ext cx="0" cy="0"/>
          <a:chOff x="0" y="0"/>
          <a:chExt cx="0" cy="0"/>
        </a:xfrm>
      </p:grpSpPr>
      <p:sp>
        <p:nvSpPr>
          <p:cNvPr id="755" name="Google Shape;755;ge204dbab6a_0_869: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56" name="Google Shape;756;ge204dbab6a_0_86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90"/>
        <p:cNvGrpSpPr/>
        <p:nvPr/>
      </p:nvGrpSpPr>
      <p:grpSpPr>
        <a:xfrm>
          <a:off x="0" y="0"/>
          <a:ext cx="0" cy="0"/>
          <a:chOff x="0" y="0"/>
          <a:chExt cx="0" cy="0"/>
        </a:xfrm>
      </p:grpSpPr>
      <p:sp>
        <p:nvSpPr>
          <p:cNvPr id="791" name="Google Shape;791;ge1cee6ee4a_0_69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92" name="Google Shape;792;ge1cee6ee4a_0_69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KVPY 2012</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02"/>
        <p:cNvGrpSpPr/>
        <p:nvPr/>
      </p:nvGrpSpPr>
      <p:grpSpPr>
        <a:xfrm>
          <a:off x="0" y="0"/>
          <a:ext cx="0" cy="0"/>
          <a:chOff x="0" y="0"/>
          <a:chExt cx="0" cy="0"/>
        </a:xfrm>
      </p:grpSpPr>
      <p:sp>
        <p:nvSpPr>
          <p:cNvPr id="803" name="Google Shape;803;ge1cee6ee4a_0_70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04" name="Google Shape;804;ge1cee6ee4a_0_70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KVPY 2012</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07"/>
        <p:cNvGrpSpPr/>
        <p:nvPr/>
      </p:nvGrpSpPr>
      <p:grpSpPr>
        <a:xfrm>
          <a:off x="0" y="0"/>
          <a:ext cx="0" cy="0"/>
          <a:chOff x="0" y="0"/>
          <a:chExt cx="0" cy="0"/>
        </a:xfrm>
      </p:grpSpPr>
      <p:sp>
        <p:nvSpPr>
          <p:cNvPr id="808" name="Google Shape;808;ge1cee6ee4a_0_1436:notes"/>
          <p:cNvSpPr>
            <a:spLocks noGrp="1" noRot="1" noChangeAspect="1"/>
          </p:cNvSpPr>
          <p:nvPr>
            <p:ph type="sldImg" idx="2"/>
          </p:nvPr>
        </p:nvSpPr>
        <p:spPr>
          <a:xfrm>
            <a:off x="381309"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09" name="Google Shape;809;ge1cee6ee4a_0_143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KVPY 2012</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13"/>
        <p:cNvGrpSpPr/>
        <p:nvPr/>
      </p:nvGrpSpPr>
      <p:grpSpPr>
        <a:xfrm>
          <a:off x="0" y="0"/>
          <a:ext cx="0" cy="0"/>
          <a:chOff x="0" y="0"/>
          <a:chExt cx="0" cy="0"/>
        </a:xfrm>
      </p:grpSpPr>
      <p:sp>
        <p:nvSpPr>
          <p:cNvPr id="814" name="Google Shape;814;ge1cee6ee4a_0_142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15" name="Google Shape;815;ge1cee6ee4a_0_142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KVPY 2012</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18"/>
        <p:cNvGrpSpPr/>
        <p:nvPr/>
      </p:nvGrpSpPr>
      <p:grpSpPr>
        <a:xfrm>
          <a:off x="0" y="0"/>
          <a:ext cx="0" cy="0"/>
          <a:chOff x="0" y="0"/>
          <a:chExt cx="0" cy="0"/>
        </a:xfrm>
      </p:grpSpPr>
      <p:sp>
        <p:nvSpPr>
          <p:cNvPr id="819" name="Google Shape;819;ge1cee6ee4a_0_1471:notes"/>
          <p:cNvSpPr>
            <a:spLocks noGrp="1" noRot="1" noChangeAspect="1"/>
          </p:cNvSpPr>
          <p:nvPr>
            <p:ph type="sldImg" idx="2"/>
          </p:nvPr>
        </p:nvSpPr>
        <p:spPr>
          <a:xfrm>
            <a:off x="381309"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20" name="Google Shape;820;ge1cee6ee4a_0_147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KVPY 2012</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24"/>
        <p:cNvGrpSpPr/>
        <p:nvPr/>
      </p:nvGrpSpPr>
      <p:grpSpPr>
        <a:xfrm>
          <a:off x="0" y="0"/>
          <a:ext cx="0" cy="0"/>
          <a:chOff x="0" y="0"/>
          <a:chExt cx="0" cy="0"/>
        </a:xfrm>
      </p:grpSpPr>
      <p:sp>
        <p:nvSpPr>
          <p:cNvPr id="825" name="Google Shape;825;ge1cee6ee4a_0_147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26" name="Google Shape;826;ge1cee6ee4a_0_147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KVPY 2012</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30"/>
        <p:cNvGrpSpPr/>
        <p:nvPr/>
      </p:nvGrpSpPr>
      <p:grpSpPr>
        <a:xfrm>
          <a:off x="0" y="0"/>
          <a:ext cx="0" cy="0"/>
          <a:chOff x="0" y="0"/>
          <a:chExt cx="0" cy="0"/>
        </a:xfrm>
      </p:grpSpPr>
      <p:sp>
        <p:nvSpPr>
          <p:cNvPr id="831" name="Google Shape;831;ge1cee6ee4a_0_719:notes"/>
          <p:cNvSpPr>
            <a:spLocks noGrp="1" noRot="1" noChangeAspect="1"/>
          </p:cNvSpPr>
          <p:nvPr>
            <p:ph type="sldImg" idx="2"/>
          </p:nvPr>
        </p:nvSpPr>
        <p:spPr>
          <a:xfrm>
            <a:off x="381309"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32" name="Google Shape;832;ge1cee6ee4a_0_71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KVPY 2012</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46"/>
        <p:cNvGrpSpPr/>
        <p:nvPr/>
      </p:nvGrpSpPr>
      <p:grpSpPr>
        <a:xfrm>
          <a:off x="0" y="0"/>
          <a:ext cx="0" cy="0"/>
          <a:chOff x="0" y="0"/>
          <a:chExt cx="0" cy="0"/>
        </a:xfrm>
      </p:grpSpPr>
      <p:sp>
        <p:nvSpPr>
          <p:cNvPr id="847" name="Google Shape;847;ge1cee6ee4a_0_144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48" name="Google Shape;848;ge1cee6ee4a_0_144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KVPY 2012</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51"/>
        <p:cNvGrpSpPr/>
        <p:nvPr/>
      </p:nvGrpSpPr>
      <p:grpSpPr>
        <a:xfrm>
          <a:off x="0" y="0"/>
          <a:ext cx="0" cy="0"/>
          <a:chOff x="0" y="0"/>
          <a:chExt cx="0" cy="0"/>
        </a:xfrm>
      </p:grpSpPr>
      <p:sp>
        <p:nvSpPr>
          <p:cNvPr id="852" name="Google Shape;852;ge1cee6ee4a_0_1490:notes"/>
          <p:cNvSpPr>
            <a:spLocks noGrp="1" noRot="1" noChangeAspect="1"/>
          </p:cNvSpPr>
          <p:nvPr>
            <p:ph type="sldImg" idx="2"/>
          </p:nvPr>
        </p:nvSpPr>
        <p:spPr>
          <a:xfrm>
            <a:off x="381309"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53" name="Google Shape;853;ge1cee6ee4a_0_149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KVPY 2012</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57"/>
        <p:cNvGrpSpPr/>
        <p:nvPr/>
      </p:nvGrpSpPr>
      <p:grpSpPr>
        <a:xfrm>
          <a:off x="0" y="0"/>
          <a:ext cx="0" cy="0"/>
          <a:chOff x="0" y="0"/>
          <a:chExt cx="0" cy="0"/>
        </a:xfrm>
      </p:grpSpPr>
      <p:sp>
        <p:nvSpPr>
          <p:cNvPr id="858" name="Google Shape;858;ge1cee6ee4a_0_140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59" name="Google Shape;859;ge1cee6ee4a_0_140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KVPY 2012</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68"/>
        <p:cNvGrpSpPr/>
        <p:nvPr/>
      </p:nvGrpSpPr>
      <p:grpSpPr>
        <a:xfrm>
          <a:off x="0" y="0"/>
          <a:ext cx="0" cy="0"/>
          <a:chOff x="0" y="0"/>
          <a:chExt cx="0" cy="0"/>
        </a:xfrm>
      </p:grpSpPr>
      <p:sp>
        <p:nvSpPr>
          <p:cNvPr id="869" name="Google Shape;869;ge1cee6ee4a_0_150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70" name="Google Shape;870;ge1cee6ee4a_0_150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KVPY 2012</a:t>
            </a: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73"/>
        <p:cNvGrpSpPr/>
        <p:nvPr/>
      </p:nvGrpSpPr>
      <p:grpSpPr>
        <a:xfrm>
          <a:off x="0" y="0"/>
          <a:ext cx="0" cy="0"/>
          <a:chOff x="0" y="0"/>
          <a:chExt cx="0" cy="0"/>
        </a:xfrm>
      </p:grpSpPr>
      <p:sp>
        <p:nvSpPr>
          <p:cNvPr id="874" name="Google Shape;874;ge1cee6ee4a_0_1516:notes"/>
          <p:cNvSpPr>
            <a:spLocks noGrp="1" noRot="1" noChangeAspect="1"/>
          </p:cNvSpPr>
          <p:nvPr>
            <p:ph type="sldImg" idx="2"/>
          </p:nvPr>
        </p:nvSpPr>
        <p:spPr>
          <a:xfrm>
            <a:off x="381309"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75" name="Google Shape;875;ge1cee6ee4a_0_151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KVPY 2012</a:t>
            </a: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80"/>
        <p:cNvGrpSpPr/>
        <p:nvPr/>
      </p:nvGrpSpPr>
      <p:grpSpPr>
        <a:xfrm>
          <a:off x="0" y="0"/>
          <a:ext cx="0" cy="0"/>
          <a:chOff x="0" y="0"/>
          <a:chExt cx="0" cy="0"/>
        </a:xfrm>
      </p:grpSpPr>
      <p:sp>
        <p:nvSpPr>
          <p:cNvPr id="881" name="Google Shape;881;ge1cee6ee4a_0_152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82" name="Google Shape;882;ge1cee6ee4a_0_152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KVPY 2012</a:t>
            </a: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85"/>
        <p:cNvGrpSpPr/>
        <p:nvPr/>
      </p:nvGrpSpPr>
      <p:grpSpPr>
        <a:xfrm>
          <a:off x="0" y="0"/>
          <a:ext cx="0" cy="0"/>
          <a:chOff x="0" y="0"/>
          <a:chExt cx="0" cy="0"/>
        </a:xfrm>
      </p:grpSpPr>
      <p:sp>
        <p:nvSpPr>
          <p:cNvPr id="886" name="Google Shape;886;ge1cee6ee4a_0_1558:notes"/>
          <p:cNvSpPr>
            <a:spLocks noGrp="1" noRot="1" noChangeAspect="1"/>
          </p:cNvSpPr>
          <p:nvPr>
            <p:ph type="sldImg" idx="2"/>
          </p:nvPr>
        </p:nvSpPr>
        <p:spPr>
          <a:xfrm>
            <a:off x="381309"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87" name="Google Shape;887;ge1cee6ee4a_0_155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KVPY 2012</a:t>
            </a: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93"/>
        <p:cNvGrpSpPr/>
        <p:nvPr/>
      </p:nvGrpSpPr>
      <p:grpSpPr>
        <a:xfrm>
          <a:off x="0" y="0"/>
          <a:ext cx="0" cy="0"/>
          <a:chOff x="0" y="0"/>
          <a:chExt cx="0" cy="0"/>
        </a:xfrm>
      </p:grpSpPr>
      <p:sp>
        <p:nvSpPr>
          <p:cNvPr id="894" name="Google Shape;894;ge1cee6ee4a_0_156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95" name="Google Shape;895;ge1cee6ee4a_0_156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KVPY 2012</a:t>
            </a: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99"/>
        <p:cNvGrpSpPr/>
        <p:nvPr/>
      </p:nvGrpSpPr>
      <p:grpSpPr>
        <a:xfrm>
          <a:off x="0" y="0"/>
          <a:ext cx="0" cy="0"/>
          <a:chOff x="0" y="0"/>
          <a:chExt cx="0" cy="0"/>
        </a:xfrm>
      </p:grpSpPr>
      <p:sp>
        <p:nvSpPr>
          <p:cNvPr id="900" name="Google Shape;900;ge1cee6ee4a_0_1577:notes"/>
          <p:cNvSpPr>
            <a:spLocks noGrp="1" noRot="1" noChangeAspect="1"/>
          </p:cNvSpPr>
          <p:nvPr>
            <p:ph type="sldImg" idx="2"/>
          </p:nvPr>
        </p:nvSpPr>
        <p:spPr>
          <a:xfrm>
            <a:off x="381309"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01" name="Google Shape;901;ge1cee6ee4a_0_157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KVPY 2012</a:t>
            </a:r>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05"/>
        <p:cNvGrpSpPr/>
        <p:nvPr/>
      </p:nvGrpSpPr>
      <p:grpSpPr>
        <a:xfrm>
          <a:off x="0" y="0"/>
          <a:ext cx="0" cy="0"/>
          <a:chOff x="0" y="0"/>
          <a:chExt cx="0" cy="0"/>
        </a:xfrm>
      </p:grpSpPr>
      <p:sp>
        <p:nvSpPr>
          <p:cNvPr id="906" name="Google Shape;906;ge1cee6ee4a_0_160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07" name="Google Shape;907;ge1cee6ee4a_0_160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KVPY 2012</a:t>
            </a:r>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11"/>
        <p:cNvGrpSpPr/>
        <p:nvPr/>
      </p:nvGrpSpPr>
      <p:grpSpPr>
        <a:xfrm>
          <a:off x="0" y="0"/>
          <a:ext cx="0" cy="0"/>
          <a:chOff x="0" y="0"/>
          <a:chExt cx="0" cy="0"/>
        </a:xfrm>
      </p:grpSpPr>
      <p:sp>
        <p:nvSpPr>
          <p:cNvPr id="912" name="Google Shape;912;ge1cee6ee4a_0_1599:notes"/>
          <p:cNvSpPr>
            <a:spLocks noGrp="1" noRot="1" noChangeAspect="1"/>
          </p:cNvSpPr>
          <p:nvPr>
            <p:ph type="sldImg" idx="2"/>
          </p:nvPr>
        </p:nvSpPr>
        <p:spPr>
          <a:xfrm>
            <a:off x="381309"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13" name="Google Shape;913;ge1cee6ee4a_0_159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KVPY 2012</a:t>
            </a:r>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19"/>
        <p:cNvGrpSpPr/>
        <p:nvPr/>
      </p:nvGrpSpPr>
      <p:grpSpPr>
        <a:xfrm>
          <a:off x="0" y="0"/>
          <a:ext cx="0" cy="0"/>
          <a:chOff x="0" y="0"/>
          <a:chExt cx="0" cy="0"/>
        </a:xfrm>
      </p:grpSpPr>
      <p:sp>
        <p:nvSpPr>
          <p:cNvPr id="920" name="Google Shape;920;ge204dbab6a_1_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21" name="Google Shape;921;ge204dbab6a_1_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KVPY 2012</a:t>
            </a:r>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25"/>
        <p:cNvGrpSpPr/>
        <p:nvPr/>
      </p:nvGrpSpPr>
      <p:grpSpPr>
        <a:xfrm>
          <a:off x="0" y="0"/>
          <a:ext cx="0" cy="0"/>
          <a:chOff x="0" y="0"/>
          <a:chExt cx="0" cy="0"/>
        </a:xfrm>
      </p:grpSpPr>
      <p:sp>
        <p:nvSpPr>
          <p:cNvPr id="926" name="Google Shape;926;ge204dbab6a_1_8:notes"/>
          <p:cNvSpPr>
            <a:spLocks noGrp="1" noRot="1" noChangeAspect="1"/>
          </p:cNvSpPr>
          <p:nvPr>
            <p:ph type="sldImg" idx="2"/>
          </p:nvPr>
        </p:nvSpPr>
        <p:spPr>
          <a:xfrm>
            <a:off x="381309"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27" name="Google Shape;927;ge204dbab6a_1_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KVPY 2012</a:t>
            </a:r>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31"/>
        <p:cNvGrpSpPr/>
        <p:nvPr/>
      </p:nvGrpSpPr>
      <p:grpSpPr>
        <a:xfrm>
          <a:off x="0" y="0"/>
          <a:ext cx="0" cy="0"/>
          <a:chOff x="0" y="0"/>
          <a:chExt cx="0" cy="0"/>
        </a:xfrm>
      </p:grpSpPr>
      <p:sp>
        <p:nvSpPr>
          <p:cNvPr id="932" name="Google Shape;932;ge204dbab6a_0_1610:notes"/>
          <p:cNvSpPr>
            <a:spLocks noGrp="1" noRot="1" noChangeAspect="1"/>
          </p:cNvSpPr>
          <p:nvPr>
            <p:ph type="sldImg" idx="2"/>
          </p:nvPr>
        </p:nvSpPr>
        <p:spPr>
          <a:xfrm>
            <a:off x="381309"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33" name="Google Shape;933;ge204dbab6a_0_161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38"/>
        <p:cNvGrpSpPr/>
        <p:nvPr/>
      </p:nvGrpSpPr>
      <p:grpSpPr>
        <a:xfrm>
          <a:off x="0" y="0"/>
          <a:ext cx="0" cy="0"/>
          <a:chOff x="0" y="0"/>
          <a:chExt cx="0" cy="0"/>
        </a:xfrm>
      </p:grpSpPr>
      <p:sp>
        <p:nvSpPr>
          <p:cNvPr id="939" name="Google Shape;939;ge204dbab6a_0_1616: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40" name="Google Shape;940;ge204dbab6a_0_161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45"/>
        <p:cNvGrpSpPr/>
        <p:nvPr/>
      </p:nvGrpSpPr>
      <p:grpSpPr>
        <a:xfrm>
          <a:off x="0" y="0"/>
          <a:ext cx="0" cy="0"/>
          <a:chOff x="0" y="0"/>
          <a:chExt cx="0" cy="0"/>
        </a:xfrm>
      </p:grpSpPr>
      <p:sp>
        <p:nvSpPr>
          <p:cNvPr id="946" name="Google Shape;946;ge204dbab6a_0_1622: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47" name="Google Shape;947;ge204dbab6a_0_162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52"/>
        <p:cNvGrpSpPr/>
        <p:nvPr/>
      </p:nvGrpSpPr>
      <p:grpSpPr>
        <a:xfrm>
          <a:off x="0" y="0"/>
          <a:ext cx="0" cy="0"/>
          <a:chOff x="0" y="0"/>
          <a:chExt cx="0" cy="0"/>
        </a:xfrm>
      </p:grpSpPr>
      <p:sp>
        <p:nvSpPr>
          <p:cNvPr id="953" name="Google Shape;953;ge204dbab6a_0_1628:notes"/>
          <p:cNvSpPr>
            <a:spLocks noGrp="1" noRot="1" noChangeAspect="1"/>
          </p:cNvSpPr>
          <p:nvPr>
            <p:ph type="sldImg" idx="2"/>
          </p:nvPr>
        </p:nvSpPr>
        <p:spPr>
          <a:xfrm>
            <a:off x="381309"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954" name="Google Shape;954;ge204dbab6a_0_1628: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61"/>
        <p:cNvGrpSpPr/>
        <p:nvPr/>
      </p:nvGrpSpPr>
      <p:grpSpPr>
        <a:xfrm>
          <a:off x="0" y="0"/>
          <a:ext cx="0" cy="0"/>
          <a:chOff x="0" y="0"/>
          <a:chExt cx="0" cy="0"/>
        </a:xfrm>
      </p:grpSpPr>
      <p:sp>
        <p:nvSpPr>
          <p:cNvPr id="962" name="Google Shape;962;ge204dbab6a_0_1636:notes"/>
          <p:cNvSpPr>
            <a:spLocks noGrp="1" noRot="1" noChangeAspect="1"/>
          </p:cNvSpPr>
          <p:nvPr>
            <p:ph type="sldImg" idx="2"/>
          </p:nvPr>
        </p:nvSpPr>
        <p:spPr>
          <a:xfrm>
            <a:off x="381309"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63" name="Google Shape;963;ge204dbab6a_0_163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2.xml"/></Relationships>
</file>

<file path=ppt/slideLayouts/_rels/slideLayout28.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2.xml"/></Relationships>
</file>

<file path=ppt/slideLayouts/_rels/slideLayout29.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2.xml"/></Relationships>
</file>

<file path=ppt/slideLayouts/_rels/slideLayout30.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2.xml"/></Relationships>
</file>

<file path=ppt/slideLayouts/_rels/slideLayout3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2.xml"/></Relationships>
</file>

<file path=ppt/slideLayouts/_rels/slideLayout3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2.xml"/></Relationships>
</file>

<file path=ppt/slideLayouts/_rels/slideLayout3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2.xml"/></Relationships>
</file>

<file path=ppt/slideLayouts/_rels/slideLayout3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2.xml"/></Relationships>
</file>

<file path=ppt/slideLayouts/_rels/slideLayout3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2.xml"/></Relationships>
</file>

<file path=ppt/slideLayouts/_rels/slideLayout3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2.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8.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2.xml"/></Relationships>
</file>

<file path=ppt/slideLayouts/_rels/slideLayout39.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2.xml"/></Relationships>
</file>

<file path=ppt/slideLayouts/_rels/slideLayout40.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2.xml"/></Relationships>
</file>

<file path=ppt/slideLayouts/_rels/slideLayout41.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2.xml"/></Relationships>
</file>

<file path=ppt/slideLayouts/_rels/slideLayout42.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2.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9"/>
        <p:cNvGrpSpPr/>
        <p:nvPr/>
      </p:nvGrpSpPr>
      <p:grpSpPr>
        <a:xfrm>
          <a:off x="0" y="0"/>
          <a:ext cx="0" cy="0"/>
          <a:chOff x="0" y="0"/>
          <a:chExt cx="0" cy="0"/>
        </a:xfrm>
      </p:grpSpPr>
      <p:sp>
        <p:nvSpPr>
          <p:cNvPr id="10" name="Google Shape;10;p2"/>
          <p:cNvSpPr txBox="1">
            <a:spLocks noGrp="1"/>
          </p:cNvSpPr>
          <p:nvPr>
            <p:ph type="ctrTitle"/>
          </p:nvPr>
        </p:nvSpPr>
        <p:spPr>
          <a:xfrm>
            <a:off x="311708" y="744575"/>
            <a:ext cx="8520600" cy="2052600"/>
          </a:xfrm>
          <a:prstGeom prst="rect">
            <a:avLst/>
          </a:prstGeom>
        </p:spPr>
        <p:txBody>
          <a:bodyPr spcFirstLastPara="1" wrap="square" lIns="91425" tIns="91425" rIns="91425" bIns="91425" anchor="b" anchorCtr="0">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a:endParaRPr/>
          </a:p>
        </p:txBody>
      </p:sp>
      <p:sp>
        <p:nvSpPr>
          <p:cNvPr id="11" name="Google Shape;11;p2"/>
          <p:cNvSpPr txBox="1">
            <a:spLocks noGrp="1"/>
          </p:cNvSpPr>
          <p:nvPr>
            <p:ph type="subTitle" idx="1"/>
          </p:nvPr>
        </p:nvSpPr>
        <p:spPr>
          <a:xfrm>
            <a:off x="311700" y="2834125"/>
            <a:ext cx="8520600" cy="792600"/>
          </a:xfrm>
          <a:prstGeom prst="rect">
            <a:avLst/>
          </a:prstGeom>
        </p:spPr>
        <p:txBody>
          <a:bodyPr spcFirstLastPara="1" wrap="square" lIns="91425" tIns="91425" rIns="91425" bIns="91425" anchor="t" anchorCtr="0">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a:endParaRPr/>
          </a:p>
        </p:txBody>
      </p:sp>
      <p:sp>
        <p:nvSpPr>
          <p:cNvPr id="12" name="Google Shape;12;p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13"/>
        <p:cNvGrpSpPr/>
        <p:nvPr/>
      </p:nvGrpSpPr>
      <p:grpSpPr>
        <a:xfrm>
          <a:off x="0" y="0"/>
          <a:ext cx="0" cy="0"/>
          <a:chOff x="0" y="0"/>
          <a:chExt cx="0" cy="0"/>
        </a:xfrm>
      </p:grpSpPr>
      <p:sp>
        <p:nvSpPr>
          <p:cNvPr id="14" name="Google Shape;14;p3"/>
          <p:cNvSpPr txBox="1">
            <a:spLocks noGrp="1"/>
          </p:cNvSpPr>
          <p:nvPr>
            <p:ph type="title"/>
          </p:nvPr>
        </p:nvSpPr>
        <p:spPr>
          <a:xfrm>
            <a:off x="311700" y="2150850"/>
            <a:ext cx="8520600" cy="841800"/>
          </a:xfrm>
          <a:prstGeom prst="rect">
            <a:avLst/>
          </a:prstGeom>
        </p:spPr>
        <p:txBody>
          <a:bodyPr spcFirstLastPara="1" wrap="square" lIns="91425" tIns="91425" rIns="91425" bIns="91425" anchor="ctr" anchorCtr="0">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a:endParaRPr/>
          </a:p>
        </p:txBody>
      </p:sp>
      <p:sp>
        <p:nvSpPr>
          <p:cNvPr id="15" name="Google Shape;15;p3"/>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16"/>
        <p:cNvGrpSpPr/>
        <p:nvPr/>
      </p:nvGrpSpPr>
      <p:grpSpPr>
        <a:xfrm>
          <a:off x="0" y="0"/>
          <a:ext cx="0" cy="0"/>
          <a:chOff x="0" y="0"/>
          <a:chExt cx="0" cy="0"/>
        </a:xfrm>
      </p:grpSpPr>
      <p:sp>
        <p:nvSpPr>
          <p:cNvPr id="17" name="Google Shape;17;p4"/>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18" name="Google Shape;18;p4"/>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rmAutofit/>
          </a:bodyPr>
          <a:lstStyle>
            <a:lvl1pPr marL="457200" lvl="0" indent="-342900">
              <a:spcBef>
                <a:spcPts val="0"/>
              </a:spcBef>
              <a:spcAft>
                <a:spcPts val="0"/>
              </a:spcAft>
              <a:buSzPts val="1800"/>
              <a:buChar char="●"/>
              <a:defRPr/>
            </a:lvl1pPr>
            <a:lvl2pPr marL="914400" lvl="1" indent="-317500">
              <a:spcBef>
                <a:spcPts val="0"/>
              </a:spcBef>
              <a:spcAft>
                <a:spcPts val="0"/>
              </a:spcAft>
              <a:buSzPts val="1400"/>
              <a:buChar char="○"/>
              <a:defRPr/>
            </a:lvl2pPr>
            <a:lvl3pPr marL="1371600" lvl="2" indent="-317500">
              <a:spcBef>
                <a:spcPts val="0"/>
              </a:spcBef>
              <a:spcAft>
                <a:spcPts val="0"/>
              </a:spcAft>
              <a:buSzPts val="1400"/>
              <a:buChar char="■"/>
              <a:defRPr/>
            </a:lvl3pPr>
            <a:lvl4pPr marL="1828800" lvl="3" indent="-317500">
              <a:spcBef>
                <a:spcPts val="0"/>
              </a:spcBef>
              <a:spcAft>
                <a:spcPts val="0"/>
              </a:spcAft>
              <a:buSzPts val="1400"/>
              <a:buChar char="●"/>
              <a:defRPr/>
            </a:lvl4pPr>
            <a:lvl5pPr marL="2286000" lvl="4" indent="-317500">
              <a:spcBef>
                <a:spcPts val="0"/>
              </a:spcBef>
              <a:spcAft>
                <a:spcPts val="0"/>
              </a:spcAft>
              <a:buSzPts val="1400"/>
              <a:buChar char="○"/>
              <a:defRPr/>
            </a:lvl5pPr>
            <a:lvl6pPr marL="2743200" lvl="5" indent="-317500">
              <a:spcBef>
                <a:spcPts val="0"/>
              </a:spcBef>
              <a:spcAft>
                <a:spcPts val="0"/>
              </a:spcAft>
              <a:buSzPts val="1400"/>
              <a:buChar char="■"/>
              <a:defRPr/>
            </a:lvl6pPr>
            <a:lvl7pPr marL="3200400" lvl="6" indent="-317500">
              <a:spcBef>
                <a:spcPts val="0"/>
              </a:spcBef>
              <a:spcAft>
                <a:spcPts val="0"/>
              </a:spcAft>
              <a:buSzPts val="1400"/>
              <a:buChar char="●"/>
              <a:defRPr/>
            </a:lvl7pPr>
            <a:lvl8pPr marL="3657600" lvl="7" indent="-317500">
              <a:spcBef>
                <a:spcPts val="0"/>
              </a:spcBef>
              <a:spcAft>
                <a:spcPts val="0"/>
              </a:spcAft>
              <a:buSzPts val="1400"/>
              <a:buChar char="○"/>
              <a:defRPr/>
            </a:lvl8pPr>
            <a:lvl9pPr marL="4114800" lvl="8" indent="-317500">
              <a:spcBef>
                <a:spcPts val="0"/>
              </a:spcBef>
              <a:spcAft>
                <a:spcPts val="0"/>
              </a:spcAft>
              <a:buSzPts val="1400"/>
              <a:buChar char="■"/>
              <a:defRPr/>
            </a:lvl9pPr>
          </a:lstStyle>
          <a:p>
            <a:endParaRPr/>
          </a:p>
        </p:txBody>
      </p:sp>
      <p:sp>
        <p:nvSpPr>
          <p:cNvPr id="19" name="Google Shape;19;p4"/>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20"/>
        <p:cNvGrpSpPr/>
        <p:nvPr/>
      </p:nvGrpSpPr>
      <p:grpSpPr>
        <a:xfrm>
          <a:off x="0" y="0"/>
          <a:ext cx="0" cy="0"/>
          <a:chOff x="0" y="0"/>
          <a:chExt cx="0" cy="0"/>
        </a:xfrm>
      </p:grpSpPr>
      <p:sp>
        <p:nvSpPr>
          <p:cNvPr id="21" name="Google Shape;21;p5"/>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22" name="Google Shape;22;p5"/>
          <p:cNvSpPr txBox="1">
            <a:spLocks noGrp="1"/>
          </p:cNvSpPr>
          <p:nvPr>
            <p:ph type="body" idx="1"/>
          </p:nvPr>
        </p:nvSpPr>
        <p:spPr>
          <a:xfrm>
            <a:off x="311700" y="1152475"/>
            <a:ext cx="3999900" cy="3416400"/>
          </a:xfrm>
          <a:prstGeom prst="rect">
            <a:avLst/>
          </a:prstGeom>
        </p:spPr>
        <p:txBody>
          <a:bodyPr spcFirstLastPara="1" wrap="square" lIns="91425" tIns="91425" rIns="91425" bIns="91425" anchor="t" anchorCtr="0">
            <a:normAutofit/>
          </a:bodyPr>
          <a:lstStyle>
            <a:lvl1pPr marL="457200" lvl="0" indent="-317500">
              <a:spcBef>
                <a:spcPts val="0"/>
              </a:spcBef>
              <a:spcAft>
                <a:spcPts val="0"/>
              </a:spcAft>
              <a:buSzPts val="1400"/>
              <a:buChar char="●"/>
              <a:defRPr sz="14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23" name="Google Shape;23;p5"/>
          <p:cNvSpPr txBox="1">
            <a:spLocks noGrp="1"/>
          </p:cNvSpPr>
          <p:nvPr>
            <p:ph type="body" idx="2"/>
          </p:nvPr>
        </p:nvSpPr>
        <p:spPr>
          <a:xfrm>
            <a:off x="4832400" y="1152475"/>
            <a:ext cx="3999900" cy="3416400"/>
          </a:xfrm>
          <a:prstGeom prst="rect">
            <a:avLst/>
          </a:prstGeom>
        </p:spPr>
        <p:txBody>
          <a:bodyPr spcFirstLastPara="1" wrap="square" lIns="91425" tIns="91425" rIns="91425" bIns="91425" anchor="t" anchorCtr="0">
            <a:normAutofit/>
          </a:bodyPr>
          <a:lstStyle>
            <a:lvl1pPr marL="457200" lvl="0" indent="-317500">
              <a:spcBef>
                <a:spcPts val="0"/>
              </a:spcBef>
              <a:spcAft>
                <a:spcPts val="0"/>
              </a:spcAft>
              <a:buSzPts val="1400"/>
              <a:buChar char="●"/>
              <a:defRPr sz="14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24" name="Google Shape;24;p5"/>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25"/>
        <p:cNvGrpSpPr/>
        <p:nvPr/>
      </p:nvGrpSpPr>
      <p:grpSpPr>
        <a:xfrm>
          <a:off x="0" y="0"/>
          <a:ext cx="0" cy="0"/>
          <a:chOff x="0" y="0"/>
          <a:chExt cx="0" cy="0"/>
        </a:xfrm>
      </p:grpSpPr>
      <p:sp>
        <p:nvSpPr>
          <p:cNvPr id="26" name="Google Shape;26;p6"/>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27" name="Google Shape;27;p6"/>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28"/>
        <p:cNvGrpSpPr/>
        <p:nvPr/>
      </p:nvGrpSpPr>
      <p:grpSpPr>
        <a:xfrm>
          <a:off x="0" y="0"/>
          <a:ext cx="0" cy="0"/>
          <a:chOff x="0" y="0"/>
          <a:chExt cx="0" cy="0"/>
        </a:xfrm>
      </p:grpSpPr>
      <p:sp>
        <p:nvSpPr>
          <p:cNvPr id="29" name="Google Shape;29;p7"/>
          <p:cNvSpPr txBox="1">
            <a:spLocks noGrp="1"/>
          </p:cNvSpPr>
          <p:nvPr>
            <p:ph type="title"/>
          </p:nvPr>
        </p:nvSpPr>
        <p:spPr>
          <a:xfrm>
            <a:off x="311700" y="555600"/>
            <a:ext cx="2808000" cy="755700"/>
          </a:xfrm>
          <a:prstGeom prst="rect">
            <a:avLst/>
          </a:prstGeom>
        </p:spPr>
        <p:txBody>
          <a:bodyPr spcFirstLastPara="1" wrap="square" lIns="91425" tIns="91425" rIns="91425" bIns="91425" anchor="b" anchorCtr="0">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a:endParaRPr/>
          </a:p>
        </p:txBody>
      </p:sp>
      <p:sp>
        <p:nvSpPr>
          <p:cNvPr id="30" name="Google Shape;30;p7"/>
          <p:cNvSpPr txBox="1">
            <a:spLocks noGrp="1"/>
          </p:cNvSpPr>
          <p:nvPr>
            <p:ph type="body" idx="1"/>
          </p:nvPr>
        </p:nvSpPr>
        <p:spPr>
          <a:xfrm>
            <a:off x="311700" y="1389600"/>
            <a:ext cx="2808000" cy="3179400"/>
          </a:xfrm>
          <a:prstGeom prst="rect">
            <a:avLst/>
          </a:prstGeom>
        </p:spPr>
        <p:txBody>
          <a:bodyPr spcFirstLastPara="1" wrap="square" lIns="91425" tIns="91425" rIns="91425" bIns="91425" anchor="t" anchorCtr="0">
            <a:normAutofit/>
          </a:bodyPr>
          <a:lstStyle>
            <a:lvl1pPr marL="457200" lvl="0" indent="-304800">
              <a:spcBef>
                <a:spcPts val="0"/>
              </a:spcBef>
              <a:spcAft>
                <a:spcPts val="0"/>
              </a:spcAft>
              <a:buSzPts val="1200"/>
              <a:buChar char="●"/>
              <a:defRPr sz="12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31" name="Google Shape;31;p7"/>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Main point">
  <p:cSld name="MAIN_POINT">
    <p:spTree>
      <p:nvGrpSpPr>
        <p:cNvPr id="1" name="Shape 32"/>
        <p:cNvGrpSpPr/>
        <p:nvPr/>
      </p:nvGrpSpPr>
      <p:grpSpPr>
        <a:xfrm>
          <a:off x="0" y="0"/>
          <a:ext cx="0" cy="0"/>
          <a:chOff x="0" y="0"/>
          <a:chExt cx="0" cy="0"/>
        </a:xfrm>
      </p:grpSpPr>
      <p:sp>
        <p:nvSpPr>
          <p:cNvPr id="33" name="Google Shape;33;p8"/>
          <p:cNvSpPr txBox="1">
            <a:spLocks noGrp="1"/>
          </p:cNvSpPr>
          <p:nvPr>
            <p:ph type="title"/>
          </p:nvPr>
        </p:nvSpPr>
        <p:spPr>
          <a:xfrm>
            <a:off x="490250" y="450150"/>
            <a:ext cx="6367800" cy="4090800"/>
          </a:xfrm>
          <a:prstGeom prst="rect">
            <a:avLst/>
          </a:prstGeom>
        </p:spPr>
        <p:txBody>
          <a:bodyPr spcFirstLastPara="1" wrap="square" lIns="91425" tIns="91425" rIns="91425" bIns="91425" anchor="ctr" anchorCtr="0">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a:endParaRPr/>
          </a:p>
        </p:txBody>
      </p:sp>
      <p:sp>
        <p:nvSpPr>
          <p:cNvPr id="34" name="Google Shape;34;p8"/>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 name="Google Shape;37;p9"/>
          <p:cNvSpPr txBox="1">
            <a:spLocks noGrp="1"/>
          </p:cNvSpPr>
          <p:nvPr>
            <p:ph type="title"/>
          </p:nvPr>
        </p:nvSpPr>
        <p:spPr>
          <a:xfrm>
            <a:off x="265500" y="1233175"/>
            <a:ext cx="4045200" cy="1482300"/>
          </a:xfrm>
          <a:prstGeom prst="rect">
            <a:avLst/>
          </a:prstGeom>
        </p:spPr>
        <p:txBody>
          <a:bodyPr spcFirstLastPara="1" wrap="square" lIns="91425" tIns="91425" rIns="91425" bIns="91425" anchor="b" anchorCtr="0">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a:endParaRPr/>
          </a:p>
        </p:txBody>
      </p:sp>
      <p:sp>
        <p:nvSpPr>
          <p:cNvPr id="38" name="Google Shape;38;p9"/>
          <p:cNvSpPr txBox="1">
            <a:spLocks noGrp="1"/>
          </p:cNvSpPr>
          <p:nvPr>
            <p:ph type="subTitle" idx="1"/>
          </p:nvPr>
        </p:nvSpPr>
        <p:spPr>
          <a:xfrm>
            <a:off x="265500" y="2803075"/>
            <a:ext cx="4045200" cy="1235100"/>
          </a:xfrm>
          <a:prstGeom prst="rect">
            <a:avLst/>
          </a:prstGeom>
        </p:spPr>
        <p:txBody>
          <a:bodyPr spcFirstLastPara="1" wrap="square" lIns="91425" tIns="91425" rIns="91425" bIns="91425" anchor="t" anchorCtr="0">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a:endParaRPr/>
          </a:p>
        </p:txBody>
      </p:sp>
      <p:sp>
        <p:nvSpPr>
          <p:cNvPr id="39" name="Google Shape;39;p9"/>
          <p:cNvSpPr txBox="1">
            <a:spLocks noGrp="1"/>
          </p:cNvSpPr>
          <p:nvPr>
            <p:ph type="body" idx="2"/>
          </p:nvPr>
        </p:nvSpPr>
        <p:spPr>
          <a:xfrm>
            <a:off x="4939500" y="724075"/>
            <a:ext cx="3837000" cy="3695100"/>
          </a:xfrm>
          <a:prstGeom prst="rect">
            <a:avLst/>
          </a:prstGeom>
        </p:spPr>
        <p:txBody>
          <a:bodyPr spcFirstLastPara="1" wrap="square" lIns="91425" tIns="91425" rIns="91425" bIns="91425" anchor="ctr" anchorCtr="0">
            <a:normAutofit/>
          </a:bodyPr>
          <a:lstStyle>
            <a:lvl1pPr marL="457200" lvl="0" indent="-342900">
              <a:spcBef>
                <a:spcPts val="0"/>
              </a:spcBef>
              <a:spcAft>
                <a:spcPts val="0"/>
              </a:spcAft>
              <a:buSzPts val="1800"/>
              <a:buChar char="●"/>
              <a:defRPr/>
            </a:lvl1pPr>
            <a:lvl2pPr marL="914400" lvl="1" indent="-317500">
              <a:spcBef>
                <a:spcPts val="0"/>
              </a:spcBef>
              <a:spcAft>
                <a:spcPts val="0"/>
              </a:spcAft>
              <a:buSzPts val="1400"/>
              <a:buChar char="○"/>
              <a:defRPr/>
            </a:lvl2pPr>
            <a:lvl3pPr marL="1371600" lvl="2" indent="-317500">
              <a:spcBef>
                <a:spcPts val="0"/>
              </a:spcBef>
              <a:spcAft>
                <a:spcPts val="0"/>
              </a:spcAft>
              <a:buSzPts val="1400"/>
              <a:buChar char="■"/>
              <a:defRPr/>
            </a:lvl3pPr>
            <a:lvl4pPr marL="1828800" lvl="3" indent="-317500">
              <a:spcBef>
                <a:spcPts val="0"/>
              </a:spcBef>
              <a:spcAft>
                <a:spcPts val="0"/>
              </a:spcAft>
              <a:buSzPts val="1400"/>
              <a:buChar char="●"/>
              <a:defRPr/>
            </a:lvl4pPr>
            <a:lvl5pPr marL="2286000" lvl="4" indent="-317500">
              <a:spcBef>
                <a:spcPts val="0"/>
              </a:spcBef>
              <a:spcAft>
                <a:spcPts val="0"/>
              </a:spcAft>
              <a:buSzPts val="1400"/>
              <a:buChar char="○"/>
              <a:defRPr/>
            </a:lvl5pPr>
            <a:lvl6pPr marL="2743200" lvl="5" indent="-317500">
              <a:spcBef>
                <a:spcPts val="0"/>
              </a:spcBef>
              <a:spcAft>
                <a:spcPts val="0"/>
              </a:spcAft>
              <a:buSzPts val="1400"/>
              <a:buChar char="■"/>
              <a:defRPr/>
            </a:lvl6pPr>
            <a:lvl7pPr marL="3200400" lvl="6" indent="-317500">
              <a:spcBef>
                <a:spcPts val="0"/>
              </a:spcBef>
              <a:spcAft>
                <a:spcPts val="0"/>
              </a:spcAft>
              <a:buSzPts val="1400"/>
              <a:buChar char="●"/>
              <a:defRPr/>
            </a:lvl7pPr>
            <a:lvl8pPr marL="3657600" lvl="7" indent="-317500">
              <a:spcBef>
                <a:spcPts val="0"/>
              </a:spcBef>
              <a:spcAft>
                <a:spcPts val="0"/>
              </a:spcAft>
              <a:buSzPts val="1400"/>
              <a:buChar char="○"/>
              <a:defRPr/>
            </a:lvl8pPr>
            <a:lvl9pPr marL="4114800" lvl="8" indent="-317500">
              <a:spcBef>
                <a:spcPts val="0"/>
              </a:spcBef>
              <a:spcAft>
                <a:spcPts val="0"/>
              </a:spcAft>
              <a:buSzPts val="1400"/>
              <a:buChar char="■"/>
              <a:defRPr/>
            </a:lvl9pPr>
          </a:lstStyle>
          <a:p>
            <a:endParaRPr/>
          </a:p>
        </p:txBody>
      </p:sp>
      <p:sp>
        <p:nvSpPr>
          <p:cNvPr id="40" name="Google Shape;40;p9"/>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41"/>
        <p:cNvGrpSpPr/>
        <p:nvPr/>
      </p:nvGrpSpPr>
      <p:grpSpPr>
        <a:xfrm>
          <a:off x="0" y="0"/>
          <a:ext cx="0" cy="0"/>
          <a:chOff x="0" y="0"/>
          <a:chExt cx="0" cy="0"/>
        </a:xfrm>
      </p:grpSpPr>
      <p:sp>
        <p:nvSpPr>
          <p:cNvPr id="42" name="Google Shape;42;p10"/>
          <p:cNvSpPr txBox="1">
            <a:spLocks noGrp="1"/>
          </p:cNvSpPr>
          <p:nvPr>
            <p:ph type="body" idx="1"/>
          </p:nvPr>
        </p:nvSpPr>
        <p:spPr>
          <a:xfrm>
            <a:off x="311700" y="4230575"/>
            <a:ext cx="5998800" cy="605100"/>
          </a:xfrm>
          <a:prstGeom prst="rect">
            <a:avLst/>
          </a:prstGeom>
        </p:spPr>
        <p:txBody>
          <a:bodyPr spcFirstLastPara="1" wrap="square" lIns="91425" tIns="91425" rIns="91425" bIns="91425" anchor="ctr" anchorCtr="0">
            <a:normAutofit/>
          </a:bodyPr>
          <a:lstStyle>
            <a:lvl1pPr marL="457200" lvl="0" indent="-228600">
              <a:lnSpc>
                <a:spcPct val="100000"/>
              </a:lnSpc>
              <a:spcBef>
                <a:spcPts val="0"/>
              </a:spcBef>
              <a:spcAft>
                <a:spcPts val="0"/>
              </a:spcAft>
              <a:buSzPts val="1800"/>
              <a:buNone/>
              <a:defRPr/>
            </a:lvl1pPr>
          </a:lstStyle>
          <a:p>
            <a:endParaRPr/>
          </a:p>
        </p:txBody>
      </p:sp>
      <p:sp>
        <p:nvSpPr>
          <p:cNvPr id="43" name="Google Shape;43;p10"/>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Big number">
  <p:cSld name="BIG_NUMBER">
    <p:spTree>
      <p:nvGrpSpPr>
        <p:cNvPr id="1" name="Shape 44"/>
        <p:cNvGrpSpPr/>
        <p:nvPr/>
      </p:nvGrpSpPr>
      <p:grpSpPr>
        <a:xfrm>
          <a:off x="0" y="0"/>
          <a:ext cx="0" cy="0"/>
          <a:chOff x="0" y="0"/>
          <a:chExt cx="0" cy="0"/>
        </a:xfrm>
      </p:grpSpPr>
      <p:sp>
        <p:nvSpPr>
          <p:cNvPr id="45" name="Google Shape;45;p11"/>
          <p:cNvSpPr txBox="1">
            <a:spLocks noGrp="1"/>
          </p:cNvSpPr>
          <p:nvPr>
            <p:ph type="title" hasCustomPrompt="1"/>
          </p:nvPr>
        </p:nvSpPr>
        <p:spPr>
          <a:xfrm>
            <a:off x="311700" y="1106125"/>
            <a:ext cx="8520600" cy="1963500"/>
          </a:xfrm>
          <a:prstGeom prst="rect">
            <a:avLst/>
          </a:prstGeom>
        </p:spPr>
        <p:txBody>
          <a:bodyPr spcFirstLastPara="1" wrap="square" lIns="91425" tIns="91425" rIns="91425" bIns="91425" anchor="b" anchorCtr="0">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a:spLocks noGrp="1"/>
          </p:cNvSpPr>
          <p:nvPr>
            <p:ph type="body" idx="1"/>
          </p:nvPr>
        </p:nvSpPr>
        <p:spPr>
          <a:xfrm>
            <a:off x="311700" y="3152225"/>
            <a:ext cx="8520600" cy="1300800"/>
          </a:xfrm>
          <a:prstGeom prst="rect">
            <a:avLst/>
          </a:prstGeom>
        </p:spPr>
        <p:txBody>
          <a:bodyPr spcFirstLastPara="1" wrap="square" lIns="91425" tIns="91425" rIns="91425" bIns="91425" anchor="t" anchorCtr="0">
            <a:normAutofit/>
          </a:bodyPr>
          <a:lstStyle>
            <a:lvl1pPr marL="457200" lvl="0" indent="-342900" algn="ctr">
              <a:spcBef>
                <a:spcPts val="0"/>
              </a:spcBef>
              <a:spcAft>
                <a:spcPts val="0"/>
              </a:spcAft>
              <a:buSzPts val="1800"/>
              <a:buChar char="●"/>
              <a:defRPr/>
            </a:lvl1pPr>
            <a:lvl2pPr marL="914400" lvl="1" indent="-317500" algn="ctr">
              <a:spcBef>
                <a:spcPts val="0"/>
              </a:spcBef>
              <a:spcAft>
                <a:spcPts val="0"/>
              </a:spcAft>
              <a:buSzPts val="1400"/>
              <a:buChar char="○"/>
              <a:defRPr/>
            </a:lvl2pPr>
            <a:lvl3pPr marL="1371600" lvl="2" indent="-317500" algn="ctr">
              <a:spcBef>
                <a:spcPts val="0"/>
              </a:spcBef>
              <a:spcAft>
                <a:spcPts val="0"/>
              </a:spcAft>
              <a:buSzPts val="1400"/>
              <a:buChar char="■"/>
              <a:defRPr/>
            </a:lvl3pPr>
            <a:lvl4pPr marL="1828800" lvl="3" indent="-317500" algn="ctr">
              <a:spcBef>
                <a:spcPts val="0"/>
              </a:spcBef>
              <a:spcAft>
                <a:spcPts val="0"/>
              </a:spcAft>
              <a:buSzPts val="1400"/>
              <a:buChar char="●"/>
              <a:defRPr/>
            </a:lvl4pPr>
            <a:lvl5pPr marL="2286000" lvl="4" indent="-317500" algn="ctr">
              <a:spcBef>
                <a:spcPts val="0"/>
              </a:spcBef>
              <a:spcAft>
                <a:spcPts val="0"/>
              </a:spcAft>
              <a:buSzPts val="1400"/>
              <a:buChar char="○"/>
              <a:defRPr/>
            </a:lvl5pPr>
            <a:lvl6pPr marL="2743200" lvl="5" indent="-317500" algn="ctr">
              <a:spcBef>
                <a:spcPts val="0"/>
              </a:spcBef>
              <a:spcAft>
                <a:spcPts val="0"/>
              </a:spcAft>
              <a:buSzPts val="1400"/>
              <a:buChar char="■"/>
              <a:defRPr/>
            </a:lvl6pPr>
            <a:lvl7pPr marL="3200400" lvl="6" indent="-317500" algn="ctr">
              <a:spcBef>
                <a:spcPts val="0"/>
              </a:spcBef>
              <a:spcAft>
                <a:spcPts val="0"/>
              </a:spcAft>
              <a:buSzPts val="1400"/>
              <a:buChar char="●"/>
              <a:defRPr/>
            </a:lvl7pPr>
            <a:lvl8pPr marL="3657600" lvl="7" indent="-317500" algn="ctr">
              <a:spcBef>
                <a:spcPts val="0"/>
              </a:spcBef>
              <a:spcAft>
                <a:spcPts val="0"/>
              </a:spcAft>
              <a:buSzPts val="1400"/>
              <a:buChar char="○"/>
              <a:defRPr/>
            </a:lvl8pPr>
            <a:lvl9pPr marL="4114800" lvl="8" indent="-317500" algn="ctr">
              <a:spcBef>
                <a:spcPts val="0"/>
              </a:spcBef>
              <a:spcAft>
                <a:spcPts val="0"/>
              </a:spcAft>
              <a:buSzPts val="1400"/>
              <a:buChar char="■"/>
              <a:defRPr/>
            </a:lvl9pPr>
          </a:lstStyle>
          <a:p>
            <a:endParaRPr/>
          </a:p>
        </p:txBody>
      </p:sp>
      <p:sp>
        <p:nvSpPr>
          <p:cNvPr id="47" name="Google Shape;47;p11"/>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48"/>
        <p:cNvGrpSpPr/>
        <p:nvPr/>
      </p:nvGrpSpPr>
      <p:grpSpPr>
        <a:xfrm>
          <a:off x="0" y="0"/>
          <a:ext cx="0" cy="0"/>
          <a:chOff x="0" y="0"/>
          <a:chExt cx="0" cy="0"/>
        </a:xfrm>
      </p:grpSpPr>
      <p:sp>
        <p:nvSpPr>
          <p:cNvPr id="49" name="Google Shape;49;p1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TITLE_AND_BODY_15">
  <p:cSld name="TITLE_AND_BODY_15">
    <p:spTree>
      <p:nvGrpSpPr>
        <p:cNvPr id="1" name="Shape 50"/>
        <p:cNvGrpSpPr/>
        <p:nvPr/>
      </p:nvGrpSpPr>
      <p:grpSpPr>
        <a:xfrm>
          <a:off x="0" y="0"/>
          <a:ext cx="0" cy="0"/>
          <a:chOff x="0" y="0"/>
          <a:chExt cx="0" cy="0"/>
        </a:xfrm>
      </p:grpSpPr>
      <p:sp>
        <p:nvSpPr>
          <p:cNvPr id="51" name="Google Shape;51;p13"/>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rtl="0">
              <a:spcBef>
                <a:spcPts val="0"/>
              </a:spcBef>
              <a:spcAft>
                <a:spcPts val="0"/>
              </a:spcAft>
              <a:buSzPts val="28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a:endParaRPr/>
          </a:p>
        </p:txBody>
      </p:sp>
      <p:sp>
        <p:nvSpPr>
          <p:cNvPr id="52" name="Google Shape;52;p13"/>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rmAutofit/>
          </a:bodyPr>
          <a:lstStyle>
            <a:lvl1pPr marL="457200" lvl="0" indent="-342900" rtl="0">
              <a:spcBef>
                <a:spcPts val="0"/>
              </a:spcBef>
              <a:spcAft>
                <a:spcPts val="0"/>
              </a:spcAft>
              <a:buSzPts val="1800"/>
              <a:buChar char="●"/>
              <a:defRPr/>
            </a:lvl1pPr>
            <a:lvl2pPr marL="914400" lvl="1" indent="-317500" rtl="0">
              <a:spcBef>
                <a:spcPts val="0"/>
              </a:spcBef>
              <a:spcAft>
                <a:spcPts val="0"/>
              </a:spcAft>
              <a:buSzPts val="1400"/>
              <a:buChar char="○"/>
              <a:defRPr/>
            </a:lvl2pPr>
            <a:lvl3pPr marL="1371600" lvl="2" indent="-317500" rtl="0">
              <a:spcBef>
                <a:spcPts val="0"/>
              </a:spcBef>
              <a:spcAft>
                <a:spcPts val="0"/>
              </a:spcAft>
              <a:buSzPts val="1400"/>
              <a:buChar char="■"/>
              <a:defRPr/>
            </a:lvl3pPr>
            <a:lvl4pPr marL="1828800" lvl="3" indent="-317500" rtl="0">
              <a:spcBef>
                <a:spcPts val="0"/>
              </a:spcBef>
              <a:spcAft>
                <a:spcPts val="0"/>
              </a:spcAft>
              <a:buSzPts val="1400"/>
              <a:buChar char="●"/>
              <a:defRPr/>
            </a:lvl4pPr>
            <a:lvl5pPr marL="2286000" lvl="4" indent="-317500" rtl="0">
              <a:spcBef>
                <a:spcPts val="0"/>
              </a:spcBef>
              <a:spcAft>
                <a:spcPts val="0"/>
              </a:spcAft>
              <a:buSzPts val="1400"/>
              <a:buChar char="○"/>
              <a:defRPr/>
            </a:lvl5pPr>
            <a:lvl6pPr marL="2743200" lvl="5" indent="-317500" rtl="0">
              <a:spcBef>
                <a:spcPts val="0"/>
              </a:spcBef>
              <a:spcAft>
                <a:spcPts val="0"/>
              </a:spcAft>
              <a:buSzPts val="1400"/>
              <a:buChar char="■"/>
              <a:defRPr/>
            </a:lvl6pPr>
            <a:lvl7pPr marL="3200400" lvl="6" indent="-317500" rtl="0">
              <a:spcBef>
                <a:spcPts val="0"/>
              </a:spcBef>
              <a:spcAft>
                <a:spcPts val="0"/>
              </a:spcAft>
              <a:buSzPts val="1400"/>
              <a:buChar char="●"/>
              <a:defRPr/>
            </a:lvl7pPr>
            <a:lvl8pPr marL="3657600" lvl="7" indent="-317500" rtl="0">
              <a:spcBef>
                <a:spcPts val="0"/>
              </a:spcBef>
              <a:spcAft>
                <a:spcPts val="0"/>
              </a:spcAft>
              <a:buSzPts val="1400"/>
              <a:buChar char="○"/>
              <a:defRPr/>
            </a:lvl8pPr>
            <a:lvl9pPr marL="4114800" lvl="8" indent="-317500" rtl="0">
              <a:spcBef>
                <a:spcPts val="0"/>
              </a:spcBef>
              <a:spcAft>
                <a:spcPts val="0"/>
              </a:spcAft>
              <a:buSzPts val="1400"/>
              <a:buChar char="■"/>
              <a:defRPr/>
            </a:lvl9pPr>
          </a:lstStyle>
          <a:p>
            <a:endParaRPr/>
          </a:p>
        </p:txBody>
      </p:sp>
      <p:sp>
        <p:nvSpPr>
          <p:cNvPr id="53" name="Google Shape;53;p13"/>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TITLE_AND_BODY_7">
  <p:cSld name="TITLE_AND_BODY_7">
    <p:spTree>
      <p:nvGrpSpPr>
        <p:cNvPr id="1" name="Shape 54"/>
        <p:cNvGrpSpPr/>
        <p:nvPr/>
      </p:nvGrpSpPr>
      <p:grpSpPr>
        <a:xfrm>
          <a:off x="0" y="0"/>
          <a:ext cx="0" cy="0"/>
          <a:chOff x="0" y="0"/>
          <a:chExt cx="0" cy="0"/>
        </a:xfrm>
      </p:grpSpPr>
      <p:sp>
        <p:nvSpPr>
          <p:cNvPr id="55" name="Google Shape;55;p14"/>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rtl="0">
              <a:spcBef>
                <a:spcPts val="0"/>
              </a:spcBef>
              <a:spcAft>
                <a:spcPts val="0"/>
              </a:spcAft>
              <a:buSzPts val="28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a:endParaRPr/>
          </a:p>
        </p:txBody>
      </p:sp>
      <p:sp>
        <p:nvSpPr>
          <p:cNvPr id="56" name="Google Shape;56;p14"/>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rmAutofit/>
          </a:bodyPr>
          <a:lstStyle>
            <a:lvl1pPr marL="457200" lvl="0" indent="-342900" rtl="0">
              <a:spcBef>
                <a:spcPts val="0"/>
              </a:spcBef>
              <a:spcAft>
                <a:spcPts val="0"/>
              </a:spcAft>
              <a:buSzPts val="1800"/>
              <a:buChar char="●"/>
              <a:defRPr/>
            </a:lvl1pPr>
            <a:lvl2pPr marL="914400" lvl="1" indent="-317500" rtl="0">
              <a:spcBef>
                <a:spcPts val="0"/>
              </a:spcBef>
              <a:spcAft>
                <a:spcPts val="0"/>
              </a:spcAft>
              <a:buSzPts val="1400"/>
              <a:buChar char="○"/>
              <a:defRPr/>
            </a:lvl2pPr>
            <a:lvl3pPr marL="1371600" lvl="2" indent="-317500" rtl="0">
              <a:spcBef>
                <a:spcPts val="0"/>
              </a:spcBef>
              <a:spcAft>
                <a:spcPts val="0"/>
              </a:spcAft>
              <a:buSzPts val="1400"/>
              <a:buChar char="■"/>
              <a:defRPr/>
            </a:lvl3pPr>
            <a:lvl4pPr marL="1828800" lvl="3" indent="-317500" rtl="0">
              <a:spcBef>
                <a:spcPts val="0"/>
              </a:spcBef>
              <a:spcAft>
                <a:spcPts val="0"/>
              </a:spcAft>
              <a:buSzPts val="1400"/>
              <a:buChar char="●"/>
              <a:defRPr/>
            </a:lvl4pPr>
            <a:lvl5pPr marL="2286000" lvl="4" indent="-317500" rtl="0">
              <a:spcBef>
                <a:spcPts val="0"/>
              </a:spcBef>
              <a:spcAft>
                <a:spcPts val="0"/>
              </a:spcAft>
              <a:buSzPts val="1400"/>
              <a:buChar char="○"/>
              <a:defRPr/>
            </a:lvl5pPr>
            <a:lvl6pPr marL="2743200" lvl="5" indent="-317500" rtl="0">
              <a:spcBef>
                <a:spcPts val="0"/>
              </a:spcBef>
              <a:spcAft>
                <a:spcPts val="0"/>
              </a:spcAft>
              <a:buSzPts val="1400"/>
              <a:buChar char="■"/>
              <a:defRPr/>
            </a:lvl6pPr>
            <a:lvl7pPr marL="3200400" lvl="6" indent="-317500" rtl="0">
              <a:spcBef>
                <a:spcPts val="0"/>
              </a:spcBef>
              <a:spcAft>
                <a:spcPts val="0"/>
              </a:spcAft>
              <a:buSzPts val="1400"/>
              <a:buChar char="●"/>
              <a:defRPr/>
            </a:lvl7pPr>
            <a:lvl8pPr marL="3657600" lvl="7" indent="-317500" rtl="0">
              <a:spcBef>
                <a:spcPts val="0"/>
              </a:spcBef>
              <a:spcAft>
                <a:spcPts val="0"/>
              </a:spcAft>
              <a:buSzPts val="1400"/>
              <a:buChar char="○"/>
              <a:defRPr/>
            </a:lvl8pPr>
            <a:lvl9pPr marL="4114800" lvl="8" indent="-317500" rtl="0">
              <a:spcBef>
                <a:spcPts val="0"/>
              </a:spcBef>
              <a:spcAft>
                <a:spcPts val="0"/>
              </a:spcAft>
              <a:buSzPts val="1400"/>
              <a:buChar char="■"/>
              <a:defRPr/>
            </a:lvl9pPr>
          </a:lstStyle>
          <a:p>
            <a:endParaRPr/>
          </a:p>
        </p:txBody>
      </p:sp>
      <p:sp>
        <p:nvSpPr>
          <p:cNvPr id="57" name="Google Shape;57;p14"/>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Title slide 2">
  <p:cSld name="TITLE_2">
    <p:spTree>
      <p:nvGrpSpPr>
        <p:cNvPr id="1" name="Shape 58"/>
        <p:cNvGrpSpPr/>
        <p:nvPr/>
      </p:nvGrpSpPr>
      <p:grpSpPr>
        <a:xfrm>
          <a:off x="0" y="0"/>
          <a:ext cx="0" cy="0"/>
          <a:chOff x="0" y="0"/>
          <a:chExt cx="0" cy="0"/>
        </a:xfrm>
      </p:grpSpPr>
      <p:sp>
        <p:nvSpPr>
          <p:cNvPr id="59" name="Google Shape;59;p15"/>
          <p:cNvSpPr txBox="1">
            <a:spLocks noGrp="1"/>
          </p:cNvSpPr>
          <p:nvPr>
            <p:ph type="ctrTitle"/>
          </p:nvPr>
        </p:nvSpPr>
        <p:spPr>
          <a:xfrm>
            <a:off x="311708" y="744575"/>
            <a:ext cx="8520600" cy="2052600"/>
          </a:xfrm>
          <a:prstGeom prst="rect">
            <a:avLst/>
          </a:prstGeom>
        </p:spPr>
        <p:txBody>
          <a:bodyPr spcFirstLastPara="1" wrap="square" lIns="91425" tIns="91425" rIns="91425" bIns="91425" anchor="b" anchorCtr="0">
            <a:normAutofit/>
          </a:bodyPr>
          <a:lstStyle>
            <a:lvl1pPr lvl="0" algn="ctr" rtl="0">
              <a:spcBef>
                <a:spcPts val="0"/>
              </a:spcBef>
              <a:spcAft>
                <a:spcPts val="0"/>
              </a:spcAft>
              <a:buSzPts val="5200"/>
              <a:buNone/>
              <a:defRPr sz="5200"/>
            </a:lvl1pPr>
            <a:lvl2pPr lvl="1" algn="ctr" rtl="0">
              <a:spcBef>
                <a:spcPts val="0"/>
              </a:spcBef>
              <a:spcAft>
                <a:spcPts val="0"/>
              </a:spcAft>
              <a:buSzPts val="5200"/>
              <a:buNone/>
              <a:defRPr sz="5200"/>
            </a:lvl2pPr>
            <a:lvl3pPr lvl="2" algn="ctr" rtl="0">
              <a:spcBef>
                <a:spcPts val="0"/>
              </a:spcBef>
              <a:spcAft>
                <a:spcPts val="0"/>
              </a:spcAft>
              <a:buSzPts val="5200"/>
              <a:buNone/>
              <a:defRPr sz="5200"/>
            </a:lvl3pPr>
            <a:lvl4pPr lvl="3" algn="ctr" rtl="0">
              <a:spcBef>
                <a:spcPts val="0"/>
              </a:spcBef>
              <a:spcAft>
                <a:spcPts val="0"/>
              </a:spcAft>
              <a:buSzPts val="5200"/>
              <a:buNone/>
              <a:defRPr sz="5200"/>
            </a:lvl4pPr>
            <a:lvl5pPr lvl="4" algn="ctr" rtl="0">
              <a:spcBef>
                <a:spcPts val="0"/>
              </a:spcBef>
              <a:spcAft>
                <a:spcPts val="0"/>
              </a:spcAft>
              <a:buSzPts val="5200"/>
              <a:buNone/>
              <a:defRPr sz="5200"/>
            </a:lvl5pPr>
            <a:lvl6pPr lvl="5" algn="ctr" rtl="0">
              <a:spcBef>
                <a:spcPts val="0"/>
              </a:spcBef>
              <a:spcAft>
                <a:spcPts val="0"/>
              </a:spcAft>
              <a:buSzPts val="5200"/>
              <a:buNone/>
              <a:defRPr sz="5200"/>
            </a:lvl6pPr>
            <a:lvl7pPr lvl="6" algn="ctr" rtl="0">
              <a:spcBef>
                <a:spcPts val="0"/>
              </a:spcBef>
              <a:spcAft>
                <a:spcPts val="0"/>
              </a:spcAft>
              <a:buSzPts val="5200"/>
              <a:buNone/>
              <a:defRPr sz="5200"/>
            </a:lvl7pPr>
            <a:lvl8pPr lvl="7" algn="ctr" rtl="0">
              <a:spcBef>
                <a:spcPts val="0"/>
              </a:spcBef>
              <a:spcAft>
                <a:spcPts val="0"/>
              </a:spcAft>
              <a:buSzPts val="5200"/>
              <a:buNone/>
              <a:defRPr sz="5200"/>
            </a:lvl8pPr>
            <a:lvl9pPr lvl="8" algn="ctr" rtl="0">
              <a:spcBef>
                <a:spcPts val="0"/>
              </a:spcBef>
              <a:spcAft>
                <a:spcPts val="0"/>
              </a:spcAft>
              <a:buSzPts val="5200"/>
              <a:buNone/>
              <a:defRPr sz="5200"/>
            </a:lvl9pPr>
          </a:lstStyle>
          <a:p>
            <a:endParaRPr/>
          </a:p>
        </p:txBody>
      </p:sp>
      <p:sp>
        <p:nvSpPr>
          <p:cNvPr id="60" name="Google Shape;60;p15"/>
          <p:cNvSpPr txBox="1">
            <a:spLocks noGrp="1"/>
          </p:cNvSpPr>
          <p:nvPr>
            <p:ph type="subTitle" idx="1"/>
          </p:nvPr>
        </p:nvSpPr>
        <p:spPr>
          <a:xfrm>
            <a:off x="311700" y="2834125"/>
            <a:ext cx="8520600" cy="792600"/>
          </a:xfrm>
          <a:prstGeom prst="rect">
            <a:avLst/>
          </a:prstGeom>
        </p:spPr>
        <p:txBody>
          <a:bodyPr spcFirstLastPara="1" wrap="square" lIns="91425" tIns="91425" rIns="91425" bIns="91425" anchor="t" anchorCtr="0">
            <a:normAutofit/>
          </a:bodyPr>
          <a:lstStyle>
            <a:lvl1pPr lvl="0" algn="ctr" rtl="0">
              <a:lnSpc>
                <a:spcPct val="100000"/>
              </a:lnSpc>
              <a:spcBef>
                <a:spcPts val="0"/>
              </a:spcBef>
              <a:spcAft>
                <a:spcPts val="0"/>
              </a:spcAft>
              <a:buSzPts val="2800"/>
              <a:buNone/>
              <a:defRPr sz="2800"/>
            </a:lvl1pPr>
            <a:lvl2pPr lvl="1" algn="ctr" rtl="0">
              <a:lnSpc>
                <a:spcPct val="100000"/>
              </a:lnSpc>
              <a:spcBef>
                <a:spcPts val="0"/>
              </a:spcBef>
              <a:spcAft>
                <a:spcPts val="0"/>
              </a:spcAft>
              <a:buSzPts val="2800"/>
              <a:buNone/>
              <a:defRPr sz="2800"/>
            </a:lvl2pPr>
            <a:lvl3pPr lvl="2" algn="ctr" rtl="0">
              <a:lnSpc>
                <a:spcPct val="100000"/>
              </a:lnSpc>
              <a:spcBef>
                <a:spcPts val="0"/>
              </a:spcBef>
              <a:spcAft>
                <a:spcPts val="0"/>
              </a:spcAft>
              <a:buSzPts val="2800"/>
              <a:buNone/>
              <a:defRPr sz="2800"/>
            </a:lvl3pPr>
            <a:lvl4pPr lvl="3" algn="ctr" rtl="0">
              <a:lnSpc>
                <a:spcPct val="100000"/>
              </a:lnSpc>
              <a:spcBef>
                <a:spcPts val="0"/>
              </a:spcBef>
              <a:spcAft>
                <a:spcPts val="0"/>
              </a:spcAft>
              <a:buSzPts val="2800"/>
              <a:buNone/>
              <a:defRPr sz="2800"/>
            </a:lvl4pPr>
            <a:lvl5pPr lvl="4" algn="ctr" rtl="0">
              <a:lnSpc>
                <a:spcPct val="100000"/>
              </a:lnSpc>
              <a:spcBef>
                <a:spcPts val="0"/>
              </a:spcBef>
              <a:spcAft>
                <a:spcPts val="0"/>
              </a:spcAft>
              <a:buSzPts val="2800"/>
              <a:buNone/>
              <a:defRPr sz="2800"/>
            </a:lvl5pPr>
            <a:lvl6pPr lvl="5" algn="ctr" rtl="0">
              <a:lnSpc>
                <a:spcPct val="100000"/>
              </a:lnSpc>
              <a:spcBef>
                <a:spcPts val="0"/>
              </a:spcBef>
              <a:spcAft>
                <a:spcPts val="0"/>
              </a:spcAft>
              <a:buSzPts val="2800"/>
              <a:buNone/>
              <a:defRPr sz="2800"/>
            </a:lvl6pPr>
            <a:lvl7pPr lvl="6" algn="ctr" rtl="0">
              <a:lnSpc>
                <a:spcPct val="100000"/>
              </a:lnSpc>
              <a:spcBef>
                <a:spcPts val="0"/>
              </a:spcBef>
              <a:spcAft>
                <a:spcPts val="0"/>
              </a:spcAft>
              <a:buSzPts val="2800"/>
              <a:buNone/>
              <a:defRPr sz="2800"/>
            </a:lvl7pPr>
            <a:lvl8pPr lvl="7" algn="ctr" rtl="0">
              <a:lnSpc>
                <a:spcPct val="100000"/>
              </a:lnSpc>
              <a:spcBef>
                <a:spcPts val="0"/>
              </a:spcBef>
              <a:spcAft>
                <a:spcPts val="0"/>
              </a:spcAft>
              <a:buSzPts val="2800"/>
              <a:buNone/>
              <a:defRPr sz="2800"/>
            </a:lvl8pPr>
            <a:lvl9pPr lvl="8" algn="ctr" rtl="0">
              <a:lnSpc>
                <a:spcPct val="100000"/>
              </a:lnSpc>
              <a:spcBef>
                <a:spcPts val="0"/>
              </a:spcBef>
              <a:spcAft>
                <a:spcPts val="0"/>
              </a:spcAft>
              <a:buSzPts val="2800"/>
              <a:buNone/>
              <a:defRPr sz="2800"/>
            </a:lvl9pPr>
          </a:lstStyle>
          <a:p>
            <a:endParaRPr/>
          </a:p>
        </p:txBody>
      </p:sp>
      <p:sp>
        <p:nvSpPr>
          <p:cNvPr id="61" name="Google Shape;61;p15"/>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Main point 1">
  <p:cSld name="MAIN_POINT_1">
    <p:bg>
      <p:bgPr>
        <a:blipFill>
          <a:blip r:embed="rId2">
            <a:alphaModFix/>
          </a:blip>
          <a:stretch>
            <a:fillRect/>
          </a:stretch>
        </a:blipFill>
        <a:effectLst/>
      </p:bgPr>
    </p:bg>
    <p:spTree>
      <p:nvGrpSpPr>
        <p:cNvPr id="1" name="Shape 62"/>
        <p:cNvGrpSpPr/>
        <p:nvPr/>
      </p:nvGrpSpPr>
      <p:grpSpPr>
        <a:xfrm>
          <a:off x="0" y="0"/>
          <a:ext cx="0" cy="0"/>
          <a:chOff x="0" y="0"/>
          <a:chExt cx="0" cy="0"/>
        </a:xfrm>
      </p:grpSpPr>
      <p:sp>
        <p:nvSpPr>
          <p:cNvPr id="63" name="Google Shape;63;p16"/>
          <p:cNvSpPr txBox="1">
            <a:spLocks noGrp="1"/>
          </p:cNvSpPr>
          <p:nvPr>
            <p:ph type="title"/>
          </p:nvPr>
        </p:nvSpPr>
        <p:spPr>
          <a:xfrm flipH="1">
            <a:off x="1330050" y="1024638"/>
            <a:ext cx="6367800" cy="2954400"/>
          </a:xfrm>
          <a:prstGeom prst="rect">
            <a:avLst/>
          </a:prstGeom>
        </p:spPr>
        <p:txBody>
          <a:bodyPr spcFirstLastPara="1" wrap="square" lIns="91425" tIns="91425" rIns="91425" bIns="91425" anchor="ctr" anchorCtr="0">
            <a:normAutofit/>
          </a:bodyPr>
          <a:lstStyle>
            <a:lvl1pPr lvl="0" algn="ctr" rtl="0">
              <a:spcBef>
                <a:spcPts val="0"/>
              </a:spcBef>
              <a:spcAft>
                <a:spcPts val="0"/>
              </a:spcAft>
              <a:buSzPts val="4800"/>
              <a:buNone/>
              <a:defRPr sz="6000"/>
            </a:lvl1pPr>
            <a:lvl2pPr lvl="1" rtl="0">
              <a:spcBef>
                <a:spcPts val="0"/>
              </a:spcBef>
              <a:spcAft>
                <a:spcPts val="0"/>
              </a:spcAft>
              <a:buSzPts val="4800"/>
              <a:buNone/>
              <a:defRPr sz="4800"/>
            </a:lvl2pPr>
            <a:lvl3pPr lvl="2" rtl="0">
              <a:spcBef>
                <a:spcPts val="0"/>
              </a:spcBef>
              <a:spcAft>
                <a:spcPts val="0"/>
              </a:spcAft>
              <a:buSzPts val="4800"/>
              <a:buNone/>
              <a:defRPr sz="4800"/>
            </a:lvl3pPr>
            <a:lvl4pPr lvl="3" rtl="0">
              <a:spcBef>
                <a:spcPts val="0"/>
              </a:spcBef>
              <a:spcAft>
                <a:spcPts val="0"/>
              </a:spcAft>
              <a:buSzPts val="4800"/>
              <a:buNone/>
              <a:defRPr sz="4800"/>
            </a:lvl4pPr>
            <a:lvl5pPr lvl="4" rtl="0">
              <a:spcBef>
                <a:spcPts val="0"/>
              </a:spcBef>
              <a:spcAft>
                <a:spcPts val="0"/>
              </a:spcAft>
              <a:buSzPts val="4800"/>
              <a:buNone/>
              <a:defRPr sz="4800"/>
            </a:lvl5pPr>
            <a:lvl6pPr lvl="5" rtl="0">
              <a:spcBef>
                <a:spcPts val="0"/>
              </a:spcBef>
              <a:spcAft>
                <a:spcPts val="0"/>
              </a:spcAft>
              <a:buSzPts val="4800"/>
              <a:buNone/>
              <a:defRPr sz="4800"/>
            </a:lvl6pPr>
            <a:lvl7pPr lvl="6" rtl="0">
              <a:spcBef>
                <a:spcPts val="0"/>
              </a:spcBef>
              <a:spcAft>
                <a:spcPts val="0"/>
              </a:spcAft>
              <a:buSzPts val="4800"/>
              <a:buNone/>
              <a:defRPr sz="4800"/>
            </a:lvl7pPr>
            <a:lvl8pPr lvl="7" rtl="0">
              <a:spcBef>
                <a:spcPts val="0"/>
              </a:spcBef>
              <a:spcAft>
                <a:spcPts val="0"/>
              </a:spcAft>
              <a:buSzPts val="4800"/>
              <a:buNone/>
              <a:defRPr sz="4800"/>
            </a:lvl8pPr>
            <a:lvl9pPr lvl="8" rtl="0">
              <a:spcBef>
                <a:spcPts val="0"/>
              </a:spcBef>
              <a:spcAft>
                <a:spcPts val="0"/>
              </a:spcAft>
              <a:buSzPts val="4800"/>
              <a:buNone/>
              <a:defRPr sz="4800"/>
            </a:lvl9pPr>
          </a:lstStyle>
          <a:p>
            <a:endParaRPr/>
          </a:p>
        </p:txBody>
      </p:sp>
      <p:sp>
        <p:nvSpPr>
          <p:cNvPr id="64" name="Google Shape;64;p16"/>
          <p:cNvSpPr txBox="1">
            <a:spLocks noGrp="1"/>
          </p:cNvSpPr>
          <p:nvPr>
            <p:ph type="subTitle" idx="1"/>
          </p:nvPr>
        </p:nvSpPr>
        <p:spPr>
          <a:xfrm>
            <a:off x="2871000" y="3630375"/>
            <a:ext cx="3285900" cy="631500"/>
          </a:xfrm>
          <a:prstGeom prst="rect">
            <a:avLst/>
          </a:prstGeom>
        </p:spPr>
        <p:txBody>
          <a:bodyPr spcFirstLastPara="1" wrap="square" lIns="91425" tIns="91425" rIns="91425" bIns="91425" anchor="b" anchorCtr="0">
            <a:normAutofit/>
          </a:bodyPr>
          <a:lstStyle>
            <a:lvl1pPr lvl="0" algn="ctr" rtl="0">
              <a:lnSpc>
                <a:spcPct val="100000"/>
              </a:lnSpc>
              <a:spcBef>
                <a:spcPts val="0"/>
              </a:spcBef>
              <a:spcAft>
                <a:spcPts val="0"/>
              </a:spcAft>
              <a:buClr>
                <a:schemeClr val="dk1"/>
              </a:buClr>
              <a:buSzPts val="1400"/>
              <a:buNone/>
              <a:defRPr sz="1400"/>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65" name="Google Shape;65;p16"/>
          <p:cNvSpPr/>
          <p:nvPr/>
        </p:nvSpPr>
        <p:spPr>
          <a:xfrm rot="-5400000" flipH="1">
            <a:off x="7154175" y="-175568"/>
            <a:ext cx="1994237" cy="2094277"/>
          </a:xfrm>
          <a:custGeom>
            <a:avLst/>
            <a:gdLst/>
            <a:ahLst/>
            <a:cxnLst/>
            <a:rect l="l" t="t" r="r" b="b"/>
            <a:pathLst>
              <a:path w="76827" h="80681" extrusionOk="0">
                <a:moveTo>
                  <a:pt x="7096" y="0"/>
                </a:moveTo>
                <a:cubicBezTo>
                  <a:pt x="4774" y="0"/>
                  <a:pt x="2454" y="476"/>
                  <a:pt x="339" y="1448"/>
                </a:cubicBezTo>
                <a:lnTo>
                  <a:pt x="1" y="80681"/>
                </a:lnTo>
                <a:lnTo>
                  <a:pt x="73405" y="80681"/>
                </a:lnTo>
                <a:cubicBezTo>
                  <a:pt x="76826" y="73559"/>
                  <a:pt x="76130" y="64627"/>
                  <a:pt x="71654" y="58142"/>
                </a:cubicBezTo>
                <a:cubicBezTo>
                  <a:pt x="67521" y="52180"/>
                  <a:pt x="60344" y="48488"/>
                  <a:pt x="53107" y="48488"/>
                </a:cubicBezTo>
                <a:cubicBezTo>
                  <a:pt x="52473" y="48488"/>
                  <a:pt x="51838" y="48516"/>
                  <a:pt x="51204" y="48574"/>
                </a:cubicBezTo>
                <a:cubicBezTo>
                  <a:pt x="45157" y="49111"/>
                  <a:pt x="39587" y="52075"/>
                  <a:pt x="33659" y="53487"/>
                </a:cubicBezTo>
                <a:cubicBezTo>
                  <a:pt x="31911" y="53911"/>
                  <a:pt x="30047" y="54152"/>
                  <a:pt x="28198" y="54152"/>
                </a:cubicBezTo>
                <a:cubicBezTo>
                  <a:pt x="23796" y="54152"/>
                  <a:pt x="19480" y="52786"/>
                  <a:pt x="17029" y="49270"/>
                </a:cubicBezTo>
                <a:cubicBezTo>
                  <a:pt x="13826" y="44635"/>
                  <a:pt x="15119" y="38289"/>
                  <a:pt x="17427" y="33177"/>
                </a:cubicBezTo>
                <a:cubicBezTo>
                  <a:pt x="19734" y="28084"/>
                  <a:pt x="22977" y="23151"/>
                  <a:pt x="23414" y="17561"/>
                </a:cubicBezTo>
                <a:cubicBezTo>
                  <a:pt x="23872" y="11912"/>
                  <a:pt x="21166" y="6123"/>
                  <a:pt x="16511" y="2880"/>
                </a:cubicBezTo>
                <a:cubicBezTo>
                  <a:pt x="13768" y="981"/>
                  <a:pt x="10430" y="0"/>
                  <a:pt x="7096" y="0"/>
                </a:cubicBezTo>
                <a:close/>
              </a:path>
            </a:pathLst>
          </a:custGeom>
          <a:solidFill>
            <a:srgbClr val="FF836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 name="Google Shape;66;p16"/>
          <p:cNvSpPr/>
          <p:nvPr/>
        </p:nvSpPr>
        <p:spPr>
          <a:xfrm rot="5400000" flipH="1">
            <a:off x="512725" y="3280133"/>
            <a:ext cx="1114460" cy="2940081"/>
          </a:xfrm>
          <a:custGeom>
            <a:avLst/>
            <a:gdLst/>
            <a:ahLst/>
            <a:cxnLst/>
            <a:rect l="l" t="t" r="r" b="b"/>
            <a:pathLst>
              <a:path w="34097" h="89952" extrusionOk="0">
                <a:moveTo>
                  <a:pt x="6827" y="1"/>
                </a:moveTo>
                <a:cubicBezTo>
                  <a:pt x="4501" y="1"/>
                  <a:pt x="2262" y="226"/>
                  <a:pt x="338" y="633"/>
                </a:cubicBezTo>
                <a:lnTo>
                  <a:pt x="0" y="89951"/>
                </a:lnTo>
                <a:lnTo>
                  <a:pt x="8097" y="89812"/>
                </a:lnTo>
                <a:cubicBezTo>
                  <a:pt x="17327" y="89235"/>
                  <a:pt x="25980" y="83347"/>
                  <a:pt x="30058" y="75032"/>
                </a:cubicBezTo>
                <a:cubicBezTo>
                  <a:pt x="34096" y="66757"/>
                  <a:pt x="32763" y="55935"/>
                  <a:pt x="26338" y="49291"/>
                </a:cubicBezTo>
                <a:cubicBezTo>
                  <a:pt x="23653" y="46546"/>
                  <a:pt x="20271" y="44556"/>
                  <a:pt x="17645" y="41771"/>
                </a:cubicBezTo>
                <a:cubicBezTo>
                  <a:pt x="14999" y="38947"/>
                  <a:pt x="13129" y="34869"/>
                  <a:pt x="14502" y="31288"/>
                </a:cubicBezTo>
                <a:cubicBezTo>
                  <a:pt x="16093" y="27150"/>
                  <a:pt x="21086" y="25519"/>
                  <a:pt x="24011" y="22177"/>
                </a:cubicBezTo>
                <a:cubicBezTo>
                  <a:pt x="28327" y="17144"/>
                  <a:pt x="26796" y="8769"/>
                  <a:pt x="21842" y="4373"/>
                </a:cubicBezTo>
                <a:cubicBezTo>
                  <a:pt x="18358" y="1267"/>
                  <a:pt x="12345" y="1"/>
                  <a:pt x="6827"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 name="Google Shape;67;p16"/>
          <p:cNvSpPr/>
          <p:nvPr/>
        </p:nvSpPr>
        <p:spPr>
          <a:xfrm rot="-3143622">
            <a:off x="8426556" y="1595105"/>
            <a:ext cx="247401" cy="218106"/>
          </a:xfrm>
          <a:custGeom>
            <a:avLst/>
            <a:gdLst/>
            <a:ahLst/>
            <a:cxnLst/>
            <a:rect l="l" t="t" r="r" b="b"/>
            <a:pathLst>
              <a:path w="12136" h="10699" extrusionOk="0">
                <a:moveTo>
                  <a:pt x="6069" y="1"/>
                </a:moveTo>
                <a:cubicBezTo>
                  <a:pt x="3975" y="1"/>
                  <a:pt x="1990" y="1241"/>
                  <a:pt x="1135" y="3296"/>
                </a:cubicBezTo>
                <a:cubicBezTo>
                  <a:pt x="1" y="6041"/>
                  <a:pt x="1294" y="9165"/>
                  <a:pt x="4019" y="10299"/>
                </a:cubicBezTo>
                <a:cubicBezTo>
                  <a:pt x="4682" y="10570"/>
                  <a:pt x="5371" y="10698"/>
                  <a:pt x="6048" y="10698"/>
                </a:cubicBezTo>
                <a:cubicBezTo>
                  <a:pt x="8154" y="10698"/>
                  <a:pt x="10159" y="9456"/>
                  <a:pt x="11001" y="7394"/>
                </a:cubicBezTo>
                <a:cubicBezTo>
                  <a:pt x="12135" y="4669"/>
                  <a:pt x="10842" y="1546"/>
                  <a:pt x="8117" y="412"/>
                </a:cubicBezTo>
                <a:cubicBezTo>
                  <a:pt x="7447" y="133"/>
                  <a:pt x="6752" y="1"/>
                  <a:pt x="6069"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 name="Google Shape;68;p16"/>
          <p:cNvSpPr/>
          <p:nvPr/>
        </p:nvSpPr>
        <p:spPr>
          <a:xfrm rot="-3143597">
            <a:off x="2156226" y="4336009"/>
            <a:ext cx="258585" cy="228004"/>
          </a:xfrm>
          <a:custGeom>
            <a:avLst/>
            <a:gdLst/>
            <a:ahLst/>
            <a:cxnLst/>
            <a:rect l="l" t="t" r="r" b="b"/>
            <a:pathLst>
              <a:path w="12136" h="10699" extrusionOk="0">
                <a:moveTo>
                  <a:pt x="6069" y="1"/>
                </a:moveTo>
                <a:cubicBezTo>
                  <a:pt x="3975" y="1"/>
                  <a:pt x="1990" y="1241"/>
                  <a:pt x="1135" y="3296"/>
                </a:cubicBezTo>
                <a:cubicBezTo>
                  <a:pt x="1" y="6041"/>
                  <a:pt x="1294" y="9165"/>
                  <a:pt x="4019" y="10299"/>
                </a:cubicBezTo>
                <a:cubicBezTo>
                  <a:pt x="4682" y="10570"/>
                  <a:pt x="5371" y="10698"/>
                  <a:pt x="6048" y="10698"/>
                </a:cubicBezTo>
                <a:cubicBezTo>
                  <a:pt x="8154" y="10698"/>
                  <a:pt x="10159" y="9456"/>
                  <a:pt x="11001" y="7394"/>
                </a:cubicBezTo>
                <a:cubicBezTo>
                  <a:pt x="12135" y="4669"/>
                  <a:pt x="10842" y="1546"/>
                  <a:pt x="8117" y="412"/>
                </a:cubicBezTo>
                <a:cubicBezTo>
                  <a:pt x="7447" y="133"/>
                  <a:pt x="6752" y="1"/>
                  <a:pt x="6069"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1 Maths title">
  <p:cSld name="TITLE_1_1_1">
    <p:bg>
      <p:bgPr>
        <a:solidFill>
          <a:srgbClr val="5D408F"/>
        </a:solidFill>
        <a:effectLst/>
      </p:bgPr>
    </p:bg>
    <p:spTree>
      <p:nvGrpSpPr>
        <p:cNvPr id="1" name="Shape 73"/>
        <p:cNvGrpSpPr/>
        <p:nvPr/>
      </p:nvGrpSpPr>
      <p:grpSpPr>
        <a:xfrm>
          <a:off x="0" y="0"/>
          <a:ext cx="0" cy="0"/>
          <a:chOff x="0" y="0"/>
          <a:chExt cx="0" cy="0"/>
        </a:xfrm>
      </p:grpSpPr>
      <p:sp>
        <p:nvSpPr>
          <p:cNvPr id="74" name="Google Shape;74;p18"/>
          <p:cNvSpPr txBox="1">
            <a:spLocks noGrp="1"/>
          </p:cNvSpPr>
          <p:nvPr>
            <p:ph type="title"/>
          </p:nvPr>
        </p:nvSpPr>
        <p:spPr>
          <a:xfrm>
            <a:off x="685800" y="654075"/>
            <a:ext cx="7772400" cy="1403400"/>
          </a:xfrm>
          <a:prstGeom prst="rect">
            <a:avLst/>
          </a:prstGeom>
        </p:spPr>
        <p:txBody>
          <a:bodyPr spcFirstLastPara="1" wrap="square" lIns="91425" tIns="91425" rIns="91425" bIns="91425" anchor="t" anchorCtr="0">
            <a:noAutofit/>
          </a:bodyPr>
          <a:lstStyle>
            <a:lvl1pPr lvl="0" rtl="0">
              <a:spcBef>
                <a:spcPts val="0"/>
              </a:spcBef>
              <a:spcAft>
                <a:spcPts val="0"/>
              </a:spcAft>
              <a:buNone/>
              <a:defRPr sz="6000" b="1">
                <a:solidFill>
                  <a:srgbClr val="FED834"/>
                </a:solidFill>
                <a:latin typeface="Proxima Nova"/>
                <a:ea typeface="Proxima Nova"/>
                <a:cs typeface="Proxima Nova"/>
                <a:sym typeface="Proxima Nova"/>
              </a:defRPr>
            </a:lvl1pPr>
            <a:lvl2pPr lvl="1" rtl="0">
              <a:spcBef>
                <a:spcPts val="0"/>
              </a:spcBef>
              <a:spcAft>
                <a:spcPts val="0"/>
              </a:spcAft>
              <a:buNone/>
              <a:defRPr/>
            </a:lvl2pPr>
            <a:lvl3pPr lvl="2" rtl="0">
              <a:spcBef>
                <a:spcPts val="0"/>
              </a:spcBef>
              <a:spcAft>
                <a:spcPts val="0"/>
              </a:spcAft>
              <a:buNone/>
              <a:defRPr/>
            </a:lvl3pPr>
            <a:lvl4pPr lvl="3" rtl="0">
              <a:spcBef>
                <a:spcPts val="0"/>
              </a:spcBef>
              <a:spcAft>
                <a:spcPts val="0"/>
              </a:spcAft>
              <a:buNone/>
              <a:defRPr/>
            </a:lvl4pPr>
            <a:lvl5pPr lvl="4" rtl="0">
              <a:spcBef>
                <a:spcPts val="0"/>
              </a:spcBef>
              <a:spcAft>
                <a:spcPts val="0"/>
              </a:spcAft>
              <a:buNone/>
              <a:defRPr/>
            </a:lvl5pPr>
            <a:lvl6pPr lvl="5" rtl="0">
              <a:spcBef>
                <a:spcPts val="0"/>
              </a:spcBef>
              <a:spcAft>
                <a:spcPts val="0"/>
              </a:spcAft>
              <a:buNone/>
              <a:defRPr/>
            </a:lvl6pPr>
            <a:lvl7pPr lvl="6" rtl="0">
              <a:spcBef>
                <a:spcPts val="0"/>
              </a:spcBef>
              <a:spcAft>
                <a:spcPts val="0"/>
              </a:spcAft>
              <a:buNone/>
              <a:defRPr/>
            </a:lvl7pPr>
            <a:lvl8pPr lvl="7" rtl="0">
              <a:spcBef>
                <a:spcPts val="0"/>
              </a:spcBef>
              <a:spcAft>
                <a:spcPts val="0"/>
              </a:spcAft>
              <a:buNone/>
              <a:defRPr/>
            </a:lvl8pPr>
            <a:lvl9pPr lvl="8" rtl="0">
              <a:spcBef>
                <a:spcPts val="0"/>
              </a:spcBef>
              <a:spcAft>
                <a:spcPts val="0"/>
              </a:spcAft>
              <a:buNone/>
              <a:defRPr/>
            </a:lvl9pPr>
          </a:lstStyle>
          <a:p>
            <a:endParaRPr/>
          </a:p>
        </p:txBody>
      </p:sp>
      <p:sp>
        <p:nvSpPr>
          <p:cNvPr id="75" name="Google Shape;75;p18"/>
          <p:cNvSpPr txBox="1">
            <a:spLocks noGrp="1"/>
          </p:cNvSpPr>
          <p:nvPr>
            <p:ph type="subTitle" idx="1"/>
          </p:nvPr>
        </p:nvSpPr>
        <p:spPr>
          <a:xfrm>
            <a:off x="679875" y="341494"/>
            <a:ext cx="7772400" cy="3126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None/>
              <a:defRPr sz="1400">
                <a:solidFill>
                  <a:srgbClr val="FFFFFF"/>
                </a:solidFill>
                <a:latin typeface="Proxima Nova Semibold"/>
                <a:ea typeface="Proxima Nova Semibold"/>
                <a:cs typeface="Proxima Nova Semibold"/>
                <a:sym typeface="Proxima Nova Semibold"/>
              </a:defRPr>
            </a:lvl1pPr>
            <a:lvl2pPr lvl="1" rtl="0">
              <a:spcBef>
                <a:spcPts val="0"/>
              </a:spcBef>
              <a:spcAft>
                <a:spcPts val="0"/>
              </a:spcAft>
              <a:buNone/>
              <a:defRPr/>
            </a:lvl2pPr>
            <a:lvl3pPr lvl="2" rtl="0">
              <a:spcBef>
                <a:spcPts val="1600"/>
              </a:spcBef>
              <a:spcAft>
                <a:spcPts val="0"/>
              </a:spcAft>
              <a:buNone/>
              <a:defRPr/>
            </a:lvl3pPr>
            <a:lvl4pPr lvl="3" rtl="0">
              <a:spcBef>
                <a:spcPts val="1600"/>
              </a:spcBef>
              <a:spcAft>
                <a:spcPts val="0"/>
              </a:spcAft>
              <a:buNone/>
              <a:defRPr/>
            </a:lvl4pPr>
            <a:lvl5pPr lvl="4" rtl="0">
              <a:spcBef>
                <a:spcPts val="1600"/>
              </a:spcBef>
              <a:spcAft>
                <a:spcPts val="0"/>
              </a:spcAft>
              <a:buNone/>
              <a:defRPr/>
            </a:lvl5pPr>
            <a:lvl6pPr lvl="5" rtl="0">
              <a:spcBef>
                <a:spcPts val="1600"/>
              </a:spcBef>
              <a:spcAft>
                <a:spcPts val="0"/>
              </a:spcAft>
              <a:buNone/>
              <a:defRPr/>
            </a:lvl6pPr>
            <a:lvl7pPr lvl="6" rtl="0">
              <a:spcBef>
                <a:spcPts val="1600"/>
              </a:spcBef>
              <a:spcAft>
                <a:spcPts val="0"/>
              </a:spcAft>
              <a:buNone/>
              <a:defRPr/>
            </a:lvl7pPr>
            <a:lvl8pPr lvl="7" rtl="0">
              <a:spcBef>
                <a:spcPts val="1600"/>
              </a:spcBef>
              <a:spcAft>
                <a:spcPts val="0"/>
              </a:spcAft>
              <a:buNone/>
              <a:defRPr/>
            </a:lvl8pPr>
            <a:lvl9pPr lvl="8" rtl="0">
              <a:spcBef>
                <a:spcPts val="1600"/>
              </a:spcBef>
              <a:spcAft>
                <a:spcPts val="1600"/>
              </a:spcAft>
              <a:buNone/>
              <a:defRPr/>
            </a:lvl9pPr>
          </a:lstStyle>
          <a:p>
            <a:endParaRPr/>
          </a:p>
        </p:txBody>
      </p:sp>
      <p:pic>
        <p:nvPicPr>
          <p:cNvPr id="76" name="Google Shape;76;p18"/>
          <p:cNvPicPr preferRelativeResize="0"/>
          <p:nvPr/>
        </p:nvPicPr>
        <p:blipFill>
          <a:blip r:embed="rId2">
            <a:alphaModFix/>
          </a:blip>
          <a:stretch>
            <a:fillRect/>
          </a:stretch>
        </p:blipFill>
        <p:spPr>
          <a:xfrm>
            <a:off x="8028128" y="4800601"/>
            <a:ext cx="836905" cy="342901"/>
          </a:xfrm>
          <a:prstGeom prst="rect">
            <a:avLst/>
          </a:prstGeom>
          <a:noFill/>
          <a:ln>
            <a:noFill/>
          </a:ln>
        </p:spPr>
      </p:pic>
    </p:spTree>
  </p:cSld>
  <p:clrMapOvr>
    <a:masterClrMapping/>
  </p:clrMapOvr>
  <p:extLst>
    <p:ext uri="{DCECCB84-F9BA-43D5-87BE-67443E8EF086}">
      <p15:sldGuideLst xmlns:p15="http://schemas.microsoft.com/office/powerpoint/2012/main">
        <p15:guide id="1" pos="2880">
          <p15:clr>
            <a:srgbClr val="FA7B17"/>
          </p15:clr>
        </p15:guide>
        <p15:guide id="2" pos="5328">
          <p15:clr>
            <a:srgbClr val="FA7B17"/>
          </p15:clr>
        </p15:guide>
        <p15:guide id="3" orient="horz" pos="3024">
          <p15:clr>
            <a:srgbClr val="FA7B17"/>
          </p15:clr>
        </p15:guide>
        <p15:guide id="4" orient="horz" pos="1620">
          <p15:clr>
            <a:srgbClr val="FA7B17"/>
          </p15:clr>
        </p15:guide>
      </p15:sldGuideLst>
    </p:ext>
  </p:extLst>
</p:sldLayout>
</file>

<file path=ppt/slideLayouts/slideLayout17.xml><?xml version="1.0" encoding="utf-8"?>
<p:sldLayout xmlns:a="http://schemas.openxmlformats.org/drawingml/2006/main" xmlns:r="http://schemas.openxmlformats.org/officeDocument/2006/relationships" xmlns:p="http://schemas.openxmlformats.org/presentationml/2006/main" matchingName="1 Maths title 1">
  <p:cSld name="TITLE_1_1_1_2">
    <p:bg>
      <p:bgPr>
        <a:solidFill>
          <a:srgbClr val="B388FF"/>
        </a:solidFill>
        <a:effectLst/>
      </p:bgPr>
    </p:bg>
    <p:spTree>
      <p:nvGrpSpPr>
        <p:cNvPr id="1" name="Shape 77"/>
        <p:cNvGrpSpPr/>
        <p:nvPr/>
      </p:nvGrpSpPr>
      <p:grpSpPr>
        <a:xfrm>
          <a:off x="0" y="0"/>
          <a:ext cx="0" cy="0"/>
          <a:chOff x="0" y="0"/>
          <a:chExt cx="0" cy="0"/>
        </a:xfrm>
      </p:grpSpPr>
      <p:sp>
        <p:nvSpPr>
          <p:cNvPr id="78" name="Google Shape;78;p19"/>
          <p:cNvSpPr txBox="1">
            <a:spLocks noGrp="1"/>
          </p:cNvSpPr>
          <p:nvPr>
            <p:ph type="title"/>
          </p:nvPr>
        </p:nvSpPr>
        <p:spPr>
          <a:xfrm>
            <a:off x="685800" y="654075"/>
            <a:ext cx="7772400" cy="1403400"/>
          </a:xfrm>
          <a:prstGeom prst="rect">
            <a:avLst/>
          </a:prstGeom>
        </p:spPr>
        <p:txBody>
          <a:bodyPr spcFirstLastPara="1" wrap="square" lIns="91425" tIns="91425" rIns="91425" bIns="91425" anchor="t" anchorCtr="0">
            <a:noAutofit/>
          </a:bodyPr>
          <a:lstStyle>
            <a:lvl1pPr lvl="0" rtl="0">
              <a:spcBef>
                <a:spcPts val="0"/>
              </a:spcBef>
              <a:spcAft>
                <a:spcPts val="0"/>
              </a:spcAft>
              <a:buNone/>
              <a:defRPr sz="6000" b="1">
                <a:solidFill>
                  <a:srgbClr val="002644"/>
                </a:solidFill>
                <a:latin typeface="Proxima Nova"/>
                <a:ea typeface="Proxima Nova"/>
                <a:cs typeface="Proxima Nova"/>
                <a:sym typeface="Proxima Nova"/>
              </a:defRPr>
            </a:lvl1pPr>
            <a:lvl2pPr lvl="1" rtl="0">
              <a:spcBef>
                <a:spcPts val="0"/>
              </a:spcBef>
              <a:spcAft>
                <a:spcPts val="0"/>
              </a:spcAft>
              <a:buNone/>
              <a:defRPr/>
            </a:lvl2pPr>
            <a:lvl3pPr lvl="2" rtl="0">
              <a:spcBef>
                <a:spcPts val="0"/>
              </a:spcBef>
              <a:spcAft>
                <a:spcPts val="0"/>
              </a:spcAft>
              <a:buNone/>
              <a:defRPr/>
            </a:lvl3pPr>
            <a:lvl4pPr lvl="3" rtl="0">
              <a:spcBef>
                <a:spcPts val="0"/>
              </a:spcBef>
              <a:spcAft>
                <a:spcPts val="0"/>
              </a:spcAft>
              <a:buNone/>
              <a:defRPr/>
            </a:lvl4pPr>
            <a:lvl5pPr lvl="4" rtl="0">
              <a:spcBef>
                <a:spcPts val="0"/>
              </a:spcBef>
              <a:spcAft>
                <a:spcPts val="0"/>
              </a:spcAft>
              <a:buNone/>
              <a:defRPr/>
            </a:lvl5pPr>
            <a:lvl6pPr lvl="5" rtl="0">
              <a:spcBef>
                <a:spcPts val="0"/>
              </a:spcBef>
              <a:spcAft>
                <a:spcPts val="0"/>
              </a:spcAft>
              <a:buNone/>
              <a:defRPr/>
            </a:lvl6pPr>
            <a:lvl7pPr lvl="6" rtl="0">
              <a:spcBef>
                <a:spcPts val="0"/>
              </a:spcBef>
              <a:spcAft>
                <a:spcPts val="0"/>
              </a:spcAft>
              <a:buNone/>
              <a:defRPr/>
            </a:lvl7pPr>
            <a:lvl8pPr lvl="7" rtl="0">
              <a:spcBef>
                <a:spcPts val="0"/>
              </a:spcBef>
              <a:spcAft>
                <a:spcPts val="0"/>
              </a:spcAft>
              <a:buNone/>
              <a:defRPr/>
            </a:lvl8pPr>
            <a:lvl9pPr lvl="8" rtl="0">
              <a:spcBef>
                <a:spcPts val="0"/>
              </a:spcBef>
              <a:spcAft>
                <a:spcPts val="0"/>
              </a:spcAft>
              <a:buNone/>
              <a:defRPr/>
            </a:lvl9pPr>
          </a:lstStyle>
          <a:p>
            <a:endParaRPr/>
          </a:p>
        </p:txBody>
      </p:sp>
      <p:sp>
        <p:nvSpPr>
          <p:cNvPr id="79" name="Google Shape;79;p19"/>
          <p:cNvSpPr txBox="1">
            <a:spLocks noGrp="1"/>
          </p:cNvSpPr>
          <p:nvPr>
            <p:ph type="subTitle" idx="1"/>
          </p:nvPr>
        </p:nvSpPr>
        <p:spPr>
          <a:xfrm>
            <a:off x="679875" y="341494"/>
            <a:ext cx="7772400" cy="3126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None/>
              <a:defRPr sz="1400">
                <a:solidFill>
                  <a:srgbClr val="674EA7"/>
                </a:solidFill>
                <a:latin typeface="Proxima Nova Semibold"/>
                <a:ea typeface="Proxima Nova Semibold"/>
                <a:cs typeface="Proxima Nova Semibold"/>
                <a:sym typeface="Proxima Nova Semibold"/>
              </a:defRPr>
            </a:lvl1pPr>
            <a:lvl2pPr lvl="1" rtl="0">
              <a:spcBef>
                <a:spcPts val="0"/>
              </a:spcBef>
              <a:spcAft>
                <a:spcPts val="0"/>
              </a:spcAft>
              <a:buNone/>
              <a:defRPr/>
            </a:lvl2pPr>
            <a:lvl3pPr lvl="2" rtl="0">
              <a:spcBef>
                <a:spcPts val="1600"/>
              </a:spcBef>
              <a:spcAft>
                <a:spcPts val="0"/>
              </a:spcAft>
              <a:buNone/>
              <a:defRPr/>
            </a:lvl3pPr>
            <a:lvl4pPr lvl="3" rtl="0">
              <a:spcBef>
                <a:spcPts val="1600"/>
              </a:spcBef>
              <a:spcAft>
                <a:spcPts val="0"/>
              </a:spcAft>
              <a:buNone/>
              <a:defRPr/>
            </a:lvl4pPr>
            <a:lvl5pPr lvl="4" rtl="0">
              <a:spcBef>
                <a:spcPts val="1600"/>
              </a:spcBef>
              <a:spcAft>
                <a:spcPts val="0"/>
              </a:spcAft>
              <a:buNone/>
              <a:defRPr/>
            </a:lvl5pPr>
            <a:lvl6pPr lvl="5" rtl="0">
              <a:spcBef>
                <a:spcPts val="1600"/>
              </a:spcBef>
              <a:spcAft>
                <a:spcPts val="0"/>
              </a:spcAft>
              <a:buNone/>
              <a:defRPr/>
            </a:lvl6pPr>
            <a:lvl7pPr lvl="6" rtl="0">
              <a:spcBef>
                <a:spcPts val="1600"/>
              </a:spcBef>
              <a:spcAft>
                <a:spcPts val="0"/>
              </a:spcAft>
              <a:buNone/>
              <a:defRPr/>
            </a:lvl7pPr>
            <a:lvl8pPr lvl="7" rtl="0">
              <a:spcBef>
                <a:spcPts val="1600"/>
              </a:spcBef>
              <a:spcAft>
                <a:spcPts val="0"/>
              </a:spcAft>
              <a:buNone/>
              <a:defRPr/>
            </a:lvl8pPr>
            <a:lvl9pPr lvl="8" rtl="0">
              <a:spcBef>
                <a:spcPts val="1600"/>
              </a:spcBef>
              <a:spcAft>
                <a:spcPts val="1600"/>
              </a:spcAft>
              <a:buNone/>
              <a:defRPr/>
            </a:lvl9pPr>
          </a:lstStyle>
          <a:p>
            <a:endParaRPr/>
          </a:p>
        </p:txBody>
      </p:sp>
      <p:pic>
        <p:nvPicPr>
          <p:cNvPr id="80" name="Google Shape;80;p19"/>
          <p:cNvPicPr preferRelativeResize="0"/>
          <p:nvPr/>
        </p:nvPicPr>
        <p:blipFill>
          <a:blip r:embed="rId2">
            <a:alphaModFix/>
          </a:blip>
          <a:stretch>
            <a:fillRect/>
          </a:stretch>
        </p:blipFill>
        <p:spPr>
          <a:xfrm>
            <a:off x="8028128" y="4800601"/>
            <a:ext cx="836905" cy="342901"/>
          </a:xfrm>
          <a:prstGeom prst="rect">
            <a:avLst/>
          </a:prstGeom>
          <a:noFill/>
          <a:ln>
            <a:noFill/>
          </a:ln>
        </p:spPr>
      </p:pic>
    </p:spTree>
  </p:cSld>
  <p:clrMapOvr>
    <a:masterClrMapping/>
  </p:clrMapOvr>
  <p:extLst>
    <p:ext uri="{DCECCB84-F9BA-43D5-87BE-67443E8EF086}">
      <p15:sldGuideLst xmlns:p15="http://schemas.microsoft.com/office/powerpoint/2012/main">
        <p15:guide id="1" pos="2880">
          <p15:clr>
            <a:srgbClr val="FA7B17"/>
          </p15:clr>
        </p15:guide>
        <p15:guide id="2" pos="5328">
          <p15:clr>
            <a:srgbClr val="FA7B17"/>
          </p15:clr>
        </p15:guide>
        <p15:guide id="3" orient="horz" pos="3024">
          <p15:clr>
            <a:srgbClr val="FA7B17"/>
          </p15:clr>
        </p15:guide>
        <p15:guide id="4" orient="horz" pos="1620">
          <p15:clr>
            <a:srgbClr val="FA7B17"/>
          </p15:clr>
        </p15:guide>
      </p15:sldGuideLst>
    </p:ext>
  </p:extLst>
</p:sldLayout>
</file>

<file path=ppt/slideLayouts/slideLayout18.xml><?xml version="1.0" encoding="utf-8"?>
<p:sldLayout xmlns:a="http://schemas.openxmlformats.org/drawingml/2006/main" xmlns:r="http://schemas.openxmlformats.org/officeDocument/2006/relationships" xmlns:p="http://schemas.openxmlformats.org/presentationml/2006/main" matchingName="1 Maths title 1 2">
  <p:cSld name="TITLE_1_1_1_2_2">
    <p:bg>
      <p:bgPr>
        <a:solidFill>
          <a:srgbClr val="EA80FC"/>
        </a:solidFill>
        <a:effectLst/>
      </p:bgPr>
    </p:bg>
    <p:spTree>
      <p:nvGrpSpPr>
        <p:cNvPr id="1" name="Shape 81"/>
        <p:cNvGrpSpPr/>
        <p:nvPr/>
      </p:nvGrpSpPr>
      <p:grpSpPr>
        <a:xfrm>
          <a:off x="0" y="0"/>
          <a:ext cx="0" cy="0"/>
          <a:chOff x="0" y="0"/>
          <a:chExt cx="0" cy="0"/>
        </a:xfrm>
      </p:grpSpPr>
      <p:sp>
        <p:nvSpPr>
          <p:cNvPr id="82" name="Google Shape;82;p20"/>
          <p:cNvSpPr txBox="1">
            <a:spLocks noGrp="1"/>
          </p:cNvSpPr>
          <p:nvPr>
            <p:ph type="title"/>
          </p:nvPr>
        </p:nvSpPr>
        <p:spPr>
          <a:xfrm>
            <a:off x="685800" y="654075"/>
            <a:ext cx="7772400" cy="1403400"/>
          </a:xfrm>
          <a:prstGeom prst="rect">
            <a:avLst/>
          </a:prstGeom>
        </p:spPr>
        <p:txBody>
          <a:bodyPr spcFirstLastPara="1" wrap="square" lIns="91425" tIns="91425" rIns="91425" bIns="91425" anchor="t" anchorCtr="0">
            <a:noAutofit/>
          </a:bodyPr>
          <a:lstStyle>
            <a:lvl1pPr lvl="0" rtl="0">
              <a:spcBef>
                <a:spcPts val="0"/>
              </a:spcBef>
              <a:spcAft>
                <a:spcPts val="0"/>
              </a:spcAft>
              <a:buNone/>
              <a:defRPr sz="6000" b="1">
                <a:solidFill>
                  <a:srgbClr val="002644"/>
                </a:solidFill>
                <a:latin typeface="Proxima Nova"/>
                <a:ea typeface="Proxima Nova"/>
                <a:cs typeface="Proxima Nova"/>
                <a:sym typeface="Proxima Nova"/>
              </a:defRPr>
            </a:lvl1pPr>
            <a:lvl2pPr lvl="1" rtl="0">
              <a:spcBef>
                <a:spcPts val="0"/>
              </a:spcBef>
              <a:spcAft>
                <a:spcPts val="0"/>
              </a:spcAft>
              <a:buNone/>
              <a:defRPr/>
            </a:lvl2pPr>
            <a:lvl3pPr lvl="2" rtl="0">
              <a:spcBef>
                <a:spcPts val="0"/>
              </a:spcBef>
              <a:spcAft>
                <a:spcPts val="0"/>
              </a:spcAft>
              <a:buNone/>
              <a:defRPr/>
            </a:lvl3pPr>
            <a:lvl4pPr lvl="3" rtl="0">
              <a:spcBef>
                <a:spcPts val="0"/>
              </a:spcBef>
              <a:spcAft>
                <a:spcPts val="0"/>
              </a:spcAft>
              <a:buNone/>
              <a:defRPr/>
            </a:lvl4pPr>
            <a:lvl5pPr lvl="4" rtl="0">
              <a:spcBef>
                <a:spcPts val="0"/>
              </a:spcBef>
              <a:spcAft>
                <a:spcPts val="0"/>
              </a:spcAft>
              <a:buNone/>
              <a:defRPr/>
            </a:lvl5pPr>
            <a:lvl6pPr lvl="5" rtl="0">
              <a:spcBef>
                <a:spcPts val="0"/>
              </a:spcBef>
              <a:spcAft>
                <a:spcPts val="0"/>
              </a:spcAft>
              <a:buNone/>
              <a:defRPr/>
            </a:lvl6pPr>
            <a:lvl7pPr lvl="6" rtl="0">
              <a:spcBef>
                <a:spcPts val="0"/>
              </a:spcBef>
              <a:spcAft>
                <a:spcPts val="0"/>
              </a:spcAft>
              <a:buNone/>
              <a:defRPr/>
            </a:lvl7pPr>
            <a:lvl8pPr lvl="7" rtl="0">
              <a:spcBef>
                <a:spcPts val="0"/>
              </a:spcBef>
              <a:spcAft>
                <a:spcPts val="0"/>
              </a:spcAft>
              <a:buNone/>
              <a:defRPr/>
            </a:lvl8pPr>
            <a:lvl9pPr lvl="8" rtl="0">
              <a:spcBef>
                <a:spcPts val="0"/>
              </a:spcBef>
              <a:spcAft>
                <a:spcPts val="0"/>
              </a:spcAft>
              <a:buNone/>
              <a:defRPr/>
            </a:lvl9pPr>
          </a:lstStyle>
          <a:p>
            <a:endParaRPr/>
          </a:p>
        </p:txBody>
      </p:sp>
      <p:sp>
        <p:nvSpPr>
          <p:cNvPr id="83" name="Google Shape;83;p20"/>
          <p:cNvSpPr txBox="1">
            <a:spLocks noGrp="1"/>
          </p:cNvSpPr>
          <p:nvPr>
            <p:ph type="subTitle" idx="1"/>
          </p:nvPr>
        </p:nvSpPr>
        <p:spPr>
          <a:xfrm>
            <a:off x="679875" y="341494"/>
            <a:ext cx="7772400" cy="3126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None/>
              <a:defRPr sz="1400">
                <a:solidFill>
                  <a:srgbClr val="674EA7"/>
                </a:solidFill>
                <a:latin typeface="Proxima Nova Semibold"/>
                <a:ea typeface="Proxima Nova Semibold"/>
                <a:cs typeface="Proxima Nova Semibold"/>
                <a:sym typeface="Proxima Nova Semibold"/>
              </a:defRPr>
            </a:lvl1pPr>
            <a:lvl2pPr lvl="1" rtl="0">
              <a:spcBef>
                <a:spcPts val="0"/>
              </a:spcBef>
              <a:spcAft>
                <a:spcPts val="0"/>
              </a:spcAft>
              <a:buNone/>
              <a:defRPr/>
            </a:lvl2pPr>
            <a:lvl3pPr lvl="2" rtl="0">
              <a:spcBef>
                <a:spcPts val="1600"/>
              </a:spcBef>
              <a:spcAft>
                <a:spcPts val="0"/>
              </a:spcAft>
              <a:buNone/>
              <a:defRPr/>
            </a:lvl3pPr>
            <a:lvl4pPr lvl="3" rtl="0">
              <a:spcBef>
                <a:spcPts val="1600"/>
              </a:spcBef>
              <a:spcAft>
                <a:spcPts val="0"/>
              </a:spcAft>
              <a:buNone/>
              <a:defRPr/>
            </a:lvl4pPr>
            <a:lvl5pPr lvl="4" rtl="0">
              <a:spcBef>
                <a:spcPts val="1600"/>
              </a:spcBef>
              <a:spcAft>
                <a:spcPts val="0"/>
              </a:spcAft>
              <a:buNone/>
              <a:defRPr/>
            </a:lvl5pPr>
            <a:lvl6pPr lvl="5" rtl="0">
              <a:spcBef>
                <a:spcPts val="1600"/>
              </a:spcBef>
              <a:spcAft>
                <a:spcPts val="0"/>
              </a:spcAft>
              <a:buNone/>
              <a:defRPr/>
            </a:lvl6pPr>
            <a:lvl7pPr lvl="6" rtl="0">
              <a:spcBef>
                <a:spcPts val="1600"/>
              </a:spcBef>
              <a:spcAft>
                <a:spcPts val="0"/>
              </a:spcAft>
              <a:buNone/>
              <a:defRPr/>
            </a:lvl7pPr>
            <a:lvl8pPr lvl="7" rtl="0">
              <a:spcBef>
                <a:spcPts val="1600"/>
              </a:spcBef>
              <a:spcAft>
                <a:spcPts val="0"/>
              </a:spcAft>
              <a:buNone/>
              <a:defRPr/>
            </a:lvl8pPr>
            <a:lvl9pPr lvl="8" rtl="0">
              <a:spcBef>
                <a:spcPts val="1600"/>
              </a:spcBef>
              <a:spcAft>
                <a:spcPts val="1600"/>
              </a:spcAft>
              <a:buNone/>
              <a:defRPr/>
            </a:lvl9pPr>
          </a:lstStyle>
          <a:p>
            <a:endParaRPr/>
          </a:p>
        </p:txBody>
      </p:sp>
      <p:pic>
        <p:nvPicPr>
          <p:cNvPr id="84" name="Google Shape;84;p20"/>
          <p:cNvPicPr preferRelativeResize="0"/>
          <p:nvPr/>
        </p:nvPicPr>
        <p:blipFill>
          <a:blip r:embed="rId2">
            <a:alphaModFix/>
          </a:blip>
          <a:stretch>
            <a:fillRect/>
          </a:stretch>
        </p:blipFill>
        <p:spPr>
          <a:xfrm>
            <a:off x="8028128" y="4800601"/>
            <a:ext cx="836905" cy="342901"/>
          </a:xfrm>
          <a:prstGeom prst="rect">
            <a:avLst/>
          </a:prstGeom>
          <a:noFill/>
          <a:ln>
            <a:noFill/>
          </a:ln>
        </p:spPr>
      </p:pic>
    </p:spTree>
  </p:cSld>
  <p:clrMapOvr>
    <a:masterClrMapping/>
  </p:clrMapOvr>
  <p:extLst>
    <p:ext uri="{DCECCB84-F9BA-43D5-87BE-67443E8EF086}">
      <p15:sldGuideLst xmlns:p15="http://schemas.microsoft.com/office/powerpoint/2012/main">
        <p15:guide id="1" pos="2880">
          <p15:clr>
            <a:srgbClr val="FA7B17"/>
          </p15:clr>
        </p15:guide>
        <p15:guide id="2" pos="5328">
          <p15:clr>
            <a:srgbClr val="FA7B17"/>
          </p15:clr>
        </p15:guide>
        <p15:guide id="3" orient="horz" pos="3024">
          <p15:clr>
            <a:srgbClr val="FA7B17"/>
          </p15:clr>
        </p15:guide>
        <p15:guide id="4" orient="horz" pos="1620">
          <p15:clr>
            <a:srgbClr val="FA7B17"/>
          </p15:clr>
        </p15:guide>
      </p15:sldGuideLst>
    </p:ext>
  </p:extLst>
</p:sldLayout>
</file>

<file path=ppt/slideLayouts/slideLayout19.xml><?xml version="1.0" encoding="utf-8"?>
<p:sldLayout xmlns:a="http://schemas.openxmlformats.org/drawingml/2006/main" xmlns:r="http://schemas.openxmlformats.org/officeDocument/2006/relationships" xmlns:p="http://schemas.openxmlformats.org/presentationml/2006/main" matchingName="1 Maths title 1 1">
  <p:cSld name="TITLE_1_1_1_2_1">
    <p:bg>
      <p:bgPr>
        <a:solidFill>
          <a:srgbClr val="80D8FF"/>
        </a:solidFill>
        <a:effectLst/>
      </p:bgPr>
    </p:bg>
    <p:spTree>
      <p:nvGrpSpPr>
        <p:cNvPr id="1" name="Shape 85"/>
        <p:cNvGrpSpPr/>
        <p:nvPr/>
      </p:nvGrpSpPr>
      <p:grpSpPr>
        <a:xfrm>
          <a:off x="0" y="0"/>
          <a:ext cx="0" cy="0"/>
          <a:chOff x="0" y="0"/>
          <a:chExt cx="0" cy="0"/>
        </a:xfrm>
      </p:grpSpPr>
      <p:sp>
        <p:nvSpPr>
          <p:cNvPr id="86" name="Google Shape;86;p21"/>
          <p:cNvSpPr txBox="1">
            <a:spLocks noGrp="1"/>
          </p:cNvSpPr>
          <p:nvPr>
            <p:ph type="title"/>
          </p:nvPr>
        </p:nvSpPr>
        <p:spPr>
          <a:xfrm>
            <a:off x="685800" y="654075"/>
            <a:ext cx="7772400" cy="1403400"/>
          </a:xfrm>
          <a:prstGeom prst="rect">
            <a:avLst/>
          </a:prstGeom>
        </p:spPr>
        <p:txBody>
          <a:bodyPr spcFirstLastPara="1" wrap="square" lIns="91425" tIns="91425" rIns="91425" bIns="91425" anchor="t" anchorCtr="0">
            <a:noAutofit/>
          </a:bodyPr>
          <a:lstStyle>
            <a:lvl1pPr lvl="0" rtl="0">
              <a:spcBef>
                <a:spcPts val="0"/>
              </a:spcBef>
              <a:spcAft>
                <a:spcPts val="0"/>
              </a:spcAft>
              <a:buNone/>
              <a:defRPr sz="6000" b="1">
                <a:solidFill>
                  <a:srgbClr val="002644"/>
                </a:solidFill>
                <a:latin typeface="Proxima Nova"/>
                <a:ea typeface="Proxima Nova"/>
                <a:cs typeface="Proxima Nova"/>
                <a:sym typeface="Proxima Nova"/>
              </a:defRPr>
            </a:lvl1pPr>
            <a:lvl2pPr lvl="1" rtl="0">
              <a:spcBef>
                <a:spcPts val="0"/>
              </a:spcBef>
              <a:spcAft>
                <a:spcPts val="0"/>
              </a:spcAft>
              <a:buNone/>
              <a:defRPr/>
            </a:lvl2pPr>
            <a:lvl3pPr lvl="2" rtl="0">
              <a:spcBef>
                <a:spcPts val="0"/>
              </a:spcBef>
              <a:spcAft>
                <a:spcPts val="0"/>
              </a:spcAft>
              <a:buNone/>
              <a:defRPr/>
            </a:lvl3pPr>
            <a:lvl4pPr lvl="3" rtl="0">
              <a:spcBef>
                <a:spcPts val="0"/>
              </a:spcBef>
              <a:spcAft>
                <a:spcPts val="0"/>
              </a:spcAft>
              <a:buNone/>
              <a:defRPr/>
            </a:lvl4pPr>
            <a:lvl5pPr lvl="4" rtl="0">
              <a:spcBef>
                <a:spcPts val="0"/>
              </a:spcBef>
              <a:spcAft>
                <a:spcPts val="0"/>
              </a:spcAft>
              <a:buNone/>
              <a:defRPr/>
            </a:lvl5pPr>
            <a:lvl6pPr lvl="5" rtl="0">
              <a:spcBef>
                <a:spcPts val="0"/>
              </a:spcBef>
              <a:spcAft>
                <a:spcPts val="0"/>
              </a:spcAft>
              <a:buNone/>
              <a:defRPr/>
            </a:lvl6pPr>
            <a:lvl7pPr lvl="6" rtl="0">
              <a:spcBef>
                <a:spcPts val="0"/>
              </a:spcBef>
              <a:spcAft>
                <a:spcPts val="0"/>
              </a:spcAft>
              <a:buNone/>
              <a:defRPr/>
            </a:lvl7pPr>
            <a:lvl8pPr lvl="7" rtl="0">
              <a:spcBef>
                <a:spcPts val="0"/>
              </a:spcBef>
              <a:spcAft>
                <a:spcPts val="0"/>
              </a:spcAft>
              <a:buNone/>
              <a:defRPr/>
            </a:lvl8pPr>
            <a:lvl9pPr lvl="8" rtl="0">
              <a:spcBef>
                <a:spcPts val="0"/>
              </a:spcBef>
              <a:spcAft>
                <a:spcPts val="0"/>
              </a:spcAft>
              <a:buNone/>
              <a:defRPr/>
            </a:lvl9pPr>
          </a:lstStyle>
          <a:p>
            <a:endParaRPr/>
          </a:p>
        </p:txBody>
      </p:sp>
      <p:sp>
        <p:nvSpPr>
          <p:cNvPr id="87" name="Google Shape;87;p21"/>
          <p:cNvSpPr txBox="1">
            <a:spLocks noGrp="1"/>
          </p:cNvSpPr>
          <p:nvPr>
            <p:ph type="subTitle" idx="1"/>
          </p:nvPr>
        </p:nvSpPr>
        <p:spPr>
          <a:xfrm>
            <a:off x="679875" y="341494"/>
            <a:ext cx="7772400" cy="3126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None/>
              <a:defRPr sz="1400">
                <a:solidFill>
                  <a:srgbClr val="3C78D8"/>
                </a:solidFill>
                <a:latin typeface="Proxima Nova Semibold"/>
                <a:ea typeface="Proxima Nova Semibold"/>
                <a:cs typeface="Proxima Nova Semibold"/>
                <a:sym typeface="Proxima Nova Semibold"/>
              </a:defRPr>
            </a:lvl1pPr>
            <a:lvl2pPr lvl="1" rtl="0">
              <a:spcBef>
                <a:spcPts val="0"/>
              </a:spcBef>
              <a:spcAft>
                <a:spcPts val="0"/>
              </a:spcAft>
              <a:buNone/>
              <a:defRPr/>
            </a:lvl2pPr>
            <a:lvl3pPr lvl="2" rtl="0">
              <a:spcBef>
                <a:spcPts val="1600"/>
              </a:spcBef>
              <a:spcAft>
                <a:spcPts val="0"/>
              </a:spcAft>
              <a:buNone/>
              <a:defRPr/>
            </a:lvl3pPr>
            <a:lvl4pPr lvl="3" rtl="0">
              <a:spcBef>
                <a:spcPts val="1600"/>
              </a:spcBef>
              <a:spcAft>
                <a:spcPts val="0"/>
              </a:spcAft>
              <a:buNone/>
              <a:defRPr/>
            </a:lvl4pPr>
            <a:lvl5pPr lvl="4" rtl="0">
              <a:spcBef>
                <a:spcPts val="1600"/>
              </a:spcBef>
              <a:spcAft>
                <a:spcPts val="0"/>
              </a:spcAft>
              <a:buNone/>
              <a:defRPr/>
            </a:lvl5pPr>
            <a:lvl6pPr lvl="5" rtl="0">
              <a:spcBef>
                <a:spcPts val="1600"/>
              </a:spcBef>
              <a:spcAft>
                <a:spcPts val="0"/>
              </a:spcAft>
              <a:buNone/>
              <a:defRPr/>
            </a:lvl6pPr>
            <a:lvl7pPr lvl="6" rtl="0">
              <a:spcBef>
                <a:spcPts val="1600"/>
              </a:spcBef>
              <a:spcAft>
                <a:spcPts val="0"/>
              </a:spcAft>
              <a:buNone/>
              <a:defRPr/>
            </a:lvl7pPr>
            <a:lvl8pPr lvl="7" rtl="0">
              <a:spcBef>
                <a:spcPts val="1600"/>
              </a:spcBef>
              <a:spcAft>
                <a:spcPts val="0"/>
              </a:spcAft>
              <a:buNone/>
              <a:defRPr/>
            </a:lvl8pPr>
            <a:lvl9pPr lvl="8" rtl="0">
              <a:spcBef>
                <a:spcPts val="1600"/>
              </a:spcBef>
              <a:spcAft>
                <a:spcPts val="1600"/>
              </a:spcAft>
              <a:buNone/>
              <a:defRPr/>
            </a:lvl9pPr>
          </a:lstStyle>
          <a:p>
            <a:endParaRPr/>
          </a:p>
        </p:txBody>
      </p:sp>
      <p:pic>
        <p:nvPicPr>
          <p:cNvPr id="88" name="Google Shape;88;p21"/>
          <p:cNvPicPr preferRelativeResize="0"/>
          <p:nvPr/>
        </p:nvPicPr>
        <p:blipFill>
          <a:blip r:embed="rId2">
            <a:alphaModFix/>
          </a:blip>
          <a:stretch>
            <a:fillRect/>
          </a:stretch>
        </p:blipFill>
        <p:spPr>
          <a:xfrm>
            <a:off x="8028128" y="4800601"/>
            <a:ext cx="836905" cy="342901"/>
          </a:xfrm>
          <a:prstGeom prst="rect">
            <a:avLst/>
          </a:prstGeom>
          <a:noFill/>
          <a:ln>
            <a:noFill/>
          </a:ln>
        </p:spPr>
      </p:pic>
    </p:spTree>
  </p:cSld>
  <p:clrMapOvr>
    <a:masterClrMapping/>
  </p:clrMapOvr>
  <p:extLst>
    <p:ext uri="{DCECCB84-F9BA-43D5-87BE-67443E8EF086}">
      <p15:sldGuideLst xmlns:p15="http://schemas.microsoft.com/office/powerpoint/2012/main">
        <p15:guide id="1" pos="2880">
          <p15:clr>
            <a:srgbClr val="FA7B17"/>
          </p15:clr>
        </p15:guide>
        <p15:guide id="2" pos="5328">
          <p15:clr>
            <a:srgbClr val="FA7B17"/>
          </p15:clr>
        </p15:guide>
        <p15:guide id="3" orient="horz" pos="3024">
          <p15:clr>
            <a:srgbClr val="FA7B17"/>
          </p15:clr>
        </p15:guide>
        <p15:guide id="4" orient="horz" pos="1620">
          <p15:clr>
            <a:srgbClr val="FA7B17"/>
          </p15:clr>
        </p15:guide>
      </p15:sldGuideLst>
    </p:ext>
  </p:extLst>
</p:sldLayout>
</file>

<file path=ppt/slideLayouts/slideLayout20.xml><?xml version="1.0" encoding="utf-8"?>
<p:sldLayout xmlns:a="http://schemas.openxmlformats.org/drawingml/2006/main" xmlns:r="http://schemas.openxmlformats.org/officeDocument/2006/relationships" xmlns:p="http://schemas.openxmlformats.org/presentationml/2006/main" matchingName="1 Maths title 1 1 1">
  <p:cSld name="TITLE_1_1_1_2_1_1">
    <p:bg>
      <p:bgPr>
        <a:solidFill>
          <a:srgbClr val="CBFF90"/>
        </a:solidFill>
        <a:effectLst/>
      </p:bgPr>
    </p:bg>
    <p:spTree>
      <p:nvGrpSpPr>
        <p:cNvPr id="1" name="Shape 89"/>
        <p:cNvGrpSpPr/>
        <p:nvPr/>
      </p:nvGrpSpPr>
      <p:grpSpPr>
        <a:xfrm>
          <a:off x="0" y="0"/>
          <a:ext cx="0" cy="0"/>
          <a:chOff x="0" y="0"/>
          <a:chExt cx="0" cy="0"/>
        </a:xfrm>
      </p:grpSpPr>
      <p:sp>
        <p:nvSpPr>
          <p:cNvPr id="90" name="Google Shape;90;p22"/>
          <p:cNvSpPr txBox="1">
            <a:spLocks noGrp="1"/>
          </p:cNvSpPr>
          <p:nvPr>
            <p:ph type="title"/>
          </p:nvPr>
        </p:nvSpPr>
        <p:spPr>
          <a:xfrm>
            <a:off x="685800" y="654075"/>
            <a:ext cx="7772400" cy="1403400"/>
          </a:xfrm>
          <a:prstGeom prst="rect">
            <a:avLst/>
          </a:prstGeom>
        </p:spPr>
        <p:txBody>
          <a:bodyPr spcFirstLastPara="1" wrap="square" lIns="91425" tIns="91425" rIns="91425" bIns="91425" anchor="t" anchorCtr="0">
            <a:noAutofit/>
          </a:bodyPr>
          <a:lstStyle>
            <a:lvl1pPr lvl="0" rtl="0">
              <a:spcBef>
                <a:spcPts val="0"/>
              </a:spcBef>
              <a:spcAft>
                <a:spcPts val="0"/>
              </a:spcAft>
              <a:buNone/>
              <a:defRPr sz="6000" b="1">
                <a:solidFill>
                  <a:srgbClr val="002644"/>
                </a:solidFill>
                <a:latin typeface="Proxima Nova"/>
                <a:ea typeface="Proxima Nova"/>
                <a:cs typeface="Proxima Nova"/>
                <a:sym typeface="Proxima Nova"/>
              </a:defRPr>
            </a:lvl1pPr>
            <a:lvl2pPr lvl="1" rtl="0">
              <a:spcBef>
                <a:spcPts val="0"/>
              </a:spcBef>
              <a:spcAft>
                <a:spcPts val="0"/>
              </a:spcAft>
              <a:buNone/>
              <a:defRPr/>
            </a:lvl2pPr>
            <a:lvl3pPr lvl="2" rtl="0">
              <a:spcBef>
                <a:spcPts val="0"/>
              </a:spcBef>
              <a:spcAft>
                <a:spcPts val="0"/>
              </a:spcAft>
              <a:buNone/>
              <a:defRPr/>
            </a:lvl3pPr>
            <a:lvl4pPr lvl="3" rtl="0">
              <a:spcBef>
                <a:spcPts val="0"/>
              </a:spcBef>
              <a:spcAft>
                <a:spcPts val="0"/>
              </a:spcAft>
              <a:buNone/>
              <a:defRPr/>
            </a:lvl4pPr>
            <a:lvl5pPr lvl="4" rtl="0">
              <a:spcBef>
                <a:spcPts val="0"/>
              </a:spcBef>
              <a:spcAft>
                <a:spcPts val="0"/>
              </a:spcAft>
              <a:buNone/>
              <a:defRPr/>
            </a:lvl5pPr>
            <a:lvl6pPr lvl="5" rtl="0">
              <a:spcBef>
                <a:spcPts val="0"/>
              </a:spcBef>
              <a:spcAft>
                <a:spcPts val="0"/>
              </a:spcAft>
              <a:buNone/>
              <a:defRPr/>
            </a:lvl6pPr>
            <a:lvl7pPr lvl="6" rtl="0">
              <a:spcBef>
                <a:spcPts val="0"/>
              </a:spcBef>
              <a:spcAft>
                <a:spcPts val="0"/>
              </a:spcAft>
              <a:buNone/>
              <a:defRPr/>
            </a:lvl7pPr>
            <a:lvl8pPr lvl="7" rtl="0">
              <a:spcBef>
                <a:spcPts val="0"/>
              </a:spcBef>
              <a:spcAft>
                <a:spcPts val="0"/>
              </a:spcAft>
              <a:buNone/>
              <a:defRPr/>
            </a:lvl8pPr>
            <a:lvl9pPr lvl="8" rtl="0">
              <a:spcBef>
                <a:spcPts val="0"/>
              </a:spcBef>
              <a:spcAft>
                <a:spcPts val="0"/>
              </a:spcAft>
              <a:buNone/>
              <a:defRPr/>
            </a:lvl9pPr>
          </a:lstStyle>
          <a:p>
            <a:endParaRPr/>
          </a:p>
        </p:txBody>
      </p:sp>
      <p:sp>
        <p:nvSpPr>
          <p:cNvPr id="91" name="Google Shape;91;p22"/>
          <p:cNvSpPr txBox="1">
            <a:spLocks noGrp="1"/>
          </p:cNvSpPr>
          <p:nvPr>
            <p:ph type="subTitle" idx="1"/>
          </p:nvPr>
        </p:nvSpPr>
        <p:spPr>
          <a:xfrm>
            <a:off x="679875" y="341494"/>
            <a:ext cx="7772400" cy="3126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None/>
              <a:defRPr sz="1400">
                <a:solidFill>
                  <a:srgbClr val="6AA84F"/>
                </a:solidFill>
                <a:latin typeface="Proxima Nova Semibold"/>
                <a:ea typeface="Proxima Nova Semibold"/>
                <a:cs typeface="Proxima Nova Semibold"/>
                <a:sym typeface="Proxima Nova Semibold"/>
              </a:defRPr>
            </a:lvl1pPr>
            <a:lvl2pPr lvl="1" rtl="0">
              <a:spcBef>
                <a:spcPts val="0"/>
              </a:spcBef>
              <a:spcAft>
                <a:spcPts val="0"/>
              </a:spcAft>
              <a:buNone/>
              <a:defRPr/>
            </a:lvl2pPr>
            <a:lvl3pPr lvl="2" rtl="0">
              <a:spcBef>
                <a:spcPts val="1600"/>
              </a:spcBef>
              <a:spcAft>
                <a:spcPts val="0"/>
              </a:spcAft>
              <a:buNone/>
              <a:defRPr/>
            </a:lvl3pPr>
            <a:lvl4pPr lvl="3" rtl="0">
              <a:spcBef>
                <a:spcPts val="1600"/>
              </a:spcBef>
              <a:spcAft>
                <a:spcPts val="0"/>
              </a:spcAft>
              <a:buNone/>
              <a:defRPr/>
            </a:lvl4pPr>
            <a:lvl5pPr lvl="4" rtl="0">
              <a:spcBef>
                <a:spcPts val="1600"/>
              </a:spcBef>
              <a:spcAft>
                <a:spcPts val="0"/>
              </a:spcAft>
              <a:buNone/>
              <a:defRPr/>
            </a:lvl5pPr>
            <a:lvl6pPr lvl="5" rtl="0">
              <a:spcBef>
                <a:spcPts val="1600"/>
              </a:spcBef>
              <a:spcAft>
                <a:spcPts val="0"/>
              </a:spcAft>
              <a:buNone/>
              <a:defRPr/>
            </a:lvl6pPr>
            <a:lvl7pPr lvl="6" rtl="0">
              <a:spcBef>
                <a:spcPts val="1600"/>
              </a:spcBef>
              <a:spcAft>
                <a:spcPts val="0"/>
              </a:spcAft>
              <a:buNone/>
              <a:defRPr/>
            </a:lvl7pPr>
            <a:lvl8pPr lvl="7" rtl="0">
              <a:spcBef>
                <a:spcPts val="1600"/>
              </a:spcBef>
              <a:spcAft>
                <a:spcPts val="0"/>
              </a:spcAft>
              <a:buNone/>
              <a:defRPr/>
            </a:lvl8pPr>
            <a:lvl9pPr lvl="8" rtl="0">
              <a:spcBef>
                <a:spcPts val="1600"/>
              </a:spcBef>
              <a:spcAft>
                <a:spcPts val="1600"/>
              </a:spcAft>
              <a:buNone/>
              <a:defRPr/>
            </a:lvl9pPr>
          </a:lstStyle>
          <a:p>
            <a:endParaRPr/>
          </a:p>
        </p:txBody>
      </p:sp>
      <p:pic>
        <p:nvPicPr>
          <p:cNvPr id="92" name="Google Shape;92;p22"/>
          <p:cNvPicPr preferRelativeResize="0"/>
          <p:nvPr/>
        </p:nvPicPr>
        <p:blipFill>
          <a:blip r:embed="rId2">
            <a:alphaModFix/>
          </a:blip>
          <a:stretch>
            <a:fillRect/>
          </a:stretch>
        </p:blipFill>
        <p:spPr>
          <a:xfrm>
            <a:off x="8028140" y="4800600"/>
            <a:ext cx="836893" cy="342901"/>
          </a:xfrm>
          <a:prstGeom prst="rect">
            <a:avLst/>
          </a:prstGeom>
          <a:noFill/>
          <a:ln>
            <a:noFill/>
          </a:ln>
        </p:spPr>
      </p:pic>
    </p:spTree>
  </p:cSld>
  <p:clrMapOvr>
    <a:masterClrMapping/>
  </p:clrMapOvr>
  <p:extLst>
    <p:ext uri="{DCECCB84-F9BA-43D5-87BE-67443E8EF086}">
      <p15:sldGuideLst xmlns:p15="http://schemas.microsoft.com/office/powerpoint/2012/main">
        <p15:guide id="1" pos="2880">
          <p15:clr>
            <a:srgbClr val="FA7B17"/>
          </p15:clr>
        </p15:guide>
        <p15:guide id="2" pos="5328">
          <p15:clr>
            <a:srgbClr val="FA7B17"/>
          </p15:clr>
        </p15:guide>
        <p15:guide id="3" orient="horz" pos="3024">
          <p15:clr>
            <a:srgbClr val="FA7B17"/>
          </p15:clr>
        </p15:guide>
        <p15:guide id="4" orient="horz" pos="1620">
          <p15:clr>
            <a:srgbClr val="FA7B17"/>
          </p15:clr>
        </p15:guide>
      </p15:sldGuideLst>
    </p:ext>
  </p:extLst>
</p:sldLayout>
</file>

<file path=ppt/slideLayouts/slideLayout21.xml><?xml version="1.0" encoding="utf-8"?>
<p:sldLayout xmlns:a="http://schemas.openxmlformats.org/drawingml/2006/main" xmlns:r="http://schemas.openxmlformats.org/officeDocument/2006/relationships" xmlns:p="http://schemas.openxmlformats.org/presentationml/2006/main" matchingName="1 Maths title 1 1 1 1">
  <p:cSld name="TITLE_1_1_1_2_1_1_1">
    <p:bg>
      <p:bgPr>
        <a:solidFill>
          <a:srgbClr val="F4FF81"/>
        </a:solidFill>
        <a:effectLst/>
      </p:bgPr>
    </p:bg>
    <p:spTree>
      <p:nvGrpSpPr>
        <p:cNvPr id="1" name="Shape 93"/>
        <p:cNvGrpSpPr/>
        <p:nvPr/>
      </p:nvGrpSpPr>
      <p:grpSpPr>
        <a:xfrm>
          <a:off x="0" y="0"/>
          <a:ext cx="0" cy="0"/>
          <a:chOff x="0" y="0"/>
          <a:chExt cx="0" cy="0"/>
        </a:xfrm>
      </p:grpSpPr>
      <p:sp>
        <p:nvSpPr>
          <p:cNvPr id="94" name="Google Shape;94;p23"/>
          <p:cNvSpPr txBox="1">
            <a:spLocks noGrp="1"/>
          </p:cNvSpPr>
          <p:nvPr>
            <p:ph type="title"/>
          </p:nvPr>
        </p:nvSpPr>
        <p:spPr>
          <a:xfrm>
            <a:off x="685800" y="654075"/>
            <a:ext cx="7772400" cy="1403400"/>
          </a:xfrm>
          <a:prstGeom prst="rect">
            <a:avLst/>
          </a:prstGeom>
        </p:spPr>
        <p:txBody>
          <a:bodyPr spcFirstLastPara="1" wrap="square" lIns="91425" tIns="91425" rIns="91425" bIns="91425" anchor="t" anchorCtr="0">
            <a:noAutofit/>
          </a:bodyPr>
          <a:lstStyle>
            <a:lvl1pPr lvl="0" rtl="0">
              <a:spcBef>
                <a:spcPts val="0"/>
              </a:spcBef>
              <a:spcAft>
                <a:spcPts val="0"/>
              </a:spcAft>
              <a:buNone/>
              <a:defRPr sz="6000" b="1">
                <a:solidFill>
                  <a:srgbClr val="002644"/>
                </a:solidFill>
                <a:latin typeface="Proxima Nova"/>
                <a:ea typeface="Proxima Nova"/>
                <a:cs typeface="Proxima Nova"/>
                <a:sym typeface="Proxima Nova"/>
              </a:defRPr>
            </a:lvl1pPr>
            <a:lvl2pPr lvl="1" rtl="0">
              <a:spcBef>
                <a:spcPts val="0"/>
              </a:spcBef>
              <a:spcAft>
                <a:spcPts val="0"/>
              </a:spcAft>
              <a:buNone/>
              <a:defRPr/>
            </a:lvl2pPr>
            <a:lvl3pPr lvl="2" rtl="0">
              <a:spcBef>
                <a:spcPts val="0"/>
              </a:spcBef>
              <a:spcAft>
                <a:spcPts val="0"/>
              </a:spcAft>
              <a:buNone/>
              <a:defRPr/>
            </a:lvl3pPr>
            <a:lvl4pPr lvl="3" rtl="0">
              <a:spcBef>
                <a:spcPts val="0"/>
              </a:spcBef>
              <a:spcAft>
                <a:spcPts val="0"/>
              </a:spcAft>
              <a:buNone/>
              <a:defRPr/>
            </a:lvl4pPr>
            <a:lvl5pPr lvl="4" rtl="0">
              <a:spcBef>
                <a:spcPts val="0"/>
              </a:spcBef>
              <a:spcAft>
                <a:spcPts val="0"/>
              </a:spcAft>
              <a:buNone/>
              <a:defRPr/>
            </a:lvl5pPr>
            <a:lvl6pPr lvl="5" rtl="0">
              <a:spcBef>
                <a:spcPts val="0"/>
              </a:spcBef>
              <a:spcAft>
                <a:spcPts val="0"/>
              </a:spcAft>
              <a:buNone/>
              <a:defRPr/>
            </a:lvl6pPr>
            <a:lvl7pPr lvl="6" rtl="0">
              <a:spcBef>
                <a:spcPts val="0"/>
              </a:spcBef>
              <a:spcAft>
                <a:spcPts val="0"/>
              </a:spcAft>
              <a:buNone/>
              <a:defRPr/>
            </a:lvl7pPr>
            <a:lvl8pPr lvl="7" rtl="0">
              <a:spcBef>
                <a:spcPts val="0"/>
              </a:spcBef>
              <a:spcAft>
                <a:spcPts val="0"/>
              </a:spcAft>
              <a:buNone/>
              <a:defRPr/>
            </a:lvl8pPr>
            <a:lvl9pPr lvl="8" rtl="0">
              <a:spcBef>
                <a:spcPts val="0"/>
              </a:spcBef>
              <a:spcAft>
                <a:spcPts val="0"/>
              </a:spcAft>
              <a:buNone/>
              <a:defRPr/>
            </a:lvl9pPr>
          </a:lstStyle>
          <a:p>
            <a:endParaRPr/>
          </a:p>
        </p:txBody>
      </p:sp>
      <p:sp>
        <p:nvSpPr>
          <p:cNvPr id="95" name="Google Shape;95;p23"/>
          <p:cNvSpPr txBox="1">
            <a:spLocks noGrp="1"/>
          </p:cNvSpPr>
          <p:nvPr>
            <p:ph type="subTitle" idx="1"/>
          </p:nvPr>
        </p:nvSpPr>
        <p:spPr>
          <a:xfrm>
            <a:off x="679875" y="341494"/>
            <a:ext cx="7772400" cy="3126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None/>
              <a:defRPr sz="1400">
                <a:solidFill>
                  <a:srgbClr val="BF9000"/>
                </a:solidFill>
                <a:latin typeface="Proxima Nova Semibold"/>
                <a:ea typeface="Proxima Nova Semibold"/>
                <a:cs typeface="Proxima Nova Semibold"/>
                <a:sym typeface="Proxima Nova Semibold"/>
              </a:defRPr>
            </a:lvl1pPr>
            <a:lvl2pPr lvl="1" rtl="0">
              <a:spcBef>
                <a:spcPts val="0"/>
              </a:spcBef>
              <a:spcAft>
                <a:spcPts val="0"/>
              </a:spcAft>
              <a:buNone/>
              <a:defRPr/>
            </a:lvl2pPr>
            <a:lvl3pPr lvl="2" rtl="0">
              <a:spcBef>
                <a:spcPts val="1600"/>
              </a:spcBef>
              <a:spcAft>
                <a:spcPts val="0"/>
              </a:spcAft>
              <a:buNone/>
              <a:defRPr/>
            </a:lvl3pPr>
            <a:lvl4pPr lvl="3" rtl="0">
              <a:spcBef>
                <a:spcPts val="1600"/>
              </a:spcBef>
              <a:spcAft>
                <a:spcPts val="0"/>
              </a:spcAft>
              <a:buNone/>
              <a:defRPr/>
            </a:lvl4pPr>
            <a:lvl5pPr lvl="4" rtl="0">
              <a:spcBef>
                <a:spcPts val="1600"/>
              </a:spcBef>
              <a:spcAft>
                <a:spcPts val="0"/>
              </a:spcAft>
              <a:buNone/>
              <a:defRPr/>
            </a:lvl5pPr>
            <a:lvl6pPr lvl="5" rtl="0">
              <a:spcBef>
                <a:spcPts val="1600"/>
              </a:spcBef>
              <a:spcAft>
                <a:spcPts val="0"/>
              </a:spcAft>
              <a:buNone/>
              <a:defRPr/>
            </a:lvl6pPr>
            <a:lvl7pPr lvl="6" rtl="0">
              <a:spcBef>
                <a:spcPts val="1600"/>
              </a:spcBef>
              <a:spcAft>
                <a:spcPts val="0"/>
              </a:spcAft>
              <a:buNone/>
              <a:defRPr/>
            </a:lvl7pPr>
            <a:lvl8pPr lvl="7" rtl="0">
              <a:spcBef>
                <a:spcPts val="1600"/>
              </a:spcBef>
              <a:spcAft>
                <a:spcPts val="0"/>
              </a:spcAft>
              <a:buNone/>
              <a:defRPr/>
            </a:lvl8pPr>
            <a:lvl9pPr lvl="8" rtl="0">
              <a:spcBef>
                <a:spcPts val="1600"/>
              </a:spcBef>
              <a:spcAft>
                <a:spcPts val="1600"/>
              </a:spcAft>
              <a:buNone/>
              <a:defRPr/>
            </a:lvl9pPr>
          </a:lstStyle>
          <a:p>
            <a:endParaRPr/>
          </a:p>
        </p:txBody>
      </p:sp>
      <p:pic>
        <p:nvPicPr>
          <p:cNvPr id="96" name="Google Shape;96;p23"/>
          <p:cNvPicPr preferRelativeResize="0"/>
          <p:nvPr/>
        </p:nvPicPr>
        <p:blipFill>
          <a:blip r:embed="rId2">
            <a:alphaModFix/>
          </a:blip>
          <a:stretch>
            <a:fillRect/>
          </a:stretch>
        </p:blipFill>
        <p:spPr>
          <a:xfrm>
            <a:off x="8028140" y="4800600"/>
            <a:ext cx="836893" cy="342901"/>
          </a:xfrm>
          <a:prstGeom prst="rect">
            <a:avLst/>
          </a:prstGeom>
          <a:noFill/>
          <a:ln>
            <a:noFill/>
          </a:ln>
        </p:spPr>
      </p:pic>
    </p:spTree>
  </p:cSld>
  <p:clrMapOvr>
    <a:masterClrMapping/>
  </p:clrMapOvr>
  <p:extLst>
    <p:ext uri="{DCECCB84-F9BA-43D5-87BE-67443E8EF086}">
      <p15:sldGuideLst xmlns:p15="http://schemas.microsoft.com/office/powerpoint/2012/main">
        <p15:guide id="1" pos="2880">
          <p15:clr>
            <a:srgbClr val="FA7B17"/>
          </p15:clr>
        </p15:guide>
        <p15:guide id="2" pos="5328">
          <p15:clr>
            <a:srgbClr val="FA7B17"/>
          </p15:clr>
        </p15:guide>
        <p15:guide id="3" orient="horz" pos="3024">
          <p15:clr>
            <a:srgbClr val="FA7B17"/>
          </p15:clr>
        </p15:guide>
        <p15:guide id="4" orient="horz" pos="1620">
          <p15:clr>
            <a:srgbClr val="FA7B17"/>
          </p15:clr>
        </p15:guide>
      </p15:sldGuideLst>
    </p:ext>
  </p:extLst>
</p:sldLayout>
</file>

<file path=ppt/slideLayouts/slideLayout22.xml><?xml version="1.0" encoding="utf-8"?>
<p:sldLayout xmlns:a="http://schemas.openxmlformats.org/drawingml/2006/main" xmlns:r="http://schemas.openxmlformats.org/officeDocument/2006/relationships" xmlns:p="http://schemas.openxmlformats.org/presentationml/2006/main" matchingName="1 Maths title 1 1 1 1 3">
  <p:cSld name="TITLE_1_1_1_2_1_1_1_3">
    <p:bg>
      <p:bgPr>
        <a:solidFill>
          <a:srgbClr val="A7FFEA"/>
        </a:solidFill>
        <a:effectLst/>
      </p:bgPr>
    </p:bg>
    <p:spTree>
      <p:nvGrpSpPr>
        <p:cNvPr id="1" name="Shape 97"/>
        <p:cNvGrpSpPr/>
        <p:nvPr/>
      </p:nvGrpSpPr>
      <p:grpSpPr>
        <a:xfrm>
          <a:off x="0" y="0"/>
          <a:ext cx="0" cy="0"/>
          <a:chOff x="0" y="0"/>
          <a:chExt cx="0" cy="0"/>
        </a:xfrm>
      </p:grpSpPr>
      <p:sp>
        <p:nvSpPr>
          <p:cNvPr id="98" name="Google Shape;98;p24"/>
          <p:cNvSpPr txBox="1">
            <a:spLocks noGrp="1"/>
          </p:cNvSpPr>
          <p:nvPr>
            <p:ph type="title"/>
          </p:nvPr>
        </p:nvSpPr>
        <p:spPr>
          <a:xfrm>
            <a:off x="685800" y="654075"/>
            <a:ext cx="7772400" cy="1403400"/>
          </a:xfrm>
          <a:prstGeom prst="rect">
            <a:avLst/>
          </a:prstGeom>
        </p:spPr>
        <p:txBody>
          <a:bodyPr spcFirstLastPara="1" wrap="square" lIns="91425" tIns="91425" rIns="91425" bIns="91425" anchor="t" anchorCtr="0">
            <a:noAutofit/>
          </a:bodyPr>
          <a:lstStyle>
            <a:lvl1pPr lvl="0" rtl="0">
              <a:spcBef>
                <a:spcPts val="0"/>
              </a:spcBef>
              <a:spcAft>
                <a:spcPts val="0"/>
              </a:spcAft>
              <a:buNone/>
              <a:defRPr sz="6000" b="1">
                <a:solidFill>
                  <a:srgbClr val="002644"/>
                </a:solidFill>
                <a:latin typeface="Proxima Nova"/>
                <a:ea typeface="Proxima Nova"/>
                <a:cs typeface="Proxima Nova"/>
                <a:sym typeface="Proxima Nova"/>
              </a:defRPr>
            </a:lvl1pPr>
            <a:lvl2pPr lvl="1" rtl="0">
              <a:spcBef>
                <a:spcPts val="0"/>
              </a:spcBef>
              <a:spcAft>
                <a:spcPts val="0"/>
              </a:spcAft>
              <a:buNone/>
              <a:defRPr/>
            </a:lvl2pPr>
            <a:lvl3pPr lvl="2" rtl="0">
              <a:spcBef>
                <a:spcPts val="0"/>
              </a:spcBef>
              <a:spcAft>
                <a:spcPts val="0"/>
              </a:spcAft>
              <a:buNone/>
              <a:defRPr/>
            </a:lvl3pPr>
            <a:lvl4pPr lvl="3" rtl="0">
              <a:spcBef>
                <a:spcPts val="0"/>
              </a:spcBef>
              <a:spcAft>
                <a:spcPts val="0"/>
              </a:spcAft>
              <a:buNone/>
              <a:defRPr/>
            </a:lvl4pPr>
            <a:lvl5pPr lvl="4" rtl="0">
              <a:spcBef>
                <a:spcPts val="0"/>
              </a:spcBef>
              <a:spcAft>
                <a:spcPts val="0"/>
              </a:spcAft>
              <a:buNone/>
              <a:defRPr/>
            </a:lvl5pPr>
            <a:lvl6pPr lvl="5" rtl="0">
              <a:spcBef>
                <a:spcPts val="0"/>
              </a:spcBef>
              <a:spcAft>
                <a:spcPts val="0"/>
              </a:spcAft>
              <a:buNone/>
              <a:defRPr/>
            </a:lvl6pPr>
            <a:lvl7pPr lvl="6" rtl="0">
              <a:spcBef>
                <a:spcPts val="0"/>
              </a:spcBef>
              <a:spcAft>
                <a:spcPts val="0"/>
              </a:spcAft>
              <a:buNone/>
              <a:defRPr/>
            </a:lvl7pPr>
            <a:lvl8pPr lvl="7" rtl="0">
              <a:spcBef>
                <a:spcPts val="0"/>
              </a:spcBef>
              <a:spcAft>
                <a:spcPts val="0"/>
              </a:spcAft>
              <a:buNone/>
              <a:defRPr/>
            </a:lvl8pPr>
            <a:lvl9pPr lvl="8" rtl="0">
              <a:spcBef>
                <a:spcPts val="0"/>
              </a:spcBef>
              <a:spcAft>
                <a:spcPts val="0"/>
              </a:spcAft>
              <a:buNone/>
              <a:defRPr/>
            </a:lvl9pPr>
          </a:lstStyle>
          <a:p>
            <a:endParaRPr/>
          </a:p>
        </p:txBody>
      </p:sp>
      <p:sp>
        <p:nvSpPr>
          <p:cNvPr id="99" name="Google Shape;99;p24"/>
          <p:cNvSpPr txBox="1">
            <a:spLocks noGrp="1"/>
          </p:cNvSpPr>
          <p:nvPr>
            <p:ph type="subTitle" idx="1"/>
          </p:nvPr>
        </p:nvSpPr>
        <p:spPr>
          <a:xfrm>
            <a:off x="679875" y="341494"/>
            <a:ext cx="7772400" cy="3126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None/>
              <a:defRPr sz="1400">
                <a:solidFill>
                  <a:srgbClr val="3D85C6"/>
                </a:solidFill>
                <a:latin typeface="Proxima Nova Semibold"/>
                <a:ea typeface="Proxima Nova Semibold"/>
                <a:cs typeface="Proxima Nova Semibold"/>
                <a:sym typeface="Proxima Nova Semibold"/>
              </a:defRPr>
            </a:lvl1pPr>
            <a:lvl2pPr lvl="1" rtl="0">
              <a:spcBef>
                <a:spcPts val="0"/>
              </a:spcBef>
              <a:spcAft>
                <a:spcPts val="0"/>
              </a:spcAft>
              <a:buNone/>
              <a:defRPr>
                <a:solidFill>
                  <a:srgbClr val="3D85C6"/>
                </a:solidFill>
              </a:defRPr>
            </a:lvl2pPr>
            <a:lvl3pPr lvl="2" rtl="0">
              <a:spcBef>
                <a:spcPts val="1600"/>
              </a:spcBef>
              <a:spcAft>
                <a:spcPts val="0"/>
              </a:spcAft>
              <a:buNone/>
              <a:defRPr>
                <a:solidFill>
                  <a:srgbClr val="3D85C6"/>
                </a:solidFill>
              </a:defRPr>
            </a:lvl3pPr>
            <a:lvl4pPr lvl="3" rtl="0">
              <a:spcBef>
                <a:spcPts val="1600"/>
              </a:spcBef>
              <a:spcAft>
                <a:spcPts val="0"/>
              </a:spcAft>
              <a:buNone/>
              <a:defRPr>
                <a:solidFill>
                  <a:srgbClr val="3D85C6"/>
                </a:solidFill>
              </a:defRPr>
            </a:lvl4pPr>
            <a:lvl5pPr lvl="4" rtl="0">
              <a:spcBef>
                <a:spcPts val="1600"/>
              </a:spcBef>
              <a:spcAft>
                <a:spcPts val="0"/>
              </a:spcAft>
              <a:buNone/>
              <a:defRPr>
                <a:solidFill>
                  <a:srgbClr val="3D85C6"/>
                </a:solidFill>
              </a:defRPr>
            </a:lvl5pPr>
            <a:lvl6pPr lvl="5" rtl="0">
              <a:spcBef>
                <a:spcPts val="1600"/>
              </a:spcBef>
              <a:spcAft>
                <a:spcPts val="0"/>
              </a:spcAft>
              <a:buNone/>
              <a:defRPr>
                <a:solidFill>
                  <a:srgbClr val="3D85C6"/>
                </a:solidFill>
              </a:defRPr>
            </a:lvl6pPr>
            <a:lvl7pPr lvl="6" rtl="0">
              <a:spcBef>
                <a:spcPts val="1600"/>
              </a:spcBef>
              <a:spcAft>
                <a:spcPts val="0"/>
              </a:spcAft>
              <a:buNone/>
              <a:defRPr>
                <a:solidFill>
                  <a:srgbClr val="3D85C6"/>
                </a:solidFill>
              </a:defRPr>
            </a:lvl7pPr>
            <a:lvl8pPr lvl="7" rtl="0">
              <a:spcBef>
                <a:spcPts val="1600"/>
              </a:spcBef>
              <a:spcAft>
                <a:spcPts val="0"/>
              </a:spcAft>
              <a:buNone/>
              <a:defRPr>
                <a:solidFill>
                  <a:srgbClr val="3D85C6"/>
                </a:solidFill>
              </a:defRPr>
            </a:lvl8pPr>
            <a:lvl9pPr lvl="8" rtl="0">
              <a:spcBef>
                <a:spcPts val="1600"/>
              </a:spcBef>
              <a:spcAft>
                <a:spcPts val="1600"/>
              </a:spcAft>
              <a:buNone/>
              <a:defRPr>
                <a:solidFill>
                  <a:srgbClr val="3D85C6"/>
                </a:solidFill>
              </a:defRPr>
            </a:lvl9pPr>
          </a:lstStyle>
          <a:p>
            <a:endParaRPr/>
          </a:p>
        </p:txBody>
      </p:sp>
      <p:pic>
        <p:nvPicPr>
          <p:cNvPr id="100" name="Google Shape;100;p24"/>
          <p:cNvPicPr preferRelativeResize="0"/>
          <p:nvPr/>
        </p:nvPicPr>
        <p:blipFill>
          <a:blip r:embed="rId2">
            <a:alphaModFix/>
          </a:blip>
          <a:stretch>
            <a:fillRect/>
          </a:stretch>
        </p:blipFill>
        <p:spPr>
          <a:xfrm>
            <a:off x="8028140" y="4800600"/>
            <a:ext cx="836893" cy="342901"/>
          </a:xfrm>
          <a:prstGeom prst="rect">
            <a:avLst/>
          </a:prstGeom>
          <a:noFill/>
          <a:ln>
            <a:noFill/>
          </a:ln>
        </p:spPr>
      </p:pic>
    </p:spTree>
  </p:cSld>
  <p:clrMapOvr>
    <a:masterClrMapping/>
  </p:clrMapOvr>
  <p:extLst>
    <p:ext uri="{DCECCB84-F9BA-43D5-87BE-67443E8EF086}">
      <p15:sldGuideLst xmlns:p15="http://schemas.microsoft.com/office/powerpoint/2012/main">
        <p15:guide id="1" pos="2880">
          <p15:clr>
            <a:srgbClr val="FA7B17"/>
          </p15:clr>
        </p15:guide>
        <p15:guide id="2" pos="5328">
          <p15:clr>
            <a:srgbClr val="FA7B17"/>
          </p15:clr>
        </p15:guide>
        <p15:guide id="3" orient="horz" pos="3024">
          <p15:clr>
            <a:srgbClr val="FA7B17"/>
          </p15:clr>
        </p15:guide>
        <p15:guide id="4" orient="horz" pos="1620">
          <p15:clr>
            <a:srgbClr val="FA7B17"/>
          </p15:clr>
        </p15:guide>
      </p15:sldGuideLst>
    </p:ext>
  </p:extLst>
</p:sldLayout>
</file>

<file path=ppt/slideLayouts/slideLayout23.xml><?xml version="1.0" encoding="utf-8"?>
<p:sldLayout xmlns:a="http://schemas.openxmlformats.org/drawingml/2006/main" xmlns:r="http://schemas.openxmlformats.org/officeDocument/2006/relationships" xmlns:p="http://schemas.openxmlformats.org/presentationml/2006/main" matchingName="1 Maths title 1 1 1 1 2">
  <p:cSld name="TITLE_1_1_1_2_1_1_1_2">
    <p:bg>
      <p:bgPr>
        <a:solidFill>
          <a:srgbClr val="FF8A80"/>
        </a:solidFill>
        <a:effectLst/>
      </p:bgPr>
    </p:bg>
    <p:spTree>
      <p:nvGrpSpPr>
        <p:cNvPr id="1" name="Shape 101"/>
        <p:cNvGrpSpPr/>
        <p:nvPr/>
      </p:nvGrpSpPr>
      <p:grpSpPr>
        <a:xfrm>
          <a:off x="0" y="0"/>
          <a:ext cx="0" cy="0"/>
          <a:chOff x="0" y="0"/>
          <a:chExt cx="0" cy="0"/>
        </a:xfrm>
      </p:grpSpPr>
      <p:sp>
        <p:nvSpPr>
          <p:cNvPr id="102" name="Google Shape;102;p25"/>
          <p:cNvSpPr txBox="1">
            <a:spLocks noGrp="1"/>
          </p:cNvSpPr>
          <p:nvPr>
            <p:ph type="title"/>
          </p:nvPr>
        </p:nvSpPr>
        <p:spPr>
          <a:xfrm>
            <a:off x="685800" y="654075"/>
            <a:ext cx="7772400" cy="1403400"/>
          </a:xfrm>
          <a:prstGeom prst="rect">
            <a:avLst/>
          </a:prstGeom>
        </p:spPr>
        <p:txBody>
          <a:bodyPr spcFirstLastPara="1" wrap="square" lIns="91425" tIns="91425" rIns="91425" bIns="91425" anchor="t" anchorCtr="0">
            <a:noAutofit/>
          </a:bodyPr>
          <a:lstStyle>
            <a:lvl1pPr lvl="0" rtl="0">
              <a:spcBef>
                <a:spcPts val="0"/>
              </a:spcBef>
              <a:spcAft>
                <a:spcPts val="0"/>
              </a:spcAft>
              <a:buNone/>
              <a:defRPr sz="6000" b="1">
                <a:solidFill>
                  <a:srgbClr val="002644"/>
                </a:solidFill>
                <a:latin typeface="Proxima Nova"/>
                <a:ea typeface="Proxima Nova"/>
                <a:cs typeface="Proxima Nova"/>
                <a:sym typeface="Proxima Nova"/>
              </a:defRPr>
            </a:lvl1pPr>
            <a:lvl2pPr lvl="1" rtl="0">
              <a:spcBef>
                <a:spcPts val="0"/>
              </a:spcBef>
              <a:spcAft>
                <a:spcPts val="0"/>
              </a:spcAft>
              <a:buNone/>
              <a:defRPr/>
            </a:lvl2pPr>
            <a:lvl3pPr lvl="2" rtl="0">
              <a:spcBef>
                <a:spcPts val="0"/>
              </a:spcBef>
              <a:spcAft>
                <a:spcPts val="0"/>
              </a:spcAft>
              <a:buNone/>
              <a:defRPr/>
            </a:lvl3pPr>
            <a:lvl4pPr lvl="3" rtl="0">
              <a:spcBef>
                <a:spcPts val="0"/>
              </a:spcBef>
              <a:spcAft>
                <a:spcPts val="0"/>
              </a:spcAft>
              <a:buNone/>
              <a:defRPr/>
            </a:lvl4pPr>
            <a:lvl5pPr lvl="4" rtl="0">
              <a:spcBef>
                <a:spcPts val="0"/>
              </a:spcBef>
              <a:spcAft>
                <a:spcPts val="0"/>
              </a:spcAft>
              <a:buNone/>
              <a:defRPr/>
            </a:lvl5pPr>
            <a:lvl6pPr lvl="5" rtl="0">
              <a:spcBef>
                <a:spcPts val="0"/>
              </a:spcBef>
              <a:spcAft>
                <a:spcPts val="0"/>
              </a:spcAft>
              <a:buNone/>
              <a:defRPr/>
            </a:lvl6pPr>
            <a:lvl7pPr lvl="6" rtl="0">
              <a:spcBef>
                <a:spcPts val="0"/>
              </a:spcBef>
              <a:spcAft>
                <a:spcPts val="0"/>
              </a:spcAft>
              <a:buNone/>
              <a:defRPr/>
            </a:lvl7pPr>
            <a:lvl8pPr lvl="7" rtl="0">
              <a:spcBef>
                <a:spcPts val="0"/>
              </a:spcBef>
              <a:spcAft>
                <a:spcPts val="0"/>
              </a:spcAft>
              <a:buNone/>
              <a:defRPr/>
            </a:lvl8pPr>
            <a:lvl9pPr lvl="8" rtl="0">
              <a:spcBef>
                <a:spcPts val="0"/>
              </a:spcBef>
              <a:spcAft>
                <a:spcPts val="0"/>
              </a:spcAft>
              <a:buNone/>
              <a:defRPr/>
            </a:lvl9pPr>
          </a:lstStyle>
          <a:p>
            <a:endParaRPr/>
          </a:p>
        </p:txBody>
      </p:sp>
      <p:sp>
        <p:nvSpPr>
          <p:cNvPr id="103" name="Google Shape;103;p25"/>
          <p:cNvSpPr txBox="1">
            <a:spLocks noGrp="1"/>
          </p:cNvSpPr>
          <p:nvPr>
            <p:ph type="subTitle" idx="1"/>
          </p:nvPr>
        </p:nvSpPr>
        <p:spPr>
          <a:xfrm>
            <a:off x="679875" y="341494"/>
            <a:ext cx="7772400" cy="3126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None/>
              <a:defRPr sz="1400">
                <a:solidFill>
                  <a:srgbClr val="990000"/>
                </a:solidFill>
                <a:latin typeface="Proxima Nova Semibold"/>
                <a:ea typeface="Proxima Nova Semibold"/>
                <a:cs typeface="Proxima Nova Semibold"/>
                <a:sym typeface="Proxima Nova Semibold"/>
              </a:defRPr>
            </a:lvl1pPr>
            <a:lvl2pPr lvl="1" rtl="0">
              <a:spcBef>
                <a:spcPts val="0"/>
              </a:spcBef>
              <a:spcAft>
                <a:spcPts val="0"/>
              </a:spcAft>
              <a:buNone/>
              <a:defRPr/>
            </a:lvl2pPr>
            <a:lvl3pPr lvl="2" rtl="0">
              <a:spcBef>
                <a:spcPts val="1600"/>
              </a:spcBef>
              <a:spcAft>
                <a:spcPts val="0"/>
              </a:spcAft>
              <a:buNone/>
              <a:defRPr/>
            </a:lvl3pPr>
            <a:lvl4pPr lvl="3" rtl="0">
              <a:spcBef>
                <a:spcPts val="1600"/>
              </a:spcBef>
              <a:spcAft>
                <a:spcPts val="0"/>
              </a:spcAft>
              <a:buNone/>
              <a:defRPr/>
            </a:lvl4pPr>
            <a:lvl5pPr lvl="4" rtl="0">
              <a:spcBef>
                <a:spcPts val="1600"/>
              </a:spcBef>
              <a:spcAft>
                <a:spcPts val="0"/>
              </a:spcAft>
              <a:buNone/>
              <a:defRPr/>
            </a:lvl5pPr>
            <a:lvl6pPr lvl="5" rtl="0">
              <a:spcBef>
                <a:spcPts val="1600"/>
              </a:spcBef>
              <a:spcAft>
                <a:spcPts val="0"/>
              </a:spcAft>
              <a:buNone/>
              <a:defRPr/>
            </a:lvl6pPr>
            <a:lvl7pPr lvl="6" rtl="0">
              <a:spcBef>
                <a:spcPts val="1600"/>
              </a:spcBef>
              <a:spcAft>
                <a:spcPts val="0"/>
              </a:spcAft>
              <a:buNone/>
              <a:defRPr/>
            </a:lvl7pPr>
            <a:lvl8pPr lvl="7" rtl="0">
              <a:spcBef>
                <a:spcPts val="1600"/>
              </a:spcBef>
              <a:spcAft>
                <a:spcPts val="0"/>
              </a:spcAft>
              <a:buNone/>
              <a:defRPr/>
            </a:lvl8pPr>
            <a:lvl9pPr lvl="8" rtl="0">
              <a:spcBef>
                <a:spcPts val="1600"/>
              </a:spcBef>
              <a:spcAft>
                <a:spcPts val="1600"/>
              </a:spcAft>
              <a:buNone/>
              <a:defRPr/>
            </a:lvl9pPr>
          </a:lstStyle>
          <a:p>
            <a:endParaRPr/>
          </a:p>
        </p:txBody>
      </p:sp>
      <p:pic>
        <p:nvPicPr>
          <p:cNvPr id="104" name="Google Shape;104;p25"/>
          <p:cNvPicPr preferRelativeResize="0"/>
          <p:nvPr/>
        </p:nvPicPr>
        <p:blipFill>
          <a:blip r:embed="rId2">
            <a:alphaModFix/>
          </a:blip>
          <a:stretch>
            <a:fillRect/>
          </a:stretch>
        </p:blipFill>
        <p:spPr>
          <a:xfrm>
            <a:off x="8028122" y="4800600"/>
            <a:ext cx="836911" cy="342901"/>
          </a:xfrm>
          <a:prstGeom prst="rect">
            <a:avLst/>
          </a:prstGeom>
          <a:noFill/>
          <a:ln>
            <a:noFill/>
          </a:ln>
        </p:spPr>
      </p:pic>
    </p:spTree>
  </p:cSld>
  <p:clrMapOvr>
    <a:masterClrMapping/>
  </p:clrMapOvr>
  <p:extLst>
    <p:ext uri="{DCECCB84-F9BA-43D5-87BE-67443E8EF086}">
      <p15:sldGuideLst xmlns:p15="http://schemas.microsoft.com/office/powerpoint/2012/main">
        <p15:guide id="1" pos="2880">
          <p15:clr>
            <a:srgbClr val="FA7B17"/>
          </p15:clr>
        </p15:guide>
        <p15:guide id="2" pos="5328">
          <p15:clr>
            <a:srgbClr val="FA7B17"/>
          </p15:clr>
        </p15:guide>
        <p15:guide id="3" orient="horz" pos="3024">
          <p15:clr>
            <a:srgbClr val="FA7B17"/>
          </p15:clr>
        </p15:guide>
        <p15:guide id="4" orient="horz" pos="1620">
          <p15:clr>
            <a:srgbClr val="FA7B17"/>
          </p15:clr>
        </p15:guide>
      </p15:sldGuideLst>
    </p:ext>
  </p:extLst>
</p:sldLayout>
</file>

<file path=ppt/slideLayouts/slideLayout24.xml><?xml version="1.0" encoding="utf-8"?>
<p:sldLayout xmlns:a="http://schemas.openxmlformats.org/drawingml/2006/main" xmlns:r="http://schemas.openxmlformats.org/officeDocument/2006/relationships" xmlns:p="http://schemas.openxmlformats.org/presentationml/2006/main" matchingName="1 Maths title 1 1 1 1 2 1">
  <p:cSld name="TITLE_1_1_1_2_1_1_1_2_1">
    <p:bg>
      <p:bgPr>
        <a:solidFill>
          <a:srgbClr val="FF8E57"/>
        </a:solidFill>
        <a:effectLst/>
      </p:bgPr>
    </p:bg>
    <p:spTree>
      <p:nvGrpSpPr>
        <p:cNvPr id="1" name="Shape 105"/>
        <p:cNvGrpSpPr/>
        <p:nvPr/>
      </p:nvGrpSpPr>
      <p:grpSpPr>
        <a:xfrm>
          <a:off x="0" y="0"/>
          <a:ext cx="0" cy="0"/>
          <a:chOff x="0" y="0"/>
          <a:chExt cx="0" cy="0"/>
        </a:xfrm>
      </p:grpSpPr>
      <p:sp>
        <p:nvSpPr>
          <p:cNvPr id="106" name="Google Shape;106;p26"/>
          <p:cNvSpPr txBox="1">
            <a:spLocks noGrp="1"/>
          </p:cNvSpPr>
          <p:nvPr>
            <p:ph type="title"/>
          </p:nvPr>
        </p:nvSpPr>
        <p:spPr>
          <a:xfrm>
            <a:off x="685800" y="654075"/>
            <a:ext cx="7772400" cy="1403400"/>
          </a:xfrm>
          <a:prstGeom prst="rect">
            <a:avLst/>
          </a:prstGeom>
        </p:spPr>
        <p:txBody>
          <a:bodyPr spcFirstLastPara="1" wrap="square" lIns="91425" tIns="91425" rIns="91425" bIns="91425" anchor="t" anchorCtr="0">
            <a:noAutofit/>
          </a:bodyPr>
          <a:lstStyle>
            <a:lvl1pPr lvl="0" rtl="0">
              <a:spcBef>
                <a:spcPts val="0"/>
              </a:spcBef>
              <a:spcAft>
                <a:spcPts val="0"/>
              </a:spcAft>
              <a:buNone/>
              <a:defRPr sz="6000" b="1">
                <a:solidFill>
                  <a:srgbClr val="002644"/>
                </a:solidFill>
                <a:latin typeface="Proxima Nova"/>
                <a:ea typeface="Proxima Nova"/>
                <a:cs typeface="Proxima Nova"/>
                <a:sym typeface="Proxima Nova"/>
              </a:defRPr>
            </a:lvl1pPr>
            <a:lvl2pPr lvl="1" rtl="0">
              <a:spcBef>
                <a:spcPts val="0"/>
              </a:spcBef>
              <a:spcAft>
                <a:spcPts val="0"/>
              </a:spcAft>
              <a:buNone/>
              <a:defRPr/>
            </a:lvl2pPr>
            <a:lvl3pPr lvl="2" rtl="0">
              <a:spcBef>
                <a:spcPts val="0"/>
              </a:spcBef>
              <a:spcAft>
                <a:spcPts val="0"/>
              </a:spcAft>
              <a:buNone/>
              <a:defRPr/>
            </a:lvl3pPr>
            <a:lvl4pPr lvl="3" rtl="0">
              <a:spcBef>
                <a:spcPts val="0"/>
              </a:spcBef>
              <a:spcAft>
                <a:spcPts val="0"/>
              </a:spcAft>
              <a:buNone/>
              <a:defRPr/>
            </a:lvl4pPr>
            <a:lvl5pPr lvl="4" rtl="0">
              <a:spcBef>
                <a:spcPts val="0"/>
              </a:spcBef>
              <a:spcAft>
                <a:spcPts val="0"/>
              </a:spcAft>
              <a:buNone/>
              <a:defRPr/>
            </a:lvl5pPr>
            <a:lvl6pPr lvl="5" rtl="0">
              <a:spcBef>
                <a:spcPts val="0"/>
              </a:spcBef>
              <a:spcAft>
                <a:spcPts val="0"/>
              </a:spcAft>
              <a:buNone/>
              <a:defRPr/>
            </a:lvl6pPr>
            <a:lvl7pPr lvl="6" rtl="0">
              <a:spcBef>
                <a:spcPts val="0"/>
              </a:spcBef>
              <a:spcAft>
                <a:spcPts val="0"/>
              </a:spcAft>
              <a:buNone/>
              <a:defRPr/>
            </a:lvl7pPr>
            <a:lvl8pPr lvl="7" rtl="0">
              <a:spcBef>
                <a:spcPts val="0"/>
              </a:spcBef>
              <a:spcAft>
                <a:spcPts val="0"/>
              </a:spcAft>
              <a:buNone/>
              <a:defRPr/>
            </a:lvl8pPr>
            <a:lvl9pPr lvl="8" rtl="0">
              <a:spcBef>
                <a:spcPts val="0"/>
              </a:spcBef>
              <a:spcAft>
                <a:spcPts val="0"/>
              </a:spcAft>
              <a:buNone/>
              <a:defRPr/>
            </a:lvl9pPr>
          </a:lstStyle>
          <a:p>
            <a:endParaRPr/>
          </a:p>
        </p:txBody>
      </p:sp>
      <p:sp>
        <p:nvSpPr>
          <p:cNvPr id="107" name="Google Shape;107;p26"/>
          <p:cNvSpPr txBox="1">
            <a:spLocks noGrp="1"/>
          </p:cNvSpPr>
          <p:nvPr>
            <p:ph type="subTitle" idx="1"/>
          </p:nvPr>
        </p:nvSpPr>
        <p:spPr>
          <a:xfrm>
            <a:off x="679875" y="341494"/>
            <a:ext cx="7772400" cy="3126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None/>
              <a:defRPr sz="1400">
                <a:solidFill>
                  <a:srgbClr val="783F04"/>
                </a:solidFill>
                <a:latin typeface="Proxima Nova Semibold"/>
                <a:ea typeface="Proxima Nova Semibold"/>
                <a:cs typeface="Proxima Nova Semibold"/>
                <a:sym typeface="Proxima Nova Semibold"/>
              </a:defRPr>
            </a:lvl1pPr>
            <a:lvl2pPr lvl="1" rtl="0">
              <a:spcBef>
                <a:spcPts val="0"/>
              </a:spcBef>
              <a:spcAft>
                <a:spcPts val="0"/>
              </a:spcAft>
              <a:buNone/>
              <a:defRPr/>
            </a:lvl2pPr>
            <a:lvl3pPr lvl="2" rtl="0">
              <a:spcBef>
                <a:spcPts val="1600"/>
              </a:spcBef>
              <a:spcAft>
                <a:spcPts val="0"/>
              </a:spcAft>
              <a:buNone/>
              <a:defRPr/>
            </a:lvl3pPr>
            <a:lvl4pPr lvl="3" rtl="0">
              <a:spcBef>
                <a:spcPts val="1600"/>
              </a:spcBef>
              <a:spcAft>
                <a:spcPts val="0"/>
              </a:spcAft>
              <a:buNone/>
              <a:defRPr/>
            </a:lvl4pPr>
            <a:lvl5pPr lvl="4" rtl="0">
              <a:spcBef>
                <a:spcPts val="1600"/>
              </a:spcBef>
              <a:spcAft>
                <a:spcPts val="0"/>
              </a:spcAft>
              <a:buNone/>
              <a:defRPr/>
            </a:lvl5pPr>
            <a:lvl6pPr lvl="5" rtl="0">
              <a:spcBef>
                <a:spcPts val="1600"/>
              </a:spcBef>
              <a:spcAft>
                <a:spcPts val="0"/>
              </a:spcAft>
              <a:buNone/>
              <a:defRPr/>
            </a:lvl6pPr>
            <a:lvl7pPr lvl="6" rtl="0">
              <a:spcBef>
                <a:spcPts val="1600"/>
              </a:spcBef>
              <a:spcAft>
                <a:spcPts val="0"/>
              </a:spcAft>
              <a:buNone/>
              <a:defRPr/>
            </a:lvl7pPr>
            <a:lvl8pPr lvl="7" rtl="0">
              <a:spcBef>
                <a:spcPts val="1600"/>
              </a:spcBef>
              <a:spcAft>
                <a:spcPts val="0"/>
              </a:spcAft>
              <a:buNone/>
              <a:defRPr/>
            </a:lvl8pPr>
            <a:lvl9pPr lvl="8" rtl="0">
              <a:spcBef>
                <a:spcPts val="1600"/>
              </a:spcBef>
              <a:spcAft>
                <a:spcPts val="1600"/>
              </a:spcAft>
              <a:buNone/>
              <a:defRPr/>
            </a:lvl9pPr>
          </a:lstStyle>
          <a:p>
            <a:endParaRPr/>
          </a:p>
        </p:txBody>
      </p:sp>
      <p:pic>
        <p:nvPicPr>
          <p:cNvPr id="108" name="Google Shape;108;p26"/>
          <p:cNvPicPr preferRelativeResize="0"/>
          <p:nvPr/>
        </p:nvPicPr>
        <p:blipFill>
          <a:blip r:embed="rId2">
            <a:alphaModFix/>
          </a:blip>
          <a:stretch>
            <a:fillRect/>
          </a:stretch>
        </p:blipFill>
        <p:spPr>
          <a:xfrm>
            <a:off x="8028122" y="4800600"/>
            <a:ext cx="836911" cy="342901"/>
          </a:xfrm>
          <a:prstGeom prst="rect">
            <a:avLst/>
          </a:prstGeom>
          <a:noFill/>
          <a:ln>
            <a:noFill/>
          </a:ln>
        </p:spPr>
      </p:pic>
    </p:spTree>
  </p:cSld>
  <p:clrMapOvr>
    <a:masterClrMapping/>
  </p:clrMapOvr>
  <p:extLst>
    <p:ext uri="{DCECCB84-F9BA-43D5-87BE-67443E8EF086}">
      <p15:sldGuideLst xmlns:p15="http://schemas.microsoft.com/office/powerpoint/2012/main">
        <p15:guide id="1" pos="2880">
          <p15:clr>
            <a:srgbClr val="FA7B17"/>
          </p15:clr>
        </p15:guide>
        <p15:guide id="2" pos="5328">
          <p15:clr>
            <a:srgbClr val="FA7B17"/>
          </p15:clr>
        </p15:guide>
        <p15:guide id="3" orient="horz" pos="3024">
          <p15:clr>
            <a:srgbClr val="FA7B17"/>
          </p15:clr>
        </p15:guide>
        <p15:guide id="4" orient="horz" pos="1620">
          <p15:clr>
            <a:srgbClr val="FA7B17"/>
          </p15:clr>
        </p15:guide>
      </p15:sldGuideLst>
    </p:ext>
  </p:extLst>
</p:sldLayout>
</file>

<file path=ppt/slideLayouts/slideLayout25.xml><?xml version="1.0" encoding="utf-8"?>
<p:sldLayout xmlns:a="http://schemas.openxmlformats.org/drawingml/2006/main" xmlns:r="http://schemas.openxmlformats.org/officeDocument/2006/relationships" xmlns:p="http://schemas.openxmlformats.org/presentationml/2006/main" matchingName="1 Maths title 1 1 1 1 1">
  <p:cSld name="TITLE_1_1_1_2_1_1_1_1">
    <p:bg>
      <p:bgPr>
        <a:solidFill>
          <a:srgbClr val="AA00FF"/>
        </a:solidFill>
        <a:effectLst/>
      </p:bgPr>
    </p:bg>
    <p:spTree>
      <p:nvGrpSpPr>
        <p:cNvPr id="1" name="Shape 109"/>
        <p:cNvGrpSpPr/>
        <p:nvPr/>
      </p:nvGrpSpPr>
      <p:grpSpPr>
        <a:xfrm>
          <a:off x="0" y="0"/>
          <a:ext cx="0" cy="0"/>
          <a:chOff x="0" y="0"/>
          <a:chExt cx="0" cy="0"/>
        </a:xfrm>
      </p:grpSpPr>
      <p:sp>
        <p:nvSpPr>
          <p:cNvPr id="110" name="Google Shape;110;p27"/>
          <p:cNvSpPr txBox="1">
            <a:spLocks noGrp="1"/>
          </p:cNvSpPr>
          <p:nvPr>
            <p:ph type="title"/>
          </p:nvPr>
        </p:nvSpPr>
        <p:spPr>
          <a:xfrm>
            <a:off x="685800" y="654075"/>
            <a:ext cx="7772400" cy="1403400"/>
          </a:xfrm>
          <a:prstGeom prst="rect">
            <a:avLst/>
          </a:prstGeom>
        </p:spPr>
        <p:txBody>
          <a:bodyPr spcFirstLastPara="1" wrap="square" lIns="91425" tIns="91425" rIns="91425" bIns="91425" anchor="t" anchorCtr="0">
            <a:noAutofit/>
          </a:bodyPr>
          <a:lstStyle>
            <a:lvl1pPr lvl="0" rtl="0">
              <a:spcBef>
                <a:spcPts val="0"/>
              </a:spcBef>
              <a:spcAft>
                <a:spcPts val="0"/>
              </a:spcAft>
              <a:buNone/>
              <a:defRPr sz="6000" b="1">
                <a:solidFill>
                  <a:srgbClr val="002644"/>
                </a:solidFill>
                <a:latin typeface="Proxima Nova"/>
                <a:ea typeface="Proxima Nova"/>
                <a:cs typeface="Proxima Nova"/>
                <a:sym typeface="Proxima Nova"/>
              </a:defRPr>
            </a:lvl1pPr>
            <a:lvl2pPr lvl="1" rtl="0">
              <a:spcBef>
                <a:spcPts val="0"/>
              </a:spcBef>
              <a:spcAft>
                <a:spcPts val="0"/>
              </a:spcAft>
              <a:buNone/>
              <a:defRPr/>
            </a:lvl2pPr>
            <a:lvl3pPr lvl="2" rtl="0">
              <a:spcBef>
                <a:spcPts val="0"/>
              </a:spcBef>
              <a:spcAft>
                <a:spcPts val="0"/>
              </a:spcAft>
              <a:buNone/>
              <a:defRPr/>
            </a:lvl3pPr>
            <a:lvl4pPr lvl="3" rtl="0">
              <a:spcBef>
                <a:spcPts val="0"/>
              </a:spcBef>
              <a:spcAft>
                <a:spcPts val="0"/>
              </a:spcAft>
              <a:buNone/>
              <a:defRPr/>
            </a:lvl4pPr>
            <a:lvl5pPr lvl="4" rtl="0">
              <a:spcBef>
                <a:spcPts val="0"/>
              </a:spcBef>
              <a:spcAft>
                <a:spcPts val="0"/>
              </a:spcAft>
              <a:buNone/>
              <a:defRPr/>
            </a:lvl5pPr>
            <a:lvl6pPr lvl="5" rtl="0">
              <a:spcBef>
                <a:spcPts val="0"/>
              </a:spcBef>
              <a:spcAft>
                <a:spcPts val="0"/>
              </a:spcAft>
              <a:buNone/>
              <a:defRPr/>
            </a:lvl6pPr>
            <a:lvl7pPr lvl="6" rtl="0">
              <a:spcBef>
                <a:spcPts val="0"/>
              </a:spcBef>
              <a:spcAft>
                <a:spcPts val="0"/>
              </a:spcAft>
              <a:buNone/>
              <a:defRPr/>
            </a:lvl7pPr>
            <a:lvl8pPr lvl="7" rtl="0">
              <a:spcBef>
                <a:spcPts val="0"/>
              </a:spcBef>
              <a:spcAft>
                <a:spcPts val="0"/>
              </a:spcAft>
              <a:buNone/>
              <a:defRPr/>
            </a:lvl8pPr>
            <a:lvl9pPr lvl="8" rtl="0">
              <a:spcBef>
                <a:spcPts val="0"/>
              </a:spcBef>
              <a:spcAft>
                <a:spcPts val="0"/>
              </a:spcAft>
              <a:buNone/>
              <a:defRPr/>
            </a:lvl9pPr>
          </a:lstStyle>
          <a:p>
            <a:endParaRPr/>
          </a:p>
        </p:txBody>
      </p:sp>
      <p:sp>
        <p:nvSpPr>
          <p:cNvPr id="111" name="Google Shape;111;p27"/>
          <p:cNvSpPr txBox="1">
            <a:spLocks noGrp="1"/>
          </p:cNvSpPr>
          <p:nvPr>
            <p:ph type="subTitle" idx="1"/>
          </p:nvPr>
        </p:nvSpPr>
        <p:spPr>
          <a:xfrm>
            <a:off x="679875" y="341494"/>
            <a:ext cx="7772400" cy="3126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None/>
              <a:defRPr sz="1400">
                <a:solidFill>
                  <a:srgbClr val="EFEFEF"/>
                </a:solidFill>
                <a:latin typeface="Proxima Nova Semibold"/>
                <a:ea typeface="Proxima Nova Semibold"/>
                <a:cs typeface="Proxima Nova Semibold"/>
                <a:sym typeface="Proxima Nova Semibold"/>
              </a:defRPr>
            </a:lvl1pPr>
            <a:lvl2pPr lvl="1" rtl="0">
              <a:spcBef>
                <a:spcPts val="0"/>
              </a:spcBef>
              <a:spcAft>
                <a:spcPts val="0"/>
              </a:spcAft>
              <a:buNone/>
              <a:defRPr/>
            </a:lvl2pPr>
            <a:lvl3pPr lvl="2" rtl="0">
              <a:spcBef>
                <a:spcPts val="1600"/>
              </a:spcBef>
              <a:spcAft>
                <a:spcPts val="0"/>
              </a:spcAft>
              <a:buNone/>
              <a:defRPr/>
            </a:lvl3pPr>
            <a:lvl4pPr lvl="3" rtl="0">
              <a:spcBef>
                <a:spcPts val="1600"/>
              </a:spcBef>
              <a:spcAft>
                <a:spcPts val="0"/>
              </a:spcAft>
              <a:buNone/>
              <a:defRPr/>
            </a:lvl4pPr>
            <a:lvl5pPr lvl="4" rtl="0">
              <a:spcBef>
                <a:spcPts val="1600"/>
              </a:spcBef>
              <a:spcAft>
                <a:spcPts val="0"/>
              </a:spcAft>
              <a:buNone/>
              <a:defRPr/>
            </a:lvl5pPr>
            <a:lvl6pPr lvl="5" rtl="0">
              <a:spcBef>
                <a:spcPts val="1600"/>
              </a:spcBef>
              <a:spcAft>
                <a:spcPts val="0"/>
              </a:spcAft>
              <a:buNone/>
              <a:defRPr/>
            </a:lvl6pPr>
            <a:lvl7pPr lvl="6" rtl="0">
              <a:spcBef>
                <a:spcPts val="1600"/>
              </a:spcBef>
              <a:spcAft>
                <a:spcPts val="0"/>
              </a:spcAft>
              <a:buNone/>
              <a:defRPr/>
            </a:lvl7pPr>
            <a:lvl8pPr lvl="7" rtl="0">
              <a:spcBef>
                <a:spcPts val="1600"/>
              </a:spcBef>
              <a:spcAft>
                <a:spcPts val="0"/>
              </a:spcAft>
              <a:buNone/>
              <a:defRPr/>
            </a:lvl8pPr>
            <a:lvl9pPr lvl="8" rtl="0">
              <a:spcBef>
                <a:spcPts val="1600"/>
              </a:spcBef>
              <a:spcAft>
                <a:spcPts val="1600"/>
              </a:spcAft>
              <a:buNone/>
              <a:defRPr/>
            </a:lvl9pPr>
          </a:lstStyle>
          <a:p>
            <a:endParaRPr/>
          </a:p>
        </p:txBody>
      </p:sp>
      <p:pic>
        <p:nvPicPr>
          <p:cNvPr id="112" name="Google Shape;112;p27"/>
          <p:cNvPicPr preferRelativeResize="0"/>
          <p:nvPr/>
        </p:nvPicPr>
        <p:blipFill>
          <a:blip r:embed="rId2">
            <a:alphaModFix/>
          </a:blip>
          <a:stretch>
            <a:fillRect/>
          </a:stretch>
        </p:blipFill>
        <p:spPr>
          <a:xfrm>
            <a:off x="8028122" y="4800600"/>
            <a:ext cx="836911" cy="342901"/>
          </a:xfrm>
          <a:prstGeom prst="rect">
            <a:avLst/>
          </a:prstGeom>
          <a:noFill/>
          <a:ln>
            <a:noFill/>
          </a:ln>
        </p:spPr>
      </p:pic>
    </p:spTree>
  </p:cSld>
  <p:clrMapOvr>
    <a:masterClrMapping/>
  </p:clrMapOvr>
  <p:extLst>
    <p:ext uri="{DCECCB84-F9BA-43D5-87BE-67443E8EF086}">
      <p15:sldGuideLst xmlns:p15="http://schemas.microsoft.com/office/powerpoint/2012/main">
        <p15:guide id="1" pos="2880">
          <p15:clr>
            <a:srgbClr val="FA7B17"/>
          </p15:clr>
        </p15:guide>
        <p15:guide id="2" pos="5328">
          <p15:clr>
            <a:srgbClr val="FA7B17"/>
          </p15:clr>
        </p15:guide>
        <p15:guide id="3" orient="horz" pos="3024">
          <p15:clr>
            <a:srgbClr val="FA7B17"/>
          </p15:clr>
        </p15:guide>
        <p15:guide id="4" orient="horz" pos="1620">
          <p15:clr>
            <a:srgbClr val="FA7B17"/>
          </p15:clr>
        </p15:guide>
      </p15:sldGuideLst>
    </p:ext>
  </p:extLst>
</p:sldLayout>
</file>

<file path=ppt/slideLayouts/slideLayout26.xml><?xml version="1.0" encoding="utf-8"?>
<p:sldLayout xmlns:a="http://schemas.openxmlformats.org/drawingml/2006/main" xmlns:r="http://schemas.openxmlformats.org/officeDocument/2006/relationships" xmlns:p="http://schemas.openxmlformats.org/presentationml/2006/main" matchingName="1 Maths title 1 1 1 1 1 1">
  <p:cSld name="TITLE_1_1_1_2_1_1_1_1_1">
    <p:bg>
      <p:bgPr>
        <a:solidFill>
          <a:srgbClr val="5D408F"/>
        </a:solidFill>
        <a:effectLst/>
      </p:bgPr>
    </p:bg>
    <p:spTree>
      <p:nvGrpSpPr>
        <p:cNvPr id="1" name="Shape 113"/>
        <p:cNvGrpSpPr/>
        <p:nvPr/>
      </p:nvGrpSpPr>
      <p:grpSpPr>
        <a:xfrm>
          <a:off x="0" y="0"/>
          <a:ext cx="0" cy="0"/>
          <a:chOff x="0" y="0"/>
          <a:chExt cx="0" cy="0"/>
        </a:xfrm>
      </p:grpSpPr>
      <p:sp>
        <p:nvSpPr>
          <p:cNvPr id="114" name="Google Shape;114;p28"/>
          <p:cNvSpPr txBox="1">
            <a:spLocks noGrp="1"/>
          </p:cNvSpPr>
          <p:nvPr>
            <p:ph type="title"/>
          </p:nvPr>
        </p:nvSpPr>
        <p:spPr>
          <a:xfrm>
            <a:off x="685800" y="654075"/>
            <a:ext cx="7772400" cy="1403400"/>
          </a:xfrm>
          <a:prstGeom prst="rect">
            <a:avLst/>
          </a:prstGeom>
        </p:spPr>
        <p:txBody>
          <a:bodyPr spcFirstLastPara="1" wrap="square" lIns="91425" tIns="91425" rIns="91425" bIns="91425" anchor="t" anchorCtr="0">
            <a:noAutofit/>
          </a:bodyPr>
          <a:lstStyle>
            <a:lvl1pPr lvl="0" rtl="0">
              <a:spcBef>
                <a:spcPts val="0"/>
              </a:spcBef>
              <a:spcAft>
                <a:spcPts val="0"/>
              </a:spcAft>
              <a:buNone/>
              <a:defRPr sz="6000" b="1">
                <a:solidFill>
                  <a:srgbClr val="FED834"/>
                </a:solidFill>
                <a:latin typeface="Proxima Nova"/>
                <a:ea typeface="Proxima Nova"/>
                <a:cs typeface="Proxima Nova"/>
                <a:sym typeface="Proxima Nova"/>
              </a:defRPr>
            </a:lvl1pPr>
            <a:lvl2pPr lvl="1" rtl="0">
              <a:spcBef>
                <a:spcPts val="0"/>
              </a:spcBef>
              <a:spcAft>
                <a:spcPts val="0"/>
              </a:spcAft>
              <a:buNone/>
              <a:defRPr/>
            </a:lvl2pPr>
            <a:lvl3pPr lvl="2" rtl="0">
              <a:spcBef>
                <a:spcPts val="0"/>
              </a:spcBef>
              <a:spcAft>
                <a:spcPts val="0"/>
              </a:spcAft>
              <a:buNone/>
              <a:defRPr/>
            </a:lvl3pPr>
            <a:lvl4pPr lvl="3" rtl="0">
              <a:spcBef>
                <a:spcPts val="0"/>
              </a:spcBef>
              <a:spcAft>
                <a:spcPts val="0"/>
              </a:spcAft>
              <a:buNone/>
              <a:defRPr/>
            </a:lvl4pPr>
            <a:lvl5pPr lvl="4" rtl="0">
              <a:spcBef>
                <a:spcPts val="0"/>
              </a:spcBef>
              <a:spcAft>
                <a:spcPts val="0"/>
              </a:spcAft>
              <a:buNone/>
              <a:defRPr/>
            </a:lvl5pPr>
            <a:lvl6pPr lvl="5" rtl="0">
              <a:spcBef>
                <a:spcPts val="0"/>
              </a:spcBef>
              <a:spcAft>
                <a:spcPts val="0"/>
              </a:spcAft>
              <a:buNone/>
              <a:defRPr/>
            </a:lvl6pPr>
            <a:lvl7pPr lvl="6" rtl="0">
              <a:spcBef>
                <a:spcPts val="0"/>
              </a:spcBef>
              <a:spcAft>
                <a:spcPts val="0"/>
              </a:spcAft>
              <a:buNone/>
              <a:defRPr/>
            </a:lvl7pPr>
            <a:lvl8pPr lvl="7" rtl="0">
              <a:spcBef>
                <a:spcPts val="0"/>
              </a:spcBef>
              <a:spcAft>
                <a:spcPts val="0"/>
              </a:spcAft>
              <a:buNone/>
              <a:defRPr/>
            </a:lvl8pPr>
            <a:lvl9pPr lvl="8" rtl="0">
              <a:spcBef>
                <a:spcPts val="0"/>
              </a:spcBef>
              <a:spcAft>
                <a:spcPts val="0"/>
              </a:spcAft>
              <a:buNone/>
              <a:defRPr/>
            </a:lvl9pPr>
          </a:lstStyle>
          <a:p>
            <a:endParaRPr/>
          </a:p>
        </p:txBody>
      </p:sp>
      <p:sp>
        <p:nvSpPr>
          <p:cNvPr id="115" name="Google Shape;115;p28"/>
          <p:cNvSpPr txBox="1">
            <a:spLocks noGrp="1"/>
          </p:cNvSpPr>
          <p:nvPr>
            <p:ph type="subTitle" idx="1"/>
          </p:nvPr>
        </p:nvSpPr>
        <p:spPr>
          <a:xfrm>
            <a:off x="679875" y="341494"/>
            <a:ext cx="7772400" cy="3126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None/>
              <a:defRPr sz="1400">
                <a:solidFill>
                  <a:srgbClr val="FFFFFF"/>
                </a:solidFill>
                <a:latin typeface="Proxima Nova Semibold"/>
                <a:ea typeface="Proxima Nova Semibold"/>
                <a:cs typeface="Proxima Nova Semibold"/>
                <a:sym typeface="Proxima Nova Semibold"/>
              </a:defRPr>
            </a:lvl1pPr>
            <a:lvl2pPr lvl="1" rtl="0">
              <a:spcBef>
                <a:spcPts val="0"/>
              </a:spcBef>
              <a:spcAft>
                <a:spcPts val="0"/>
              </a:spcAft>
              <a:buNone/>
              <a:defRPr/>
            </a:lvl2pPr>
            <a:lvl3pPr lvl="2" rtl="0">
              <a:spcBef>
                <a:spcPts val="1600"/>
              </a:spcBef>
              <a:spcAft>
                <a:spcPts val="0"/>
              </a:spcAft>
              <a:buNone/>
              <a:defRPr/>
            </a:lvl3pPr>
            <a:lvl4pPr lvl="3" rtl="0">
              <a:spcBef>
                <a:spcPts val="1600"/>
              </a:spcBef>
              <a:spcAft>
                <a:spcPts val="0"/>
              </a:spcAft>
              <a:buNone/>
              <a:defRPr/>
            </a:lvl4pPr>
            <a:lvl5pPr lvl="4" rtl="0">
              <a:spcBef>
                <a:spcPts val="1600"/>
              </a:spcBef>
              <a:spcAft>
                <a:spcPts val="0"/>
              </a:spcAft>
              <a:buNone/>
              <a:defRPr/>
            </a:lvl5pPr>
            <a:lvl6pPr lvl="5" rtl="0">
              <a:spcBef>
                <a:spcPts val="1600"/>
              </a:spcBef>
              <a:spcAft>
                <a:spcPts val="0"/>
              </a:spcAft>
              <a:buNone/>
              <a:defRPr/>
            </a:lvl6pPr>
            <a:lvl7pPr lvl="6" rtl="0">
              <a:spcBef>
                <a:spcPts val="1600"/>
              </a:spcBef>
              <a:spcAft>
                <a:spcPts val="0"/>
              </a:spcAft>
              <a:buNone/>
              <a:defRPr/>
            </a:lvl7pPr>
            <a:lvl8pPr lvl="7" rtl="0">
              <a:spcBef>
                <a:spcPts val="1600"/>
              </a:spcBef>
              <a:spcAft>
                <a:spcPts val="0"/>
              </a:spcAft>
              <a:buNone/>
              <a:defRPr/>
            </a:lvl8pPr>
            <a:lvl9pPr lvl="8" rtl="0">
              <a:spcBef>
                <a:spcPts val="1600"/>
              </a:spcBef>
              <a:spcAft>
                <a:spcPts val="1600"/>
              </a:spcAft>
              <a:buNone/>
              <a:defRPr/>
            </a:lvl9pPr>
          </a:lstStyle>
          <a:p>
            <a:endParaRPr/>
          </a:p>
        </p:txBody>
      </p:sp>
      <p:pic>
        <p:nvPicPr>
          <p:cNvPr id="116" name="Google Shape;116;p28"/>
          <p:cNvPicPr preferRelativeResize="0"/>
          <p:nvPr/>
        </p:nvPicPr>
        <p:blipFill>
          <a:blip r:embed="rId2">
            <a:alphaModFix/>
          </a:blip>
          <a:stretch>
            <a:fillRect/>
          </a:stretch>
        </p:blipFill>
        <p:spPr>
          <a:xfrm>
            <a:off x="8028122" y="4800600"/>
            <a:ext cx="836911" cy="342901"/>
          </a:xfrm>
          <a:prstGeom prst="rect">
            <a:avLst/>
          </a:prstGeom>
          <a:noFill/>
          <a:ln>
            <a:noFill/>
          </a:ln>
        </p:spPr>
      </p:pic>
    </p:spTree>
  </p:cSld>
  <p:clrMapOvr>
    <a:masterClrMapping/>
  </p:clrMapOvr>
  <p:extLst>
    <p:ext uri="{DCECCB84-F9BA-43D5-87BE-67443E8EF086}">
      <p15:sldGuideLst xmlns:p15="http://schemas.microsoft.com/office/powerpoint/2012/main">
        <p15:guide id="1" pos="2880">
          <p15:clr>
            <a:srgbClr val="FA7B17"/>
          </p15:clr>
        </p15:guide>
        <p15:guide id="2" pos="5328">
          <p15:clr>
            <a:srgbClr val="FA7B17"/>
          </p15:clr>
        </p15:guide>
        <p15:guide id="3" orient="horz" pos="3024">
          <p15:clr>
            <a:srgbClr val="FA7B17"/>
          </p15:clr>
        </p15:guide>
        <p15:guide id="4" orient="horz" pos="1620">
          <p15:clr>
            <a:srgbClr val="FA7B17"/>
          </p15:clr>
        </p15:guide>
      </p15:sldGuideLst>
    </p:ext>
  </p:extLst>
</p:sldLayout>
</file>

<file path=ppt/slideLayouts/slideLayout27.xml><?xml version="1.0" encoding="utf-8"?>
<p:sldLayout xmlns:a="http://schemas.openxmlformats.org/drawingml/2006/main" xmlns:r="http://schemas.openxmlformats.org/officeDocument/2006/relationships" xmlns:p="http://schemas.openxmlformats.org/presentationml/2006/main" matchingName="1 Physics title">
  <p:cSld name="TITLE_1_1_1_1">
    <p:bg>
      <p:bgPr>
        <a:solidFill>
          <a:srgbClr val="00579B"/>
        </a:solidFill>
        <a:effectLst/>
      </p:bgPr>
    </p:bg>
    <p:spTree>
      <p:nvGrpSpPr>
        <p:cNvPr id="1" name="Shape 117"/>
        <p:cNvGrpSpPr/>
        <p:nvPr/>
      </p:nvGrpSpPr>
      <p:grpSpPr>
        <a:xfrm>
          <a:off x="0" y="0"/>
          <a:ext cx="0" cy="0"/>
          <a:chOff x="0" y="0"/>
          <a:chExt cx="0" cy="0"/>
        </a:xfrm>
      </p:grpSpPr>
      <p:sp>
        <p:nvSpPr>
          <p:cNvPr id="118" name="Google Shape;118;p29"/>
          <p:cNvSpPr txBox="1">
            <a:spLocks noGrp="1"/>
          </p:cNvSpPr>
          <p:nvPr>
            <p:ph type="title"/>
          </p:nvPr>
        </p:nvSpPr>
        <p:spPr>
          <a:xfrm>
            <a:off x="685800" y="654075"/>
            <a:ext cx="7772400" cy="1403400"/>
          </a:xfrm>
          <a:prstGeom prst="rect">
            <a:avLst/>
          </a:prstGeom>
        </p:spPr>
        <p:txBody>
          <a:bodyPr spcFirstLastPara="1" wrap="square" lIns="91425" tIns="91425" rIns="91425" bIns="91425" anchor="t" anchorCtr="0">
            <a:noAutofit/>
          </a:bodyPr>
          <a:lstStyle>
            <a:lvl1pPr lvl="0" rtl="0">
              <a:spcBef>
                <a:spcPts val="0"/>
              </a:spcBef>
              <a:spcAft>
                <a:spcPts val="0"/>
              </a:spcAft>
              <a:buNone/>
              <a:defRPr sz="6000" b="1">
                <a:solidFill>
                  <a:srgbClr val="FED834"/>
                </a:solidFill>
                <a:latin typeface="Proxima Nova"/>
                <a:ea typeface="Proxima Nova"/>
                <a:cs typeface="Proxima Nova"/>
                <a:sym typeface="Proxima Nova"/>
              </a:defRPr>
            </a:lvl1pPr>
            <a:lvl2pPr lvl="1" rtl="0">
              <a:spcBef>
                <a:spcPts val="0"/>
              </a:spcBef>
              <a:spcAft>
                <a:spcPts val="0"/>
              </a:spcAft>
              <a:buNone/>
              <a:defRPr/>
            </a:lvl2pPr>
            <a:lvl3pPr lvl="2" rtl="0">
              <a:spcBef>
                <a:spcPts val="0"/>
              </a:spcBef>
              <a:spcAft>
                <a:spcPts val="0"/>
              </a:spcAft>
              <a:buNone/>
              <a:defRPr/>
            </a:lvl3pPr>
            <a:lvl4pPr lvl="3" rtl="0">
              <a:spcBef>
                <a:spcPts val="0"/>
              </a:spcBef>
              <a:spcAft>
                <a:spcPts val="0"/>
              </a:spcAft>
              <a:buNone/>
              <a:defRPr/>
            </a:lvl4pPr>
            <a:lvl5pPr lvl="4" rtl="0">
              <a:spcBef>
                <a:spcPts val="0"/>
              </a:spcBef>
              <a:spcAft>
                <a:spcPts val="0"/>
              </a:spcAft>
              <a:buNone/>
              <a:defRPr/>
            </a:lvl5pPr>
            <a:lvl6pPr lvl="5" rtl="0">
              <a:spcBef>
                <a:spcPts val="0"/>
              </a:spcBef>
              <a:spcAft>
                <a:spcPts val="0"/>
              </a:spcAft>
              <a:buNone/>
              <a:defRPr/>
            </a:lvl6pPr>
            <a:lvl7pPr lvl="6" rtl="0">
              <a:spcBef>
                <a:spcPts val="0"/>
              </a:spcBef>
              <a:spcAft>
                <a:spcPts val="0"/>
              </a:spcAft>
              <a:buNone/>
              <a:defRPr/>
            </a:lvl7pPr>
            <a:lvl8pPr lvl="7" rtl="0">
              <a:spcBef>
                <a:spcPts val="0"/>
              </a:spcBef>
              <a:spcAft>
                <a:spcPts val="0"/>
              </a:spcAft>
              <a:buNone/>
              <a:defRPr/>
            </a:lvl8pPr>
            <a:lvl9pPr lvl="8" rtl="0">
              <a:spcBef>
                <a:spcPts val="0"/>
              </a:spcBef>
              <a:spcAft>
                <a:spcPts val="0"/>
              </a:spcAft>
              <a:buNone/>
              <a:defRPr/>
            </a:lvl9pPr>
          </a:lstStyle>
          <a:p>
            <a:endParaRPr/>
          </a:p>
        </p:txBody>
      </p:sp>
      <p:sp>
        <p:nvSpPr>
          <p:cNvPr id="119" name="Google Shape;119;p29"/>
          <p:cNvSpPr txBox="1">
            <a:spLocks noGrp="1"/>
          </p:cNvSpPr>
          <p:nvPr>
            <p:ph type="subTitle" idx="1"/>
          </p:nvPr>
        </p:nvSpPr>
        <p:spPr>
          <a:xfrm>
            <a:off x="679875" y="341494"/>
            <a:ext cx="7772400" cy="3126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None/>
              <a:defRPr sz="1400">
                <a:solidFill>
                  <a:srgbClr val="FFFFFF"/>
                </a:solidFill>
                <a:latin typeface="Proxima Nova Semibold"/>
                <a:ea typeface="Proxima Nova Semibold"/>
                <a:cs typeface="Proxima Nova Semibold"/>
                <a:sym typeface="Proxima Nova Semibold"/>
              </a:defRPr>
            </a:lvl1pPr>
            <a:lvl2pPr lvl="1" rtl="0">
              <a:spcBef>
                <a:spcPts val="0"/>
              </a:spcBef>
              <a:spcAft>
                <a:spcPts val="0"/>
              </a:spcAft>
              <a:buNone/>
              <a:defRPr/>
            </a:lvl2pPr>
            <a:lvl3pPr lvl="2" rtl="0">
              <a:spcBef>
                <a:spcPts val="1600"/>
              </a:spcBef>
              <a:spcAft>
                <a:spcPts val="0"/>
              </a:spcAft>
              <a:buNone/>
              <a:defRPr/>
            </a:lvl3pPr>
            <a:lvl4pPr lvl="3" rtl="0">
              <a:spcBef>
                <a:spcPts val="1600"/>
              </a:spcBef>
              <a:spcAft>
                <a:spcPts val="0"/>
              </a:spcAft>
              <a:buNone/>
              <a:defRPr/>
            </a:lvl4pPr>
            <a:lvl5pPr lvl="4" rtl="0">
              <a:spcBef>
                <a:spcPts val="1600"/>
              </a:spcBef>
              <a:spcAft>
                <a:spcPts val="0"/>
              </a:spcAft>
              <a:buNone/>
              <a:defRPr/>
            </a:lvl5pPr>
            <a:lvl6pPr lvl="5" rtl="0">
              <a:spcBef>
                <a:spcPts val="1600"/>
              </a:spcBef>
              <a:spcAft>
                <a:spcPts val="0"/>
              </a:spcAft>
              <a:buNone/>
              <a:defRPr/>
            </a:lvl6pPr>
            <a:lvl7pPr lvl="6" rtl="0">
              <a:spcBef>
                <a:spcPts val="1600"/>
              </a:spcBef>
              <a:spcAft>
                <a:spcPts val="0"/>
              </a:spcAft>
              <a:buNone/>
              <a:defRPr/>
            </a:lvl7pPr>
            <a:lvl8pPr lvl="7" rtl="0">
              <a:spcBef>
                <a:spcPts val="1600"/>
              </a:spcBef>
              <a:spcAft>
                <a:spcPts val="0"/>
              </a:spcAft>
              <a:buNone/>
              <a:defRPr/>
            </a:lvl8pPr>
            <a:lvl9pPr lvl="8" rtl="0">
              <a:spcBef>
                <a:spcPts val="1600"/>
              </a:spcBef>
              <a:spcAft>
                <a:spcPts val="1600"/>
              </a:spcAft>
              <a:buNone/>
              <a:defRPr/>
            </a:lvl9pPr>
          </a:lstStyle>
          <a:p>
            <a:endParaRPr/>
          </a:p>
        </p:txBody>
      </p:sp>
      <p:pic>
        <p:nvPicPr>
          <p:cNvPr id="120" name="Google Shape;120;p29"/>
          <p:cNvPicPr preferRelativeResize="0"/>
          <p:nvPr/>
        </p:nvPicPr>
        <p:blipFill>
          <a:blip r:embed="rId2">
            <a:alphaModFix/>
          </a:blip>
          <a:stretch>
            <a:fillRect/>
          </a:stretch>
        </p:blipFill>
        <p:spPr>
          <a:xfrm>
            <a:off x="8028122" y="4800600"/>
            <a:ext cx="836911" cy="342901"/>
          </a:xfrm>
          <a:prstGeom prst="rect">
            <a:avLst/>
          </a:prstGeom>
          <a:noFill/>
          <a:ln>
            <a:noFill/>
          </a:ln>
        </p:spPr>
      </p:pic>
    </p:spTree>
  </p:cSld>
  <p:clrMapOvr>
    <a:masterClrMapping/>
  </p:clrMapOvr>
  <p:extLst>
    <p:ext uri="{DCECCB84-F9BA-43D5-87BE-67443E8EF086}">
      <p15:sldGuideLst xmlns:p15="http://schemas.microsoft.com/office/powerpoint/2012/main">
        <p15:guide id="1" pos="2880">
          <p15:clr>
            <a:srgbClr val="FA7B17"/>
          </p15:clr>
        </p15:guide>
        <p15:guide id="2" pos="5328">
          <p15:clr>
            <a:srgbClr val="FA7B17"/>
          </p15:clr>
        </p15:guide>
        <p15:guide id="3" orient="horz" pos="3024">
          <p15:clr>
            <a:srgbClr val="FA7B17"/>
          </p15:clr>
        </p15:guide>
        <p15:guide id="4" orient="horz" pos="1620">
          <p15:clr>
            <a:srgbClr val="FA7B17"/>
          </p15:clr>
        </p15:guide>
      </p15:sldGuideLst>
    </p:ext>
  </p:extLst>
</p:sldLayout>
</file>

<file path=ppt/slideLayouts/slideLayout28.xml><?xml version="1.0" encoding="utf-8"?>
<p:sldLayout xmlns:a="http://schemas.openxmlformats.org/drawingml/2006/main" xmlns:r="http://schemas.openxmlformats.org/officeDocument/2006/relationships" xmlns:p="http://schemas.openxmlformats.org/presentationml/2006/main" matchingName="1 Physics title 1">
  <p:cSld name="TITLE_1_1_1_1_2">
    <p:bg>
      <p:bgPr>
        <a:solidFill>
          <a:srgbClr val="1D88E5"/>
        </a:solidFill>
        <a:effectLst/>
      </p:bgPr>
    </p:bg>
    <p:spTree>
      <p:nvGrpSpPr>
        <p:cNvPr id="1" name="Shape 121"/>
        <p:cNvGrpSpPr/>
        <p:nvPr/>
      </p:nvGrpSpPr>
      <p:grpSpPr>
        <a:xfrm>
          <a:off x="0" y="0"/>
          <a:ext cx="0" cy="0"/>
          <a:chOff x="0" y="0"/>
          <a:chExt cx="0" cy="0"/>
        </a:xfrm>
      </p:grpSpPr>
      <p:pic>
        <p:nvPicPr>
          <p:cNvPr id="122" name="Google Shape;122;p30"/>
          <p:cNvPicPr preferRelativeResize="0"/>
          <p:nvPr/>
        </p:nvPicPr>
        <p:blipFill>
          <a:blip r:embed="rId2">
            <a:alphaModFix/>
          </a:blip>
          <a:stretch>
            <a:fillRect/>
          </a:stretch>
        </p:blipFill>
        <p:spPr>
          <a:xfrm>
            <a:off x="8028122" y="4800600"/>
            <a:ext cx="836911" cy="342901"/>
          </a:xfrm>
          <a:prstGeom prst="rect">
            <a:avLst/>
          </a:prstGeom>
          <a:noFill/>
          <a:ln>
            <a:noFill/>
          </a:ln>
        </p:spPr>
      </p:pic>
    </p:spTree>
  </p:cSld>
  <p:clrMapOvr>
    <a:masterClrMapping/>
  </p:clrMapOvr>
  <p:extLst>
    <p:ext uri="{DCECCB84-F9BA-43D5-87BE-67443E8EF086}">
      <p15:sldGuideLst xmlns:p15="http://schemas.microsoft.com/office/powerpoint/2012/main">
        <p15:guide id="1" pos="2880">
          <p15:clr>
            <a:srgbClr val="FA7B17"/>
          </p15:clr>
        </p15:guide>
        <p15:guide id="2" pos="5328">
          <p15:clr>
            <a:srgbClr val="FA7B17"/>
          </p15:clr>
        </p15:guide>
        <p15:guide id="3" orient="horz" pos="3024">
          <p15:clr>
            <a:srgbClr val="FA7B17"/>
          </p15:clr>
        </p15:guide>
        <p15:guide id="4" orient="horz" pos="1620">
          <p15:clr>
            <a:srgbClr val="FA7B17"/>
          </p15:clr>
        </p15:guide>
      </p15:sldGuideLst>
    </p:ext>
  </p:extLst>
</p:sldLayout>
</file>

<file path=ppt/slideLayouts/slideLayout29.xml><?xml version="1.0" encoding="utf-8"?>
<p:sldLayout xmlns:a="http://schemas.openxmlformats.org/drawingml/2006/main" xmlns:r="http://schemas.openxmlformats.org/officeDocument/2006/relationships" xmlns:p="http://schemas.openxmlformats.org/presentationml/2006/main" matchingName="1 Biology title">
  <p:cSld name="TITLE_1_1_1_1_1">
    <p:bg>
      <p:bgPr>
        <a:solidFill>
          <a:srgbClr val="1A5E20"/>
        </a:solidFill>
        <a:effectLst/>
      </p:bgPr>
    </p:bg>
    <p:spTree>
      <p:nvGrpSpPr>
        <p:cNvPr id="1" name="Shape 123"/>
        <p:cNvGrpSpPr/>
        <p:nvPr/>
      </p:nvGrpSpPr>
      <p:grpSpPr>
        <a:xfrm>
          <a:off x="0" y="0"/>
          <a:ext cx="0" cy="0"/>
          <a:chOff x="0" y="0"/>
          <a:chExt cx="0" cy="0"/>
        </a:xfrm>
      </p:grpSpPr>
      <p:sp>
        <p:nvSpPr>
          <p:cNvPr id="124" name="Google Shape;124;p31"/>
          <p:cNvSpPr txBox="1">
            <a:spLocks noGrp="1"/>
          </p:cNvSpPr>
          <p:nvPr>
            <p:ph type="title"/>
          </p:nvPr>
        </p:nvSpPr>
        <p:spPr>
          <a:xfrm>
            <a:off x="685800" y="654075"/>
            <a:ext cx="7772400" cy="1403400"/>
          </a:xfrm>
          <a:prstGeom prst="rect">
            <a:avLst/>
          </a:prstGeom>
        </p:spPr>
        <p:txBody>
          <a:bodyPr spcFirstLastPara="1" wrap="square" lIns="91425" tIns="91425" rIns="91425" bIns="91425" anchor="t" anchorCtr="0">
            <a:noAutofit/>
          </a:bodyPr>
          <a:lstStyle>
            <a:lvl1pPr lvl="0" rtl="0">
              <a:spcBef>
                <a:spcPts val="0"/>
              </a:spcBef>
              <a:spcAft>
                <a:spcPts val="0"/>
              </a:spcAft>
              <a:buNone/>
              <a:defRPr sz="6000" b="1">
                <a:solidFill>
                  <a:srgbClr val="FED834"/>
                </a:solidFill>
                <a:latin typeface="Proxima Nova"/>
                <a:ea typeface="Proxima Nova"/>
                <a:cs typeface="Proxima Nova"/>
                <a:sym typeface="Proxima Nova"/>
              </a:defRPr>
            </a:lvl1pPr>
            <a:lvl2pPr lvl="1" rtl="0">
              <a:spcBef>
                <a:spcPts val="0"/>
              </a:spcBef>
              <a:spcAft>
                <a:spcPts val="0"/>
              </a:spcAft>
              <a:buNone/>
              <a:defRPr/>
            </a:lvl2pPr>
            <a:lvl3pPr lvl="2" rtl="0">
              <a:spcBef>
                <a:spcPts val="0"/>
              </a:spcBef>
              <a:spcAft>
                <a:spcPts val="0"/>
              </a:spcAft>
              <a:buNone/>
              <a:defRPr/>
            </a:lvl3pPr>
            <a:lvl4pPr lvl="3" rtl="0">
              <a:spcBef>
                <a:spcPts val="0"/>
              </a:spcBef>
              <a:spcAft>
                <a:spcPts val="0"/>
              </a:spcAft>
              <a:buNone/>
              <a:defRPr/>
            </a:lvl4pPr>
            <a:lvl5pPr lvl="4" rtl="0">
              <a:spcBef>
                <a:spcPts val="0"/>
              </a:spcBef>
              <a:spcAft>
                <a:spcPts val="0"/>
              </a:spcAft>
              <a:buNone/>
              <a:defRPr/>
            </a:lvl5pPr>
            <a:lvl6pPr lvl="5" rtl="0">
              <a:spcBef>
                <a:spcPts val="0"/>
              </a:spcBef>
              <a:spcAft>
                <a:spcPts val="0"/>
              </a:spcAft>
              <a:buNone/>
              <a:defRPr/>
            </a:lvl6pPr>
            <a:lvl7pPr lvl="6" rtl="0">
              <a:spcBef>
                <a:spcPts val="0"/>
              </a:spcBef>
              <a:spcAft>
                <a:spcPts val="0"/>
              </a:spcAft>
              <a:buNone/>
              <a:defRPr/>
            </a:lvl7pPr>
            <a:lvl8pPr lvl="7" rtl="0">
              <a:spcBef>
                <a:spcPts val="0"/>
              </a:spcBef>
              <a:spcAft>
                <a:spcPts val="0"/>
              </a:spcAft>
              <a:buNone/>
              <a:defRPr/>
            </a:lvl8pPr>
            <a:lvl9pPr lvl="8" rtl="0">
              <a:spcBef>
                <a:spcPts val="0"/>
              </a:spcBef>
              <a:spcAft>
                <a:spcPts val="0"/>
              </a:spcAft>
              <a:buNone/>
              <a:defRPr/>
            </a:lvl9pPr>
          </a:lstStyle>
          <a:p>
            <a:endParaRPr/>
          </a:p>
        </p:txBody>
      </p:sp>
      <p:sp>
        <p:nvSpPr>
          <p:cNvPr id="125" name="Google Shape;125;p31"/>
          <p:cNvSpPr txBox="1">
            <a:spLocks noGrp="1"/>
          </p:cNvSpPr>
          <p:nvPr>
            <p:ph type="subTitle" idx="1"/>
          </p:nvPr>
        </p:nvSpPr>
        <p:spPr>
          <a:xfrm>
            <a:off x="679875" y="341494"/>
            <a:ext cx="7772400" cy="3126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None/>
              <a:defRPr sz="1400">
                <a:solidFill>
                  <a:srgbClr val="FFFFFF"/>
                </a:solidFill>
                <a:latin typeface="Proxima Nova Semibold"/>
                <a:ea typeface="Proxima Nova Semibold"/>
                <a:cs typeface="Proxima Nova Semibold"/>
                <a:sym typeface="Proxima Nova Semibold"/>
              </a:defRPr>
            </a:lvl1pPr>
            <a:lvl2pPr lvl="1" rtl="0">
              <a:spcBef>
                <a:spcPts val="0"/>
              </a:spcBef>
              <a:spcAft>
                <a:spcPts val="0"/>
              </a:spcAft>
              <a:buNone/>
              <a:defRPr/>
            </a:lvl2pPr>
            <a:lvl3pPr lvl="2" rtl="0">
              <a:spcBef>
                <a:spcPts val="1600"/>
              </a:spcBef>
              <a:spcAft>
                <a:spcPts val="0"/>
              </a:spcAft>
              <a:buNone/>
              <a:defRPr/>
            </a:lvl3pPr>
            <a:lvl4pPr lvl="3" rtl="0">
              <a:spcBef>
                <a:spcPts val="1600"/>
              </a:spcBef>
              <a:spcAft>
                <a:spcPts val="0"/>
              </a:spcAft>
              <a:buNone/>
              <a:defRPr/>
            </a:lvl4pPr>
            <a:lvl5pPr lvl="4" rtl="0">
              <a:spcBef>
                <a:spcPts val="1600"/>
              </a:spcBef>
              <a:spcAft>
                <a:spcPts val="0"/>
              </a:spcAft>
              <a:buNone/>
              <a:defRPr/>
            </a:lvl5pPr>
            <a:lvl6pPr lvl="5" rtl="0">
              <a:spcBef>
                <a:spcPts val="1600"/>
              </a:spcBef>
              <a:spcAft>
                <a:spcPts val="0"/>
              </a:spcAft>
              <a:buNone/>
              <a:defRPr/>
            </a:lvl6pPr>
            <a:lvl7pPr lvl="6" rtl="0">
              <a:spcBef>
                <a:spcPts val="1600"/>
              </a:spcBef>
              <a:spcAft>
                <a:spcPts val="0"/>
              </a:spcAft>
              <a:buNone/>
              <a:defRPr/>
            </a:lvl7pPr>
            <a:lvl8pPr lvl="7" rtl="0">
              <a:spcBef>
                <a:spcPts val="1600"/>
              </a:spcBef>
              <a:spcAft>
                <a:spcPts val="0"/>
              </a:spcAft>
              <a:buNone/>
              <a:defRPr/>
            </a:lvl8pPr>
            <a:lvl9pPr lvl="8" rtl="0">
              <a:spcBef>
                <a:spcPts val="1600"/>
              </a:spcBef>
              <a:spcAft>
                <a:spcPts val="1600"/>
              </a:spcAft>
              <a:buNone/>
              <a:defRPr/>
            </a:lvl9pPr>
          </a:lstStyle>
          <a:p>
            <a:endParaRPr/>
          </a:p>
        </p:txBody>
      </p:sp>
      <p:pic>
        <p:nvPicPr>
          <p:cNvPr id="126" name="Google Shape;126;p31"/>
          <p:cNvPicPr preferRelativeResize="0"/>
          <p:nvPr/>
        </p:nvPicPr>
        <p:blipFill>
          <a:blip r:embed="rId2">
            <a:alphaModFix/>
          </a:blip>
          <a:stretch>
            <a:fillRect/>
          </a:stretch>
        </p:blipFill>
        <p:spPr>
          <a:xfrm>
            <a:off x="8028122" y="4800600"/>
            <a:ext cx="836911" cy="342901"/>
          </a:xfrm>
          <a:prstGeom prst="rect">
            <a:avLst/>
          </a:prstGeom>
          <a:noFill/>
          <a:ln>
            <a:noFill/>
          </a:ln>
        </p:spPr>
      </p:pic>
    </p:spTree>
  </p:cSld>
  <p:clrMapOvr>
    <a:masterClrMapping/>
  </p:clrMapOvr>
  <p:extLst>
    <p:ext uri="{DCECCB84-F9BA-43D5-87BE-67443E8EF086}">
      <p15:sldGuideLst xmlns:p15="http://schemas.microsoft.com/office/powerpoint/2012/main">
        <p15:guide id="1" pos="2880">
          <p15:clr>
            <a:srgbClr val="FA7B17"/>
          </p15:clr>
        </p15:guide>
        <p15:guide id="2" pos="5328">
          <p15:clr>
            <a:srgbClr val="FA7B17"/>
          </p15:clr>
        </p15:guide>
        <p15:guide id="3" orient="horz" pos="3024">
          <p15:clr>
            <a:srgbClr val="FA7B17"/>
          </p15:clr>
        </p15:guide>
        <p15:guide id="4" orient="horz" pos="1620">
          <p15:clr>
            <a:srgbClr val="FA7B17"/>
          </p15:clr>
        </p15:guide>
      </p15:sldGuideLst>
    </p:ext>
  </p:extLst>
</p:sldLayout>
</file>

<file path=ppt/slideLayouts/slideLayout30.xml><?xml version="1.0" encoding="utf-8"?>
<p:sldLayout xmlns:a="http://schemas.openxmlformats.org/drawingml/2006/main" xmlns:r="http://schemas.openxmlformats.org/officeDocument/2006/relationships" xmlns:p="http://schemas.openxmlformats.org/presentationml/2006/main" matchingName="1 Biology title 1">
  <p:cSld name="TITLE_1_1_1_1_1_2">
    <p:bg>
      <p:bgPr>
        <a:solidFill>
          <a:srgbClr val="4CAF50"/>
        </a:solidFill>
        <a:effectLst/>
      </p:bgPr>
    </p:bg>
    <p:spTree>
      <p:nvGrpSpPr>
        <p:cNvPr id="1" name="Shape 127"/>
        <p:cNvGrpSpPr/>
        <p:nvPr/>
      </p:nvGrpSpPr>
      <p:grpSpPr>
        <a:xfrm>
          <a:off x="0" y="0"/>
          <a:ext cx="0" cy="0"/>
          <a:chOff x="0" y="0"/>
          <a:chExt cx="0" cy="0"/>
        </a:xfrm>
      </p:grpSpPr>
      <p:sp>
        <p:nvSpPr>
          <p:cNvPr id="128" name="Google Shape;128;p32"/>
          <p:cNvSpPr txBox="1">
            <a:spLocks noGrp="1"/>
          </p:cNvSpPr>
          <p:nvPr>
            <p:ph type="title"/>
          </p:nvPr>
        </p:nvSpPr>
        <p:spPr>
          <a:xfrm>
            <a:off x="685800" y="654075"/>
            <a:ext cx="7772400" cy="1403400"/>
          </a:xfrm>
          <a:prstGeom prst="rect">
            <a:avLst/>
          </a:prstGeom>
        </p:spPr>
        <p:txBody>
          <a:bodyPr spcFirstLastPara="1" wrap="square" lIns="91425" tIns="91425" rIns="91425" bIns="91425" anchor="t" anchorCtr="0">
            <a:noAutofit/>
          </a:bodyPr>
          <a:lstStyle>
            <a:lvl1pPr lvl="0" rtl="0">
              <a:spcBef>
                <a:spcPts val="0"/>
              </a:spcBef>
              <a:spcAft>
                <a:spcPts val="0"/>
              </a:spcAft>
              <a:buNone/>
              <a:defRPr sz="6000" b="1">
                <a:solidFill>
                  <a:srgbClr val="FED834"/>
                </a:solidFill>
                <a:latin typeface="Proxima Nova"/>
                <a:ea typeface="Proxima Nova"/>
                <a:cs typeface="Proxima Nova"/>
                <a:sym typeface="Proxima Nova"/>
              </a:defRPr>
            </a:lvl1pPr>
            <a:lvl2pPr lvl="1" rtl="0">
              <a:spcBef>
                <a:spcPts val="0"/>
              </a:spcBef>
              <a:spcAft>
                <a:spcPts val="0"/>
              </a:spcAft>
              <a:buNone/>
              <a:defRPr/>
            </a:lvl2pPr>
            <a:lvl3pPr lvl="2" rtl="0">
              <a:spcBef>
                <a:spcPts val="0"/>
              </a:spcBef>
              <a:spcAft>
                <a:spcPts val="0"/>
              </a:spcAft>
              <a:buNone/>
              <a:defRPr/>
            </a:lvl3pPr>
            <a:lvl4pPr lvl="3" rtl="0">
              <a:spcBef>
                <a:spcPts val="0"/>
              </a:spcBef>
              <a:spcAft>
                <a:spcPts val="0"/>
              </a:spcAft>
              <a:buNone/>
              <a:defRPr/>
            </a:lvl4pPr>
            <a:lvl5pPr lvl="4" rtl="0">
              <a:spcBef>
                <a:spcPts val="0"/>
              </a:spcBef>
              <a:spcAft>
                <a:spcPts val="0"/>
              </a:spcAft>
              <a:buNone/>
              <a:defRPr/>
            </a:lvl5pPr>
            <a:lvl6pPr lvl="5" rtl="0">
              <a:spcBef>
                <a:spcPts val="0"/>
              </a:spcBef>
              <a:spcAft>
                <a:spcPts val="0"/>
              </a:spcAft>
              <a:buNone/>
              <a:defRPr/>
            </a:lvl6pPr>
            <a:lvl7pPr lvl="6" rtl="0">
              <a:spcBef>
                <a:spcPts val="0"/>
              </a:spcBef>
              <a:spcAft>
                <a:spcPts val="0"/>
              </a:spcAft>
              <a:buNone/>
              <a:defRPr/>
            </a:lvl7pPr>
            <a:lvl8pPr lvl="7" rtl="0">
              <a:spcBef>
                <a:spcPts val="0"/>
              </a:spcBef>
              <a:spcAft>
                <a:spcPts val="0"/>
              </a:spcAft>
              <a:buNone/>
              <a:defRPr/>
            </a:lvl8pPr>
            <a:lvl9pPr lvl="8" rtl="0">
              <a:spcBef>
                <a:spcPts val="0"/>
              </a:spcBef>
              <a:spcAft>
                <a:spcPts val="0"/>
              </a:spcAft>
              <a:buNone/>
              <a:defRPr/>
            </a:lvl9pPr>
          </a:lstStyle>
          <a:p>
            <a:endParaRPr/>
          </a:p>
        </p:txBody>
      </p:sp>
      <p:sp>
        <p:nvSpPr>
          <p:cNvPr id="129" name="Google Shape;129;p32"/>
          <p:cNvSpPr txBox="1">
            <a:spLocks noGrp="1"/>
          </p:cNvSpPr>
          <p:nvPr>
            <p:ph type="subTitle" idx="1"/>
          </p:nvPr>
        </p:nvSpPr>
        <p:spPr>
          <a:xfrm>
            <a:off x="679875" y="341494"/>
            <a:ext cx="7772400" cy="3126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None/>
              <a:defRPr sz="1400">
                <a:solidFill>
                  <a:srgbClr val="FFFFFF"/>
                </a:solidFill>
                <a:latin typeface="Proxima Nova Semibold"/>
                <a:ea typeface="Proxima Nova Semibold"/>
                <a:cs typeface="Proxima Nova Semibold"/>
                <a:sym typeface="Proxima Nova Semibold"/>
              </a:defRPr>
            </a:lvl1pPr>
            <a:lvl2pPr lvl="1" rtl="0">
              <a:spcBef>
                <a:spcPts val="0"/>
              </a:spcBef>
              <a:spcAft>
                <a:spcPts val="0"/>
              </a:spcAft>
              <a:buNone/>
              <a:defRPr/>
            </a:lvl2pPr>
            <a:lvl3pPr lvl="2" rtl="0">
              <a:spcBef>
                <a:spcPts val="1600"/>
              </a:spcBef>
              <a:spcAft>
                <a:spcPts val="0"/>
              </a:spcAft>
              <a:buNone/>
              <a:defRPr/>
            </a:lvl3pPr>
            <a:lvl4pPr lvl="3" rtl="0">
              <a:spcBef>
                <a:spcPts val="1600"/>
              </a:spcBef>
              <a:spcAft>
                <a:spcPts val="0"/>
              </a:spcAft>
              <a:buNone/>
              <a:defRPr/>
            </a:lvl4pPr>
            <a:lvl5pPr lvl="4" rtl="0">
              <a:spcBef>
                <a:spcPts val="1600"/>
              </a:spcBef>
              <a:spcAft>
                <a:spcPts val="0"/>
              </a:spcAft>
              <a:buNone/>
              <a:defRPr/>
            </a:lvl5pPr>
            <a:lvl6pPr lvl="5" rtl="0">
              <a:spcBef>
                <a:spcPts val="1600"/>
              </a:spcBef>
              <a:spcAft>
                <a:spcPts val="0"/>
              </a:spcAft>
              <a:buNone/>
              <a:defRPr/>
            </a:lvl6pPr>
            <a:lvl7pPr lvl="6" rtl="0">
              <a:spcBef>
                <a:spcPts val="1600"/>
              </a:spcBef>
              <a:spcAft>
                <a:spcPts val="0"/>
              </a:spcAft>
              <a:buNone/>
              <a:defRPr/>
            </a:lvl7pPr>
            <a:lvl8pPr lvl="7" rtl="0">
              <a:spcBef>
                <a:spcPts val="1600"/>
              </a:spcBef>
              <a:spcAft>
                <a:spcPts val="0"/>
              </a:spcAft>
              <a:buNone/>
              <a:defRPr/>
            </a:lvl8pPr>
            <a:lvl9pPr lvl="8" rtl="0">
              <a:spcBef>
                <a:spcPts val="1600"/>
              </a:spcBef>
              <a:spcAft>
                <a:spcPts val="1600"/>
              </a:spcAft>
              <a:buNone/>
              <a:defRPr/>
            </a:lvl9pPr>
          </a:lstStyle>
          <a:p>
            <a:endParaRPr/>
          </a:p>
        </p:txBody>
      </p:sp>
      <p:pic>
        <p:nvPicPr>
          <p:cNvPr id="130" name="Google Shape;130;p32"/>
          <p:cNvPicPr preferRelativeResize="0"/>
          <p:nvPr/>
        </p:nvPicPr>
        <p:blipFill>
          <a:blip r:embed="rId2">
            <a:alphaModFix/>
          </a:blip>
          <a:stretch>
            <a:fillRect/>
          </a:stretch>
        </p:blipFill>
        <p:spPr>
          <a:xfrm>
            <a:off x="8028122" y="4800600"/>
            <a:ext cx="836911" cy="342901"/>
          </a:xfrm>
          <a:prstGeom prst="rect">
            <a:avLst/>
          </a:prstGeom>
          <a:noFill/>
          <a:ln>
            <a:noFill/>
          </a:ln>
        </p:spPr>
      </p:pic>
    </p:spTree>
  </p:cSld>
  <p:clrMapOvr>
    <a:masterClrMapping/>
  </p:clrMapOvr>
  <p:extLst>
    <p:ext uri="{DCECCB84-F9BA-43D5-87BE-67443E8EF086}">
      <p15:sldGuideLst xmlns:p15="http://schemas.microsoft.com/office/powerpoint/2012/main">
        <p15:guide id="1" pos="2880">
          <p15:clr>
            <a:srgbClr val="FA7B17"/>
          </p15:clr>
        </p15:guide>
        <p15:guide id="2" pos="5328">
          <p15:clr>
            <a:srgbClr val="FA7B17"/>
          </p15:clr>
        </p15:guide>
        <p15:guide id="3" orient="horz" pos="3024">
          <p15:clr>
            <a:srgbClr val="FA7B17"/>
          </p15:clr>
        </p15:guide>
        <p15:guide id="4" orient="horz" pos="1620">
          <p15:clr>
            <a:srgbClr val="FA7B17"/>
          </p15:clr>
        </p15:guide>
      </p15:sldGuideLst>
    </p:ext>
  </p:extLst>
</p:sldLayout>
</file>

<file path=ppt/slideLayouts/slideLayout31.xml><?xml version="1.0" encoding="utf-8"?>
<p:sldLayout xmlns:a="http://schemas.openxmlformats.org/drawingml/2006/main" xmlns:r="http://schemas.openxmlformats.org/officeDocument/2006/relationships" xmlns:p="http://schemas.openxmlformats.org/presentationml/2006/main" matchingName="1 Chemistry title">
  <p:cSld name="TITLE_1_1_1_1_1_1">
    <p:bg>
      <p:bgPr>
        <a:solidFill>
          <a:srgbClr val="880D4F"/>
        </a:solidFill>
        <a:effectLst/>
      </p:bgPr>
    </p:bg>
    <p:spTree>
      <p:nvGrpSpPr>
        <p:cNvPr id="1" name="Shape 131"/>
        <p:cNvGrpSpPr/>
        <p:nvPr/>
      </p:nvGrpSpPr>
      <p:grpSpPr>
        <a:xfrm>
          <a:off x="0" y="0"/>
          <a:ext cx="0" cy="0"/>
          <a:chOff x="0" y="0"/>
          <a:chExt cx="0" cy="0"/>
        </a:xfrm>
      </p:grpSpPr>
      <p:sp>
        <p:nvSpPr>
          <p:cNvPr id="132" name="Google Shape;132;p33"/>
          <p:cNvSpPr txBox="1">
            <a:spLocks noGrp="1"/>
          </p:cNvSpPr>
          <p:nvPr>
            <p:ph type="title"/>
          </p:nvPr>
        </p:nvSpPr>
        <p:spPr>
          <a:xfrm>
            <a:off x="685800" y="654075"/>
            <a:ext cx="7772400" cy="1403400"/>
          </a:xfrm>
          <a:prstGeom prst="rect">
            <a:avLst/>
          </a:prstGeom>
        </p:spPr>
        <p:txBody>
          <a:bodyPr spcFirstLastPara="1" wrap="square" lIns="91425" tIns="91425" rIns="91425" bIns="91425" anchor="t" anchorCtr="0">
            <a:noAutofit/>
          </a:bodyPr>
          <a:lstStyle>
            <a:lvl1pPr lvl="0" rtl="0">
              <a:spcBef>
                <a:spcPts val="0"/>
              </a:spcBef>
              <a:spcAft>
                <a:spcPts val="0"/>
              </a:spcAft>
              <a:buNone/>
              <a:defRPr sz="6000" b="1">
                <a:solidFill>
                  <a:srgbClr val="FED834"/>
                </a:solidFill>
                <a:latin typeface="Proxima Nova"/>
                <a:ea typeface="Proxima Nova"/>
                <a:cs typeface="Proxima Nova"/>
                <a:sym typeface="Proxima Nova"/>
              </a:defRPr>
            </a:lvl1pPr>
            <a:lvl2pPr lvl="1" rtl="0">
              <a:spcBef>
                <a:spcPts val="0"/>
              </a:spcBef>
              <a:spcAft>
                <a:spcPts val="0"/>
              </a:spcAft>
              <a:buNone/>
              <a:defRPr/>
            </a:lvl2pPr>
            <a:lvl3pPr lvl="2" rtl="0">
              <a:spcBef>
                <a:spcPts val="0"/>
              </a:spcBef>
              <a:spcAft>
                <a:spcPts val="0"/>
              </a:spcAft>
              <a:buNone/>
              <a:defRPr/>
            </a:lvl3pPr>
            <a:lvl4pPr lvl="3" rtl="0">
              <a:spcBef>
                <a:spcPts val="0"/>
              </a:spcBef>
              <a:spcAft>
                <a:spcPts val="0"/>
              </a:spcAft>
              <a:buNone/>
              <a:defRPr/>
            </a:lvl4pPr>
            <a:lvl5pPr lvl="4" rtl="0">
              <a:spcBef>
                <a:spcPts val="0"/>
              </a:spcBef>
              <a:spcAft>
                <a:spcPts val="0"/>
              </a:spcAft>
              <a:buNone/>
              <a:defRPr/>
            </a:lvl5pPr>
            <a:lvl6pPr lvl="5" rtl="0">
              <a:spcBef>
                <a:spcPts val="0"/>
              </a:spcBef>
              <a:spcAft>
                <a:spcPts val="0"/>
              </a:spcAft>
              <a:buNone/>
              <a:defRPr/>
            </a:lvl6pPr>
            <a:lvl7pPr lvl="6" rtl="0">
              <a:spcBef>
                <a:spcPts val="0"/>
              </a:spcBef>
              <a:spcAft>
                <a:spcPts val="0"/>
              </a:spcAft>
              <a:buNone/>
              <a:defRPr/>
            </a:lvl7pPr>
            <a:lvl8pPr lvl="7" rtl="0">
              <a:spcBef>
                <a:spcPts val="0"/>
              </a:spcBef>
              <a:spcAft>
                <a:spcPts val="0"/>
              </a:spcAft>
              <a:buNone/>
              <a:defRPr/>
            </a:lvl8pPr>
            <a:lvl9pPr lvl="8" rtl="0">
              <a:spcBef>
                <a:spcPts val="0"/>
              </a:spcBef>
              <a:spcAft>
                <a:spcPts val="0"/>
              </a:spcAft>
              <a:buNone/>
              <a:defRPr/>
            </a:lvl9pPr>
          </a:lstStyle>
          <a:p>
            <a:endParaRPr/>
          </a:p>
        </p:txBody>
      </p:sp>
      <p:sp>
        <p:nvSpPr>
          <p:cNvPr id="133" name="Google Shape;133;p33"/>
          <p:cNvSpPr txBox="1">
            <a:spLocks noGrp="1"/>
          </p:cNvSpPr>
          <p:nvPr>
            <p:ph type="subTitle" idx="1"/>
          </p:nvPr>
        </p:nvSpPr>
        <p:spPr>
          <a:xfrm>
            <a:off x="679875" y="341494"/>
            <a:ext cx="7772400" cy="3126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None/>
              <a:defRPr sz="1400">
                <a:solidFill>
                  <a:srgbClr val="FFFFFF"/>
                </a:solidFill>
                <a:latin typeface="Proxima Nova Semibold"/>
                <a:ea typeface="Proxima Nova Semibold"/>
                <a:cs typeface="Proxima Nova Semibold"/>
                <a:sym typeface="Proxima Nova Semibold"/>
              </a:defRPr>
            </a:lvl1pPr>
            <a:lvl2pPr lvl="1" rtl="0">
              <a:spcBef>
                <a:spcPts val="0"/>
              </a:spcBef>
              <a:spcAft>
                <a:spcPts val="0"/>
              </a:spcAft>
              <a:buNone/>
              <a:defRPr/>
            </a:lvl2pPr>
            <a:lvl3pPr lvl="2" rtl="0">
              <a:spcBef>
                <a:spcPts val="1600"/>
              </a:spcBef>
              <a:spcAft>
                <a:spcPts val="0"/>
              </a:spcAft>
              <a:buNone/>
              <a:defRPr/>
            </a:lvl3pPr>
            <a:lvl4pPr lvl="3" rtl="0">
              <a:spcBef>
                <a:spcPts val="1600"/>
              </a:spcBef>
              <a:spcAft>
                <a:spcPts val="0"/>
              </a:spcAft>
              <a:buNone/>
              <a:defRPr/>
            </a:lvl4pPr>
            <a:lvl5pPr lvl="4" rtl="0">
              <a:spcBef>
                <a:spcPts val="1600"/>
              </a:spcBef>
              <a:spcAft>
                <a:spcPts val="0"/>
              </a:spcAft>
              <a:buNone/>
              <a:defRPr/>
            </a:lvl5pPr>
            <a:lvl6pPr lvl="5" rtl="0">
              <a:spcBef>
                <a:spcPts val="1600"/>
              </a:spcBef>
              <a:spcAft>
                <a:spcPts val="0"/>
              </a:spcAft>
              <a:buNone/>
              <a:defRPr/>
            </a:lvl6pPr>
            <a:lvl7pPr lvl="6" rtl="0">
              <a:spcBef>
                <a:spcPts val="1600"/>
              </a:spcBef>
              <a:spcAft>
                <a:spcPts val="0"/>
              </a:spcAft>
              <a:buNone/>
              <a:defRPr/>
            </a:lvl7pPr>
            <a:lvl8pPr lvl="7" rtl="0">
              <a:spcBef>
                <a:spcPts val="1600"/>
              </a:spcBef>
              <a:spcAft>
                <a:spcPts val="0"/>
              </a:spcAft>
              <a:buNone/>
              <a:defRPr/>
            </a:lvl8pPr>
            <a:lvl9pPr lvl="8" rtl="0">
              <a:spcBef>
                <a:spcPts val="1600"/>
              </a:spcBef>
              <a:spcAft>
                <a:spcPts val="1600"/>
              </a:spcAft>
              <a:buNone/>
              <a:defRPr/>
            </a:lvl9pPr>
          </a:lstStyle>
          <a:p>
            <a:endParaRPr/>
          </a:p>
        </p:txBody>
      </p:sp>
      <p:pic>
        <p:nvPicPr>
          <p:cNvPr id="134" name="Google Shape;134;p33"/>
          <p:cNvPicPr preferRelativeResize="0"/>
          <p:nvPr/>
        </p:nvPicPr>
        <p:blipFill>
          <a:blip r:embed="rId2">
            <a:alphaModFix/>
          </a:blip>
          <a:stretch>
            <a:fillRect/>
          </a:stretch>
        </p:blipFill>
        <p:spPr>
          <a:xfrm>
            <a:off x="8028128" y="4800601"/>
            <a:ext cx="836905" cy="342901"/>
          </a:xfrm>
          <a:prstGeom prst="rect">
            <a:avLst/>
          </a:prstGeom>
          <a:noFill/>
          <a:ln>
            <a:noFill/>
          </a:ln>
        </p:spPr>
      </p:pic>
    </p:spTree>
  </p:cSld>
  <p:clrMapOvr>
    <a:masterClrMapping/>
  </p:clrMapOvr>
  <p:extLst>
    <p:ext uri="{DCECCB84-F9BA-43D5-87BE-67443E8EF086}">
      <p15:sldGuideLst xmlns:p15="http://schemas.microsoft.com/office/powerpoint/2012/main">
        <p15:guide id="1" pos="2880">
          <p15:clr>
            <a:srgbClr val="FA7B17"/>
          </p15:clr>
        </p15:guide>
        <p15:guide id="2" pos="5328">
          <p15:clr>
            <a:srgbClr val="FA7B17"/>
          </p15:clr>
        </p15:guide>
        <p15:guide id="3" orient="horz" pos="3024">
          <p15:clr>
            <a:srgbClr val="FA7B17"/>
          </p15:clr>
        </p15:guide>
        <p15:guide id="4" orient="horz" pos="1620">
          <p15:clr>
            <a:srgbClr val="FA7B17"/>
          </p15:clr>
        </p15:guide>
      </p15:sldGuideLst>
    </p:ext>
  </p:extLst>
</p:sldLayout>
</file>

<file path=ppt/slideLayouts/slideLayout32.xml><?xml version="1.0" encoding="utf-8"?>
<p:sldLayout xmlns:a="http://schemas.openxmlformats.org/drawingml/2006/main" xmlns:r="http://schemas.openxmlformats.org/officeDocument/2006/relationships" xmlns:p="http://schemas.openxmlformats.org/presentationml/2006/main" matchingName="1 Chemistry title 1">
  <p:cSld name="TITLE_1_1_1_1_1_1_1">
    <p:bg>
      <p:bgPr>
        <a:solidFill>
          <a:srgbClr val="880D4F"/>
        </a:solidFill>
        <a:effectLst/>
      </p:bgPr>
    </p:bg>
    <p:spTree>
      <p:nvGrpSpPr>
        <p:cNvPr id="1" name="Shape 135"/>
        <p:cNvGrpSpPr/>
        <p:nvPr/>
      </p:nvGrpSpPr>
      <p:grpSpPr>
        <a:xfrm>
          <a:off x="0" y="0"/>
          <a:ext cx="0" cy="0"/>
          <a:chOff x="0" y="0"/>
          <a:chExt cx="0" cy="0"/>
        </a:xfrm>
      </p:grpSpPr>
      <p:sp>
        <p:nvSpPr>
          <p:cNvPr id="136" name="Google Shape;136;p34"/>
          <p:cNvSpPr txBox="1">
            <a:spLocks noGrp="1"/>
          </p:cNvSpPr>
          <p:nvPr>
            <p:ph type="title"/>
          </p:nvPr>
        </p:nvSpPr>
        <p:spPr>
          <a:xfrm>
            <a:off x="685800" y="654075"/>
            <a:ext cx="7772400" cy="1403400"/>
          </a:xfrm>
          <a:prstGeom prst="rect">
            <a:avLst/>
          </a:prstGeom>
        </p:spPr>
        <p:txBody>
          <a:bodyPr spcFirstLastPara="1" wrap="square" lIns="91425" tIns="91425" rIns="91425" bIns="91425" anchor="t" anchorCtr="0">
            <a:noAutofit/>
          </a:bodyPr>
          <a:lstStyle>
            <a:lvl1pPr lvl="0" rtl="0">
              <a:spcBef>
                <a:spcPts val="0"/>
              </a:spcBef>
              <a:spcAft>
                <a:spcPts val="0"/>
              </a:spcAft>
              <a:buNone/>
              <a:defRPr sz="6000" b="1">
                <a:solidFill>
                  <a:srgbClr val="FED834"/>
                </a:solidFill>
                <a:latin typeface="Proxima Nova"/>
                <a:ea typeface="Proxima Nova"/>
                <a:cs typeface="Proxima Nova"/>
                <a:sym typeface="Proxima Nova"/>
              </a:defRPr>
            </a:lvl1pPr>
            <a:lvl2pPr lvl="1" rtl="0">
              <a:spcBef>
                <a:spcPts val="0"/>
              </a:spcBef>
              <a:spcAft>
                <a:spcPts val="0"/>
              </a:spcAft>
              <a:buNone/>
              <a:defRPr/>
            </a:lvl2pPr>
            <a:lvl3pPr lvl="2" rtl="0">
              <a:spcBef>
                <a:spcPts val="0"/>
              </a:spcBef>
              <a:spcAft>
                <a:spcPts val="0"/>
              </a:spcAft>
              <a:buNone/>
              <a:defRPr/>
            </a:lvl3pPr>
            <a:lvl4pPr lvl="3" rtl="0">
              <a:spcBef>
                <a:spcPts val="0"/>
              </a:spcBef>
              <a:spcAft>
                <a:spcPts val="0"/>
              </a:spcAft>
              <a:buNone/>
              <a:defRPr/>
            </a:lvl4pPr>
            <a:lvl5pPr lvl="4" rtl="0">
              <a:spcBef>
                <a:spcPts val="0"/>
              </a:spcBef>
              <a:spcAft>
                <a:spcPts val="0"/>
              </a:spcAft>
              <a:buNone/>
              <a:defRPr/>
            </a:lvl5pPr>
            <a:lvl6pPr lvl="5" rtl="0">
              <a:spcBef>
                <a:spcPts val="0"/>
              </a:spcBef>
              <a:spcAft>
                <a:spcPts val="0"/>
              </a:spcAft>
              <a:buNone/>
              <a:defRPr/>
            </a:lvl6pPr>
            <a:lvl7pPr lvl="6" rtl="0">
              <a:spcBef>
                <a:spcPts val="0"/>
              </a:spcBef>
              <a:spcAft>
                <a:spcPts val="0"/>
              </a:spcAft>
              <a:buNone/>
              <a:defRPr/>
            </a:lvl7pPr>
            <a:lvl8pPr lvl="7" rtl="0">
              <a:spcBef>
                <a:spcPts val="0"/>
              </a:spcBef>
              <a:spcAft>
                <a:spcPts val="0"/>
              </a:spcAft>
              <a:buNone/>
              <a:defRPr/>
            </a:lvl8pPr>
            <a:lvl9pPr lvl="8" rtl="0">
              <a:spcBef>
                <a:spcPts val="0"/>
              </a:spcBef>
              <a:spcAft>
                <a:spcPts val="0"/>
              </a:spcAft>
              <a:buNone/>
              <a:defRPr/>
            </a:lvl9pPr>
          </a:lstStyle>
          <a:p>
            <a:endParaRPr/>
          </a:p>
        </p:txBody>
      </p:sp>
      <p:sp>
        <p:nvSpPr>
          <p:cNvPr id="137" name="Google Shape;137;p34"/>
          <p:cNvSpPr txBox="1">
            <a:spLocks noGrp="1"/>
          </p:cNvSpPr>
          <p:nvPr>
            <p:ph type="subTitle" idx="1"/>
          </p:nvPr>
        </p:nvSpPr>
        <p:spPr>
          <a:xfrm>
            <a:off x="679875" y="341494"/>
            <a:ext cx="7772400" cy="3126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None/>
              <a:defRPr sz="1400">
                <a:solidFill>
                  <a:srgbClr val="FFFFFF"/>
                </a:solidFill>
                <a:latin typeface="Proxima Nova Semibold"/>
                <a:ea typeface="Proxima Nova Semibold"/>
                <a:cs typeface="Proxima Nova Semibold"/>
                <a:sym typeface="Proxima Nova Semibold"/>
              </a:defRPr>
            </a:lvl1pPr>
            <a:lvl2pPr lvl="1" rtl="0">
              <a:spcBef>
                <a:spcPts val="0"/>
              </a:spcBef>
              <a:spcAft>
                <a:spcPts val="0"/>
              </a:spcAft>
              <a:buNone/>
              <a:defRPr/>
            </a:lvl2pPr>
            <a:lvl3pPr lvl="2" rtl="0">
              <a:spcBef>
                <a:spcPts val="1600"/>
              </a:spcBef>
              <a:spcAft>
                <a:spcPts val="0"/>
              </a:spcAft>
              <a:buNone/>
              <a:defRPr/>
            </a:lvl3pPr>
            <a:lvl4pPr lvl="3" rtl="0">
              <a:spcBef>
                <a:spcPts val="1600"/>
              </a:spcBef>
              <a:spcAft>
                <a:spcPts val="0"/>
              </a:spcAft>
              <a:buNone/>
              <a:defRPr/>
            </a:lvl4pPr>
            <a:lvl5pPr lvl="4" rtl="0">
              <a:spcBef>
                <a:spcPts val="1600"/>
              </a:spcBef>
              <a:spcAft>
                <a:spcPts val="0"/>
              </a:spcAft>
              <a:buNone/>
              <a:defRPr/>
            </a:lvl5pPr>
            <a:lvl6pPr lvl="5" rtl="0">
              <a:spcBef>
                <a:spcPts val="1600"/>
              </a:spcBef>
              <a:spcAft>
                <a:spcPts val="0"/>
              </a:spcAft>
              <a:buNone/>
              <a:defRPr/>
            </a:lvl6pPr>
            <a:lvl7pPr lvl="6" rtl="0">
              <a:spcBef>
                <a:spcPts val="1600"/>
              </a:spcBef>
              <a:spcAft>
                <a:spcPts val="0"/>
              </a:spcAft>
              <a:buNone/>
              <a:defRPr/>
            </a:lvl7pPr>
            <a:lvl8pPr lvl="7" rtl="0">
              <a:spcBef>
                <a:spcPts val="1600"/>
              </a:spcBef>
              <a:spcAft>
                <a:spcPts val="0"/>
              </a:spcAft>
              <a:buNone/>
              <a:defRPr/>
            </a:lvl8pPr>
            <a:lvl9pPr lvl="8" rtl="0">
              <a:spcBef>
                <a:spcPts val="1600"/>
              </a:spcBef>
              <a:spcAft>
                <a:spcPts val="1600"/>
              </a:spcAft>
              <a:buNone/>
              <a:defRPr/>
            </a:lvl9pPr>
          </a:lstStyle>
          <a:p>
            <a:endParaRPr/>
          </a:p>
        </p:txBody>
      </p:sp>
      <p:pic>
        <p:nvPicPr>
          <p:cNvPr id="138" name="Google Shape;138;p34"/>
          <p:cNvPicPr preferRelativeResize="0"/>
          <p:nvPr/>
        </p:nvPicPr>
        <p:blipFill>
          <a:blip r:embed="rId2">
            <a:alphaModFix/>
          </a:blip>
          <a:stretch>
            <a:fillRect/>
          </a:stretch>
        </p:blipFill>
        <p:spPr>
          <a:xfrm>
            <a:off x="8028128" y="4800601"/>
            <a:ext cx="836905" cy="342901"/>
          </a:xfrm>
          <a:prstGeom prst="rect">
            <a:avLst/>
          </a:prstGeom>
          <a:noFill/>
          <a:ln>
            <a:noFill/>
          </a:ln>
        </p:spPr>
      </p:pic>
    </p:spTree>
  </p:cSld>
  <p:clrMapOvr>
    <a:masterClrMapping/>
  </p:clrMapOvr>
  <p:extLst>
    <p:ext uri="{DCECCB84-F9BA-43D5-87BE-67443E8EF086}">
      <p15:sldGuideLst xmlns:p15="http://schemas.microsoft.com/office/powerpoint/2012/main">
        <p15:guide id="1" pos="2880">
          <p15:clr>
            <a:srgbClr val="FA7B17"/>
          </p15:clr>
        </p15:guide>
        <p15:guide id="2" pos="5328">
          <p15:clr>
            <a:srgbClr val="FA7B17"/>
          </p15:clr>
        </p15:guide>
        <p15:guide id="3" orient="horz" pos="3024">
          <p15:clr>
            <a:srgbClr val="FA7B17"/>
          </p15:clr>
        </p15:guide>
        <p15:guide id="4" orient="horz" pos="1620">
          <p15:clr>
            <a:srgbClr val="FA7B17"/>
          </p15:clr>
        </p15:guide>
      </p15:sldGuideLst>
    </p:ext>
  </p:extLst>
</p:sldLayout>
</file>

<file path=ppt/slideLayouts/slideLayout33.xml><?xml version="1.0" encoding="utf-8"?>
<p:sldLayout xmlns:a="http://schemas.openxmlformats.org/drawingml/2006/main" xmlns:r="http://schemas.openxmlformats.org/officeDocument/2006/relationships" xmlns:p="http://schemas.openxmlformats.org/presentationml/2006/main" matchingName="2 Maths sub-section title">
  <p:cSld name="CUSTOM">
    <p:bg>
      <p:bgPr>
        <a:solidFill>
          <a:srgbClr val="5D408F"/>
        </a:solidFill>
        <a:effectLst/>
      </p:bgPr>
    </p:bg>
    <p:spTree>
      <p:nvGrpSpPr>
        <p:cNvPr id="1" name="Shape 139"/>
        <p:cNvGrpSpPr/>
        <p:nvPr/>
      </p:nvGrpSpPr>
      <p:grpSpPr>
        <a:xfrm>
          <a:off x="0" y="0"/>
          <a:ext cx="0" cy="0"/>
          <a:chOff x="0" y="0"/>
          <a:chExt cx="0" cy="0"/>
        </a:xfrm>
      </p:grpSpPr>
      <p:sp>
        <p:nvSpPr>
          <p:cNvPr id="140" name="Google Shape;140;p35"/>
          <p:cNvSpPr txBox="1">
            <a:spLocks noGrp="1"/>
          </p:cNvSpPr>
          <p:nvPr>
            <p:ph type="title"/>
          </p:nvPr>
        </p:nvSpPr>
        <p:spPr>
          <a:xfrm>
            <a:off x="679875" y="2378606"/>
            <a:ext cx="7772400" cy="841800"/>
          </a:xfrm>
          <a:prstGeom prst="rect">
            <a:avLst/>
          </a:prstGeom>
        </p:spPr>
        <p:txBody>
          <a:bodyPr spcFirstLastPara="1" wrap="square" lIns="91425" tIns="91425" rIns="91425" bIns="91425" anchor="t" anchorCtr="0">
            <a:noAutofit/>
          </a:bodyPr>
          <a:lstStyle>
            <a:lvl1pPr lvl="0" rtl="0">
              <a:spcBef>
                <a:spcPts val="0"/>
              </a:spcBef>
              <a:spcAft>
                <a:spcPts val="0"/>
              </a:spcAft>
              <a:buClr>
                <a:srgbClr val="FFFFFF"/>
              </a:buClr>
              <a:buSzPts val="3600"/>
              <a:buFont typeface="Proxima Nova"/>
              <a:buNone/>
              <a:defRPr sz="3600" b="1">
                <a:solidFill>
                  <a:srgbClr val="FFFFFF"/>
                </a:solidFill>
                <a:latin typeface="Proxima Nova"/>
                <a:ea typeface="Proxima Nova"/>
                <a:cs typeface="Proxima Nova"/>
                <a:sym typeface="Proxima Nova"/>
              </a:defRPr>
            </a:lvl1pPr>
            <a:lvl2pPr lvl="1" rtl="0">
              <a:spcBef>
                <a:spcPts val="0"/>
              </a:spcBef>
              <a:spcAft>
                <a:spcPts val="0"/>
              </a:spcAft>
              <a:buSzPts val="3600"/>
              <a:buFont typeface="Proxima Nova"/>
              <a:buNone/>
              <a:defRPr sz="3600">
                <a:latin typeface="Proxima Nova"/>
                <a:ea typeface="Proxima Nova"/>
                <a:cs typeface="Proxima Nova"/>
                <a:sym typeface="Proxima Nova"/>
              </a:defRPr>
            </a:lvl2pPr>
            <a:lvl3pPr lvl="2" rtl="0">
              <a:spcBef>
                <a:spcPts val="0"/>
              </a:spcBef>
              <a:spcAft>
                <a:spcPts val="0"/>
              </a:spcAft>
              <a:buSzPts val="3600"/>
              <a:buFont typeface="Proxima Nova"/>
              <a:buNone/>
              <a:defRPr sz="3600">
                <a:latin typeface="Proxima Nova"/>
                <a:ea typeface="Proxima Nova"/>
                <a:cs typeface="Proxima Nova"/>
                <a:sym typeface="Proxima Nova"/>
              </a:defRPr>
            </a:lvl3pPr>
            <a:lvl4pPr lvl="3" rtl="0">
              <a:spcBef>
                <a:spcPts val="0"/>
              </a:spcBef>
              <a:spcAft>
                <a:spcPts val="0"/>
              </a:spcAft>
              <a:buSzPts val="3600"/>
              <a:buFont typeface="Proxima Nova"/>
              <a:buNone/>
              <a:defRPr sz="3600">
                <a:latin typeface="Proxima Nova"/>
                <a:ea typeface="Proxima Nova"/>
                <a:cs typeface="Proxima Nova"/>
                <a:sym typeface="Proxima Nova"/>
              </a:defRPr>
            </a:lvl4pPr>
            <a:lvl5pPr lvl="4" rtl="0">
              <a:spcBef>
                <a:spcPts val="0"/>
              </a:spcBef>
              <a:spcAft>
                <a:spcPts val="0"/>
              </a:spcAft>
              <a:buSzPts val="3600"/>
              <a:buFont typeface="Proxima Nova"/>
              <a:buNone/>
              <a:defRPr sz="3600">
                <a:latin typeface="Proxima Nova"/>
                <a:ea typeface="Proxima Nova"/>
                <a:cs typeface="Proxima Nova"/>
                <a:sym typeface="Proxima Nova"/>
              </a:defRPr>
            </a:lvl5pPr>
            <a:lvl6pPr lvl="5" rtl="0">
              <a:spcBef>
                <a:spcPts val="0"/>
              </a:spcBef>
              <a:spcAft>
                <a:spcPts val="0"/>
              </a:spcAft>
              <a:buSzPts val="3600"/>
              <a:buFont typeface="Proxima Nova"/>
              <a:buNone/>
              <a:defRPr sz="3600">
                <a:latin typeface="Proxima Nova"/>
                <a:ea typeface="Proxima Nova"/>
                <a:cs typeface="Proxima Nova"/>
                <a:sym typeface="Proxima Nova"/>
              </a:defRPr>
            </a:lvl6pPr>
            <a:lvl7pPr lvl="6" rtl="0">
              <a:spcBef>
                <a:spcPts val="0"/>
              </a:spcBef>
              <a:spcAft>
                <a:spcPts val="0"/>
              </a:spcAft>
              <a:buSzPts val="3600"/>
              <a:buFont typeface="Proxima Nova"/>
              <a:buNone/>
              <a:defRPr sz="3600">
                <a:latin typeface="Proxima Nova"/>
                <a:ea typeface="Proxima Nova"/>
                <a:cs typeface="Proxima Nova"/>
                <a:sym typeface="Proxima Nova"/>
              </a:defRPr>
            </a:lvl7pPr>
            <a:lvl8pPr lvl="7" rtl="0">
              <a:spcBef>
                <a:spcPts val="0"/>
              </a:spcBef>
              <a:spcAft>
                <a:spcPts val="0"/>
              </a:spcAft>
              <a:buSzPts val="3600"/>
              <a:buFont typeface="Proxima Nova"/>
              <a:buNone/>
              <a:defRPr sz="3600">
                <a:latin typeface="Proxima Nova"/>
                <a:ea typeface="Proxima Nova"/>
                <a:cs typeface="Proxima Nova"/>
                <a:sym typeface="Proxima Nova"/>
              </a:defRPr>
            </a:lvl8pPr>
            <a:lvl9pPr lvl="8" rtl="0">
              <a:spcBef>
                <a:spcPts val="0"/>
              </a:spcBef>
              <a:spcAft>
                <a:spcPts val="0"/>
              </a:spcAft>
              <a:buSzPts val="3600"/>
              <a:buFont typeface="Proxima Nova"/>
              <a:buNone/>
              <a:defRPr sz="3600">
                <a:latin typeface="Proxima Nova"/>
                <a:ea typeface="Proxima Nova"/>
                <a:cs typeface="Proxima Nova"/>
                <a:sym typeface="Proxima Nova"/>
              </a:defRPr>
            </a:lvl9pPr>
          </a:lstStyle>
          <a:p>
            <a:endParaRPr/>
          </a:p>
        </p:txBody>
      </p:sp>
      <p:sp>
        <p:nvSpPr>
          <p:cNvPr id="141" name="Google Shape;141;p35"/>
          <p:cNvSpPr txBox="1">
            <a:spLocks noGrp="1"/>
          </p:cNvSpPr>
          <p:nvPr>
            <p:ph type="subTitle" idx="1"/>
          </p:nvPr>
        </p:nvSpPr>
        <p:spPr>
          <a:xfrm>
            <a:off x="679875" y="2066081"/>
            <a:ext cx="7772400" cy="3126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None/>
              <a:defRPr sz="1400">
                <a:solidFill>
                  <a:srgbClr val="FED834"/>
                </a:solidFill>
                <a:latin typeface="Proxima Nova Semibold"/>
                <a:ea typeface="Proxima Nova Semibold"/>
                <a:cs typeface="Proxima Nova Semibold"/>
                <a:sym typeface="Proxima Nova Semibold"/>
              </a:defRPr>
            </a:lvl1pPr>
            <a:lvl2pPr lvl="1" rtl="0">
              <a:spcBef>
                <a:spcPts val="0"/>
              </a:spcBef>
              <a:spcAft>
                <a:spcPts val="0"/>
              </a:spcAft>
              <a:buNone/>
              <a:defRPr/>
            </a:lvl2pPr>
            <a:lvl3pPr lvl="2" rtl="0">
              <a:spcBef>
                <a:spcPts val="1600"/>
              </a:spcBef>
              <a:spcAft>
                <a:spcPts val="0"/>
              </a:spcAft>
              <a:buNone/>
              <a:defRPr/>
            </a:lvl3pPr>
            <a:lvl4pPr lvl="3" rtl="0">
              <a:spcBef>
                <a:spcPts val="1600"/>
              </a:spcBef>
              <a:spcAft>
                <a:spcPts val="0"/>
              </a:spcAft>
              <a:buNone/>
              <a:defRPr/>
            </a:lvl4pPr>
            <a:lvl5pPr lvl="4" rtl="0">
              <a:spcBef>
                <a:spcPts val="1600"/>
              </a:spcBef>
              <a:spcAft>
                <a:spcPts val="0"/>
              </a:spcAft>
              <a:buNone/>
              <a:defRPr/>
            </a:lvl5pPr>
            <a:lvl6pPr lvl="5" rtl="0">
              <a:spcBef>
                <a:spcPts val="1600"/>
              </a:spcBef>
              <a:spcAft>
                <a:spcPts val="0"/>
              </a:spcAft>
              <a:buNone/>
              <a:defRPr/>
            </a:lvl6pPr>
            <a:lvl7pPr lvl="6" rtl="0">
              <a:spcBef>
                <a:spcPts val="1600"/>
              </a:spcBef>
              <a:spcAft>
                <a:spcPts val="0"/>
              </a:spcAft>
              <a:buNone/>
              <a:defRPr/>
            </a:lvl7pPr>
            <a:lvl8pPr lvl="7" rtl="0">
              <a:spcBef>
                <a:spcPts val="1600"/>
              </a:spcBef>
              <a:spcAft>
                <a:spcPts val="0"/>
              </a:spcAft>
              <a:buNone/>
              <a:defRPr/>
            </a:lvl8pPr>
            <a:lvl9pPr lvl="8" rtl="0">
              <a:spcBef>
                <a:spcPts val="1600"/>
              </a:spcBef>
              <a:spcAft>
                <a:spcPts val="1600"/>
              </a:spcAft>
              <a:buNone/>
              <a:defRPr/>
            </a:lvl9pPr>
          </a:lstStyle>
          <a:p>
            <a:endParaRPr/>
          </a:p>
        </p:txBody>
      </p:sp>
      <p:pic>
        <p:nvPicPr>
          <p:cNvPr id="142" name="Google Shape;142;p35"/>
          <p:cNvPicPr preferRelativeResize="0"/>
          <p:nvPr/>
        </p:nvPicPr>
        <p:blipFill>
          <a:blip r:embed="rId2">
            <a:alphaModFix/>
          </a:blip>
          <a:stretch>
            <a:fillRect/>
          </a:stretch>
        </p:blipFill>
        <p:spPr>
          <a:xfrm>
            <a:off x="8028128" y="4800601"/>
            <a:ext cx="836905" cy="342901"/>
          </a:xfrm>
          <a:prstGeom prst="rect">
            <a:avLst/>
          </a:prstGeom>
          <a:noFill/>
          <a:ln>
            <a:noFill/>
          </a:ln>
        </p:spPr>
      </p:pic>
    </p:spTree>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matchingName="2 Physics sub-section title">
  <p:cSld name="CUSTOM_1">
    <p:bg>
      <p:bgPr>
        <a:solidFill>
          <a:srgbClr val="00579B"/>
        </a:solidFill>
        <a:effectLst/>
      </p:bgPr>
    </p:bg>
    <p:spTree>
      <p:nvGrpSpPr>
        <p:cNvPr id="1" name="Shape 143"/>
        <p:cNvGrpSpPr/>
        <p:nvPr/>
      </p:nvGrpSpPr>
      <p:grpSpPr>
        <a:xfrm>
          <a:off x="0" y="0"/>
          <a:ext cx="0" cy="0"/>
          <a:chOff x="0" y="0"/>
          <a:chExt cx="0" cy="0"/>
        </a:xfrm>
      </p:grpSpPr>
      <p:sp>
        <p:nvSpPr>
          <p:cNvPr id="144" name="Google Shape;144;p36"/>
          <p:cNvSpPr txBox="1">
            <a:spLocks noGrp="1"/>
          </p:cNvSpPr>
          <p:nvPr>
            <p:ph type="title"/>
          </p:nvPr>
        </p:nvSpPr>
        <p:spPr>
          <a:xfrm>
            <a:off x="679875" y="2378606"/>
            <a:ext cx="7772400" cy="841800"/>
          </a:xfrm>
          <a:prstGeom prst="rect">
            <a:avLst/>
          </a:prstGeom>
        </p:spPr>
        <p:txBody>
          <a:bodyPr spcFirstLastPara="1" wrap="square" lIns="91425" tIns="91425" rIns="91425" bIns="91425" anchor="t" anchorCtr="0">
            <a:noAutofit/>
          </a:bodyPr>
          <a:lstStyle>
            <a:lvl1pPr lvl="0" rtl="0">
              <a:spcBef>
                <a:spcPts val="0"/>
              </a:spcBef>
              <a:spcAft>
                <a:spcPts val="0"/>
              </a:spcAft>
              <a:buClr>
                <a:srgbClr val="FFFFFF"/>
              </a:buClr>
              <a:buSzPts val="3600"/>
              <a:buFont typeface="Proxima Nova"/>
              <a:buNone/>
              <a:defRPr sz="3600" b="1">
                <a:solidFill>
                  <a:srgbClr val="FFFFFF"/>
                </a:solidFill>
                <a:latin typeface="Proxima Nova"/>
                <a:ea typeface="Proxima Nova"/>
                <a:cs typeface="Proxima Nova"/>
                <a:sym typeface="Proxima Nova"/>
              </a:defRPr>
            </a:lvl1pPr>
            <a:lvl2pPr lvl="1" rtl="0">
              <a:spcBef>
                <a:spcPts val="0"/>
              </a:spcBef>
              <a:spcAft>
                <a:spcPts val="0"/>
              </a:spcAft>
              <a:buSzPts val="3600"/>
              <a:buFont typeface="Proxima Nova"/>
              <a:buNone/>
              <a:defRPr sz="3600">
                <a:latin typeface="Proxima Nova"/>
                <a:ea typeface="Proxima Nova"/>
                <a:cs typeface="Proxima Nova"/>
                <a:sym typeface="Proxima Nova"/>
              </a:defRPr>
            </a:lvl2pPr>
            <a:lvl3pPr lvl="2" rtl="0">
              <a:spcBef>
                <a:spcPts val="0"/>
              </a:spcBef>
              <a:spcAft>
                <a:spcPts val="0"/>
              </a:spcAft>
              <a:buSzPts val="3600"/>
              <a:buFont typeface="Proxima Nova"/>
              <a:buNone/>
              <a:defRPr sz="3600">
                <a:latin typeface="Proxima Nova"/>
                <a:ea typeface="Proxima Nova"/>
                <a:cs typeface="Proxima Nova"/>
                <a:sym typeface="Proxima Nova"/>
              </a:defRPr>
            </a:lvl3pPr>
            <a:lvl4pPr lvl="3" rtl="0">
              <a:spcBef>
                <a:spcPts val="0"/>
              </a:spcBef>
              <a:spcAft>
                <a:spcPts val="0"/>
              </a:spcAft>
              <a:buSzPts val="3600"/>
              <a:buFont typeface="Proxima Nova"/>
              <a:buNone/>
              <a:defRPr sz="3600">
                <a:latin typeface="Proxima Nova"/>
                <a:ea typeface="Proxima Nova"/>
                <a:cs typeface="Proxima Nova"/>
                <a:sym typeface="Proxima Nova"/>
              </a:defRPr>
            </a:lvl4pPr>
            <a:lvl5pPr lvl="4" rtl="0">
              <a:spcBef>
                <a:spcPts val="0"/>
              </a:spcBef>
              <a:spcAft>
                <a:spcPts val="0"/>
              </a:spcAft>
              <a:buSzPts val="3600"/>
              <a:buFont typeface="Proxima Nova"/>
              <a:buNone/>
              <a:defRPr sz="3600">
                <a:latin typeface="Proxima Nova"/>
                <a:ea typeface="Proxima Nova"/>
                <a:cs typeface="Proxima Nova"/>
                <a:sym typeface="Proxima Nova"/>
              </a:defRPr>
            </a:lvl5pPr>
            <a:lvl6pPr lvl="5" rtl="0">
              <a:spcBef>
                <a:spcPts val="0"/>
              </a:spcBef>
              <a:spcAft>
                <a:spcPts val="0"/>
              </a:spcAft>
              <a:buSzPts val="3600"/>
              <a:buFont typeface="Proxima Nova"/>
              <a:buNone/>
              <a:defRPr sz="3600">
                <a:latin typeface="Proxima Nova"/>
                <a:ea typeface="Proxima Nova"/>
                <a:cs typeface="Proxima Nova"/>
                <a:sym typeface="Proxima Nova"/>
              </a:defRPr>
            </a:lvl6pPr>
            <a:lvl7pPr lvl="6" rtl="0">
              <a:spcBef>
                <a:spcPts val="0"/>
              </a:spcBef>
              <a:spcAft>
                <a:spcPts val="0"/>
              </a:spcAft>
              <a:buSzPts val="3600"/>
              <a:buFont typeface="Proxima Nova"/>
              <a:buNone/>
              <a:defRPr sz="3600">
                <a:latin typeface="Proxima Nova"/>
                <a:ea typeface="Proxima Nova"/>
                <a:cs typeface="Proxima Nova"/>
                <a:sym typeface="Proxima Nova"/>
              </a:defRPr>
            </a:lvl7pPr>
            <a:lvl8pPr lvl="7" rtl="0">
              <a:spcBef>
                <a:spcPts val="0"/>
              </a:spcBef>
              <a:spcAft>
                <a:spcPts val="0"/>
              </a:spcAft>
              <a:buSzPts val="3600"/>
              <a:buFont typeface="Proxima Nova"/>
              <a:buNone/>
              <a:defRPr sz="3600">
                <a:latin typeface="Proxima Nova"/>
                <a:ea typeface="Proxima Nova"/>
                <a:cs typeface="Proxima Nova"/>
                <a:sym typeface="Proxima Nova"/>
              </a:defRPr>
            </a:lvl8pPr>
            <a:lvl9pPr lvl="8" rtl="0">
              <a:spcBef>
                <a:spcPts val="0"/>
              </a:spcBef>
              <a:spcAft>
                <a:spcPts val="0"/>
              </a:spcAft>
              <a:buSzPts val="3600"/>
              <a:buFont typeface="Proxima Nova"/>
              <a:buNone/>
              <a:defRPr sz="3600">
                <a:latin typeface="Proxima Nova"/>
                <a:ea typeface="Proxima Nova"/>
                <a:cs typeface="Proxima Nova"/>
                <a:sym typeface="Proxima Nova"/>
              </a:defRPr>
            </a:lvl9pPr>
          </a:lstStyle>
          <a:p>
            <a:endParaRPr/>
          </a:p>
        </p:txBody>
      </p:sp>
      <p:sp>
        <p:nvSpPr>
          <p:cNvPr id="145" name="Google Shape;145;p36"/>
          <p:cNvSpPr txBox="1">
            <a:spLocks noGrp="1"/>
          </p:cNvSpPr>
          <p:nvPr>
            <p:ph type="subTitle" idx="1"/>
          </p:nvPr>
        </p:nvSpPr>
        <p:spPr>
          <a:xfrm>
            <a:off x="679875" y="2066081"/>
            <a:ext cx="7772400" cy="3126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None/>
              <a:defRPr sz="1400">
                <a:solidFill>
                  <a:srgbClr val="FED834"/>
                </a:solidFill>
                <a:latin typeface="Proxima Nova Semibold"/>
                <a:ea typeface="Proxima Nova Semibold"/>
                <a:cs typeface="Proxima Nova Semibold"/>
                <a:sym typeface="Proxima Nova Semibold"/>
              </a:defRPr>
            </a:lvl1pPr>
            <a:lvl2pPr lvl="1" rtl="0">
              <a:spcBef>
                <a:spcPts val="0"/>
              </a:spcBef>
              <a:spcAft>
                <a:spcPts val="0"/>
              </a:spcAft>
              <a:buNone/>
              <a:defRPr/>
            </a:lvl2pPr>
            <a:lvl3pPr lvl="2" rtl="0">
              <a:spcBef>
                <a:spcPts val="1600"/>
              </a:spcBef>
              <a:spcAft>
                <a:spcPts val="0"/>
              </a:spcAft>
              <a:buNone/>
              <a:defRPr/>
            </a:lvl3pPr>
            <a:lvl4pPr lvl="3" rtl="0">
              <a:spcBef>
                <a:spcPts val="1600"/>
              </a:spcBef>
              <a:spcAft>
                <a:spcPts val="0"/>
              </a:spcAft>
              <a:buNone/>
              <a:defRPr/>
            </a:lvl4pPr>
            <a:lvl5pPr lvl="4" rtl="0">
              <a:spcBef>
                <a:spcPts val="1600"/>
              </a:spcBef>
              <a:spcAft>
                <a:spcPts val="0"/>
              </a:spcAft>
              <a:buNone/>
              <a:defRPr/>
            </a:lvl5pPr>
            <a:lvl6pPr lvl="5" rtl="0">
              <a:spcBef>
                <a:spcPts val="1600"/>
              </a:spcBef>
              <a:spcAft>
                <a:spcPts val="0"/>
              </a:spcAft>
              <a:buNone/>
              <a:defRPr/>
            </a:lvl6pPr>
            <a:lvl7pPr lvl="6" rtl="0">
              <a:spcBef>
                <a:spcPts val="1600"/>
              </a:spcBef>
              <a:spcAft>
                <a:spcPts val="0"/>
              </a:spcAft>
              <a:buNone/>
              <a:defRPr/>
            </a:lvl7pPr>
            <a:lvl8pPr lvl="7" rtl="0">
              <a:spcBef>
                <a:spcPts val="1600"/>
              </a:spcBef>
              <a:spcAft>
                <a:spcPts val="0"/>
              </a:spcAft>
              <a:buNone/>
              <a:defRPr/>
            </a:lvl8pPr>
            <a:lvl9pPr lvl="8" rtl="0">
              <a:spcBef>
                <a:spcPts val="1600"/>
              </a:spcBef>
              <a:spcAft>
                <a:spcPts val="1600"/>
              </a:spcAft>
              <a:buNone/>
              <a:defRPr/>
            </a:lvl9pPr>
          </a:lstStyle>
          <a:p>
            <a:endParaRPr/>
          </a:p>
        </p:txBody>
      </p:sp>
      <p:pic>
        <p:nvPicPr>
          <p:cNvPr id="146" name="Google Shape;146;p36"/>
          <p:cNvPicPr preferRelativeResize="0"/>
          <p:nvPr/>
        </p:nvPicPr>
        <p:blipFill>
          <a:blip r:embed="rId2">
            <a:alphaModFix/>
          </a:blip>
          <a:stretch>
            <a:fillRect/>
          </a:stretch>
        </p:blipFill>
        <p:spPr>
          <a:xfrm>
            <a:off x="8028128" y="4800601"/>
            <a:ext cx="836905" cy="342901"/>
          </a:xfrm>
          <a:prstGeom prst="rect">
            <a:avLst/>
          </a:prstGeom>
          <a:noFill/>
          <a:ln>
            <a:noFill/>
          </a:ln>
        </p:spPr>
      </p:pic>
    </p:spTree>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matchingName="2 Biology sub-section title">
  <p:cSld name="SECTION_HEADER_1">
    <p:bg>
      <p:bgPr>
        <a:solidFill>
          <a:srgbClr val="1A5E20"/>
        </a:solidFill>
        <a:effectLst/>
      </p:bgPr>
    </p:bg>
    <p:spTree>
      <p:nvGrpSpPr>
        <p:cNvPr id="1" name="Shape 147"/>
        <p:cNvGrpSpPr/>
        <p:nvPr/>
      </p:nvGrpSpPr>
      <p:grpSpPr>
        <a:xfrm>
          <a:off x="0" y="0"/>
          <a:ext cx="0" cy="0"/>
          <a:chOff x="0" y="0"/>
          <a:chExt cx="0" cy="0"/>
        </a:xfrm>
      </p:grpSpPr>
      <p:sp>
        <p:nvSpPr>
          <p:cNvPr id="148" name="Google Shape;148;p37"/>
          <p:cNvSpPr txBox="1">
            <a:spLocks noGrp="1"/>
          </p:cNvSpPr>
          <p:nvPr>
            <p:ph type="title"/>
          </p:nvPr>
        </p:nvSpPr>
        <p:spPr>
          <a:xfrm>
            <a:off x="679875" y="2378606"/>
            <a:ext cx="7772400" cy="841800"/>
          </a:xfrm>
          <a:prstGeom prst="rect">
            <a:avLst/>
          </a:prstGeom>
        </p:spPr>
        <p:txBody>
          <a:bodyPr spcFirstLastPara="1" wrap="square" lIns="91425" tIns="91425" rIns="91425" bIns="91425" anchor="t" anchorCtr="0">
            <a:noAutofit/>
          </a:bodyPr>
          <a:lstStyle>
            <a:lvl1pPr lvl="0" rtl="0">
              <a:spcBef>
                <a:spcPts val="0"/>
              </a:spcBef>
              <a:spcAft>
                <a:spcPts val="0"/>
              </a:spcAft>
              <a:buClr>
                <a:srgbClr val="FFFFFF"/>
              </a:buClr>
              <a:buSzPts val="3600"/>
              <a:buFont typeface="Proxima Nova"/>
              <a:buNone/>
              <a:defRPr sz="3600" b="1">
                <a:solidFill>
                  <a:srgbClr val="FFFFFF"/>
                </a:solidFill>
                <a:latin typeface="Proxima Nova"/>
                <a:ea typeface="Proxima Nova"/>
                <a:cs typeface="Proxima Nova"/>
                <a:sym typeface="Proxima Nova"/>
              </a:defRPr>
            </a:lvl1pPr>
            <a:lvl2pPr lvl="1" rtl="0">
              <a:spcBef>
                <a:spcPts val="0"/>
              </a:spcBef>
              <a:spcAft>
                <a:spcPts val="0"/>
              </a:spcAft>
              <a:buSzPts val="3600"/>
              <a:buFont typeface="Proxima Nova"/>
              <a:buNone/>
              <a:defRPr sz="3600">
                <a:latin typeface="Proxima Nova"/>
                <a:ea typeface="Proxima Nova"/>
                <a:cs typeface="Proxima Nova"/>
                <a:sym typeface="Proxima Nova"/>
              </a:defRPr>
            </a:lvl2pPr>
            <a:lvl3pPr lvl="2" rtl="0">
              <a:spcBef>
                <a:spcPts val="0"/>
              </a:spcBef>
              <a:spcAft>
                <a:spcPts val="0"/>
              </a:spcAft>
              <a:buSzPts val="3600"/>
              <a:buFont typeface="Proxima Nova"/>
              <a:buNone/>
              <a:defRPr sz="3600">
                <a:latin typeface="Proxima Nova"/>
                <a:ea typeface="Proxima Nova"/>
                <a:cs typeface="Proxima Nova"/>
                <a:sym typeface="Proxima Nova"/>
              </a:defRPr>
            </a:lvl3pPr>
            <a:lvl4pPr lvl="3" rtl="0">
              <a:spcBef>
                <a:spcPts val="0"/>
              </a:spcBef>
              <a:spcAft>
                <a:spcPts val="0"/>
              </a:spcAft>
              <a:buSzPts val="3600"/>
              <a:buFont typeface="Proxima Nova"/>
              <a:buNone/>
              <a:defRPr sz="3600">
                <a:latin typeface="Proxima Nova"/>
                <a:ea typeface="Proxima Nova"/>
                <a:cs typeface="Proxima Nova"/>
                <a:sym typeface="Proxima Nova"/>
              </a:defRPr>
            </a:lvl4pPr>
            <a:lvl5pPr lvl="4" rtl="0">
              <a:spcBef>
                <a:spcPts val="0"/>
              </a:spcBef>
              <a:spcAft>
                <a:spcPts val="0"/>
              </a:spcAft>
              <a:buSzPts val="3600"/>
              <a:buFont typeface="Proxima Nova"/>
              <a:buNone/>
              <a:defRPr sz="3600">
                <a:latin typeface="Proxima Nova"/>
                <a:ea typeface="Proxima Nova"/>
                <a:cs typeface="Proxima Nova"/>
                <a:sym typeface="Proxima Nova"/>
              </a:defRPr>
            </a:lvl5pPr>
            <a:lvl6pPr lvl="5" rtl="0">
              <a:spcBef>
                <a:spcPts val="0"/>
              </a:spcBef>
              <a:spcAft>
                <a:spcPts val="0"/>
              </a:spcAft>
              <a:buSzPts val="3600"/>
              <a:buFont typeface="Proxima Nova"/>
              <a:buNone/>
              <a:defRPr sz="3600">
                <a:latin typeface="Proxima Nova"/>
                <a:ea typeface="Proxima Nova"/>
                <a:cs typeface="Proxima Nova"/>
                <a:sym typeface="Proxima Nova"/>
              </a:defRPr>
            </a:lvl6pPr>
            <a:lvl7pPr lvl="6" rtl="0">
              <a:spcBef>
                <a:spcPts val="0"/>
              </a:spcBef>
              <a:spcAft>
                <a:spcPts val="0"/>
              </a:spcAft>
              <a:buSzPts val="3600"/>
              <a:buFont typeface="Proxima Nova"/>
              <a:buNone/>
              <a:defRPr sz="3600">
                <a:latin typeface="Proxima Nova"/>
                <a:ea typeface="Proxima Nova"/>
                <a:cs typeface="Proxima Nova"/>
                <a:sym typeface="Proxima Nova"/>
              </a:defRPr>
            </a:lvl7pPr>
            <a:lvl8pPr lvl="7" rtl="0">
              <a:spcBef>
                <a:spcPts val="0"/>
              </a:spcBef>
              <a:spcAft>
                <a:spcPts val="0"/>
              </a:spcAft>
              <a:buSzPts val="3600"/>
              <a:buFont typeface="Proxima Nova"/>
              <a:buNone/>
              <a:defRPr sz="3600">
                <a:latin typeface="Proxima Nova"/>
                <a:ea typeface="Proxima Nova"/>
                <a:cs typeface="Proxima Nova"/>
                <a:sym typeface="Proxima Nova"/>
              </a:defRPr>
            </a:lvl8pPr>
            <a:lvl9pPr lvl="8" rtl="0">
              <a:spcBef>
                <a:spcPts val="0"/>
              </a:spcBef>
              <a:spcAft>
                <a:spcPts val="0"/>
              </a:spcAft>
              <a:buSzPts val="3600"/>
              <a:buFont typeface="Proxima Nova"/>
              <a:buNone/>
              <a:defRPr sz="3600">
                <a:latin typeface="Proxima Nova"/>
                <a:ea typeface="Proxima Nova"/>
                <a:cs typeface="Proxima Nova"/>
                <a:sym typeface="Proxima Nova"/>
              </a:defRPr>
            </a:lvl9pPr>
          </a:lstStyle>
          <a:p>
            <a:endParaRPr/>
          </a:p>
        </p:txBody>
      </p:sp>
      <p:sp>
        <p:nvSpPr>
          <p:cNvPr id="149" name="Google Shape;149;p37"/>
          <p:cNvSpPr txBox="1">
            <a:spLocks noGrp="1"/>
          </p:cNvSpPr>
          <p:nvPr>
            <p:ph type="subTitle" idx="1"/>
          </p:nvPr>
        </p:nvSpPr>
        <p:spPr>
          <a:xfrm>
            <a:off x="679875" y="2066081"/>
            <a:ext cx="7772400" cy="3126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None/>
              <a:defRPr sz="1400">
                <a:solidFill>
                  <a:srgbClr val="FED834"/>
                </a:solidFill>
                <a:latin typeface="Proxima Nova Semibold"/>
                <a:ea typeface="Proxima Nova Semibold"/>
                <a:cs typeface="Proxima Nova Semibold"/>
                <a:sym typeface="Proxima Nova Semibold"/>
              </a:defRPr>
            </a:lvl1pPr>
            <a:lvl2pPr lvl="1" rtl="0">
              <a:spcBef>
                <a:spcPts val="0"/>
              </a:spcBef>
              <a:spcAft>
                <a:spcPts val="0"/>
              </a:spcAft>
              <a:buNone/>
              <a:defRPr/>
            </a:lvl2pPr>
            <a:lvl3pPr lvl="2" rtl="0">
              <a:spcBef>
                <a:spcPts val="1600"/>
              </a:spcBef>
              <a:spcAft>
                <a:spcPts val="0"/>
              </a:spcAft>
              <a:buNone/>
              <a:defRPr/>
            </a:lvl3pPr>
            <a:lvl4pPr lvl="3" rtl="0">
              <a:spcBef>
                <a:spcPts val="1600"/>
              </a:spcBef>
              <a:spcAft>
                <a:spcPts val="0"/>
              </a:spcAft>
              <a:buNone/>
              <a:defRPr/>
            </a:lvl4pPr>
            <a:lvl5pPr lvl="4" rtl="0">
              <a:spcBef>
                <a:spcPts val="1600"/>
              </a:spcBef>
              <a:spcAft>
                <a:spcPts val="0"/>
              </a:spcAft>
              <a:buNone/>
              <a:defRPr/>
            </a:lvl5pPr>
            <a:lvl6pPr lvl="5" rtl="0">
              <a:spcBef>
                <a:spcPts val="1600"/>
              </a:spcBef>
              <a:spcAft>
                <a:spcPts val="0"/>
              </a:spcAft>
              <a:buNone/>
              <a:defRPr/>
            </a:lvl6pPr>
            <a:lvl7pPr lvl="6" rtl="0">
              <a:spcBef>
                <a:spcPts val="1600"/>
              </a:spcBef>
              <a:spcAft>
                <a:spcPts val="0"/>
              </a:spcAft>
              <a:buNone/>
              <a:defRPr/>
            </a:lvl7pPr>
            <a:lvl8pPr lvl="7" rtl="0">
              <a:spcBef>
                <a:spcPts val="1600"/>
              </a:spcBef>
              <a:spcAft>
                <a:spcPts val="0"/>
              </a:spcAft>
              <a:buNone/>
              <a:defRPr/>
            </a:lvl8pPr>
            <a:lvl9pPr lvl="8" rtl="0">
              <a:spcBef>
                <a:spcPts val="1600"/>
              </a:spcBef>
              <a:spcAft>
                <a:spcPts val="1600"/>
              </a:spcAft>
              <a:buNone/>
              <a:defRPr/>
            </a:lvl9pPr>
          </a:lstStyle>
          <a:p>
            <a:endParaRPr/>
          </a:p>
        </p:txBody>
      </p:sp>
      <p:pic>
        <p:nvPicPr>
          <p:cNvPr id="150" name="Google Shape;150;p37"/>
          <p:cNvPicPr preferRelativeResize="0"/>
          <p:nvPr/>
        </p:nvPicPr>
        <p:blipFill>
          <a:blip r:embed="rId2">
            <a:alphaModFix/>
          </a:blip>
          <a:stretch>
            <a:fillRect/>
          </a:stretch>
        </p:blipFill>
        <p:spPr>
          <a:xfrm>
            <a:off x="8028128" y="4800601"/>
            <a:ext cx="836905" cy="342901"/>
          </a:xfrm>
          <a:prstGeom prst="rect">
            <a:avLst/>
          </a:prstGeom>
          <a:noFill/>
          <a:ln>
            <a:noFill/>
          </a:ln>
        </p:spPr>
      </p:pic>
    </p:spTree>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matchingName="2 Chemistry sub-section title">
  <p:cSld name="SECTION_HEADER_1_1">
    <p:bg>
      <p:bgPr>
        <a:solidFill>
          <a:srgbClr val="880D4F"/>
        </a:solidFill>
        <a:effectLst/>
      </p:bgPr>
    </p:bg>
    <p:spTree>
      <p:nvGrpSpPr>
        <p:cNvPr id="1" name="Shape 151"/>
        <p:cNvGrpSpPr/>
        <p:nvPr/>
      </p:nvGrpSpPr>
      <p:grpSpPr>
        <a:xfrm>
          <a:off x="0" y="0"/>
          <a:ext cx="0" cy="0"/>
          <a:chOff x="0" y="0"/>
          <a:chExt cx="0" cy="0"/>
        </a:xfrm>
      </p:grpSpPr>
      <p:sp>
        <p:nvSpPr>
          <p:cNvPr id="152" name="Google Shape;152;p38"/>
          <p:cNvSpPr txBox="1">
            <a:spLocks noGrp="1"/>
          </p:cNvSpPr>
          <p:nvPr>
            <p:ph type="title"/>
          </p:nvPr>
        </p:nvSpPr>
        <p:spPr>
          <a:xfrm>
            <a:off x="679875" y="2378606"/>
            <a:ext cx="7772400" cy="841800"/>
          </a:xfrm>
          <a:prstGeom prst="rect">
            <a:avLst/>
          </a:prstGeom>
        </p:spPr>
        <p:txBody>
          <a:bodyPr spcFirstLastPara="1" wrap="square" lIns="91425" tIns="91425" rIns="91425" bIns="91425" anchor="t" anchorCtr="0">
            <a:noAutofit/>
          </a:bodyPr>
          <a:lstStyle>
            <a:lvl1pPr lvl="0" rtl="0">
              <a:spcBef>
                <a:spcPts val="0"/>
              </a:spcBef>
              <a:spcAft>
                <a:spcPts val="0"/>
              </a:spcAft>
              <a:buClr>
                <a:srgbClr val="FFFFFF"/>
              </a:buClr>
              <a:buSzPts val="3600"/>
              <a:buFont typeface="Proxima Nova"/>
              <a:buNone/>
              <a:defRPr sz="3600" b="1">
                <a:solidFill>
                  <a:srgbClr val="FFFFFF"/>
                </a:solidFill>
                <a:latin typeface="Proxima Nova"/>
                <a:ea typeface="Proxima Nova"/>
                <a:cs typeface="Proxima Nova"/>
                <a:sym typeface="Proxima Nova"/>
              </a:defRPr>
            </a:lvl1pPr>
            <a:lvl2pPr lvl="1" rtl="0">
              <a:spcBef>
                <a:spcPts val="0"/>
              </a:spcBef>
              <a:spcAft>
                <a:spcPts val="0"/>
              </a:spcAft>
              <a:buSzPts val="3600"/>
              <a:buFont typeface="Proxima Nova"/>
              <a:buNone/>
              <a:defRPr sz="3600">
                <a:latin typeface="Proxima Nova"/>
                <a:ea typeface="Proxima Nova"/>
                <a:cs typeface="Proxima Nova"/>
                <a:sym typeface="Proxima Nova"/>
              </a:defRPr>
            </a:lvl2pPr>
            <a:lvl3pPr lvl="2" rtl="0">
              <a:spcBef>
                <a:spcPts val="0"/>
              </a:spcBef>
              <a:spcAft>
                <a:spcPts val="0"/>
              </a:spcAft>
              <a:buSzPts val="3600"/>
              <a:buFont typeface="Proxima Nova"/>
              <a:buNone/>
              <a:defRPr sz="3600">
                <a:latin typeface="Proxima Nova"/>
                <a:ea typeface="Proxima Nova"/>
                <a:cs typeface="Proxima Nova"/>
                <a:sym typeface="Proxima Nova"/>
              </a:defRPr>
            </a:lvl3pPr>
            <a:lvl4pPr lvl="3" rtl="0">
              <a:spcBef>
                <a:spcPts val="0"/>
              </a:spcBef>
              <a:spcAft>
                <a:spcPts val="0"/>
              </a:spcAft>
              <a:buSzPts val="3600"/>
              <a:buFont typeface="Proxima Nova"/>
              <a:buNone/>
              <a:defRPr sz="3600">
                <a:latin typeface="Proxima Nova"/>
                <a:ea typeface="Proxima Nova"/>
                <a:cs typeface="Proxima Nova"/>
                <a:sym typeface="Proxima Nova"/>
              </a:defRPr>
            </a:lvl4pPr>
            <a:lvl5pPr lvl="4" rtl="0">
              <a:spcBef>
                <a:spcPts val="0"/>
              </a:spcBef>
              <a:spcAft>
                <a:spcPts val="0"/>
              </a:spcAft>
              <a:buSzPts val="3600"/>
              <a:buFont typeface="Proxima Nova"/>
              <a:buNone/>
              <a:defRPr sz="3600">
                <a:latin typeface="Proxima Nova"/>
                <a:ea typeface="Proxima Nova"/>
                <a:cs typeface="Proxima Nova"/>
                <a:sym typeface="Proxima Nova"/>
              </a:defRPr>
            </a:lvl5pPr>
            <a:lvl6pPr lvl="5" rtl="0">
              <a:spcBef>
                <a:spcPts val="0"/>
              </a:spcBef>
              <a:spcAft>
                <a:spcPts val="0"/>
              </a:spcAft>
              <a:buSzPts val="3600"/>
              <a:buFont typeface="Proxima Nova"/>
              <a:buNone/>
              <a:defRPr sz="3600">
                <a:latin typeface="Proxima Nova"/>
                <a:ea typeface="Proxima Nova"/>
                <a:cs typeface="Proxima Nova"/>
                <a:sym typeface="Proxima Nova"/>
              </a:defRPr>
            </a:lvl6pPr>
            <a:lvl7pPr lvl="6" rtl="0">
              <a:spcBef>
                <a:spcPts val="0"/>
              </a:spcBef>
              <a:spcAft>
                <a:spcPts val="0"/>
              </a:spcAft>
              <a:buSzPts val="3600"/>
              <a:buFont typeface="Proxima Nova"/>
              <a:buNone/>
              <a:defRPr sz="3600">
                <a:latin typeface="Proxima Nova"/>
                <a:ea typeface="Proxima Nova"/>
                <a:cs typeface="Proxima Nova"/>
                <a:sym typeface="Proxima Nova"/>
              </a:defRPr>
            </a:lvl7pPr>
            <a:lvl8pPr lvl="7" rtl="0">
              <a:spcBef>
                <a:spcPts val="0"/>
              </a:spcBef>
              <a:spcAft>
                <a:spcPts val="0"/>
              </a:spcAft>
              <a:buSzPts val="3600"/>
              <a:buFont typeface="Proxima Nova"/>
              <a:buNone/>
              <a:defRPr sz="3600">
                <a:latin typeface="Proxima Nova"/>
                <a:ea typeface="Proxima Nova"/>
                <a:cs typeface="Proxima Nova"/>
                <a:sym typeface="Proxima Nova"/>
              </a:defRPr>
            </a:lvl8pPr>
            <a:lvl9pPr lvl="8" rtl="0">
              <a:spcBef>
                <a:spcPts val="0"/>
              </a:spcBef>
              <a:spcAft>
                <a:spcPts val="0"/>
              </a:spcAft>
              <a:buSzPts val="3600"/>
              <a:buFont typeface="Proxima Nova"/>
              <a:buNone/>
              <a:defRPr sz="3600">
                <a:latin typeface="Proxima Nova"/>
                <a:ea typeface="Proxima Nova"/>
                <a:cs typeface="Proxima Nova"/>
                <a:sym typeface="Proxima Nova"/>
              </a:defRPr>
            </a:lvl9pPr>
          </a:lstStyle>
          <a:p>
            <a:endParaRPr/>
          </a:p>
        </p:txBody>
      </p:sp>
      <p:sp>
        <p:nvSpPr>
          <p:cNvPr id="153" name="Google Shape;153;p38"/>
          <p:cNvSpPr txBox="1">
            <a:spLocks noGrp="1"/>
          </p:cNvSpPr>
          <p:nvPr>
            <p:ph type="subTitle" idx="1"/>
          </p:nvPr>
        </p:nvSpPr>
        <p:spPr>
          <a:xfrm>
            <a:off x="679875" y="2066081"/>
            <a:ext cx="7772400" cy="3126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None/>
              <a:defRPr sz="1400">
                <a:solidFill>
                  <a:srgbClr val="FED834"/>
                </a:solidFill>
                <a:latin typeface="Proxima Nova Semibold"/>
                <a:ea typeface="Proxima Nova Semibold"/>
                <a:cs typeface="Proxima Nova Semibold"/>
                <a:sym typeface="Proxima Nova Semibold"/>
              </a:defRPr>
            </a:lvl1pPr>
            <a:lvl2pPr lvl="1" rtl="0">
              <a:spcBef>
                <a:spcPts val="0"/>
              </a:spcBef>
              <a:spcAft>
                <a:spcPts val="0"/>
              </a:spcAft>
              <a:buNone/>
              <a:defRPr/>
            </a:lvl2pPr>
            <a:lvl3pPr lvl="2" rtl="0">
              <a:spcBef>
                <a:spcPts val="1600"/>
              </a:spcBef>
              <a:spcAft>
                <a:spcPts val="0"/>
              </a:spcAft>
              <a:buNone/>
              <a:defRPr/>
            </a:lvl3pPr>
            <a:lvl4pPr lvl="3" rtl="0">
              <a:spcBef>
                <a:spcPts val="1600"/>
              </a:spcBef>
              <a:spcAft>
                <a:spcPts val="0"/>
              </a:spcAft>
              <a:buNone/>
              <a:defRPr/>
            </a:lvl4pPr>
            <a:lvl5pPr lvl="4" rtl="0">
              <a:spcBef>
                <a:spcPts val="1600"/>
              </a:spcBef>
              <a:spcAft>
                <a:spcPts val="0"/>
              </a:spcAft>
              <a:buNone/>
              <a:defRPr/>
            </a:lvl5pPr>
            <a:lvl6pPr lvl="5" rtl="0">
              <a:spcBef>
                <a:spcPts val="1600"/>
              </a:spcBef>
              <a:spcAft>
                <a:spcPts val="0"/>
              </a:spcAft>
              <a:buNone/>
              <a:defRPr/>
            </a:lvl6pPr>
            <a:lvl7pPr lvl="6" rtl="0">
              <a:spcBef>
                <a:spcPts val="1600"/>
              </a:spcBef>
              <a:spcAft>
                <a:spcPts val="0"/>
              </a:spcAft>
              <a:buNone/>
              <a:defRPr/>
            </a:lvl7pPr>
            <a:lvl8pPr lvl="7" rtl="0">
              <a:spcBef>
                <a:spcPts val="1600"/>
              </a:spcBef>
              <a:spcAft>
                <a:spcPts val="0"/>
              </a:spcAft>
              <a:buNone/>
              <a:defRPr/>
            </a:lvl8pPr>
            <a:lvl9pPr lvl="8" rtl="0">
              <a:spcBef>
                <a:spcPts val="1600"/>
              </a:spcBef>
              <a:spcAft>
                <a:spcPts val="1600"/>
              </a:spcAft>
              <a:buNone/>
              <a:defRPr/>
            </a:lvl9pPr>
          </a:lstStyle>
          <a:p>
            <a:endParaRPr/>
          </a:p>
        </p:txBody>
      </p:sp>
      <p:pic>
        <p:nvPicPr>
          <p:cNvPr id="154" name="Google Shape;154;p38"/>
          <p:cNvPicPr preferRelativeResize="0"/>
          <p:nvPr/>
        </p:nvPicPr>
        <p:blipFill>
          <a:blip r:embed="rId2">
            <a:alphaModFix/>
          </a:blip>
          <a:stretch>
            <a:fillRect/>
          </a:stretch>
        </p:blipFill>
        <p:spPr>
          <a:xfrm>
            <a:off x="8028128" y="4800601"/>
            <a:ext cx="836905" cy="342901"/>
          </a:xfrm>
          <a:prstGeom prst="rect">
            <a:avLst/>
          </a:prstGeom>
          <a:noFill/>
          <a:ln>
            <a:noFill/>
          </a:ln>
        </p:spPr>
      </p:pic>
    </p:spTree>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matchingName="3 Index">
  <p:cSld name="TITLE_AND_BODY_1">
    <p:bg>
      <p:bgPr>
        <a:solidFill>
          <a:srgbClr val="00579B"/>
        </a:solidFill>
        <a:effectLst/>
      </p:bgPr>
    </p:bg>
    <p:spTree>
      <p:nvGrpSpPr>
        <p:cNvPr id="1" name="Shape 155"/>
        <p:cNvGrpSpPr/>
        <p:nvPr/>
      </p:nvGrpSpPr>
      <p:grpSpPr>
        <a:xfrm>
          <a:off x="0" y="0"/>
          <a:ext cx="0" cy="0"/>
          <a:chOff x="0" y="0"/>
          <a:chExt cx="0" cy="0"/>
        </a:xfrm>
      </p:grpSpPr>
      <p:sp>
        <p:nvSpPr>
          <p:cNvPr id="156" name="Google Shape;156;p39"/>
          <p:cNvSpPr txBox="1">
            <a:spLocks noGrp="1"/>
          </p:cNvSpPr>
          <p:nvPr>
            <p:ph type="body" idx="1"/>
          </p:nvPr>
        </p:nvSpPr>
        <p:spPr>
          <a:xfrm>
            <a:off x="679875" y="761128"/>
            <a:ext cx="8152500" cy="3807600"/>
          </a:xfrm>
          <a:prstGeom prst="rect">
            <a:avLst/>
          </a:prstGeom>
        </p:spPr>
        <p:txBody>
          <a:bodyPr spcFirstLastPara="1" wrap="square" lIns="91425" tIns="91425" rIns="91425" bIns="91425" anchor="t" anchorCtr="0">
            <a:noAutofit/>
          </a:bodyPr>
          <a:lstStyle>
            <a:lvl1pPr marL="457200" lvl="0" indent="-355600" rtl="0">
              <a:lnSpc>
                <a:spcPct val="150000"/>
              </a:lnSpc>
              <a:spcBef>
                <a:spcPts val="0"/>
              </a:spcBef>
              <a:spcAft>
                <a:spcPts val="0"/>
              </a:spcAft>
              <a:buClr>
                <a:srgbClr val="FFFFFF"/>
              </a:buClr>
              <a:buSzPts val="2000"/>
              <a:buChar char="●"/>
              <a:defRPr sz="2000">
                <a:solidFill>
                  <a:srgbClr val="FFFFFF"/>
                </a:solidFill>
              </a:defRPr>
            </a:lvl1pPr>
            <a:lvl2pPr marL="914400" lvl="1" indent="-368300" rtl="0">
              <a:lnSpc>
                <a:spcPct val="150000"/>
              </a:lnSpc>
              <a:spcBef>
                <a:spcPts val="1600"/>
              </a:spcBef>
              <a:spcAft>
                <a:spcPts val="0"/>
              </a:spcAft>
              <a:buClr>
                <a:srgbClr val="FFFFFF"/>
              </a:buClr>
              <a:buSzPts val="2200"/>
              <a:buChar char="○"/>
              <a:defRPr>
                <a:solidFill>
                  <a:srgbClr val="FFFFFF"/>
                </a:solidFill>
              </a:defRPr>
            </a:lvl2pPr>
            <a:lvl3pPr marL="1371600" lvl="2" indent="-368300" rtl="0">
              <a:lnSpc>
                <a:spcPct val="150000"/>
              </a:lnSpc>
              <a:spcBef>
                <a:spcPts val="1600"/>
              </a:spcBef>
              <a:spcAft>
                <a:spcPts val="0"/>
              </a:spcAft>
              <a:buClr>
                <a:srgbClr val="FFFFFF"/>
              </a:buClr>
              <a:buSzPts val="2200"/>
              <a:buChar char="■"/>
              <a:defRPr>
                <a:solidFill>
                  <a:srgbClr val="FFFFFF"/>
                </a:solidFill>
              </a:defRPr>
            </a:lvl3pPr>
            <a:lvl4pPr marL="1828800" lvl="3" indent="-355600" rtl="0">
              <a:lnSpc>
                <a:spcPct val="150000"/>
              </a:lnSpc>
              <a:spcBef>
                <a:spcPts val="1600"/>
              </a:spcBef>
              <a:spcAft>
                <a:spcPts val="0"/>
              </a:spcAft>
              <a:buClr>
                <a:srgbClr val="FFFFFF"/>
              </a:buClr>
              <a:buSzPts val="2000"/>
              <a:buChar char="●"/>
              <a:defRPr>
                <a:solidFill>
                  <a:srgbClr val="FFFFFF"/>
                </a:solidFill>
              </a:defRPr>
            </a:lvl4pPr>
            <a:lvl5pPr marL="2286000" lvl="4" indent="-355600" rtl="0">
              <a:lnSpc>
                <a:spcPct val="150000"/>
              </a:lnSpc>
              <a:spcBef>
                <a:spcPts val="1600"/>
              </a:spcBef>
              <a:spcAft>
                <a:spcPts val="0"/>
              </a:spcAft>
              <a:buClr>
                <a:srgbClr val="FFFFFF"/>
              </a:buClr>
              <a:buSzPts val="2000"/>
              <a:buChar char="○"/>
              <a:defRPr>
                <a:solidFill>
                  <a:srgbClr val="FFFFFF"/>
                </a:solidFill>
              </a:defRPr>
            </a:lvl5pPr>
            <a:lvl6pPr marL="2743200" lvl="5" indent="-355600" rtl="0">
              <a:lnSpc>
                <a:spcPct val="150000"/>
              </a:lnSpc>
              <a:spcBef>
                <a:spcPts val="1600"/>
              </a:spcBef>
              <a:spcAft>
                <a:spcPts val="0"/>
              </a:spcAft>
              <a:buClr>
                <a:srgbClr val="FFFFFF"/>
              </a:buClr>
              <a:buSzPts val="2000"/>
              <a:buChar char="■"/>
              <a:defRPr>
                <a:solidFill>
                  <a:srgbClr val="FFFFFF"/>
                </a:solidFill>
              </a:defRPr>
            </a:lvl6pPr>
            <a:lvl7pPr marL="3200400" lvl="6" indent="-342900" rtl="0">
              <a:lnSpc>
                <a:spcPct val="150000"/>
              </a:lnSpc>
              <a:spcBef>
                <a:spcPts val="1600"/>
              </a:spcBef>
              <a:spcAft>
                <a:spcPts val="0"/>
              </a:spcAft>
              <a:buClr>
                <a:srgbClr val="FFFFFF"/>
              </a:buClr>
              <a:buSzPts val="1800"/>
              <a:buChar char="●"/>
              <a:defRPr>
                <a:solidFill>
                  <a:srgbClr val="FFFFFF"/>
                </a:solidFill>
              </a:defRPr>
            </a:lvl7pPr>
            <a:lvl8pPr marL="3657600" lvl="7" indent="-342900" rtl="0">
              <a:lnSpc>
                <a:spcPct val="150000"/>
              </a:lnSpc>
              <a:spcBef>
                <a:spcPts val="1600"/>
              </a:spcBef>
              <a:spcAft>
                <a:spcPts val="0"/>
              </a:spcAft>
              <a:buClr>
                <a:srgbClr val="FFFFFF"/>
              </a:buClr>
              <a:buSzPts val="1800"/>
              <a:buChar char="○"/>
              <a:defRPr>
                <a:solidFill>
                  <a:srgbClr val="FFFFFF"/>
                </a:solidFill>
              </a:defRPr>
            </a:lvl8pPr>
            <a:lvl9pPr marL="4114800" lvl="8" indent="-342900" rtl="0">
              <a:lnSpc>
                <a:spcPct val="150000"/>
              </a:lnSpc>
              <a:spcBef>
                <a:spcPts val="1600"/>
              </a:spcBef>
              <a:spcAft>
                <a:spcPts val="1600"/>
              </a:spcAft>
              <a:buClr>
                <a:srgbClr val="FFFFFF"/>
              </a:buClr>
              <a:buSzPts val="1800"/>
              <a:buChar char="■"/>
              <a:defRPr>
                <a:solidFill>
                  <a:srgbClr val="FFFFFF"/>
                </a:solidFill>
              </a:defRPr>
            </a:lvl9pPr>
          </a:lstStyle>
          <a:p>
            <a:endParaRPr/>
          </a:p>
        </p:txBody>
      </p:sp>
      <p:sp>
        <p:nvSpPr>
          <p:cNvPr id="157" name="Google Shape;157;p39"/>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marL="0" lvl="0" indent="0" algn="l" rtl="0">
              <a:spcBef>
                <a:spcPts val="0"/>
              </a:spcBef>
              <a:spcAft>
                <a:spcPts val="0"/>
              </a:spcAft>
              <a:buNone/>
            </a:pPr>
            <a:fld id="{00000000-1234-1234-1234-123412341234}" type="slidenum">
              <a:rPr lang="en"/>
              <a:t>‹#›</a:t>
            </a:fld>
            <a:endParaRPr/>
          </a:p>
        </p:txBody>
      </p:sp>
      <p:sp>
        <p:nvSpPr>
          <p:cNvPr id="158" name="Google Shape;158;p39"/>
          <p:cNvSpPr txBox="1">
            <a:spLocks noGrp="1"/>
          </p:cNvSpPr>
          <p:nvPr>
            <p:ph type="subTitle" idx="2"/>
          </p:nvPr>
        </p:nvSpPr>
        <p:spPr>
          <a:xfrm>
            <a:off x="679875" y="341494"/>
            <a:ext cx="7772400" cy="3126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None/>
              <a:defRPr sz="1400">
                <a:solidFill>
                  <a:srgbClr val="FED834"/>
                </a:solidFill>
                <a:latin typeface="Proxima Nova Semibold"/>
                <a:ea typeface="Proxima Nova Semibold"/>
                <a:cs typeface="Proxima Nova Semibold"/>
                <a:sym typeface="Proxima Nova Semibold"/>
              </a:defRPr>
            </a:lvl1pPr>
            <a:lvl2pPr lvl="1" rtl="0">
              <a:spcBef>
                <a:spcPts val="0"/>
              </a:spcBef>
              <a:spcAft>
                <a:spcPts val="0"/>
              </a:spcAft>
              <a:buNone/>
              <a:defRPr>
                <a:solidFill>
                  <a:srgbClr val="FED834"/>
                </a:solidFill>
              </a:defRPr>
            </a:lvl2pPr>
            <a:lvl3pPr lvl="2" rtl="0">
              <a:spcBef>
                <a:spcPts val="1600"/>
              </a:spcBef>
              <a:spcAft>
                <a:spcPts val="0"/>
              </a:spcAft>
              <a:buNone/>
              <a:defRPr>
                <a:solidFill>
                  <a:srgbClr val="FED834"/>
                </a:solidFill>
              </a:defRPr>
            </a:lvl3pPr>
            <a:lvl4pPr lvl="3" rtl="0">
              <a:spcBef>
                <a:spcPts val="1600"/>
              </a:spcBef>
              <a:spcAft>
                <a:spcPts val="0"/>
              </a:spcAft>
              <a:buNone/>
              <a:defRPr>
                <a:solidFill>
                  <a:srgbClr val="FED834"/>
                </a:solidFill>
              </a:defRPr>
            </a:lvl4pPr>
            <a:lvl5pPr lvl="4" rtl="0">
              <a:spcBef>
                <a:spcPts val="1600"/>
              </a:spcBef>
              <a:spcAft>
                <a:spcPts val="0"/>
              </a:spcAft>
              <a:buNone/>
              <a:defRPr>
                <a:solidFill>
                  <a:srgbClr val="FED834"/>
                </a:solidFill>
              </a:defRPr>
            </a:lvl5pPr>
            <a:lvl6pPr lvl="5" rtl="0">
              <a:spcBef>
                <a:spcPts val="1600"/>
              </a:spcBef>
              <a:spcAft>
                <a:spcPts val="0"/>
              </a:spcAft>
              <a:buNone/>
              <a:defRPr>
                <a:solidFill>
                  <a:srgbClr val="FED834"/>
                </a:solidFill>
              </a:defRPr>
            </a:lvl6pPr>
            <a:lvl7pPr lvl="6" rtl="0">
              <a:spcBef>
                <a:spcPts val="1600"/>
              </a:spcBef>
              <a:spcAft>
                <a:spcPts val="0"/>
              </a:spcAft>
              <a:buNone/>
              <a:defRPr>
                <a:solidFill>
                  <a:srgbClr val="FED834"/>
                </a:solidFill>
              </a:defRPr>
            </a:lvl7pPr>
            <a:lvl8pPr lvl="7" rtl="0">
              <a:spcBef>
                <a:spcPts val="1600"/>
              </a:spcBef>
              <a:spcAft>
                <a:spcPts val="0"/>
              </a:spcAft>
              <a:buNone/>
              <a:defRPr>
                <a:solidFill>
                  <a:srgbClr val="FED834"/>
                </a:solidFill>
              </a:defRPr>
            </a:lvl8pPr>
            <a:lvl9pPr lvl="8" rtl="0">
              <a:spcBef>
                <a:spcPts val="1600"/>
              </a:spcBef>
              <a:spcAft>
                <a:spcPts val="1600"/>
              </a:spcAft>
              <a:buNone/>
              <a:defRPr>
                <a:solidFill>
                  <a:srgbClr val="FED834"/>
                </a:solidFill>
              </a:defRPr>
            </a:lvl9pPr>
          </a:lstStyle>
          <a:p>
            <a:endParaRPr/>
          </a:p>
        </p:txBody>
      </p:sp>
    </p:spTree>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matchingName="Body left">
  <p:cSld name="CUSTOM_2">
    <p:spTree>
      <p:nvGrpSpPr>
        <p:cNvPr id="1" name="Shape 159"/>
        <p:cNvGrpSpPr/>
        <p:nvPr/>
      </p:nvGrpSpPr>
      <p:grpSpPr>
        <a:xfrm>
          <a:off x="0" y="0"/>
          <a:ext cx="0" cy="0"/>
          <a:chOff x="0" y="0"/>
          <a:chExt cx="0" cy="0"/>
        </a:xfrm>
      </p:grpSpPr>
      <p:sp>
        <p:nvSpPr>
          <p:cNvPr id="160" name="Google Shape;160;p40"/>
          <p:cNvSpPr txBox="1">
            <a:spLocks noGrp="1"/>
          </p:cNvSpPr>
          <p:nvPr>
            <p:ph type="body" idx="1"/>
          </p:nvPr>
        </p:nvSpPr>
        <p:spPr>
          <a:xfrm>
            <a:off x="457200" y="342900"/>
            <a:ext cx="4138200" cy="4457700"/>
          </a:xfrm>
          <a:prstGeom prst="rect">
            <a:avLst/>
          </a:prstGeom>
        </p:spPr>
        <p:txBody>
          <a:bodyPr spcFirstLastPara="1" wrap="square" lIns="91425" tIns="91425" rIns="91425" bIns="91425" anchor="t" anchorCtr="0">
            <a:noAutofit/>
          </a:bodyPr>
          <a:lstStyle>
            <a:lvl1pPr marL="457200" lvl="0" indent="-381000" rtl="0">
              <a:spcBef>
                <a:spcPts val="0"/>
              </a:spcBef>
              <a:spcAft>
                <a:spcPts val="0"/>
              </a:spcAft>
              <a:buSzPts val="2400"/>
              <a:buChar char="●"/>
              <a:defRPr/>
            </a:lvl1pPr>
            <a:lvl2pPr marL="914400" lvl="1" indent="-368300" rtl="0">
              <a:spcBef>
                <a:spcPts val="1600"/>
              </a:spcBef>
              <a:spcAft>
                <a:spcPts val="0"/>
              </a:spcAft>
              <a:buSzPts val="2200"/>
              <a:buChar char="○"/>
              <a:defRPr/>
            </a:lvl2pPr>
            <a:lvl3pPr marL="1371600" lvl="2" indent="-368300" rtl="0">
              <a:spcBef>
                <a:spcPts val="1600"/>
              </a:spcBef>
              <a:spcAft>
                <a:spcPts val="0"/>
              </a:spcAft>
              <a:buSzPts val="2200"/>
              <a:buChar char="■"/>
              <a:defRPr/>
            </a:lvl3pPr>
            <a:lvl4pPr marL="1828800" lvl="3" indent="-355600" rtl="0">
              <a:spcBef>
                <a:spcPts val="1600"/>
              </a:spcBef>
              <a:spcAft>
                <a:spcPts val="0"/>
              </a:spcAft>
              <a:buSzPts val="2000"/>
              <a:buChar char="●"/>
              <a:defRPr/>
            </a:lvl4pPr>
            <a:lvl5pPr marL="2286000" lvl="4" indent="-355600" rtl="0">
              <a:spcBef>
                <a:spcPts val="1600"/>
              </a:spcBef>
              <a:spcAft>
                <a:spcPts val="0"/>
              </a:spcAft>
              <a:buSzPts val="2000"/>
              <a:buChar char="○"/>
              <a:defRPr/>
            </a:lvl5pPr>
            <a:lvl6pPr marL="2743200" lvl="5" indent="-355600" rtl="0">
              <a:spcBef>
                <a:spcPts val="1600"/>
              </a:spcBef>
              <a:spcAft>
                <a:spcPts val="0"/>
              </a:spcAft>
              <a:buSzPts val="2000"/>
              <a:buChar char="■"/>
              <a:defRPr/>
            </a:lvl6pPr>
            <a:lvl7pPr marL="3200400" lvl="6" indent="-342900" rtl="0">
              <a:spcBef>
                <a:spcPts val="1600"/>
              </a:spcBef>
              <a:spcAft>
                <a:spcPts val="0"/>
              </a:spcAft>
              <a:buSzPts val="1800"/>
              <a:buChar char="●"/>
              <a:defRPr/>
            </a:lvl7pPr>
            <a:lvl8pPr marL="3657600" lvl="7" indent="-342900" rtl="0">
              <a:spcBef>
                <a:spcPts val="1600"/>
              </a:spcBef>
              <a:spcAft>
                <a:spcPts val="0"/>
              </a:spcAft>
              <a:buSzPts val="1800"/>
              <a:buChar char="○"/>
              <a:defRPr/>
            </a:lvl8pPr>
            <a:lvl9pPr marL="4114800" lvl="8" indent="-342900" rtl="0">
              <a:spcBef>
                <a:spcPts val="1600"/>
              </a:spcBef>
              <a:spcAft>
                <a:spcPts val="1600"/>
              </a:spcAft>
              <a:buSzPts val="1800"/>
              <a:buChar char="■"/>
              <a:defRPr/>
            </a:lvl9pPr>
          </a:lstStyle>
          <a:p>
            <a:endParaRPr/>
          </a:p>
        </p:txBody>
      </p:sp>
      <p:pic>
        <p:nvPicPr>
          <p:cNvPr id="161" name="Google Shape;161;p40"/>
          <p:cNvPicPr preferRelativeResize="0"/>
          <p:nvPr/>
        </p:nvPicPr>
        <p:blipFill>
          <a:blip r:embed="rId2">
            <a:alphaModFix/>
          </a:blip>
          <a:stretch>
            <a:fillRect/>
          </a:stretch>
        </p:blipFill>
        <p:spPr>
          <a:xfrm>
            <a:off x="8028122" y="4800600"/>
            <a:ext cx="836911" cy="342901"/>
          </a:xfrm>
          <a:prstGeom prst="rect">
            <a:avLst/>
          </a:prstGeom>
          <a:noFill/>
          <a:ln>
            <a:noFill/>
          </a:ln>
        </p:spPr>
      </p:pic>
    </p:spTree>
  </p:cSld>
  <p:clrMapOvr>
    <a:masterClrMapping/>
  </p:clrMapOvr>
  <p:extLst>
    <p:ext uri="{DCECCB84-F9BA-43D5-87BE-67443E8EF086}">
      <p15:sldGuideLst xmlns:p15="http://schemas.microsoft.com/office/powerpoint/2012/main">
        <p15:guide id="1" pos="288">
          <p15:clr>
            <a:srgbClr val="FA7B17"/>
          </p15:clr>
        </p15:guide>
        <p15:guide id="2" pos="5472">
          <p15:clr>
            <a:srgbClr val="FA7B17"/>
          </p15:clr>
        </p15:guide>
        <p15:guide id="3" orient="horz" pos="216">
          <p15:clr>
            <a:srgbClr val="FA7B17"/>
          </p15:clr>
        </p15:guide>
        <p15:guide id="4" orient="horz" pos="3024">
          <p15:clr>
            <a:srgbClr val="FA7B17"/>
          </p15:clr>
        </p15:guide>
      </p15:sldGuideLst>
    </p:ext>
  </p:extLst>
</p:sldLayout>
</file>

<file path=ppt/slideLayouts/slideLayout39.xml><?xml version="1.0" encoding="utf-8"?>
<p:sldLayout xmlns:a="http://schemas.openxmlformats.org/drawingml/2006/main" xmlns:r="http://schemas.openxmlformats.org/officeDocument/2006/relationships" xmlns:p="http://schemas.openxmlformats.org/presentationml/2006/main" matchingName="Body right">
  <p:cSld name="CUSTOM_2_1">
    <p:spTree>
      <p:nvGrpSpPr>
        <p:cNvPr id="1" name="Shape 162"/>
        <p:cNvGrpSpPr/>
        <p:nvPr/>
      </p:nvGrpSpPr>
      <p:grpSpPr>
        <a:xfrm>
          <a:off x="0" y="0"/>
          <a:ext cx="0" cy="0"/>
          <a:chOff x="0" y="0"/>
          <a:chExt cx="0" cy="0"/>
        </a:xfrm>
      </p:grpSpPr>
      <p:sp>
        <p:nvSpPr>
          <p:cNvPr id="163" name="Google Shape;163;p41"/>
          <p:cNvSpPr txBox="1">
            <a:spLocks noGrp="1"/>
          </p:cNvSpPr>
          <p:nvPr>
            <p:ph type="body" idx="1"/>
          </p:nvPr>
        </p:nvSpPr>
        <p:spPr>
          <a:xfrm>
            <a:off x="4572000" y="342900"/>
            <a:ext cx="4164300" cy="4457700"/>
          </a:xfrm>
          <a:prstGeom prst="rect">
            <a:avLst/>
          </a:prstGeom>
        </p:spPr>
        <p:txBody>
          <a:bodyPr spcFirstLastPara="1" wrap="square" lIns="91425" tIns="91425" rIns="91425" bIns="91425" anchor="t" anchorCtr="0">
            <a:noAutofit/>
          </a:bodyPr>
          <a:lstStyle>
            <a:lvl1pPr marL="457200" lvl="0" indent="-381000" rtl="0">
              <a:spcBef>
                <a:spcPts val="0"/>
              </a:spcBef>
              <a:spcAft>
                <a:spcPts val="0"/>
              </a:spcAft>
              <a:buSzPts val="2400"/>
              <a:buChar char="●"/>
              <a:defRPr/>
            </a:lvl1pPr>
            <a:lvl2pPr marL="914400" lvl="1" indent="-368300" rtl="0">
              <a:spcBef>
                <a:spcPts val="1600"/>
              </a:spcBef>
              <a:spcAft>
                <a:spcPts val="0"/>
              </a:spcAft>
              <a:buSzPts val="2200"/>
              <a:buChar char="○"/>
              <a:defRPr/>
            </a:lvl2pPr>
            <a:lvl3pPr marL="1371600" lvl="2" indent="-368300" rtl="0">
              <a:spcBef>
                <a:spcPts val="1600"/>
              </a:spcBef>
              <a:spcAft>
                <a:spcPts val="0"/>
              </a:spcAft>
              <a:buSzPts val="2200"/>
              <a:buChar char="■"/>
              <a:defRPr/>
            </a:lvl3pPr>
            <a:lvl4pPr marL="1828800" lvl="3" indent="-355600" rtl="0">
              <a:spcBef>
                <a:spcPts val="1600"/>
              </a:spcBef>
              <a:spcAft>
                <a:spcPts val="0"/>
              </a:spcAft>
              <a:buSzPts val="2000"/>
              <a:buChar char="●"/>
              <a:defRPr/>
            </a:lvl4pPr>
            <a:lvl5pPr marL="2286000" lvl="4" indent="-355600" rtl="0">
              <a:spcBef>
                <a:spcPts val="1600"/>
              </a:spcBef>
              <a:spcAft>
                <a:spcPts val="0"/>
              </a:spcAft>
              <a:buSzPts val="2000"/>
              <a:buChar char="○"/>
              <a:defRPr/>
            </a:lvl5pPr>
            <a:lvl6pPr marL="2743200" lvl="5" indent="-355600" rtl="0">
              <a:spcBef>
                <a:spcPts val="1600"/>
              </a:spcBef>
              <a:spcAft>
                <a:spcPts val="0"/>
              </a:spcAft>
              <a:buSzPts val="2000"/>
              <a:buChar char="■"/>
              <a:defRPr/>
            </a:lvl6pPr>
            <a:lvl7pPr marL="3200400" lvl="6" indent="-342900" rtl="0">
              <a:spcBef>
                <a:spcPts val="1600"/>
              </a:spcBef>
              <a:spcAft>
                <a:spcPts val="0"/>
              </a:spcAft>
              <a:buSzPts val="1800"/>
              <a:buChar char="●"/>
              <a:defRPr/>
            </a:lvl7pPr>
            <a:lvl8pPr marL="3657600" lvl="7" indent="-342900" rtl="0">
              <a:spcBef>
                <a:spcPts val="1600"/>
              </a:spcBef>
              <a:spcAft>
                <a:spcPts val="0"/>
              </a:spcAft>
              <a:buSzPts val="1800"/>
              <a:buChar char="○"/>
              <a:defRPr/>
            </a:lvl8pPr>
            <a:lvl9pPr marL="4114800" lvl="8" indent="-342900" rtl="0">
              <a:spcBef>
                <a:spcPts val="1600"/>
              </a:spcBef>
              <a:spcAft>
                <a:spcPts val="1600"/>
              </a:spcAft>
              <a:buSzPts val="1800"/>
              <a:buChar char="■"/>
              <a:defRPr/>
            </a:lvl9pPr>
          </a:lstStyle>
          <a:p>
            <a:endParaRPr/>
          </a:p>
        </p:txBody>
      </p:sp>
      <p:pic>
        <p:nvPicPr>
          <p:cNvPr id="164" name="Google Shape;164;p41"/>
          <p:cNvPicPr preferRelativeResize="0"/>
          <p:nvPr/>
        </p:nvPicPr>
        <p:blipFill>
          <a:blip r:embed="rId2">
            <a:alphaModFix/>
          </a:blip>
          <a:stretch>
            <a:fillRect/>
          </a:stretch>
        </p:blipFill>
        <p:spPr>
          <a:xfrm>
            <a:off x="8028122" y="4800600"/>
            <a:ext cx="836911" cy="342901"/>
          </a:xfrm>
          <a:prstGeom prst="rect">
            <a:avLst/>
          </a:prstGeom>
          <a:noFill/>
          <a:ln>
            <a:noFill/>
          </a:ln>
        </p:spPr>
      </p:pic>
    </p:spTree>
  </p:cSld>
  <p:clrMapOvr>
    <a:masterClrMapping/>
  </p:clrMapOvr>
  <p:extLst>
    <p:ext uri="{DCECCB84-F9BA-43D5-87BE-67443E8EF086}">
      <p15:sldGuideLst xmlns:p15="http://schemas.microsoft.com/office/powerpoint/2012/main">
        <p15:guide id="1" pos="288">
          <p15:clr>
            <a:srgbClr val="FA7B17"/>
          </p15:clr>
        </p15:guide>
        <p15:guide id="2" pos="5472">
          <p15:clr>
            <a:srgbClr val="FA7B17"/>
          </p15:clr>
        </p15:guide>
        <p15:guide id="3" orient="horz" pos="216">
          <p15:clr>
            <a:srgbClr val="FA7B17"/>
          </p15:clr>
        </p15:guide>
        <p15:guide id="4" orient="horz" pos="3024">
          <p15:clr>
            <a:srgbClr val="FA7B17"/>
          </p15:clr>
        </p15:guide>
      </p15:sldGuideLst>
    </p:ext>
  </p:extLst>
</p:sldLayout>
</file>

<file path=ppt/slideLayouts/slideLayout40.xml><?xml version="1.0" encoding="utf-8"?>
<p:sldLayout xmlns:a="http://schemas.openxmlformats.org/drawingml/2006/main" xmlns:r="http://schemas.openxmlformats.org/officeDocument/2006/relationships" xmlns:p="http://schemas.openxmlformats.org/presentationml/2006/main" matchingName="Body top">
  <p:cSld name="CUSTOM_2_1_1">
    <p:spTree>
      <p:nvGrpSpPr>
        <p:cNvPr id="1" name="Shape 165"/>
        <p:cNvGrpSpPr/>
        <p:nvPr/>
      </p:nvGrpSpPr>
      <p:grpSpPr>
        <a:xfrm>
          <a:off x="0" y="0"/>
          <a:ext cx="0" cy="0"/>
          <a:chOff x="0" y="0"/>
          <a:chExt cx="0" cy="0"/>
        </a:xfrm>
      </p:grpSpPr>
      <p:sp>
        <p:nvSpPr>
          <p:cNvPr id="166" name="Google Shape;166;p42"/>
          <p:cNvSpPr txBox="1">
            <a:spLocks noGrp="1"/>
          </p:cNvSpPr>
          <p:nvPr>
            <p:ph type="body" idx="1"/>
          </p:nvPr>
        </p:nvSpPr>
        <p:spPr>
          <a:xfrm>
            <a:off x="457200" y="342900"/>
            <a:ext cx="8279100" cy="2233500"/>
          </a:xfrm>
          <a:prstGeom prst="rect">
            <a:avLst/>
          </a:prstGeom>
        </p:spPr>
        <p:txBody>
          <a:bodyPr spcFirstLastPara="1" wrap="square" lIns="91425" tIns="91425" rIns="91425" bIns="91425" anchor="t" anchorCtr="0">
            <a:noAutofit/>
          </a:bodyPr>
          <a:lstStyle>
            <a:lvl1pPr marL="457200" lvl="0" indent="-381000" rtl="0">
              <a:spcBef>
                <a:spcPts val="0"/>
              </a:spcBef>
              <a:spcAft>
                <a:spcPts val="0"/>
              </a:spcAft>
              <a:buSzPts val="2400"/>
              <a:buChar char="●"/>
              <a:defRPr/>
            </a:lvl1pPr>
            <a:lvl2pPr marL="914400" lvl="1" indent="-368300" rtl="0">
              <a:spcBef>
                <a:spcPts val="1600"/>
              </a:spcBef>
              <a:spcAft>
                <a:spcPts val="0"/>
              </a:spcAft>
              <a:buSzPts val="2200"/>
              <a:buChar char="○"/>
              <a:defRPr/>
            </a:lvl2pPr>
            <a:lvl3pPr marL="1371600" lvl="2" indent="-368300" rtl="0">
              <a:spcBef>
                <a:spcPts val="1600"/>
              </a:spcBef>
              <a:spcAft>
                <a:spcPts val="0"/>
              </a:spcAft>
              <a:buSzPts val="2200"/>
              <a:buChar char="■"/>
              <a:defRPr/>
            </a:lvl3pPr>
            <a:lvl4pPr marL="1828800" lvl="3" indent="-355600" rtl="0">
              <a:spcBef>
                <a:spcPts val="1600"/>
              </a:spcBef>
              <a:spcAft>
                <a:spcPts val="0"/>
              </a:spcAft>
              <a:buSzPts val="2000"/>
              <a:buChar char="●"/>
              <a:defRPr/>
            </a:lvl4pPr>
            <a:lvl5pPr marL="2286000" lvl="4" indent="-355600" rtl="0">
              <a:spcBef>
                <a:spcPts val="1600"/>
              </a:spcBef>
              <a:spcAft>
                <a:spcPts val="0"/>
              </a:spcAft>
              <a:buSzPts val="2000"/>
              <a:buChar char="○"/>
              <a:defRPr/>
            </a:lvl5pPr>
            <a:lvl6pPr marL="2743200" lvl="5" indent="-355600" rtl="0">
              <a:spcBef>
                <a:spcPts val="1600"/>
              </a:spcBef>
              <a:spcAft>
                <a:spcPts val="0"/>
              </a:spcAft>
              <a:buSzPts val="2000"/>
              <a:buChar char="■"/>
              <a:defRPr/>
            </a:lvl6pPr>
            <a:lvl7pPr marL="3200400" lvl="6" indent="-342900" rtl="0">
              <a:spcBef>
                <a:spcPts val="1600"/>
              </a:spcBef>
              <a:spcAft>
                <a:spcPts val="0"/>
              </a:spcAft>
              <a:buSzPts val="1800"/>
              <a:buChar char="●"/>
              <a:defRPr/>
            </a:lvl7pPr>
            <a:lvl8pPr marL="3657600" lvl="7" indent="-342900" rtl="0">
              <a:spcBef>
                <a:spcPts val="1600"/>
              </a:spcBef>
              <a:spcAft>
                <a:spcPts val="0"/>
              </a:spcAft>
              <a:buSzPts val="1800"/>
              <a:buChar char="○"/>
              <a:defRPr/>
            </a:lvl8pPr>
            <a:lvl9pPr marL="4114800" lvl="8" indent="-342900" rtl="0">
              <a:spcBef>
                <a:spcPts val="1600"/>
              </a:spcBef>
              <a:spcAft>
                <a:spcPts val="1600"/>
              </a:spcAft>
              <a:buSzPts val="1800"/>
              <a:buChar char="■"/>
              <a:defRPr/>
            </a:lvl9pPr>
          </a:lstStyle>
          <a:p>
            <a:endParaRPr/>
          </a:p>
        </p:txBody>
      </p:sp>
      <p:pic>
        <p:nvPicPr>
          <p:cNvPr id="167" name="Google Shape;167;p42"/>
          <p:cNvPicPr preferRelativeResize="0"/>
          <p:nvPr/>
        </p:nvPicPr>
        <p:blipFill>
          <a:blip r:embed="rId2">
            <a:alphaModFix/>
          </a:blip>
          <a:stretch>
            <a:fillRect/>
          </a:stretch>
        </p:blipFill>
        <p:spPr>
          <a:xfrm>
            <a:off x="8028122" y="4800600"/>
            <a:ext cx="836911" cy="342901"/>
          </a:xfrm>
          <a:prstGeom prst="rect">
            <a:avLst/>
          </a:prstGeom>
          <a:noFill/>
          <a:ln>
            <a:noFill/>
          </a:ln>
        </p:spPr>
      </p:pic>
    </p:spTree>
  </p:cSld>
  <p:clrMapOvr>
    <a:masterClrMapping/>
  </p:clrMapOvr>
  <p:extLst>
    <p:ext uri="{DCECCB84-F9BA-43D5-87BE-67443E8EF086}">
      <p15:sldGuideLst xmlns:p15="http://schemas.microsoft.com/office/powerpoint/2012/main">
        <p15:guide id="1" pos="288">
          <p15:clr>
            <a:srgbClr val="FA7B17"/>
          </p15:clr>
        </p15:guide>
        <p15:guide id="2" pos="5472">
          <p15:clr>
            <a:srgbClr val="FA7B17"/>
          </p15:clr>
        </p15:guide>
        <p15:guide id="3" orient="horz" pos="216">
          <p15:clr>
            <a:srgbClr val="FA7B17"/>
          </p15:clr>
        </p15:guide>
        <p15:guide id="4" orient="horz" pos="3024">
          <p15:clr>
            <a:srgbClr val="FA7B17"/>
          </p15:clr>
        </p15:guide>
      </p15:sldGuideLst>
    </p:ext>
  </p:extLst>
</p:sldLayout>
</file>

<file path=ppt/slideLayouts/slideLayout41.xml><?xml version="1.0" encoding="utf-8"?>
<p:sldLayout xmlns:a="http://schemas.openxmlformats.org/drawingml/2006/main" xmlns:r="http://schemas.openxmlformats.org/officeDocument/2006/relationships" xmlns:p="http://schemas.openxmlformats.org/presentationml/2006/main" matchingName="Body bottom">
  <p:cSld name="CUSTOM_2_1_1_1">
    <p:spTree>
      <p:nvGrpSpPr>
        <p:cNvPr id="1" name="Shape 168"/>
        <p:cNvGrpSpPr/>
        <p:nvPr/>
      </p:nvGrpSpPr>
      <p:grpSpPr>
        <a:xfrm>
          <a:off x="0" y="0"/>
          <a:ext cx="0" cy="0"/>
          <a:chOff x="0" y="0"/>
          <a:chExt cx="0" cy="0"/>
        </a:xfrm>
      </p:grpSpPr>
      <p:sp>
        <p:nvSpPr>
          <p:cNvPr id="169" name="Google Shape;169;p43"/>
          <p:cNvSpPr txBox="1">
            <a:spLocks noGrp="1"/>
          </p:cNvSpPr>
          <p:nvPr>
            <p:ph type="body" idx="1"/>
          </p:nvPr>
        </p:nvSpPr>
        <p:spPr>
          <a:xfrm>
            <a:off x="457200" y="2567250"/>
            <a:ext cx="8279100" cy="2233500"/>
          </a:xfrm>
          <a:prstGeom prst="rect">
            <a:avLst/>
          </a:prstGeom>
        </p:spPr>
        <p:txBody>
          <a:bodyPr spcFirstLastPara="1" wrap="square" lIns="91425" tIns="91425" rIns="91425" bIns="91425" anchor="t" anchorCtr="0">
            <a:noAutofit/>
          </a:bodyPr>
          <a:lstStyle>
            <a:lvl1pPr marL="457200" lvl="0" indent="-381000" rtl="0">
              <a:spcBef>
                <a:spcPts val="0"/>
              </a:spcBef>
              <a:spcAft>
                <a:spcPts val="0"/>
              </a:spcAft>
              <a:buSzPts val="2400"/>
              <a:buChar char="●"/>
              <a:defRPr/>
            </a:lvl1pPr>
            <a:lvl2pPr marL="914400" lvl="1" indent="-368300" rtl="0">
              <a:spcBef>
                <a:spcPts val="1600"/>
              </a:spcBef>
              <a:spcAft>
                <a:spcPts val="0"/>
              </a:spcAft>
              <a:buSzPts val="2200"/>
              <a:buChar char="○"/>
              <a:defRPr/>
            </a:lvl2pPr>
            <a:lvl3pPr marL="1371600" lvl="2" indent="-368300" rtl="0">
              <a:spcBef>
                <a:spcPts val="1600"/>
              </a:spcBef>
              <a:spcAft>
                <a:spcPts val="0"/>
              </a:spcAft>
              <a:buSzPts val="2200"/>
              <a:buChar char="■"/>
              <a:defRPr/>
            </a:lvl3pPr>
            <a:lvl4pPr marL="1828800" lvl="3" indent="-355600" rtl="0">
              <a:spcBef>
                <a:spcPts val="1600"/>
              </a:spcBef>
              <a:spcAft>
                <a:spcPts val="0"/>
              </a:spcAft>
              <a:buSzPts val="2000"/>
              <a:buChar char="●"/>
              <a:defRPr/>
            </a:lvl4pPr>
            <a:lvl5pPr marL="2286000" lvl="4" indent="-355600" rtl="0">
              <a:spcBef>
                <a:spcPts val="1600"/>
              </a:spcBef>
              <a:spcAft>
                <a:spcPts val="0"/>
              </a:spcAft>
              <a:buSzPts val="2000"/>
              <a:buChar char="○"/>
              <a:defRPr/>
            </a:lvl5pPr>
            <a:lvl6pPr marL="2743200" lvl="5" indent="-355600" rtl="0">
              <a:spcBef>
                <a:spcPts val="1600"/>
              </a:spcBef>
              <a:spcAft>
                <a:spcPts val="0"/>
              </a:spcAft>
              <a:buSzPts val="2000"/>
              <a:buChar char="■"/>
              <a:defRPr/>
            </a:lvl6pPr>
            <a:lvl7pPr marL="3200400" lvl="6" indent="-342900" rtl="0">
              <a:spcBef>
                <a:spcPts val="1600"/>
              </a:spcBef>
              <a:spcAft>
                <a:spcPts val="0"/>
              </a:spcAft>
              <a:buSzPts val="1800"/>
              <a:buChar char="●"/>
              <a:defRPr/>
            </a:lvl7pPr>
            <a:lvl8pPr marL="3657600" lvl="7" indent="-342900" rtl="0">
              <a:spcBef>
                <a:spcPts val="1600"/>
              </a:spcBef>
              <a:spcAft>
                <a:spcPts val="0"/>
              </a:spcAft>
              <a:buSzPts val="1800"/>
              <a:buChar char="○"/>
              <a:defRPr/>
            </a:lvl8pPr>
            <a:lvl9pPr marL="4114800" lvl="8" indent="-342900" rtl="0">
              <a:spcBef>
                <a:spcPts val="1600"/>
              </a:spcBef>
              <a:spcAft>
                <a:spcPts val="1600"/>
              </a:spcAft>
              <a:buSzPts val="1800"/>
              <a:buChar char="■"/>
              <a:defRPr/>
            </a:lvl9pPr>
          </a:lstStyle>
          <a:p>
            <a:endParaRPr/>
          </a:p>
        </p:txBody>
      </p:sp>
      <p:pic>
        <p:nvPicPr>
          <p:cNvPr id="170" name="Google Shape;170;p43"/>
          <p:cNvPicPr preferRelativeResize="0"/>
          <p:nvPr/>
        </p:nvPicPr>
        <p:blipFill>
          <a:blip r:embed="rId2">
            <a:alphaModFix/>
          </a:blip>
          <a:stretch>
            <a:fillRect/>
          </a:stretch>
        </p:blipFill>
        <p:spPr>
          <a:xfrm>
            <a:off x="8028122" y="4800600"/>
            <a:ext cx="836911" cy="342901"/>
          </a:xfrm>
          <a:prstGeom prst="rect">
            <a:avLst/>
          </a:prstGeom>
          <a:noFill/>
          <a:ln>
            <a:noFill/>
          </a:ln>
        </p:spPr>
      </p:pic>
    </p:spTree>
  </p:cSld>
  <p:clrMapOvr>
    <a:masterClrMapping/>
  </p:clrMapOvr>
  <p:extLst>
    <p:ext uri="{DCECCB84-F9BA-43D5-87BE-67443E8EF086}">
      <p15:sldGuideLst xmlns:p15="http://schemas.microsoft.com/office/powerpoint/2012/main">
        <p15:guide id="1" pos="288">
          <p15:clr>
            <a:srgbClr val="FA7B17"/>
          </p15:clr>
        </p15:guide>
        <p15:guide id="2" pos="5472">
          <p15:clr>
            <a:srgbClr val="FA7B17"/>
          </p15:clr>
        </p15:guide>
        <p15:guide id="3" orient="horz" pos="216">
          <p15:clr>
            <a:srgbClr val="FA7B17"/>
          </p15:clr>
        </p15:guide>
        <p15:guide id="4" orient="horz" pos="3024">
          <p15:clr>
            <a:srgbClr val="FA7B17"/>
          </p15:clr>
        </p15:guide>
      </p15:sldGuideLst>
    </p:ext>
  </p:extLst>
</p:sldLayout>
</file>

<file path=ppt/slideLayouts/slideLayout42.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171"/>
        <p:cNvGrpSpPr/>
        <p:nvPr/>
      </p:nvGrpSpPr>
      <p:grpSpPr>
        <a:xfrm>
          <a:off x="0" y="0"/>
          <a:ext cx="0" cy="0"/>
          <a:chOff x="0" y="0"/>
          <a:chExt cx="0" cy="0"/>
        </a:xfrm>
      </p:grpSpPr>
      <p:pic>
        <p:nvPicPr>
          <p:cNvPr id="172" name="Google Shape;172;p44"/>
          <p:cNvPicPr preferRelativeResize="0"/>
          <p:nvPr/>
        </p:nvPicPr>
        <p:blipFill>
          <a:blip r:embed="rId2">
            <a:alphaModFix/>
          </a:blip>
          <a:stretch>
            <a:fillRect/>
          </a:stretch>
        </p:blipFill>
        <p:spPr>
          <a:xfrm>
            <a:off x="8028122" y="4800600"/>
            <a:ext cx="836911" cy="342901"/>
          </a:xfrm>
          <a:prstGeom prst="rect">
            <a:avLst/>
          </a:prstGeom>
          <a:noFill/>
          <a:ln>
            <a:noFill/>
          </a:ln>
        </p:spPr>
      </p:pic>
    </p:spTree>
  </p:cSld>
  <p:clrMapOvr>
    <a:masterClrMapping/>
  </p:clrMapOvr>
  <p:extLst>
    <p:ext uri="{DCECCB84-F9BA-43D5-87BE-67443E8EF086}">
      <p15:sldGuideLst xmlns:p15="http://schemas.microsoft.com/office/powerpoint/2012/main">
        <p15:guide id="1" pos="288">
          <p15:clr>
            <a:srgbClr val="FA7B17"/>
          </p15:clr>
        </p15:guide>
        <p15:guide id="2" pos="5472">
          <p15:clr>
            <a:srgbClr val="FA7B17"/>
          </p15:clr>
        </p15:guide>
        <p15:guide id="3" orient="horz" pos="216">
          <p15:clr>
            <a:srgbClr val="FA7B17"/>
          </p15:clr>
        </p15:guide>
        <p15:guide id="4" orient="horz" pos="3024">
          <p15:clr>
            <a:srgbClr val="FA7B17"/>
          </p15:clr>
        </p15:guide>
      </p15:sldGuideLst>
    </p:ext>
  </p:extLst>
</p:sldLayout>
</file>

<file path=ppt/slideLayouts/slideLayout43.xml><?xml version="1.0" encoding="utf-8"?>
<p:sldLayout xmlns:a="http://schemas.openxmlformats.org/drawingml/2006/main" xmlns:r="http://schemas.openxmlformats.org/officeDocument/2006/relationships" xmlns:p="http://schemas.openxmlformats.org/presentationml/2006/main" matchingName="TITLE_AND_BODY_7">
  <p:cSld name="TITLE_AND_BODY_7">
    <p:spTree>
      <p:nvGrpSpPr>
        <p:cNvPr id="1" name="Shape 173"/>
        <p:cNvGrpSpPr/>
        <p:nvPr/>
      </p:nvGrpSpPr>
      <p:grpSpPr>
        <a:xfrm>
          <a:off x="0" y="0"/>
          <a:ext cx="0" cy="0"/>
          <a:chOff x="0" y="0"/>
          <a:chExt cx="0" cy="0"/>
        </a:xfrm>
      </p:grpSpPr>
      <p:sp>
        <p:nvSpPr>
          <p:cNvPr id="174" name="Google Shape;174;p45"/>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Autofit/>
          </a:bodyPr>
          <a:lstStyle>
            <a:lvl1pPr lvl="0" rtl="0">
              <a:spcBef>
                <a:spcPts val="0"/>
              </a:spcBef>
              <a:spcAft>
                <a:spcPts val="0"/>
              </a:spcAft>
              <a:buSzPts val="28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a:endParaRPr/>
          </a:p>
        </p:txBody>
      </p:sp>
      <p:sp>
        <p:nvSpPr>
          <p:cNvPr id="175" name="Google Shape;175;p45"/>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Autofit/>
          </a:bodyPr>
          <a:lstStyle>
            <a:lvl1pPr marL="457200" lvl="0" indent="-381000" rtl="0">
              <a:spcBef>
                <a:spcPts val="0"/>
              </a:spcBef>
              <a:spcAft>
                <a:spcPts val="0"/>
              </a:spcAft>
              <a:buSzPts val="2400"/>
              <a:buChar char="●"/>
              <a:defRPr/>
            </a:lvl1pPr>
            <a:lvl2pPr marL="914400" lvl="1" indent="-368300" rtl="0">
              <a:spcBef>
                <a:spcPts val="1600"/>
              </a:spcBef>
              <a:spcAft>
                <a:spcPts val="0"/>
              </a:spcAft>
              <a:buSzPts val="2200"/>
              <a:buChar char="○"/>
              <a:defRPr/>
            </a:lvl2pPr>
            <a:lvl3pPr marL="1371600" lvl="2" indent="-368300" rtl="0">
              <a:spcBef>
                <a:spcPts val="1600"/>
              </a:spcBef>
              <a:spcAft>
                <a:spcPts val="0"/>
              </a:spcAft>
              <a:buSzPts val="2200"/>
              <a:buChar char="■"/>
              <a:defRPr/>
            </a:lvl3pPr>
            <a:lvl4pPr marL="1828800" lvl="3" indent="-355600" rtl="0">
              <a:spcBef>
                <a:spcPts val="1600"/>
              </a:spcBef>
              <a:spcAft>
                <a:spcPts val="0"/>
              </a:spcAft>
              <a:buSzPts val="2000"/>
              <a:buChar char="●"/>
              <a:defRPr/>
            </a:lvl4pPr>
            <a:lvl5pPr marL="2286000" lvl="4" indent="-355600" rtl="0">
              <a:spcBef>
                <a:spcPts val="1600"/>
              </a:spcBef>
              <a:spcAft>
                <a:spcPts val="0"/>
              </a:spcAft>
              <a:buSzPts val="2000"/>
              <a:buChar char="○"/>
              <a:defRPr/>
            </a:lvl5pPr>
            <a:lvl6pPr marL="2743200" lvl="5" indent="-355600" rtl="0">
              <a:spcBef>
                <a:spcPts val="1600"/>
              </a:spcBef>
              <a:spcAft>
                <a:spcPts val="0"/>
              </a:spcAft>
              <a:buSzPts val="2000"/>
              <a:buChar char="■"/>
              <a:defRPr/>
            </a:lvl6pPr>
            <a:lvl7pPr marL="3200400" lvl="6" indent="-342900" rtl="0">
              <a:spcBef>
                <a:spcPts val="1600"/>
              </a:spcBef>
              <a:spcAft>
                <a:spcPts val="0"/>
              </a:spcAft>
              <a:buSzPts val="1800"/>
              <a:buChar char="●"/>
              <a:defRPr/>
            </a:lvl7pPr>
            <a:lvl8pPr marL="3657600" lvl="7" indent="-342900" rtl="0">
              <a:spcBef>
                <a:spcPts val="1600"/>
              </a:spcBef>
              <a:spcAft>
                <a:spcPts val="0"/>
              </a:spcAft>
              <a:buSzPts val="1800"/>
              <a:buChar char="○"/>
              <a:defRPr/>
            </a:lvl8pPr>
            <a:lvl9pPr marL="4114800" lvl="8" indent="-342900" rtl="0">
              <a:spcBef>
                <a:spcPts val="1600"/>
              </a:spcBef>
              <a:spcAft>
                <a:spcPts val="1600"/>
              </a:spcAft>
              <a:buSzPts val="1800"/>
              <a:buChar char="■"/>
              <a:defRPr/>
            </a:lvl9pPr>
          </a:lstStyle>
          <a:p>
            <a:endParaRPr/>
          </a:p>
        </p:txBody>
      </p:sp>
      <p:sp>
        <p:nvSpPr>
          <p:cNvPr id="176" name="Google Shape;176;p45"/>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marL="0" lvl="0" indent="0" algn="l"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177"/>
        <p:cNvGrpSpPr/>
        <p:nvPr/>
      </p:nvGrpSpPr>
      <p:grpSpPr>
        <a:xfrm>
          <a:off x="0" y="0"/>
          <a:ext cx="0" cy="0"/>
          <a:chOff x="0" y="0"/>
          <a:chExt cx="0" cy="0"/>
        </a:xfrm>
      </p:grpSpPr>
      <p:sp>
        <p:nvSpPr>
          <p:cNvPr id="178" name="Google Shape;178;p46"/>
          <p:cNvSpPr txBox="1">
            <a:spLocks noGrp="1"/>
          </p:cNvSpPr>
          <p:nvPr>
            <p:ph type="ctrTitle"/>
          </p:nvPr>
        </p:nvSpPr>
        <p:spPr>
          <a:xfrm>
            <a:off x="311708" y="744575"/>
            <a:ext cx="8520600" cy="2052600"/>
          </a:xfrm>
          <a:prstGeom prst="rect">
            <a:avLst/>
          </a:prstGeom>
        </p:spPr>
        <p:txBody>
          <a:bodyPr spcFirstLastPara="1" wrap="square" lIns="91425" tIns="91425" rIns="91425" bIns="91425" anchor="b" anchorCtr="0">
            <a:noAutofit/>
          </a:bodyPr>
          <a:lstStyle>
            <a:lvl1pPr lvl="0" algn="ctr" rtl="0">
              <a:spcBef>
                <a:spcPts val="0"/>
              </a:spcBef>
              <a:spcAft>
                <a:spcPts val="0"/>
              </a:spcAft>
              <a:buSzPts val="5200"/>
              <a:buNone/>
              <a:defRPr sz="5200"/>
            </a:lvl1pPr>
            <a:lvl2pPr lvl="1" algn="ctr" rtl="0">
              <a:spcBef>
                <a:spcPts val="0"/>
              </a:spcBef>
              <a:spcAft>
                <a:spcPts val="0"/>
              </a:spcAft>
              <a:buSzPts val="5200"/>
              <a:buNone/>
              <a:defRPr sz="5200"/>
            </a:lvl2pPr>
            <a:lvl3pPr lvl="2" algn="ctr" rtl="0">
              <a:spcBef>
                <a:spcPts val="0"/>
              </a:spcBef>
              <a:spcAft>
                <a:spcPts val="0"/>
              </a:spcAft>
              <a:buSzPts val="5200"/>
              <a:buNone/>
              <a:defRPr sz="5200"/>
            </a:lvl3pPr>
            <a:lvl4pPr lvl="3" algn="ctr" rtl="0">
              <a:spcBef>
                <a:spcPts val="0"/>
              </a:spcBef>
              <a:spcAft>
                <a:spcPts val="0"/>
              </a:spcAft>
              <a:buSzPts val="5200"/>
              <a:buNone/>
              <a:defRPr sz="5200"/>
            </a:lvl4pPr>
            <a:lvl5pPr lvl="4" algn="ctr" rtl="0">
              <a:spcBef>
                <a:spcPts val="0"/>
              </a:spcBef>
              <a:spcAft>
                <a:spcPts val="0"/>
              </a:spcAft>
              <a:buSzPts val="5200"/>
              <a:buNone/>
              <a:defRPr sz="5200"/>
            </a:lvl5pPr>
            <a:lvl6pPr lvl="5" algn="ctr" rtl="0">
              <a:spcBef>
                <a:spcPts val="0"/>
              </a:spcBef>
              <a:spcAft>
                <a:spcPts val="0"/>
              </a:spcAft>
              <a:buSzPts val="5200"/>
              <a:buNone/>
              <a:defRPr sz="5200"/>
            </a:lvl6pPr>
            <a:lvl7pPr lvl="6" algn="ctr" rtl="0">
              <a:spcBef>
                <a:spcPts val="0"/>
              </a:spcBef>
              <a:spcAft>
                <a:spcPts val="0"/>
              </a:spcAft>
              <a:buSzPts val="5200"/>
              <a:buNone/>
              <a:defRPr sz="5200"/>
            </a:lvl7pPr>
            <a:lvl8pPr lvl="7" algn="ctr" rtl="0">
              <a:spcBef>
                <a:spcPts val="0"/>
              </a:spcBef>
              <a:spcAft>
                <a:spcPts val="0"/>
              </a:spcAft>
              <a:buSzPts val="5200"/>
              <a:buNone/>
              <a:defRPr sz="5200"/>
            </a:lvl8pPr>
            <a:lvl9pPr lvl="8" algn="ctr" rtl="0">
              <a:spcBef>
                <a:spcPts val="0"/>
              </a:spcBef>
              <a:spcAft>
                <a:spcPts val="0"/>
              </a:spcAft>
              <a:buSzPts val="5200"/>
              <a:buNone/>
              <a:defRPr sz="5200"/>
            </a:lvl9pPr>
          </a:lstStyle>
          <a:p>
            <a:endParaRPr/>
          </a:p>
        </p:txBody>
      </p:sp>
      <p:sp>
        <p:nvSpPr>
          <p:cNvPr id="179" name="Google Shape;179;p46"/>
          <p:cNvSpPr txBox="1">
            <a:spLocks noGrp="1"/>
          </p:cNvSpPr>
          <p:nvPr>
            <p:ph type="subTitle" idx="1"/>
          </p:nvPr>
        </p:nvSpPr>
        <p:spPr>
          <a:xfrm>
            <a:off x="311700" y="2834125"/>
            <a:ext cx="8520600" cy="7926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2800"/>
              <a:buNone/>
              <a:defRPr sz="2800"/>
            </a:lvl1pPr>
            <a:lvl2pPr lvl="1" algn="ctr" rtl="0">
              <a:lnSpc>
                <a:spcPct val="100000"/>
              </a:lnSpc>
              <a:spcBef>
                <a:spcPts val="0"/>
              </a:spcBef>
              <a:spcAft>
                <a:spcPts val="0"/>
              </a:spcAft>
              <a:buSzPts val="2800"/>
              <a:buNone/>
              <a:defRPr sz="2800"/>
            </a:lvl2pPr>
            <a:lvl3pPr lvl="2" algn="ctr" rtl="0">
              <a:lnSpc>
                <a:spcPct val="100000"/>
              </a:lnSpc>
              <a:spcBef>
                <a:spcPts val="0"/>
              </a:spcBef>
              <a:spcAft>
                <a:spcPts val="0"/>
              </a:spcAft>
              <a:buSzPts val="2800"/>
              <a:buNone/>
              <a:defRPr sz="2800"/>
            </a:lvl3pPr>
            <a:lvl4pPr lvl="3" algn="ctr" rtl="0">
              <a:lnSpc>
                <a:spcPct val="100000"/>
              </a:lnSpc>
              <a:spcBef>
                <a:spcPts val="0"/>
              </a:spcBef>
              <a:spcAft>
                <a:spcPts val="0"/>
              </a:spcAft>
              <a:buSzPts val="2800"/>
              <a:buNone/>
              <a:defRPr sz="2800"/>
            </a:lvl4pPr>
            <a:lvl5pPr lvl="4" algn="ctr" rtl="0">
              <a:lnSpc>
                <a:spcPct val="100000"/>
              </a:lnSpc>
              <a:spcBef>
                <a:spcPts val="0"/>
              </a:spcBef>
              <a:spcAft>
                <a:spcPts val="0"/>
              </a:spcAft>
              <a:buSzPts val="2800"/>
              <a:buNone/>
              <a:defRPr sz="2800"/>
            </a:lvl5pPr>
            <a:lvl6pPr lvl="5" algn="ctr" rtl="0">
              <a:lnSpc>
                <a:spcPct val="100000"/>
              </a:lnSpc>
              <a:spcBef>
                <a:spcPts val="0"/>
              </a:spcBef>
              <a:spcAft>
                <a:spcPts val="0"/>
              </a:spcAft>
              <a:buSzPts val="2800"/>
              <a:buNone/>
              <a:defRPr sz="2800"/>
            </a:lvl6pPr>
            <a:lvl7pPr lvl="6" algn="ctr" rtl="0">
              <a:lnSpc>
                <a:spcPct val="100000"/>
              </a:lnSpc>
              <a:spcBef>
                <a:spcPts val="0"/>
              </a:spcBef>
              <a:spcAft>
                <a:spcPts val="0"/>
              </a:spcAft>
              <a:buSzPts val="2800"/>
              <a:buNone/>
              <a:defRPr sz="2800"/>
            </a:lvl7pPr>
            <a:lvl8pPr lvl="7" algn="ctr" rtl="0">
              <a:lnSpc>
                <a:spcPct val="100000"/>
              </a:lnSpc>
              <a:spcBef>
                <a:spcPts val="0"/>
              </a:spcBef>
              <a:spcAft>
                <a:spcPts val="0"/>
              </a:spcAft>
              <a:buSzPts val="2800"/>
              <a:buNone/>
              <a:defRPr sz="2800"/>
            </a:lvl8pPr>
            <a:lvl9pPr lvl="8" algn="ctr" rtl="0">
              <a:lnSpc>
                <a:spcPct val="100000"/>
              </a:lnSpc>
              <a:spcBef>
                <a:spcPts val="0"/>
              </a:spcBef>
              <a:spcAft>
                <a:spcPts val="0"/>
              </a:spcAft>
              <a:buSzPts val="2800"/>
              <a:buNone/>
              <a:defRPr sz="2800"/>
            </a:lvl9pPr>
          </a:lstStyle>
          <a:p>
            <a:endParaRPr/>
          </a:p>
        </p:txBody>
      </p:sp>
      <p:sp>
        <p:nvSpPr>
          <p:cNvPr id="180" name="Google Shape;180;p46"/>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marL="0" lvl="0" indent="0" algn="l"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181"/>
        <p:cNvGrpSpPr/>
        <p:nvPr/>
      </p:nvGrpSpPr>
      <p:grpSpPr>
        <a:xfrm>
          <a:off x="0" y="0"/>
          <a:ext cx="0" cy="0"/>
          <a:chOff x="0" y="0"/>
          <a:chExt cx="0" cy="0"/>
        </a:xfrm>
      </p:grpSpPr>
      <p:sp>
        <p:nvSpPr>
          <p:cNvPr id="182" name="Google Shape;182;p47"/>
          <p:cNvSpPr txBox="1">
            <a:spLocks noGrp="1"/>
          </p:cNvSpPr>
          <p:nvPr>
            <p:ph type="title"/>
          </p:nvPr>
        </p:nvSpPr>
        <p:spPr>
          <a:xfrm>
            <a:off x="628650" y="273845"/>
            <a:ext cx="7886700" cy="994200"/>
          </a:xfrm>
          <a:prstGeom prst="rect">
            <a:avLst/>
          </a:prstGeom>
          <a:noFill/>
          <a:ln>
            <a:noFill/>
          </a:ln>
        </p:spPr>
        <p:txBody>
          <a:bodyPr spcFirstLastPara="1" wrap="square" lIns="68575" tIns="34275" rIns="68575" bIns="34275" anchor="ctr" anchorCtr="0">
            <a:noAutofit/>
          </a:bodyPr>
          <a:lstStyle>
            <a:lvl1pPr lvl="0" algn="l" rtl="0">
              <a:lnSpc>
                <a:spcPct val="90000"/>
              </a:lnSpc>
              <a:spcBef>
                <a:spcPts val="0"/>
              </a:spcBef>
              <a:spcAft>
                <a:spcPts val="0"/>
              </a:spcAft>
              <a:buClr>
                <a:schemeClr val="dk1"/>
              </a:buClr>
              <a:buSzPts val="14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a:endParaRPr/>
          </a:p>
        </p:txBody>
      </p:sp>
      <p:sp>
        <p:nvSpPr>
          <p:cNvPr id="183" name="Google Shape;183;p47"/>
          <p:cNvSpPr txBox="1">
            <a:spLocks noGrp="1"/>
          </p:cNvSpPr>
          <p:nvPr>
            <p:ph type="body" idx="1"/>
          </p:nvPr>
        </p:nvSpPr>
        <p:spPr>
          <a:xfrm>
            <a:off x="628650" y="1369219"/>
            <a:ext cx="7886700" cy="3263400"/>
          </a:xfrm>
          <a:prstGeom prst="rect">
            <a:avLst/>
          </a:prstGeom>
          <a:noFill/>
          <a:ln>
            <a:noFill/>
          </a:ln>
        </p:spPr>
        <p:txBody>
          <a:bodyPr spcFirstLastPara="1" wrap="square" lIns="68575" tIns="34275" rIns="68575" bIns="34275" anchor="t" anchorCtr="0">
            <a:noAutofit/>
          </a:bodyPr>
          <a:lstStyle>
            <a:lvl1pPr marL="457200" lvl="0" indent="-317500" algn="l" rtl="0">
              <a:lnSpc>
                <a:spcPct val="90000"/>
              </a:lnSpc>
              <a:spcBef>
                <a:spcPts val="800"/>
              </a:spcBef>
              <a:spcAft>
                <a:spcPts val="0"/>
              </a:spcAft>
              <a:buClr>
                <a:schemeClr val="dk1"/>
              </a:buClr>
              <a:buSzPts val="1400"/>
              <a:buChar char="●"/>
              <a:defRPr/>
            </a:lvl1pPr>
            <a:lvl2pPr marL="914400" lvl="1" indent="-317500" algn="l" rtl="0">
              <a:lnSpc>
                <a:spcPct val="90000"/>
              </a:lnSpc>
              <a:spcBef>
                <a:spcPts val="1600"/>
              </a:spcBef>
              <a:spcAft>
                <a:spcPts val="0"/>
              </a:spcAft>
              <a:buClr>
                <a:schemeClr val="dk1"/>
              </a:buClr>
              <a:buSzPts val="1400"/>
              <a:buChar char="○"/>
              <a:defRPr/>
            </a:lvl2pPr>
            <a:lvl3pPr marL="1371600" lvl="2" indent="-317500" algn="l" rtl="0">
              <a:lnSpc>
                <a:spcPct val="90000"/>
              </a:lnSpc>
              <a:spcBef>
                <a:spcPts val="1600"/>
              </a:spcBef>
              <a:spcAft>
                <a:spcPts val="0"/>
              </a:spcAft>
              <a:buClr>
                <a:schemeClr val="dk1"/>
              </a:buClr>
              <a:buSzPts val="1400"/>
              <a:buChar char="■"/>
              <a:defRPr/>
            </a:lvl3pPr>
            <a:lvl4pPr marL="1828800" lvl="3" indent="-317500" algn="l" rtl="0">
              <a:lnSpc>
                <a:spcPct val="90000"/>
              </a:lnSpc>
              <a:spcBef>
                <a:spcPts val="1600"/>
              </a:spcBef>
              <a:spcAft>
                <a:spcPts val="0"/>
              </a:spcAft>
              <a:buClr>
                <a:schemeClr val="dk1"/>
              </a:buClr>
              <a:buSzPts val="1400"/>
              <a:buChar char="●"/>
              <a:defRPr/>
            </a:lvl4pPr>
            <a:lvl5pPr marL="2286000" lvl="4" indent="-317500" algn="l" rtl="0">
              <a:lnSpc>
                <a:spcPct val="90000"/>
              </a:lnSpc>
              <a:spcBef>
                <a:spcPts val="1600"/>
              </a:spcBef>
              <a:spcAft>
                <a:spcPts val="0"/>
              </a:spcAft>
              <a:buClr>
                <a:schemeClr val="dk1"/>
              </a:buClr>
              <a:buSzPts val="1400"/>
              <a:buChar char="○"/>
              <a:defRPr/>
            </a:lvl5pPr>
            <a:lvl6pPr marL="2743200" lvl="5" indent="-317500" algn="l" rtl="0">
              <a:lnSpc>
                <a:spcPct val="90000"/>
              </a:lnSpc>
              <a:spcBef>
                <a:spcPts val="1600"/>
              </a:spcBef>
              <a:spcAft>
                <a:spcPts val="0"/>
              </a:spcAft>
              <a:buClr>
                <a:schemeClr val="dk1"/>
              </a:buClr>
              <a:buSzPts val="1400"/>
              <a:buChar char="■"/>
              <a:defRPr/>
            </a:lvl6pPr>
            <a:lvl7pPr marL="3200400" lvl="6" indent="-317500" algn="l" rtl="0">
              <a:lnSpc>
                <a:spcPct val="90000"/>
              </a:lnSpc>
              <a:spcBef>
                <a:spcPts val="1600"/>
              </a:spcBef>
              <a:spcAft>
                <a:spcPts val="0"/>
              </a:spcAft>
              <a:buClr>
                <a:schemeClr val="dk1"/>
              </a:buClr>
              <a:buSzPts val="1400"/>
              <a:buChar char="●"/>
              <a:defRPr/>
            </a:lvl7pPr>
            <a:lvl8pPr marL="3657600" lvl="7" indent="-317500" algn="l" rtl="0">
              <a:lnSpc>
                <a:spcPct val="90000"/>
              </a:lnSpc>
              <a:spcBef>
                <a:spcPts val="1600"/>
              </a:spcBef>
              <a:spcAft>
                <a:spcPts val="0"/>
              </a:spcAft>
              <a:buClr>
                <a:schemeClr val="dk1"/>
              </a:buClr>
              <a:buSzPts val="1400"/>
              <a:buChar char="○"/>
              <a:defRPr/>
            </a:lvl8pPr>
            <a:lvl9pPr marL="4114800" lvl="8" indent="-317500" algn="l" rtl="0">
              <a:lnSpc>
                <a:spcPct val="90000"/>
              </a:lnSpc>
              <a:spcBef>
                <a:spcPts val="1600"/>
              </a:spcBef>
              <a:spcAft>
                <a:spcPts val="1600"/>
              </a:spcAft>
              <a:buClr>
                <a:schemeClr val="dk1"/>
              </a:buClr>
              <a:buSzPts val="1400"/>
              <a:buChar char="■"/>
              <a:defRPr/>
            </a:lvl9pPr>
          </a:lstStyle>
          <a:p>
            <a:endParaRPr/>
          </a:p>
        </p:txBody>
      </p:sp>
      <p:sp>
        <p:nvSpPr>
          <p:cNvPr id="184" name="Google Shape;184;p47"/>
          <p:cNvSpPr txBox="1">
            <a:spLocks noGrp="1"/>
          </p:cNvSpPr>
          <p:nvPr>
            <p:ph type="dt" idx="10"/>
          </p:nvPr>
        </p:nvSpPr>
        <p:spPr>
          <a:xfrm>
            <a:off x="628650" y="4767264"/>
            <a:ext cx="2057400" cy="273900"/>
          </a:xfrm>
          <a:prstGeom prst="rect">
            <a:avLst/>
          </a:prstGeom>
          <a:noFill/>
          <a:ln>
            <a:noFill/>
          </a:ln>
        </p:spPr>
        <p:txBody>
          <a:bodyPr spcFirstLastPara="1" wrap="square" lIns="68575" tIns="34275" rIns="68575" bIns="34275"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185" name="Google Shape;185;p47"/>
          <p:cNvSpPr txBox="1">
            <a:spLocks noGrp="1"/>
          </p:cNvSpPr>
          <p:nvPr>
            <p:ph type="ftr" idx="11"/>
          </p:nvPr>
        </p:nvSpPr>
        <p:spPr>
          <a:xfrm>
            <a:off x="3028950" y="4767264"/>
            <a:ext cx="3086100" cy="273900"/>
          </a:xfrm>
          <a:prstGeom prst="rect">
            <a:avLst/>
          </a:prstGeom>
          <a:noFill/>
          <a:ln>
            <a:noFill/>
          </a:ln>
        </p:spPr>
        <p:txBody>
          <a:bodyPr spcFirstLastPara="1" wrap="square" lIns="68575" tIns="34275" rIns="68575" bIns="34275"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186" name="Google Shape;186;p47"/>
          <p:cNvSpPr txBox="1">
            <a:spLocks noGrp="1"/>
          </p:cNvSpPr>
          <p:nvPr>
            <p:ph type="sldNum" idx="12"/>
          </p:nvPr>
        </p:nvSpPr>
        <p:spPr>
          <a:xfrm>
            <a:off x="6457950" y="4767264"/>
            <a:ext cx="2057400" cy="273900"/>
          </a:xfrm>
          <a:prstGeom prst="rect">
            <a:avLst/>
          </a:prstGeom>
          <a:noFill/>
          <a:ln>
            <a:noFill/>
          </a:ln>
        </p:spPr>
        <p:txBody>
          <a:bodyPr spcFirstLastPara="1" wrap="square" lIns="68575" tIns="34275" rIns="68575" bIns="34275"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matchingName="Title Only  3">
  <p:cSld name="TITLE_ONLY_1_1_1">
    <p:spTree>
      <p:nvGrpSpPr>
        <p:cNvPr id="1" name="Shape 187"/>
        <p:cNvGrpSpPr/>
        <p:nvPr/>
      </p:nvGrpSpPr>
      <p:grpSpPr>
        <a:xfrm>
          <a:off x="0" y="0"/>
          <a:ext cx="0" cy="0"/>
          <a:chOff x="0" y="0"/>
          <a:chExt cx="0" cy="0"/>
        </a:xfrm>
      </p:grpSpPr>
      <p:grpSp>
        <p:nvGrpSpPr>
          <p:cNvPr id="188" name="Google Shape;188;p48"/>
          <p:cNvGrpSpPr/>
          <p:nvPr/>
        </p:nvGrpSpPr>
        <p:grpSpPr>
          <a:xfrm>
            <a:off x="-74625" y="-50562"/>
            <a:ext cx="9142425" cy="5233800"/>
            <a:chOff x="-119900" y="-50550"/>
            <a:chExt cx="9142425" cy="5233800"/>
          </a:xfrm>
        </p:grpSpPr>
        <p:sp>
          <p:nvSpPr>
            <p:cNvPr id="189" name="Google Shape;189;p48"/>
            <p:cNvSpPr/>
            <p:nvPr/>
          </p:nvSpPr>
          <p:spPr>
            <a:xfrm>
              <a:off x="-119900" y="-50550"/>
              <a:ext cx="8714100" cy="5233800"/>
            </a:xfrm>
            <a:prstGeom prst="rect">
              <a:avLst/>
            </a:prstGeom>
            <a:solidFill>
              <a:schemeClr val="accent3"/>
            </a:solidFill>
            <a:ln>
              <a:noFill/>
            </a:ln>
            <a:effectLst>
              <a:outerShdw blurRad="28575" dist="38100" dir="2400000" algn="bl" rotWithShape="0">
                <a:srgbClr val="000000">
                  <a:alpha val="27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0" name="Google Shape;190;p48"/>
            <p:cNvSpPr/>
            <p:nvPr/>
          </p:nvSpPr>
          <p:spPr>
            <a:xfrm rot="5400000">
              <a:off x="8278075" y="3908300"/>
              <a:ext cx="1053300" cy="435600"/>
            </a:xfrm>
            <a:prstGeom prst="round2SameRect">
              <a:avLst>
                <a:gd name="adj1" fmla="val 16667"/>
                <a:gd name="adj2" fmla="val 0"/>
              </a:avLst>
            </a:prstGeom>
            <a:solidFill>
              <a:schemeClr val="accent3"/>
            </a:solidFill>
            <a:ln>
              <a:noFill/>
            </a:ln>
            <a:effectLst>
              <a:outerShdw blurRad="28575" dist="38100" dir="2400000" algn="bl" rotWithShape="0">
                <a:srgbClr val="000000">
                  <a:alpha val="27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91" name="Google Shape;191;p48"/>
          <p:cNvGrpSpPr/>
          <p:nvPr/>
        </p:nvGrpSpPr>
        <p:grpSpPr>
          <a:xfrm>
            <a:off x="-314850" y="-50562"/>
            <a:ext cx="9142400" cy="5233800"/>
            <a:chOff x="-119900" y="-50550"/>
            <a:chExt cx="9142400" cy="5233800"/>
          </a:xfrm>
        </p:grpSpPr>
        <p:sp>
          <p:nvSpPr>
            <p:cNvPr id="192" name="Google Shape;192;p48"/>
            <p:cNvSpPr/>
            <p:nvPr/>
          </p:nvSpPr>
          <p:spPr>
            <a:xfrm>
              <a:off x="-119900" y="-50550"/>
              <a:ext cx="8714100" cy="5233800"/>
            </a:xfrm>
            <a:prstGeom prst="rect">
              <a:avLst/>
            </a:prstGeom>
            <a:solidFill>
              <a:schemeClr val="lt2"/>
            </a:solidFill>
            <a:ln>
              <a:noFill/>
            </a:ln>
            <a:effectLst>
              <a:outerShdw blurRad="28575" dist="38100" dir="2400000" algn="bl" rotWithShape="0">
                <a:srgbClr val="000000">
                  <a:alpha val="27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3" name="Google Shape;193;p48"/>
            <p:cNvSpPr/>
            <p:nvPr/>
          </p:nvSpPr>
          <p:spPr>
            <a:xfrm rot="5400000">
              <a:off x="8278050" y="2687875"/>
              <a:ext cx="1053300" cy="435600"/>
            </a:xfrm>
            <a:prstGeom prst="round2SameRect">
              <a:avLst>
                <a:gd name="adj1" fmla="val 16667"/>
                <a:gd name="adj2" fmla="val 0"/>
              </a:avLst>
            </a:prstGeom>
            <a:solidFill>
              <a:schemeClr val="lt2"/>
            </a:solidFill>
            <a:ln>
              <a:noFill/>
            </a:ln>
            <a:effectLst>
              <a:outerShdw blurRad="28575" dist="38100" dir="2400000" algn="bl" rotWithShape="0">
                <a:srgbClr val="000000">
                  <a:alpha val="27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94" name="Google Shape;194;p48"/>
          <p:cNvSpPr txBox="1">
            <a:spLocks noGrp="1"/>
          </p:cNvSpPr>
          <p:nvPr>
            <p:ph type="title"/>
          </p:nvPr>
        </p:nvSpPr>
        <p:spPr>
          <a:xfrm>
            <a:off x="481425" y="290325"/>
            <a:ext cx="5975100" cy="510900"/>
          </a:xfrm>
          <a:prstGeom prst="rect">
            <a:avLst/>
          </a:prstGeom>
        </p:spPr>
        <p:txBody>
          <a:bodyPr spcFirstLastPara="1" wrap="square" lIns="91425" tIns="91425" rIns="91425" bIns="91425" anchor="t" anchorCtr="0">
            <a:noAutofit/>
          </a:bodyPr>
          <a:lstStyle>
            <a:lvl1pPr lvl="0" algn="l" rtl="0">
              <a:spcBef>
                <a:spcPts val="0"/>
              </a:spcBef>
              <a:spcAft>
                <a:spcPts val="0"/>
              </a:spcAft>
              <a:buClr>
                <a:schemeClr val="lt1"/>
              </a:buClr>
              <a:buSzPts val="2800"/>
              <a:buNone/>
              <a:defRPr>
                <a:solidFill>
                  <a:schemeClr val="lt1"/>
                </a:solidFill>
              </a:defRPr>
            </a:lvl1pPr>
            <a:lvl2pPr lvl="1" rtl="0">
              <a:spcBef>
                <a:spcPts val="0"/>
              </a:spcBef>
              <a:spcAft>
                <a:spcPts val="0"/>
              </a:spcAft>
              <a:buClr>
                <a:schemeClr val="lt1"/>
              </a:buClr>
              <a:buSzPts val="2800"/>
              <a:buNone/>
              <a:defRPr>
                <a:solidFill>
                  <a:schemeClr val="lt1"/>
                </a:solidFill>
              </a:defRPr>
            </a:lvl2pPr>
            <a:lvl3pPr lvl="2" rtl="0">
              <a:spcBef>
                <a:spcPts val="0"/>
              </a:spcBef>
              <a:spcAft>
                <a:spcPts val="0"/>
              </a:spcAft>
              <a:buClr>
                <a:schemeClr val="lt1"/>
              </a:buClr>
              <a:buSzPts val="2800"/>
              <a:buNone/>
              <a:defRPr>
                <a:solidFill>
                  <a:schemeClr val="lt1"/>
                </a:solidFill>
              </a:defRPr>
            </a:lvl3pPr>
            <a:lvl4pPr lvl="3" rtl="0">
              <a:spcBef>
                <a:spcPts val="0"/>
              </a:spcBef>
              <a:spcAft>
                <a:spcPts val="0"/>
              </a:spcAft>
              <a:buClr>
                <a:schemeClr val="lt1"/>
              </a:buClr>
              <a:buSzPts val="2800"/>
              <a:buNone/>
              <a:defRPr>
                <a:solidFill>
                  <a:schemeClr val="lt1"/>
                </a:solidFill>
              </a:defRPr>
            </a:lvl4pPr>
            <a:lvl5pPr lvl="4" rtl="0">
              <a:spcBef>
                <a:spcPts val="0"/>
              </a:spcBef>
              <a:spcAft>
                <a:spcPts val="0"/>
              </a:spcAft>
              <a:buClr>
                <a:schemeClr val="lt1"/>
              </a:buClr>
              <a:buSzPts val="2800"/>
              <a:buNone/>
              <a:defRPr>
                <a:solidFill>
                  <a:schemeClr val="lt1"/>
                </a:solidFill>
              </a:defRPr>
            </a:lvl5pPr>
            <a:lvl6pPr lvl="5" rtl="0">
              <a:spcBef>
                <a:spcPts val="0"/>
              </a:spcBef>
              <a:spcAft>
                <a:spcPts val="0"/>
              </a:spcAft>
              <a:buClr>
                <a:schemeClr val="lt1"/>
              </a:buClr>
              <a:buSzPts val="2800"/>
              <a:buNone/>
              <a:defRPr>
                <a:solidFill>
                  <a:schemeClr val="lt1"/>
                </a:solidFill>
              </a:defRPr>
            </a:lvl6pPr>
            <a:lvl7pPr lvl="6" rtl="0">
              <a:spcBef>
                <a:spcPts val="0"/>
              </a:spcBef>
              <a:spcAft>
                <a:spcPts val="0"/>
              </a:spcAft>
              <a:buClr>
                <a:schemeClr val="lt1"/>
              </a:buClr>
              <a:buSzPts val="2800"/>
              <a:buNone/>
              <a:defRPr>
                <a:solidFill>
                  <a:schemeClr val="lt1"/>
                </a:solidFill>
              </a:defRPr>
            </a:lvl7pPr>
            <a:lvl8pPr lvl="7" rtl="0">
              <a:spcBef>
                <a:spcPts val="0"/>
              </a:spcBef>
              <a:spcAft>
                <a:spcPts val="0"/>
              </a:spcAft>
              <a:buClr>
                <a:schemeClr val="lt1"/>
              </a:buClr>
              <a:buSzPts val="2800"/>
              <a:buNone/>
              <a:defRPr>
                <a:solidFill>
                  <a:schemeClr val="lt1"/>
                </a:solidFill>
              </a:defRPr>
            </a:lvl8pPr>
            <a:lvl9pPr lvl="8" rtl="0">
              <a:spcBef>
                <a:spcPts val="0"/>
              </a:spcBef>
              <a:spcAft>
                <a:spcPts val="0"/>
              </a:spcAft>
              <a:buClr>
                <a:schemeClr val="lt1"/>
              </a:buClr>
              <a:buSzPts val="2800"/>
              <a:buNone/>
              <a:defRPr>
                <a:solidFill>
                  <a:schemeClr val="lt1"/>
                </a:solidFill>
              </a:defRPr>
            </a:lvl9pPr>
          </a:lstStyle>
          <a:p>
            <a:endParaRPr/>
          </a:p>
        </p:txBody>
      </p:sp>
      <p:grpSp>
        <p:nvGrpSpPr>
          <p:cNvPr id="195" name="Google Shape;195;p48"/>
          <p:cNvGrpSpPr/>
          <p:nvPr/>
        </p:nvGrpSpPr>
        <p:grpSpPr>
          <a:xfrm rot="1263493" flipH="1">
            <a:off x="7531263" y="4478635"/>
            <a:ext cx="643782" cy="672853"/>
            <a:chOff x="3586913" y="4050713"/>
            <a:chExt cx="498538" cy="521050"/>
          </a:xfrm>
        </p:grpSpPr>
        <p:sp>
          <p:nvSpPr>
            <p:cNvPr id="196" name="Google Shape;196;p48"/>
            <p:cNvSpPr/>
            <p:nvPr/>
          </p:nvSpPr>
          <p:spPr>
            <a:xfrm>
              <a:off x="3624050" y="4313338"/>
              <a:ext cx="424775" cy="120325"/>
            </a:xfrm>
            <a:custGeom>
              <a:avLst/>
              <a:gdLst/>
              <a:ahLst/>
              <a:cxnLst/>
              <a:rect l="l" t="t" r="r" b="b"/>
              <a:pathLst>
                <a:path w="16991" h="4813" extrusionOk="0">
                  <a:moveTo>
                    <a:pt x="1068" y="0"/>
                  </a:moveTo>
                  <a:cubicBezTo>
                    <a:pt x="482" y="0"/>
                    <a:pt x="1" y="482"/>
                    <a:pt x="1" y="1067"/>
                  </a:cubicBezTo>
                  <a:lnTo>
                    <a:pt x="1" y="3746"/>
                  </a:lnTo>
                  <a:cubicBezTo>
                    <a:pt x="1" y="4331"/>
                    <a:pt x="482" y="4813"/>
                    <a:pt x="1068" y="4813"/>
                  </a:cubicBezTo>
                  <a:lnTo>
                    <a:pt x="16216" y="4813"/>
                  </a:lnTo>
                  <a:cubicBezTo>
                    <a:pt x="16342" y="4813"/>
                    <a:pt x="16468" y="4792"/>
                    <a:pt x="16991" y="4750"/>
                  </a:cubicBezTo>
                  <a:lnTo>
                    <a:pt x="16991" y="63"/>
                  </a:lnTo>
                  <a:cubicBezTo>
                    <a:pt x="16468" y="21"/>
                    <a:pt x="16342" y="0"/>
                    <a:pt x="16196" y="0"/>
                  </a:cubicBezTo>
                  <a:close/>
                </a:path>
              </a:pathLst>
            </a:custGeom>
            <a:solidFill>
              <a:srgbClr val="F1F1F1"/>
            </a:solidFill>
            <a:ln w="7620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7" name="Google Shape;197;p48"/>
            <p:cNvSpPr/>
            <p:nvPr/>
          </p:nvSpPr>
          <p:spPr>
            <a:xfrm>
              <a:off x="3616200" y="4304963"/>
              <a:ext cx="439425" cy="133925"/>
            </a:xfrm>
            <a:custGeom>
              <a:avLst/>
              <a:gdLst/>
              <a:ahLst/>
              <a:cxnLst/>
              <a:rect l="l" t="t" r="r" b="b"/>
              <a:pathLst>
                <a:path w="17577" h="5357" extrusionOk="0">
                  <a:moveTo>
                    <a:pt x="1068" y="1"/>
                  </a:moveTo>
                  <a:cubicBezTo>
                    <a:pt x="482" y="1"/>
                    <a:pt x="1" y="482"/>
                    <a:pt x="1" y="1068"/>
                  </a:cubicBezTo>
                  <a:lnTo>
                    <a:pt x="1" y="4290"/>
                  </a:lnTo>
                  <a:cubicBezTo>
                    <a:pt x="1" y="4876"/>
                    <a:pt x="482" y="5357"/>
                    <a:pt x="1068" y="5357"/>
                  </a:cubicBezTo>
                  <a:lnTo>
                    <a:pt x="17577" y="5357"/>
                  </a:lnTo>
                  <a:lnTo>
                    <a:pt x="17577" y="4876"/>
                  </a:lnTo>
                  <a:lnTo>
                    <a:pt x="1612" y="4876"/>
                  </a:lnTo>
                  <a:cubicBezTo>
                    <a:pt x="1005" y="4876"/>
                    <a:pt x="545" y="4394"/>
                    <a:pt x="545" y="3809"/>
                  </a:cubicBezTo>
                  <a:lnTo>
                    <a:pt x="545" y="1549"/>
                  </a:lnTo>
                  <a:cubicBezTo>
                    <a:pt x="545" y="963"/>
                    <a:pt x="1005" y="482"/>
                    <a:pt x="1612" y="482"/>
                  </a:cubicBezTo>
                  <a:lnTo>
                    <a:pt x="17577" y="482"/>
                  </a:lnTo>
                  <a:lnTo>
                    <a:pt x="17577" y="1"/>
                  </a:lnTo>
                  <a:close/>
                </a:path>
              </a:pathLst>
            </a:custGeom>
            <a:solidFill>
              <a:srgbClr val="F05A24"/>
            </a:solidFill>
            <a:ln w="7620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8" name="Google Shape;198;p48"/>
            <p:cNvSpPr/>
            <p:nvPr/>
          </p:nvSpPr>
          <p:spPr>
            <a:xfrm>
              <a:off x="3593725" y="4446713"/>
              <a:ext cx="483875" cy="120350"/>
            </a:xfrm>
            <a:custGeom>
              <a:avLst/>
              <a:gdLst/>
              <a:ahLst/>
              <a:cxnLst/>
              <a:rect l="l" t="t" r="r" b="b"/>
              <a:pathLst>
                <a:path w="19355" h="4814" extrusionOk="0">
                  <a:moveTo>
                    <a:pt x="795" y="1"/>
                  </a:moveTo>
                  <a:cubicBezTo>
                    <a:pt x="649" y="1"/>
                    <a:pt x="523" y="43"/>
                    <a:pt x="0" y="84"/>
                  </a:cubicBezTo>
                  <a:lnTo>
                    <a:pt x="0" y="4750"/>
                  </a:lnTo>
                  <a:cubicBezTo>
                    <a:pt x="523" y="4792"/>
                    <a:pt x="649" y="4813"/>
                    <a:pt x="774" y="4813"/>
                  </a:cubicBezTo>
                  <a:lnTo>
                    <a:pt x="18287" y="4813"/>
                  </a:lnTo>
                  <a:cubicBezTo>
                    <a:pt x="18873" y="4813"/>
                    <a:pt x="19354" y="4332"/>
                    <a:pt x="19354" y="3746"/>
                  </a:cubicBezTo>
                  <a:lnTo>
                    <a:pt x="19354" y="1068"/>
                  </a:lnTo>
                  <a:cubicBezTo>
                    <a:pt x="19354" y="482"/>
                    <a:pt x="18873" y="1"/>
                    <a:pt x="18287" y="1"/>
                  </a:cubicBezTo>
                  <a:close/>
                </a:path>
              </a:pathLst>
            </a:custGeom>
            <a:solidFill>
              <a:srgbClr val="F1F1F1"/>
            </a:solidFill>
            <a:ln w="7620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9" name="Google Shape;199;p48"/>
            <p:cNvSpPr/>
            <p:nvPr/>
          </p:nvSpPr>
          <p:spPr>
            <a:xfrm>
              <a:off x="3586925" y="4438863"/>
              <a:ext cx="498525" cy="132900"/>
            </a:xfrm>
            <a:custGeom>
              <a:avLst/>
              <a:gdLst/>
              <a:ahLst/>
              <a:cxnLst/>
              <a:rect l="l" t="t" r="r" b="b"/>
              <a:pathLst>
                <a:path w="19941" h="5316" extrusionOk="0">
                  <a:moveTo>
                    <a:pt x="0" y="1"/>
                  </a:moveTo>
                  <a:lnTo>
                    <a:pt x="0" y="461"/>
                  </a:lnTo>
                  <a:lnTo>
                    <a:pt x="18329" y="461"/>
                  </a:lnTo>
                  <a:cubicBezTo>
                    <a:pt x="18915" y="461"/>
                    <a:pt x="19396" y="943"/>
                    <a:pt x="19396" y="1528"/>
                  </a:cubicBezTo>
                  <a:lnTo>
                    <a:pt x="19396" y="3809"/>
                  </a:lnTo>
                  <a:cubicBezTo>
                    <a:pt x="19396" y="4395"/>
                    <a:pt x="18915" y="4855"/>
                    <a:pt x="18329" y="4855"/>
                  </a:cubicBezTo>
                  <a:lnTo>
                    <a:pt x="0" y="4855"/>
                  </a:lnTo>
                  <a:lnTo>
                    <a:pt x="0" y="5316"/>
                  </a:lnTo>
                  <a:lnTo>
                    <a:pt x="18873" y="5316"/>
                  </a:lnTo>
                  <a:cubicBezTo>
                    <a:pt x="19459" y="5316"/>
                    <a:pt x="19940" y="4855"/>
                    <a:pt x="19940" y="4269"/>
                  </a:cubicBezTo>
                  <a:lnTo>
                    <a:pt x="19940" y="1047"/>
                  </a:lnTo>
                  <a:cubicBezTo>
                    <a:pt x="19940" y="461"/>
                    <a:pt x="19459" y="1"/>
                    <a:pt x="18873" y="1"/>
                  </a:cubicBezTo>
                  <a:close/>
                </a:path>
              </a:pathLst>
            </a:custGeom>
            <a:solidFill>
              <a:srgbClr val="39B44A"/>
            </a:solidFill>
            <a:ln w="7620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0" name="Google Shape;200;p48"/>
            <p:cNvSpPr/>
            <p:nvPr/>
          </p:nvSpPr>
          <p:spPr>
            <a:xfrm>
              <a:off x="3762150" y="4050713"/>
              <a:ext cx="73775" cy="51325"/>
            </a:xfrm>
            <a:custGeom>
              <a:avLst/>
              <a:gdLst/>
              <a:ahLst/>
              <a:cxnLst/>
              <a:rect l="l" t="t" r="r" b="b"/>
              <a:pathLst>
                <a:path w="2951" h="2053" extrusionOk="0">
                  <a:moveTo>
                    <a:pt x="128" y="0"/>
                  </a:moveTo>
                  <a:cubicBezTo>
                    <a:pt x="86" y="0"/>
                    <a:pt x="44" y="1"/>
                    <a:pt x="1" y="2"/>
                  </a:cubicBezTo>
                  <a:cubicBezTo>
                    <a:pt x="1" y="2"/>
                    <a:pt x="879" y="1968"/>
                    <a:pt x="2951" y="2052"/>
                  </a:cubicBezTo>
                  <a:cubicBezTo>
                    <a:pt x="2951" y="2052"/>
                    <a:pt x="2951" y="0"/>
                    <a:pt x="128" y="0"/>
                  </a:cubicBezTo>
                  <a:close/>
                </a:path>
              </a:pathLst>
            </a:custGeom>
            <a:solidFill>
              <a:srgbClr val="8BC53F"/>
            </a:solidFill>
            <a:ln w="7620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1" name="Google Shape;201;p48"/>
            <p:cNvSpPr/>
            <p:nvPr/>
          </p:nvSpPr>
          <p:spPr>
            <a:xfrm>
              <a:off x="3831725" y="4053363"/>
              <a:ext cx="28275" cy="81100"/>
            </a:xfrm>
            <a:custGeom>
              <a:avLst/>
              <a:gdLst/>
              <a:ahLst/>
              <a:cxnLst/>
              <a:rect l="l" t="t" r="r" b="b"/>
              <a:pathLst>
                <a:path w="1131" h="3244" extrusionOk="0">
                  <a:moveTo>
                    <a:pt x="1109" y="0"/>
                  </a:moveTo>
                  <a:cubicBezTo>
                    <a:pt x="1067" y="21"/>
                    <a:pt x="1005" y="42"/>
                    <a:pt x="963" y="63"/>
                  </a:cubicBezTo>
                  <a:cubicBezTo>
                    <a:pt x="900" y="84"/>
                    <a:pt x="837" y="105"/>
                    <a:pt x="795" y="147"/>
                  </a:cubicBezTo>
                  <a:cubicBezTo>
                    <a:pt x="733" y="189"/>
                    <a:pt x="670" y="230"/>
                    <a:pt x="586" y="293"/>
                  </a:cubicBezTo>
                  <a:cubicBezTo>
                    <a:pt x="544" y="356"/>
                    <a:pt x="482" y="440"/>
                    <a:pt x="398" y="523"/>
                  </a:cubicBezTo>
                  <a:cubicBezTo>
                    <a:pt x="356" y="607"/>
                    <a:pt x="293" y="712"/>
                    <a:pt x="251" y="795"/>
                  </a:cubicBezTo>
                  <a:cubicBezTo>
                    <a:pt x="210" y="900"/>
                    <a:pt x="189" y="1005"/>
                    <a:pt x="147" y="1130"/>
                  </a:cubicBezTo>
                  <a:cubicBezTo>
                    <a:pt x="126" y="1235"/>
                    <a:pt x="84" y="1339"/>
                    <a:pt x="84" y="1465"/>
                  </a:cubicBezTo>
                  <a:cubicBezTo>
                    <a:pt x="0" y="2051"/>
                    <a:pt x="21" y="2658"/>
                    <a:pt x="126" y="3243"/>
                  </a:cubicBezTo>
                  <a:lnTo>
                    <a:pt x="147" y="3243"/>
                  </a:lnTo>
                  <a:cubicBezTo>
                    <a:pt x="147" y="3243"/>
                    <a:pt x="147" y="3013"/>
                    <a:pt x="168" y="2678"/>
                  </a:cubicBezTo>
                  <a:cubicBezTo>
                    <a:pt x="189" y="2532"/>
                    <a:pt x="210" y="2344"/>
                    <a:pt x="231" y="2134"/>
                  </a:cubicBezTo>
                  <a:cubicBezTo>
                    <a:pt x="272" y="1925"/>
                    <a:pt x="314" y="1716"/>
                    <a:pt x="377" y="1507"/>
                  </a:cubicBezTo>
                  <a:cubicBezTo>
                    <a:pt x="398" y="1402"/>
                    <a:pt x="440" y="1298"/>
                    <a:pt x="461" y="1214"/>
                  </a:cubicBezTo>
                  <a:cubicBezTo>
                    <a:pt x="503" y="1130"/>
                    <a:pt x="544" y="1046"/>
                    <a:pt x="586" y="963"/>
                  </a:cubicBezTo>
                  <a:cubicBezTo>
                    <a:pt x="628" y="858"/>
                    <a:pt x="670" y="774"/>
                    <a:pt x="712" y="691"/>
                  </a:cubicBezTo>
                  <a:cubicBezTo>
                    <a:pt x="754" y="628"/>
                    <a:pt x="775" y="544"/>
                    <a:pt x="816" y="481"/>
                  </a:cubicBezTo>
                  <a:lnTo>
                    <a:pt x="942" y="293"/>
                  </a:lnTo>
                  <a:cubicBezTo>
                    <a:pt x="963" y="251"/>
                    <a:pt x="1005" y="209"/>
                    <a:pt x="1026" y="168"/>
                  </a:cubicBezTo>
                  <a:cubicBezTo>
                    <a:pt x="1088" y="84"/>
                    <a:pt x="1130" y="42"/>
                    <a:pt x="1130" y="42"/>
                  </a:cubicBezTo>
                  <a:lnTo>
                    <a:pt x="1109" y="0"/>
                  </a:lnTo>
                  <a:close/>
                </a:path>
              </a:pathLst>
            </a:custGeom>
            <a:solidFill>
              <a:srgbClr val="A57C52"/>
            </a:solidFill>
            <a:ln w="7620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2" name="Google Shape;202;p48"/>
            <p:cNvSpPr/>
            <p:nvPr/>
          </p:nvSpPr>
          <p:spPr>
            <a:xfrm>
              <a:off x="3706700" y="4094763"/>
              <a:ext cx="258950" cy="210475"/>
            </a:xfrm>
            <a:custGeom>
              <a:avLst/>
              <a:gdLst/>
              <a:ahLst/>
              <a:cxnLst/>
              <a:rect l="l" t="t" r="r" b="b"/>
              <a:pathLst>
                <a:path w="10358" h="8419" extrusionOk="0">
                  <a:moveTo>
                    <a:pt x="3320" y="1"/>
                  </a:moveTo>
                  <a:cubicBezTo>
                    <a:pt x="2754" y="1"/>
                    <a:pt x="2145" y="134"/>
                    <a:pt x="1612" y="583"/>
                  </a:cubicBezTo>
                  <a:cubicBezTo>
                    <a:pt x="314" y="1671"/>
                    <a:pt x="1" y="4224"/>
                    <a:pt x="775" y="5647"/>
                  </a:cubicBezTo>
                  <a:cubicBezTo>
                    <a:pt x="1393" y="6736"/>
                    <a:pt x="2225" y="8418"/>
                    <a:pt x="3714" y="8418"/>
                  </a:cubicBezTo>
                  <a:cubicBezTo>
                    <a:pt x="4141" y="8418"/>
                    <a:pt x="4623" y="8280"/>
                    <a:pt x="5169" y="7948"/>
                  </a:cubicBezTo>
                  <a:cubicBezTo>
                    <a:pt x="5717" y="8278"/>
                    <a:pt x="6199" y="8416"/>
                    <a:pt x="6626" y="8416"/>
                  </a:cubicBezTo>
                  <a:cubicBezTo>
                    <a:pt x="8123" y="8416"/>
                    <a:pt x="8944" y="6721"/>
                    <a:pt x="9563" y="5647"/>
                  </a:cubicBezTo>
                  <a:cubicBezTo>
                    <a:pt x="10358" y="4245"/>
                    <a:pt x="10044" y="1671"/>
                    <a:pt x="8726" y="583"/>
                  </a:cubicBezTo>
                  <a:cubicBezTo>
                    <a:pt x="8201" y="134"/>
                    <a:pt x="7597" y="1"/>
                    <a:pt x="7033" y="1"/>
                  </a:cubicBezTo>
                  <a:cubicBezTo>
                    <a:pt x="6202" y="1"/>
                    <a:pt x="5455" y="290"/>
                    <a:pt x="5169" y="290"/>
                  </a:cubicBezTo>
                  <a:cubicBezTo>
                    <a:pt x="4895" y="290"/>
                    <a:pt x="4153" y="1"/>
                    <a:pt x="3320" y="1"/>
                  </a:cubicBezTo>
                  <a:close/>
                </a:path>
              </a:pathLst>
            </a:custGeom>
            <a:solidFill>
              <a:srgbClr val="C0272D"/>
            </a:solidFill>
            <a:ln w="7620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3" name="Google Shape;203;p48"/>
            <p:cNvSpPr/>
            <p:nvPr/>
          </p:nvSpPr>
          <p:spPr>
            <a:xfrm>
              <a:off x="3624038" y="4313338"/>
              <a:ext cx="424775" cy="120325"/>
            </a:xfrm>
            <a:custGeom>
              <a:avLst/>
              <a:gdLst/>
              <a:ahLst/>
              <a:cxnLst/>
              <a:rect l="l" t="t" r="r" b="b"/>
              <a:pathLst>
                <a:path w="16991" h="4813" extrusionOk="0">
                  <a:moveTo>
                    <a:pt x="1068" y="0"/>
                  </a:moveTo>
                  <a:cubicBezTo>
                    <a:pt x="482" y="0"/>
                    <a:pt x="1" y="482"/>
                    <a:pt x="1" y="1067"/>
                  </a:cubicBezTo>
                  <a:lnTo>
                    <a:pt x="1" y="3746"/>
                  </a:lnTo>
                  <a:cubicBezTo>
                    <a:pt x="1" y="4331"/>
                    <a:pt x="482" y="4813"/>
                    <a:pt x="1068" y="4813"/>
                  </a:cubicBezTo>
                  <a:lnTo>
                    <a:pt x="16216" y="4813"/>
                  </a:lnTo>
                  <a:cubicBezTo>
                    <a:pt x="16342" y="4813"/>
                    <a:pt x="16468" y="4792"/>
                    <a:pt x="16991" y="4750"/>
                  </a:cubicBezTo>
                  <a:lnTo>
                    <a:pt x="16991" y="63"/>
                  </a:lnTo>
                  <a:cubicBezTo>
                    <a:pt x="16468" y="21"/>
                    <a:pt x="16342" y="0"/>
                    <a:pt x="16196"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4" name="Google Shape;204;p48"/>
            <p:cNvSpPr/>
            <p:nvPr/>
          </p:nvSpPr>
          <p:spPr>
            <a:xfrm>
              <a:off x="3616188" y="4304963"/>
              <a:ext cx="439425" cy="133925"/>
            </a:xfrm>
            <a:custGeom>
              <a:avLst/>
              <a:gdLst/>
              <a:ahLst/>
              <a:cxnLst/>
              <a:rect l="l" t="t" r="r" b="b"/>
              <a:pathLst>
                <a:path w="17577" h="5357" extrusionOk="0">
                  <a:moveTo>
                    <a:pt x="1068" y="1"/>
                  </a:moveTo>
                  <a:cubicBezTo>
                    <a:pt x="482" y="1"/>
                    <a:pt x="1" y="482"/>
                    <a:pt x="1" y="1068"/>
                  </a:cubicBezTo>
                  <a:lnTo>
                    <a:pt x="1" y="4290"/>
                  </a:lnTo>
                  <a:cubicBezTo>
                    <a:pt x="1" y="4876"/>
                    <a:pt x="482" y="5357"/>
                    <a:pt x="1068" y="5357"/>
                  </a:cubicBezTo>
                  <a:lnTo>
                    <a:pt x="17577" y="5357"/>
                  </a:lnTo>
                  <a:lnTo>
                    <a:pt x="17577" y="4876"/>
                  </a:lnTo>
                  <a:lnTo>
                    <a:pt x="1612" y="4876"/>
                  </a:lnTo>
                  <a:cubicBezTo>
                    <a:pt x="1005" y="4876"/>
                    <a:pt x="545" y="4394"/>
                    <a:pt x="545" y="3809"/>
                  </a:cubicBezTo>
                  <a:lnTo>
                    <a:pt x="545" y="1549"/>
                  </a:lnTo>
                  <a:cubicBezTo>
                    <a:pt x="545" y="963"/>
                    <a:pt x="1005" y="482"/>
                    <a:pt x="1612" y="482"/>
                  </a:cubicBezTo>
                  <a:lnTo>
                    <a:pt x="17577" y="482"/>
                  </a:lnTo>
                  <a:lnTo>
                    <a:pt x="17577"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5" name="Google Shape;205;p48"/>
            <p:cNvSpPr/>
            <p:nvPr/>
          </p:nvSpPr>
          <p:spPr>
            <a:xfrm>
              <a:off x="3593713" y="4446713"/>
              <a:ext cx="483875" cy="120350"/>
            </a:xfrm>
            <a:custGeom>
              <a:avLst/>
              <a:gdLst/>
              <a:ahLst/>
              <a:cxnLst/>
              <a:rect l="l" t="t" r="r" b="b"/>
              <a:pathLst>
                <a:path w="19355" h="4814" extrusionOk="0">
                  <a:moveTo>
                    <a:pt x="795" y="1"/>
                  </a:moveTo>
                  <a:cubicBezTo>
                    <a:pt x="649" y="1"/>
                    <a:pt x="523" y="43"/>
                    <a:pt x="0" y="84"/>
                  </a:cubicBezTo>
                  <a:lnTo>
                    <a:pt x="0" y="4750"/>
                  </a:lnTo>
                  <a:cubicBezTo>
                    <a:pt x="523" y="4792"/>
                    <a:pt x="649" y="4813"/>
                    <a:pt x="774" y="4813"/>
                  </a:cubicBezTo>
                  <a:lnTo>
                    <a:pt x="18287" y="4813"/>
                  </a:lnTo>
                  <a:cubicBezTo>
                    <a:pt x="18873" y="4813"/>
                    <a:pt x="19354" y="4332"/>
                    <a:pt x="19354" y="3746"/>
                  </a:cubicBezTo>
                  <a:lnTo>
                    <a:pt x="19354" y="1068"/>
                  </a:lnTo>
                  <a:cubicBezTo>
                    <a:pt x="19354" y="482"/>
                    <a:pt x="18873" y="1"/>
                    <a:pt x="18287"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6" name="Google Shape;206;p48"/>
            <p:cNvSpPr/>
            <p:nvPr/>
          </p:nvSpPr>
          <p:spPr>
            <a:xfrm>
              <a:off x="3586913" y="4438863"/>
              <a:ext cx="498525" cy="132900"/>
            </a:xfrm>
            <a:custGeom>
              <a:avLst/>
              <a:gdLst/>
              <a:ahLst/>
              <a:cxnLst/>
              <a:rect l="l" t="t" r="r" b="b"/>
              <a:pathLst>
                <a:path w="19941" h="5316" extrusionOk="0">
                  <a:moveTo>
                    <a:pt x="0" y="1"/>
                  </a:moveTo>
                  <a:lnTo>
                    <a:pt x="0" y="461"/>
                  </a:lnTo>
                  <a:lnTo>
                    <a:pt x="18329" y="461"/>
                  </a:lnTo>
                  <a:cubicBezTo>
                    <a:pt x="18915" y="461"/>
                    <a:pt x="19396" y="943"/>
                    <a:pt x="19396" y="1528"/>
                  </a:cubicBezTo>
                  <a:lnTo>
                    <a:pt x="19396" y="3809"/>
                  </a:lnTo>
                  <a:cubicBezTo>
                    <a:pt x="19396" y="4395"/>
                    <a:pt x="18915" y="4855"/>
                    <a:pt x="18329" y="4855"/>
                  </a:cubicBezTo>
                  <a:lnTo>
                    <a:pt x="0" y="4855"/>
                  </a:lnTo>
                  <a:lnTo>
                    <a:pt x="0" y="5316"/>
                  </a:lnTo>
                  <a:lnTo>
                    <a:pt x="18873" y="5316"/>
                  </a:lnTo>
                  <a:cubicBezTo>
                    <a:pt x="19459" y="5316"/>
                    <a:pt x="19940" y="4855"/>
                    <a:pt x="19940" y="4269"/>
                  </a:cubicBezTo>
                  <a:lnTo>
                    <a:pt x="19940" y="1047"/>
                  </a:lnTo>
                  <a:cubicBezTo>
                    <a:pt x="19940" y="461"/>
                    <a:pt x="19459" y="1"/>
                    <a:pt x="18873" y="1"/>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7" name="Google Shape;207;p48"/>
            <p:cNvSpPr/>
            <p:nvPr/>
          </p:nvSpPr>
          <p:spPr>
            <a:xfrm>
              <a:off x="3762138" y="4050713"/>
              <a:ext cx="73775" cy="51325"/>
            </a:xfrm>
            <a:custGeom>
              <a:avLst/>
              <a:gdLst/>
              <a:ahLst/>
              <a:cxnLst/>
              <a:rect l="l" t="t" r="r" b="b"/>
              <a:pathLst>
                <a:path w="2951" h="2053" extrusionOk="0">
                  <a:moveTo>
                    <a:pt x="128" y="0"/>
                  </a:moveTo>
                  <a:cubicBezTo>
                    <a:pt x="86" y="0"/>
                    <a:pt x="44" y="1"/>
                    <a:pt x="1" y="2"/>
                  </a:cubicBezTo>
                  <a:cubicBezTo>
                    <a:pt x="1" y="2"/>
                    <a:pt x="879" y="1968"/>
                    <a:pt x="2951" y="2052"/>
                  </a:cubicBezTo>
                  <a:cubicBezTo>
                    <a:pt x="2951" y="2052"/>
                    <a:pt x="2951" y="0"/>
                    <a:pt x="128"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8" name="Google Shape;208;p48"/>
            <p:cNvSpPr/>
            <p:nvPr/>
          </p:nvSpPr>
          <p:spPr>
            <a:xfrm>
              <a:off x="3831713" y="4053363"/>
              <a:ext cx="28275" cy="81100"/>
            </a:xfrm>
            <a:custGeom>
              <a:avLst/>
              <a:gdLst/>
              <a:ahLst/>
              <a:cxnLst/>
              <a:rect l="l" t="t" r="r" b="b"/>
              <a:pathLst>
                <a:path w="1131" h="3244" extrusionOk="0">
                  <a:moveTo>
                    <a:pt x="1109" y="0"/>
                  </a:moveTo>
                  <a:cubicBezTo>
                    <a:pt x="1067" y="21"/>
                    <a:pt x="1005" y="42"/>
                    <a:pt x="963" y="63"/>
                  </a:cubicBezTo>
                  <a:cubicBezTo>
                    <a:pt x="900" y="84"/>
                    <a:pt x="837" y="105"/>
                    <a:pt x="795" y="147"/>
                  </a:cubicBezTo>
                  <a:cubicBezTo>
                    <a:pt x="733" y="189"/>
                    <a:pt x="670" y="230"/>
                    <a:pt x="586" y="293"/>
                  </a:cubicBezTo>
                  <a:cubicBezTo>
                    <a:pt x="544" y="356"/>
                    <a:pt x="482" y="440"/>
                    <a:pt x="398" y="523"/>
                  </a:cubicBezTo>
                  <a:cubicBezTo>
                    <a:pt x="356" y="607"/>
                    <a:pt x="293" y="712"/>
                    <a:pt x="251" y="795"/>
                  </a:cubicBezTo>
                  <a:cubicBezTo>
                    <a:pt x="210" y="900"/>
                    <a:pt x="189" y="1005"/>
                    <a:pt x="147" y="1130"/>
                  </a:cubicBezTo>
                  <a:cubicBezTo>
                    <a:pt x="126" y="1235"/>
                    <a:pt x="84" y="1339"/>
                    <a:pt x="84" y="1465"/>
                  </a:cubicBezTo>
                  <a:cubicBezTo>
                    <a:pt x="0" y="2051"/>
                    <a:pt x="21" y="2658"/>
                    <a:pt x="126" y="3243"/>
                  </a:cubicBezTo>
                  <a:lnTo>
                    <a:pt x="147" y="3243"/>
                  </a:lnTo>
                  <a:cubicBezTo>
                    <a:pt x="147" y="3243"/>
                    <a:pt x="147" y="3013"/>
                    <a:pt x="168" y="2678"/>
                  </a:cubicBezTo>
                  <a:cubicBezTo>
                    <a:pt x="189" y="2532"/>
                    <a:pt x="210" y="2344"/>
                    <a:pt x="231" y="2134"/>
                  </a:cubicBezTo>
                  <a:cubicBezTo>
                    <a:pt x="272" y="1925"/>
                    <a:pt x="314" y="1716"/>
                    <a:pt x="377" y="1507"/>
                  </a:cubicBezTo>
                  <a:cubicBezTo>
                    <a:pt x="398" y="1402"/>
                    <a:pt x="440" y="1298"/>
                    <a:pt x="461" y="1214"/>
                  </a:cubicBezTo>
                  <a:cubicBezTo>
                    <a:pt x="503" y="1130"/>
                    <a:pt x="544" y="1046"/>
                    <a:pt x="586" y="963"/>
                  </a:cubicBezTo>
                  <a:cubicBezTo>
                    <a:pt x="628" y="858"/>
                    <a:pt x="670" y="774"/>
                    <a:pt x="712" y="691"/>
                  </a:cubicBezTo>
                  <a:cubicBezTo>
                    <a:pt x="754" y="628"/>
                    <a:pt x="775" y="544"/>
                    <a:pt x="816" y="481"/>
                  </a:cubicBezTo>
                  <a:lnTo>
                    <a:pt x="942" y="293"/>
                  </a:lnTo>
                  <a:cubicBezTo>
                    <a:pt x="963" y="251"/>
                    <a:pt x="1005" y="209"/>
                    <a:pt x="1026" y="168"/>
                  </a:cubicBezTo>
                  <a:cubicBezTo>
                    <a:pt x="1088" y="84"/>
                    <a:pt x="1130" y="42"/>
                    <a:pt x="1130" y="42"/>
                  </a:cubicBezTo>
                  <a:lnTo>
                    <a:pt x="1109" y="0"/>
                  </a:lnTo>
                  <a:close/>
                </a:path>
              </a:pathLst>
            </a:custGeom>
            <a:solidFill>
              <a:srgbClr val="A57C5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9" name="Google Shape;209;p48"/>
            <p:cNvSpPr/>
            <p:nvPr/>
          </p:nvSpPr>
          <p:spPr>
            <a:xfrm>
              <a:off x="3706688" y="4094763"/>
              <a:ext cx="258950" cy="210475"/>
            </a:xfrm>
            <a:custGeom>
              <a:avLst/>
              <a:gdLst/>
              <a:ahLst/>
              <a:cxnLst/>
              <a:rect l="l" t="t" r="r" b="b"/>
              <a:pathLst>
                <a:path w="10358" h="8419" extrusionOk="0">
                  <a:moveTo>
                    <a:pt x="3320" y="1"/>
                  </a:moveTo>
                  <a:cubicBezTo>
                    <a:pt x="2754" y="1"/>
                    <a:pt x="2145" y="134"/>
                    <a:pt x="1612" y="583"/>
                  </a:cubicBezTo>
                  <a:cubicBezTo>
                    <a:pt x="314" y="1671"/>
                    <a:pt x="1" y="4224"/>
                    <a:pt x="775" y="5647"/>
                  </a:cubicBezTo>
                  <a:cubicBezTo>
                    <a:pt x="1393" y="6736"/>
                    <a:pt x="2225" y="8418"/>
                    <a:pt x="3714" y="8418"/>
                  </a:cubicBezTo>
                  <a:cubicBezTo>
                    <a:pt x="4141" y="8418"/>
                    <a:pt x="4623" y="8280"/>
                    <a:pt x="5169" y="7948"/>
                  </a:cubicBezTo>
                  <a:cubicBezTo>
                    <a:pt x="5717" y="8278"/>
                    <a:pt x="6199" y="8416"/>
                    <a:pt x="6626" y="8416"/>
                  </a:cubicBezTo>
                  <a:cubicBezTo>
                    <a:pt x="8123" y="8416"/>
                    <a:pt x="8944" y="6721"/>
                    <a:pt x="9563" y="5647"/>
                  </a:cubicBezTo>
                  <a:cubicBezTo>
                    <a:pt x="10358" y="4245"/>
                    <a:pt x="10044" y="1671"/>
                    <a:pt x="8726" y="583"/>
                  </a:cubicBezTo>
                  <a:cubicBezTo>
                    <a:pt x="8201" y="134"/>
                    <a:pt x="7597" y="1"/>
                    <a:pt x="7033" y="1"/>
                  </a:cubicBezTo>
                  <a:cubicBezTo>
                    <a:pt x="6202" y="1"/>
                    <a:pt x="5455" y="290"/>
                    <a:pt x="5169" y="290"/>
                  </a:cubicBezTo>
                  <a:cubicBezTo>
                    <a:pt x="4895" y="290"/>
                    <a:pt x="4153" y="1"/>
                    <a:pt x="3320"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10" name="Google Shape;210;p48"/>
          <p:cNvGrpSpPr/>
          <p:nvPr/>
        </p:nvGrpSpPr>
        <p:grpSpPr>
          <a:xfrm rot="-3285256" flipH="1">
            <a:off x="3560813" y="4446309"/>
            <a:ext cx="572845" cy="840293"/>
            <a:chOff x="1713713" y="4972438"/>
            <a:chExt cx="443613" cy="650725"/>
          </a:xfrm>
        </p:grpSpPr>
        <p:sp>
          <p:nvSpPr>
            <p:cNvPr id="211" name="Google Shape;211;p48"/>
            <p:cNvSpPr/>
            <p:nvPr/>
          </p:nvSpPr>
          <p:spPr>
            <a:xfrm>
              <a:off x="1922975" y="5313488"/>
              <a:ext cx="127125" cy="99925"/>
            </a:xfrm>
            <a:custGeom>
              <a:avLst/>
              <a:gdLst/>
              <a:ahLst/>
              <a:cxnLst/>
              <a:rect l="l" t="t" r="r" b="b"/>
              <a:pathLst>
                <a:path w="5085" h="3997" extrusionOk="0">
                  <a:moveTo>
                    <a:pt x="942" y="0"/>
                  </a:moveTo>
                  <a:lnTo>
                    <a:pt x="0" y="1674"/>
                  </a:lnTo>
                  <a:lnTo>
                    <a:pt x="4164" y="3997"/>
                  </a:lnTo>
                  <a:lnTo>
                    <a:pt x="4101" y="2867"/>
                  </a:lnTo>
                  <a:lnTo>
                    <a:pt x="5085" y="2323"/>
                  </a:lnTo>
                  <a:lnTo>
                    <a:pt x="942" y="0"/>
                  </a:lnTo>
                  <a:close/>
                </a:path>
              </a:pathLst>
            </a:custGeom>
            <a:solidFill>
              <a:srgbClr val="C0272D"/>
            </a:solidFill>
            <a:ln w="7620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2" name="Google Shape;212;p48"/>
            <p:cNvSpPr/>
            <p:nvPr/>
          </p:nvSpPr>
          <p:spPr>
            <a:xfrm>
              <a:off x="1924000" y="5319238"/>
              <a:ext cx="65425" cy="125050"/>
            </a:xfrm>
            <a:custGeom>
              <a:avLst/>
              <a:gdLst/>
              <a:ahLst/>
              <a:cxnLst/>
              <a:rect l="l" t="t" r="r" b="b"/>
              <a:pathLst>
                <a:path w="2617" h="5002" extrusionOk="0">
                  <a:moveTo>
                    <a:pt x="1905" y="0"/>
                  </a:moveTo>
                  <a:lnTo>
                    <a:pt x="1" y="293"/>
                  </a:lnTo>
                  <a:lnTo>
                    <a:pt x="712" y="5001"/>
                  </a:lnTo>
                  <a:lnTo>
                    <a:pt x="1570" y="4269"/>
                  </a:lnTo>
                  <a:lnTo>
                    <a:pt x="2616" y="4708"/>
                  </a:lnTo>
                  <a:lnTo>
                    <a:pt x="2616" y="4708"/>
                  </a:lnTo>
                  <a:lnTo>
                    <a:pt x="1905" y="0"/>
                  </a:lnTo>
                  <a:close/>
                </a:path>
              </a:pathLst>
            </a:custGeom>
            <a:solidFill>
              <a:srgbClr val="C0272D"/>
            </a:solidFill>
            <a:ln w="7620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3" name="Google Shape;213;p48"/>
            <p:cNvSpPr/>
            <p:nvPr/>
          </p:nvSpPr>
          <p:spPr>
            <a:xfrm>
              <a:off x="1713725" y="4972438"/>
              <a:ext cx="443600" cy="650725"/>
            </a:xfrm>
            <a:custGeom>
              <a:avLst/>
              <a:gdLst/>
              <a:ahLst/>
              <a:cxnLst/>
              <a:rect l="l" t="t" r="r" b="b"/>
              <a:pathLst>
                <a:path w="17744" h="26029" extrusionOk="0">
                  <a:moveTo>
                    <a:pt x="13015" y="0"/>
                  </a:moveTo>
                  <a:lnTo>
                    <a:pt x="1" y="23393"/>
                  </a:lnTo>
                  <a:cubicBezTo>
                    <a:pt x="670" y="25757"/>
                    <a:pt x="4750" y="26029"/>
                    <a:pt x="4750" y="26029"/>
                  </a:cubicBezTo>
                  <a:lnTo>
                    <a:pt x="17744" y="2636"/>
                  </a:lnTo>
                  <a:cubicBezTo>
                    <a:pt x="17200" y="837"/>
                    <a:pt x="13015" y="0"/>
                    <a:pt x="13015" y="0"/>
                  </a:cubicBezTo>
                  <a:close/>
                </a:path>
              </a:pathLst>
            </a:custGeom>
            <a:solidFill>
              <a:srgbClr val="FFF0AB"/>
            </a:solidFill>
            <a:ln w="7620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4" name="Google Shape;214;p48"/>
            <p:cNvSpPr/>
            <p:nvPr/>
          </p:nvSpPr>
          <p:spPr>
            <a:xfrm>
              <a:off x="1772850" y="4997538"/>
              <a:ext cx="384475" cy="625625"/>
            </a:xfrm>
            <a:custGeom>
              <a:avLst/>
              <a:gdLst/>
              <a:ahLst/>
              <a:cxnLst/>
              <a:rect l="l" t="t" r="r" b="b"/>
              <a:pathLst>
                <a:path w="15379" h="25025" extrusionOk="0">
                  <a:moveTo>
                    <a:pt x="13621" y="0"/>
                  </a:moveTo>
                  <a:lnTo>
                    <a:pt x="0" y="24502"/>
                  </a:lnTo>
                  <a:cubicBezTo>
                    <a:pt x="774" y="24774"/>
                    <a:pt x="1569" y="24941"/>
                    <a:pt x="2385" y="25025"/>
                  </a:cubicBezTo>
                  <a:lnTo>
                    <a:pt x="15379" y="1632"/>
                  </a:lnTo>
                  <a:cubicBezTo>
                    <a:pt x="15170" y="963"/>
                    <a:pt x="14458" y="419"/>
                    <a:pt x="13621" y="0"/>
                  </a:cubicBezTo>
                  <a:close/>
                </a:path>
              </a:pathLst>
            </a:custGeom>
            <a:solidFill>
              <a:srgbClr val="FFF0AB"/>
            </a:solidFill>
            <a:ln w="7620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5" name="Google Shape;215;p48"/>
            <p:cNvSpPr/>
            <p:nvPr/>
          </p:nvSpPr>
          <p:spPr>
            <a:xfrm>
              <a:off x="1813650" y="5021588"/>
              <a:ext cx="343675" cy="601575"/>
            </a:xfrm>
            <a:custGeom>
              <a:avLst/>
              <a:gdLst/>
              <a:ahLst/>
              <a:cxnLst/>
              <a:rect l="l" t="t" r="r" b="b"/>
              <a:pathLst>
                <a:path w="13747" h="24063" extrusionOk="0">
                  <a:moveTo>
                    <a:pt x="13349" y="1"/>
                  </a:moveTo>
                  <a:lnTo>
                    <a:pt x="0" y="23958"/>
                  </a:lnTo>
                  <a:cubicBezTo>
                    <a:pt x="439" y="24042"/>
                    <a:pt x="732" y="24063"/>
                    <a:pt x="732" y="24063"/>
                  </a:cubicBezTo>
                  <a:lnTo>
                    <a:pt x="13747" y="670"/>
                  </a:lnTo>
                  <a:cubicBezTo>
                    <a:pt x="13663" y="419"/>
                    <a:pt x="13517" y="189"/>
                    <a:pt x="13349" y="1"/>
                  </a:cubicBezTo>
                  <a:close/>
                </a:path>
              </a:pathLst>
            </a:custGeom>
            <a:solidFill>
              <a:srgbClr val="FFF0AB"/>
            </a:solidFill>
            <a:ln w="7620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6" name="Google Shape;216;p48"/>
            <p:cNvSpPr/>
            <p:nvPr/>
          </p:nvSpPr>
          <p:spPr>
            <a:xfrm>
              <a:off x="1857050" y="5254513"/>
              <a:ext cx="148600" cy="111300"/>
            </a:xfrm>
            <a:custGeom>
              <a:avLst/>
              <a:gdLst/>
              <a:ahLst/>
              <a:cxnLst/>
              <a:rect l="l" t="t" r="r" b="b"/>
              <a:pathLst>
                <a:path w="5944" h="4452" extrusionOk="0">
                  <a:moveTo>
                    <a:pt x="1" y="1814"/>
                  </a:moveTo>
                  <a:cubicBezTo>
                    <a:pt x="1" y="1815"/>
                    <a:pt x="1" y="1815"/>
                    <a:pt x="1" y="1815"/>
                  </a:cubicBezTo>
                  <a:lnTo>
                    <a:pt x="1" y="1814"/>
                  </a:lnTo>
                  <a:close/>
                  <a:moveTo>
                    <a:pt x="1220" y="1"/>
                  </a:moveTo>
                  <a:cubicBezTo>
                    <a:pt x="1006" y="1"/>
                    <a:pt x="963" y="79"/>
                    <a:pt x="963" y="79"/>
                  </a:cubicBezTo>
                  <a:lnTo>
                    <a:pt x="1" y="1814"/>
                  </a:lnTo>
                  <a:lnTo>
                    <a:pt x="1" y="1814"/>
                  </a:lnTo>
                  <a:cubicBezTo>
                    <a:pt x="6" y="1807"/>
                    <a:pt x="52" y="1737"/>
                    <a:pt x="251" y="1737"/>
                  </a:cubicBezTo>
                  <a:cubicBezTo>
                    <a:pt x="554" y="1737"/>
                    <a:pt x="1212" y="1897"/>
                    <a:pt x="2616" y="2673"/>
                  </a:cubicBezTo>
                  <a:cubicBezTo>
                    <a:pt x="4981" y="3991"/>
                    <a:pt x="4729" y="4452"/>
                    <a:pt x="4729" y="4452"/>
                  </a:cubicBezTo>
                  <a:lnTo>
                    <a:pt x="5692" y="2715"/>
                  </a:lnTo>
                  <a:cubicBezTo>
                    <a:pt x="5692" y="2715"/>
                    <a:pt x="5943" y="2255"/>
                    <a:pt x="3579" y="936"/>
                  </a:cubicBezTo>
                  <a:cubicBezTo>
                    <a:pt x="2187" y="160"/>
                    <a:pt x="1527" y="1"/>
                    <a:pt x="1220" y="1"/>
                  </a:cubicBezTo>
                  <a:close/>
                </a:path>
              </a:pathLst>
            </a:custGeom>
            <a:solidFill>
              <a:srgbClr val="C0272D"/>
            </a:solidFill>
            <a:ln w="7620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7" name="Google Shape;217;p48"/>
            <p:cNvSpPr/>
            <p:nvPr/>
          </p:nvSpPr>
          <p:spPr>
            <a:xfrm>
              <a:off x="1922963" y="5313488"/>
              <a:ext cx="127125" cy="99925"/>
            </a:xfrm>
            <a:custGeom>
              <a:avLst/>
              <a:gdLst/>
              <a:ahLst/>
              <a:cxnLst/>
              <a:rect l="l" t="t" r="r" b="b"/>
              <a:pathLst>
                <a:path w="5085" h="3997" extrusionOk="0">
                  <a:moveTo>
                    <a:pt x="942" y="0"/>
                  </a:moveTo>
                  <a:lnTo>
                    <a:pt x="0" y="1674"/>
                  </a:lnTo>
                  <a:lnTo>
                    <a:pt x="4164" y="3997"/>
                  </a:lnTo>
                  <a:lnTo>
                    <a:pt x="4101" y="2867"/>
                  </a:lnTo>
                  <a:lnTo>
                    <a:pt x="5085" y="2323"/>
                  </a:lnTo>
                  <a:lnTo>
                    <a:pt x="942"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8" name="Google Shape;218;p48"/>
            <p:cNvSpPr/>
            <p:nvPr/>
          </p:nvSpPr>
          <p:spPr>
            <a:xfrm>
              <a:off x="1923988" y="5319238"/>
              <a:ext cx="65425" cy="125050"/>
            </a:xfrm>
            <a:custGeom>
              <a:avLst/>
              <a:gdLst/>
              <a:ahLst/>
              <a:cxnLst/>
              <a:rect l="l" t="t" r="r" b="b"/>
              <a:pathLst>
                <a:path w="2617" h="5002" extrusionOk="0">
                  <a:moveTo>
                    <a:pt x="1905" y="0"/>
                  </a:moveTo>
                  <a:lnTo>
                    <a:pt x="1" y="293"/>
                  </a:lnTo>
                  <a:lnTo>
                    <a:pt x="712" y="5001"/>
                  </a:lnTo>
                  <a:lnTo>
                    <a:pt x="1570" y="4269"/>
                  </a:lnTo>
                  <a:lnTo>
                    <a:pt x="2616" y="4708"/>
                  </a:lnTo>
                  <a:lnTo>
                    <a:pt x="2616" y="4708"/>
                  </a:lnTo>
                  <a:lnTo>
                    <a:pt x="1905"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9" name="Google Shape;219;p48"/>
            <p:cNvSpPr/>
            <p:nvPr/>
          </p:nvSpPr>
          <p:spPr>
            <a:xfrm>
              <a:off x="1713713" y="4972438"/>
              <a:ext cx="443600" cy="650725"/>
            </a:xfrm>
            <a:custGeom>
              <a:avLst/>
              <a:gdLst/>
              <a:ahLst/>
              <a:cxnLst/>
              <a:rect l="l" t="t" r="r" b="b"/>
              <a:pathLst>
                <a:path w="17744" h="26029" extrusionOk="0">
                  <a:moveTo>
                    <a:pt x="13015" y="0"/>
                  </a:moveTo>
                  <a:lnTo>
                    <a:pt x="1" y="23393"/>
                  </a:lnTo>
                  <a:cubicBezTo>
                    <a:pt x="670" y="25757"/>
                    <a:pt x="4750" y="26029"/>
                    <a:pt x="4750" y="26029"/>
                  </a:cubicBezTo>
                  <a:lnTo>
                    <a:pt x="17744" y="2636"/>
                  </a:lnTo>
                  <a:cubicBezTo>
                    <a:pt x="17200" y="837"/>
                    <a:pt x="13015" y="0"/>
                    <a:pt x="13015"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0" name="Google Shape;220;p48"/>
            <p:cNvSpPr/>
            <p:nvPr/>
          </p:nvSpPr>
          <p:spPr>
            <a:xfrm>
              <a:off x="1772838" y="4997538"/>
              <a:ext cx="384475" cy="625625"/>
            </a:xfrm>
            <a:custGeom>
              <a:avLst/>
              <a:gdLst/>
              <a:ahLst/>
              <a:cxnLst/>
              <a:rect l="l" t="t" r="r" b="b"/>
              <a:pathLst>
                <a:path w="15379" h="25025" extrusionOk="0">
                  <a:moveTo>
                    <a:pt x="13621" y="0"/>
                  </a:moveTo>
                  <a:lnTo>
                    <a:pt x="0" y="24502"/>
                  </a:lnTo>
                  <a:cubicBezTo>
                    <a:pt x="774" y="24774"/>
                    <a:pt x="1569" y="24941"/>
                    <a:pt x="2385" y="25025"/>
                  </a:cubicBezTo>
                  <a:lnTo>
                    <a:pt x="15379" y="1632"/>
                  </a:lnTo>
                  <a:cubicBezTo>
                    <a:pt x="15170" y="963"/>
                    <a:pt x="14458" y="419"/>
                    <a:pt x="13621"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1" name="Google Shape;221;p48"/>
            <p:cNvSpPr/>
            <p:nvPr/>
          </p:nvSpPr>
          <p:spPr>
            <a:xfrm>
              <a:off x="1749724" y="5016760"/>
              <a:ext cx="343675" cy="601575"/>
            </a:xfrm>
            <a:custGeom>
              <a:avLst/>
              <a:gdLst/>
              <a:ahLst/>
              <a:cxnLst/>
              <a:rect l="l" t="t" r="r" b="b"/>
              <a:pathLst>
                <a:path w="13747" h="24063" extrusionOk="0">
                  <a:moveTo>
                    <a:pt x="13349" y="1"/>
                  </a:moveTo>
                  <a:lnTo>
                    <a:pt x="0" y="23958"/>
                  </a:lnTo>
                  <a:cubicBezTo>
                    <a:pt x="439" y="24042"/>
                    <a:pt x="732" y="24063"/>
                    <a:pt x="732" y="24063"/>
                  </a:cubicBezTo>
                  <a:lnTo>
                    <a:pt x="13747" y="670"/>
                  </a:lnTo>
                  <a:cubicBezTo>
                    <a:pt x="13663" y="419"/>
                    <a:pt x="13517" y="189"/>
                    <a:pt x="13349"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2" name="Google Shape;222;p48"/>
            <p:cNvSpPr/>
            <p:nvPr/>
          </p:nvSpPr>
          <p:spPr>
            <a:xfrm>
              <a:off x="1857038" y="5254513"/>
              <a:ext cx="148600" cy="111300"/>
            </a:xfrm>
            <a:custGeom>
              <a:avLst/>
              <a:gdLst/>
              <a:ahLst/>
              <a:cxnLst/>
              <a:rect l="l" t="t" r="r" b="b"/>
              <a:pathLst>
                <a:path w="5944" h="4452" extrusionOk="0">
                  <a:moveTo>
                    <a:pt x="1" y="1814"/>
                  </a:moveTo>
                  <a:cubicBezTo>
                    <a:pt x="1" y="1815"/>
                    <a:pt x="1" y="1815"/>
                    <a:pt x="1" y="1815"/>
                  </a:cubicBezTo>
                  <a:lnTo>
                    <a:pt x="1" y="1814"/>
                  </a:lnTo>
                  <a:close/>
                  <a:moveTo>
                    <a:pt x="1220" y="1"/>
                  </a:moveTo>
                  <a:cubicBezTo>
                    <a:pt x="1006" y="1"/>
                    <a:pt x="963" y="79"/>
                    <a:pt x="963" y="79"/>
                  </a:cubicBezTo>
                  <a:lnTo>
                    <a:pt x="1" y="1814"/>
                  </a:lnTo>
                  <a:lnTo>
                    <a:pt x="1" y="1814"/>
                  </a:lnTo>
                  <a:cubicBezTo>
                    <a:pt x="6" y="1807"/>
                    <a:pt x="52" y="1737"/>
                    <a:pt x="251" y="1737"/>
                  </a:cubicBezTo>
                  <a:cubicBezTo>
                    <a:pt x="554" y="1737"/>
                    <a:pt x="1212" y="1897"/>
                    <a:pt x="2616" y="2673"/>
                  </a:cubicBezTo>
                  <a:cubicBezTo>
                    <a:pt x="4981" y="3991"/>
                    <a:pt x="4729" y="4452"/>
                    <a:pt x="4729" y="4452"/>
                  </a:cubicBezTo>
                  <a:lnTo>
                    <a:pt x="5692" y="2715"/>
                  </a:lnTo>
                  <a:cubicBezTo>
                    <a:pt x="5692" y="2715"/>
                    <a:pt x="5943" y="2255"/>
                    <a:pt x="3579" y="936"/>
                  </a:cubicBezTo>
                  <a:cubicBezTo>
                    <a:pt x="2187" y="160"/>
                    <a:pt x="1527" y="1"/>
                    <a:pt x="1220"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23" name="Google Shape;223;p48"/>
          <p:cNvGrpSpPr/>
          <p:nvPr/>
        </p:nvGrpSpPr>
        <p:grpSpPr>
          <a:xfrm rot="2700000">
            <a:off x="-144321" y="4381582"/>
            <a:ext cx="1052441" cy="866959"/>
            <a:chOff x="4399263" y="2810788"/>
            <a:chExt cx="815013" cy="671375"/>
          </a:xfrm>
        </p:grpSpPr>
        <p:sp>
          <p:nvSpPr>
            <p:cNvPr id="224" name="Google Shape;224;p48"/>
            <p:cNvSpPr/>
            <p:nvPr/>
          </p:nvSpPr>
          <p:spPr>
            <a:xfrm>
              <a:off x="4399275" y="2810788"/>
              <a:ext cx="815000" cy="332350"/>
            </a:xfrm>
            <a:custGeom>
              <a:avLst/>
              <a:gdLst/>
              <a:ahLst/>
              <a:cxnLst/>
              <a:rect l="l" t="t" r="r" b="b"/>
              <a:pathLst>
                <a:path w="32600" h="13294" extrusionOk="0">
                  <a:moveTo>
                    <a:pt x="1877" y="0"/>
                  </a:moveTo>
                  <a:cubicBezTo>
                    <a:pt x="1477" y="0"/>
                    <a:pt x="1106" y="256"/>
                    <a:pt x="984" y="658"/>
                  </a:cubicBezTo>
                  <a:lnTo>
                    <a:pt x="147" y="3609"/>
                  </a:lnTo>
                  <a:cubicBezTo>
                    <a:pt x="0" y="4090"/>
                    <a:pt x="272" y="4592"/>
                    <a:pt x="754" y="4738"/>
                  </a:cubicBezTo>
                  <a:lnTo>
                    <a:pt x="30507" y="13254"/>
                  </a:lnTo>
                  <a:cubicBezTo>
                    <a:pt x="30595" y="13281"/>
                    <a:pt x="30684" y="13294"/>
                    <a:pt x="30772" y="13294"/>
                  </a:cubicBezTo>
                  <a:cubicBezTo>
                    <a:pt x="31160" y="13294"/>
                    <a:pt x="31514" y="13040"/>
                    <a:pt x="31616" y="12648"/>
                  </a:cubicBezTo>
                  <a:lnTo>
                    <a:pt x="32474" y="9697"/>
                  </a:lnTo>
                  <a:cubicBezTo>
                    <a:pt x="32599" y="9216"/>
                    <a:pt x="32327" y="8714"/>
                    <a:pt x="31846" y="8567"/>
                  </a:cubicBezTo>
                  <a:lnTo>
                    <a:pt x="2114" y="31"/>
                  </a:lnTo>
                  <a:cubicBezTo>
                    <a:pt x="2035" y="10"/>
                    <a:pt x="1955" y="0"/>
                    <a:pt x="1877" y="0"/>
                  </a:cubicBezTo>
                  <a:close/>
                </a:path>
              </a:pathLst>
            </a:custGeom>
            <a:solidFill>
              <a:srgbClr val="BFEFE5"/>
            </a:solidFill>
            <a:ln w="7620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5" name="Google Shape;225;p48"/>
            <p:cNvSpPr/>
            <p:nvPr/>
          </p:nvSpPr>
          <p:spPr>
            <a:xfrm>
              <a:off x="4399275" y="2851288"/>
              <a:ext cx="805050" cy="291850"/>
            </a:xfrm>
            <a:custGeom>
              <a:avLst/>
              <a:gdLst/>
              <a:ahLst/>
              <a:cxnLst/>
              <a:rect l="l" t="t" r="r" b="b"/>
              <a:pathLst>
                <a:path w="32202" h="11674" extrusionOk="0">
                  <a:moveTo>
                    <a:pt x="712" y="1"/>
                  </a:moveTo>
                  <a:lnTo>
                    <a:pt x="147" y="1989"/>
                  </a:lnTo>
                  <a:cubicBezTo>
                    <a:pt x="0" y="2470"/>
                    <a:pt x="272" y="2972"/>
                    <a:pt x="775" y="3118"/>
                  </a:cubicBezTo>
                  <a:lnTo>
                    <a:pt x="30507" y="11634"/>
                  </a:lnTo>
                  <a:cubicBezTo>
                    <a:pt x="30595" y="11661"/>
                    <a:pt x="30684" y="11674"/>
                    <a:pt x="30772" y="11674"/>
                  </a:cubicBezTo>
                  <a:cubicBezTo>
                    <a:pt x="31160" y="11674"/>
                    <a:pt x="31514" y="11420"/>
                    <a:pt x="31616" y="11028"/>
                  </a:cubicBezTo>
                  <a:lnTo>
                    <a:pt x="32202" y="9040"/>
                  </a:lnTo>
                  <a:lnTo>
                    <a:pt x="712" y="1"/>
                  </a:lnTo>
                  <a:close/>
                </a:path>
              </a:pathLst>
            </a:custGeom>
            <a:solidFill>
              <a:srgbClr val="BFEFE5"/>
            </a:solidFill>
            <a:ln w="7620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6" name="Google Shape;226;p48"/>
            <p:cNvSpPr/>
            <p:nvPr/>
          </p:nvSpPr>
          <p:spPr>
            <a:xfrm>
              <a:off x="4399800" y="2891563"/>
              <a:ext cx="793025" cy="251575"/>
            </a:xfrm>
            <a:custGeom>
              <a:avLst/>
              <a:gdLst/>
              <a:ahLst/>
              <a:cxnLst/>
              <a:rect l="l" t="t" r="r" b="b"/>
              <a:pathLst>
                <a:path w="31721" h="10063" extrusionOk="0">
                  <a:moveTo>
                    <a:pt x="251" y="1"/>
                  </a:moveTo>
                  <a:lnTo>
                    <a:pt x="126" y="378"/>
                  </a:lnTo>
                  <a:cubicBezTo>
                    <a:pt x="0" y="859"/>
                    <a:pt x="272" y="1361"/>
                    <a:pt x="754" y="1507"/>
                  </a:cubicBezTo>
                  <a:lnTo>
                    <a:pt x="30486" y="10023"/>
                  </a:lnTo>
                  <a:cubicBezTo>
                    <a:pt x="30574" y="10050"/>
                    <a:pt x="30663" y="10063"/>
                    <a:pt x="30751" y="10063"/>
                  </a:cubicBezTo>
                  <a:cubicBezTo>
                    <a:pt x="31139" y="10063"/>
                    <a:pt x="31493" y="9809"/>
                    <a:pt x="31595" y="9417"/>
                  </a:cubicBezTo>
                  <a:lnTo>
                    <a:pt x="31721" y="9040"/>
                  </a:lnTo>
                  <a:lnTo>
                    <a:pt x="251" y="1"/>
                  </a:lnTo>
                  <a:close/>
                </a:path>
              </a:pathLst>
            </a:custGeom>
            <a:solidFill>
              <a:srgbClr val="BFEFE5"/>
            </a:solidFill>
            <a:ln w="7620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7" name="Google Shape;227;p48"/>
            <p:cNvSpPr/>
            <p:nvPr/>
          </p:nvSpPr>
          <p:spPr>
            <a:xfrm>
              <a:off x="4444250" y="2812588"/>
              <a:ext cx="12600" cy="33500"/>
            </a:xfrm>
            <a:custGeom>
              <a:avLst/>
              <a:gdLst/>
              <a:ahLst/>
              <a:cxnLst/>
              <a:rect l="l" t="t" r="r" b="b"/>
              <a:pathLst>
                <a:path w="504" h="1340" extrusionOk="0">
                  <a:moveTo>
                    <a:pt x="378" y="0"/>
                  </a:moveTo>
                  <a:lnTo>
                    <a:pt x="1" y="1298"/>
                  </a:lnTo>
                  <a:lnTo>
                    <a:pt x="126" y="1340"/>
                  </a:lnTo>
                  <a:lnTo>
                    <a:pt x="503" y="42"/>
                  </a:lnTo>
                  <a:lnTo>
                    <a:pt x="378" y="0"/>
                  </a:lnTo>
                  <a:close/>
                </a:path>
              </a:pathLst>
            </a:custGeom>
            <a:solidFill>
              <a:srgbClr val="4D4D4D"/>
            </a:solidFill>
            <a:ln w="7620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8" name="Google Shape;228;p48"/>
            <p:cNvSpPr/>
            <p:nvPr/>
          </p:nvSpPr>
          <p:spPr>
            <a:xfrm>
              <a:off x="4459425" y="2815213"/>
              <a:ext cx="8400" cy="17275"/>
            </a:xfrm>
            <a:custGeom>
              <a:avLst/>
              <a:gdLst/>
              <a:ahLst/>
              <a:cxnLst/>
              <a:rect l="l" t="t" r="r" b="b"/>
              <a:pathLst>
                <a:path w="336" h="691" extrusionOk="0">
                  <a:moveTo>
                    <a:pt x="189" y="0"/>
                  </a:moveTo>
                  <a:lnTo>
                    <a:pt x="1" y="649"/>
                  </a:lnTo>
                  <a:lnTo>
                    <a:pt x="147" y="691"/>
                  </a:lnTo>
                  <a:lnTo>
                    <a:pt x="335" y="42"/>
                  </a:lnTo>
                  <a:lnTo>
                    <a:pt x="189" y="0"/>
                  </a:lnTo>
                  <a:close/>
                </a:path>
              </a:pathLst>
            </a:custGeom>
            <a:solidFill>
              <a:srgbClr val="4D4D4D"/>
            </a:solidFill>
            <a:ln w="7620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9" name="Google Shape;229;p48"/>
            <p:cNvSpPr/>
            <p:nvPr/>
          </p:nvSpPr>
          <p:spPr>
            <a:xfrm>
              <a:off x="4470950" y="2818863"/>
              <a:ext cx="7850" cy="16775"/>
            </a:xfrm>
            <a:custGeom>
              <a:avLst/>
              <a:gdLst/>
              <a:ahLst/>
              <a:cxnLst/>
              <a:rect l="l" t="t" r="r" b="b"/>
              <a:pathLst>
                <a:path w="314" h="671" extrusionOk="0">
                  <a:moveTo>
                    <a:pt x="188" y="1"/>
                  </a:moveTo>
                  <a:lnTo>
                    <a:pt x="0" y="649"/>
                  </a:lnTo>
                  <a:lnTo>
                    <a:pt x="126" y="670"/>
                  </a:lnTo>
                  <a:lnTo>
                    <a:pt x="314" y="21"/>
                  </a:lnTo>
                  <a:lnTo>
                    <a:pt x="188" y="1"/>
                  </a:lnTo>
                  <a:close/>
                </a:path>
              </a:pathLst>
            </a:custGeom>
            <a:solidFill>
              <a:srgbClr val="4D4D4D"/>
            </a:solidFill>
            <a:ln w="7620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0" name="Google Shape;230;p48"/>
            <p:cNvSpPr/>
            <p:nvPr/>
          </p:nvSpPr>
          <p:spPr>
            <a:xfrm>
              <a:off x="4489775" y="2828813"/>
              <a:ext cx="7875" cy="17275"/>
            </a:xfrm>
            <a:custGeom>
              <a:avLst/>
              <a:gdLst/>
              <a:ahLst/>
              <a:cxnLst/>
              <a:rect l="l" t="t" r="r" b="b"/>
              <a:pathLst>
                <a:path w="315" h="691" extrusionOk="0">
                  <a:moveTo>
                    <a:pt x="189" y="0"/>
                  </a:moveTo>
                  <a:lnTo>
                    <a:pt x="0" y="649"/>
                  </a:lnTo>
                  <a:lnTo>
                    <a:pt x="126" y="691"/>
                  </a:lnTo>
                  <a:lnTo>
                    <a:pt x="314" y="42"/>
                  </a:lnTo>
                  <a:lnTo>
                    <a:pt x="189" y="0"/>
                  </a:lnTo>
                  <a:close/>
                </a:path>
              </a:pathLst>
            </a:custGeom>
            <a:solidFill>
              <a:srgbClr val="4D4D4D"/>
            </a:solidFill>
            <a:ln w="7620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1" name="Google Shape;231;p48"/>
            <p:cNvSpPr/>
            <p:nvPr/>
          </p:nvSpPr>
          <p:spPr>
            <a:xfrm>
              <a:off x="4506500" y="2837688"/>
              <a:ext cx="7875" cy="17300"/>
            </a:xfrm>
            <a:custGeom>
              <a:avLst/>
              <a:gdLst/>
              <a:ahLst/>
              <a:cxnLst/>
              <a:rect l="l" t="t" r="r" b="b"/>
              <a:pathLst>
                <a:path w="315" h="692" extrusionOk="0">
                  <a:moveTo>
                    <a:pt x="189" y="1"/>
                  </a:moveTo>
                  <a:lnTo>
                    <a:pt x="1" y="649"/>
                  </a:lnTo>
                  <a:lnTo>
                    <a:pt x="126" y="691"/>
                  </a:lnTo>
                  <a:lnTo>
                    <a:pt x="315" y="43"/>
                  </a:lnTo>
                  <a:lnTo>
                    <a:pt x="189" y="1"/>
                  </a:lnTo>
                  <a:close/>
                </a:path>
              </a:pathLst>
            </a:custGeom>
            <a:solidFill>
              <a:srgbClr val="4D4D4D"/>
            </a:solidFill>
            <a:ln w="7620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2" name="Google Shape;232;p48"/>
            <p:cNvSpPr/>
            <p:nvPr/>
          </p:nvSpPr>
          <p:spPr>
            <a:xfrm>
              <a:off x="4499700" y="2828288"/>
              <a:ext cx="12575" cy="33500"/>
            </a:xfrm>
            <a:custGeom>
              <a:avLst/>
              <a:gdLst/>
              <a:ahLst/>
              <a:cxnLst/>
              <a:rect l="l" t="t" r="r" b="b"/>
              <a:pathLst>
                <a:path w="503" h="1340" extrusionOk="0">
                  <a:moveTo>
                    <a:pt x="357" y="0"/>
                  </a:moveTo>
                  <a:lnTo>
                    <a:pt x="1" y="1297"/>
                  </a:lnTo>
                  <a:lnTo>
                    <a:pt x="126" y="1339"/>
                  </a:lnTo>
                  <a:lnTo>
                    <a:pt x="503" y="42"/>
                  </a:lnTo>
                  <a:lnTo>
                    <a:pt x="357" y="0"/>
                  </a:lnTo>
                  <a:close/>
                </a:path>
              </a:pathLst>
            </a:custGeom>
            <a:solidFill>
              <a:srgbClr val="4D4D4D"/>
            </a:solidFill>
            <a:ln w="7620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3" name="Google Shape;233;p48"/>
            <p:cNvSpPr/>
            <p:nvPr/>
          </p:nvSpPr>
          <p:spPr>
            <a:xfrm>
              <a:off x="4514875" y="2831413"/>
              <a:ext cx="8400" cy="17300"/>
            </a:xfrm>
            <a:custGeom>
              <a:avLst/>
              <a:gdLst/>
              <a:ahLst/>
              <a:cxnLst/>
              <a:rect l="l" t="t" r="r" b="b"/>
              <a:pathLst>
                <a:path w="336" h="692" extrusionOk="0">
                  <a:moveTo>
                    <a:pt x="189" y="1"/>
                  </a:moveTo>
                  <a:lnTo>
                    <a:pt x="1" y="649"/>
                  </a:lnTo>
                  <a:lnTo>
                    <a:pt x="147" y="691"/>
                  </a:lnTo>
                  <a:lnTo>
                    <a:pt x="335" y="43"/>
                  </a:lnTo>
                  <a:lnTo>
                    <a:pt x="189" y="1"/>
                  </a:lnTo>
                  <a:close/>
                </a:path>
              </a:pathLst>
            </a:custGeom>
            <a:solidFill>
              <a:srgbClr val="4D4D4D"/>
            </a:solidFill>
            <a:ln w="7620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4" name="Google Shape;234;p48"/>
            <p:cNvSpPr/>
            <p:nvPr/>
          </p:nvSpPr>
          <p:spPr>
            <a:xfrm>
              <a:off x="4503900" y="2830363"/>
              <a:ext cx="7875" cy="17300"/>
            </a:xfrm>
            <a:custGeom>
              <a:avLst/>
              <a:gdLst/>
              <a:ahLst/>
              <a:cxnLst/>
              <a:rect l="l" t="t" r="r" b="b"/>
              <a:pathLst>
                <a:path w="315" h="692" extrusionOk="0">
                  <a:moveTo>
                    <a:pt x="168" y="1"/>
                  </a:moveTo>
                  <a:lnTo>
                    <a:pt x="0" y="649"/>
                  </a:lnTo>
                  <a:lnTo>
                    <a:pt x="126" y="691"/>
                  </a:lnTo>
                  <a:lnTo>
                    <a:pt x="314" y="43"/>
                  </a:lnTo>
                  <a:lnTo>
                    <a:pt x="168" y="1"/>
                  </a:lnTo>
                  <a:close/>
                </a:path>
              </a:pathLst>
            </a:custGeom>
            <a:solidFill>
              <a:srgbClr val="4D4D4D"/>
            </a:solidFill>
            <a:ln w="7620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5" name="Google Shape;235;p48"/>
            <p:cNvSpPr/>
            <p:nvPr/>
          </p:nvSpPr>
          <p:spPr>
            <a:xfrm>
              <a:off x="4536850" y="2837688"/>
              <a:ext cx="8400" cy="16775"/>
            </a:xfrm>
            <a:custGeom>
              <a:avLst/>
              <a:gdLst/>
              <a:ahLst/>
              <a:cxnLst/>
              <a:rect l="l" t="t" r="r" b="b"/>
              <a:pathLst>
                <a:path w="336" h="671" extrusionOk="0">
                  <a:moveTo>
                    <a:pt x="189" y="1"/>
                  </a:moveTo>
                  <a:lnTo>
                    <a:pt x="0" y="649"/>
                  </a:lnTo>
                  <a:lnTo>
                    <a:pt x="147" y="670"/>
                  </a:lnTo>
                  <a:lnTo>
                    <a:pt x="335" y="22"/>
                  </a:lnTo>
                  <a:lnTo>
                    <a:pt x="189" y="1"/>
                  </a:lnTo>
                  <a:close/>
                </a:path>
              </a:pathLst>
            </a:custGeom>
            <a:solidFill>
              <a:srgbClr val="4D4D4D"/>
            </a:solidFill>
            <a:ln w="7620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6" name="Google Shape;236;p48"/>
            <p:cNvSpPr/>
            <p:nvPr/>
          </p:nvSpPr>
          <p:spPr>
            <a:xfrm>
              <a:off x="4548350" y="2840838"/>
              <a:ext cx="7875" cy="17275"/>
            </a:xfrm>
            <a:custGeom>
              <a:avLst/>
              <a:gdLst/>
              <a:ahLst/>
              <a:cxnLst/>
              <a:rect l="l" t="t" r="r" b="b"/>
              <a:pathLst>
                <a:path w="315" h="691" extrusionOk="0">
                  <a:moveTo>
                    <a:pt x="189" y="0"/>
                  </a:moveTo>
                  <a:lnTo>
                    <a:pt x="1" y="649"/>
                  </a:lnTo>
                  <a:lnTo>
                    <a:pt x="126" y="691"/>
                  </a:lnTo>
                  <a:lnTo>
                    <a:pt x="315" y="42"/>
                  </a:lnTo>
                  <a:lnTo>
                    <a:pt x="189" y="0"/>
                  </a:lnTo>
                  <a:close/>
                </a:path>
              </a:pathLst>
            </a:custGeom>
            <a:solidFill>
              <a:srgbClr val="4D4D4D"/>
            </a:solidFill>
            <a:ln w="7620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7" name="Google Shape;237;p48"/>
            <p:cNvSpPr/>
            <p:nvPr/>
          </p:nvSpPr>
          <p:spPr>
            <a:xfrm>
              <a:off x="4554625" y="2843963"/>
              <a:ext cx="13100" cy="33500"/>
            </a:xfrm>
            <a:custGeom>
              <a:avLst/>
              <a:gdLst/>
              <a:ahLst/>
              <a:cxnLst/>
              <a:rect l="l" t="t" r="r" b="b"/>
              <a:pathLst>
                <a:path w="524" h="1340" extrusionOk="0">
                  <a:moveTo>
                    <a:pt x="377" y="1"/>
                  </a:moveTo>
                  <a:lnTo>
                    <a:pt x="1" y="1298"/>
                  </a:lnTo>
                  <a:lnTo>
                    <a:pt x="147" y="1340"/>
                  </a:lnTo>
                  <a:lnTo>
                    <a:pt x="524" y="43"/>
                  </a:lnTo>
                  <a:lnTo>
                    <a:pt x="377" y="1"/>
                  </a:lnTo>
                  <a:close/>
                </a:path>
              </a:pathLst>
            </a:custGeom>
            <a:solidFill>
              <a:srgbClr val="4D4D4D"/>
            </a:solidFill>
            <a:ln w="7620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8" name="Google Shape;238;p48"/>
            <p:cNvSpPr/>
            <p:nvPr/>
          </p:nvSpPr>
          <p:spPr>
            <a:xfrm>
              <a:off x="4570850" y="2847638"/>
              <a:ext cx="7875" cy="16750"/>
            </a:xfrm>
            <a:custGeom>
              <a:avLst/>
              <a:gdLst/>
              <a:ahLst/>
              <a:cxnLst/>
              <a:rect l="l" t="t" r="r" b="b"/>
              <a:pathLst>
                <a:path w="315" h="670" extrusionOk="0">
                  <a:moveTo>
                    <a:pt x="189" y="0"/>
                  </a:moveTo>
                  <a:lnTo>
                    <a:pt x="0" y="649"/>
                  </a:lnTo>
                  <a:lnTo>
                    <a:pt x="126" y="670"/>
                  </a:lnTo>
                  <a:lnTo>
                    <a:pt x="314" y="21"/>
                  </a:lnTo>
                  <a:lnTo>
                    <a:pt x="189" y="0"/>
                  </a:lnTo>
                  <a:close/>
                </a:path>
              </a:pathLst>
            </a:custGeom>
            <a:solidFill>
              <a:srgbClr val="4D4D4D"/>
            </a:solidFill>
            <a:ln w="7620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9" name="Google Shape;239;p48"/>
            <p:cNvSpPr/>
            <p:nvPr/>
          </p:nvSpPr>
          <p:spPr>
            <a:xfrm>
              <a:off x="4581300" y="2850238"/>
              <a:ext cx="8400" cy="17300"/>
            </a:xfrm>
            <a:custGeom>
              <a:avLst/>
              <a:gdLst/>
              <a:ahLst/>
              <a:cxnLst/>
              <a:rect l="l" t="t" r="r" b="b"/>
              <a:pathLst>
                <a:path w="336" h="692" extrusionOk="0">
                  <a:moveTo>
                    <a:pt x="189" y="1"/>
                  </a:moveTo>
                  <a:lnTo>
                    <a:pt x="1" y="650"/>
                  </a:lnTo>
                  <a:lnTo>
                    <a:pt x="147" y="691"/>
                  </a:lnTo>
                  <a:lnTo>
                    <a:pt x="336" y="43"/>
                  </a:lnTo>
                  <a:lnTo>
                    <a:pt x="189" y="1"/>
                  </a:lnTo>
                  <a:close/>
                </a:path>
              </a:pathLst>
            </a:custGeom>
            <a:solidFill>
              <a:srgbClr val="4D4D4D"/>
            </a:solidFill>
            <a:ln w="7620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0" name="Google Shape;240;p48"/>
            <p:cNvSpPr/>
            <p:nvPr/>
          </p:nvSpPr>
          <p:spPr>
            <a:xfrm>
              <a:off x="4600675" y="2860713"/>
              <a:ext cx="7850" cy="17275"/>
            </a:xfrm>
            <a:custGeom>
              <a:avLst/>
              <a:gdLst/>
              <a:ahLst/>
              <a:cxnLst/>
              <a:rect l="l" t="t" r="r" b="b"/>
              <a:pathLst>
                <a:path w="314" h="691" extrusionOk="0">
                  <a:moveTo>
                    <a:pt x="188" y="0"/>
                  </a:moveTo>
                  <a:lnTo>
                    <a:pt x="0" y="649"/>
                  </a:lnTo>
                  <a:lnTo>
                    <a:pt x="126" y="691"/>
                  </a:lnTo>
                  <a:lnTo>
                    <a:pt x="314" y="42"/>
                  </a:lnTo>
                  <a:lnTo>
                    <a:pt x="188" y="0"/>
                  </a:lnTo>
                  <a:close/>
                </a:path>
              </a:pathLst>
            </a:custGeom>
            <a:solidFill>
              <a:srgbClr val="4D4D4D"/>
            </a:solidFill>
            <a:ln w="7620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1" name="Google Shape;241;p48"/>
            <p:cNvSpPr/>
            <p:nvPr/>
          </p:nvSpPr>
          <p:spPr>
            <a:xfrm>
              <a:off x="4603800" y="2856538"/>
              <a:ext cx="7875" cy="17275"/>
            </a:xfrm>
            <a:custGeom>
              <a:avLst/>
              <a:gdLst/>
              <a:ahLst/>
              <a:cxnLst/>
              <a:rect l="l" t="t" r="r" b="b"/>
              <a:pathLst>
                <a:path w="315" h="691" extrusionOk="0">
                  <a:moveTo>
                    <a:pt x="189" y="0"/>
                  </a:moveTo>
                  <a:lnTo>
                    <a:pt x="1" y="649"/>
                  </a:lnTo>
                  <a:lnTo>
                    <a:pt x="126" y="690"/>
                  </a:lnTo>
                  <a:lnTo>
                    <a:pt x="314" y="42"/>
                  </a:lnTo>
                  <a:lnTo>
                    <a:pt x="189" y="0"/>
                  </a:lnTo>
                  <a:close/>
                </a:path>
              </a:pathLst>
            </a:custGeom>
            <a:solidFill>
              <a:srgbClr val="4D4D4D"/>
            </a:solidFill>
            <a:ln w="7620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2" name="Google Shape;242;p48"/>
            <p:cNvSpPr/>
            <p:nvPr/>
          </p:nvSpPr>
          <p:spPr>
            <a:xfrm>
              <a:off x="4610075" y="2859663"/>
              <a:ext cx="12575" cy="33500"/>
            </a:xfrm>
            <a:custGeom>
              <a:avLst/>
              <a:gdLst/>
              <a:ahLst/>
              <a:cxnLst/>
              <a:rect l="l" t="t" r="r" b="b"/>
              <a:pathLst>
                <a:path w="503" h="1340" extrusionOk="0">
                  <a:moveTo>
                    <a:pt x="377" y="1"/>
                  </a:moveTo>
                  <a:lnTo>
                    <a:pt x="1" y="1298"/>
                  </a:lnTo>
                  <a:lnTo>
                    <a:pt x="126" y="1340"/>
                  </a:lnTo>
                  <a:lnTo>
                    <a:pt x="503" y="42"/>
                  </a:lnTo>
                  <a:lnTo>
                    <a:pt x="377" y="1"/>
                  </a:lnTo>
                  <a:close/>
                </a:path>
              </a:pathLst>
            </a:custGeom>
            <a:solidFill>
              <a:srgbClr val="4D4D4D"/>
            </a:solidFill>
            <a:ln w="7620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3" name="Google Shape;243;p48"/>
            <p:cNvSpPr/>
            <p:nvPr/>
          </p:nvSpPr>
          <p:spPr>
            <a:xfrm>
              <a:off x="4625775" y="2863338"/>
              <a:ext cx="7875" cy="16750"/>
            </a:xfrm>
            <a:custGeom>
              <a:avLst/>
              <a:gdLst/>
              <a:ahLst/>
              <a:cxnLst/>
              <a:rect l="l" t="t" r="r" b="b"/>
              <a:pathLst>
                <a:path w="315" h="670" extrusionOk="0">
                  <a:moveTo>
                    <a:pt x="189" y="0"/>
                  </a:moveTo>
                  <a:lnTo>
                    <a:pt x="0" y="649"/>
                  </a:lnTo>
                  <a:lnTo>
                    <a:pt x="147" y="670"/>
                  </a:lnTo>
                  <a:lnTo>
                    <a:pt x="314" y="21"/>
                  </a:lnTo>
                  <a:lnTo>
                    <a:pt x="189" y="0"/>
                  </a:lnTo>
                  <a:close/>
                </a:path>
              </a:pathLst>
            </a:custGeom>
            <a:solidFill>
              <a:srgbClr val="4D4D4D"/>
            </a:solidFill>
            <a:ln w="7620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4" name="Google Shape;244;p48"/>
            <p:cNvSpPr/>
            <p:nvPr/>
          </p:nvSpPr>
          <p:spPr>
            <a:xfrm>
              <a:off x="4649300" y="2877963"/>
              <a:ext cx="8400" cy="17300"/>
            </a:xfrm>
            <a:custGeom>
              <a:avLst/>
              <a:gdLst/>
              <a:ahLst/>
              <a:cxnLst/>
              <a:rect l="l" t="t" r="r" b="b"/>
              <a:pathLst>
                <a:path w="336" h="692" extrusionOk="0">
                  <a:moveTo>
                    <a:pt x="189" y="1"/>
                  </a:moveTo>
                  <a:lnTo>
                    <a:pt x="1" y="650"/>
                  </a:lnTo>
                  <a:lnTo>
                    <a:pt x="147" y="691"/>
                  </a:lnTo>
                  <a:lnTo>
                    <a:pt x="336" y="43"/>
                  </a:lnTo>
                  <a:lnTo>
                    <a:pt x="189" y="1"/>
                  </a:lnTo>
                  <a:close/>
                </a:path>
              </a:pathLst>
            </a:custGeom>
            <a:solidFill>
              <a:srgbClr val="4D4D4D"/>
            </a:solidFill>
            <a:ln w="7620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5" name="Google Shape;245;p48"/>
            <p:cNvSpPr/>
            <p:nvPr/>
          </p:nvSpPr>
          <p:spPr>
            <a:xfrm>
              <a:off x="4647750" y="2869088"/>
              <a:ext cx="7875" cy="17275"/>
            </a:xfrm>
            <a:custGeom>
              <a:avLst/>
              <a:gdLst/>
              <a:ahLst/>
              <a:cxnLst/>
              <a:rect l="l" t="t" r="r" b="b"/>
              <a:pathLst>
                <a:path w="315" h="691" extrusionOk="0">
                  <a:moveTo>
                    <a:pt x="189" y="0"/>
                  </a:moveTo>
                  <a:lnTo>
                    <a:pt x="0" y="649"/>
                  </a:lnTo>
                  <a:lnTo>
                    <a:pt x="147" y="691"/>
                  </a:lnTo>
                  <a:lnTo>
                    <a:pt x="314" y="42"/>
                  </a:lnTo>
                  <a:lnTo>
                    <a:pt x="189" y="0"/>
                  </a:lnTo>
                  <a:close/>
                </a:path>
              </a:pathLst>
            </a:custGeom>
            <a:solidFill>
              <a:srgbClr val="4D4D4D"/>
            </a:solidFill>
            <a:ln w="7620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6" name="Google Shape;246;p48"/>
            <p:cNvSpPr/>
            <p:nvPr/>
          </p:nvSpPr>
          <p:spPr>
            <a:xfrm>
              <a:off x="4659250" y="2872738"/>
              <a:ext cx="7875" cy="17300"/>
            </a:xfrm>
            <a:custGeom>
              <a:avLst/>
              <a:gdLst/>
              <a:ahLst/>
              <a:cxnLst/>
              <a:rect l="l" t="t" r="r" b="b"/>
              <a:pathLst>
                <a:path w="315" h="692" extrusionOk="0">
                  <a:moveTo>
                    <a:pt x="189" y="1"/>
                  </a:moveTo>
                  <a:lnTo>
                    <a:pt x="1" y="649"/>
                  </a:lnTo>
                  <a:lnTo>
                    <a:pt x="126" y="691"/>
                  </a:lnTo>
                  <a:lnTo>
                    <a:pt x="314" y="42"/>
                  </a:lnTo>
                  <a:lnTo>
                    <a:pt x="189" y="1"/>
                  </a:lnTo>
                  <a:close/>
                </a:path>
              </a:pathLst>
            </a:custGeom>
            <a:solidFill>
              <a:srgbClr val="4D4D4D"/>
            </a:solidFill>
            <a:ln w="7620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7" name="Google Shape;247;p48"/>
            <p:cNvSpPr/>
            <p:nvPr/>
          </p:nvSpPr>
          <p:spPr>
            <a:xfrm>
              <a:off x="4679650" y="2888963"/>
              <a:ext cx="12575" cy="33500"/>
            </a:xfrm>
            <a:custGeom>
              <a:avLst/>
              <a:gdLst/>
              <a:ahLst/>
              <a:cxnLst/>
              <a:rect l="l" t="t" r="r" b="b"/>
              <a:pathLst>
                <a:path w="503" h="1340" extrusionOk="0">
                  <a:moveTo>
                    <a:pt x="377" y="0"/>
                  </a:moveTo>
                  <a:lnTo>
                    <a:pt x="1" y="1298"/>
                  </a:lnTo>
                  <a:lnTo>
                    <a:pt x="126" y="1339"/>
                  </a:lnTo>
                  <a:lnTo>
                    <a:pt x="503" y="42"/>
                  </a:lnTo>
                  <a:lnTo>
                    <a:pt x="377" y="0"/>
                  </a:lnTo>
                  <a:close/>
                </a:path>
              </a:pathLst>
            </a:custGeom>
            <a:solidFill>
              <a:srgbClr val="4D4D4D"/>
            </a:solidFill>
            <a:ln w="7620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8" name="Google Shape;248;p48"/>
            <p:cNvSpPr/>
            <p:nvPr/>
          </p:nvSpPr>
          <p:spPr>
            <a:xfrm>
              <a:off x="4681225" y="2879013"/>
              <a:ext cx="7875" cy="17300"/>
            </a:xfrm>
            <a:custGeom>
              <a:avLst/>
              <a:gdLst/>
              <a:ahLst/>
              <a:cxnLst/>
              <a:rect l="l" t="t" r="r" b="b"/>
              <a:pathLst>
                <a:path w="315" h="692" extrusionOk="0">
                  <a:moveTo>
                    <a:pt x="189" y="1"/>
                  </a:moveTo>
                  <a:lnTo>
                    <a:pt x="0" y="649"/>
                  </a:lnTo>
                  <a:lnTo>
                    <a:pt x="126" y="691"/>
                  </a:lnTo>
                  <a:lnTo>
                    <a:pt x="314" y="43"/>
                  </a:lnTo>
                  <a:lnTo>
                    <a:pt x="189" y="1"/>
                  </a:lnTo>
                  <a:close/>
                </a:path>
              </a:pathLst>
            </a:custGeom>
            <a:solidFill>
              <a:srgbClr val="4D4D4D"/>
            </a:solidFill>
            <a:ln w="7620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9" name="Google Shape;249;p48"/>
            <p:cNvSpPr/>
            <p:nvPr/>
          </p:nvSpPr>
          <p:spPr>
            <a:xfrm>
              <a:off x="4692200" y="2882163"/>
              <a:ext cx="8400" cy="17275"/>
            </a:xfrm>
            <a:custGeom>
              <a:avLst/>
              <a:gdLst/>
              <a:ahLst/>
              <a:cxnLst/>
              <a:rect l="l" t="t" r="r" b="b"/>
              <a:pathLst>
                <a:path w="336" h="691" extrusionOk="0">
                  <a:moveTo>
                    <a:pt x="189" y="0"/>
                  </a:moveTo>
                  <a:lnTo>
                    <a:pt x="1" y="649"/>
                  </a:lnTo>
                  <a:lnTo>
                    <a:pt x="147" y="691"/>
                  </a:lnTo>
                  <a:lnTo>
                    <a:pt x="335" y="42"/>
                  </a:lnTo>
                  <a:lnTo>
                    <a:pt x="189" y="0"/>
                  </a:lnTo>
                  <a:close/>
                </a:path>
              </a:pathLst>
            </a:custGeom>
            <a:solidFill>
              <a:srgbClr val="4D4D4D"/>
            </a:solidFill>
            <a:ln w="7620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0" name="Google Shape;250;p48"/>
            <p:cNvSpPr/>
            <p:nvPr/>
          </p:nvSpPr>
          <p:spPr>
            <a:xfrm>
              <a:off x="4703200" y="2885288"/>
              <a:ext cx="8375" cy="17300"/>
            </a:xfrm>
            <a:custGeom>
              <a:avLst/>
              <a:gdLst/>
              <a:ahLst/>
              <a:cxnLst/>
              <a:rect l="l" t="t" r="r" b="b"/>
              <a:pathLst>
                <a:path w="335" h="692" extrusionOk="0">
                  <a:moveTo>
                    <a:pt x="188" y="1"/>
                  </a:moveTo>
                  <a:lnTo>
                    <a:pt x="0" y="649"/>
                  </a:lnTo>
                  <a:lnTo>
                    <a:pt x="147" y="691"/>
                  </a:lnTo>
                  <a:lnTo>
                    <a:pt x="335" y="43"/>
                  </a:lnTo>
                  <a:lnTo>
                    <a:pt x="188" y="1"/>
                  </a:lnTo>
                  <a:close/>
                </a:path>
              </a:pathLst>
            </a:custGeom>
            <a:solidFill>
              <a:srgbClr val="4D4D4D"/>
            </a:solidFill>
            <a:ln w="7620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1" name="Google Shape;251;p48"/>
            <p:cNvSpPr/>
            <p:nvPr/>
          </p:nvSpPr>
          <p:spPr>
            <a:xfrm>
              <a:off x="4729875" y="2902563"/>
              <a:ext cx="7875" cy="17275"/>
            </a:xfrm>
            <a:custGeom>
              <a:avLst/>
              <a:gdLst/>
              <a:ahLst/>
              <a:cxnLst/>
              <a:rect l="l" t="t" r="r" b="b"/>
              <a:pathLst>
                <a:path w="315" h="691" extrusionOk="0">
                  <a:moveTo>
                    <a:pt x="189" y="0"/>
                  </a:moveTo>
                  <a:lnTo>
                    <a:pt x="0" y="649"/>
                  </a:lnTo>
                  <a:lnTo>
                    <a:pt x="126" y="691"/>
                  </a:lnTo>
                  <a:lnTo>
                    <a:pt x="314" y="42"/>
                  </a:lnTo>
                  <a:lnTo>
                    <a:pt x="189" y="0"/>
                  </a:lnTo>
                  <a:close/>
                </a:path>
              </a:pathLst>
            </a:custGeom>
            <a:solidFill>
              <a:srgbClr val="4D4D4D"/>
            </a:solidFill>
            <a:ln w="7620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2" name="Google Shape;252;p48"/>
            <p:cNvSpPr/>
            <p:nvPr/>
          </p:nvSpPr>
          <p:spPr>
            <a:xfrm>
              <a:off x="4720975" y="2891563"/>
              <a:ext cx="12575" cy="33500"/>
            </a:xfrm>
            <a:custGeom>
              <a:avLst/>
              <a:gdLst/>
              <a:ahLst/>
              <a:cxnLst/>
              <a:rect l="l" t="t" r="r" b="b"/>
              <a:pathLst>
                <a:path w="503" h="1340" extrusionOk="0">
                  <a:moveTo>
                    <a:pt x="377" y="1"/>
                  </a:moveTo>
                  <a:lnTo>
                    <a:pt x="1" y="1298"/>
                  </a:lnTo>
                  <a:lnTo>
                    <a:pt x="126" y="1340"/>
                  </a:lnTo>
                  <a:lnTo>
                    <a:pt x="503" y="43"/>
                  </a:lnTo>
                  <a:lnTo>
                    <a:pt x="377" y="1"/>
                  </a:lnTo>
                  <a:close/>
                </a:path>
              </a:pathLst>
            </a:custGeom>
            <a:solidFill>
              <a:srgbClr val="4D4D4D"/>
            </a:solidFill>
            <a:ln w="7620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3" name="Google Shape;253;p48"/>
            <p:cNvSpPr/>
            <p:nvPr/>
          </p:nvSpPr>
          <p:spPr>
            <a:xfrm>
              <a:off x="4736675" y="2894713"/>
              <a:ext cx="7875" cy="17275"/>
            </a:xfrm>
            <a:custGeom>
              <a:avLst/>
              <a:gdLst/>
              <a:ahLst/>
              <a:cxnLst/>
              <a:rect l="l" t="t" r="r" b="b"/>
              <a:pathLst>
                <a:path w="315" h="691" extrusionOk="0">
                  <a:moveTo>
                    <a:pt x="189" y="0"/>
                  </a:moveTo>
                  <a:lnTo>
                    <a:pt x="0" y="649"/>
                  </a:lnTo>
                  <a:lnTo>
                    <a:pt x="126" y="691"/>
                  </a:lnTo>
                  <a:lnTo>
                    <a:pt x="314" y="42"/>
                  </a:lnTo>
                  <a:lnTo>
                    <a:pt x="189" y="0"/>
                  </a:lnTo>
                  <a:close/>
                </a:path>
              </a:pathLst>
            </a:custGeom>
            <a:solidFill>
              <a:srgbClr val="4D4D4D"/>
            </a:solidFill>
            <a:ln w="7620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4" name="Google Shape;254;p48"/>
            <p:cNvSpPr/>
            <p:nvPr/>
          </p:nvSpPr>
          <p:spPr>
            <a:xfrm>
              <a:off x="4747650" y="2897838"/>
              <a:ext cx="7875" cy="17300"/>
            </a:xfrm>
            <a:custGeom>
              <a:avLst/>
              <a:gdLst/>
              <a:ahLst/>
              <a:cxnLst/>
              <a:rect l="l" t="t" r="r" b="b"/>
              <a:pathLst>
                <a:path w="315" h="692" extrusionOk="0">
                  <a:moveTo>
                    <a:pt x="189" y="1"/>
                  </a:moveTo>
                  <a:lnTo>
                    <a:pt x="1" y="650"/>
                  </a:lnTo>
                  <a:lnTo>
                    <a:pt x="126" y="691"/>
                  </a:lnTo>
                  <a:lnTo>
                    <a:pt x="314" y="43"/>
                  </a:lnTo>
                  <a:lnTo>
                    <a:pt x="189" y="1"/>
                  </a:lnTo>
                  <a:close/>
                </a:path>
              </a:pathLst>
            </a:custGeom>
            <a:solidFill>
              <a:srgbClr val="4D4D4D"/>
            </a:solidFill>
            <a:ln w="7620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5" name="Google Shape;255;p48"/>
            <p:cNvSpPr/>
            <p:nvPr/>
          </p:nvSpPr>
          <p:spPr>
            <a:xfrm>
              <a:off x="4758650" y="2900988"/>
              <a:ext cx="8375" cy="17275"/>
            </a:xfrm>
            <a:custGeom>
              <a:avLst/>
              <a:gdLst/>
              <a:ahLst/>
              <a:cxnLst/>
              <a:rect l="l" t="t" r="r" b="b"/>
              <a:pathLst>
                <a:path w="335" h="691" extrusionOk="0">
                  <a:moveTo>
                    <a:pt x="188" y="1"/>
                  </a:moveTo>
                  <a:lnTo>
                    <a:pt x="0" y="649"/>
                  </a:lnTo>
                  <a:lnTo>
                    <a:pt x="146" y="691"/>
                  </a:lnTo>
                  <a:lnTo>
                    <a:pt x="335" y="42"/>
                  </a:lnTo>
                  <a:lnTo>
                    <a:pt x="188" y="1"/>
                  </a:lnTo>
                  <a:close/>
                </a:path>
              </a:pathLst>
            </a:custGeom>
            <a:solidFill>
              <a:srgbClr val="4D4D4D"/>
            </a:solidFill>
            <a:ln w="7620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6" name="Google Shape;256;p48"/>
            <p:cNvSpPr/>
            <p:nvPr/>
          </p:nvSpPr>
          <p:spPr>
            <a:xfrm>
              <a:off x="4769625" y="2904138"/>
              <a:ext cx="7875" cy="17275"/>
            </a:xfrm>
            <a:custGeom>
              <a:avLst/>
              <a:gdLst/>
              <a:ahLst/>
              <a:cxnLst/>
              <a:rect l="l" t="t" r="r" b="b"/>
              <a:pathLst>
                <a:path w="315" h="691" extrusionOk="0">
                  <a:moveTo>
                    <a:pt x="189" y="0"/>
                  </a:moveTo>
                  <a:lnTo>
                    <a:pt x="0" y="649"/>
                  </a:lnTo>
                  <a:lnTo>
                    <a:pt x="147" y="691"/>
                  </a:lnTo>
                  <a:lnTo>
                    <a:pt x="314" y="42"/>
                  </a:lnTo>
                  <a:lnTo>
                    <a:pt x="189" y="0"/>
                  </a:lnTo>
                  <a:close/>
                </a:path>
              </a:pathLst>
            </a:custGeom>
            <a:solidFill>
              <a:srgbClr val="4D4D4D"/>
            </a:solidFill>
            <a:ln w="7620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7" name="Google Shape;257;p48"/>
            <p:cNvSpPr/>
            <p:nvPr/>
          </p:nvSpPr>
          <p:spPr>
            <a:xfrm>
              <a:off x="4776425" y="2907788"/>
              <a:ext cx="12575" cy="32975"/>
            </a:xfrm>
            <a:custGeom>
              <a:avLst/>
              <a:gdLst/>
              <a:ahLst/>
              <a:cxnLst/>
              <a:rect l="l" t="t" r="r" b="b"/>
              <a:pathLst>
                <a:path w="503" h="1319" extrusionOk="0">
                  <a:moveTo>
                    <a:pt x="377" y="1"/>
                  </a:moveTo>
                  <a:lnTo>
                    <a:pt x="0" y="1298"/>
                  </a:lnTo>
                  <a:lnTo>
                    <a:pt x="126" y="1319"/>
                  </a:lnTo>
                  <a:lnTo>
                    <a:pt x="503" y="21"/>
                  </a:lnTo>
                  <a:lnTo>
                    <a:pt x="377" y="1"/>
                  </a:lnTo>
                  <a:close/>
                </a:path>
              </a:pathLst>
            </a:custGeom>
            <a:solidFill>
              <a:srgbClr val="4D4D4D"/>
            </a:solidFill>
            <a:ln w="7620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8" name="Google Shape;258;p48"/>
            <p:cNvSpPr/>
            <p:nvPr/>
          </p:nvSpPr>
          <p:spPr>
            <a:xfrm>
              <a:off x="4791600" y="2910413"/>
              <a:ext cx="8375" cy="17275"/>
            </a:xfrm>
            <a:custGeom>
              <a:avLst/>
              <a:gdLst/>
              <a:ahLst/>
              <a:cxnLst/>
              <a:rect l="l" t="t" r="r" b="b"/>
              <a:pathLst>
                <a:path w="335" h="691" extrusionOk="0">
                  <a:moveTo>
                    <a:pt x="189" y="0"/>
                  </a:moveTo>
                  <a:lnTo>
                    <a:pt x="0" y="649"/>
                  </a:lnTo>
                  <a:lnTo>
                    <a:pt x="147" y="691"/>
                  </a:lnTo>
                  <a:lnTo>
                    <a:pt x="335" y="42"/>
                  </a:lnTo>
                  <a:lnTo>
                    <a:pt x="189" y="0"/>
                  </a:lnTo>
                  <a:close/>
                </a:path>
              </a:pathLst>
            </a:custGeom>
            <a:solidFill>
              <a:srgbClr val="4D4D4D"/>
            </a:solidFill>
            <a:ln w="7620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9" name="Google Shape;259;p48"/>
            <p:cNvSpPr/>
            <p:nvPr/>
          </p:nvSpPr>
          <p:spPr>
            <a:xfrm>
              <a:off x="4803100" y="2913538"/>
              <a:ext cx="7875" cy="17300"/>
            </a:xfrm>
            <a:custGeom>
              <a:avLst/>
              <a:gdLst/>
              <a:ahLst/>
              <a:cxnLst/>
              <a:rect l="l" t="t" r="r" b="b"/>
              <a:pathLst>
                <a:path w="315" h="692" extrusionOk="0">
                  <a:moveTo>
                    <a:pt x="168" y="1"/>
                  </a:moveTo>
                  <a:lnTo>
                    <a:pt x="1" y="649"/>
                  </a:lnTo>
                  <a:lnTo>
                    <a:pt x="126" y="691"/>
                  </a:lnTo>
                  <a:lnTo>
                    <a:pt x="314" y="43"/>
                  </a:lnTo>
                  <a:lnTo>
                    <a:pt x="168" y="1"/>
                  </a:lnTo>
                  <a:close/>
                </a:path>
              </a:pathLst>
            </a:custGeom>
            <a:solidFill>
              <a:srgbClr val="4D4D4D"/>
            </a:solidFill>
            <a:ln w="7620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0" name="Google Shape;260;p48"/>
            <p:cNvSpPr/>
            <p:nvPr/>
          </p:nvSpPr>
          <p:spPr>
            <a:xfrm>
              <a:off x="4814075" y="2917213"/>
              <a:ext cx="7875" cy="17275"/>
            </a:xfrm>
            <a:custGeom>
              <a:avLst/>
              <a:gdLst/>
              <a:ahLst/>
              <a:cxnLst/>
              <a:rect l="l" t="t" r="r" b="b"/>
              <a:pathLst>
                <a:path w="315" h="691" extrusionOk="0">
                  <a:moveTo>
                    <a:pt x="189" y="0"/>
                  </a:moveTo>
                  <a:lnTo>
                    <a:pt x="1" y="649"/>
                  </a:lnTo>
                  <a:lnTo>
                    <a:pt x="126" y="691"/>
                  </a:lnTo>
                  <a:lnTo>
                    <a:pt x="315" y="21"/>
                  </a:lnTo>
                  <a:lnTo>
                    <a:pt x="189" y="0"/>
                  </a:lnTo>
                  <a:close/>
                </a:path>
              </a:pathLst>
            </a:custGeom>
            <a:solidFill>
              <a:srgbClr val="4D4D4D"/>
            </a:solidFill>
            <a:ln w="7620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1" name="Google Shape;261;p48"/>
            <p:cNvSpPr/>
            <p:nvPr/>
          </p:nvSpPr>
          <p:spPr>
            <a:xfrm>
              <a:off x="4825075" y="2919813"/>
              <a:ext cx="7875" cy="17300"/>
            </a:xfrm>
            <a:custGeom>
              <a:avLst/>
              <a:gdLst/>
              <a:ahLst/>
              <a:cxnLst/>
              <a:rect l="l" t="t" r="r" b="b"/>
              <a:pathLst>
                <a:path w="315" h="692" extrusionOk="0">
                  <a:moveTo>
                    <a:pt x="189" y="1"/>
                  </a:moveTo>
                  <a:lnTo>
                    <a:pt x="0" y="649"/>
                  </a:lnTo>
                  <a:lnTo>
                    <a:pt x="126" y="691"/>
                  </a:lnTo>
                  <a:lnTo>
                    <a:pt x="314" y="43"/>
                  </a:lnTo>
                  <a:lnTo>
                    <a:pt x="189" y="1"/>
                  </a:lnTo>
                  <a:close/>
                </a:path>
              </a:pathLst>
            </a:custGeom>
            <a:solidFill>
              <a:srgbClr val="4D4D4D"/>
            </a:solidFill>
            <a:ln w="7620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2" name="Google Shape;262;p48"/>
            <p:cNvSpPr/>
            <p:nvPr/>
          </p:nvSpPr>
          <p:spPr>
            <a:xfrm>
              <a:off x="4831875" y="2923488"/>
              <a:ext cx="12575" cy="33500"/>
            </a:xfrm>
            <a:custGeom>
              <a:avLst/>
              <a:gdLst/>
              <a:ahLst/>
              <a:cxnLst/>
              <a:rect l="l" t="t" r="r" b="b"/>
              <a:pathLst>
                <a:path w="503" h="1340" extrusionOk="0">
                  <a:moveTo>
                    <a:pt x="356" y="0"/>
                  </a:moveTo>
                  <a:lnTo>
                    <a:pt x="0" y="1297"/>
                  </a:lnTo>
                  <a:lnTo>
                    <a:pt x="126" y="1339"/>
                  </a:lnTo>
                  <a:lnTo>
                    <a:pt x="502" y="42"/>
                  </a:lnTo>
                  <a:lnTo>
                    <a:pt x="356" y="0"/>
                  </a:lnTo>
                  <a:close/>
                </a:path>
              </a:pathLst>
            </a:custGeom>
            <a:solidFill>
              <a:srgbClr val="4D4D4D"/>
            </a:solidFill>
            <a:ln w="7620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3" name="Google Shape;263;p48"/>
            <p:cNvSpPr/>
            <p:nvPr/>
          </p:nvSpPr>
          <p:spPr>
            <a:xfrm>
              <a:off x="4847050" y="2926613"/>
              <a:ext cx="8375" cy="17300"/>
            </a:xfrm>
            <a:custGeom>
              <a:avLst/>
              <a:gdLst/>
              <a:ahLst/>
              <a:cxnLst/>
              <a:rect l="l" t="t" r="r" b="b"/>
              <a:pathLst>
                <a:path w="335" h="692" extrusionOk="0">
                  <a:moveTo>
                    <a:pt x="188" y="1"/>
                  </a:moveTo>
                  <a:lnTo>
                    <a:pt x="0" y="649"/>
                  </a:lnTo>
                  <a:lnTo>
                    <a:pt x="147" y="691"/>
                  </a:lnTo>
                  <a:lnTo>
                    <a:pt x="335" y="43"/>
                  </a:lnTo>
                  <a:lnTo>
                    <a:pt x="188" y="1"/>
                  </a:lnTo>
                  <a:close/>
                </a:path>
              </a:pathLst>
            </a:custGeom>
            <a:solidFill>
              <a:srgbClr val="4D4D4D"/>
            </a:solidFill>
            <a:ln w="7620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4" name="Google Shape;264;p48"/>
            <p:cNvSpPr/>
            <p:nvPr/>
          </p:nvSpPr>
          <p:spPr>
            <a:xfrm>
              <a:off x="4858550" y="2929763"/>
              <a:ext cx="7875" cy="17275"/>
            </a:xfrm>
            <a:custGeom>
              <a:avLst/>
              <a:gdLst/>
              <a:ahLst/>
              <a:cxnLst/>
              <a:rect l="l" t="t" r="r" b="b"/>
              <a:pathLst>
                <a:path w="315" h="691" extrusionOk="0">
                  <a:moveTo>
                    <a:pt x="189" y="0"/>
                  </a:moveTo>
                  <a:lnTo>
                    <a:pt x="0" y="649"/>
                  </a:lnTo>
                  <a:lnTo>
                    <a:pt x="126" y="691"/>
                  </a:lnTo>
                  <a:lnTo>
                    <a:pt x="314" y="42"/>
                  </a:lnTo>
                  <a:lnTo>
                    <a:pt x="189" y="0"/>
                  </a:lnTo>
                  <a:close/>
                </a:path>
              </a:pathLst>
            </a:custGeom>
            <a:solidFill>
              <a:srgbClr val="4D4D4D"/>
            </a:solidFill>
            <a:ln w="7620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5" name="Google Shape;265;p48"/>
            <p:cNvSpPr/>
            <p:nvPr/>
          </p:nvSpPr>
          <p:spPr>
            <a:xfrm>
              <a:off x="4844950" y="2928713"/>
              <a:ext cx="7875" cy="17275"/>
            </a:xfrm>
            <a:custGeom>
              <a:avLst/>
              <a:gdLst/>
              <a:ahLst/>
              <a:cxnLst/>
              <a:rect l="l" t="t" r="r" b="b"/>
              <a:pathLst>
                <a:path w="315" h="691" extrusionOk="0">
                  <a:moveTo>
                    <a:pt x="189" y="0"/>
                  </a:moveTo>
                  <a:lnTo>
                    <a:pt x="0" y="649"/>
                  </a:lnTo>
                  <a:lnTo>
                    <a:pt x="147" y="691"/>
                  </a:lnTo>
                  <a:lnTo>
                    <a:pt x="314" y="42"/>
                  </a:lnTo>
                  <a:lnTo>
                    <a:pt x="189" y="0"/>
                  </a:lnTo>
                  <a:close/>
                </a:path>
              </a:pathLst>
            </a:custGeom>
            <a:solidFill>
              <a:srgbClr val="4D4D4D"/>
            </a:solidFill>
            <a:ln w="7620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6" name="Google Shape;266;p48"/>
            <p:cNvSpPr/>
            <p:nvPr/>
          </p:nvSpPr>
          <p:spPr>
            <a:xfrm>
              <a:off x="4880525" y="2936038"/>
              <a:ext cx="7875" cy="17275"/>
            </a:xfrm>
            <a:custGeom>
              <a:avLst/>
              <a:gdLst/>
              <a:ahLst/>
              <a:cxnLst/>
              <a:rect l="l" t="t" r="r" b="b"/>
              <a:pathLst>
                <a:path w="315" h="691" extrusionOk="0">
                  <a:moveTo>
                    <a:pt x="189" y="0"/>
                  </a:moveTo>
                  <a:lnTo>
                    <a:pt x="0" y="649"/>
                  </a:lnTo>
                  <a:lnTo>
                    <a:pt x="126" y="691"/>
                  </a:lnTo>
                  <a:lnTo>
                    <a:pt x="314" y="42"/>
                  </a:lnTo>
                  <a:lnTo>
                    <a:pt x="189" y="0"/>
                  </a:lnTo>
                  <a:close/>
                </a:path>
              </a:pathLst>
            </a:custGeom>
            <a:solidFill>
              <a:srgbClr val="4D4D4D"/>
            </a:solidFill>
            <a:ln w="7620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7" name="Google Shape;267;p48"/>
            <p:cNvSpPr/>
            <p:nvPr/>
          </p:nvSpPr>
          <p:spPr>
            <a:xfrm>
              <a:off x="4886800" y="2939163"/>
              <a:ext cx="12575" cy="33525"/>
            </a:xfrm>
            <a:custGeom>
              <a:avLst/>
              <a:gdLst/>
              <a:ahLst/>
              <a:cxnLst/>
              <a:rect l="l" t="t" r="r" b="b"/>
              <a:pathLst>
                <a:path w="503" h="1341" extrusionOk="0">
                  <a:moveTo>
                    <a:pt x="377" y="1"/>
                  </a:moveTo>
                  <a:lnTo>
                    <a:pt x="0" y="1298"/>
                  </a:lnTo>
                  <a:lnTo>
                    <a:pt x="126" y="1340"/>
                  </a:lnTo>
                  <a:lnTo>
                    <a:pt x="502" y="43"/>
                  </a:lnTo>
                  <a:lnTo>
                    <a:pt x="377" y="1"/>
                  </a:lnTo>
                  <a:close/>
                </a:path>
              </a:pathLst>
            </a:custGeom>
            <a:solidFill>
              <a:srgbClr val="4D4D4D"/>
            </a:solidFill>
            <a:ln w="7620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8" name="Google Shape;268;p48"/>
            <p:cNvSpPr/>
            <p:nvPr/>
          </p:nvSpPr>
          <p:spPr>
            <a:xfrm>
              <a:off x="4902500" y="2942838"/>
              <a:ext cx="8375" cy="16750"/>
            </a:xfrm>
            <a:custGeom>
              <a:avLst/>
              <a:gdLst/>
              <a:ahLst/>
              <a:cxnLst/>
              <a:rect l="l" t="t" r="r" b="b"/>
              <a:pathLst>
                <a:path w="335" h="670" extrusionOk="0">
                  <a:moveTo>
                    <a:pt x="188" y="0"/>
                  </a:moveTo>
                  <a:lnTo>
                    <a:pt x="0" y="649"/>
                  </a:lnTo>
                  <a:lnTo>
                    <a:pt x="146" y="670"/>
                  </a:lnTo>
                  <a:lnTo>
                    <a:pt x="335" y="21"/>
                  </a:lnTo>
                  <a:lnTo>
                    <a:pt x="188" y="0"/>
                  </a:lnTo>
                  <a:close/>
                </a:path>
              </a:pathLst>
            </a:custGeom>
            <a:solidFill>
              <a:srgbClr val="4D4D4D"/>
            </a:solidFill>
            <a:ln w="7620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9" name="Google Shape;269;p48"/>
            <p:cNvSpPr/>
            <p:nvPr/>
          </p:nvSpPr>
          <p:spPr>
            <a:xfrm>
              <a:off x="4929700" y="2960088"/>
              <a:ext cx="8375" cy="17300"/>
            </a:xfrm>
            <a:custGeom>
              <a:avLst/>
              <a:gdLst/>
              <a:ahLst/>
              <a:cxnLst/>
              <a:rect l="l" t="t" r="r" b="b"/>
              <a:pathLst>
                <a:path w="335" h="692" extrusionOk="0">
                  <a:moveTo>
                    <a:pt x="188" y="1"/>
                  </a:moveTo>
                  <a:lnTo>
                    <a:pt x="0" y="650"/>
                  </a:lnTo>
                  <a:lnTo>
                    <a:pt x="146" y="691"/>
                  </a:lnTo>
                  <a:lnTo>
                    <a:pt x="335" y="43"/>
                  </a:lnTo>
                  <a:lnTo>
                    <a:pt x="188" y="1"/>
                  </a:lnTo>
                  <a:close/>
                </a:path>
              </a:pathLst>
            </a:custGeom>
            <a:solidFill>
              <a:srgbClr val="4D4D4D"/>
            </a:solidFill>
            <a:ln w="7620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0" name="Google Shape;270;p48"/>
            <p:cNvSpPr/>
            <p:nvPr/>
          </p:nvSpPr>
          <p:spPr>
            <a:xfrm>
              <a:off x="4924975" y="2949113"/>
              <a:ext cx="7875" cy="17275"/>
            </a:xfrm>
            <a:custGeom>
              <a:avLst/>
              <a:gdLst/>
              <a:ahLst/>
              <a:cxnLst/>
              <a:rect l="l" t="t" r="r" b="b"/>
              <a:pathLst>
                <a:path w="315" h="691" extrusionOk="0">
                  <a:moveTo>
                    <a:pt x="189" y="0"/>
                  </a:moveTo>
                  <a:lnTo>
                    <a:pt x="1" y="649"/>
                  </a:lnTo>
                  <a:lnTo>
                    <a:pt x="126" y="691"/>
                  </a:lnTo>
                  <a:lnTo>
                    <a:pt x="315" y="21"/>
                  </a:lnTo>
                  <a:lnTo>
                    <a:pt x="189" y="0"/>
                  </a:lnTo>
                  <a:close/>
                </a:path>
              </a:pathLst>
            </a:custGeom>
            <a:solidFill>
              <a:srgbClr val="4D4D4D"/>
            </a:solidFill>
            <a:ln w="7620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1" name="Google Shape;271;p48"/>
            <p:cNvSpPr/>
            <p:nvPr/>
          </p:nvSpPr>
          <p:spPr>
            <a:xfrm>
              <a:off x="4935975" y="2952263"/>
              <a:ext cx="7850" cy="16750"/>
            </a:xfrm>
            <a:custGeom>
              <a:avLst/>
              <a:gdLst/>
              <a:ahLst/>
              <a:cxnLst/>
              <a:rect l="l" t="t" r="r" b="b"/>
              <a:pathLst>
                <a:path w="314" h="670" extrusionOk="0">
                  <a:moveTo>
                    <a:pt x="188" y="0"/>
                  </a:moveTo>
                  <a:lnTo>
                    <a:pt x="0" y="649"/>
                  </a:lnTo>
                  <a:lnTo>
                    <a:pt x="126" y="670"/>
                  </a:lnTo>
                  <a:lnTo>
                    <a:pt x="314" y="21"/>
                  </a:lnTo>
                  <a:lnTo>
                    <a:pt x="188" y="0"/>
                  </a:lnTo>
                  <a:close/>
                </a:path>
              </a:pathLst>
            </a:custGeom>
            <a:solidFill>
              <a:srgbClr val="4D4D4D"/>
            </a:solidFill>
            <a:ln w="7620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2" name="Google Shape;272;p48"/>
            <p:cNvSpPr/>
            <p:nvPr/>
          </p:nvSpPr>
          <p:spPr>
            <a:xfrm>
              <a:off x="4942775" y="2955388"/>
              <a:ext cx="12575" cy="33500"/>
            </a:xfrm>
            <a:custGeom>
              <a:avLst/>
              <a:gdLst/>
              <a:ahLst/>
              <a:cxnLst/>
              <a:rect l="l" t="t" r="r" b="b"/>
              <a:pathLst>
                <a:path w="503" h="1340" extrusionOk="0">
                  <a:moveTo>
                    <a:pt x="356" y="1"/>
                  </a:moveTo>
                  <a:lnTo>
                    <a:pt x="0" y="1298"/>
                  </a:lnTo>
                  <a:lnTo>
                    <a:pt x="126" y="1340"/>
                  </a:lnTo>
                  <a:lnTo>
                    <a:pt x="502" y="42"/>
                  </a:lnTo>
                  <a:lnTo>
                    <a:pt x="356" y="1"/>
                  </a:lnTo>
                  <a:close/>
                </a:path>
              </a:pathLst>
            </a:custGeom>
            <a:solidFill>
              <a:srgbClr val="4D4D4D"/>
            </a:solidFill>
            <a:ln w="7620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3" name="Google Shape;273;p48"/>
            <p:cNvSpPr/>
            <p:nvPr/>
          </p:nvSpPr>
          <p:spPr>
            <a:xfrm>
              <a:off x="4957925" y="2958538"/>
              <a:ext cx="8400" cy="17275"/>
            </a:xfrm>
            <a:custGeom>
              <a:avLst/>
              <a:gdLst/>
              <a:ahLst/>
              <a:cxnLst/>
              <a:rect l="l" t="t" r="r" b="b"/>
              <a:pathLst>
                <a:path w="336" h="691" extrusionOk="0">
                  <a:moveTo>
                    <a:pt x="189" y="0"/>
                  </a:moveTo>
                  <a:lnTo>
                    <a:pt x="1" y="649"/>
                  </a:lnTo>
                  <a:lnTo>
                    <a:pt x="147" y="691"/>
                  </a:lnTo>
                  <a:lnTo>
                    <a:pt x="336" y="42"/>
                  </a:lnTo>
                  <a:lnTo>
                    <a:pt x="189" y="0"/>
                  </a:lnTo>
                  <a:close/>
                </a:path>
              </a:pathLst>
            </a:custGeom>
            <a:solidFill>
              <a:srgbClr val="4D4D4D"/>
            </a:solidFill>
            <a:ln w="7620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4" name="Google Shape;274;p48"/>
            <p:cNvSpPr/>
            <p:nvPr/>
          </p:nvSpPr>
          <p:spPr>
            <a:xfrm>
              <a:off x="4968925" y="2961138"/>
              <a:ext cx="7875" cy="17300"/>
            </a:xfrm>
            <a:custGeom>
              <a:avLst/>
              <a:gdLst/>
              <a:ahLst/>
              <a:cxnLst/>
              <a:rect l="l" t="t" r="r" b="b"/>
              <a:pathLst>
                <a:path w="315" h="692" extrusionOk="0">
                  <a:moveTo>
                    <a:pt x="189" y="1"/>
                  </a:moveTo>
                  <a:lnTo>
                    <a:pt x="0" y="649"/>
                  </a:lnTo>
                  <a:lnTo>
                    <a:pt x="126" y="691"/>
                  </a:lnTo>
                  <a:lnTo>
                    <a:pt x="314" y="43"/>
                  </a:lnTo>
                  <a:lnTo>
                    <a:pt x="189" y="1"/>
                  </a:lnTo>
                  <a:close/>
                </a:path>
              </a:pathLst>
            </a:custGeom>
            <a:solidFill>
              <a:srgbClr val="4D4D4D"/>
            </a:solidFill>
            <a:ln w="7620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5" name="Google Shape;275;p48"/>
            <p:cNvSpPr/>
            <p:nvPr/>
          </p:nvSpPr>
          <p:spPr>
            <a:xfrm>
              <a:off x="4980425" y="2964813"/>
              <a:ext cx="7875" cy="17275"/>
            </a:xfrm>
            <a:custGeom>
              <a:avLst/>
              <a:gdLst/>
              <a:ahLst/>
              <a:cxnLst/>
              <a:rect l="l" t="t" r="r" b="b"/>
              <a:pathLst>
                <a:path w="315" h="691" extrusionOk="0">
                  <a:moveTo>
                    <a:pt x="189" y="0"/>
                  </a:moveTo>
                  <a:lnTo>
                    <a:pt x="1" y="649"/>
                  </a:lnTo>
                  <a:lnTo>
                    <a:pt x="126" y="691"/>
                  </a:lnTo>
                  <a:lnTo>
                    <a:pt x="314" y="42"/>
                  </a:lnTo>
                  <a:lnTo>
                    <a:pt x="189" y="0"/>
                  </a:lnTo>
                  <a:close/>
                </a:path>
              </a:pathLst>
            </a:custGeom>
            <a:solidFill>
              <a:srgbClr val="4D4D4D"/>
            </a:solidFill>
            <a:ln w="7620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6" name="Google Shape;276;p48"/>
            <p:cNvSpPr/>
            <p:nvPr/>
          </p:nvSpPr>
          <p:spPr>
            <a:xfrm>
              <a:off x="4991425" y="2967938"/>
              <a:ext cx="7850" cy="17300"/>
            </a:xfrm>
            <a:custGeom>
              <a:avLst/>
              <a:gdLst/>
              <a:ahLst/>
              <a:cxnLst/>
              <a:rect l="l" t="t" r="r" b="b"/>
              <a:pathLst>
                <a:path w="314" h="692" extrusionOk="0">
                  <a:moveTo>
                    <a:pt x="188" y="1"/>
                  </a:moveTo>
                  <a:lnTo>
                    <a:pt x="0" y="649"/>
                  </a:lnTo>
                  <a:lnTo>
                    <a:pt x="126" y="691"/>
                  </a:lnTo>
                  <a:lnTo>
                    <a:pt x="314" y="43"/>
                  </a:lnTo>
                  <a:lnTo>
                    <a:pt x="188" y="1"/>
                  </a:lnTo>
                  <a:close/>
                </a:path>
              </a:pathLst>
            </a:custGeom>
            <a:solidFill>
              <a:srgbClr val="4D4D4D"/>
            </a:solidFill>
            <a:ln w="7620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7" name="Google Shape;277;p48"/>
            <p:cNvSpPr/>
            <p:nvPr/>
          </p:nvSpPr>
          <p:spPr>
            <a:xfrm>
              <a:off x="4997700" y="2971088"/>
              <a:ext cx="12575" cy="33500"/>
            </a:xfrm>
            <a:custGeom>
              <a:avLst/>
              <a:gdLst/>
              <a:ahLst/>
              <a:cxnLst/>
              <a:rect l="l" t="t" r="r" b="b"/>
              <a:pathLst>
                <a:path w="503" h="1340" extrusionOk="0">
                  <a:moveTo>
                    <a:pt x="377" y="0"/>
                  </a:moveTo>
                  <a:lnTo>
                    <a:pt x="0" y="1298"/>
                  </a:lnTo>
                  <a:lnTo>
                    <a:pt x="147" y="1339"/>
                  </a:lnTo>
                  <a:lnTo>
                    <a:pt x="502" y="42"/>
                  </a:lnTo>
                  <a:lnTo>
                    <a:pt x="377" y="0"/>
                  </a:lnTo>
                  <a:close/>
                </a:path>
              </a:pathLst>
            </a:custGeom>
            <a:solidFill>
              <a:srgbClr val="4D4D4D"/>
            </a:solidFill>
            <a:ln w="7620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8" name="Google Shape;278;p48"/>
            <p:cNvSpPr/>
            <p:nvPr/>
          </p:nvSpPr>
          <p:spPr>
            <a:xfrm>
              <a:off x="5013375" y="2974213"/>
              <a:ext cx="7875" cy="17300"/>
            </a:xfrm>
            <a:custGeom>
              <a:avLst/>
              <a:gdLst/>
              <a:ahLst/>
              <a:cxnLst/>
              <a:rect l="l" t="t" r="r" b="b"/>
              <a:pathLst>
                <a:path w="315" h="692" extrusionOk="0">
                  <a:moveTo>
                    <a:pt x="189" y="1"/>
                  </a:moveTo>
                  <a:lnTo>
                    <a:pt x="1" y="649"/>
                  </a:lnTo>
                  <a:lnTo>
                    <a:pt x="126" y="691"/>
                  </a:lnTo>
                  <a:lnTo>
                    <a:pt x="315" y="43"/>
                  </a:lnTo>
                  <a:lnTo>
                    <a:pt x="189" y="1"/>
                  </a:lnTo>
                  <a:close/>
                </a:path>
              </a:pathLst>
            </a:custGeom>
            <a:solidFill>
              <a:srgbClr val="4D4D4D"/>
            </a:solidFill>
            <a:ln w="7620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9" name="Google Shape;279;p48"/>
            <p:cNvSpPr/>
            <p:nvPr/>
          </p:nvSpPr>
          <p:spPr>
            <a:xfrm>
              <a:off x="5024375" y="2977363"/>
              <a:ext cx="7875" cy="17275"/>
            </a:xfrm>
            <a:custGeom>
              <a:avLst/>
              <a:gdLst/>
              <a:ahLst/>
              <a:cxnLst/>
              <a:rect l="l" t="t" r="r" b="b"/>
              <a:pathLst>
                <a:path w="315" h="691" extrusionOk="0">
                  <a:moveTo>
                    <a:pt x="189" y="0"/>
                  </a:moveTo>
                  <a:lnTo>
                    <a:pt x="0" y="649"/>
                  </a:lnTo>
                  <a:lnTo>
                    <a:pt x="126" y="691"/>
                  </a:lnTo>
                  <a:lnTo>
                    <a:pt x="314" y="42"/>
                  </a:lnTo>
                  <a:lnTo>
                    <a:pt x="189" y="0"/>
                  </a:lnTo>
                  <a:close/>
                </a:path>
              </a:pathLst>
            </a:custGeom>
            <a:solidFill>
              <a:srgbClr val="4D4D4D"/>
            </a:solidFill>
            <a:ln w="7620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0" name="Google Shape;280;p48"/>
            <p:cNvSpPr/>
            <p:nvPr/>
          </p:nvSpPr>
          <p:spPr>
            <a:xfrm>
              <a:off x="5035875" y="2981013"/>
              <a:ext cx="7875" cy="17300"/>
            </a:xfrm>
            <a:custGeom>
              <a:avLst/>
              <a:gdLst/>
              <a:ahLst/>
              <a:cxnLst/>
              <a:rect l="l" t="t" r="r" b="b"/>
              <a:pathLst>
                <a:path w="315" h="692" extrusionOk="0">
                  <a:moveTo>
                    <a:pt x="189" y="1"/>
                  </a:moveTo>
                  <a:lnTo>
                    <a:pt x="1" y="649"/>
                  </a:lnTo>
                  <a:lnTo>
                    <a:pt x="126" y="691"/>
                  </a:lnTo>
                  <a:lnTo>
                    <a:pt x="314" y="43"/>
                  </a:lnTo>
                  <a:lnTo>
                    <a:pt x="189" y="1"/>
                  </a:lnTo>
                  <a:close/>
                </a:path>
              </a:pathLst>
            </a:custGeom>
            <a:solidFill>
              <a:srgbClr val="4D4D4D"/>
            </a:solidFill>
            <a:ln w="7620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1" name="Google Shape;281;p48"/>
            <p:cNvSpPr/>
            <p:nvPr/>
          </p:nvSpPr>
          <p:spPr>
            <a:xfrm>
              <a:off x="5046850" y="2983638"/>
              <a:ext cx="7875" cy="17275"/>
            </a:xfrm>
            <a:custGeom>
              <a:avLst/>
              <a:gdLst/>
              <a:ahLst/>
              <a:cxnLst/>
              <a:rect l="l" t="t" r="r" b="b"/>
              <a:pathLst>
                <a:path w="315" h="691" extrusionOk="0">
                  <a:moveTo>
                    <a:pt x="189" y="0"/>
                  </a:moveTo>
                  <a:lnTo>
                    <a:pt x="1" y="649"/>
                  </a:lnTo>
                  <a:lnTo>
                    <a:pt x="126" y="691"/>
                  </a:lnTo>
                  <a:lnTo>
                    <a:pt x="315" y="42"/>
                  </a:lnTo>
                  <a:lnTo>
                    <a:pt x="189" y="0"/>
                  </a:lnTo>
                  <a:close/>
                </a:path>
              </a:pathLst>
            </a:custGeom>
            <a:solidFill>
              <a:srgbClr val="4D4D4D"/>
            </a:solidFill>
            <a:ln w="7620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2" name="Google Shape;282;p48"/>
            <p:cNvSpPr/>
            <p:nvPr/>
          </p:nvSpPr>
          <p:spPr>
            <a:xfrm>
              <a:off x="5052625" y="2986763"/>
              <a:ext cx="13100" cy="33525"/>
            </a:xfrm>
            <a:custGeom>
              <a:avLst/>
              <a:gdLst/>
              <a:ahLst/>
              <a:cxnLst/>
              <a:rect l="l" t="t" r="r" b="b"/>
              <a:pathLst>
                <a:path w="524" h="1341" extrusionOk="0">
                  <a:moveTo>
                    <a:pt x="377" y="1"/>
                  </a:moveTo>
                  <a:lnTo>
                    <a:pt x="0" y="1298"/>
                  </a:lnTo>
                  <a:lnTo>
                    <a:pt x="147" y="1340"/>
                  </a:lnTo>
                  <a:lnTo>
                    <a:pt x="523" y="43"/>
                  </a:lnTo>
                  <a:lnTo>
                    <a:pt x="377" y="1"/>
                  </a:lnTo>
                  <a:close/>
                </a:path>
              </a:pathLst>
            </a:custGeom>
            <a:solidFill>
              <a:srgbClr val="4D4D4D"/>
            </a:solidFill>
            <a:ln w="7620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3" name="Google Shape;283;p48"/>
            <p:cNvSpPr/>
            <p:nvPr/>
          </p:nvSpPr>
          <p:spPr>
            <a:xfrm>
              <a:off x="5068825" y="2990438"/>
              <a:ext cx="8400" cy="17275"/>
            </a:xfrm>
            <a:custGeom>
              <a:avLst/>
              <a:gdLst/>
              <a:ahLst/>
              <a:cxnLst/>
              <a:rect l="l" t="t" r="r" b="b"/>
              <a:pathLst>
                <a:path w="336" h="691" extrusionOk="0">
                  <a:moveTo>
                    <a:pt x="189" y="0"/>
                  </a:moveTo>
                  <a:lnTo>
                    <a:pt x="1" y="649"/>
                  </a:lnTo>
                  <a:lnTo>
                    <a:pt x="147" y="691"/>
                  </a:lnTo>
                  <a:lnTo>
                    <a:pt x="335" y="42"/>
                  </a:lnTo>
                  <a:lnTo>
                    <a:pt x="189" y="0"/>
                  </a:lnTo>
                  <a:close/>
                </a:path>
              </a:pathLst>
            </a:custGeom>
            <a:solidFill>
              <a:srgbClr val="4D4D4D"/>
            </a:solidFill>
            <a:ln w="7620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4" name="Google Shape;284;p48"/>
            <p:cNvSpPr/>
            <p:nvPr/>
          </p:nvSpPr>
          <p:spPr>
            <a:xfrm>
              <a:off x="5079825" y="2993563"/>
              <a:ext cx="7850" cy="16775"/>
            </a:xfrm>
            <a:custGeom>
              <a:avLst/>
              <a:gdLst/>
              <a:ahLst/>
              <a:cxnLst/>
              <a:rect l="l" t="t" r="r" b="b"/>
              <a:pathLst>
                <a:path w="314" h="671" extrusionOk="0">
                  <a:moveTo>
                    <a:pt x="188" y="1"/>
                  </a:moveTo>
                  <a:lnTo>
                    <a:pt x="0" y="650"/>
                  </a:lnTo>
                  <a:lnTo>
                    <a:pt x="126" y="671"/>
                  </a:lnTo>
                  <a:lnTo>
                    <a:pt x="314" y="22"/>
                  </a:lnTo>
                  <a:lnTo>
                    <a:pt x="188" y="1"/>
                  </a:lnTo>
                  <a:close/>
                </a:path>
              </a:pathLst>
            </a:custGeom>
            <a:solidFill>
              <a:srgbClr val="4D4D4D"/>
            </a:solidFill>
            <a:ln w="7620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5" name="Google Shape;285;p48"/>
            <p:cNvSpPr/>
            <p:nvPr/>
          </p:nvSpPr>
          <p:spPr>
            <a:xfrm>
              <a:off x="5090800" y="2996188"/>
              <a:ext cx="7875" cy="17300"/>
            </a:xfrm>
            <a:custGeom>
              <a:avLst/>
              <a:gdLst/>
              <a:ahLst/>
              <a:cxnLst/>
              <a:rect l="l" t="t" r="r" b="b"/>
              <a:pathLst>
                <a:path w="315" h="692" extrusionOk="0">
                  <a:moveTo>
                    <a:pt x="189" y="1"/>
                  </a:moveTo>
                  <a:lnTo>
                    <a:pt x="1" y="649"/>
                  </a:lnTo>
                  <a:lnTo>
                    <a:pt x="126" y="691"/>
                  </a:lnTo>
                  <a:lnTo>
                    <a:pt x="314" y="42"/>
                  </a:lnTo>
                  <a:lnTo>
                    <a:pt x="189" y="1"/>
                  </a:lnTo>
                  <a:close/>
                </a:path>
              </a:pathLst>
            </a:custGeom>
            <a:solidFill>
              <a:srgbClr val="4D4D4D"/>
            </a:solidFill>
            <a:ln w="7620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6" name="Google Shape;286;p48"/>
            <p:cNvSpPr/>
            <p:nvPr/>
          </p:nvSpPr>
          <p:spPr>
            <a:xfrm>
              <a:off x="5102300" y="2999863"/>
              <a:ext cx="7875" cy="17275"/>
            </a:xfrm>
            <a:custGeom>
              <a:avLst/>
              <a:gdLst/>
              <a:ahLst/>
              <a:cxnLst/>
              <a:rect l="l" t="t" r="r" b="b"/>
              <a:pathLst>
                <a:path w="315" h="691" extrusionOk="0">
                  <a:moveTo>
                    <a:pt x="168" y="0"/>
                  </a:moveTo>
                  <a:lnTo>
                    <a:pt x="1" y="649"/>
                  </a:lnTo>
                  <a:lnTo>
                    <a:pt x="126" y="691"/>
                  </a:lnTo>
                  <a:lnTo>
                    <a:pt x="315" y="42"/>
                  </a:lnTo>
                  <a:lnTo>
                    <a:pt x="168" y="0"/>
                  </a:lnTo>
                  <a:close/>
                </a:path>
              </a:pathLst>
            </a:custGeom>
            <a:solidFill>
              <a:srgbClr val="4D4D4D"/>
            </a:solidFill>
            <a:ln w="7620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7" name="Google Shape;287;p48"/>
            <p:cNvSpPr/>
            <p:nvPr/>
          </p:nvSpPr>
          <p:spPr>
            <a:xfrm>
              <a:off x="5108575" y="3002988"/>
              <a:ext cx="12600" cy="32975"/>
            </a:xfrm>
            <a:custGeom>
              <a:avLst/>
              <a:gdLst/>
              <a:ahLst/>
              <a:cxnLst/>
              <a:rect l="l" t="t" r="r" b="b"/>
              <a:pathLst>
                <a:path w="504" h="1319" extrusionOk="0">
                  <a:moveTo>
                    <a:pt x="378" y="1"/>
                  </a:moveTo>
                  <a:lnTo>
                    <a:pt x="1" y="1298"/>
                  </a:lnTo>
                  <a:lnTo>
                    <a:pt x="126" y="1319"/>
                  </a:lnTo>
                  <a:lnTo>
                    <a:pt x="503" y="22"/>
                  </a:lnTo>
                  <a:lnTo>
                    <a:pt x="378" y="1"/>
                  </a:lnTo>
                  <a:close/>
                </a:path>
              </a:pathLst>
            </a:custGeom>
            <a:solidFill>
              <a:srgbClr val="4D4D4D"/>
            </a:solidFill>
            <a:ln w="7620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8" name="Google Shape;288;p48"/>
            <p:cNvSpPr/>
            <p:nvPr/>
          </p:nvSpPr>
          <p:spPr>
            <a:xfrm>
              <a:off x="5123750" y="3005613"/>
              <a:ext cx="8400" cy="17275"/>
            </a:xfrm>
            <a:custGeom>
              <a:avLst/>
              <a:gdLst/>
              <a:ahLst/>
              <a:cxnLst/>
              <a:rect l="l" t="t" r="r" b="b"/>
              <a:pathLst>
                <a:path w="336" h="691" extrusionOk="0">
                  <a:moveTo>
                    <a:pt x="189" y="0"/>
                  </a:moveTo>
                  <a:lnTo>
                    <a:pt x="1" y="649"/>
                  </a:lnTo>
                  <a:lnTo>
                    <a:pt x="147" y="691"/>
                  </a:lnTo>
                  <a:lnTo>
                    <a:pt x="335" y="42"/>
                  </a:lnTo>
                  <a:lnTo>
                    <a:pt x="189" y="0"/>
                  </a:lnTo>
                  <a:close/>
                </a:path>
              </a:pathLst>
            </a:custGeom>
            <a:solidFill>
              <a:srgbClr val="4D4D4D"/>
            </a:solidFill>
            <a:ln w="7620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9" name="Google Shape;289;p48"/>
            <p:cNvSpPr/>
            <p:nvPr/>
          </p:nvSpPr>
          <p:spPr>
            <a:xfrm>
              <a:off x="5135275" y="3009263"/>
              <a:ext cx="7850" cy="17300"/>
            </a:xfrm>
            <a:custGeom>
              <a:avLst/>
              <a:gdLst/>
              <a:ahLst/>
              <a:cxnLst/>
              <a:rect l="l" t="t" r="r" b="b"/>
              <a:pathLst>
                <a:path w="314" h="692" extrusionOk="0">
                  <a:moveTo>
                    <a:pt x="188" y="1"/>
                  </a:moveTo>
                  <a:lnTo>
                    <a:pt x="0" y="649"/>
                  </a:lnTo>
                  <a:lnTo>
                    <a:pt x="126" y="691"/>
                  </a:lnTo>
                  <a:lnTo>
                    <a:pt x="314" y="43"/>
                  </a:lnTo>
                  <a:lnTo>
                    <a:pt x="188" y="1"/>
                  </a:lnTo>
                  <a:close/>
                </a:path>
              </a:pathLst>
            </a:custGeom>
            <a:solidFill>
              <a:srgbClr val="4D4D4D"/>
            </a:solidFill>
            <a:ln w="7620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0" name="Google Shape;290;p48"/>
            <p:cNvSpPr/>
            <p:nvPr/>
          </p:nvSpPr>
          <p:spPr>
            <a:xfrm>
              <a:off x="5146250" y="3012413"/>
              <a:ext cx="7875" cy="17275"/>
            </a:xfrm>
            <a:custGeom>
              <a:avLst/>
              <a:gdLst/>
              <a:ahLst/>
              <a:cxnLst/>
              <a:rect l="l" t="t" r="r" b="b"/>
              <a:pathLst>
                <a:path w="315" h="691" extrusionOk="0">
                  <a:moveTo>
                    <a:pt x="189" y="0"/>
                  </a:moveTo>
                  <a:lnTo>
                    <a:pt x="0" y="649"/>
                  </a:lnTo>
                  <a:lnTo>
                    <a:pt x="126" y="691"/>
                  </a:lnTo>
                  <a:lnTo>
                    <a:pt x="314" y="42"/>
                  </a:lnTo>
                  <a:lnTo>
                    <a:pt x="189" y="0"/>
                  </a:lnTo>
                  <a:close/>
                </a:path>
              </a:pathLst>
            </a:custGeom>
            <a:solidFill>
              <a:srgbClr val="4D4D4D"/>
            </a:solidFill>
            <a:ln w="7620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1" name="Google Shape;291;p48"/>
            <p:cNvSpPr/>
            <p:nvPr/>
          </p:nvSpPr>
          <p:spPr>
            <a:xfrm>
              <a:off x="5157225" y="3015538"/>
              <a:ext cx="7875" cy="16775"/>
            </a:xfrm>
            <a:custGeom>
              <a:avLst/>
              <a:gdLst/>
              <a:ahLst/>
              <a:cxnLst/>
              <a:rect l="l" t="t" r="r" b="b"/>
              <a:pathLst>
                <a:path w="315" h="671" extrusionOk="0">
                  <a:moveTo>
                    <a:pt x="189" y="1"/>
                  </a:moveTo>
                  <a:lnTo>
                    <a:pt x="1" y="649"/>
                  </a:lnTo>
                  <a:lnTo>
                    <a:pt x="126" y="670"/>
                  </a:lnTo>
                  <a:lnTo>
                    <a:pt x="315" y="22"/>
                  </a:lnTo>
                  <a:lnTo>
                    <a:pt x="189" y="1"/>
                  </a:lnTo>
                  <a:close/>
                </a:path>
              </a:pathLst>
            </a:custGeom>
            <a:solidFill>
              <a:srgbClr val="4D4D4D"/>
            </a:solidFill>
            <a:ln w="7620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2" name="Google Shape;292;p48"/>
            <p:cNvSpPr/>
            <p:nvPr/>
          </p:nvSpPr>
          <p:spPr>
            <a:xfrm>
              <a:off x="5164025" y="3018688"/>
              <a:ext cx="12575" cy="33500"/>
            </a:xfrm>
            <a:custGeom>
              <a:avLst/>
              <a:gdLst/>
              <a:ahLst/>
              <a:cxnLst/>
              <a:rect l="l" t="t" r="r" b="b"/>
              <a:pathLst>
                <a:path w="503" h="1340" extrusionOk="0">
                  <a:moveTo>
                    <a:pt x="377" y="0"/>
                  </a:moveTo>
                  <a:lnTo>
                    <a:pt x="1" y="1319"/>
                  </a:lnTo>
                  <a:lnTo>
                    <a:pt x="126" y="1339"/>
                  </a:lnTo>
                  <a:lnTo>
                    <a:pt x="503" y="42"/>
                  </a:lnTo>
                  <a:lnTo>
                    <a:pt x="377" y="0"/>
                  </a:lnTo>
                  <a:close/>
                </a:path>
              </a:pathLst>
            </a:custGeom>
            <a:solidFill>
              <a:srgbClr val="4D4D4D"/>
            </a:solidFill>
            <a:ln w="7620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3" name="Google Shape;293;p48"/>
            <p:cNvSpPr/>
            <p:nvPr/>
          </p:nvSpPr>
          <p:spPr>
            <a:xfrm>
              <a:off x="5179200" y="3021813"/>
              <a:ext cx="8400" cy="17300"/>
            </a:xfrm>
            <a:custGeom>
              <a:avLst/>
              <a:gdLst/>
              <a:ahLst/>
              <a:cxnLst/>
              <a:rect l="l" t="t" r="r" b="b"/>
              <a:pathLst>
                <a:path w="336" h="692" extrusionOk="0">
                  <a:moveTo>
                    <a:pt x="189" y="1"/>
                  </a:moveTo>
                  <a:lnTo>
                    <a:pt x="1" y="650"/>
                  </a:lnTo>
                  <a:lnTo>
                    <a:pt x="147" y="691"/>
                  </a:lnTo>
                  <a:lnTo>
                    <a:pt x="335" y="43"/>
                  </a:lnTo>
                  <a:lnTo>
                    <a:pt x="189" y="1"/>
                  </a:lnTo>
                  <a:close/>
                </a:path>
              </a:pathLst>
            </a:custGeom>
            <a:solidFill>
              <a:srgbClr val="4D4D4D"/>
            </a:solidFill>
            <a:ln w="7620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4" name="Google Shape;294;p48"/>
            <p:cNvSpPr/>
            <p:nvPr/>
          </p:nvSpPr>
          <p:spPr>
            <a:xfrm>
              <a:off x="5190700" y="3024963"/>
              <a:ext cx="7875" cy="17275"/>
            </a:xfrm>
            <a:custGeom>
              <a:avLst/>
              <a:gdLst/>
              <a:ahLst/>
              <a:cxnLst/>
              <a:rect l="l" t="t" r="r" b="b"/>
              <a:pathLst>
                <a:path w="315" h="691" extrusionOk="0">
                  <a:moveTo>
                    <a:pt x="189" y="0"/>
                  </a:moveTo>
                  <a:lnTo>
                    <a:pt x="1" y="649"/>
                  </a:lnTo>
                  <a:lnTo>
                    <a:pt x="126" y="691"/>
                  </a:lnTo>
                  <a:lnTo>
                    <a:pt x="315" y="42"/>
                  </a:lnTo>
                  <a:lnTo>
                    <a:pt x="189" y="0"/>
                  </a:lnTo>
                  <a:close/>
                </a:path>
              </a:pathLst>
            </a:custGeom>
            <a:solidFill>
              <a:srgbClr val="4D4D4D"/>
            </a:solidFill>
            <a:ln w="7620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5" name="Google Shape;295;p48"/>
            <p:cNvSpPr/>
            <p:nvPr/>
          </p:nvSpPr>
          <p:spPr>
            <a:xfrm>
              <a:off x="4514875" y="2959563"/>
              <a:ext cx="613600" cy="522600"/>
            </a:xfrm>
            <a:custGeom>
              <a:avLst/>
              <a:gdLst/>
              <a:ahLst/>
              <a:cxnLst/>
              <a:rect l="l" t="t" r="r" b="b"/>
              <a:pathLst>
                <a:path w="24544" h="20904" extrusionOk="0">
                  <a:moveTo>
                    <a:pt x="16237" y="4709"/>
                  </a:moveTo>
                  <a:lnTo>
                    <a:pt x="5629" y="15338"/>
                  </a:lnTo>
                  <a:lnTo>
                    <a:pt x="3746" y="7826"/>
                  </a:lnTo>
                  <a:lnTo>
                    <a:pt x="16237" y="4709"/>
                  </a:lnTo>
                  <a:close/>
                  <a:moveTo>
                    <a:pt x="24544" y="1"/>
                  </a:moveTo>
                  <a:lnTo>
                    <a:pt x="1" y="6153"/>
                  </a:lnTo>
                  <a:lnTo>
                    <a:pt x="3683" y="20904"/>
                  </a:lnTo>
                  <a:lnTo>
                    <a:pt x="24544" y="1"/>
                  </a:lnTo>
                  <a:close/>
                </a:path>
              </a:pathLst>
            </a:custGeom>
            <a:solidFill>
              <a:srgbClr val="BFEFE5"/>
            </a:solidFill>
            <a:ln w="7620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6" name="Google Shape;296;p48"/>
            <p:cNvSpPr/>
            <p:nvPr/>
          </p:nvSpPr>
          <p:spPr>
            <a:xfrm>
              <a:off x="4592300" y="2960088"/>
              <a:ext cx="536175" cy="522075"/>
            </a:xfrm>
            <a:custGeom>
              <a:avLst/>
              <a:gdLst/>
              <a:ahLst/>
              <a:cxnLst/>
              <a:rect l="l" t="t" r="r" b="b"/>
              <a:pathLst>
                <a:path w="21447" h="20883" extrusionOk="0">
                  <a:moveTo>
                    <a:pt x="21447" y="1"/>
                  </a:moveTo>
                  <a:lnTo>
                    <a:pt x="17534" y="963"/>
                  </a:lnTo>
                  <a:lnTo>
                    <a:pt x="0" y="18518"/>
                  </a:lnTo>
                  <a:lnTo>
                    <a:pt x="586" y="20883"/>
                  </a:lnTo>
                  <a:lnTo>
                    <a:pt x="21447" y="1"/>
                  </a:lnTo>
                  <a:close/>
                </a:path>
              </a:pathLst>
            </a:custGeom>
            <a:solidFill>
              <a:srgbClr val="BFEFE5"/>
            </a:solidFill>
            <a:ln w="7620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7" name="Google Shape;297;p48"/>
            <p:cNvSpPr/>
            <p:nvPr/>
          </p:nvSpPr>
          <p:spPr>
            <a:xfrm>
              <a:off x="4600150" y="2960088"/>
              <a:ext cx="528325" cy="522075"/>
            </a:xfrm>
            <a:custGeom>
              <a:avLst/>
              <a:gdLst/>
              <a:ahLst/>
              <a:cxnLst/>
              <a:rect l="l" t="t" r="r" b="b"/>
              <a:pathLst>
                <a:path w="21133" h="20883" extrusionOk="0">
                  <a:moveTo>
                    <a:pt x="21133" y="1"/>
                  </a:moveTo>
                  <a:lnTo>
                    <a:pt x="19375" y="440"/>
                  </a:lnTo>
                  <a:lnTo>
                    <a:pt x="0" y="19795"/>
                  </a:lnTo>
                  <a:lnTo>
                    <a:pt x="272" y="20883"/>
                  </a:lnTo>
                  <a:lnTo>
                    <a:pt x="21133" y="1"/>
                  </a:lnTo>
                  <a:close/>
                </a:path>
              </a:pathLst>
            </a:custGeom>
            <a:solidFill>
              <a:srgbClr val="BFEFE5"/>
            </a:solidFill>
            <a:ln w="7620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8" name="Google Shape;298;p48"/>
            <p:cNvSpPr/>
            <p:nvPr/>
          </p:nvSpPr>
          <p:spPr>
            <a:xfrm>
              <a:off x="4531100" y="3108663"/>
              <a:ext cx="8375" cy="24075"/>
            </a:xfrm>
            <a:custGeom>
              <a:avLst/>
              <a:gdLst/>
              <a:ahLst/>
              <a:cxnLst/>
              <a:rect l="l" t="t" r="r" b="b"/>
              <a:pathLst>
                <a:path w="335" h="963" extrusionOk="0">
                  <a:moveTo>
                    <a:pt x="105" y="0"/>
                  </a:moveTo>
                  <a:lnTo>
                    <a:pt x="0" y="21"/>
                  </a:lnTo>
                  <a:lnTo>
                    <a:pt x="230" y="963"/>
                  </a:lnTo>
                  <a:lnTo>
                    <a:pt x="335" y="942"/>
                  </a:lnTo>
                  <a:lnTo>
                    <a:pt x="105" y="0"/>
                  </a:lnTo>
                  <a:close/>
                </a:path>
              </a:pathLst>
            </a:custGeom>
            <a:solidFill>
              <a:srgbClr val="666666"/>
            </a:solidFill>
            <a:ln w="7620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9" name="Google Shape;299;p48"/>
            <p:cNvSpPr/>
            <p:nvPr/>
          </p:nvSpPr>
          <p:spPr>
            <a:xfrm>
              <a:off x="4541550" y="3106038"/>
              <a:ext cx="5775" cy="12050"/>
            </a:xfrm>
            <a:custGeom>
              <a:avLst/>
              <a:gdLst/>
              <a:ahLst/>
              <a:cxnLst/>
              <a:rect l="l" t="t" r="r" b="b"/>
              <a:pathLst>
                <a:path w="231" h="482" extrusionOk="0">
                  <a:moveTo>
                    <a:pt x="126" y="1"/>
                  </a:moveTo>
                  <a:lnTo>
                    <a:pt x="1" y="21"/>
                  </a:lnTo>
                  <a:lnTo>
                    <a:pt x="126" y="482"/>
                  </a:lnTo>
                  <a:lnTo>
                    <a:pt x="231" y="461"/>
                  </a:lnTo>
                  <a:lnTo>
                    <a:pt x="126" y="1"/>
                  </a:lnTo>
                  <a:close/>
                </a:path>
              </a:pathLst>
            </a:custGeom>
            <a:solidFill>
              <a:srgbClr val="666666"/>
            </a:solidFill>
            <a:ln w="7620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0" name="Google Shape;300;p48"/>
            <p:cNvSpPr/>
            <p:nvPr/>
          </p:nvSpPr>
          <p:spPr>
            <a:xfrm>
              <a:off x="4551500" y="3103413"/>
              <a:ext cx="5775" cy="12600"/>
            </a:xfrm>
            <a:custGeom>
              <a:avLst/>
              <a:gdLst/>
              <a:ahLst/>
              <a:cxnLst/>
              <a:rect l="l" t="t" r="r" b="b"/>
              <a:pathLst>
                <a:path w="231" h="504" extrusionOk="0">
                  <a:moveTo>
                    <a:pt x="126" y="1"/>
                  </a:moveTo>
                  <a:lnTo>
                    <a:pt x="0" y="22"/>
                  </a:lnTo>
                  <a:lnTo>
                    <a:pt x="126" y="503"/>
                  </a:lnTo>
                  <a:lnTo>
                    <a:pt x="230" y="461"/>
                  </a:lnTo>
                  <a:lnTo>
                    <a:pt x="126" y="1"/>
                  </a:lnTo>
                  <a:close/>
                </a:path>
              </a:pathLst>
            </a:custGeom>
            <a:solidFill>
              <a:srgbClr val="666666"/>
            </a:solidFill>
            <a:ln w="7620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1" name="Google Shape;301;p48"/>
            <p:cNvSpPr/>
            <p:nvPr/>
          </p:nvSpPr>
          <p:spPr>
            <a:xfrm>
              <a:off x="4561425" y="3100813"/>
              <a:ext cx="5775" cy="12575"/>
            </a:xfrm>
            <a:custGeom>
              <a:avLst/>
              <a:gdLst/>
              <a:ahLst/>
              <a:cxnLst/>
              <a:rect l="l" t="t" r="r" b="b"/>
              <a:pathLst>
                <a:path w="231" h="503" extrusionOk="0">
                  <a:moveTo>
                    <a:pt x="126" y="0"/>
                  </a:moveTo>
                  <a:lnTo>
                    <a:pt x="1" y="21"/>
                  </a:lnTo>
                  <a:lnTo>
                    <a:pt x="126" y="503"/>
                  </a:lnTo>
                  <a:lnTo>
                    <a:pt x="231" y="461"/>
                  </a:lnTo>
                  <a:lnTo>
                    <a:pt x="126" y="0"/>
                  </a:lnTo>
                  <a:close/>
                </a:path>
              </a:pathLst>
            </a:custGeom>
            <a:solidFill>
              <a:srgbClr val="666666"/>
            </a:solidFill>
            <a:ln w="7620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2" name="Google Shape;302;p48"/>
            <p:cNvSpPr/>
            <p:nvPr/>
          </p:nvSpPr>
          <p:spPr>
            <a:xfrm>
              <a:off x="4571375" y="3098188"/>
              <a:ext cx="5775" cy="12575"/>
            </a:xfrm>
            <a:custGeom>
              <a:avLst/>
              <a:gdLst/>
              <a:ahLst/>
              <a:cxnLst/>
              <a:rect l="l" t="t" r="r" b="b"/>
              <a:pathLst>
                <a:path w="231" h="503" extrusionOk="0">
                  <a:moveTo>
                    <a:pt x="126" y="1"/>
                  </a:moveTo>
                  <a:lnTo>
                    <a:pt x="0" y="22"/>
                  </a:lnTo>
                  <a:lnTo>
                    <a:pt x="126" y="503"/>
                  </a:lnTo>
                  <a:lnTo>
                    <a:pt x="231" y="461"/>
                  </a:lnTo>
                  <a:lnTo>
                    <a:pt x="126" y="1"/>
                  </a:lnTo>
                  <a:close/>
                </a:path>
              </a:pathLst>
            </a:custGeom>
            <a:solidFill>
              <a:srgbClr val="666666"/>
            </a:solidFill>
            <a:ln w="7620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3" name="Google Shape;303;p48"/>
            <p:cNvSpPr/>
            <p:nvPr/>
          </p:nvSpPr>
          <p:spPr>
            <a:xfrm>
              <a:off x="4581825" y="3095588"/>
              <a:ext cx="8925" cy="24075"/>
            </a:xfrm>
            <a:custGeom>
              <a:avLst/>
              <a:gdLst/>
              <a:ahLst/>
              <a:cxnLst/>
              <a:rect l="l" t="t" r="r" b="b"/>
              <a:pathLst>
                <a:path w="357" h="963" extrusionOk="0">
                  <a:moveTo>
                    <a:pt x="126" y="0"/>
                  </a:moveTo>
                  <a:lnTo>
                    <a:pt x="1" y="21"/>
                  </a:lnTo>
                  <a:lnTo>
                    <a:pt x="252" y="963"/>
                  </a:lnTo>
                  <a:lnTo>
                    <a:pt x="357" y="942"/>
                  </a:lnTo>
                  <a:lnTo>
                    <a:pt x="126" y="0"/>
                  </a:lnTo>
                  <a:close/>
                </a:path>
              </a:pathLst>
            </a:custGeom>
            <a:solidFill>
              <a:srgbClr val="666666"/>
            </a:solidFill>
            <a:ln w="7620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4" name="Google Shape;304;p48"/>
            <p:cNvSpPr/>
            <p:nvPr/>
          </p:nvSpPr>
          <p:spPr>
            <a:xfrm>
              <a:off x="4592825" y="3092963"/>
              <a:ext cx="5775" cy="12575"/>
            </a:xfrm>
            <a:custGeom>
              <a:avLst/>
              <a:gdLst/>
              <a:ahLst/>
              <a:cxnLst/>
              <a:rect l="l" t="t" r="r" b="b"/>
              <a:pathLst>
                <a:path w="231" h="503" extrusionOk="0">
                  <a:moveTo>
                    <a:pt x="105" y="0"/>
                  </a:moveTo>
                  <a:lnTo>
                    <a:pt x="0" y="21"/>
                  </a:lnTo>
                  <a:lnTo>
                    <a:pt x="105" y="503"/>
                  </a:lnTo>
                  <a:lnTo>
                    <a:pt x="230" y="461"/>
                  </a:lnTo>
                  <a:lnTo>
                    <a:pt x="105" y="0"/>
                  </a:lnTo>
                  <a:close/>
                </a:path>
              </a:pathLst>
            </a:custGeom>
            <a:solidFill>
              <a:srgbClr val="666666"/>
            </a:solidFill>
            <a:ln w="7620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5" name="Google Shape;305;p48"/>
            <p:cNvSpPr/>
            <p:nvPr/>
          </p:nvSpPr>
          <p:spPr>
            <a:xfrm>
              <a:off x="4602750" y="3090863"/>
              <a:ext cx="5775" cy="12075"/>
            </a:xfrm>
            <a:custGeom>
              <a:avLst/>
              <a:gdLst/>
              <a:ahLst/>
              <a:cxnLst/>
              <a:rect l="l" t="t" r="r" b="b"/>
              <a:pathLst>
                <a:path w="231" h="483" extrusionOk="0">
                  <a:moveTo>
                    <a:pt x="105" y="1"/>
                  </a:moveTo>
                  <a:lnTo>
                    <a:pt x="1" y="22"/>
                  </a:lnTo>
                  <a:lnTo>
                    <a:pt x="105" y="482"/>
                  </a:lnTo>
                  <a:lnTo>
                    <a:pt x="231" y="461"/>
                  </a:lnTo>
                  <a:lnTo>
                    <a:pt x="105" y="1"/>
                  </a:lnTo>
                  <a:close/>
                </a:path>
              </a:pathLst>
            </a:custGeom>
            <a:solidFill>
              <a:srgbClr val="666666"/>
            </a:solidFill>
            <a:ln w="7620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6" name="Google Shape;306;p48"/>
            <p:cNvSpPr/>
            <p:nvPr/>
          </p:nvSpPr>
          <p:spPr>
            <a:xfrm>
              <a:off x="4612700" y="3087738"/>
              <a:ext cx="5775" cy="12575"/>
            </a:xfrm>
            <a:custGeom>
              <a:avLst/>
              <a:gdLst/>
              <a:ahLst/>
              <a:cxnLst/>
              <a:rect l="l" t="t" r="r" b="b"/>
              <a:pathLst>
                <a:path w="231" h="503" extrusionOk="0">
                  <a:moveTo>
                    <a:pt x="105" y="0"/>
                  </a:moveTo>
                  <a:lnTo>
                    <a:pt x="0" y="42"/>
                  </a:lnTo>
                  <a:lnTo>
                    <a:pt x="105" y="502"/>
                  </a:lnTo>
                  <a:lnTo>
                    <a:pt x="230" y="481"/>
                  </a:lnTo>
                  <a:lnTo>
                    <a:pt x="105" y="0"/>
                  </a:lnTo>
                  <a:close/>
                </a:path>
              </a:pathLst>
            </a:custGeom>
            <a:solidFill>
              <a:srgbClr val="666666"/>
            </a:solidFill>
            <a:ln w="7620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7" name="Google Shape;307;p48"/>
            <p:cNvSpPr/>
            <p:nvPr/>
          </p:nvSpPr>
          <p:spPr>
            <a:xfrm>
              <a:off x="4622100" y="3085638"/>
              <a:ext cx="6325" cy="12575"/>
            </a:xfrm>
            <a:custGeom>
              <a:avLst/>
              <a:gdLst/>
              <a:ahLst/>
              <a:cxnLst/>
              <a:rect l="l" t="t" r="r" b="b"/>
              <a:pathLst>
                <a:path w="253" h="503" extrusionOk="0">
                  <a:moveTo>
                    <a:pt x="126" y="1"/>
                  </a:moveTo>
                  <a:lnTo>
                    <a:pt x="1" y="21"/>
                  </a:lnTo>
                  <a:lnTo>
                    <a:pt x="126" y="503"/>
                  </a:lnTo>
                  <a:lnTo>
                    <a:pt x="252" y="482"/>
                  </a:lnTo>
                  <a:lnTo>
                    <a:pt x="126" y="1"/>
                  </a:lnTo>
                  <a:close/>
                </a:path>
              </a:pathLst>
            </a:custGeom>
            <a:solidFill>
              <a:srgbClr val="666666"/>
            </a:solidFill>
            <a:ln w="7620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8" name="Google Shape;308;p48"/>
            <p:cNvSpPr/>
            <p:nvPr/>
          </p:nvSpPr>
          <p:spPr>
            <a:xfrm>
              <a:off x="4633100" y="3083013"/>
              <a:ext cx="8925" cy="24625"/>
            </a:xfrm>
            <a:custGeom>
              <a:avLst/>
              <a:gdLst/>
              <a:ahLst/>
              <a:cxnLst/>
              <a:rect l="l" t="t" r="r" b="b"/>
              <a:pathLst>
                <a:path w="357" h="985" extrusionOk="0">
                  <a:moveTo>
                    <a:pt x="105" y="1"/>
                  </a:moveTo>
                  <a:lnTo>
                    <a:pt x="0" y="43"/>
                  </a:lnTo>
                  <a:lnTo>
                    <a:pt x="231" y="984"/>
                  </a:lnTo>
                  <a:lnTo>
                    <a:pt x="356" y="942"/>
                  </a:lnTo>
                  <a:lnTo>
                    <a:pt x="105" y="1"/>
                  </a:lnTo>
                  <a:close/>
                </a:path>
              </a:pathLst>
            </a:custGeom>
            <a:solidFill>
              <a:srgbClr val="666666"/>
            </a:solidFill>
            <a:ln w="7620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9" name="Google Shape;309;p48"/>
            <p:cNvSpPr/>
            <p:nvPr/>
          </p:nvSpPr>
          <p:spPr>
            <a:xfrm>
              <a:off x="4643550" y="3079888"/>
              <a:ext cx="6300" cy="12575"/>
            </a:xfrm>
            <a:custGeom>
              <a:avLst/>
              <a:gdLst/>
              <a:ahLst/>
              <a:cxnLst/>
              <a:rect l="l" t="t" r="r" b="b"/>
              <a:pathLst>
                <a:path w="252" h="503" extrusionOk="0">
                  <a:moveTo>
                    <a:pt x="126" y="0"/>
                  </a:moveTo>
                  <a:lnTo>
                    <a:pt x="1" y="42"/>
                  </a:lnTo>
                  <a:lnTo>
                    <a:pt x="126" y="503"/>
                  </a:lnTo>
                  <a:lnTo>
                    <a:pt x="252" y="482"/>
                  </a:lnTo>
                  <a:lnTo>
                    <a:pt x="126" y="0"/>
                  </a:lnTo>
                  <a:close/>
                </a:path>
              </a:pathLst>
            </a:custGeom>
            <a:solidFill>
              <a:srgbClr val="666666"/>
            </a:solidFill>
            <a:ln w="7620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0" name="Google Shape;310;p48"/>
            <p:cNvSpPr/>
            <p:nvPr/>
          </p:nvSpPr>
          <p:spPr>
            <a:xfrm>
              <a:off x="4653500" y="3078313"/>
              <a:ext cx="5775" cy="12050"/>
            </a:xfrm>
            <a:custGeom>
              <a:avLst/>
              <a:gdLst/>
              <a:ahLst/>
              <a:cxnLst/>
              <a:rect l="l" t="t" r="r" b="b"/>
              <a:pathLst>
                <a:path w="231" h="482" extrusionOk="0">
                  <a:moveTo>
                    <a:pt x="126" y="1"/>
                  </a:moveTo>
                  <a:lnTo>
                    <a:pt x="0" y="22"/>
                  </a:lnTo>
                  <a:lnTo>
                    <a:pt x="126" y="482"/>
                  </a:lnTo>
                  <a:lnTo>
                    <a:pt x="231" y="461"/>
                  </a:lnTo>
                  <a:lnTo>
                    <a:pt x="126" y="1"/>
                  </a:lnTo>
                  <a:close/>
                </a:path>
              </a:pathLst>
            </a:custGeom>
            <a:solidFill>
              <a:srgbClr val="666666"/>
            </a:solidFill>
            <a:ln w="7620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1" name="Google Shape;311;p48"/>
            <p:cNvSpPr/>
            <p:nvPr/>
          </p:nvSpPr>
          <p:spPr>
            <a:xfrm>
              <a:off x="4663425" y="3075713"/>
              <a:ext cx="5800" cy="12050"/>
            </a:xfrm>
            <a:custGeom>
              <a:avLst/>
              <a:gdLst/>
              <a:ahLst/>
              <a:cxnLst/>
              <a:rect l="l" t="t" r="r" b="b"/>
              <a:pathLst>
                <a:path w="232" h="482" extrusionOk="0">
                  <a:moveTo>
                    <a:pt x="126" y="0"/>
                  </a:moveTo>
                  <a:lnTo>
                    <a:pt x="1" y="21"/>
                  </a:lnTo>
                  <a:lnTo>
                    <a:pt x="126" y="481"/>
                  </a:lnTo>
                  <a:lnTo>
                    <a:pt x="231" y="460"/>
                  </a:lnTo>
                  <a:lnTo>
                    <a:pt x="126" y="0"/>
                  </a:lnTo>
                  <a:close/>
                </a:path>
              </a:pathLst>
            </a:custGeom>
            <a:solidFill>
              <a:srgbClr val="666666"/>
            </a:solidFill>
            <a:ln w="7620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2" name="Google Shape;312;p48"/>
            <p:cNvSpPr/>
            <p:nvPr/>
          </p:nvSpPr>
          <p:spPr>
            <a:xfrm>
              <a:off x="4673375" y="3073088"/>
              <a:ext cx="5775" cy="12050"/>
            </a:xfrm>
            <a:custGeom>
              <a:avLst/>
              <a:gdLst/>
              <a:ahLst/>
              <a:cxnLst/>
              <a:rect l="l" t="t" r="r" b="b"/>
              <a:pathLst>
                <a:path w="231" h="482" extrusionOk="0">
                  <a:moveTo>
                    <a:pt x="126" y="0"/>
                  </a:moveTo>
                  <a:lnTo>
                    <a:pt x="0" y="21"/>
                  </a:lnTo>
                  <a:lnTo>
                    <a:pt x="126" y="482"/>
                  </a:lnTo>
                  <a:lnTo>
                    <a:pt x="231" y="461"/>
                  </a:lnTo>
                  <a:lnTo>
                    <a:pt x="126" y="0"/>
                  </a:lnTo>
                  <a:close/>
                </a:path>
              </a:pathLst>
            </a:custGeom>
            <a:solidFill>
              <a:srgbClr val="666666"/>
            </a:solidFill>
            <a:ln w="7620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3" name="Google Shape;313;p48"/>
            <p:cNvSpPr/>
            <p:nvPr/>
          </p:nvSpPr>
          <p:spPr>
            <a:xfrm>
              <a:off x="4684350" y="3069938"/>
              <a:ext cx="8400" cy="24100"/>
            </a:xfrm>
            <a:custGeom>
              <a:avLst/>
              <a:gdLst/>
              <a:ahLst/>
              <a:cxnLst/>
              <a:rect l="l" t="t" r="r" b="b"/>
              <a:pathLst>
                <a:path w="336" h="964" extrusionOk="0">
                  <a:moveTo>
                    <a:pt x="105" y="1"/>
                  </a:moveTo>
                  <a:lnTo>
                    <a:pt x="1" y="22"/>
                  </a:lnTo>
                  <a:lnTo>
                    <a:pt x="231" y="963"/>
                  </a:lnTo>
                  <a:lnTo>
                    <a:pt x="336" y="942"/>
                  </a:lnTo>
                  <a:lnTo>
                    <a:pt x="105" y="1"/>
                  </a:lnTo>
                  <a:close/>
                </a:path>
              </a:pathLst>
            </a:custGeom>
            <a:solidFill>
              <a:srgbClr val="666666"/>
            </a:solidFill>
            <a:ln w="7620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4" name="Google Shape;314;p48"/>
            <p:cNvSpPr/>
            <p:nvPr/>
          </p:nvSpPr>
          <p:spPr>
            <a:xfrm>
              <a:off x="4694825" y="3067338"/>
              <a:ext cx="5775" cy="12575"/>
            </a:xfrm>
            <a:custGeom>
              <a:avLst/>
              <a:gdLst/>
              <a:ahLst/>
              <a:cxnLst/>
              <a:rect l="l" t="t" r="r" b="b"/>
              <a:pathLst>
                <a:path w="231" h="503" extrusionOk="0">
                  <a:moveTo>
                    <a:pt x="126" y="0"/>
                  </a:moveTo>
                  <a:lnTo>
                    <a:pt x="0" y="21"/>
                  </a:lnTo>
                  <a:lnTo>
                    <a:pt x="126" y="502"/>
                  </a:lnTo>
                  <a:lnTo>
                    <a:pt x="230" y="461"/>
                  </a:lnTo>
                  <a:lnTo>
                    <a:pt x="126" y="0"/>
                  </a:lnTo>
                  <a:close/>
                </a:path>
              </a:pathLst>
            </a:custGeom>
            <a:solidFill>
              <a:srgbClr val="666666"/>
            </a:solidFill>
            <a:ln w="7620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5" name="Google Shape;315;p48"/>
            <p:cNvSpPr/>
            <p:nvPr/>
          </p:nvSpPr>
          <p:spPr>
            <a:xfrm>
              <a:off x="4704750" y="3065238"/>
              <a:ext cx="5800" cy="12575"/>
            </a:xfrm>
            <a:custGeom>
              <a:avLst/>
              <a:gdLst/>
              <a:ahLst/>
              <a:cxnLst/>
              <a:rect l="l" t="t" r="r" b="b"/>
              <a:pathLst>
                <a:path w="232" h="503" extrusionOk="0">
                  <a:moveTo>
                    <a:pt x="126" y="1"/>
                  </a:moveTo>
                  <a:lnTo>
                    <a:pt x="1" y="21"/>
                  </a:lnTo>
                  <a:lnTo>
                    <a:pt x="126" y="503"/>
                  </a:lnTo>
                  <a:lnTo>
                    <a:pt x="231" y="461"/>
                  </a:lnTo>
                  <a:lnTo>
                    <a:pt x="126" y="1"/>
                  </a:lnTo>
                  <a:close/>
                </a:path>
              </a:pathLst>
            </a:custGeom>
            <a:solidFill>
              <a:srgbClr val="666666"/>
            </a:solidFill>
            <a:ln w="7620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6" name="Google Shape;316;p48"/>
            <p:cNvSpPr/>
            <p:nvPr/>
          </p:nvSpPr>
          <p:spPr>
            <a:xfrm>
              <a:off x="4714700" y="3062613"/>
              <a:ext cx="5775" cy="12600"/>
            </a:xfrm>
            <a:custGeom>
              <a:avLst/>
              <a:gdLst/>
              <a:ahLst/>
              <a:cxnLst/>
              <a:rect l="l" t="t" r="r" b="b"/>
              <a:pathLst>
                <a:path w="231" h="504" extrusionOk="0">
                  <a:moveTo>
                    <a:pt x="105" y="1"/>
                  </a:moveTo>
                  <a:lnTo>
                    <a:pt x="0" y="22"/>
                  </a:lnTo>
                  <a:lnTo>
                    <a:pt x="105" y="503"/>
                  </a:lnTo>
                  <a:lnTo>
                    <a:pt x="231" y="461"/>
                  </a:lnTo>
                  <a:lnTo>
                    <a:pt x="105" y="1"/>
                  </a:lnTo>
                  <a:close/>
                </a:path>
              </a:pathLst>
            </a:custGeom>
            <a:solidFill>
              <a:srgbClr val="666666"/>
            </a:solidFill>
            <a:ln w="7620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7" name="Google Shape;317;p48"/>
            <p:cNvSpPr/>
            <p:nvPr/>
          </p:nvSpPr>
          <p:spPr>
            <a:xfrm>
              <a:off x="4724625" y="3060013"/>
              <a:ext cx="5800" cy="12575"/>
            </a:xfrm>
            <a:custGeom>
              <a:avLst/>
              <a:gdLst/>
              <a:ahLst/>
              <a:cxnLst/>
              <a:rect l="l" t="t" r="r" b="b"/>
              <a:pathLst>
                <a:path w="232" h="503" extrusionOk="0">
                  <a:moveTo>
                    <a:pt x="106" y="0"/>
                  </a:moveTo>
                  <a:lnTo>
                    <a:pt x="1" y="21"/>
                  </a:lnTo>
                  <a:lnTo>
                    <a:pt x="106" y="502"/>
                  </a:lnTo>
                  <a:lnTo>
                    <a:pt x="231" y="461"/>
                  </a:lnTo>
                  <a:lnTo>
                    <a:pt x="106" y="0"/>
                  </a:lnTo>
                  <a:close/>
                </a:path>
              </a:pathLst>
            </a:custGeom>
            <a:solidFill>
              <a:srgbClr val="666666"/>
            </a:solidFill>
            <a:ln w="7620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8" name="Google Shape;318;p48"/>
            <p:cNvSpPr/>
            <p:nvPr/>
          </p:nvSpPr>
          <p:spPr>
            <a:xfrm>
              <a:off x="4735100" y="3057388"/>
              <a:ext cx="8925" cy="24100"/>
            </a:xfrm>
            <a:custGeom>
              <a:avLst/>
              <a:gdLst/>
              <a:ahLst/>
              <a:cxnLst/>
              <a:rect l="l" t="t" r="r" b="b"/>
              <a:pathLst>
                <a:path w="357" h="964" extrusionOk="0">
                  <a:moveTo>
                    <a:pt x="126" y="1"/>
                  </a:moveTo>
                  <a:lnTo>
                    <a:pt x="0" y="22"/>
                  </a:lnTo>
                  <a:lnTo>
                    <a:pt x="231" y="963"/>
                  </a:lnTo>
                  <a:lnTo>
                    <a:pt x="356" y="942"/>
                  </a:lnTo>
                  <a:lnTo>
                    <a:pt x="126" y="1"/>
                  </a:lnTo>
                  <a:close/>
                </a:path>
              </a:pathLst>
            </a:custGeom>
            <a:solidFill>
              <a:srgbClr val="666666"/>
            </a:solidFill>
            <a:ln w="7620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9" name="Google Shape;319;p48"/>
            <p:cNvSpPr/>
            <p:nvPr/>
          </p:nvSpPr>
          <p:spPr>
            <a:xfrm>
              <a:off x="4746075" y="3054788"/>
              <a:ext cx="5775" cy="12575"/>
            </a:xfrm>
            <a:custGeom>
              <a:avLst/>
              <a:gdLst/>
              <a:ahLst/>
              <a:cxnLst/>
              <a:rect l="l" t="t" r="r" b="b"/>
              <a:pathLst>
                <a:path w="231" h="503" extrusionOk="0">
                  <a:moveTo>
                    <a:pt x="105" y="0"/>
                  </a:moveTo>
                  <a:lnTo>
                    <a:pt x="1" y="21"/>
                  </a:lnTo>
                  <a:lnTo>
                    <a:pt x="105" y="502"/>
                  </a:lnTo>
                  <a:lnTo>
                    <a:pt x="231" y="460"/>
                  </a:lnTo>
                  <a:lnTo>
                    <a:pt x="105" y="0"/>
                  </a:lnTo>
                  <a:close/>
                </a:path>
              </a:pathLst>
            </a:custGeom>
            <a:solidFill>
              <a:srgbClr val="666666"/>
            </a:solidFill>
            <a:ln w="7620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0" name="Google Shape;320;p48"/>
            <p:cNvSpPr/>
            <p:nvPr/>
          </p:nvSpPr>
          <p:spPr>
            <a:xfrm>
              <a:off x="4755500" y="3052688"/>
              <a:ext cx="6300" cy="12050"/>
            </a:xfrm>
            <a:custGeom>
              <a:avLst/>
              <a:gdLst/>
              <a:ahLst/>
              <a:cxnLst/>
              <a:rect l="l" t="t" r="r" b="b"/>
              <a:pathLst>
                <a:path w="252" h="482" extrusionOk="0">
                  <a:moveTo>
                    <a:pt x="126" y="0"/>
                  </a:moveTo>
                  <a:lnTo>
                    <a:pt x="0" y="21"/>
                  </a:lnTo>
                  <a:lnTo>
                    <a:pt x="126" y="482"/>
                  </a:lnTo>
                  <a:lnTo>
                    <a:pt x="252" y="461"/>
                  </a:lnTo>
                  <a:lnTo>
                    <a:pt x="126" y="0"/>
                  </a:lnTo>
                  <a:close/>
                </a:path>
              </a:pathLst>
            </a:custGeom>
            <a:solidFill>
              <a:srgbClr val="666666"/>
            </a:solidFill>
            <a:ln w="7620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1" name="Google Shape;321;p48"/>
            <p:cNvSpPr/>
            <p:nvPr/>
          </p:nvSpPr>
          <p:spPr>
            <a:xfrm>
              <a:off x="4765450" y="3050063"/>
              <a:ext cx="6300" cy="12575"/>
            </a:xfrm>
            <a:custGeom>
              <a:avLst/>
              <a:gdLst/>
              <a:ahLst/>
              <a:cxnLst/>
              <a:rect l="l" t="t" r="r" b="b"/>
              <a:pathLst>
                <a:path w="252" h="503" extrusionOk="0">
                  <a:moveTo>
                    <a:pt x="126" y="1"/>
                  </a:moveTo>
                  <a:lnTo>
                    <a:pt x="0" y="43"/>
                  </a:lnTo>
                  <a:lnTo>
                    <a:pt x="126" y="503"/>
                  </a:lnTo>
                  <a:lnTo>
                    <a:pt x="251" y="482"/>
                  </a:lnTo>
                  <a:lnTo>
                    <a:pt x="126" y="1"/>
                  </a:lnTo>
                  <a:close/>
                </a:path>
              </a:pathLst>
            </a:custGeom>
            <a:solidFill>
              <a:srgbClr val="666666"/>
            </a:solidFill>
            <a:ln w="7620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2" name="Google Shape;322;p48"/>
            <p:cNvSpPr/>
            <p:nvPr/>
          </p:nvSpPr>
          <p:spPr>
            <a:xfrm>
              <a:off x="4775900" y="3046938"/>
              <a:ext cx="5775" cy="12575"/>
            </a:xfrm>
            <a:custGeom>
              <a:avLst/>
              <a:gdLst/>
              <a:ahLst/>
              <a:cxnLst/>
              <a:rect l="l" t="t" r="r" b="b"/>
              <a:pathLst>
                <a:path w="231" h="503" extrusionOk="0">
                  <a:moveTo>
                    <a:pt x="105" y="0"/>
                  </a:moveTo>
                  <a:lnTo>
                    <a:pt x="0" y="42"/>
                  </a:lnTo>
                  <a:lnTo>
                    <a:pt x="105" y="502"/>
                  </a:lnTo>
                  <a:lnTo>
                    <a:pt x="231" y="481"/>
                  </a:lnTo>
                  <a:lnTo>
                    <a:pt x="105" y="0"/>
                  </a:lnTo>
                  <a:close/>
                </a:path>
              </a:pathLst>
            </a:custGeom>
            <a:solidFill>
              <a:srgbClr val="666666"/>
            </a:solidFill>
            <a:ln w="7620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3" name="Google Shape;323;p48"/>
            <p:cNvSpPr/>
            <p:nvPr/>
          </p:nvSpPr>
          <p:spPr>
            <a:xfrm>
              <a:off x="4786350" y="3044313"/>
              <a:ext cx="8925" cy="24100"/>
            </a:xfrm>
            <a:custGeom>
              <a:avLst/>
              <a:gdLst/>
              <a:ahLst/>
              <a:cxnLst/>
              <a:rect l="l" t="t" r="r" b="b"/>
              <a:pathLst>
                <a:path w="357" h="964" extrusionOk="0">
                  <a:moveTo>
                    <a:pt x="127" y="1"/>
                  </a:moveTo>
                  <a:lnTo>
                    <a:pt x="1" y="22"/>
                  </a:lnTo>
                  <a:lnTo>
                    <a:pt x="231" y="963"/>
                  </a:lnTo>
                  <a:lnTo>
                    <a:pt x="357" y="942"/>
                  </a:lnTo>
                  <a:lnTo>
                    <a:pt x="127" y="1"/>
                  </a:lnTo>
                  <a:close/>
                </a:path>
              </a:pathLst>
            </a:custGeom>
            <a:solidFill>
              <a:srgbClr val="666666"/>
            </a:solidFill>
            <a:ln w="7620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4" name="Google Shape;324;p48"/>
            <p:cNvSpPr/>
            <p:nvPr/>
          </p:nvSpPr>
          <p:spPr>
            <a:xfrm>
              <a:off x="4796825" y="3041688"/>
              <a:ext cx="6300" cy="12600"/>
            </a:xfrm>
            <a:custGeom>
              <a:avLst/>
              <a:gdLst/>
              <a:ahLst/>
              <a:cxnLst/>
              <a:rect l="l" t="t" r="r" b="b"/>
              <a:pathLst>
                <a:path w="252" h="504" extrusionOk="0">
                  <a:moveTo>
                    <a:pt x="126" y="1"/>
                  </a:moveTo>
                  <a:lnTo>
                    <a:pt x="0" y="22"/>
                  </a:lnTo>
                  <a:lnTo>
                    <a:pt x="126" y="503"/>
                  </a:lnTo>
                  <a:lnTo>
                    <a:pt x="252" y="461"/>
                  </a:lnTo>
                  <a:lnTo>
                    <a:pt x="126" y="1"/>
                  </a:lnTo>
                  <a:close/>
                </a:path>
              </a:pathLst>
            </a:custGeom>
            <a:solidFill>
              <a:srgbClr val="666666"/>
            </a:solidFill>
            <a:ln w="7620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5" name="Google Shape;325;p48"/>
            <p:cNvSpPr/>
            <p:nvPr/>
          </p:nvSpPr>
          <p:spPr>
            <a:xfrm>
              <a:off x="4806750" y="3039613"/>
              <a:ext cx="5800" cy="12575"/>
            </a:xfrm>
            <a:custGeom>
              <a:avLst/>
              <a:gdLst/>
              <a:ahLst/>
              <a:cxnLst/>
              <a:rect l="l" t="t" r="r" b="b"/>
              <a:pathLst>
                <a:path w="232" h="503" extrusionOk="0">
                  <a:moveTo>
                    <a:pt x="127" y="0"/>
                  </a:moveTo>
                  <a:lnTo>
                    <a:pt x="1" y="21"/>
                  </a:lnTo>
                  <a:lnTo>
                    <a:pt x="127" y="502"/>
                  </a:lnTo>
                  <a:lnTo>
                    <a:pt x="231" y="461"/>
                  </a:lnTo>
                  <a:lnTo>
                    <a:pt x="127" y="0"/>
                  </a:lnTo>
                  <a:close/>
                </a:path>
              </a:pathLst>
            </a:custGeom>
            <a:solidFill>
              <a:srgbClr val="666666"/>
            </a:solidFill>
            <a:ln w="7620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6" name="Google Shape;326;p48"/>
            <p:cNvSpPr/>
            <p:nvPr/>
          </p:nvSpPr>
          <p:spPr>
            <a:xfrm>
              <a:off x="4816700" y="3036988"/>
              <a:ext cx="5775" cy="12575"/>
            </a:xfrm>
            <a:custGeom>
              <a:avLst/>
              <a:gdLst/>
              <a:ahLst/>
              <a:cxnLst/>
              <a:rect l="l" t="t" r="r" b="b"/>
              <a:pathLst>
                <a:path w="231" h="503" extrusionOk="0">
                  <a:moveTo>
                    <a:pt x="126" y="1"/>
                  </a:moveTo>
                  <a:lnTo>
                    <a:pt x="1" y="43"/>
                  </a:lnTo>
                  <a:lnTo>
                    <a:pt x="126" y="503"/>
                  </a:lnTo>
                  <a:lnTo>
                    <a:pt x="231" y="482"/>
                  </a:lnTo>
                  <a:lnTo>
                    <a:pt x="126" y="1"/>
                  </a:lnTo>
                  <a:close/>
                </a:path>
              </a:pathLst>
            </a:custGeom>
            <a:solidFill>
              <a:srgbClr val="666666"/>
            </a:solidFill>
            <a:ln w="7620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7" name="Google Shape;327;p48"/>
            <p:cNvSpPr/>
            <p:nvPr/>
          </p:nvSpPr>
          <p:spPr>
            <a:xfrm>
              <a:off x="4826650" y="3034388"/>
              <a:ext cx="5775" cy="12575"/>
            </a:xfrm>
            <a:custGeom>
              <a:avLst/>
              <a:gdLst/>
              <a:ahLst/>
              <a:cxnLst/>
              <a:rect l="l" t="t" r="r" b="b"/>
              <a:pathLst>
                <a:path w="231" h="503" extrusionOk="0">
                  <a:moveTo>
                    <a:pt x="126" y="0"/>
                  </a:moveTo>
                  <a:lnTo>
                    <a:pt x="0" y="42"/>
                  </a:lnTo>
                  <a:lnTo>
                    <a:pt x="126" y="502"/>
                  </a:lnTo>
                  <a:lnTo>
                    <a:pt x="230" y="481"/>
                  </a:lnTo>
                  <a:lnTo>
                    <a:pt x="126" y="0"/>
                  </a:lnTo>
                  <a:close/>
                </a:path>
              </a:pathLst>
            </a:custGeom>
            <a:solidFill>
              <a:srgbClr val="666666"/>
            </a:solidFill>
            <a:ln w="7620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8" name="Google Shape;328;p48"/>
            <p:cNvSpPr/>
            <p:nvPr/>
          </p:nvSpPr>
          <p:spPr>
            <a:xfrm>
              <a:off x="4837625" y="3031763"/>
              <a:ext cx="8400" cy="24075"/>
            </a:xfrm>
            <a:custGeom>
              <a:avLst/>
              <a:gdLst/>
              <a:ahLst/>
              <a:cxnLst/>
              <a:rect l="l" t="t" r="r" b="b"/>
              <a:pathLst>
                <a:path w="336" h="963" extrusionOk="0">
                  <a:moveTo>
                    <a:pt x="105" y="0"/>
                  </a:moveTo>
                  <a:lnTo>
                    <a:pt x="0" y="21"/>
                  </a:lnTo>
                  <a:lnTo>
                    <a:pt x="231" y="963"/>
                  </a:lnTo>
                  <a:lnTo>
                    <a:pt x="335" y="942"/>
                  </a:lnTo>
                  <a:lnTo>
                    <a:pt x="105" y="0"/>
                  </a:lnTo>
                  <a:close/>
                </a:path>
              </a:pathLst>
            </a:custGeom>
            <a:solidFill>
              <a:srgbClr val="666666"/>
            </a:solidFill>
            <a:ln w="7620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9" name="Google Shape;329;p48"/>
            <p:cNvSpPr/>
            <p:nvPr/>
          </p:nvSpPr>
          <p:spPr>
            <a:xfrm>
              <a:off x="4848075" y="3029138"/>
              <a:ext cx="5800" cy="12575"/>
            </a:xfrm>
            <a:custGeom>
              <a:avLst/>
              <a:gdLst/>
              <a:ahLst/>
              <a:cxnLst/>
              <a:rect l="l" t="t" r="r" b="b"/>
              <a:pathLst>
                <a:path w="232" h="503" extrusionOk="0">
                  <a:moveTo>
                    <a:pt x="126" y="1"/>
                  </a:moveTo>
                  <a:lnTo>
                    <a:pt x="1" y="43"/>
                  </a:lnTo>
                  <a:lnTo>
                    <a:pt x="126" y="503"/>
                  </a:lnTo>
                  <a:lnTo>
                    <a:pt x="231" y="482"/>
                  </a:lnTo>
                  <a:lnTo>
                    <a:pt x="126" y="1"/>
                  </a:lnTo>
                  <a:close/>
                </a:path>
              </a:pathLst>
            </a:custGeom>
            <a:solidFill>
              <a:srgbClr val="666666"/>
            </a:solidFill>
            <a:ln w="7620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0" name="Google Shape;330;p48"/>
            <p:cNvSpPr/>
            <p:nvPr/>
          </p:nvSpPr>
          <p:spPr>
            <a:xfrm>
              <a:off x="4858025" y="3026538"/>
              <a:ext cx="5775" cy="12575"/>
            </a:xfrm>
            <a:custGeom>
              <a:avLst/>
              <a:gdLst/>
              <a:ahLst/>
              <a:cxnLst/>
              <a:rect l="l" t="t" r="r" b="b"/>
              <a:pathLst>
                <a:path w="231" h="503" extrusionOk="0">
                  <a:moveTo>
                    <a:pt x="126" y="0"/>
                  </a:moveTo>
                  <a:lnTo>
                    <a:pt x="0" y="21"/>
                  </a:lnTo>
                  <a:lnTo>
                    <a:pt x="126" y="502"/>
                  </a:lnTo>
                  <a:lnTo>
                    <a:pt x="231" y="461"/>
                  </a:lnTo>
                  <a:lnTo>
                    <a:pt x="126" y="0"/>
                  </a:lnTo>
                  <a:close/>
                </a:path>
              </a:pathLst>
            </a:custGeom>
            <a:solidFill>
              <a:srgbClr val="666666"/>
            </a:solidFill>
            <a:ln w="7620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1" name="Google Shape;331;p48"/>
            <p:cNvSpPr/>
            <p:nvPr/>
          </p:nvSpPr>
          <p:spPr>
            <a:xfrm>
              <a:off x="4867975" y="3023913"/>
              <a:ext cx="5775" cy="12575"/>
            </a:xfrm>
            <a:custGeom>
              <a:avLst/>
              <a:gdLst/>
              <a:ahLst/>
              <a:cxnLst/>
              <a:rect l="l" t="t" r="r" b="b"/>
              <a:pathLst>
                <a:path w="231" h="503" extrusionOk="0">
                  <a:moveTo>
                    <a:pt x="126" y="1"/>
                  </a:moveTo>
                  <a:lnTo>
                    <a:pt x="0" y="21"/>
                  </a:lnTo>
                  <a:lnTo>
                    <a:pt x="126" y="503"/>
                  </a:lnTo>
                  <a:lnTo>
                    <a:pt x="230" y="461"/>
                  </a:lnTo>
                  <a:lnTo>
                    <a:pt x="126" y="1"/>
                  </a:lnTo>
                  <a:close/>
                </a:path>
              </a:pathLst>
            </a:custGeom>
            <a:solidFill>
              <a:srgbClr val="666666"/>
            </a:solidFill>
            <a:ln w="7620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2" name="Google Shape;332;p48"/>
            <p:cNvSpPr/>
            <p:nvPr/>
          </p:nvSpPr>
          <p:spPr>
            <a:xfrm>
              <a:off x="4877900" y="3021813"/>
              <a:ext cx="5775" cy="12600"/>
            </a:xfrm>
            <a:custGeom>
              <a:avLst/>
              <a:gdLst/>
              <a:ahLst/>
              <a:cxnLst/>
              <a:rect l="l" t="t" r="r" b="b"/>
              <a:pathLst>
                <a:path w="231" h="504" extrusionOk="0">
                  <a:moveTo>
                    <a:pt x="105" y="1"/>
                  </a:moveTo>
                  <a:lnTo>
                    <a:pt x="1" y="43"/>
                  </a:lnTo>
                  <a:lnTo>
                    <a:pt x="105" y="503"/>
                  </a:lnTo>
                  <a:lnTo>
                    <a:pt x="231" y="482"/>
                  </a:lnTo>
                  <a:lnTo>
                    <a:pt x="105" y="1"/>
                  </a:lnTo>
                  <a:close/>
                </a:path>
              </a:pathLst>
            </a:custGeom>
            <a:solidFill>
              <a:srgbClr val="666666"/>
            </a:solidFill>
            <a:ln w="7620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3" name="Google Shape;333;p48"/>
            <p:cNvSpPr/>
            <p:nvPr/>
          </p:nvSpPr>
          <p:spPr>
            <a:xfrm>
              <a:off x="4888375" y="3019213"/>
              <a:ext cx="8900" cy="24075"/>
            </a:xfrm>
            <a:custGeom>
              <a:avLst/>
              <a:gdLst/>
              <a:ahLst/>
              <a:cxnLst/>
              <a:rect l="l" t="t" r="r" b="b"/>
              <a:pathLst>
                <a:path w="356" h="963" extrusionOk="0">
                  <a:moveTo>
                    <a:pt x="126" y="0"/>
                  </a:moveTo>
                  <a:lnTo>
                    <a:pt x="0" y="21"/>
                  </a:lnTo>
                  <a:lnTo>
                    <a:pt x="230" y="963"/>
                  </a:lnTo>
                  <a:lnTo>
                    <a:pt x="356" y="942"/>
                  </a:lnTo>
                  <a:lnTo>
                    <a:pt x="126" y="0"/>
                  </a:lnTo>
                  <a:close/>
                </a:path>
              </a:pathLst>
            </a:custGeom>
            <a:solidFill>
              <a:srgbClr val="666666"/>
            </a:solidFill>
            <a:ln w="7620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4" name="Google Shape;334;p48"/>
            <p:cNvSpPr/>
            <p:nvPr/>
          </p:nvSpPr>
          <p:spPr>
            <a:xfrm>
              <a:off x="4899350" y="3016588"/>
              <a:ext cx="5775" cy="12575"/>
            </a:xfrm>
            <a:custGeom>
              <a:avLst/>
              <a:gdLst/>
              <a:ahLst/>
              <a:cxnLst/>
              <a:rect l="l" t="t" r="r" b="b"/>
              <a:pathLst>
                <a:path w="231" h="503" extrusionOk="0">
                  <a:moveTo>
                    <a:pt x="105" y="1"/>
                  </a:moveTo>
                  <a:lnTo>
                    <a:pt x="0" y="22"/>
                  </a:lnTo>
                  <a:lnTo>
                    <a:pt x="105" y="503"/>
                  </a:lnTo>
                  <a:lnTo>
                    <a:pt x="231" y="461"/>
                  </a:lnTo>
                  <a:lnTo>
                    <a:pt x="105" y="1"/>
                  </a:lnTo>
                  <a:close/>
                </a:path>
              </a:pathLst>
            </a:custGeom>
            <a:solidFill>
              <a:srgbClr val="666666"/>
            </a:solidFill>
            <a:ln w="7620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5" name="Google Shape;335;p48"/>
            <p:cNvSpPr/>
            <p:nvPr/>
          </p:nvSpPr>
          <p:spPr>
            <a:xfrm>
              <a:off x="4909300" y="3013988"/>
              <a:ext cx="5775" cy="12575"/>
            </a:xfrm>
            <a:custGeom>
              <a:avLst/>
              <a:gdLst/>
              <a:ahLst/>
              <a:cxnLst/>
              <a:rect l="l" t="t" r="r" b="b"/>
              <a:pathLst>
                <a:path w="231" h="503" extrusionOk="0">
                  <a:moveTo>
                    <a:pt x="105" y="0"/>
                  </a:moveTo>
                  <a:lnTo>
                    <a:pt x="0" y="21"/>
                  </a:lnTo>
                  <a:lnTo>
                    <a:pt x="105" y="502"/>
                  </a:lnTo>
                  <a:lnTo>
                    <a:pt x="230" y="481"/>
                  </a:lnTo>
                  <a:lnTo>
                    <a:pt x="105" y="0"/>
                  </a:lnTo>
                  <a:close/>
                </a:path>
              </a:pathLst>
            </a:custGeom>
            <a:solidFill>
              <a:srgbClr val="666666"/>
            </a:solidFill>
            <a:ln w="7620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6" name="Google Shape;336;p48"/>
            <p:cNvSpPr/>
            <p:nvPr/>
          </p:nvSpPr>
          <p:spPr>
            <a:xfrm>
              <a:off x="4918700" y="3011888"/>
              <a:ext cx="6300" cy="12575"/>
            </a:xfrm>
            <a:custGeom>
              <a:avLst/>
              <a:gdLst/>
              <a:ahLst/>
              <a:cxnLst/>
              <a:rect l="l" t="t" r="r" b="b"/>
              <a:pathLst>
                <a:path w="252" h="503" extrusionOk="0">
                  <a:moveTo>
                    <a:pt x="126" y="0"/>
                  </a:moveTo>
                  <a:lnTo>
                    <a:pt x="1" y="21"/>
                  </a:lnTo>
                  <a:lnTo>
                    <a:pt x="126" y="502"/>
                  </a:lnTo>
                  <a:lnTo>
                    <a:pt x="252" y="461"/>
                  </a:lnTo>
                  <a:lnTo>
                    <a:pt x="126" y="0"/>
                  </a:lnTo>
                  <a:close/>
                </a:path>
              </a:pathLst>
            </a:custGeom>
            <a:solidFill>
              <a:srgbClr val="666666"/>
            </a:solidFill>
            <a:ln w="7620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7" name="Google Shape;337;p48"/>
            <p:cNvSpPr/>
            <p:nvPr/>
          </p:nvSpPr>
          <p:spPr>
            <a:xfrm>
              <a:off x="4928650" y="3009263"/>
              <a:ext cx="6300" cy="12050"/>
            </a:xfrm>
            <a:custGeom>
              <a:avLst/>
              <a:gdLst/>
              <a:ahLst/>
              <a:cxnLst/>
              <a:rect l="l" t="t" r="r" b="b"/>
              <a:pathLst>
                <a:path w="252" h="482" extrusionOk="0">
                  <a:moveTo>
                    <a:pt x="126" y="1"/>
                  </a:moveTo>
                  <a:lnTo>
                    <a:pt x="0" y="22"/>
                  </a:lnTo>
                  <a:lnTo>
                    <a:pt x="126" y="482"/>
                  </a:lnTo>
                  <a:lnTo>
                    <a:pt x="251" y="461"/>
                  </a:lnTo>
                  <a:lnTo>
                    <a:pt x="126" y="1"/>
                  </a:lnTo>
                  <a:close/>
                </a:path>
              </a:pathLst>
            </a:custGeom>
            <a:solidFill>
              <a:srgbClr val="666666"/>
            </a:solidFill>
            <a:ln w="7620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8" name="Google Shape;338;p48"/>
            <p:cNvSpPr/>
            <p:nvPr/>
          </p:nvSpPr>
          <p:spPr>
            <a:xfrm>
              <a:off x="4939625" y="3006663"/>
              <a:ext cx="8400" cy="24075"/>
            </a:xfrm>
            <a:custGeom>
              <a:avLst/>
              <a:gdLst/>
              <a:ahLst/>
              <a:cxnLst/>
              <a:rect l="l" t="t" r="r" b="b"/>
              <a:pathLst>
                <a:path w="336" h="963" extrusionOk="0">
                  <a:moveTo>
                    <a:pt x="105" y="0"/>
                  </a:moveTo>
                  <a:lnTo>
                    <a:pt x="1" y="21"/>
                  </a:lnTo>
                  <a:lnTo>
                    <a:pt x="231" y="963"/>
                  </a:lnTo>
                  <a:lnTo>
                    <a:pt x="335" y="942"/>
                  </a:lnTo>
                  <a:lnTo>
                    <a:pt x="105" y="0"/>
                  </a:lnTo>
                  <a:close/>
                </a:path>
              </a:pathLst>
            </a:custGeom>
            <a:solidFill>
              <a:srgbClr val="666666"/>
            </a:solidFill>
            <a:ln w="7620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9" name="Google Shape;339;p48"/>
            <p:cNvSpPr/>
            <p:nvPr/>
          </p:nvSpPr>
          <p:spPr>
            <a:xfrm>
              <a:off x="4950100" y="3003513"/>
              <a:ext cx="6300" cy="12575"/>
            </a:xfrm>
            <a:custGeom>
              <a:avLst/>
              <a:gdLst/>
              <a:ahLst/>
              <a:cxnLst/>
              <a:rect l="l" t="t" r="r" b="b"/>
              <a:pathLst>
                <a:path w="252" h="503" extrusionOk="0">
                  <a:moveTo>
                    <a:pt x="126" y="1"/>
                  </a:moveTo>
                  <a:lnTo>
                    <a:pt x="0" y="21"/>
                  </a:lnTo>
                  <a:lnTo>
                    <a:pt x="126" y="503"/>
                  </a:lnTo>
                  <a:lnTo>
                    <a:pt x="251" y="461"/>
                  </a:lnTo>
                  <a:lnTo>
                    <a:pt x="126" y="1"/>
                  </a:lnTo>
                  <a:close/>
                </a:path>
              </a:pathLst>
            </a:custGeom>
            <a:solidFill>
              <a:srgbClr val="666666"/>
            </a:solidFill>
            <a:ln w="7620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0" name="Google Shape;340;p48"/>
            <p:cNvSpPr/>
            <p:nvPr/>
          </p:nvSpPr>
          <p:spPr>
            <a:xfrm>
              <a:off x="4960025" y="3001413"/>
              <a:ext cx="5775" cy="12075"/>
            </a:xfrm>
            <a:custGeom>
              <a:avLst/>
              <a:gdLst/>
              <a:ahLst/>
              <a:cxnLst/>
              <a:rect l="l" t="t" r="r" b="b"/>
              <a:pathLst>
                <a:path w="231" h="483" extrusionOk="0">
                  <a:moveTo>
                    <a:pt x="126" y="1"/>
                  </a:moveTo>
                  <a:lnTo>
                    <a:pt x="1" y="22"/>
                  </a:lnTo>
                  <a:lnTo>
                    <a:pt x="126" y="482"/>
                  </a:lnTo>
                  <a:lnTo>
                    <a:pt x="231" y="461"/>
                  </a:lnTo>
                  <a:lnTo>
                    <a:pt x="126" y="1"/>
                  </a:lnTo>
                  <a:close/>
                </a:path>
              </a:pathLst>
            </a:custGeom>
            <a:solidFill>
              <a:srgbClr val="666666"/>
            </a:solidFill>
            <a:ln w="7620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1" name="Google Shape;341;p48"/>
            <p:cNvSpPr/>
            <p:nvPr/>
          </p:nvSpPr>
          <p:spPr>
            <a:xfrm>
              <a:off x="4969975" y="2998813"/>
              <a:ext cx="5775" cy="12575"/>
            </a:xfrm>
            <a:custGeom>
              <a:avLst/>
              <a:gdLst/>
              <a:ahLst/>
              <a:cxnLst/>
              <a:rect l="l" t="t" r="r" b="b"/>
              <a:pathLst>
                <a:path w="231" h="503" extrusionOk="0">
                  <a:moveTo>
                    <a:pt x="126" y="0"/>
                  </a:moveTo>
                  <a:lnTo>
                    <a:pt x="0" y="21"/>
                  </a:lnTo>
                  <a:lnTo>
                    <a:pt x="126" y="502"/>
                  </a:lnTo>
                  <a:lnTo>
                    <a:pt x="230" y="461"/>
                  </a:lnTo>
                  <a:lnTo>
                    <a:pt x="126" y="0"/>
                  </a:lnTo>
                  <a:close/>
                </a:path>
              </a:pathLst>
            </a:custGeom>
            <a:solidFill>
              <a:srgbClr val="666666"/>
            </a:solidFill>
            <a:ln w="7620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2" name="Google Shape;342;p48"/>
            <p:cNvSpPr/>
            <p:nvPr/>
          </p:nvSpPr>
          <p:spPr>
            <a:xfrm>
              <a:off x="4979900" y="2996188"/>
              <a:ext cx="5775" cy="12575"/>
            </a:xfrm>
            <a:custGeom>
              <a:avLst/>
              <a:gdLst/>
              <a:ahLst/>
              <a:cxnLst/>
              <a:rect l="l" t="t" r="r" b="b"/>
              <a:pathLst>
                <a:path w="231" h="503" extrusionOk="0">
                  <a:moveTo>
                    <a:pt x="126" y="1"/>
                  </a:moveTo>
                  <a:lnTo>
                    <a:pt x="1" y="42"/>
                  </a:lnTo>
                  <a:lnTo>
                    <a:pt x="126" y="503"/>
                  </a:lnTo>
                  <a:lnTo>
                    <a:pt x="231" y="482"/>
                  </a:lnTo>
                  <a:lnTo>
                    <a:pt x="126" y="1"/>
                  </a:lnTo>
                  <a:close/>
                </a:path>
              </a:pathLst>
            </a:custGeom>
            <a:solidFill>
              <a:srgbClr val="666666"/>
            </a:solidFill>
            <a:ln w="7620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3" name="Google Shape;343;p48"/>
            <p:cNvSpPr/>
            <p:nvPr/>
          </p:nvSpPr>
          <p:spPr>
            <a:xfrm>
              <a:off x="4990900" y="2993063"/>
              <a:ext cx="8375" cy="24600"/>
            </a:xfrm>
            <a:custGeom>
              <a:avLst/>
              <a:gdLst/>
              <a:ahLst/>
              <a:cxnLst/>
              <a:rect l="l" t="t" r="r" b="b"/>
              <a:pathLst>
                <a:path w="335" h="984" extrusionOk="0">
                  <a:moveTo>
                    <a:pt x="105" y="0"/>
                  </a:moveTo>
                  <a:lnTo>
                    <a:pt x="0" y="42"/>
                  </a:lnTo>
                  <a:lnTo>
                    <a:pt x="230" y="983"/>
                  </a:lnTo>
                  <a:lnTo>
                    <a:pt x="335" y="942"/>
                  </a:lnTo>
                  <a:lnTo>
                    <a:pt x="105" y="0"/>
                  </a:lnTo>
                  <a:close/>
                </a:path>
              </a:pathLst>
            </a:custGeom>
            <a:solidFill>
              <a:srgbClr val="666666"/>
            </a:solidFill>
            <a:ln w="7620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4" name="Google Shape;344;p48"/>
            <p:cNvSpPr/>
            <p:nvPr/>
          </p:nvSpPr>
          <p:spPr>
            <a:xfrm>
              <a:off x="5001350" y="2990963"/>
              <a:ext cx="5775" cy="12575"/>
            </a:xfrm>
            <a:custGeom>
              <a:avLst/>
              <a:gdLst/>
              <a:ahLst/>
              <a:cxnLst/>
              <a:rect l="l" t="t" r="r" b="b"/>
              <a:pathLst>
                <a:path w="231" h="503" extrusionOk="0">
                  <a:moveTo>
                    <a:pt x="126" y="0"/>
                  </a:moveTo>
                  <a:lnTo>
                    <a:pt x="1" y="21"/>
                  </a:lnTo>
                  <a:lnTo>
                    <a:pt x="105" y="503"/>
                  </a:lnTo>
                  <a:lnTo>
                    <a:pt x="231" y="461"/>
                  </a:lnTo>
                  <a:lnTo>
                    <a:pt x="126" y="0"/>
                  </a:lnTo>
                  <a:close/>
                </a:path>
              </a:pathLst>
            </a:custGeom>
            <a:solidFill>
              <a:srgbClr val="666666"/>
            </a:solidFill>
            <a:ln w="7620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5" name="Google Shape;345;p48"/>
            <p:cNvSpPr/>
            <p:nvPr/>
          </p:nvSpPr>
          <p:spPr>
            <a:xfrm>
              <a:off x="5011300" y="2988338"/>
              <a:ext cx="5775" cy="12050"/>
            </a:xfrm>
            <a:custGeom>
              <a:avLst/>
              <a:gdLst/>
              <a:ahLst/>
              <a:cxnLst/>
              <a:rect l="l" t="t" r="r" b="b"/>
              <a:pathLst>
                <a:path w="231" h="482" extrusionOk="0">
                  <a:moveTo>
                    <a:pt x="126" y="1"/>
                  </a:moveTo>
                  <a:lnTo>
                    <a:pt x="0" y="22"/>
                  </a:lnTo>
                  <a:lnTo>
                    <a:pt x="126" y="482"/>
                  </a:lnTo>
                  <a:lnTo>
                    <a:pt x="230" y="461"/>
                  </a:lnTo>
                  <a:lnTo>
                    <a:pt x="126" y="1"/>
                  </a:lnTo>
                  <a:close/>
                </a:path>
              </a:pathLst>
            </a:custGeom>
            <a:solidFill>
              <a:srgbClr val="666666"/>
            </a:solidFill>
            <a:ln w="7620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6" name="Google Shape;346;p48"/>
            <p:cNvSpPr/>
            <p:nvPr/>
          </p:nvSpPr>
          <p:spPr>
            <a:xfrm>
              <a:off x="5021225" y="2985738"/>
              <a:ext cx="5775" cy="12575"/>
            </a:xfrm>
            <a:custGeom>
              <a:avLst/>
              <a:gdLst/>
              <a:ahLst/>
              <a:cxnLst/>
              <a:rect l="l" t="t" r="r" b="b"/>
              <a:pathLst>
                <a:path w="231" h="503" extrusionOk="0">
                  <a:moveTo>
                    <a:pt x="126" y="0"/>
                  </a:moveTo>
                  <a:lnTo>
                    <a:pt x="1" y="21"/>
                  </a:lnTo>
                  <a:lnTo>
                    <a:pt x="126" y="502"/>
                  </a:lnTo>
                  <a:lnTo>
                    <a:pt x="231" y="460"/>
                  </a:lnTo>
                  <a:lnTo>
                    <a:pt x="126" y="0"/>
                  </a:lnTo>
                  <a:close/>
                </a:path>
              </a:pathLst>
            </a:custGeom>
            <a:solidFill>
              <a:srgbClr val="666666"/>
            </a:solidFill>
            <a:ln w="7620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7" name="Google Shape;347;p48"/>
            <p:cNvSpPr/>
            <p:nvPr/>
          </p:nvSpPr>
          <p:spPr>
            <a:xfrm>
              <a:off x="5031175" y="2983638"/>
              <a:ext cx="5775" cy="12575"/>
            </a:xfrm>
            <a:custGeom>
              <a:avLst/>
              <a:gdLst/>
              <a:ahLst/>
              <a:cxnLst/>
              <a:rect l="l" t="t" r="r" b="b"/>
              <a:pathLst>
                <a:path w="231" h="503" extrusionOk="0">
                  <a:moveTo>
                    <a:pt x="105" y="0"/>
                  </a:moveTo>
                  <a:lnTo>
                    <a:pt x="0" y="21"/>
                  </a:lnTo>
                  <a:lnTo>
                    <a:pt x="105" y="503"/>
                  </a:lnTo>
                  <a:lnTo>
                    <a:pt x="230" y="461"/>
                  </a:lnTo>
                  <a:lnTo>
                    <a:pt x="105" y="0"/>
                  </a:lnTo>
                  <a:close/>
                </a:path>
              </a:pathLst>
            </a:custGeom>
            <a:solidFill>
              <a:srgbClr val="666666"/>
            </a:solidFill>
            <a:ln w="7620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8" name="Google Shape;348;p48"/>
            <p:cNvSpPr/>
            <p:nvPr/>
          </p:nvSpPr>
          <p:spPr>
            <a:xfrm>
              <a:off x="5041625" y="2981013"/>
              <a:ext cx="8925" cy="24100"/>
            </a:xfrm>
            <a:custGeom>
              <a:avLst/>
              <a:gdLst/>
              <a:ahLst/>
              <a:cxnLst/>
              <a:rect l="l" t="t" r="r" b="b"/>
              <a:pathLst>
                <a:path w="357" h="964" extrusionOk="0">
                  <a:moveTo>
                    <a:pt x="126" y="1"/>
                  </a:moveTo>
                  <a:lnTo>
                    <a:pt x="1" y="22"/>
                  </a:lnTo>
                  <a:lnTo>
                    <a:pt x="231" y="963"/>
                  </a:lnTo>
                  <a:lnTo>
                    <a:pt x="356" y="942"/>
                  </a:lnTo>
                  <a:lnTo>
                    <a:pt x="126" y="1"/>
                  </a:lnTo>
                  <a:close/>
                </a:path>
              </a:pathLst>
            </a:custGeom>
            <a:solidFill>
              <a:srgbClr val="666666"/>
            </a:solidFill>
            <a:ln w="7620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9" name="Google Shape;349;p48"/>
            <p:cNvSpPr/>
            <p:nvPr/>
          </p:nvSpPr>
          <p:spPr>
            <a:xfrm>
              <a:off x="5052625" y="2977888"/>
              <a:ext cx="5775" cy="12575"/>
            </a:xfrm>
            <a:custGeom>
              <a:avLst/>
              <a:gdLst/>
              <a:ahLst/>
              <a:cxnLst/>
              <a:rect l="l" t="t" r="r" b="b"/>
              <a:pathLst>
                <a:path w="231" h="503" extrusionOk="0">
                  <a:moveTo>
                    <a:pt x="105" y="0"/>
                  </a:moveTo>
                  <a:lnTo>
                    <a:pt x="0" y="42"/>
                  </a:lnTo>
                  <a:lnTo>
                    <a:pt x="105" y="502"/>
                  </a:lnTo>
                  <a:lnTo>
                    <a:pt x="230" y="482"/>
                  </a:lnTo>
                  <a:lnTo>
                    <a:pt x="105" y="0"/>
                  </a:lnTo>
                  <a:close/>
                </a:path>
              </a:pathLst>
            </a:custGeom>
            <a:solidFill>
              <a:srgbClr val="666666"/>
            </a:solidFill>
            <a:ln w="7620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0" name="Google Shape;350;p48"/>
            <p:cNvSpPr/>
            <p:nvPr/>
          </p:nvSpPr>
          <p:spPr>
            <a:xfrm>
              <a:off x="5062025" y="2975788"/>
              <a:ext cx="6300" cy="12575"/>
            </a:xfrm>
            <a:custGeom>
              <a:avLst/>
              <a:gdLst/>
              <a:ahLst/>
              <a:cxnLst/>
              <a:rect l="l" t="t" r="r" b="b"/>
              <a:pathLst>
                <a:path w="252" h="503" extrusionOk="0">
                  <a:moveTo>
                    <a:pt x="126" y="1"/>
                  </a:moveTo>
                  <a:lnTo>
                    <a:pt x="1" y="42"/>
                  </a:lnTo>
                  <a:lnTo>
                    <a:pt x="126" y="503"/>
                  </a:lnTo>
                  <a:lnTo>
                    <a:pt x="252" y="482"/>
                  </a:lnTo>
                  <a:lnTo>
                    <a:pt x="126" y="1"/>
                  </a:lnTo>
                  <a:close/>
                </a:path>
              </a:pathLst>
            </a:custGeom>
            <a:solidFill>
              <a:srgbClr val="666666"/>
            </a:solidFill>
            <a:ln w="7620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1" name="Google Shape;351;p48"/>
            <p:cNvSpPr/>
            <p:nvPr/>
          </p:nvSpPr>
          <p:spPr>
            <a:xfrm>
              <a:off x="5071975" y="2973163"/>
              <a:ext cx="6300" cy="12600"/>
            </a:xfrm>
            <a:custGeom>
              <a:avLst/>
              <a:gdLst/>
              <a:ahLst/>
              <a:cxnLst/>
              <a:rect l="l" t="t" r="r" b="b"/>
              <a:pathLst>
                <a:path w="252" h="504" extrusionOk="0">
                  <a:moveTo>
                    <a:pt x="126" y="1"/>
                  </a:moveTo>
                  <a:lnTo>
                    <a:pt x="0" y="22"/>
                  </a:lnTo>
                  <a:lnTo>
                    <a:pt x="126" y="503"/>
                  </a:lnTo>
                  <a:lnTo>
                    <a:pt x="251" y="461"/>
                  </a:lnTo>
                  <a:lnTo>
                    <a:pt x="126" y="1"/>
                  </a:lnTo>
                  <a:close/>
                </a:path>
              </a:pathLst>
            </a:custGeom>
            <a:solidFill>
              <a:srgbClr val="666666"/>
            </a:solidFill>
            <a:ln w="7620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2" name="Google Shape;352;p48"/>
            <p:cNvSpPr/>
            <p:nvPr/>
          </p:nvSpPr>
          <p:spPr>
            <a:xfrm>
              <a:off x="5081900" y="2971088"/>
              <a:ext cx="5775" cy="12575"/>
            </a:xfrm>
            <a:custGeom>
              <a:avLst/>
              <a:gdLst/>
              <a:ahLst/>
              <a:cxnLst/>
              <a:rect l="l" t="t" r="r" b="b"/>
              <a:pathLst>
                <a:path w="231" h="503" extrusionOk="0">
                  <a:moveTo>
                    <a:pt x="126" y="0"/>
                  </a:moveTo>
                  <a:lnTo>
                    <a:pt x="1" y="21"/>
                  </a:lnTo>
                  <a:lnTo>
                    <a:pt x="126" y="502"/>
                  </a:lnTo>
                  <a:lnTo>
                    <a:pt x="231" y="461"/>
                  </a:lnTo>
                  <a:lnTo>
                    <a:pt x="126" y="0"/>
                  </a:lnTo>
                  <a:close/>
                </a:path>
              </a:pathLst>
            </a:custGeom>
            <a:solidFill>
              <a:srgbClr val="666666"/>
            </a:solidFill>
            <a:ln w="7620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3" name="Google Shape;353;p48"/>
            <p:cNvSpPr/>
            <p:nvPr/>
          </p:nvSpPr>
          <p:spPr>
            <a:xfrm>
              <a:off x="4399263" y="2810788"/>
              <a:ext cx="815000" cy="332350"/>
            </a:xfrm>
            <a:custGeom>
              <a:avLst/>
              <a:gdLst/>
              <a:ahLst/>
              <a:cxnLst/>
              <a:rect l="l" t="t" r="r" b="b"/>
              <a:pathLst>
                <a:path w="32600" h="13294" extrusionOk="0">
                  <a:moveTo>
                    <a:pt x="1877" y="0"/>
                  </a:moveTo>
                  <a:cubicBezTo>
                    <a:pt x="1477" y="0"/>
                    <a:pt x="1106" y="256"/>
                    <a:pt x="984" y="658"/>
                  </a:cubicBezTo>
                  <a:lnTo>
                    <a:pt x="147" y="3609"/>
                  </a:lnTo>
                  <a:cubicBezTo>
                    <a:pt x="0" y="4090"/>
                    <a:pt x="272" y="4592"/>
                    <a:pt x="754" y="4738"/>
                  </a:cubicBezTo>
                  <a:lnTo>
                    <a:pt x="30507" y="13254"/>
                  </a:lnTo>
                  <a:cubicBezTo>
                    <a:pt x="30595" y="13281"/>
                    <a:pt x="30684" y="13294"/>
                    <a:pt x="30772" y="13294"/>
                  </a:cubicBezTo>
                  <a:cubicBezTo>
                    <a:pt x="31160" y="13294"/>
                    <a:pt x="31514" y="13040"/>
                    <a:pt x="31616" y="12648"/>
                  </a:cubicBezTo>
                  <a:lnTo>
                    <a:pt x="32474" y="9697"/>
                  </a:lnTo>
                  <a:cubicBezTo>
                    <a:pt x="32599" y="9216"/>
                    <a:pt x="32327" y="8714"/>
                    <a:pt x="31846" y="8567"/>
                  </a:cubicBezTo>
                  <a:lnTo>
                    <a:pt x="2114" y="31"/>
                  </a:lnTo>
                  <a:cubicBezTo>
                    <a:pt x="2035" y="10"/>
                    <a:pt x="1955" y="0"/>
                    <a:pt x="1877"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4" name="Google Shape;354;p48"/>
            <p:cNvSpPr/>
            <p:nvPr/>
          </p:nvSpPr>
          <p:spPr>
            <a:xfrm>
              <a:off x="4399263" y="2851288"/>
              <a:ext cx="805050" cy="291850"/>
            </a:xfrm>
            <a:custGeom>
              <a:avLst/>
              <a:gdLst/>
              <a:ahLst/>
              <a:cxnLst/>
              <a:rect l="l" t="t" r="r" b="b"/>
              <a:pathLst>
                <a:path w="32202" h="11674" extrusionOk="0">
                  <a:moveTo>
                    <a:pt x="712" y="1"/>
                  </a:moveTo>
                  <a:lnTo>
                    <a:pt x="147" y="1989"/>
                  </a:lnTo>
                  <a:cubicBezTo>
                    <a:pt x="0" y="2470"/>
                    <a:pt x="272" y="2972"/>
                    <a:pt x="775" y="3118"/>
                  </a:cubicBezTo>
                  <a:lnTo>
                    <a:pt x="30507" y="11634"/>
                  </a:lnTo>
                  <a:cubicBezTo>
                    <a:pt x="30595" y="11661"/>
                    <a:pt x="30684" y="11674"/>
                    <a:pt x="30772" y="11674"/>
                  </a:cubicBezTo>
                  <a:cubicBezTo>
                    <a:pt x="31160" y="11674"/>
                    <a:pt x="31514" y="11420"/>
                    <a:pt x="31616" y="11028"/>
                  </a:cubicBezTo>
                  <a:lnTo>
                    <a:pt x="32202" y="9040"/>
                  </a:lnTo>
                  <a:lnTo>
                    <a:pt x="712" y="1"/>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5" name="Google Shape;355;p48"/>
            <p:cNvSpPr/>
            <p:nvPr/>
          </p:nvSpPr>
          <p:spPr>
            <a:xfrm>
              <a:off x="4399788" y="2891563"/>
              <a:ext cx="793025" cy="251575"/>
            </a:xfrm>
            <a:custGeom>
              <a:avLst/>
              <a:gdLst/>
              <a:ahLst/>
              <a:cxnLst/>
              <a:rect l="l" t="t" r="r" b="b"/>
              <a:pathLst>
                <a:path w="31721" h="10063" extrusionOk="0">
                  <a:moveTo>
                    <a:pt x="251" y="1"/>
                  </a:moveTo>
                  <a:lnTo>
                    <a:pt x="126" y="378"/>
                  </a:lnTo>
                  <a:cubicBezTo>
                    <a:pt x="0" y="859"/>
                    <a:pt x="272" y="1361"/>
                    <a:pt x="754" y="1507"/>
                  </a:cubicBezTo>
                  <a:lnTo>
                    <a:pt x="30486" y="10023"/>
                  </a:lnTo>
                  <a:cubicBezTo>
                    <a:pt x="30574" y="10050"/>
                    <a:pt x="30663" y="10063"/>
                    <a:pt x="30751" y="10063"/>
                  </a:cubicBezTo>
                  <a:cubicBezTo>
                    <a:pt x="31139" y="10063"/>
                    <a:pt x="31493" y="9809"/>
                    <a:pt x="31595" y="9417"/>
                  </a:cubicBezTo>
                  <a:lnTo>
                    <a:pt x="31721" y="9040"/>
                  </a:lnTo>
                  <a:lnTo>
                    <a:pt x="251" y="1"/>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6" name="Google Shape;356;p48"/>
            <p:cNvSpPr/>
            <p:nvPr/>
          </p:nvSpPr>
          <p:spPr>
            <a:xfrm>
              <a:off x="4444238" y="2812588"/>
              <a:ext cx="12600" cy="33500"/>
            </a:xfrm>
            <a:custGeom>
              <a:avLst/>
              <a:gdLst/>
              <a:ahLst/>
              <a:cxnLst/>
              <a:rect l="l" t="t" r="r" b="b"/>
              <a:pathLst>
                <a:path w="504" h="1340" extrusionOk="0">
                  <a:moveTo>
                    <a:pt x="378" y="0"/>
                  </a:moveTo>
                  <a:lnTo>
                    <a:pt x="1" y="1298"/>
                  </a:lnTo>
                  <a:lnTo>
                    <a:pt x="126" y="1340"/>
                  </a:lnTo>
                  <a:lnTo>
                    <a:pt x="503" y="42"/>
                  </a:lnTo>
                  <a:lnTo>
                    <a:pt x="378" y="0"/>
                  </a:lnTo>
                  <a:close/>
                </a:path>
              </a:pathLst>
            </a:custGeom>
            <a:solidFill>
              <a:srgbClr val="4D4D4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7" name="Google Shape;357;p48"/>
            <p:cNvSpPr/>
            <p:nvPr/>
          </p:nvSpPr>
          <p:spPr>
            <a:xfrm>
              <a:off x="4459413" y="2815213"/>
              <a:ext cx="8400" cy="17275"/>
            </a:xfrm>
            <a:custGeom>
              <a:avLst/>
              <a:gdLst/>
              <a:ahLst/>
              <a:cxnLst/>
              <a:rect l="l" t="t" r="r" b="b"/>
              <a:pathLst>
                <a:path w="336" h="691" extrusionOk="0">
                  <a:moveTo>
                    <a:pt x="189" y="0"/>
                  </a:moveTo>
                  <a:lnTo>
                    <a:pt x="1" y="649"/>
                  </a:lnTo>
                  <a:lnTo>
                    <a:pt x="147" y="691"/>
                  </a:lnTo>
                  <a:lnTo>
                    <a:pt x="335" y="42"/>
                  </a:lnTo>
                  <a:lnTo>
                    <a:pt x="189" y="0"/>
                  </a:lnTo>
                  <a:close/>
                </a:path>
              </a:pathLst>
            </a:custGeom>
            <a:solidFill>
              <a:srgbClr val="4D4D4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8" name="Google Shape;358;p48"/>
            <p:cNvSpPr/>
            <p:nvPr/>
          </p:nvSpPr>
          <p:spPr>
            <a:xfrm>
              <a:off x="4470938" y="2818863"/>
              <a:ext cx="7850" cy="16775"/>
            </a:xfrm>
            <a:custGeom>
              <a:avLst/>
              <a:gdLst/>
              <a:ahLst/>
              <a:cxnLst/>
              <a:rect l="l" t="t" r="r" b="b"/>
              <a:pathLst>
                <a:path w="314" h="671" extrusionOk="0">
                  <a:moveTo>
                    <a:pt x="188" y="1"/>
                  </a:moveTo>
                  <a:lnTo>
                    <a:pt x="0" y="649"/>
                  </a:lnTo>
                  <a:lnTo>
                    <a:pt x="126" y="670"/>
                  </a:lnTo>
                  <a:lnTo>
                    <a:pt x="314" y="21"/>
                  </a:lnTo>
                  <a:lnTo>
                    <a:pt x="188" y="1"/>
                  </a:lnTo>
                  <a:close/>
                </a:path>
              </a:pathLst>
            </a:custGeom>
            <a:solidFill>
              <a:srgbClr val="4D4D4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9" name="Google Shape;359;p48"/>
            <p:cNvSpPr/>
            <p:nvPr/>
          </p:nvSpPr>
          <p:spPr>
            <a:xfrm>
              <a:off x="4489763" y="2828813"/>
              <a:ext cx="7875" cy="17275"/>
            </a:xfrm>
            <a:custGeom>
              <a:avLst/>
              <a:gdLst/>
              <a:ahLst/>
              <a:cxnLst/>
              <a:rect l="l" t="t" r="r" b="b"/>
              <a:pathLst>
                <a:path w="315" h="691" extrusionOk="0">
                  <a:moveTo>
                    <a:pt x="189" y="0"/>
                  </a:moveTo>
                  <a:lnTo>
                    <a:pt x="0" y="649"/>
                  </a:lnTo>
                  <a:lnTo>
                    <a:pt x="126" y="691"/>
                  </a:lnTo>
                  <a:lnTo>
                    <a:pt x="314" y="42"/>
                  </a:lnTo>
                  <a:lnTo>
                    <a:pt x="189" y="0"/>
                  </a:lnTo>
                  <a:close/>
                </a:path>
              </a:pathLst>
            </a:custGeom>
            <a:solidFill>
              <a:srgbClr val="4D4D4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0" name="Google Shape;360;p48"/>
            <p:cNvSpPr/>
            <p:nvPr/>
          </p:nvSpPr>
          <p:spPr>
            <a:xfrm>
              <a:off x="4506488" y="2837688"/>
              <a:ext cx="7875" cy="17300"/>
            </a:xfrm>
            <a:custGeom>
              <a:avLst/>
              <a:gdLst/>
              <a:ahLst/>
              <a:cxnLst/>
              <a:rect l="l" t="t" r="r" b="b"/>
              <a:pathLst>
                <a:path w="315" h="692" extrusionOk="0">
                  <a:moveTo>
                    <a:pt x="189" y="1"/>
                  </a:moveTo>
                  <a:lnTo>
                    <a:pt x="1" y="649"/>
                  </a:lnTo>
                  <a:lnTo>
                    <a:pt x="126" y="691"/>
                  </a:lnTo>
                  <a:lnTo>
                    <a:pt x="315" y="43"/>
                  </a:lnTo>
                  <a:lnTo>
                    <a:pt x="189" y="1"/>
                  </a:lnTo>
                  <a:close/>
                </a:path>
              </a:pathLst>
            </a:custGeom>
            <a:solidFill>
              <a:srgbClr val="4D4D4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1" name="Google Shape;361;p48"/>
            <p:cNvSpPr/>
            <p:nvPr/>
          </p:nvSpPr>
          <p:spPr>
            <a:xfrm>
              <a:off x="4499688" y="2828288"/>
              <a:ext cx="12575" cy="33500"/>
            </a:xfrm>
            <a:custGeom>
              <a:avLst/>
              <a:gdLst/>
              <a:ahLst/>
              <a:cxnLst/>
              <a:rect l="l" t="t" r="r" b="b"/>
              <a:pathLst>
                <a:path w="503" h="1340" extrusionOk="0">
                  <a:moveTo>
                    <a:pt x="357" y="0"/>
                  </a:moveTo>
                  <a:lnTo>
                    <a:pt x="1" y="1297"/>
                  </a:lnTo>
                  <a:lnTo>
                    <a:pt x="126" y="1339"/>
                  </a:lnTo>
                  <a:lnTo>
                    <a:pt x="503" y="42"/>
                  </a:lnTo>
                  <a:lnTo>
                    <a:pt x="357" y="0"/>
                  </a:lnTo>
                  <a:close/>
                </a:path>
              </a:pathLst>
            </a:custGeom>
            <a:solidFill>
              <a:srgbClr val="4D4D4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2" name="Google Shape;362;p48"/>
            <p:cNvSpPr/>
            <p:nvPr/>
          </p:nvSpPr>
          <p:spPr>
            <a:xfrm>
              <a:off x="4514863" y="2831413"/>
              <a:ext cx="8400" cy="17300"/>
            </a:xfrm>
            <a:custGeom>
              <a:avLst/>
              <a:gdLst/>
              <a:ahLst/>
              <a:cxnLst/>
              <a:rect l="l" t="t" r="r" b="b"/>
              <a:pathLst>
                <a:path w="336" h="692" extrusionOk="0">
                  <a:moveTo>
                    <a:pt x="189" y="1"/>
                  </a:moveTo>
                  <a:lnTo>
                    <a:pt x="1" y="649"/>
                  </a:lnTo>
                  <a:lnTo>
                    <a:pt x="147" y="691"/>
                  </a:lnTo>
                  <a:lnTo>
                    <a:pt x="335" y="43"/>
                  </a:lnTo>
                  <a:lnTo>
                    <a:pt x="189" y="1"/>
                  </a:lnTo>
                  <a:close/>
                </a:path>
              </a:pathLst>
            </a:custGeom>
            <a:solidFill>
              <a:srgbClr val="4D4D4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3" name="Google Shape;363;p48"/>
            <p:cNvSpPr/>
            <p:nvPr/>
          </p:nvSpPr>
          <p:spPr>
            <a:xfrm>
              <a:off x="4503888" y="2830363"/>
              <a:ext cx="7875" cy="17300"/>
            </a:xfrm>
            <a:custGeom>
              <a:avLst/>
              <a:gdLst/>
              <a:ahLst/>
              <a:cxnLst/>
              <a:rect l="l" t="t" r="r" b="b"/>
              <a:pathLst>
                <a:path w="315" h="692" extrusionOk="0">
                  <a:moveTo>
                    <a:pt x="168" y="1"/>
                  </a:moveTo>
                  <a:lnTo>
                    <a:pt x="0" y="649"/>
                  </a:lnTo>
                  <a:lnTo>
                    <a:pt x="126" y="691"/>
                  </a:lnTo>
                  <a:lnTo>
                    <a:pt x="314" y="43"/>
                  </a:lnTo>
                  <a:lnTo>
                    <a:pt x="168" y="1"/>
                  </a:lnTo>
                  <a:close/>
                </a:path>
              </a:pathLst>
            </a:custGeom>
            <a:solidFill>
              <a:srgbClr val="4D4D4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4" name="Google Shape;364;p48"/>
            <p:cNvSpPr/>
            <p:nvPr/>
          </p:nvSpPr>
          <p:spPr>
            <a:xfrm>
              <a:off x="4536838" y="2837688"/>
              <a:ext cx="8400" cy="16775"/>
            </a:xfrm>
            <a:custGeom>
              <a:avLst/>
              <a:gdLst/>
              <a:ahLst/>
              <a:cxnLst/>
              <a:rect l="l" t="t" r="r" b="b"/>
              <a:pathLst>
                <a:path w="336" h="671" extrusionOk="0">
                  <a:moveTo>
                    <a:pt x="189" y="1"/>
                  </a:moveTo>
                  <a:lnTo>
                    <a:pt x="0" y="649"/>
                  </a:lnTo>
                  <a:lnTo>
                    <a:pt x="147" y="670"/>
                  </a:lnTo>
                  <a:lnTo>
                    <a:pt x="335" y="22"/>
                  </a:lnTo>
                  <a:lnTo>
                    <a:pt x="189" y="1"/>
                  </a:lnTo>
                  <a:close/>
                </a:path>
              </a:pathLst>
            </a:custGeom>
            <a:solidFill>
              <a:srgbClr val="4D4D4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5" name="Google Shape;365;p48"/>
            <p:cNvSpPr/>
            <p:nvPr/>
          </p:nvSpPr>
          <p:spPr>
            <a:xfrm>
              <a:off x="4548338" y="2840838"/>
              <a:ext cx="7875" cy="17275"/>
            </a:xfrm>
            <a:custGeom>
              <a:avLst/>
              <a:gdLst/>
              <a:ahLst/>
              <a:cxnLst/>
              <a:rect l="l" t="t" r="r" b="b"/>
              <a:pathLst>
                <a:path w="315" h="691" extrusionOk="0">
                  <a:moveTo>
                    <a:pt x="189" y="0"/>
                  </a:moveTo>
                  <a:lnTo>
                    <a:pt x="1" y="649"/>
                  </a:lnTo>
                  <a:lnTo>
                    <a:pt x="126" y="691"/>
                  </a:lnTo>
                  <a:lnTo>
                    <a:pt x="315" y="42"/>
                  </a:lnTo>
                  <a:lnTo>
                    <a:pt x="189" y="0"/>
                  </a:lnTo>
                  <a:close/>
                </a:path>
              </a:pathLst>
            </a:custGeom>
            <a:solidFill>
              <a:srgbClr val="4D4D4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6" name="Google Shape;366;p48"/>
            <p:cNvSpPr/>
            <p:nvPr/>
          </p:nvSpPr>
          <p:spPr>
            <a:xfrm>
              <a:off x="4554613" y="2843963"/>
              <a:ext cx="13100" cy="33500"/>
            </a:xfrm>
            <a:custGeom>
              <a:avLst/>
              <a:gdLst/>
              <a:ahLst/>
              <a:cxnLst/>
              <a:rect l="l" t="t" r="r" b="b"/>
              <a:pathLst>
                <a:path w="524" h="1340" extrusionOk="0">
                  <a:moveTo>
                    <a:pt x="377" y="1"/>
                  </a:moveTo>
                  <a:lnTo>
                    <a:pt x="1" y="1298"/>
                  </a:lnTo>
                  <a:lnTo>
                    <a:pt x="147" y="1340"/>
                  </a:lnTo>
                  <a:lnTo>
                    <a:pt x="524" y="43"/>
                  </a:lnTo>
                  <a:lnTo>
                    <a:pt x="377" y="1"/>
                  </a:lnTo>
                  <a:close/>
                </a:path>
              </a:pathLst>
            </a:custGeom>
            <a:solidFill>
              <a:srgbClr val="4D4D4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7" name="Google Shape;367;p48"/>
            <p:cNvSpPr/>
            <p:nvPr/>
          </p:nvSpPr>
          <p:spPr>
            <a:xfrm>
              <a:off x="4570838" y="2847638"/>
              <a:ext cx="7875" cy="16750"/>
            </a:xfrm>
            <a:custGeom>
              <a:avLst/>
              <a:gdLst/>
              <a:ahLst/>
              <a:cxnLst/>
              <a:rect l="l" t="t" r="r" b="b"/>
              <a:pathLst>
                <a:path w="315" h="670" extrusionOk="0">
                  <a:moveTo>
                    <a:pt x="189" y="0"/>
                  </a:moveTo>
                  <a:lnTo>
                    <a:pt x="0" y="649"/>
                  </a:lnTo>
                  <a:lnTo>
                    <a:pt x="126" y="670"/>
                  </a:lnTo>
                  <a:lnTo>
                    <a:pt x="314" y="21"/>
                  </a:lnTo>
                  <a:lnTo>
                    <a:pt x="189" y="0"/>
                  </a:lnTo>
                  <a:close/>
                </a:path>
              </a:pathLst>
            </a:custGeom>
            <a:solidFill>
              <a:srgbClr val="4D4D4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8" name="Google Shape;368;p48"/>
            <p:cNvSpPr/>
            <p:nvPr/>
          </p:nvSpPr>
          <p:spPr>
            <a:xfrm>
              <a:off x="4581288" y="2850238"/>
              <a:ext cx="8400" cy="17300"/>
            </a:xfrm>
            <a:custGeom>
              <a:avLst/>
              <a:gdLst/>
              <a:ahLst/>
              <a:cxnLst/>
              <a:rect l="l" t="t" r="r" b="b"/>
              <a:pathLst>
                <a:path w="336" h="692" extrusionOk="0">
                  <a:moveTo>
                    <a:pt x="189" y="1"/>
                  </a:moveTo>
                  <a:lnTo>
                    <a:pt x="1" y="650"/>
                  </a:lnTo>
                  <a:lnTo>
                    <a:pt x="147" y="691"/>
                  </a:lnTo>
                  <a:lnTo>
                    <a:pt x="336" y="43"/>
                  </a:lnTo>
                  <a:lnTo>
                    <a:pt x="189" y="1"/>
                  </a:lnTo>
                  <a:close/>
                </a:path>
              </a:pathLst>
            </a:custGeom>
            <a:solidFill>
              <a:srgbClr val="4D4D4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9" name="Google Shape;369;p48"/>
            <p:cNvSpPr/>
            <p:nvPr/>
          </p:nvSpPr>
          <p:spPr>
            <a:xfrm>
              <a:off x="4600663" y="2860713"/>
              <a:ext cx="7850" cy="17275"/>
            </a:xfrm>
            <a:custGeom>
              <a:avLst/>
              <a:gdLst/>
              <a:ahLst/>
              <a:cxnLst/>
              <a:rect l="l" t="t" r="r" b="b"/>
              <a:pathLst>
                <a:path w="314" h="691" extrusionOk="0">
                  <a:moveTo>
                    <a:pt x="188" y="0"/>
                  </a:moveTo>
                  <a:lnTo>
                    <a:pt x="0" y="649"/>
                  </a:lnTo>
                  <a:lnTo>
                    <a:pt x="126" y="691"/>
                  </a:lnTo>
                  <a:lnTo>
                    <a:pt x="314" y="42"/>
                  </a:lnTo>
                  <a:lnTo>
                    <a:pt x="188" y="0"/>
                  </a:lnTo>
                  <a:close/>
                </a:path>
              </a:pathLst>
            </a:custGeom>
            <a:solidFill>
              <a:srgbClr val="4D4D4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0" name="Google Shape;370;p48"/>
            <p:cNvSpPr/>
            <p:nvPr/>
          </p:nvSpPr>
          <p:spPr>
            <a:xfrm>
              <a:off x="4603788" y="2856538"/>
              <a:ext cx="7875" cy="17275"/>
            </a:xfrm>
            <a:custGeom>
              <a:avLst/>
              <a:gdLst/>
              <a:ahLst/>
              <a:cxnLst/>
              <a:rect l="l" t="t" r="r" b="b"/>
              <a:pathLst>
                <a:path w="315" h="691" extrusionOk="0">
                  <a:moveTo>
                    <a:pt x="189" y="0"/>
                  </a:moveTo>
                  <a:lnTo>
                    <a:pt x="1" y="649"/>
                  </a:lnTo>
                  <a:lnTo>
                    <a:pt x="126" y="690"/>
                  </a:lnTo>
                  <a:lnTo>
                    <a:pt x="314" y="42"/>
                  </a:lnTo>
                  <a:lnTo>
                    <a:pt x="189" y="0"/>
                  </a:lnTo>
                  <a:close/>
                </a:path>
              </a:pathLst>
            </a:custGeom>
            <a:solidFill>
              <a:srgbClr val="4D4D4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1" name="Google Shape;371;p48"/>
            <p:cNvSpPr/>
            <p:nvPr/>
          </p:nvSpPr>
          <p:spPr>
            <a:xfrm>
              <a:off x="4610063" y="2859663"/>
              <a:ext cx="12575" cy="33500"/>
            </a:xfrm>
            <a:custGeom>
              <a:avLst/>
              <a:gdLst/>
              <a:ahLst/>
              <a:cxnLst/>
              <a:rect l="l" t="t" r="r" b="b"/>
              <a:pathLst>
                <a:path w="503" h="1340" extrusionOk="0">
                  <a:moveTo>
                    <a:pt x="377" y="1"/>
                  </a:moveTo>
                  <a:lnTo>
                    <a:pt x="1" y="1298"/>
                  </a:lnTo>
                  <a:lnTo>
                    <a:pt x="126" y="1340"/>
                  </a:lnTo>
                  <a:lnTo>
                    <a:pt x="503" y="42"/>
                  </a:lnTo>
                  <a:lnTo>
                    <a:pt x="377" y="1"/>
                  </a:lnTo>
                  <a:close/>
                </a:path>
              </a:pathLst>
            </a:custGeom>
            <a:solidFill>
              <a:srgbClr val="4D4D4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2" name="Google Shape;372;p48"/>
            <p:cNvSpPr/>
            <p:nvPr/>
          </p:nvSpPr>
          <p:spPr>
            <a:xfrm>
              <a:off x="4625763" y="2863338"/>
              <a:ext cx="7875" cy="16750"/>
            </a:xfrm>
            <a:custGeom>
              <a:avLst/>
              <a:gdLst/>
              <a:ahLst/>
              <a:cxnLst/>
              <a:rect l="l" t="t" r="r" b="b"/>
              <a:pathLst>
                <a:path w="315" h="670" extrusionOk="0">
                  <a:moveTo>
                    <a:pt x="189" y="0"/>
                  </a:moveTo>
                  <a:lnTo>
                    <a:pt x="0" y="649"/>
                  </a:lnTo>
                  <a:lnTo>
                    <a:pt x="147" y="670"/>
                  </a:lnTo>
                  <a:lnTo>
                    <a:pt x="314" y="21"/>
                  </a:lnTo>
                  <a:lnTo>
                    <a:pt x="189" y="0"/>
                  </a:lnTo>
                  <a:close/>
                </a:path>
              </a:pathLst>
            </a:custGeom>
            <a:solidFill>
              <a:srgbClr val="4D4D4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3" name="Google Shape;373;p48"/>
            <p:cNvSpPr/>
            <p:nvPr/>
          </p:nvSpPr>
          <p:spPr>
            <a:xfrm>
              <a:off x="4649288" y="2877963"/>
              <a:ext cx="8400" cy="17300"/>
            </a:xfrm>
            <a:custGeom>
              <a:avLst/>
              <a:gdLst/>
              <a:ahLst/>
              <a:cxnLst/>
              <a:rect l="l" t="t" r="r" b="b"/>
              <a:pathLst>
                <a:path w="336" h="692" extrusionOk="0">
                  <a:moveTo>
                    <a:pt x="189" y="1"/>
                  </a:moveTo>
                  <a:lnTo>
                    <a:pt x="1" y="650"/>
                  </a:lnTo>
                  <a:lnTo>
                    <a:pt x="147" y="691"/>
                  </a:lnTo>
                  <a:lnTo>
                    <a:pt x="336" y="43"/>
                  </a:lnTo>
                  <a:lnTo>
                    <a:pt x="189" y="1"/>
                  </a:lnTo>
                  <a:close/>
                </a:path>
              </a:pathLst>
            </a:custGeom>
            <a:solidFill>
              <a:srgbClr val="4D4D4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4" name="Google Shape;374;p48"/>
            <p:cNvSpPr/>
            <p:nvPr/>
          </p:nvSpPr>
          <p:spPr>
            <a:xfrm>
              <a:off x="4647738" y="2869088"/>
              <a:ext cx="7875" cy="17275"/>
            </a:xfrm>
            <a:custGeom>
              <a:avLst/>
              <a:gdLst/>
              <a:ahLst/>
              <a:cxnLst/>
              <a:rect l="l" t="t" r="r" b="b"/>
              <a:pathLst>
                <a:path w="315" h="691" extrusionOk="0">
                  <a:moveTo>
                    <a:pt x="189" y="0"/>
                  </a:moveTo>
                  <a:lnTo>
                    <a:pt x="0" y="649"/>
                  </a:lnTo>
                  <a:lnTo>
                    <a:pt x="147" y="691"/>
                  </a:lnTo>
                  <a:lnTo>
                    <a:pt x="314" y="42"/>
                  </a:lnTo>
                  <a:lnTo>
                    <a:pt x="189" y="0"/>
                  </a:lnTo>
                  <a:close/>
                </a:path>
              </a:pathLst>
            </a:custGeom>
            <a:solidFill>
              <a:srgbClr val="4D4D4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5" name="Google Shape;375;p48"/>
            <p:cNvSpPr/>
            <p:nvPr/>
          </p:nvSpPr>
          <p:spPr>
            <a:xfrm>
              <a:off x="4659238" y="2872738"/>
              <a:ext cx="7875" cy="17300"/>
            </a:xfrm>
            <a:custGeom>
              <a:avLst/>
              <a:gdLst/>
              <a:ahLst/>
              <a:cxnLst/>
              <a:rect l="l" t="t" r="r" b="b"/>
              <a:pathLst>
                <a:path w="315" h="692" extrusionOk="0">
                  <a:moveTo>
                    <a:pt x="189" y="1"/>
                  </a:moveTo>
                  <a:lnTo>
                    <a:pt x="1" y="649"/>
                  </a:lnTo>
                  <a:lnTo>
                    <a:pt x="126" y="691"/>
                  </a:lnTo>
                  <a:lnTo>
                    <a:pt x="314" y="42"/>
                  </a:lnTo>
                  <a:lnTo>
                    <a:pt x="189" y="1"/>
                  </a:lnTo>
                  <a:close/>
                </a:path>
              </a:pathLst>
            </a:custGeom>
            <a:solidFill>
              <a:srgbClr val="4D4D4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6" name="Google Shape;376;p48"/>
            <p:cNvSpPr/>
            <p:nvPr/>
          </p:nvSpPr>
          <p:spPr>
            <a:xfrm>
              <a:off x="4679638" y="2888963"/>
              <a:ext cx="12575" cy="33500"/>
            </a:xfrm>
            <a:custGeom>
              <a:avLst/>
              <a:gdLst/>
              <a:ahLst/>
              <a:cxnLst/>
              <a:rect l="l" t="t" r="r" b="b"/>
              <a:pathLst>
                <a:path w="503" h="1340" extrusionOk="0">
                  <a:moveTo>
                    <a:pt x="377" y="0"/>
                  </a:moveTo>
                  <a:lnTo>
                    <a:pt x="1" y="1298"/>
                  </a:lnTo>
                  <a:lnTo>
                    <a:pt x="126" y="1339"/>
                  </a:lnTo>
                  <a:lnTo>
                    <a:pt x="503" y="42"/>
                  </a:lnTo>
                  <a:lnTo>
                    <a:pt x="377" y="0"/>
                  </a:lnTo>
                  <a:close/>
                </a:path>
              </a:pathLst>
            </a:custGeom>
            <a:solidFill>
              <a:srgbClr val="4D4D4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7" name="Google Shape;377;p48"/>
            <p:cNvSpPr/>
            <p:nvPr/>
          </p:nvSpPr>
          <p:spPr>
            <a:xfrm>
              <a:off x="4681213" y="2879013"/>
              <a:ext cx="7875" cy="17300"/>
            </a:xfrm>
            <a:custGeom>
              <a:avLst/>
              <a:gdLst/>
              <a:ahLst/>
              <a:cxnLst/>
              <a:rect l="l" t="t" r="r" b="b"/>
              <a:pathLst>
                <a:path w="315" h="692" extrusionOk="0">
                  <a:moveTo>
                    <a:pt x="189" y="1"/>
                  </a:moveTo>
                  <a:lnTo>
                    <a:pt x="0" y="649"/>
                  </a:lnTo>
                  <a:lnTo>
                    <a:pt x="126" y="691"/>
                  </a:lnTo>
                  <a:lnTo>
                    <a:pt x="314" y="43"/>
                  </a:lnTo>
                  <a:lnTo>
                    <a:pt x="189" y="1"/>
                  </a:lnTo>
                  <a:close/>
                </a:path>
              </a:pathLst>
            </a:custGeom>
            <a:solidFill>
              <a:srgbClr val="4D4D4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8" name="Google Shape;378;p48"/>
            <p:cNvSpPr/>
            <p:nvPr/>
          </p:nvSpPr>
          <p:spPr>
            <a:xfrm>
              <a:off x="4692188" y="2882163"/>
              <a:ext cx="8400" cy="17275"/>
            </a:xfrm>
            <a:custGeom>
              <a:avLst/>
              <a:gdLst/>
              <a:ahLst/>
              <a:cxnLst/>
              <a:rect l="l" t="t" r="r" b="b"/>
              <a:pathLst>
                <a:path w="336" h="691" extrusionOk="0">
                  <a:moveTo>
                    <a:pt x="189" y="0"/>
                  </a:moveTo>
                  <a:lnTo>
                    <a:pt x="1" y="649"/>
                  </a:lnTo>
                  <a:lnTo>
                    <a:pt x="147" y="691"/>
                  </a:lnTo>
                  <a:lnTo>
                    <a:pt x="335" y="42"/>
                  </a:lnTo>
                  <a:lnTo>
                    <a:pt x="189" y="0"/>
                  </a:lnTo>
                  <a:close/>
                </a:path>
              </a:pathLst>
            </a:custGeom>
            <a:solidFill>
              <a:srgbClr val="4D4D4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9" name="Google Shape;379;p48"/>
            <p:cNvSpPr/>
            <p:nvPr/>
          </p:nvSpPr>
          <p:spPr>
            <a:xfrm>
              <a:off x="4703188" y="2885288"/>
              <a:ext cx="8375" cy="17300"/>
            </a:xfrm>
            <a:custGeom>
              <a:avLst/>
              <a:gdLst/>
              <a:ahLst/>
              <a:cxnLst/>
              <a:rect l="l" t="t" r="r" b="b"/>
              <a:pathLst>
                <a:path w="335" h="692" extrusionOk="0">
                  <a:moveTo>
                    <a:pt x="188" y="1"/>
                  </a:moveTo>
                  <a:lnTo>
                    <a:pt x="0" y="649"/>
                  </a:lnTo>
                  <a:lnTo>
                    <a:pt x="147" y="691"/>
                  </a:lnTo>
                  <a:lnTo>
                    <a:pt x="335" y="43"/>
                  </a:lnTo>
                  <a:lnTo>
                    <a:pt x="188" y="1"/>
                  </a:lnTo>
                  <a:close/>
                </a:path>
              </a:pathLst>
            </a:custGeom>
            <a:solidFill>
              <a:srgbClr val="4D4D4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0" name="Google Shape;380;p48"/>
            <p:cNvSpPr/>
            <p:nvPr/>
          </p:nvSpPr>
          <p:spPr>
            <a:xfrm>
              <a:off x="4729863" y="2902563"/>
              <a:ext cx="7875" cy="17275"/>
            </a:xfrm>
            <a:custGeom>
              <a:avLst/>
              <a:gdLst/>
              <a:ahLst/>
              <a:cxnLst/>
              <a:rect l="l" t="t" r="r" b="b"/>
              <a:pathLst>
                <a:path w="315" h="691" extrusionOk="0">
                  <a:moveTo>
                    <a:pt x="189" y="0"/>
                  </a:moveTo>
                  <a:lnTo>
                    <a:pt x="0" y="649"/>
                  </a:lnTo>
                  <a:lnTo>
                    <a:pt x="126" y="691"/>
                  </a:lnTo>
                  <a:lnTo>
                    <a:pt x="314" y="42"/>
                  </a:lnTo>
                  <a:lnTo>
                    <a:pt x="189" y="0"/>
                  </a:lnTo>
                  <a:close/>
                </a:path>
              </a:pathLst>
            </a:custGeom>
            <a:solidFill>
              <a:srgbClr val="4D4D4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1" name="Google Shape;381;p48"/>
            <p:cNvSpPr/>
            <p:nvPr/>
          </p:nvSpPr>
          <p:spPr>
            <a:xfrm>
              <a:off x="4720963" y="2891563"/>
              <a:ext cx="12575" cy="33500"/>
            </a:xfrm>
            <a:custGeom>
              <a:avLst/>
              <a:gdLst/>
              <a:ahLst/>
              <a:cxnLst/>
              <a:rect l="l" t="t" r="r" b="b"/>
              <a:pathLst>
                <a:path w="503" h="1340" extrusionOk="0">
                  <a:moveTo>
                    <a:pt x="377" y="1"/>
                  </a:moveTo>
                  <a:lnTo>
                    <a:pt x="1" y="1298"/>
                  </a:lnTo>
                  <a:lnTo>
                    <a:pt x="126" y="1340"/>
                  </a:lnTo>
                  <a:lnTo>
                    <a:pt x="503" y="43"/>
                  </a:lnTo>
                  <a:lnTo>
                    <a:pt x="377" y="1"/>
                  </a:lnTo>
                  <a:close/>
                </a:path>
              </a:pathLst>
            </a:custGeom>
            <a:solidFill>
              <a:srgbClr val="4D4D4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2" name="Google Shape;382;p48"/>
            <p:cNvSpPr/>
            <p:nvPr/>
          </p:nvSpPr>
          <p:spPr>
            <a:xfrm>
              <a:off x="4736663" y="2894713"/>
              <a:ext cx="7875" cy="17275"/>
            </a:xfrm>
            <a:custGeom>
              <a:avLst/>
              <a:gdLst/>
              <a:ahLst/>
              <a:cxnLst/>
              <a:rect l="l" t="t" r="r" b="b"/>
              <a:pathLst>
                <a:path w="315" h="691" extrusionOk="0">
                  <a:moveTo>
                    <a:pt x="189" y="0"/>
                  </a:moveTo>
                  <a:lnTo>
                    <a:pt x="0" y="649"/>
                  </a:lnTo>
                  <a:lnTo>
                    <a:pt x="126" y="691"/>
                  </a:lnTo>
                  <a:lnTo>
                    <a:pt x="314" y="42"/>
                  </a:lnTo>
                  <a:lnTo>
                    <a:pt x="189" y="0"/>
                  </a:lnTo>
                  <a:close/>
                </a:path>
              </a:pathLst>
            </a:custGeom>
            <a:solidFill>
              <a:srgbClr val="4D4D4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3" name="Google Shape;383;p48"/>
            <p:cNvSpPr/>
            <p:nvPr/>
          </p:nvSpPr>
          <p:spPr>
            <a:xfrm>
              <a:off x="4747638" y="2897838"/>
              <a:ext cx="7875" cy="17300"/>
            </a:xfrm>
            <a:custGeom>
              <a:avLst/>
              <a:gdLst/>
              <a:ahLst/>
              <a:cxnLst/>
              <a:rect l="l" t="t" r="r" b="b"/>
              <a:pathLst>
                <a:path w="315" h="692" extrusionOk="0">
                  <a:moveTo>
                    <a:pt x="189" y="1"/>
                  </a:moveTo>
                  <a:lnTo>
                    <a:pt x="1" y="650"/>
                  </a:lnTo>
                  <a:lnTo>
                    <a:pt x="126" y="691"/>
                  </a:lnTo>
                  <a:lnTo>
                    <a:pt x="314" y="43"/>
                  </a:lnTo>
                  <a:lnTo>
                    <a:pt x="189" y="1"/>
                  </a:lnTo>
                  <a:close/>
                </a:path>
              </a:pathLst>
            </a:custGeom>
            <a:solidFill>
              <a:srgbClr val="4D4D4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4" name="Google Shape;384;p48"/>
            <p:cNvSpPr/>
            <p:nvPr/>
          </p:nvSpPr>
          <p:spPr>
            <a:xfrm>
              <a:off x="4758638" y="2900988"/>
              <a:ext cx="8375" cy="17275"/>
            </a:xfrm>
            <a:custGeom>
              <a:avLst/>
              <a:gdLst/>
              <a:ahLst/>
              <a:cxnLst/>
              <a:rect l="l" t="t" r="r" b="b"/>
              <a:pathLst>
                <a:path w="335" h="691" extrusionOk="0">
                  <a:moveTo>
                    <a:pt x="188" y="1"/>
                  </a:moveTo>
                  <a:lnTo>
                    <a:pt x="0" y="649"/>
                  </a:lnTo>
                  <a:lnTo>
                    <a:pt x="146" y="691"/>
                  </a:lnTo>
                  <a:lnTo>
                    <a:pt x="335" y="42"/>
                  </a:lnTo>
                  <a:lnTo>
                    <a:pt x="188" y="1"/>
                  </a:lnTo>
                  <a:close/>
                </a:path>
              </a:pathLst>
            </a:custGeom>
            <a:solidFill>
              <a:srgbClr val="4D4D4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5" name="Google Shape;385;p48"/>
            <p:cNvSpPr/>
            <p:nvPr/>
          </p:nvSpPr>
          <p:spPr>
            <a:xfrm>
              <a:off x="4769613" y="2904138"/>
              <a:ext cx="7875" cy="17275"/>
            </a:xfrm>
            <a:custGeom>
              <a:avLst/>
              <a:gdLst/>
              <a:ahLst/>
              <a:cxnLst/>
              <a:rect l="l" t="t" r="r" b="b"/>
              <a:pathLst>
                <a:path w="315" h="691" extrusionOk="0">
                  <a:moveTo>
                    <a:pt x="189" y="0"/>
                  </a:moveTo>
                  <a:lnTo>
                    <a:pt x="0" y="649"/>
                  </a:lnTo>
                  <a:lnTo>
                    <a:pt x="147" y="691"/>
                  </a:lnTo>
                  <a:lnTo>
                    <a:pt x="314" y="42"/>
                  </a:lnTo>
                  <a:lnTo>
                    <a:pt x="189" y="0"/>
                  </a:lnTo>
                  <a:close/>
                </a:path>
              </a:pathLst>
            </a:custGeom>
            <a:solidFill>
              <a:srgbClr val="4D4D4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6" name="Google Shape;386;p48"/>
            <p:cNvSpPr/>
            <p:nvPr/>
          </p:nvSpPr>
          <p:spPr>
            <a:xfrm>
              <a:off x="4776413" y="2907788"/>
              <a:ext cx="12575" cy="32975"/>
            </a:xfrm>
            <a:custGeom>
              <a:avLst/>
              <a:gdLst/>
              <a:ahLst/>
              <a:cxnLst/>
              <a:rect l="l" t="t" r="r" b="b"/>
              <a:pathLst>
                <a:path w="503" h="1319" extrusionOk="0">
                  <a:moveTo>
                    <a:pt x="377" y="1"/>
                  </a:moveTo>
                  <a:lnTo>
                    <a:pt x="0" y="1298"/>
                  </a:lnTo>
                  <a:lnTo>
                    <a:pt x="126" y="1319"/>
                  </a:lnTo>
                  <a:lnTo>
                    <a:pt x="503" y="21"/>
                  </a:lnTo>
                  <a:lnTo>
                    <a:pt x="377" y="1"/>
                  </a:lnTo>
                  <a:close/>
                </a:path>
              </a:pathLst>
            </a:custGeom>
            <a:solidFill>
              <a:srgbClr val="4D4D4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7" name="Google Shape;387;p48"/>
            <p:cNvSpPr/>
            <p:nvPr/>
          </p:nvSpPr>
          <p:spPr>
            <a:xfrm>
              <a:off x="4791588" y="2910413"/>
              <a:ext cx="8375" cy="17275"/>
            </a:xfrm>
            <a:custGeom>
              <a:avLst/>
              <a:gdLst/>
              <a:ahLst/>
              <a:cxnLst/>
              <a:rect l="l" t="t" r="r" b="b"/>
              <a:pathLst>
                <a:path w="335" h="691" extrusionOk="0">
                  <a:moveTo>
                    <a:pt x="189" y="0"/>
                  </a:moveTo>
                  <a:lnTo>
                    <a:pt x="0" y="649"/>
                  </a:lnTo>
                  <a:lnTo>
                    <a:pt x="147" y="691"/>
                  </a:lnTo>
                  <a:lnTo>
                    <a:pt x="335" y="42"/>
                  </a:lnTo>
                  <a:lnTo>
                    <a:pt x="189" y="0"/>
                  </a:lnTo>
                  <a:close/>
                </a:path>
              </a:pathLst>
            </a:custGeom>
            <a:solidFill>
              <a:srgbClr val="4D4D4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8" name="Google Shape;388;p48"/>
            <p:cNvSpPr/>
            <p:nvPr/>
          </p:nvSpPr>
          <p:spPr>
            <a:xfrm>
              <a:off x="4803088" y="2913538"/>
              <a:ext cx="7875" cy="17300"/>
            </a:xfrm>
            <a:custGeom>
              <a:avLst/>
              <a:gdLst/>
              <a:ahLst/>
              <a:cxnLst/>
              <a:rect l="l" t="t" r="r" b="b"/>
              <a:pathLst>
                <a:path w="315" h="692" extrusionOk="0">
                  <a:moveTo>
                    <a:pt x="168" y="1"/>
                  </a:moveTo>
                  <a:lnTo>
                    <a:pt x="1" y="649"/>
                  </a:lnTo>
                  <a:lnTo>
                    <a:pt x="126" y="691"/>
                  </a:lnTo>
                  <a:lnTo>
                    <a:pt x="314" y="43"/>
                  </a:lnTo>
                  <a:lnTo>
                    <a:pt x="168" y="1"/>
                  </a:lnTo>
                  <a:close/>
                </a:path>
              </a:pathLst>
            </a:custGeom>
            <a:solidFill>
              <a:srgbClr val="4D4D4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9" name="Google Shape;389;p48"/>
            <p:cNvSpPr/>
            <p:nvPr/>
          </p:nvSpPr>
          <p:spPr>
            <a:xfrm>
              <a:off x="4814063" y="2917213"/>
              <a:ext cx="7875" cy="17275"/>
            </a:xfrm>
            <a:custGeom>
              <a:avLst/>
              <a:gdLst/>
              <a:ahLst/>
              <a:cxnLst/>
              <a:rect l="l" t="t" r="r" b="b"/>
              <a:pathLst>
                <a:path w="315" h="691" extrusionOk="0">
                  <a:moveTo>
                    <a:pt x="189" y="0"/>
                  </a:moveTo>
                  <a:lnTo>
                    <a:pt x="1" y="649"/>
                  </a:lnTo>
                  <a:lnTo>
                    <a:pt x="126" y="691"/>
                  </a:lnTo>
                  <a:lnTo>
                    <a:pt x="315" y="21"/>
                  </a:lnTo>
                  <a:lnTo>
                    <a:pt x="189" y="0"/>
                  </a:lnTo>
                  <a:close/>
                </a:path>
              </a:pathLst>
            </a:custGeom>
            <a:solidFill>
              <a:srgbClr val="4D4D4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0" name="Google Shape;390;p48"/>
            <p:cNvSpPr/>
            <p:nvPr/>
          </p:nvSpPr>
          <p:spPr>
            <a:xfrm>
              <a:off x="4825063" y="2919813"/>
              <a:ext cx="7875" cy="17300"/>
            </a:xfrm>
            <a:custGeom>
              <a:avLst/>
              <a:gdLst/>
              <a:ahLst/>
              <a:cxnLst/>
              <a:rect l="l" t="t" r="r" b="b"/>
              <a:pathLst>
                <a:path w="315" h="692" extrusionOk="0">
                  <a:moveTo>
                    <a:pt x="189" y="1"/>
                  </a:moveTo>
                  <a:lnTo>
                    <a:pt x="0" y="649"/>
                  </a:lnTo>
                  <a:lnTo>
                    <a:pt x="126" y="691"/>
                  </a:lnTo>
                  <a:lnTo>
                    <a:pt x="314" y="43"/>
                  </a:lnTo>
                  <a:lnTo>
                    <a:pt x="189" y="1"/>
                  </a:lnTo>
                  <a:close/>
                </a:path>
              </a:pathLst>
            </a:custGeom>
            <a:solidFill>
              <a:srgbClr val="4D4D4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1" name="Google Shape;391;p48"/>
            <p:cNvSpPr/>
            <p:nvPr/>
          </p:nvSpPr>
          <p:spPr>
            <a:xfrm>
              <a:off x="4831863" y="2923488"/>
              <a:ext cx="12575" cy="33500"/>
            </a:xfrm>
            <a:custGeom>
              <a:avLst/>
              <a:gdLst/>
              <a:ahLst/>
              <a:cxnLst/>
              <a:rect l="l" t="t" r="r" b="b"/>
              <a:pathLst>
                <a:path w="503" h="1340" extrusionOk="0">
                  <a:moveTo>
                    <a:pt x="356" y="0"/>
                  </a:moveTo>
                  <a:lnTo>
                    <a:pt x="0" y="1297"/>
                  </a:lnTo>
                  <a:lnTo>
                    <a:pt x="126" y="1339"/>
                  </a:lnTo>
                  <a:lnTo>
                    <a:pt x="502" y="42"/>
                  </a:lnTo>
                  <a:lnTo>
                    <a:pt x="356" y="0"/>
                  </a:lnTo>
                  <a:close/>
                </a:path>
              </a:pathLst>
            </a:custGeom>
            <a:solidFill>
              <a:srgbClr val="4D4D4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2" name="Google Shape;392;p48"/>
            <p:cNvSpPr/>
            <p:nvPr/>
          </p:nvSpPr>
          <p:spPr>
            <a:xfrm>
              <a:off x="4847038" y="2926613"/>
              <a:ext cx="8375" cy="17300"/>
            </a:xfrm>
            <a:custGeom>
              <a:avLst/>
              <a:gdLst/>
              <a:ahLst/>
              <a:cxnLst/>
              <a:rect l="l" t="t" r="r" b="b"/>
              <a:pathLst>
                <a:path w="335" h="692" extrusionOk="0">
                  <a:moveTo>
                    <a:pt x="188" y="1"/>
                  </a:moveTo>
                  <a:lnTo>
                    <a:pt x="0" y="649"/>
                  </a:lnTo>
                  <a:lnTo>
                    <a:pt x="147" y="691"/>
                  </a:lnTo>
                  <a:lnTo>
                    <a:pt x="335" y="43"/>
                  </a:lnTo>
                  <a:lnTo>
                    <a:pt x="188" y="1"/>
                  </a:lnTo>
                  <a:close/>
                </a:path>
              </a:pathLst>
            </a:custGeom>
            <a:solidFill>
              <a:srgbClr val="4D4D4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3" name="Google Shape;393;p48"/>
            <p:cNvSpPr/>
            <p:nvPr/>
          </p:nvSpPr>
          <p:spPr>
            <a:xfrm>
              <a:off x="4858538" y="2929763"/>
              <a:ext cx="7875" cy="17275"/>
            </a:xfrm>
            <a:custGeom>
              <a:avLst/>
              <a:gdLst/>
              <a:ahLst/>
              <a:cxnLst/>
              <a:rect l="l" t="t" r="r" b="b"/>
              <a:pathLst>
                <a:path w="315" h="691" extrusionOk="0">
                  <a:moveTo>
                    <a:pt x="189" y="0"/>
                  </a:moveTo>
                  <a:lnTo>
                    <a:pt x="0" y="649"/>
                  </a:lnTo>
                  <a:lnTo>
                    <a:pt x="126" y="691"/>
                  </a:lnTo>
                  <a:lnTo>
                    <a:pt x="314" y="42"/>
                  </a:lnTo>
                  <a:lnTo>
                    <a:pt x="189" y="0"/>
                  </a:lnTo>
                  <a:close/>
                </a:path>
              </a:pathLst>
            </a:custGeom>
            <a:solidFill>
              <a:srgbClr val="4D4D4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4" name="Google Shape;394;p48"/>
            <p:cNvSpPr/>
            <p:nvPr/>
          </p:nvSpPr>
          <p:spPr>
            <a:xfrm>
              <a:off x="4844938" y="2928713"/>
              <a:ext cx="7875" cy="17275"/>
            </a:xfrm>
            <a:custGeom>
              <a:avLst/>
              <a:gdLst/>
              <a:ahLst/>
              <a:cxnLst/>
              <a:rect l="l" t="t" r="r" b="b"/>
              <a:pathLst>
                <a:path w="315" h="691" extrusionOk="0">
                  <a:moveTo>
                    <a:pt x="189" y="0"/>
                  </a:moveTo>
                  <a:lnTo>
                    <a:pt x="0" y="649"/>
                  </a:lnTo>
                  <a:lnTo>
                    <a:pt x="147" y="691"/>
                  </a:lnTo>
                  <a:lnTo>
                    <a:pt x="314" y="42"/>
                  </a:lnTo>
                  <a:lnTo>
                    <a:pt x="189" y="0"/>
                  </a:lnTo>
                  <a:close/>
                </a:path>
              </a:pathLst>
            </a:custGeom>
            <a:solidFill>
              <a:srgbClr val="4D4D4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5" name="Google Shape;395;p48"/>
            <p:cNvSpPr/>
            <p:nvPr/>
          </p:nvSpPr>
          <p:spPr>
            <a:xfrm>
              <a:off x="4880513" y="2936038"/>
              <a:ext cx="7875" cy="17275"/>
            </a:xfrm>
            <a:custGeom>
              <a:avLst/>
              <a:gdLst/>
              <a:ahLst/>
              <a:cxnLst/>
              <a:rect l="l" t="t" r="r" b="b"/>
              <a:pathLst>
                <a:path w="315" h="691" extrusionOk="0">
                  <a:moveTo>
                    <a:pt x="189" y="0"/>
                  </a:moveTo>
                  <a:lnTo>
                    <a:pt x="0" y="649"/>
                  </a:lnTo>
                  <a:lnTo>
                    <a:pt x="126" y="691"/>
                  </a:lnTo>
                  <a:lnTo>
                    <a:pt x="314" y="42"/>
                  </a:lnTo>
                  <a:lnTo>
                    <a:pt x="189" y="0"/>
                  </a:lnTo>
                  <a:close/>
                </a:path>
              </a:pathLst>
            </a:custGeom>
            <a:solidFill>
              <a:srgbClr val="4D4D4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6" name="Google Shape;396;p48"/>
            <p:cNvSpPr/>
            <p:nvPr/>
          </p:nvSpPr>
          <p:spPr>
            <a:xfrm>
              <a:off x="4886788" y="2939163"/>
              <a:ext cx="12575" cy="33525"/>
            </a:xfrm>
            <a:custGeom>
              <a:avLst/>
              <a:gdLst/>
              <a:ahLst/>
              <a:cxnLst/>
              <a:rect l="l" t="t" r="r" b="b"/>
              <a:pathLst>
                <a:path w="503" h="1341" extrusionOk="0">
                  <a:moveTo>
                    <a:pt x="377" y="1"/>
                  </a:moveTo>
                  <a:lnTo>
                    <a:pt x="0" y="1298"/>
                  </a:lnTo>
                  <a:lnTo>
                    <a:pt x="126" y="1340"/>
                  </a:lnTo>
                  <a:lnTo>
                    <a:pt x="502" y="43"/>
                  </a:lnTo>
                  <a:lnTo>
                    <a:pt x="377" y="1"/>
                  </a:lnTo>
                  <a:close/>
                </a:path>
              </a:pathLst>
            </a:custGeom>
            <a:solidFill>
              <a:srgbClr val="4D4D4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7" name="Google Shape;397;p48"/>
            <p:cNvSpPr/>
            <p:nvPr/>
          </p:nvSpPr>
          <p:spPr>
            <a:xfrm>
              <a:off x="4902488" y="2942838"/>
              <a:ext cx="8375" cy="16750"/>
            </a:xfrm>
            <a:custGeom>
              <a:avLst/>
              <a:gdLst/>
              <a:ahLst/>
              <a:cxnLst/>
              <a:rect l="l" t="t" r="r" b="b"/>
              <a:pathLst>
                <a:path w="335" h="670" extrusionOk="0">
                  <a:moveTo>
                    <a:pt x="188" y="0"/>
                  </a:moveTo>
                  <a:lnTo>
                    <a:pt x="0" y="649"/>
                  </a:lnTo>
                  <a:lnTo>
                    <a:pt x="146" y="670"/>
                  </a:lnTo>
                  <a:lnTo>
                    <a:pt x="335" y="21"/>
                  </a:lnTo>
                  <a:lnTo>
                    <a:pt x="188" y="0"/>
                  </a:lnTo>
                  <a:close/>
                </a:path>
              </a:pathLst>
            </a:custGeom>
            <a:solidFill>
              <a:srgbClr val="4D4D4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8" name="Google Shape;398;p48"/>
            <p:cNvSpPr/>
            <p:nvPr/>
          </p:nvSpPr>
          <p:spPr>
            <a:xfrm>
              <a:off x="4929688" y="2960088"/>
              <a:ext cx="8375" cy="17300"/>
            </a:xfrm>
            <a:custGeom>
              <a:avLst/>
              <a:gdLst/>
              <a:ahLst/>
              <a:cxnLst/>
              <a:rect l="l" t="t" r="r" b="b"/>
              <a:pathLst>
                <a:path w="335" h="692" extrusionOk="0">
                  <a:moveTo>
                    <a:pt x="188" y="1"/>
                  </a:moveTo>
                  <a:lnTo>
                    <a:pt x="0" y="650"/>
                  </a:lnTo>
                  <a:lnTo>
                    <a:pt x="146" y="691"/>
                  </a:lnTo>
                  <a:lnTo>
                    <a:pt x="335" y="43"/>
                  </a:lnTo>
                  <a:lnTo>
                    <a:pt x="188" y="1"/>
                  </a:lnTo>
                  <a:close/>
                </a:path>
              </a:pathLst>
            </a:custGeom>
            <a:solidFill>
              <a:srgbClr val="4D4D4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9" name="Google Shape;399;p48"/>
            <p:cNvSpPr/>
            <p:nvPr/>
          </p:nvSpPr>
          <p:spPr>
            <a:xfrm>
              <a:off x="4924963" y="2949113"/>
              <a:ext cx="7875" cy="17275"/>
            </a:xfrm>
            <a:custGeom>
              <a:avLst/>
              <a:gdLst/>
              <a:ahLst/>
              <a:cxnLst/>
              <a:rect l="l" t="t" r="r" b="b"/>
              <a:pathLst>
                <a:path w="315" h="691" extrusionOk="0">
                  <a:moveTo>
                    <a:pt x="189" y="0"/>
                  </a:moveTo>
                  <a:lnTo>
                    <a:pt x="1" y="649"/>
                  </a:lnTo>
                  <a:lnTo>
                    <a:pt x="126" y="691"/>
                  </a:lnTo>
                  <a:lnTo>
                    <a:pt x="315" y="21"/>
                  </a:lnTo>
                  <a:lnTo>
                    <a:pt x="189" y="0"/>
                  </a:lnTo>
                  <a:close/>
                </a:path>
              </a:pathLst>
            </a:custGeom>
            <a:solidFill>
              <a:srgbClr val="4D4D4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0" name="Google Shape;400;p48"/>
            <p:cNvSpPr/>
            <p:nvPr/>
          </p:nvSpPr>
          <p:spPr>
            <a:xfrm>
              <a:off x="4935963" y="2952263"/>
              <a:ext cx="7850" cy="16750"/>
            </a:xfrm>
            <a:custGeom>
              <a:avLst/>
              <a:gdLst/>
              <a:ahLst/>
              <a:cxnLst/>
              <a:rect l="l" t="t" r="r" b="b"/>
              <a:pathLst>
                <a:path w="314" h="670" extrusionOk="0">
                  <a:moveTo>
                    <a:pt x="188" y="0"/>
                  </a:moveTo>
                  <a:lnTo>
                    <a:pt x="0" y="649"/>
                  </a:lnTo>
                  <a:lnTo>
                    <a:pt x="126" y="670"/>
                  </a:lnTo>
                  <a:lnTo>
                    <a:pt x="314" y="21"/>
                  </a:lnTo>
                  <a:lnTo>
                    <a:pt x="188" y="0"/>
                  </a:lnTo>
                  <a:close/>
                </a:path>
              </a:pathLst>
            </a:custGeom>
            <a:solidFill>
              <a:srgbClr val="4D4D4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1" name="Google Shape;401;p48"/>
            <p:cNvSpPr/>
            <p:nvPr/>
          </p:nvSpPr>
          <p:spPr>
            <a:xfrm>
              <a:off x="4942763" y="2955388"/>
              <a:ext cx="12575" cy="33500"/>
            </a:xfrm>
            <a:custGeom>
              <a:avLst/>
              <a:gdLst/>
              <a:ahLst/>
              <a:cxnLst/>
              <a:rect l="l" t="t" r="r" b="b"/>
              <a:pathLst>
                <a:path w="503" h="1340" extrusionOk="0">
                  <a:moveTo>
                    <a:pt x="356" y="1"/>
                  </a:moveTo>
                  <a:lnTo>
                    <a:pt x="0" y="1298"/>
                  </a:lnTo>
                  <a:lnTo>
                    <a:pt x="126" y="1340"/>
                  </a:lnTo>
                  <a:lnTo>
                    <a:pt x="502" y="42"/>
                  </a:lnTo>
                  <a:lnTo>
                    <a:pt x="356" y="1"/>
                  </a:lnTo>
                  <a:close/>
                </a:path>
              </a:pathLst>
            </a:custGeom>
            <a:solidFill>
              <a:srgbClr val="4D4D4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2" name="Google Shape;402;p48"/>
            <p:cNvSpPr/>
            <p:nvPr/>
          </p:nvSpPr>
          <p:spPr>
            <a:xfrm>
              <a:off x="4957913" y="2958538"/>
              <a:ext cx="8400" cy="17275"/>
            </a:xfrm>
            <a:custGeom>
              <a:avLst/>
              <a:gdLst/>
              <a:ahLst/>
              <a:cxnLst/>
              <a:rect l="l" t="t" r="r" b="b"/>
              <a:pathLst>
                <a:path w="336" h="691" extrusionOk="0">
                  <a:moveTo>
                    <a:pt x="189" y="0"/>
                  </a:moveTo>
                  <a:lnTo>
                    <a:pt x="1" y="649"/>
                  </a:lnTo>
                  <a:lnTo>
                    <a:pt x="147" y="691"/>
                  </a:lnTo>
                  <a:lnTo>
                    <a:pt x="336" y="42"/>
                  </a:lnTo>
                  <a:lnTo>
                    <a:pt x="189" y="0"/>
                  </a:lnTo>
                  <a:close/>
                </a:path>
              </a:pathLst>
            </a:custGeom>
            <a:solidFill>
              <a:srgbClr val="4D4D4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3" name="Google Shape;403;p48"/>
            <p:cNvSpPr/>
            <p:nvPr/>
          </p:nvSpPr>
          <p:spPr>
            <a:xfrm>
              <a:off x="4968913" y="2961138"/>
              <a:ext cx="7875" cy="17300"/>
            </a:xfrm>
            <a:custGeom>
              <a:avLst/>
              <a:gdLst/>
              <a:ahLst/>
              <a:cxnLst/>
              <a:rect l="l" t="t" r="r" b="b"/>
              <a:pathLst>
                <a:path w="315" h="692" extrusionOk="0">
                  <a:moveTo>
                    <a:pt x="189" y="1"/>
                  </a:moveTo>
                  <a:lnTo>
                    <a:pt x="0" y="649"/>
                  </a:lnTo>
                  <a:lnTo>
                    <a:pt x="126" y="691"/>
                  </a:lnTo>
                  <a:lnTo>
                    <a:pt x="314" y="43"/>
                  </a:lnTo>
                  <a:lnTo>
                    <a:pt x="189" y="1"/>
                  </a:lnTo>
                  <a:close/>
                </a:path>
              </a:pathLst>
            </a:custGeom>
            <a:solidFill>
              <a:srgbClr val="4D4D4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4" name="Google Shape;404;p48"/>
            <p:cNvSpPr/>
            <p:nvPr/>
          </p:nvSpPr>
          <p:spPr>
            <a:xfrm>
              <a:off x="4980413" y="2964813"/>
              <a:ext cx="7875" cy="17275"/>
            </a:xfrm>
            <a:custGeom>
              <a:avLst/>
              <a:gdLst/>
              <a:ahLst/>
              <a:cxnLst/>
              <a:rect l="l" t="t" r="r" b="b"/>
              <a:pathLst>
                <a:path w="315" h="691" extrusionOk="0">
                  <a:moveTo>
                    <a:pt x="189" y="0"/>
                  </a:moveTo>
                  <a:lnTo>
                    <a:pt x="1" y="649"/>
                  </a:lnTo>
                  <a:lnTo>
                    <a:pt x="126" y="691"/>
                  </a:lnTo>
                  <a:lnTo>
                    <a:pt x="314" y="42"/>
                  </a:lnTo>
                  <a:lnTo>
                    <a:pt x="189" y="0"/>
                  </a:lnTo>
                  <a:close/>
                </a:path>
              </a:pathLst>
            </a:custGeom>
            <a:solidFill>
              <a:srgbClr val="4D4D4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5" name="Google Shape;405;p48"/>
            <p:cNvSpPr/>
            <p:nvPr/>
          </p:nvSpPr>
          <p:spPr>
            <a:xfrm>
              <a:off x="4991413" y="2967938"/>
              <a:ext cx="7850" cy="17300"/>
            </a:xfrm>
            <a:custGeom>
              <a:avLst/>
              <a:gdLst/>
              <a:ahLst/>
              <a:cxnLst/>
              <a:rect l="l" t="t" r="r" b="b"/>
              <a:pathLst>
                <a:path w="314" h="692" extrusionOk="0">
                  <a:moveTo>
                    <a:pt x="188" y="1"/>
                  </a:moveTo>
                  <a:lnTo>
                    <a:pt x="0" y="649"/>
                  </a:lnTo>
                  <a:lnTo>
                    <a:pt x="126" y="691"/>
                  </a:lnTo>
                  <a:lnTo>
                    <a:pt x="314" y="43"/>
                  </a:lnTo>
                  <a:lnTo>
                    <a:pt x="188" y="1"/>
                  </a:lnTo>
                  <a:close/>
                </a:path>
              </a:pathLst>
            </a:custGeom>
            <a:solidFill>
              <a:srgbClr val="4D4D4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6" name="Google Shape;406;p48"/>
            <p:cNvSpPr/>
            <p:nvPr/>
          </p:nvSpPr>
          <p:spPr>
            <a:xfrm>
              <a:off x="4997688" y="2971088"/>
              <a:ext cx="12575" cy="33500"/>
            </a:xfrm>
            <a:custGeom>
              <a:avLst/>
              <a:gdLst/>
              <a:ahLst/>
              <a:cxnLst/>
              <a:rect l="l" t="t" r="r" b="b"/>
              <a:pathLst>
                <a:path w="503" h="1340" extrusionOk="0">
                  <a:moveTo>
                    <a:pt x="377" y="0"/>
                  </a:moveTo>
                  <a:lnTo>
                    <a:pt x="0" y="1298"/>
                  </a:lnTo>
                  <a:lnTo>
                    <a:pt x="147" y="1339"/>
                  </a:lnTo>
                  <a:lnTo>
                    <a:pt x="502" y="42"/>
                  </a:lnTo>
                  <a:lnTo>
                    <a:pt x="377" y="0"/>
                  </a:lnTo>
                  <a:close/>
                </a:path>
              </a:pathLst>
            </a:custGeom>
            <a:solidFill>
              <a:srgbClr val="4D4D4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7" name="Google Shape;407;p48"/>
            <p:cNvSpPr/>
            <p:nvPr/>
          </p:nvSpPr>
          <p:spPr>
            <a:xfrm>
              <a:off x="5013363" y="2974213"/>
              <a:ext cx="7875" cy="17300"/>
            </a:xfrm>
            <a:custGeom>
              <a:avLst/>
              <a:gdLst/>
              <a:ahLst/>
              <a:cxnLst/>
              <a:rect l="l" t="t" r="r" b="b"/>
              <a:pathLst>
                <a:path w="315" h="692" extrusionOk="0">
                  <a:moveTo>
                    <a:pt x="189" y="1"/>
                  </a:moveTo>
                  <a:lnTo>
                    <a:pt x="1" y="649"/>
                  </a:lnTo>
                  <a:lnTo>
                    <a:pt x="126" y="691"/>
                  </a:lnTo>
                  <a:lnTo>
                    <a:pt x="315" y="43"/>
                  </a:lnTo>
                  <a:lnTo>
                    <a:pt x="189" y="1"/>
                  </a:lnTo>
                  <a:close/>
                </a:path>
              </a:pathLst>
            </a:custGeom>
            <a:solidFill>
              <a:srgbClr val="4D4D4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8" name="Google Shape;408;p48"/>
            <p:cNvSpPr/>
            <p:nvPr/>
          </p:nvSpPr>
          <p:spPr>
            <a:xfrm>
              <a:off x="5024363" y="2977363"/>
              <a:ext cx="7875" cy="17275"/>
            </a:xfrm>
            <a:custGeom>
              <a:avLst/>
              <a:gdLst/>
              <a:ahLst/>
              <a:cxnLst/>
              <a:rect l="l" t="t" r="r" b="b"/>
              <a:pathLst>
                <a:path w="315" h="691" extrusionOk="0">
                  <a:moveTo>
                    <a:pt x="189" y="0"/>
                  </a:moveTo>
                  <a:lnTo>
                    <a:pt x="0" y="649"/>
                  </a:lnTo>
                  <a:lnTo>
                    <a:pt x="126" y="691"/>
                  </a:lnTo>
                  <a:lnTo>
                    <a:pt x="314" y="42"/>
                  </a:lnTo>
                  <a:lnTo>
                    <a:pt x="189" y="0"/>
                  </a:lnTo>
                  <a:close/>
                </a:path>
              </a:pathLst>
            </a:custGeom>
            <a:solidFill>
              <a:srgbClr val="4D4D4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9" name="Google Shape;409;p48"/>
            <p:cNvSpPr/>
            <p:nvPr/>
          </p:nvSpPr>
          <p:spPr>
            <a:xfrm>
              <a:off x="5035863" y="2981013"/>
              <a:ext cx="7875" cy="17300"/>
            </a:xfrm>
            <a:custGeom>
              <a:avLst/>
              <a:gdLst/>
              <a:ahLst/>
              <a:cxnLst/>
              <a:rect l="l" t="t" r="r" b="b"/>
              <a:pathLst>
                <a:path w="315" h="692" extrusionOk="0">
                  <a:moveTo>
                    <a:pt x="189" y="1"/>
                  </a:moveTo>
                  <a:lnTo>
                    <a:pt x="1" y="649"/>
                  </a:lnTo>
                  <a:lnTo>
                    <a:pt x="126" y="691"/>
                  </a:lnTo>
                  <a:lnTo>
                    <a:pt x="314" y="43"/>
                  </a:lnTo>
                  <a:lnTo>
                    <a:pt x="189" y="1"/>
                  </a:lnTo>
                  <a:close/>
                </a:path>
              </a:pathLst>
            </a:custGeom>
            <a:solidFill>
              <a:srgbClr val="4D4D4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0" name="Google Shape;410;p48"/>
            <p:cNvSpPr/>
            <p:nvPr/>
          </p:nvSpPr>
          <p:spPr>
            <a:xfrm>
              <a:off x="5046838" y="2983638"/>
              <a:ext cx="7875" cy="17275"/>
            </a:xfrm>
            <a:custGeom>
              <a:avLst/>
              <a:gdLst/>
              <a:ahLst/>
              <a:cxnLst/>
              <a:rect l="l" t="t" r="r" b="b"/>
              <a:pathLst>
                <a:path w="315" h="691" extrusionOk="0">
                  <a:moveTo>
                    <a:pt x="189" y="0"/>
                  </a:moveTo>
                  <a:lnTo>
                    <a:pt x="1" y="649"/>
                  </a:lnTo>
                  <a:lnTo>
                    <a:pt x="126" y="691"/>
                  </a:lnTo>
                  <a:lnTo>
                    <a:pt x="315" y="42"/>
                  </a:lnTo>
                  <a:lnTo>
                    <a:pt x="189" y="0"/>
                  </a:lnTo>
                  <a:close/>
                </a:path>
              </a:pathLst>
            </a:custGeom>
            <a:solidFill>
              <a:srgbClr val="4D4D4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1" name="Google Shape;411;p48"/>
            <p:cNvSpPr/>
            <p:nvPr/>
          </p:nvSpPr>
          <p:spPr>
            <a:xfrm>
              <a:off x="5052613" y="2986763"/>
              <a:ext cx="13100" cy="33525"/>
            </a:xfrm>
            <a:custGeom>
              <a:avLst/>
              <a:gdLst/>
              <a:ahLst/>
              <a:cxnLst/>
              <a:rect l="l" t="t" r="r" b="b"/>
              <a:pathLst>
                <a:path w="524" h="1341" extrusionOk="0">
                  <a:moveTo>
                    <a:pt x="377" y="1"/>
                  </a:moveTo>
                  <a:lnTo>
                    <a:pt x="0" y="1298"/>
                  </a:lnTo>
                  <a:lnTo>
                    <a:pt x="147" y="1340"/>
                  </a:lnTo>
                  <a:lnTo>
                    <a:pt x="523" y="43"/>
                  </a:lnTo>
                  <a:lnTo>
                    <a:pt x="377" y="1"/>
                  </a:lnTo>
                  <a:close/>
                </a:path>
              </a:pathLst>
            </a:custGeom>
            <a:solidFill>
              <a:srgbClr val="4D4D4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2" name="Google Shape;412;p48"/>
            <p:cNvSpPr/>
            <p:nvPr/>
          </p:nvSpPr>
          <p:spPr>
            <a:xfrm>
              <a:off x="5068813" y="2990438"/>
              <a:ext cx="8400" cy="17275"/>
            </a:xfrm>
            <a:custGeom>
              <a:avLst/>
              <a:gdLst/>
              <a:ahLst/>
              <a:cxnLst/>
              <a:rect l="l" t="t" r="r" b="b"/>
              <a:pathLst>
                <a:path w="336" h="691" extrusionOk="0">
                  <a:moveTo>
                    <a:pt x="189" y="0"/>
                  </a:moveTo>
                  <a:lnTo>
                    <a:pt x="1" y="649"/>
                  </a:lnTo>
                  <a:lnTo>
                    <a:pt x="147" y="691"/>
                  </a:lnTo>
                  <a:lnTo>
                    <a:pt x="335" y="42"/>
                  </a:lnTo>
                  <a:lnTo>
                    <a:pt x="189" y="0"/>
                  </a:lnTo>
                  <a:close/>
                </a:path>
              </a:pathLst>
            </a:custGeom>
            <a:solidFill>
              <a:srgbClr val="4D4D4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3" name="Google Shape;413;p48"/>
            <p:cNvSpPr/>
            <p:nvPr/>
          </p:nvSpPr>
          <p:spPr>
            <a:xfrm>
              <a:off x="5079813" y="2993563"/>
              <a:ext cx="7850" cy="16775"/>
            </a:xfrm>
            <a:custGeom>
              <a:avLst/>
              <a:gdLst/>
              <a:ahLst/>
              <a:cxnLst/>
              <a:rect l="l" t="t" r="r" b="b"/>
              <a:pathLst>
                <a:path w="314" h="671" extrusionOk="0">
                  <a:moveTo>
                    <a:pt x="188" y="1"/>
                  </a:moveTo>
                  <a:lnTo>
                    <a:pt x="0" y="650"/>
                  </a:lnTo>
                  <a:lnTo>
                    <a:pt x="126" y="671"/>
                  </a:lnTo>
                  <a:lnTo>
                    <a:pt x="314" y="22"/>
                  </a:lnTo>
                  <a:lnTo>
                    <a:pt x="188" y="1"/>
                  </a:lnTo>
                  <a:close/>
                </a:path>
              </a:pathLst>
            </a:custGeom>
            <a:solidFill>
              <a:srgbClr val="4D4D4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4" name="Google Shape;414;p48"/>
            <p:cNvSpPr/>
            <p:nvPr/>
          </p:nvSpPr>
          <p:spPr>
            <a:xfrm>
              <a:off x="5090788" y="2996188"/>
              <a:ext cx="7875" cy="17300"/>
            </a:xfrm>
            <a:custGeom>
              <a:avLst/>
              <a:gdLst/>
              <a:ahLst/>
              <a:cxnLst/>
              <a:rect l="l" t="t" r="r" b="b"/>
              <a:pathLst>
                <a:path w="315" h="692" extrusionOk="0">
                  <a:moveTo>
                    <a:pt x="189" y="1"/>
                  </a:moveTo>
                  <a:lnTo>
                    <a:pt x="1" y="649"/>
                  </a:lnTo>
                  <a:lnTo>
                    <a:pt x="126" y="691"/>
                  </a:lnTo>
                  <a:lnTo>
                    <a:pt x="314" y="42"/>
                  </a:lnTo>
                  <a:lnTo>
                    <a:pt x="189" y="1"/>
                  </a:lnTo>
                  <a:close/>
                </a:path>
              </a:pathLst>
            </a:custGeom>
            <a:solidFill>
              <a:srgbClr val="4D4D4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5" name="Google Shape;415;p48"/>
            <p:cNvSpPr/>
            <p:nvPr/>
          </p:nvSpPr>
          <p:spPr>
            <a:xfrm>
              <a:off x="5102288" y="2999863"/>
              <a:ext cx="7875" cy="17275"/>
            </a:xfrm>
            <a:custGeom>
              <a:avLst/>
              <a:gdLst/>
              <a:ahLst/>
              <a:cxnLst/>
              <a:rect l="l" t="t" r="r" b="b"/>
              <a:pathLst>
                <a:path w="315" h="691" extrusionOk="0">
                  <a:moveTo>
                    <a:pt x="168" y="0"/>
                  </a:moveTo>
                  <a:lnTo>
                    <a:pt x="1" y="649"/>
                  </a:lnTo>
                  <a:lnTo>
                    <a:pt x="126" y="691"/>
                  </a:lnTo>
                  <a:lnTo>
                    <a:pt x="315" y="42"/>
                  </a:lnTo>
                  <a:lnTo>
                    <a:pt x="168" y="0"/>
                  </a:lnTo>
                  <a:close/>
                </a:path>
              </a:pathLst>
            </a:custGeom>
            <a:solidFill>
              <a:srgbClr val="4D4D4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6" name="Google Shape;416;p48"/>
            <p:cNvSpPr/>
            <p:nvPr/>
          </p:nvSpPr>
          <p:spPr>
            <a:xfrm>
              <a:off x="5108563" y="3002988"/>
              <a:ext cx="12600" cy="32975"/>
            </a:xfrm>
            <a:custGeom>
              <a:avLst/>
              <a:gdLst/>
              <a:ahLst/>
              <a:cxnLst/>
              <a:rect l="l" t="t" r="r" b="b"/>
              <a:pathLst>
                <a:path w="504" h="1319" extrusionOk="0">
                  <a:moveTo>
                    <a:pt x="378" y="1"/>
                  </a:moveTo>
                  <a:lnTo>
                    <a:pt x="1" y="1298"/>
                  </a:lnTo>
                  <a:lnTo>
                    <a:pt x="126" y="1319"/>
                  </a:lnTo>
                  <a:lnTo>
                    <a:pt x="503" y="22"/>
                  </a:lnTo>
                  <a:lnTo>
                    <a:pt x="378" y="1"/>
                  </a:lnTo>
                  <a:close/>
                </a:path>
              </a:pathLst>
            </a:custGeom>
            <a:solidFill>
              <a:srgbClr val="4D4D4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7" name="Google Shape;417;p48"/>
            <p:cNvSpPr/>
            <p:nvPr/>
          </p:nvSpPr>
          <p:spPr>
            <a:xfrm>
              <a:off x="5123738" y="3005613"/>
              <a:ext cx="8400" cy="17275"/>
            </a:xfrm>
            <a:custGeom>
              <a:avLst/>
              <a:gdLst/>
              <a:ahLst/>
              <a:cxnLst/>
              <a:rect l="l" t="t" r="r" b="b"/>
              <a:pathLst>
                <a:path w="336" h="691" extrusionOk="0">
                  <a:moveTo>
                    <a:pt x="189" y="0"/>
                  </a:moveTo>
                  <a:lnTo>
                    <a:pt x="1" y="649"/>
                  </a:lnTo>
                  <a:lnTo>
                    <a:pt x="147" y="691"/>
                  </a:lnTo>
                  <a:lnTo>
                    <a:pt x="335" y="42"/>
                  </a:lnTo>
                  <a:lnTo>
                    <a:pt x="189" y="0"/>
                  </a:lnTo>
                  <a:close/>
                </a:path>
              </a:pathLst>
            </a:custGeom>
            <a:solidFill>
              <a:srgbClr val="4D4D4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8" name="Google Shape;418;p48"/>
            <p:cNvSpPr/>
            <p:nvPr/>
          </p:nvSpPr>
          <p:spPr>
            <a:xfrm>
              <a:off x="5135263" y="3009263"/>
              <a:ext cx="7850" cy="17300"/>
            </a:xfrm>
            <a:custGeom>
              <a:avLst/>
              <a:gdLst/>
              <a:ahLst/>
              <a:cxnLst/>
              <a:rect l="l" t="t" r="r" b="b"/>
              <a:pathLst>
                <a:path w="314" h="692" extrusionOk="0">
                  <a:moveTo>
                    <a:pt x="188" y="1"/>
                  </a:moveTo>
                  <a:lnTo>
                    <a:pt x="0" y="649"/>
                  </a:lnTo>
                  <a:lnTo>
                    <a:pt x="126" y="691"/>
                  </a:lnTo>
                  <a:lnTo>
                    <a:pt x="314" y="43"/>
                  </a:lnTo>
                  <a:lnTo>
                    <a:pt x="188" y="1"/>
                  </a:lnTo>
                  <a:close/>
                </a:path>
              </a:pathLst>
            </a:custGeom>
            <a:solidFill>
              <a:srgbClr val="4D4D4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9" name="Google Shape;419;p48"/>
            <p:cNvSpPr/>
            <p:nvPr/>
          </p:nvSpPr>
          <p:spPr>
            <a:xfrm>
              <a:off x="5146238" y="3012413"/>
              <a:ext cx="7875" cy="17275"/>
            </a:xfrm>
            <a:custGeom>
              <a:avLst/>
              <a:gdLst/>
              <a:ahLst/>
              <a:cxnLst/>
              <a:rect l="l" t="t" r="r" b="b"/>
              <a:pathLst>
                <a:path w="315" h="691" extrusionOk="0">
                  <a:moveTo>
                    <a:pt x="189" y="0"/>
                  </a:moveTo>
                  <a:lnTo>
                    <a:pt x="0" y="649"/>
                  </a:lnTo>
                  <a:lnTo>
                    <a:pt x="126" y="691"/>
                  </a:lnTo>
                  <a:lnTo>
                    <a:pt x="314" y="42"/>
                  </a:lnTo>
                  <a:lnTo>
                    <a:pt x="189" y="0"/>
                  </a:lnTo>
                  <a:close/>
                </a:path>
              </a:pathLst>
            </a:custGeom>
            <a:solidFill>
              <a:srgbClr val="4D4D4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0" name="Google Shape;420;p48"/>
            <p:cNvSpPr/>
            <p:nvPr/>
          </p:nvSpPr>
          <p:spPr>
            <a:xfrm>
              <a:off x="5157213" y="3015538"/>
              <a:ext cx="7875" cy="16775"/>
            </a:xfrm>
            <a:custGeom>
              <a:avLst/>
              <a:gdLst/>
              <a:ahLst/>
              <a:cxnLst/>
              <a:rect l="l" t="t" r="r" b="b"/>
              <a:pathLst>
                <a:path w="315" h="671" extrusionOk="0">
                  <a:moveTo>
                    <a:pt x="189" y="1"/>
                  </a:moveTo>
                  <a:lnTo>
                    <a:pt x="1" y="649"/>
                  </a:lnTo>
                  <a:lnTo>
                    <a:pt x="126" y="670"/>
                  </a:lnTo>
                  <a:lnTo>
                    <a:pt x="315" y="22"/>
                  </a:lnTo>
                  <a:lnTo>
                    <a:pt x="189" y="1"/>
                  </a:lnTo>
                  <a:close/>
                </a:path>
              </a:pathLst>
            </a:custGeom>
            <a:solidFill>
              <a:srgbClr val="4D4D4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1" name="Google Shape;421;p48"/>
            <p:cNvSpPr/>
            <p:nvPr/>
          </p:nvSpPr>
          <p:spPr>
            <a:xfrm>
              <a:off x="5164013" y="3018688"/>
              <a:ext cx="12575" cy="33500"/>
            </a:xfrm>
            <a:custGeom>
              <a:avLst/>
              <a:gdLst/>
              <a:ahLst/>
              <a:cxnLst/>
              <a:rect l="l" t="t" r="r" b="b"/>
              <a:pathLst>
                <a:path w="503" h="1340" extrusionOk="0">
                  <a:moveTo>
                    <a:pt x="377" y="0"/>
                  </a:moveTo>
                  <a:lnTo>
                    <a:pt x="1" y="1319"/>
                  </a:lnTo>
                  <a:lnTo>
                    <a:pt x="126" y="1339"/>
                  </a:lnTo>
                  <a:lnTo>
                    <a:pt x="503" y="42"/>
                  </a:lnTo>
                  <a:lnTo>
                    <a:pt x="377" y="0"/>
                  </a:lnTo>
                  <a:close/>
                </a:path>
              </a:pathLst>
            </a:custGeom>
            <a:solidFill>
              <a:srgbClr val="4D4D4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2" name="Google Shape;422;p48"/>
            <p:cNvSpPr/>
            <p:nvPr/>
          </p:nvSpPr>
          <p:spPr>
            <a:xfrm>
              <a:off x="5179188" y="3021813"/>
              <a:ext cx="8400" cy="17300"/>
            </a:xfrm>
            <a:custGeom>
              <a:avLst/>
              <a:gdLst/>
              <a:ahLst/>
              <a:cxnLst/>
              <a:rect l="l" t="t" r="r" b="b"/>
              <a:pathLst>
                <a:path w="336" h="692" extrusionOk="0">
                  <a:moveTo>
                    <a:pt x="189" y="1"/>
                  </a:moveTo>
                  <a:lnTo>
                    <a:pt x="1" y="650"/>
                  </a:lnTo>
                  <a:lnTo>
                    <a:pt x="147" y="691"/>
                  </a:lnTo>
                  <a:lnTo>
                    <a:pt x="335" y="43"/>
                  </a:lnTo>
                  <a:lnTo>
                    <a:pt x="189" y="1"/>
                  </a:lnTo>
                  <a:close/>
                </a:path>
              </a:pathLst>
            </a:custGeom>
            <a:solidFill>
              <a:srgbClr val="4D4D4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3" name="Google Shape;423;p48"/>
            <p:cNvSpPr/>
            <p:nvPr/>
          </p:nvSpPr>
          <p:spPr>
            <a:xfrm>
              <a:off x="5190688" y="3024963"/>
              <a:ext cx="7875" cy="17275"/>
            </a:xfrm>
            <a:custGeom>
              <a:avLst/>
              <a:gdLst/>
              <a:ahLst/>
              <a:cxnLst/>
              <a:rect l="l" t="t" r="r" b="b"/>
              <a:pathLst>
                <a:path w="315" h="691" extrusionOk="0">
                  <a:moveTo>
                    <a:pt x="189" y="0"/>
                  </a:moveTo>
                  <a:lnTo>
                    <a:pt x="1" y="649"/>
                  </a:lnTo>
                  <a:lnTo>
                    <a:pt x="126" y="691"/>
                  </a:lnTo>
                  <a:lnTo>
                    <a:pt x="315" y="42"/>
                  </a:lnTo>
                  <a:lnTo>
                    <a:pt x="189" y="0"/>
                  </a:lnTo>
                  <a:close/>
                </a:path>
              </a:pathLst>
            </a:custGeom>
            <a:solidFill>
              <a:srgbClr val="4D4D4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4" name="Google Shape;424;p48"/>
            <p:cNvSpPr/>
            <p:nvPr/>
          </p:nvSpPr>
          <p:spPr>
            <a:xfrm>
              <a:off x="4514863" y="2959563"/>
              <a:ext cx="613600" cy="522600"/>
            </a:xfrm>
            <a:custGeom>
              <a:avLst/>
              <a:gdLst/>
              <a:ahLst/>
              <a:cxnLst/>
              <a:rect l="l" t="t" r="r" b="b"/>
              <a:pathLst>
                <a:path w="24544" h="20904" extrusionOk="0">
                  <a:moveTo>
                    <a:pt x="16237" y="4709"/>
                  </a:moveTo>
                  <a:lnTo>
                    <a:pt x="5629" y="15338"/>
                  </a:lnTo>
                  <a:lnTo>
                    <a:pt x="3746" y="7826"/>
                  </a:lnTo>
                  <a:lnTo>
                    <a:pt x="16237" y="4709"/>
                  </a:lnTo>
                  <a:close/>
                  <a:moveTo>
                    <a:pt x="24544" y="1"/>
                  </a:moveTo>
                  <a:lnTo>
                    <a:pt x="1" y="6153"/>
                  </a:lnTo>
                  <a:lnTo>
                    <a:pt x="3683" y="20904"/>
                  </a:lnTo>
                  <a:lnTo>
                    <a:pt x="24544"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5" name="Google Shape;425;p48"/>
            <p:cNvSpPr/>
            <p:nvPr/>
          </p:nvSpPr>
          <p:spPr>
            <a:xfrm>
              <a:off x="4592288" y="2960088"/>
              <a:ext cx="536175" cy="522075"/>
            </a:xfrm>
            <a:custGeom>
              <a:avLst/>
              <a:gdLst/>
              <a:ahLst/>
              <a:cxnLst/>
              <a:rect l="l" t="t" r="r" b="b"/>
              <a:pathLst>
                <a:path w="21447" h="20883" extrusionOk="0">
                  <a:moveTo>
                    <a:pt x="21447" y="1"/>
                  </a:moveTo>
                  <a:lnTo>
                    <a:pt x="17534" y="963"/>
                  </a:lnTo>
                  <a:lnTo>
                    <a:pt x="0" y="18518"/>
                  </a:lnTo>
                  <a:lnTo>
                    <a:pt x="586" y="20883"/>
                  </a:lnTo>
                  <a:lnTo>
                    <a:pt x="21447"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6" name="Google Shape;426;p48"/>
            <p:cNvSpPr/>
            <p:nvPr/>
          </p:nvSpPr>
          <p:spPr>
            <a:xfrm>
              <a:off x="4600138" y="2960088"/>
              <a:ext cx="528325" cy="522075"/>
            </a:xfrm>
            <a:custGeom>
              <a:avLst/>
              <a:gdLst/>
              <a:ahLst/>
              <a:cxnLst/>
              <a:rect l="l" t="t" r="r" b="b"/>
              <a:pathLst>
                <a:path w="21133" h="20883" extrusionOk="0">
                  <a:moveTo>
                    <a:pt x="21133" y="1"/>
                  </a:moveTo>
                  <a:lnTo>
                    <a:pt x="19375" y="440"/>
                  </a:lnTo>
                  <a:lnTo>
                    <a:pt x="0" y="19795"/>
                  </a:lnTo>
                  <a:lnTo>
                    <a:pt x="272" y="20883"/>
                  </a:lnTo>
                  <a:lnTo>
                    <a:pt x="21133"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7" name="Google Shape;427;p48"/>
            <p:cNvSpPr/>
            <p:nvPr/>
          </p:nvSpPr>
          <p:spPr>
            <a:xfrm>
              <a:off x="4531088" y="3108663"/>
              <a:ext cx="8375" cy="24075"/>
            </a:xfrm>
            <a:custGeom>
              <a:avLst/>
              <a:gdLst/>
              <a:ahLst/>
              <a:cxnLst/>
              <a:rect l="l" t="t" r="r" b="b"/>
              <a:pathLst>
                <a:path w="335" h="963" extrusionOk="0">
                  <a:moveTo>
                    <a:pt x="105" y="0"/>
                  </a:moveTo>
                  <a:lnTo>
                    <a:pt x="0" y="21"/>
                  </a:lnTo>
                  <a:lnTo>
                    <a:pt x="230" y="963"/>
                  </a:lnTo>
                  <a:lnTo>
                    <a:pt x="335" y="942"/>
                  </a:lnTo>
                  <a:lnTo>
                    <a:pt x="105" y="0"/>
                  </a:lnTo>
                  <a:close/>
                </a:path>
              </a:pathLst>
            </a:custGeom>
            <a:solidFill>
              <a:srgbClr val="66666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8" name="Google Shape;428;p48"/>
            <p:cNvSpPr/>
            <p:nvPr/>
          </p:nvSpPr>
          <p:spPr>
            <a:xfrm>
              <a:off x="4541538" y="3106038"/>
              <a:ext cx="5775" cy="12050"/>
            </a:xfrm>
            <a:custGeom>
              <a:avLst/>
              <a:gdLst/>
              <a:ahLst/>
              <a:cxnLst/>
              <a:rect l="l" t="t" r="r" b="b"/>
              <a:pathLst>
                <a:path w="231" h="482" extrusionOk="0">
                  <a:moveTo>
                    <a:pt x="126" y="1"/>
                  </a:moveTo>
                  <a:lnTo>
                    <a:pt x="1" y="21"/>
                  </a:lnTo>
                  <a:lnTo>
                    <a:pt x="126" y="482"/>
                  </a:lnTo>
                  <a:lnTo>
                    <a:pt x="231" y="461"/>
                  </a:lnTo>
                  <a:lnTo>
                    <a:pt x="126" y="1"/>
                  </a:lnTo>
                  <a:close/>
                </a:path>
              </a:pathLst>
            </a:custGeom>
            <a:solidFill>
              <a:srgbClr val="66666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9" name="Google Shape;429;p48"/>
            <p:cNvSpPr/>
            <p:nvPr/>
          </p:nvSpPr>
          <p:spPr>
            <a:xfrm>
              <a:off x="4551488" y="3103413"/>
              <a:ext cx="5775" cy="12600"/>
            </a:xfrm>
            <a:custGeom>
              <a:avLst/>
              <a:gdLst/>
              <a:ahLst/>
              <a:cxnLst/>
              <a:rect l="l" t="t" r="r" b="b"/>
              <a:pathLst>
                <a:path w="231" h="504" extrusionOk="0">
                  <a:moveTo>
                    <a:pt x="126" y="1"/>
                  </a:moveTo>
                  <a:lnTo>
                    <a:pt x="0" y="22"/>
                  </a:lnTo>
                  <a:lnTo>
                    <a:pt x="126" y="503"/>
                  </a:lnTo>
                  <a:lnTo>
                    <a:pt x="230" y="461"/>
                  </a:lnTo>
                  <a:lnTo>
                    <a:pt x="126" y="1"/>
                  </a:lnTo>
                  <a:close/>
                </a:path>
              </a:pathLst>
            </a:custGeom>
            <a:solidFill>
              <a:srgbClr val="66666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0" name="Google Shape;430;p48"/>
            <p:cNvSpPr/>
            <p:nvPr/>
          </p:nvSpPr>
          <p:spPr>
            <a:xfrm>
              <a:off x="4561413" y="3100813"/>
              <a:ext cx="5775" cy="12575"/>
            </a:xfrm>
            <a:custGeom>
              <a:avLst/>
              <a:gdLst/>
              <a:ahLst/>
              <a:cxnLst/>
              <a:rect l="l" t="t" r="r" b="b"/>
              <a:pathLst>
                <a:path w="231" h="503" extrusionOk="0">
                  <a:moveTo>
                    <a:pt x="126" y="0"/>
                  </a:moveTo>
                  <a:lnTo>
                    <a:pt x="1" y="21"/>
                  </a:lnTo>
                  <a:lnTo>
                    <a:pt x="126" y="503"/>
                  </a:lnTo>
                  <a:lnTo>
                    <a:pt x="231" y="461"/>
                  </a:lnTo>
                  <a:lnTo>
                    <a:pt x="126" y="0"/>
                  </a:lnTo>
                  <a:close/>
                </a:path>
              </a:pathLst>
            </a:custGeom>
            <a:solidFill>
              <a:srgbClr val="66666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1" name="Google Shape;431;p48"/>
            <p:cNvSpPr/>
            <p:nvPr/>
          </p:nvSpPr>
          <p:spPr>
            <a:xfrm>
              <a:off x="4571363" y="3098188"/>
              <a:ext cx="5775" cy="12575"/>
            </a:xfrm>
            <a:custGeom>
              <a:avLst/>
              <a:gdLst/>
              <a:ahLst/>
              <a:cxnLst/>
              <a:rect l="l" t="t" r="r" b="b"/>
              <a:pathLst>
                <a:path w="231" h="503" extrusionOk="0">
                  <a:moveTo>
                    <a:pt x="126" y="1"/>
                  </a:moveTo>
                  <a:lnTo>
                    <a:pt x="0" y="22"/>
                  </a:lnTo>
                  <a:lnTo>
                    <a:pt x="126" y="503"/>
                  </a:lnTo>
                  <a:lnTo>
                    <a:pt x="231" y="461"/>
                  </a:lnTo>
                  <a:lnTo>
                    <a:pt x="126" y="1"/>
                  </a:lnTo>
                  <a:close/>
                </a:path>
              </a:pathLst>
            </a:custGeom>
            <a:solidFill>
              <a:srgbClr val="66666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2" name="Google Shape;432;p48"/>
            <p:cNvSpPr/>
            <p:nvPr/>
          </p:nvSpPr>
          <p:spPr>
            <a:xfrm>
              <a:off x="4581813" y="3095588"/>
              <a:ext cx="8925" cy="24075"/>
            </a:xfrm>
            <a:custGeom>
              <a:avLst/>
              <a:gdLst/>
              <a:ahLst/>
              <a:cxnLst/>
              <a:rect l="l" t="t" r="r" b="b"/>
              <a:pathLst>
                <a:path w="357" h="963" extrusionOk="0">
                  <a:moveTo>
                    <a:pt x="126" y="0"/>
                  </a:moveTo>
                  <a:lnTo>
                    <a:pt x="1" y="21"/>
                  </a:lnTo>
                  <a:lnTo>
                    <a:pt x="252" y="963"/>
                  </a:lnTo>
                  <a:lnTo>
                    <a:pt x="357" y="942"/>
                  </a:lnTo>
                  <a:lnTo>
                    <a:pt x="126" y="0"/>
                  </a:lnTo>
                  <a:close/>
                </a:path>
              </a:pathLst>
            </a:custGeom>
            <a:solidFill>
              <a:srgbClr val="66666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3" name="Google Shape;433;p48"/>
            <p:cNvSpPr/>
            <p:nvPr/>
          </p:nvSpPr>
          <p:spPr>
            <a:xfrm>
              <a:off x="4592813" y="3092963"/>
              <a:ext cx="5775" cy="12575"/>
            </a:xfrm>
            <a:custGeom>
              <a:avLst/>
              <a:gdLst/>
              <a:ahLst/>
              <a:cxnLst/>
              <a:rect l="l" t="t" r="r" b="b"/>
              <a:pathLst>
                <a:path w="231" h="503" extrusionOk="0">
                  <a:moveTo>
                    <a:pt x="105" y="0"/>
                  </a:moveTo>
                  <a:lnTo>
                    <a:pt x="0" y="21"/>
                  </a:lnTo>
                  <a:lnTo>
                    <a:pt x="105" y="503"/>
                  </a:lnTo>
                  <a:lnTo>
                    <a:pt x="230" y="461"/>
                  </a:lnTo>
                  <a:lnTo>
                    <a:pt x="105" y="0"/>
                  </a:lnTo>
                  <a:close/>
                </a:path>
              </a:pathLst>
            </a:custGeom>
            <a:solidFill>
              <a:srgbClr val="66666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4" name="Google Shape;434;p48"/>
            <p:cNvSpPr/>
            <p:nvPr/>
          </p:nvSpPr>
          <p:spPr>
            <a:xfrm>
              <a:off x="4602738" y="3090863"/>
              <a:ext cx="5775" cy="12075"/>
            </a:xfrm>
            <a:custGeom>
              <a:avLst/>
              <a:gdLst/>
              <a:ahLst/>
              <a:cxnLst/>
              <a:rect l="l" t="t" r="r" b="b"/>
              <a:pathLst>
                <a:path w="231" h="483" extrusionOk="0">
                  <a:moveTo>
                    <a:pt x="105" y="1"/>
                  </a:moveTo>
                  <a:lnTo>
                    <a:pt x="1" y="22"/>
                  </a:lnTo>
                  <a:lnTo>
                    <a:pt x="105" y="482"/>
                  </a:lnTo>
                  <a:lnTo>
                    <a:pt x="231" y="461"/>
                  </a:lnTo>
                  <a:lnTo>
                    <a:pt x="105" y="1"/>
                  </a:lnTo>
                  <a:close/>
                </a:path>
              </a:pathLst>
            </a:custGeom>
            <a:solidFill>
              <a:srgbClr val="66666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5" name="Google Shape;435;p48"/>
            <p:cNvSpPr/>
            <p:nvPr/>
          </p:nvSpPr>
          <p:spPr>
            <a:xfrm>
              <a:off x="4612688" y="3087738"/>
              <a:ext cx="5775" cy="12575"/>
            </a:xfrm>
            <a:custGeom>
              <a:avLst/>
              <a:gdLst/>
              <a:ahLst/>
              <a:cxnLst/>
              <a:rect l="l" t="t" r="r" b="b"/>
              <a:pathLst>
                <a:path w="231" h="503" extrusionOk="0">
                  <a:moveTo>
                    <a:pt x="105" y="0"/>
                  </a:moveTo>
                  <a:lnTo>
                    <a:pt x="0" y="42"/>
                  </a:lnTo>
                  <a:lnTo>
                    <a:pt x="105" y="502"/>
                  </a:lnTo>
                  <a:lnTo>
                    <a:pt x="230" y="481"/>
                  </a:lnTo>
                  <a:lnTo>
                    <a:pt x="105" y="0"/>
                  </a:lnTo>
                  <a:close/>
                </a:path>
              </a:pathLst>
            </a:custGeom>
            <a:solidFill>
              <a:srgbClr val="66666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6" name="Google Shape;436;p48"/>
            <p:cNvSpPr/>
            <p:nvPr/>
          </p:nvSpPr>
          <p:spPr>
            <a:xfrm>
              <a:off x="4622088" y="3085638"/>
              <a:ext cx="6325" cy="12575"/>
            </a:xfrm>
            <a:custGeom>
              <a:avLst/>
              <a:gdLst/>
              <a:ahLst/>
              <a:cxnLst/>
              <a:rect l="l" t="t" r="r" b="b"/>
              <a:pathLst>
                <a:path w="253" h="503" extrusionOk="0">
                  <a:moveTo>
                    <a:pt x="126" y="1"/>
                  </a:moveTo>
                  <a:lnTo>
                    <a:pt x="1" y="21"/>
                  </a:lnTo>
                  <a:lnTo>
                    <a:pt x="126" y="503"/>
                  </a:lnTo>
                  <a:lnTo>
                    <a:pt x="252" y="482"/>
                  </a:lnTo>
                  <a:lnTo>
                    <a:pt x="126" y="1"/>
                  </a:lnTo>
                  <a:close/>
                </a:path>
              </a:pathLst>
            </a:custGeom>
            <a:solidFill>
              <a:srgbClr val="66666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7" name="Google Shape;437;p48"/>
            <p:cNvSpPr/>
            <p:nvPr/>
          </p:nvSpPr>
          <p:spPr>
            <a:xfrm>
              <a:off x="4633088" y="3083013"/>
              <a:ext cx="8925" cy="24625"/>
            </a:xfrm>
            <a:custGeom>
              <a:avLst/>
              <a:gdLst/>
              <a:ahLst/>
              <a:cxnLst/>
              <a:rect l="l" t="t" r="r" b="b"/>
              <a:pathLst>
                <a:path w="357" h="985" extrusionOk="0">
                  <a:moveTo>
                    <a:pt x="105" y="1"/>
                  </a:moveTo>
                  <a:lnTo>
                    <a:pt x="0" y="43"/>
                  </a:lnTo>
                  <a:lnTo>
                    <a:pt x="231" y="984"/>
                  </a:lnTo>
                  <a:lnTo>
                    <a:pt x="356" y="942"/>
                  </a:lnTo>
                  <a:lnTo>
                    <a:pt x="105" y="1"/>
                  </a:lnTo>
                  <a:close/>
                </a:path>
              </a:pathLst>
            </a:custGeom>
            <a:solidFill>
              <a:srgbClr val="66666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8" name="Google Shape;438;p48"/>
            <p:cNvSpPr/>
            <p:nvPr/>
          </p:nvSpPr>
          <p:spPr>
            <a:xfrm>
              <a:off x="4643538" y="3079888"/>
              <a:ext cx="6300" cy="12575"/>
            </a:xfrm>
            <a:custGeom>
              <a:avLst/>
              <a:gdLst/>
              <a:ahLst/>
              <a:cxnLst/>
              <a:rect l="l" t="t" r="r" b="b"/>
              <a:pathLst>
                <a:path w="252" h="503" extrusionOk="0">
                  <a:moveTo>
                    <a:pt x="126" y="0"/>
                  </a:moveTo>
                  <a:lnTo>
                    <a:pt x="1" y="42"/>
                  </a:lnTo>
                  <a:lnTo>
                    <a:pt x="126" y="503"/>
                  </a:lnTo>
                  <a:lnTo>
                    <a:pt x="252" y="482"/>
                  </a:lnTo>
                  <a:lnTo>
                    <a:pt x="126" y="0"/>
                  </a:lnTo>
                  <a:close/>
                </a:path>
              </a:pathLst>
            </a:custGeom>
            <a:solidFill>
              <a:srgbClr val="66666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9" name="Google Shape;439;p48"/>
            <p:cNvSpPr/>
            <p:nvPr/>
          </p:nvSpPr>
          <p:spPr>
            <a:xfrm>
              <a:off x="4653488" y="3078313"/>
              <a:ext cx="5775" cy="12050"/>
            </a:xfrm>
            <a:custGeom>
              <a:avLst/>
              <a:gdLst/>
              <a:ahLst/>
              <a:cxnLst/>
              <a:rect l="l" t="t" r="r" b="b"/>
              <a:pathLst>
                <a:path w="231" h="482" extrusionOk="0">
                  <a:moveTo>
                    <a:pt x="126" y="1"/>
                  </a:moveTo>
                  <a:lnTo>
                    <a:pt x="0" y="22"/>
                  </a:lnTo>
                  <a:lnTo>
                    <a:pt x="126" y="482"/>
                  </a:lnTo>
                  <a:lnTo>
                    <a:pt x="231" y="461"/>
                  </a:lnTo>
                  <a:lnTo>
                    <a:pt x="126" y="1"/>
                  </a:lnTo>
                  <a:close/>
                </a:path>
              </a:pathLst>
            </a:custGeom>
            <a:solidFill>
              <a:srgbClr val="66666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0" name="Google Shape;440;p48"/>
            <p:cNvSpPr/>
            <p:nvPr/>
          </p:nvSpPr>
          <p:spPr>
            <a:xfrm>
              <a:off x="4663413" y="3075713"/>
              <a:ext cx="5800" cy="12050"/>
            </a:xfrm>
            <a:custGeom>
              <a:avLst/>
              <a:gdLst/>
              <a:ahLst/>
              <a:cxnLst/>
              <a:rect l="l" t="t" r="r" b="b"/>
              <a:pathLst>
                <a:path w="232" h="482" extrusionOk="0">
                  <a:moveTo>
                    <a:pt x="126" y="0"/>
                  </a:moveTo>
                  <a:lnTo>
                    <a:pt x="1" y="21"/>
                  </a:lnTo>
                  <a:lnTo>
                    <a:pt x="126" y="481"/>
                  </a:lnTo>
                  <a:lnTo>
                    <a:pt x="231" y="460"/>
                  </a:lnTo>
                  <a:lnTo>
                    <a:pt x="126" y="0"/>
                  </a:lnTo>
                  <a:close/>
                </a:path>
              </a:pathLst>
            </a:custGeom>
            <a:solidFill>
              <a:srgbClr val="66666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1" name="Google Shape;441;p48"/>
            <p:cNvSpPr/>
            <p:nvPr/>
          </p:nvSpPr>
          <p:spPr>
            <a:xfrm>
              <a:off x="4673363" y="3073088"/>
              <a:ext cx="5775" cy="12050"/>
            </a:xfrm>
            <a:custGeom>
              <a:avLst/>
              <a:gdLst/>
              <a:ahLst/>
              <a:cxnLst/>
              <a:rect l="l" t="t" r="r" b="b"/>
              <a:pathLst>
                <a:path w="231" h="482" extrusionOk="0">
                  <a:moveTo>
                    <a:pt x="126" y="0"/>
                  </a:moveTo>
                  <a:lnTo>
                    <a:pt x="0" y="21"/>
                  </a:lnTo>
                  <a:lnTo>
                    <a:pt x="126" y="482"/>
                  </a:lnTo>
                  <a:lnTo>
                    <a:pt x="231" y="461"/>
                  </a:lnTo>
                  <a:lnTo>
                    <a:pt x="126" y="0"/>
                  </a:lnTo>
                  <a:close/>
                </a:path>
              </a:pathLst>
            </a:custGeom>
            <a:solidFill>
              <a:srgbClr val="66666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2" name="Google Shape;442;p48"/>
            <p:cNvSpPr/>
            <p:nvPr/>
          </p:nvSpPr>
          <p:spPr>
            <a:xfrm>
              <a:off x="4684338" y="3069938"/>
              <a:ext cx="8400" cy="24100"/>
            </a:xfrm>
            <a:custGeom>
              <a:avLst/>
              <a:gdLst/>
              <a:ahLst/>
              <a:cxnLst/>
              <a:rect l="l" t="t" r="r" b="b"/>
              <a:pathLst>
                <a:path w="336" h="964" extrusionOk="0">
                  <a:moveTo>
                    <a:pt x="105" y="1"/>
                  </a:moveTo>
                  <a:lnTo>
                    <a:pt x="1" y="22"/>
                  </a:lnTo>
                  <a:lnTo>
                    <a:pt x="231" y="963"/>
                  </a:lnTo>
                  <a:lnTo>
                    <a:pt x="336" y="942"/>
                  </a:lnTo>
                  <a:lnTo>
                    <a:pt x="105" y="1"/>
                  </a:lnTo>
                  <a:close/>
                </a:path>
              </a:pathLst>
            </a:custGeom>
            <a:solidFill>
              <a:srgbClr val="66666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3" name="Google Shape;443;p48"/>
            <p:cNvSpPr/>
            <p:nvPr/>
          </p:nvSpPr>
          <p:spPr>
            <a:xfrm>
              <a:off x="4694813" y="3067338"/>
              <a:ext cx="5775" cy="12575"/>
            </a:xfrm>
            <a:custGeom>
              <a:avLst/>
              <a:gdLst/>
              <a:ahLst/>
              <a:cxnLst/>
              <a:rect l="l" t="t" r="r" b="b"/>
              <a:pathLst>
                <a:path w="231" h="503" extrusionOk="0">
                  <a:moveTo>
                    <a:pt x="126" y="0"/>
                  </a:moveTo>
                  <a:lnTo>
                    <a:pt x="0" y="21"/>
                  </a:lnTo>
                  <a:lnTo>
                    <a:pt x="126" y="502"/>
                  </a:lnTo>
                  <a:lnTo>
                    <a:pt x="230" y="461"/>
                  </a:lnTo>
                  <a:lnTo>
                    <a:pt x="126" y="0"/>
                  </a:lnTo>
                  <a:close/>
                </a:path>
              </a:pathLst>
            </a:custGeom>
            <a:solidFill>
              <a:srgbClr val="66666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4" name="Google Shape;444;p48"/>
            <p:cNvSpPr/>
            <p:nvPr/>
          </p:nvSpPr>
          <p:spPr>
            <a:xfrm>
              <a:off x="4704738" y="3065238"/>
              <a:ext cx="5800" cy="12575"/>
            </a:xfrm>
            <a:custGeom>
              <a:avLst/>
              <a:gdLst/>
              <a:ahLst/>
              <a:cxnLst/>
              <a:rect l="l" t="t" r="r" b="b"/>
              <a:pathLst>
                <a:path w="232" h="503" extrusionOk="0">
                  <a:moveTo>
                    <a:pt x="126" y="1"/>
                  </a:moveTo>
                  <a:lnTo>
                    <a:pt x="1" y="21"/>
                  </a:lnTo>
                  <a:lnTo>
                    <a:pt x="126" y="503"/>
                  </a:lnTo>
                  <a:lnTo>
                    <a:pt x="231" y="461"/>
                  </a:lnTo>
                  <a:lnTo>
                    <a:pt x="126" y="1"/>
                  </a:lnTo>
                  <a:close/>
                </a:path>
              </a:pathLst>
            </a:custGeom>
            <a:solidFill>
              <a:srgbClr val="66666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5" name="Google Shape;445;p48"/>
            <p:cNvSpPr/>
            <p:nvPr/>
          </p:nvSpPr>
          <p:spPr>
            <a:xfrm>
              <a:off x="4714688" y="3062613"/>
              <a:ext cx="5775" cy="12600"/>
            </a:xfrm>
            <a:custGeom>
              <a:avLst/>
              <a:gdLst/>
              <a:ahLst/>
              <a:cxnLst/>
              <a:rect l="l" t="t" r="r" b="b"/>
              <a:pathLst>
                <a:path w="231" h="504" extrusionOk="0">
                  <a:moveTo>
                    <a:pt x="105" y="1"/>
                  </a:moveTo>
                  <a:lnTo>
                    <a:pt x="0" y="22"/>
                  </a:lnTo>
                  <a:lnTo>
                    <a:pt x="105" y="503"/>
                  </a:lnTo>
                  <a:lnTo>
                    <a:pt x="231" y="461"/>
                  </a:lnTo>
                  <a:lnTo>
                    <a:pt x="105" y="1"/>
                  </a:lnTo>
                  <a:close/>
                </a:path>
              </a:pathLst>
            </a:custGeom>
            <a:solidFill>
              <a:srgbClr val="66666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6" name="Google Shape;446;p48"/>
            <p:cNvSpPr/>
            <p:nvPr/>
          </p:nvSpPr>
          <p:spPr>
            <a:xfrm>
              <a:off x="4724613" y="3060013"/>
              <a:ext cx="5800" cy="12575"/>
            </a:xfrm>
            <a:custGeom>
              <a:avLst/>
              <a:gdLst/>
              <a:ahLst/>
              <a:cxnLst/>
              <a:rect l="l" t="t" r="r" b="b"/>
              <a:pathLst>
                <a:path w="232" h="503" extrusionOk="0">
                  <a:moveTo>
                    <a:pt x="106" y="0"/>
                  </a:moveTo>
                  <a:lnTo>
                    <a:pt x="1" y="21"/>
                  </a:lnTo>
                  <a:lnTo>
                    <a:pt x="106" y="502"/>
                  </a:lnTo>
                  <a:lnTo>
                    <a:pt x="231" y="461"/>
                  </a:lnTo>
                  <a:lnTo>
                    <a:pt x="106" y="0"/>
                  </a:lnTo>
                  <a:close/>
                </a:path>
              </a:pathLst>
            </a:custGeom>
            <a:solidFill>
              <a:srgbClr val="66666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7" name="Google Shape;447;p48"/>
            <p:cNvSpPr/>
            <p:nvPr/>
          </p:nvSpPr>
          <p:spPr>
            <a:xfrm>
              <a:off x="4735088" y="3057388"/>
              <a:ext cx="8925" cy="24100"/>
            </a:xfrm>
            <a:custGeom>
              <a:avLst/>
              <a:gdLst/>
              <a:ahLst/>
              <a:cxnLst/>
              <a:rect l="l" t="t" r="r" b="b"/>
              <a:pathLst>
                <a:path w="357" h="964" extrusionOk="0">
                  <a:moveTo>
                    <a:pt x="126" y="1"/>
                  </a:moveTo>
                  <a:lnTo>
                    <a:pt x="0" y="22"/>
                  </a:lnTo>
                  <a:lnTo>
                    <a:pt x="231" y="963"/>
                  </a:lnTo>
                  <a:lnTo>
                    <a:pt x="356" y="942"/>
                  </a:lnTo>
                  <a:lnTo>
                    <a:pt x="126" y="1"/>
                  </a:lnTo>
                  <a:close/>
                </a:path>
              </a:pathLst>
            </a:custGeom>
            <a:solidFill>
              <a:srgbClr val="66666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8" name="Google Shape;448;p48"/>
            <p:cNvSpPr/>
            <p:nvPr/>
          </p:nvSpPr>
          <p:spPr>
            <a:xfrm>
              <a:off x="4746063" y="3054788"/>
              <a:ext cx="5775" cy="12575"/>
            </a:xfrm>
            <a:custGeom>
              <a:avLst/>
              <a:gdLst/>
              <a:ahLst/>
              <a:cxnLst/>
              <a:rect l="l" t="t" r="r" b="b"/>
              <a:pathLst>
                <a:path w="231" h="503" extrusionOk="0">
                  <a:moveTo>
                    <a:pt x="105" y="0"/>
                  </a:moveTo>
                  <a:lnTo>
                    <a:pt x="1" y="21"/>
                  </a:lnTo>
                  <a:lnTo>
                    <a:pt x="105" y="502"/>
                  </a:lnTo>
                  <a:lnTo>
                    <a:pt x="231" y="460"/>
                  </a:lnTo>
                  <a:lnTo>
                    <a:pt x="105" y="0"/>
                  </a:lnTo>
                  <a:close/>
                </a:path>
              </a:pathLst>
            </a:custGeom>
            <a:solidFill>
              <a:srgbClr val="66666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9" name="Google Shape;449;p48"/>
            <p:cNvSpPr/>
            <p:nvPr/>
          </p:nvSpPr>
          <p:spPr>
            <a:xfrm>
              <a:off x="4755488" y="3052688"/>
              <a:ext cx="6300" cy="12050"/>
            </a:xfrm>
            <a:custGeom>
              <a:avLst/>
              <a:gdLst/>
              <a:ahLst/>
              <a:cxnLst/>
              <a:rect l="l" t="t" r="r" b="b"/>
              <a:pathLst>
                <a:path w="252" h="482" extrusionOk="0">
                  <a:moveTo>
                    <a:pt x="126" y="0"/>
                  </a:moveTo>
                  <a:lnTo>
                    <a:pt x="0" y="21"/>
                  </a:lnTo>
                  <a:lnTo>
                    <a:pt x="126" y="482"/>
                  </a:lnTo>
                  <a:lnTo>
                    <a:pt x="252" y="461"/>
                  </a:lnTo>
                  <a:lnTo>
                    <a:pt x="126" y="0"/>
                  </a:lnTo>
                  <a:close/>
                </a:path>
              </a:pathLst>
            </a:custGeom>
            <a:solidFill>
              <a:srgbClr val="66666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0" name="Google Shape;450;p48"/>
            <p:cNvSpPr/>
            <p:nvPr/>
          </p:nvSpPr>
          <p:spPr>
            <a:xfrm>
              <a:off x="4765438" y="3050063"/>
              <a:ext cx="6300" cy="12575"/>
            </a:xfrm>
            <a:custGeom>
              <a:avLst/>
              <a:gdLst/>
              <a:ahLst/>
              <a:cxnLst/>
              <a:rect l="l" t="t" r="r" b="b"/>
              <a:pathLst>
                <a:path w="252" h="503" extrusionOk="0">
                  <a:moveTo>
                    <a:pt x="126" y="1"/>
                  </a:moveTo>
                  <a:lnTo>
                    <a:pt x="0" y="43"/>
                  </a:lnTo>
                  <a:lnTo>
                    <a:pt x="126" y="503"/>
                  </a:lnTo>
                  <a:lnTo>
                    <a:pt x="251" y="482"/>
                  </a:lnTo>
                  <a:lnTo>
                    <a:pt x="126" y="1"/>
                  </a:lnTo>
                  <a:close/>
                </a:path>
              </a:pathLst>
            </a:custGeom>
            <a:solidFill>
              <a:srgbClr val="66666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1" name="Google Shape;451;p48"/>
            <p:cNvSpPr/>
            <p:nvPr/>
          </p:nvSpPr>
          <p:spPr>
            <a:xfrm>
              <a:off x="4775888" y="3046938"/>
              <a:ext cx="5775" cy="12575"/>
            </a:xfrm>
            <a:custGeom>
              <a:avLst/>
              <a:gdLst/>
              <a:ahLst/>
              <a:cxnLst/>
              <a:rect l="l" t="t" r="r" b="b"/>
              <a:pathLst>
                <a:path w="231" h="503" extrusionOk="0">
                  <a:moveTo>
                    <a:pt x="105" y="0"/>
                  </a:moveTo>
                  <a:lnTo>
                    <a:pt x="0" y="42"/>
                  </a:lnTo>
                  <a:lnTo>
                    <a:pt x="105" y="502"/>
                  </a:lnTo>
                  <a:lnTo>
                    <a:pt x="231" y="481"/>
                  </a:lnTo>
                  <a:lnTo>
                    <a:pt x="105" y="0"/>
                  </a:lnTo>
                  <a:close/>
                </a:path>
              </a:pathLst>
            </a:custGeom>
            <a:solidFill>
              <a:srgbClr val="66666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2" name="Google Shape;452;p48"/>
            <p:cNvSpPr/>
            <p:nvPr/>
          </p:nvSpPr>
          <p:spPr>
            <a:xfrm>
              <a:off x="4786338" y="3044313"/>
              <a:ext cx="8925" cy="24100"/>
            </a:xfrm>
            <a:custGeom>
              <a:avLst/>
              <a:gdLst/>
              <a:ahLst/>
              <a:cxnLst/>
              <a:rect l="l" t="t" r="r" b="b"/>
              <a:pathLst>
                <a:path w="357" h="964" extrusionOk="0">
                  <a:moveTo>
                    <a:pt x="127" y="1"/>
                  </a:moveTo>
                  <a:lnTo>
                    <a:pt x="1" y="22"/>
                  </a:lnTo>
                  <a:lnTo>
                    <a:pt x="231" y="963"/>
                  </a:lnTo>
                  <a:lnTo>
                    <a:pt x="357" y="942"/>
                  </a:lnTo>
                  <a:lnTo>
                    <a:pt x="127" y="1"/>
                  </a:lnTo>
                  <a:close/>
                </a:path>
              </a:pathLst>
            </a:custGeom>
            <a:solidFill>
              <a:srgbClr val="66666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3" name="Google Shape;453;p48"/>
            <p:cNvSpPr/>
            <p:nvPr/>
          </p:nvSpPr>
          <p:spPr>
            <a:xfrm>
              <a:off x="4796813" y="3041688"/>
              <a:ext cx="6300" cy="12600"/>
            </a:xfrm>
            <a:custGeom>
              <a:avLst/>
              <a:gdLst/>
              <a:ahLst/>
              <a:cxnLst/>
              <a:rect l="l" t="t" r="r" b="b"/>
              <a:pathLst>
                <a:path w="252" h="504" extrusionOk="0">
                  <a:moveTo>
                    <a:pt x="126" y="1"/>
                  </a:moveTo>
                  <a:lnTo>
                    <a:pt x="0" y="22"/>
                  </a:lnTo>
                  <a:lnTo>
                    <a:pt x="126" y="503"/>
                  </a:lnTo>
                  <a:lnTo>
                    <a:pt x="252" y="461"/>
                  </a:lnTo>
                  <a:lnTo>
                    <a:pt x="126" y="1"/>
                  </a:lnTo>
                  <a:close/>
                </a:path>
              </a:pathLst>
            </a:custGeom>
            <a:solidFill>
              <a:srgbClr val="66666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4" name="Google Shape;454;p48"/>
            <p:cNvSpPr/>
            <p:nvPr/>
          </p:nvSpPr>
          <p:spPr>
            <a:xfrm>
              <a:off x="4806738" y="3039613"/>
              <a:ext cx="5800" cy="12575"/>
            </a:xfrm>
            <a:custGeom>
              <a:avLst/>
              <a:gdLst/>
              <a:ahLst/>
              <a:cxnLst/>
              <a:rect l="l" t="t" r="r" b="b"/>
              <a:pathLst>
                <a:path w="232" h="503" extrusionOk="0">
                  <a:moveTo>
                    <a:pt x="127" y="0"/>
                  </a:moveTo>
                  <a:lnTo>
                    <a:pt x="1" y="21"/>
                  </a:lnTo>
                  <a:lnTo>
                    <a:pt x="127" y="502"/>
                  </a:lnTo>
                  <a:lnTo>
                    <a:pt x="231" y="461"/>
                  </a:lnTo>
                  <a:lnTo>
                    <a:pt x="127" y="0"/>
                  </a:lnTo>
                  <a:close/>
                </a:path>
              </a:pathLst>
            </a:custGeom>
            <a:solidFill>
              <a:srgbClr val="66666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5" name="Google Shape;455;p48"/>
            <p:cNvSpPr/>
            <p:nvPr/>
          </p:nvSpPr>
          <p:spPr>
            <a:xfrm>
              <a:off x="4816688" y="3036988"/>
              <a:ext cx="5775" cy="12575"/>
            </a:xfrm>
            <a:custGeom>
              <a:avLst/>
              <a:gdLst/>
              <a:ahLst/>
              <a:cxnLst/>
              <a:rect l="l" t="t" r="r" b="b"/>
              <a:pathLst>
                <a:path w="231" h="503" extrusionOk="0">
                  <a:moveTo>
                    <a:pt x="126" y="1"/>
                  </a:moveTo>
                  <a:lnTo>
                    <a:pt x="1" y="43"/>
                  </a:lnTo>
                  <a:lnTo>
                    <a:pt x="126" y="503"/>
                  </a:lnTo>
                  <a:lnTo>
                    <a:pt x="231" y="482"/>
                  </a:lnTo>
                  <a:lnTo>
                    <a:pt x="126" y="1"/>
                  </a:lnTo>
                  <a:close/>
                </a:path>
              </a:pathLst>
            </a:custGeom>
            <a:solidFill>
              <a:srgbClr val="66666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6" name="Google Shape;456;p48"/>
            <p:cNvSpPr/>
            <p:nvPr/>
          </p:nvSpPr>
          <p:spPr>
            <a:xfrm>
              <a:off x="4826638" y="3034388"/>
              <a:ext cx="5775" cy="12575"/>
            </a:xfrm>
            <a:custGeom>
              <a:avLst/>
              <a:gdLst/>
              <a:ahLst/>
              <a:cxnLst/>
              <a:rect l="l" t="t" r="r" b="b"/>
              <a:pathLst>
                <a:path w="231" h="503" extrusionOk="0">
                  <a:moveTo>
                    <a:pt x="126" y="0"/>
                  </a:moveTo>
                  <a:lnTo>
                    <a:pt x="0" y="42"/>
                  </a:lnTo>
                  <a:lnTo>
                    <a:pt x="126" y="502"/>
                  </a:lnTo>
                  <a:lnTo>
                    <a:pt x="230" y="481"/>
                  </a:lnTo>
                  <a:lnTo>
                    <a:pt x="126" y="0"/>
                  </a:lnTo>
                  <a:close/>
                </a:path>
              </a:pathLst>
            </a:custGeom>
            <a:solidFill>
              <a:srgbClr val="66666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7" name="Google Shape;457;p48"/>
            <p:cNvSpPr/>
            <p:nvPr/>
          </p:nvSpPr>
          <p:spPr>
            <a:xfrm>
              <a:off x="4837613" y="3031763"/>
              <a:ext cx="8400" cy="24075"/>
            </a:xfrm>
            <a:custGeom>
              <a:avLst/>
              <a:gdLst/>
              <a:ahLst/>
              <a:cxnLst/>
              <a:rect l="l" t="t" r="r" b="b"/>
              <a:pathLst>
                <a:path w="336" h="963" extrusionOk="0">
                  <a:moveTo>
                    <a:pt x="105" y="0"/>
                  </a:moveTo>
                  <a:lnTo>
                    <a:pt x="0" y="21"/>
                  </a:lnTo>
                  <a:lnTo>
                    <a:pt x="231" y="963"/>
                  </a:lnTo>
                  <a:lnTo>
                    <a:pt x="335" y="942"/>
                  </a:lnTo>
                  <a:lnTo>
                    <a:pt x="105" y="0"/>
                  </a:lnTo>
                  <a:close/>
                </a:path>
              </a:pathLst>
            </a:custGeom>
            <a:solidFill>
              <a:srgbClr val="66666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8" name="Google Shape;458;p48"/>
            <p:cNvSpPr/>
            <p:nvPr/>
          </p:nvSpPr>
          <p:spPr>
            <a:xfrm>
              <a:off x="4848063" y="3029138"/>
              <a:ext cx="5800" cy="12575"/>
            </a:xfrm>
            <a:custGeom>
              <a:avLst/>
              <a:gdLst/>
              <a:ahLst/>
              <a:cxnLst/>
              <a:rect l="l" t="t" r="r" b="b"/>
              <a:pathLst>
                <a:path w="232" h="503" extrusionOk="0">
                  <a:moveTo>
                    <a:pt x="126" y="1"/>
                  </a:moveTo>
                  <a:lnTo>
                    <a:pt x="1" y="43"/>
                  </a:lnTo>
                  <a:lnTo>
                    <a:pt x="126" y="503"/>
                  </a:lnTo>
                  <a:lnTo>
                    <a:pt x="231" y="482"/>
                  </a:lnTo>
                  <a:lnTo>
                    <a:pt x="126" y="1"/>
                  </a:lnTo>
                  <a:close/>
                </a:path>
              </a:pathLst>
            </a:custGeom>
            <a:solidFill>
              <a:srgbClr val="66666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9" name="Google Shape;459;p48"/>
            <p:cNvSpPr/>
            <p:nvPr/>
          </p:nvSpPr>
          <p:spPr>
            <a:xfrm>
              <a:off x="4858013" y="3026538"/>
              <a:ext cx="5775" cy="12575"/>
            </a:xfrm>
            <a:custGeom>
              <a:avLst/>
              <a:gdLst/>
              <a:ahLst/>
              <a:cxnLst/>
              <a:rect l="l" t="t" r="r" b="b"/>
              <a:pathLst>
                <a:path w="231" h="503" extrusionOk="0">
                  <a:moveTo>
                    <a:pt x="126" y="0"/>
                  </a:moveTo>
                  <a:lnTo>
                    <a:pt x="0" y="21"/>
                  </a:lnTo>
                  <a:lnTo>
                    <a:pt x="126" y="502"/>
                  </a:lnTo>
                  <a:lnTo>
                    <a:pt x="231" y="461"/>
                  </a:lnTo>
                  <a:lnTo>
                    <a:pt x="126" y="0"/>
                  </a:lnTo>
                  <a:close/>
                </a:path>
              </a:pathLst>
            </a:custGeom>
            <a:solidFill>
              <a:srgbClr val="66666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0" name="Google Shape;460;p48"/>
            <p:cNvSpPr/>
            <p:nvPr/>
          </p:nvSpPr>
          <p:spPr>
            <a:xfrm>
              <a:off x="4867963" y="3023913"/>
              <a:ext cx="5775" cy="12575"/>
            </a:xfrm>
            <a:custGeom>
              <a:avLst/>
              <a:gdLst/>
              <a:ahLst/>
              <a:cxnLst/>
              <a:rect l="l" t="t" r="r" b="b"/>
              <a:pathLst>
                <a:path w="231" h="503" extrusionOk="0">
                  <a:moveTo>
                    <a:pt x="126" y="1"/>
                  </a:moveTo>
                  <a:lnTo>
                    <a:pt x="0" y="21"/>
                  </a:lnTo>
                  <a:lnTo>
                    <a:pt x="126" y="503"/>
                  </a:lnTo>
                  <a:lnTo>
                    <a:pt x="230" y="461"/>
                  </a:lnTo>
                  <a:lnTo>
                    <a:pt x="126" y="1"/>
                  </a:lnTo>
                  <a:close/>
                </a:path>
              </a:pathLst>
            </a:custGeom>
            <a:solidFill>
              <a:srgbClr val="66666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1" name="Google Shape;461;p48"/>
            <p:cNvSpPr/>
            <p:nvPr/>
          </p:nvSpPr>
          <p:spPr>
            <a:xfrm>
              <a:off x="4877888" y="3021813"/>
              <a:ext cx="5775" cy="12600"/>
            </a:xfrm>
            <a:custGeom>
              <a:avLst/>
              <a:gdLst/>
              <a:ahLst/>
              <a:cxnLst/>
              <a:rect l="l" t="t" r="r" b="b"/>
              <a:pathLst>
                <a:path w="231" h="504" extrusionOk="0">
                  <a:moveTo>
                    <a:pt x="105" y="1"/>
                  </a:moveTo>
                  <a:lnTo>
                    <a:pt x="1" y="43"/>
                  </a:lnTo>
                  <a:lnTo>
                    <a:pt x="105" y="503"/>
                  </a:lnTo>
                  <a:lnTo>
                    <a:pt x="231" y="482"/>
                  </a:lnTo>
                  <a:lnTo>
                    <a:pt x="105" y="1"/>
                  </a:lnTo>
                  <a:close/>
                </a:path>
              </a:pathLst>
            </a:custGeom>
            <a:solidFill>
              <a:srgbClr val="66666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2" name="Google Shape;462;p48"/>
            <p:cNvSpPr/>
            <p:nvPr/>
          </p:nvSpPr>
          <p:spPr>
            <a:xfrm>
              <a:off x="4888363" y="3019213"/>
              <a:ext cx="8900" cy="24075"/>
            </a:xfrm>
            <a:custGeom>
              <a:avLst/>
              <a:gdLst/>
              <a:ahLst/>
              <a:cxnLst/>
              <a:rect l="l" t="t" r="r" b="b"/>
              <a:pathLst>
                <a:path w="356" h="963" extrusionOk="0">
                  <a:moveTo>
                    <a:pt x="126" y="0"/>
                  </a:moveTo>
                  <a:lnTo>
                    <a:pt x="0" y="21"/>
                  </a:lnTo>
                  <a:lnTo>
                    <a:pt x="230" y="963"/>
                  </a:lnTo>
                  <a:lnTo>
                    <a:pt x="356" y="942"/>
                  </a:lnTo>
                  <a:lnTo>
                    <a:pt x="126" y="0"/>
                  </a:lnTo>
                  <a:close/>
                </a:path>
              </a:pathLst>
            </a:custGeom>
            <a:solidFill>
              <a:srgbClr val="66666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3" name="Google Shape;463;p48"/>
            <p:cNvSpPr/>
            <p:nvPr/>
          </p:nvSpPr>
          <p:spPr>
            <a:xfrm>
              <a:off x="4899338" y="3016588"/>
              <a:ext cx="5775" cy="12575"/>
            </a:xfrm>
            <a:custGeom>
              <a:avLst/>
              <a:gdLst/>
              <a:ahLst/>
              <a:cxnLst/>
              <a:rect l="l" t="t" r="r" b="b"/>
              <a:pathLst>
                <a:path w="231" h="503" extrusionOk="0">
                  <a:moveTo>
                    <a:pt x="105" y="1"/>
                  </a:moveTo>
                  <a:lnTo>
                    <a:pt x="0" y="22"/>
                  </a:lnTo>
                  <a:lnTo>
                    <a:pt x="105" y="503"/>
                  </a:lnTo>
                  <a:lnTo>
                    <a:pt x="231" y="461"/>
                  </a:lnTo>
                  <a:lnTo>
                    <a:pt x="105" y="1"/>
                  </a:lnTo>
                  <a:close/>
                </a:path>
              </a:pathLst>
            </a:custGeom>
            <a:solidFill>
              <a:srgbClr val="66666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4" name="Google Shape;464;p48"/>
            <p:cNvSpPr/>
            <p:nvPr/>
          </p:nvSpPr>
          <p:spPr>
            <a:xfrm>
              <a:off x="4909288" y="3013988"/>
              <a:ext cx="5775" cy="12575"/>
            </a:xfrm>
            <a:custGeom>
              <a:avLst/>
              <a:gdLst/>
              <a:ahLst/>
              <a:cxnLst/>
              <a:rect l="l" t="t" r="r" b="b"/>
              <a:pathLst>
                <a:path w="231" h="503" extrusionOk="0">
                  <a:moveTo>
                    <a:pt x="105" y="0"/>
                  </a:moveTo>
                  <a:lnTo>
                    <a:pt x="0" y="21"/>
                  </a:lnTo>
                  <a:lnTo>
                    <a:pt x="105" y="502"/>
                  </a:lnTo>
                  <a:lnTo>
                    <a:pt x="230" y="481"/>
                  </a:lnTo>
                  <a:lnTo>
                    <a:pt x="105" y="0"/>
                  </a:lnTo>
                  <a:close/>
                </a:path>
              </a:pathLst>
            </a:custGeom>
            <a:solidFill>
              <a:srgbClr val="66666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5" name="Google Shape;465;p48"/>
            <p:cNvSpPr/>
            <p:nvPr/>
          </p:nvSpPr>
          <p:spPr>
            <a:xfrm>
              <a:off x="4918688" y="3011888"/>
              <a:ext cx="6300" cy="12575"/>
            </a:xfrm>
            <a:custGeom>
              <a:avLst/>
              <a:gdLst/>
              <a:ahLst/>
              <a:cxnLst/>
              <a:rect l="l" t="t" r="r" b="b"/>
              <a:pathLst>
                <a:path w="252" h="503" extrusionOk="0">
                  <a:moveTo>
                    <a:pt x="126" y="0"/>
                  </a:moveTo>
                  <a:lnTo>
                    <a:pt x="1" y="21"/>
                  </a:lnTo>
                  <a:lnTo>
                    <a:pt x="126" y="502"/>
                  </a:lnTo>
                  <a:lnTo>
                    <a:pt x="252" y="461"/>
                  </a:lnTo>
                  <a:lnTo>
                    <a:pt x="126" y="0"/>
                  </a:lnTo>
                  <a:close/>
                </a:path>
              </a:pathLst>
            </a:custGeom>
            <a:solidFill>
              <a:srgbClr val="66666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6" name="Google Shape;466;p48"/>
            <p:cNvSpPr/>
            <p:nvPr/>
          </p:nvSpPr>
          <p:spPr>
            <a:xfrm>
              <a:off x="4928638" y="3009263"/>
              <a:ext cx="6300" cy="12050"/>
            </a:xfrm>
            <a:custGeom>
              <a:avLst/>
              <a:gdLst/>
              <a:ahLst/>
              <a:cxnLst/>
              <a:rect l="l" t="t" r="r" b="b"/>
              <a:pathLst>
                <a:path w="252" h="482" extrusionOk="0">
                  <a:moveTo>
                    <a:pt x="126" y="1"/>
                  </a:moveTo>
                  <a:lnTo>
                    <a:pt x="0" y="22"/>
                  </a:lnTo>
                  <a:lnTo>
                    <a:pt x="126" y="482"/>
                  </a:lnTo>
                  <a:lnTo>
                    <a:pt x="251" y="461"/>
                  </a:lnTo>
                  <a:lnTo>
                    <a:pt x="126" y="1"/>
                  </a:lnTo>
                  <a:close/>
                </a:path>
              </a:pathLst>
            </a:custGeom>
            <a:solidFill>
              <a:srgbClr val="66666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7" name="Google Shape;467;p48"/>
            <p:cNvSpPr/>
            <p:nvPr/>
          </p:nvSpPr>
          <p:spPr>
            <a:xfrm>
              <a:off x="4939613" y="3006663"/>
              <a:ext cx="8400" cy="24075"/>
            </a:xfrm>
            <a:custGeom>
              <a:avLst/>
              <a:gdLst/>
              <a:ahLst/>
              <a:cxnLst/>
              <a:rect l="l" t="t" r="r" b="b"/>
              <a:pathLst>
                <a:path w="336" h="963" extrusionOk="0">
                  <a:moveTo>
                    <a:pt x="105" y="0"/>
                  </a:moveTo>
                  <a:lnTo>
                    <a:pt x="1" y="21"/>
                  </a:lnTo>
                  <a:lnTo>
                    <a:pt x="231" y="963"/>
                  </a:lnTo>
                  <a:lnTo>
                    <a:pt x="335" y="942"/>
                  </a:lnTo>
                  <a:lnTo>
                    <a:pt x="105" y="0"/>
                  </a:lnTo>
                  <a:close/>
                </a:path>
              </a:pathLst>
            </a:custGeom>
            <a:solidFill>
              <a:srgbClr val="66666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8" name="Google Shape;468;p48"/>
            <p:cNvSpPr/>
            <p:nvPr/>
          </p:nvSpPr>
          <p:spPr>
            <a:xfrm>
              <a:off x="4950088" y="3003513"/>
              <a:ext cx="6300" cy="12575"/>
            </a:xfrm>
            <a:custGeom>
              <a:avLst/>
              <a:gdLst/>
              <a:ahLst/>
              <a:cxnLst/>
              <a:rect l="l" t="t" r="r" b="b"/>
              <a:pathLst>
                <a:path w="252" h="503" extrusionOk="0">
                  <a:moveTo>
                    <a:pt x="126" y="1"/>
                  </a:moveTo>
                  <a:lnTo>
                    <a:pt x="0" y="21"/>
                  </a:lnTo>
                  <a:lnTo>
                    <a:pt x="126" y="503"/>
                  </a:lnTo>
                  <a:lnTo>
                    <a:pt x="251" y="461"/>
                  </a:lnTo>
                  <a:lnTo>
                    <a:pt x="126" y="1"/>
                  </a:lnTo>
                  <a:close/>
                </a:path>
              </a:pathLst>
            </a:custGeom>
            <a:solidFill>
              <a:srgbClr val="66666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9" name="Google Shape;469;p48"/>
            <p:cNvSpPr/>
            <p:nvPr/>
          </p:nvSpPr>
          <p:spPr>
            <a:xfrm>
              <a:off x="4960013" y="3001413"/>
              <a:ext cx="5775" cy="12075"/>
            </a:xfrm>
            <a:custGeom>
              <a:avLst/>
              <a:gdLst/>
              <a:ahLst/>
              <a:cxnLst/>
              <a:rect l="l" t="t" r="r" b="b"/>
              <a:pathLst>
                <a:path w="231" h="483" extrusionOk="0">
                  <a:moveTo>
                    <a:pt x="126" y="1"/>
                  </a:moveTo>
                  <a:lnTo>
                    <a:pt x="1" y="22"/>
                  </a:lnTo>
                  <a:lnTo>
                    <a:pt x="126" y="482"/>
                  </a:lnTo>
                  <a:lnTo>
                    <a:pt x="231" y="461"/>
                  </a:lnTo>
                  <a:lnTo>
                    <a:pt x="126" y="1"/>
                  </a:lnTo>
                  <a:close/>
                </a:path>
              </a:pathLst>
            </a:custGeom>
            <a:solidFill>
              <a:srgbClr val="66666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0" name="Google Shape;470;p48"/>
            <p:cNvSpPr/>
            <p:nvPr/>
          </p:nvSpPr>
          <p:spPr>
            <a:xfrm>
              <a:off x="4969963" y="2998813"/>
              <a:ext cx="5775" cy="12575"/>
            </a:xfrm>
            <a:custGeom>
              <a:avLst/>
              <a:gdLst/>
              <a:ahLst/>
              <a:cxnLst/>
              <a:rect l="l" t="t" r="r" b="b"/>
              <a:pathLst>
                <a:path w="231" h="503" extrusionOk="0">
                  <a:moveTo>
                    <a:pt x="126" y="0"/>
                  </a:moveTo>
                  <a:lnTo>
                    <a:pt x="0" y="21"/>
                  </a:lnTo>
                  <a:lnTo>
                    <a:pt x="126" y="502"/>
                  </a:lnTo>
                  <a:lnTo>
                    <a:pt x="230" y="461"/>
                  </a:lnTo>
                  <a:lnTo>
                    <a:pt x="126" y="0"/>
                  </a:lnTo>
                  <a:close/>
                </a:path>
              </a:pathLst>
            </a:custGeom>
            <a:solidFill>
              <a:srgbClr val="66666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1" name="Google Shape;471;p48"/>
            <p:cNvSpPr/>
            <p:nvPr/>
          </p:nvSpPr>
          <p:spPr>
            <a:xfrm>
              <a:off x="4979888" y="2996188"/>
              <a:ext cx="5775" cy="12575"/>
            </a:xfrm>
            <a:custGeom>
              <a:avLst/>
              <a:gdLst/>
              <a:ahLst/>
              <a:cxnLst/>
              <a:rect l="l" t="t" r="r" b="b"/>
              <a:pathLst>
                <a:path w="231" h="503" extrusionOk="0">
                  <a:moveTo>
                    <a:pt x="126" y="1"/>
                  </a:moveTo>
                  <a:lnTo>
                    <a:pt x="1" y="42"/>
                  </a:lnTo>
                  <a:lnTo>
                    <a:pt x="126" y="503"/>
                  </a:lnTo>
                  <a:lnTo>
                    <a:pt x="231" y="482"/>
                  </a:lnTo>
                  <a:lnTo>
                    <a:pt x="126" y="1"/>
                  </a:lnTo>
                  <a:close/>
                </a:path>
              </a:pathLst>
            </a:custGeom>
            <a:solidFill>
              <a:srgbClr val="66666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2" name="Google Shape;472;p48"/>
            <p:cNvSpPr/>
            <p:nvPr/>
          </p:nvSpPr>
          <p:spPr>
            <a:xfrm>
              <a:off x="4990888" y="2993063"/>
              <a:ext cx="8375" cy="24600"/>
            </a:xfrm>
            <a:custGeom>
              <a:avLst/>
              <a:gdLst/>
              <a:ahLst/>
              <a:cxnLst/>
              <a:rect l="l" t="t" r="r" b="b"/>
              <a:pathLst>
                <a:path w="335" h="984" extrusionOk="0">
                  <a:moveTo>
                    <a:pt x="105" y="0"/>
                  </a:moveTo>
                  <a:lnTo>
                    <a:pt x="0" y="42"/>
                  </a:lnTo>
                  <a:lnTo>
                    <a:pt x="230" y="983"/>
                  </a:lnTo>
                  <a:lnTo>
                    <a:pt x="335" y="942"/>
                  </a:lnTo>
                  <a:lnTo>
                    <a:pt x="105" y="0"/>
                  </a:lnTo>
                  <a:close/>
                </a:path>
              </a:pathLst>
            </a:custGeom>
            <a:solidFill>
              <a:srgbClr val="66666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3" name="Google Shape;473;p48"/>
            <p:cNvSpPr/>
            <p:nvPr/>
          </p:nvSpPr>
          <p:spPr>
            <a:xfrm>
              <a:off x="5001338" y="2990963"/>
              <a:ext cx="5775" cy="12575"/>
            </a:xfrm>
            <a:custGeom>
              <a:avLst/>
              <a:gdLst/>
              <a:ahLst/>
              <a:cxnLst/>
              <a:rect l="l" t="t" r="r" b="b"/>
              <a:pathLst>
                <a:path w="231" h="503" extrusionOk="0">
                  <a:moveTo>
                    <a:pt x="126" y="0"/>
                  </a:moveTo>
                  <a:lnTo>
                    <a:pt x="1" y="21"/>
                  </a:lnTo>
                  <a:lnTo>
                    <a:pt x="105" y="503"/>
                  </a:lnTo>
                  <a:lnTo>
                    <a:pt x="231" y="461"/>
                  </a:lnTo>
                  <a:lnTo>
                    <a:pt x="126" y="0"/>
                  </a:lnTo>
                  <a:close/>
                </a:path>
              </a:pathLst>
            </a:custGeom>
            <a:solidFill>
              <a:srgbClr val="66666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4" name="Google Shape;474;p48"/>
            <p:cNvSpPr/>
            <p:nvPr/>
          </p:nvSpPr>
          <p:spPr>
            <a:xfrm>
              <a:off x="5011288" y="2988338"/>
              <a:ext cx="5775" cy="12050"/>
            </a:xfrm>
            <a:custGeom>
              <a:avLst/>
              <a:gdLst/>
              <a:ahLst/>
              <a:cxnLst/>
              <a:rect l="l" t="t" r="r" b="b"/>
              <a:pathLst>
                <a:path w="231" h="482" extrusionOk="0">
                  <a:moveTo>
                    <a:pt x="126" y="1"/>
                  </a:moveTo>
                  <a:lnTo>
                    <a:pt x="0" y="22"/>
                  </a:lnTo>
                  <a:lnTo>
                    <a:pt x="126" y="482"/>
                  </a:lnTo>
                  <a:lnTo>
                    <a:pt x="230" y="461"/>
                  </a:lnTo>
                  <a:lnTo>
                    <a:pt x="126" y="1"/>
                  </a:lnTo>
                  <a:close/>
                </a:path>
              </a:pathLst>
            </a:custGeom>
            <a:solidFill>
              <a:srgbClr val="66666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5" name="Google Shape;475;p48"/>
            <p:cNvSpPr/>
            <p:nvPr/>
          </p:nvSpPr>
          <p:spPr>
            <a:xfrm>
              <a:off x="5021213" y="2985738"/>
              <a:ext cx="5775" cy="12575"/>
            </a:xfrm>
            <a:custGeom>
              <a:avLst/>
              <a:gdLst/>
              <a:ahLst/>
              <a:cxnLst/>
              <a:rect l="l" t="t" r="r" b="b"/>
              <a:pathLst>
                <a:path w="231" h="503" extrusionOk="0">
                  <a:moveTo>
                    <a:pt x="126" y="0"/>
                  </a:moveTo>
                  <a:lnTo>
                    <a:pt x="1" y="21"/>
                  </a:lnTo>
                  <a:lnTo>
                    <a:pt x="126" y="502"/>
                  </a:lnTo>
                  <a:lnTo>
                    <a:pt x="231" y="460"/>
                  </a:lnTo>
                  <a:lnTo>
                    <a:pt x="126" y="0"/>
                  </a:lnTo>
                  <a:close/>
                </a:path>
              </a:pathLst>
            </a:custGeom>
            <a:solidFill>
              <a:srgbClr val="66666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6" name="Google Shape;476;p48"/>
            <p:cNvSpPr/>
            <p:nvPr/>
          </p:nvSpPr>
          <p:spPr>
            <a:xfrm>
              <a:off x="5031163" y="2983638"/>
              <a:ext cx="5775" cy="12575"/>
            </a:xfrm>
            <a:custGeom>
              <a:avLst/>
              <a:gdLst/>
              <a:ahLst/>
              <a:cxnLst/>
              <a:rect l="l" t="t" r="r" b="b"/>
              <a:pathLst>
                <a:path w="231" h="503" extrusionOk="0">
                  <a:moveTo>
                    <a:pt x="105" y="0"/>
                  </a:moveTo>
                  <a:lnTo>
                    <a:pt x="0" y="21"/>
                  </a:lnTo>
                  <a:lnTo>
                    <a:pt x="105" y="503"/>
                  </a:lnTo>
                  <a:lnTo>
                    <a:pt x="230" y="461"/>
                  </a:lnTo>
                  <a:lnTo>
                    <a:pt x="105" y="0"/>
                  </a:lnTo>
                  <a:close/>
                </a:path>
              </a:pathLst>
            </a:custGeom>
            <a:solidFill>
              <a:srgbClr val="66666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7" name="Google Shape;477;p48"/>
            <p:cNvSpPr/>
            <p:nvPr/>
          </p:nvSpPr>
          <p:spPr>
            <a:xfrm>
              <a:off x="5041613" y="2981013"/>
              <a:ext cx="8925" cy="24100"/>
            </a:xfrm>
            <a:custGeom>
              <a:avLst/>
              <a:gdLst/>
              <a:ahLst/>
              <a:cxnLst/>
              <a:rect l="l" t="t" r="r" b="b"/>
              <a:pathLst>
                <a:path w="357" h="964" extrusionOk="0">
                  <a:moveTo>
                    <a:pt x="126" y="1"/>
                  </a:moveTo>
                  <a:lnTo>
                    <a:pt x="1" y="22"/>
                  </a:lnTo>
                  <a:lnTo>
                    <a:pt x="231" y="963"/>
                  </a:lnTo>
                  <a:lnTo>
                    <a:pt x="356" y="942"/>
                  </a:lnTo>
                  <a:lnTo>
                    <a:pt x="126" y="1"/>
                  </a:lnTo>
                  <a:close/>
                </a:path>
              </a:pathLst>
            </a:custGeom>
            <a:solidFill>
              <a:srgbClr val="66666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8" name="Google Shape;478;p48"/>
            <p:cNvSpPr/>
            <p:nvPr/>
          </p:nvSpPr>
          <p:spPr>
            <a:xfrm>
              <a:off x="5052613" y="2977888"/>
              <a:ext cx="5775" cy="12575"/>
            </a:xfrm>
            <a:custGeom>
              <a:avLst/>
              <a:gdLst/>
              <a:ahLst/>
              <a:cxnLst/>
              <a:rect l="l" t="t" r="r" b="b"/>
              <a:pathLst>
                <a:path w="231" h="503" extrusionOk="0">
                  <a:moveTo>
                    <a:pt x="105" y="0"/>
                  </a:moveTo>
                  <a:lnTo>
                    <a:pt x="0" y="42"/>
                  </a:lnTo>
                  <a:lnTo>
                    <a:pt x="105" y="502"/>
                  </a:lnTo>
                  <a:lnTo>
                    <a:pt x="230" y="482"/>
                  </a:lnTo>
                  <a:lnTo>
                    <a:pt x="105" y="0"/>
                  </a:lnTo>
                  <a:close/>
                </a:path>
              </a:pathLst>
            </a:custGeom>
            <a:solidFill>
              <a:srgbClr val="66666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9" name="Google Shape;479;p48"/>
            <p:cNvSpPr/>
            <p:nvPr/>
          </p:nvSpPr>
          <p:spPr>
            <a:xfrm>
              <a:off x="5062013" y="2975788"/>
              <a:ext cx="6300" cy="12575"/>
            </a:xfrm>
            <a:custGeom>
              <a:avLst/>
              <a:gdLst/>
              <a:ahLst/>
              <a:cxnLst/>
              <a:rect l="l" t="t" r="r" b="b"/>
              <a:pathLst>
                <a:path w="252" h="503" extrusionOk="0">
                  <a:moveTo>
                    <a:pt x="126" y="1"/>
                  </a:moveTo>
                  <a:lnTo>
                    <a:pt x="1" y="42"/>
                  </a:lnTo>
                  <a:lnTo>
                    <a:pt x="126" y="503"/>
                  </a:lnTo>
                  <a:lnTo>
                    <a:pt x="252" y="482"/>
                  </a:lnTo>
                  <a:lnTo>
                    <a:pt x="126" y="1"/>
                  </a:lnTo>
                  <a:close/>
                </a:path>
              </a:pathLst>
            </a:custGeom>
            <a:solidFill>
              <a:srgbClr val="66666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0" name="Google Shape;480;p48"/>
            <p:cNvSpPr/>
            <p:nvPr/>
          </p:nvSpPr>
          <p:spPr>
            <a:xfrm>
              <a:off x="5071963" y="2973163"/>
              <a:ext cx="6300" cy="12600"/>
            </a:xfrm>
            <a:custGeom>
              <a:avLst/>
              <a:gdLst/>
              <a:ahLst/>
              <a:cxnLst/>
              <a:rect l="l" t="t" r="r" b="b"/>
              <a:pathLst>
                <a:path w="252" h="504" extrusionOk="0">
                  <a:moveTo>
                    <a:pt x="126" y="1"/>
                  </a:moveTo>
                  <a:lnTo>
                    <a:pt x="0" y="22"/>
                  </a:lnTo>
                  <a:lnTo>
                    <a:pt x="126" y="503"/>
                  </a:lnTo>
                  <a:lnTo>
                    <a:pt x="251" y="461"/>
                  </a:lnTo>
                  <a:lnTo>
                    <a:pt x="126" y="1"/>
                  </a:lnTo>
                  <a:close/>
                </a:path>
              </a:pathLst>
            </a:custGeom>
            <a:solidFill>
              <a:srgbClr val="66666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1" name="Google Shape;481;p48"/>
            <p:cNvSpPr/>
            <p:nvPr/>
          </p:nvSpPr>
          <p:spPr>
            <a:xfrm>
              <a:off x="5081888" y="2971088"/>
              <a:ext cx="5775" cy="12575"/>
            </a:xfrm>
            <a:custGeom>
              <a:avLst/>
              <a:gdLst/>
              <a:ahLst/>
              <a:cxnLst/>
              <a:rect l="l" t="t" r="r" b="b"/>
              <a:pathLst>
                <a:path w="231" h="503" extrusionOk="0">
                  <a:moveTo>
                    <a:pt x="126" y="0"/>
                  </a:moveTo>
                  <a:lnTo>
                    <a:pt x="1" y="21"/>
                  </a:lnTo>
                  <a:lnTo>
                    <a:pt x="126" y="502"/>
                  </a:lnTo>
                  <a:lnTo>
                    <a:pt x="231" y="461"/>
                  </a:lnTo>
                  <a:lnTo>
                    <a:pt x="126" y="0"/>
                  </a:lnTo>
                  <a:close/>
                </a:path>
              </a:pathLst>
            </a:custGeom>
            <a:solidFill>
              <a:srgbClr val="66666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482" name="Google Shape;482;p48"/>
          <p:cNvGrpSpPr/>
          <p:nvPr/>
        </p:nvGrpSpPr>
        <p:grpSpPr>
          <a:xfrm rot="-662724">
            <a:off x="7655574" y="-3731"/>
            <a:ext cx="556640" cy="703189"/>
            <a:chOff x="2884913" y="4249000"/>
            <a:chExt cx="431063" cy="544550"/>
          </a:xfrm>
        </p:grpSpPr>
        <p:sp>
          <p:nvSpPr>
            <p:cNvPr id="483" name="Google Shape;483;p48"/>
            <p:cNvSpPr/>
            <p:nvPr/>
          </p:nvSpPr>
          <p:spPr>
            <a:xfrm>
              <a:off x="2884925" y="4249000"/>
              <a:ext cx="371425" cy="498000"/>
            </a:xfrm>
            <a:custGeom>
              <a:avLst/>
              <a:gdLst/>
              <a:ahLst/>
              <a:cxnLst/>
              <a:rect l="l" t="t" r="r" b="b"/>
              <a:pathLst>
                <a:path w="14857" h="19920" extrusionOk="0">
                  <a:moveTo>
                    <a:pt x="0" y="0"/>
                  </a:moveTo>
                  <a:lnTo>
                    <a:pt x="0" y="19920"/>
                  </a:lnTo>
                  <a:lnTo>
                    <a:pt x="14856" y="19920"/>
                  </a:lnTo>
                  <a:lnTo>
                    <a:pt x="14856" y="0"/>
                  </a:lnTo>
                  <a:close/>
                </a:path>
              </a:pathLst>
            </a:custGeom>
            <a:solidFill>
              <a:srgbClr val="F1F1F1"/>
            </a:solidFill>
            <a:ln w="7620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4" name="Google Shape;484;p48"/>
            <p:cNvSpPr/>
            <p:nvPr/>
          </p:nvSpPr>
          <p:spPr>
            <a:xfrm>
              <a:off x="2922575" y="4299725"/>
              <a:ext cx="145975" cy="9450"/>
            </a:xfrm>
            <a:custGeom>
              <a:avLst/>
              <a:gdLst/>
              <a:ahLst/>
              <a:cxnLst/>
              <a:rect l="l" t="t" r="r" b="b"/>
              <a:pathLst>
                <a:path w="5839" h="378" extrusionOk="0">
                  <a:moveTo>
                    <a:pt x="1" y="1"/>
                  </a:moveTo>
                  <a:lnTo>
                    <a:pt x="1" y="378"/>
                  </a:lnTo>
                  <a:lnTo>
                    <a:pt x="5838" y="378"/>
                  </a:lnTo>
                  <a:lnTo>
                    <a:pt x="5838" y="1"/>
                  </a:lnTo>
                  <a:close/>
                </a:path>
              </a:pathLst>
            </a:custGeom>
            <a:solidFill>
              <a:srgbClr val="333333"/>
            </a:solidFill>
            <a:ln w="7620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5" name="Google Shape;485;p48"/>
            <p:cNvSpPr/>
            <p:nvPr/>
          </p:nvSpPr>
          <p:spPr>
            <a:xfrm>
              <a:off x="2922575" y="4322750"/>
              <a:ext cx="295575" cy="9450"/>
            </a:xfrm>
            <a:custGeom>
              <a:avLst/>
              <a:gdLst/>
              <a:ahLst/>
              <a:cxnLst/>
              <a:rect l="l" t="t" r="r" b="b"/>
              <a:pathLst>
                <a:path w="11823" h="378" extrusionOk="0">
                  <a:moveTo>
                    <a:pt x="1" y="1"/>
                  </a:moveTo>
                  <a:lnTo>
                    <a:pt x="1" y="377"/>
                  </a:lnTo>
                  <a:lnTo>
                    <a:pt x="11823" y="377"/>
                  </a:lnTo>
                  <a:lnTo>
                    <a:pt x="11823" y="1"/>
                  </a:lnTo>
                  <a:close/>
                </a:path>
              </a:pathLst>
            </a:custGeom>
            <a:solidFill>
              <a:srgbClr val="333333"/>
            </a:solidFill>
            <a:ln w="7620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6" name="Google Shape;486;p48"/>
            <p:cNvSpPr/>
            <p:nvPr/>
          </p:nvSpPr>
          <p:spPr>
            <a:xfrm>
              <a:off x="2922575" y="4343150"/>
              <a:ext cx="295575" cy="9975"/>
            </a:xfrm>
            <a:custGeom>
              <a:avLst/>
              <a:gdLst/>
              <a:ahLst/>
              <a:cxnLst/>
              <a:rect l="l" t="t" r="r" b="b"/>
              <a:pathLst>
                <a:path w="11823" h="399" extrusionOk="0">
                  <a:moveTo>
                    <a:pt x="1" y="1"/>
                  </a:moveTo>
                  <a:lnTo>
                    <a:pt x="1" y="398"/>
                  </a:lnTo>
                  <a:lnTo>
                    <a:pt x="11823" y="398"/>
                  </a:lnTo>
                  <a:lnTo>
                    <a:pt x="11823" y="1"/>
                  </a:lnTo>
                  <a:close/>
                </a:path>
              </a:pathLst>
            </a:custGeom>
            <a:solidFill>
              <a:srgbClr val="333333"/>
            </a:solidFill>
            <a:ln w="7620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7" name="Google Shape;487;p48"/>
            <p:cNvSpPr/>
            <p:nvPr/>
          </p:nvSpPr>
          <p:spPr>
            <a:xfrm>
              <a:off x="2922575" y="4364075"/>
              <a:ext cx="295575" cy="9450"/>
            </a:xfrm>
            <a:custGeom>
              <a:avLst/>
              <a:gdLst/>
              <a:ahLst/>
              <a:cxnLst/>
              <a:rect l="l" t="t" r="r" b="b"/>
              <a:pathLst>
                <a:path w="11823" h="378" extrusionOk="0">
                  <a:moveTo>
                    <a:pt x="1" y="1"/>
                  </a:moveTo>
                  <a:lnTo>
                    <a:pt x="1" y="377"/>
                  </a:lnTo>
                  <a:lnTo>
                    <a:pt x="11823" y="377"/>
                  </a:lnTo>
                  <a:lnTo>
                    <a:pt x="11823" y="1"/>
                  </a:lnTo>
                  <a:close/>
                </a:path>
              </a:pathLst>
            </a:custGeom>
            <a:solidFill>
              <a:srgbClr val="333333"/>
            </a:solidFill>
            <a:ln w="7620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8" name="Google Shape;488;p48"/>
            <p:cNvSpPr/>
            <p:nvPr/>
          </p:nvSpPr>
          <p:spPr>
            <a:xfrm>
              <a:off x="2922575" y="4385000"/>
              <a:ext cx="295575" cy="9450"/>
            </a:xfrm>
            <a:custGeom>
              <a:avLst/>
              <a:gdLst/>
              <a:ahLst/>
              <a:cxnLst/>
              <a:rect l="l" t="t" r="r" b="b"/>
              <a:pathLst>
                <a:path w="11823" h="378" extrusionOk="0">
                  <a:moveTo>
                    <a:pt x="1" y="1"/>
                  </a:moveTo>
                  <a:lnTo>
                    <a:pt x="1" y="377"/>
                  </a:lnTo>
                  <a:lnTo>
                    <a:pt x="11823" y="377"/>
                  </a:lnTo>
                  <a:lnTo>
                    <a:pt x="11823" y="1"/>
                  </a:lnTo>
                  <a:close/>
                </a:path>
              </a:pathLst>
            </a:custGeom>
            <a:solidFill>
              <a:srgbClr val="333333"/>
            </a:solidFill>
            <a:ln w="7620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9" name="Google Shape;489;p48"/>
            <p:cNvSpPr/>
            <p:nvPr/>
          </p:nvSpPr>
          <p:spPr>
            <a:xfrm>
              <a:off x="2922575" y="4405925"/>
              <a:ext cx="295575" cy="9450"/>
            </a:xfrm>
            <a:custGeom>
              <a:avLst/>
              <a:gdLst/>
              <a:ahLst/>
              <a:cxnLst/>
              <a:rect l="l" t="t" r="r" b="b"/>
              <a:pathLst>
                <a:path w="11823" h="378" extrusionOk="0">
                  <a:moveTo>
                    <a:pt x="1" y="0"/>
                  </a:moveTo>
                  <a:lnTo>
                    <a:pt x="1" y="377"/>
                  </a:lnTo>
                  <a:lnTo>
                    <a:pt x="11823" y="377"/>
                  </a:lnTo>
                  <a:lnTo>
                    <a:pt x="11823" y="0"/>
                  </a:lnTo>
                  <a:close/>
                </a:path>
              </a:pathLst>
            </a:custGeom>
            <a:solidFill>
              <a:srgbClr val="333333"/>
            </a:solidFill>
            <a:ln w="7620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0" name="Google Shape;490;p48"/>
            <p:cNvSpPr/>
            <p:nvPr/>
          </p:nvSpPr>
          <p:spPr>
            <a:xfrm>
              <a:off x="2922575" y="4426850"/>
              <a:ext cx="295575" cy="9450"/>
            </a:xfrm>
            <a:custGeom>
              <a:avLst/>
              <a:gdLst/>
              <a:ahLst/>
              <a:cxnLst/>
              <a:rect l="l" t="t" r="r" b="b"/>
              <a:pathLst>
                <a:path w="11823" h="378" extrusionOk="0">
                  <a:moveTo>
                    <a:pt x="1" y="0"/>
                  </a:moveTo>
                  <a:lnTo>
                    <a:pt x="1" y="377"/>
                  </a:lnTo>
                  <a:lnTo>
                    <a:pt x="11823" y="377"/>
                  </a:lnTo>
                  <a:lnTo>
                    <a:pt x="11823" y="0"/>
                  </a:lnTo>
                  <a:close/>
                </a:path>
              </a:pathLst>
            </a:custGeom>
            <a:solidFill>
              <a:srgbClr val="333333"/>
            </a:solidFill>
            <a:ln w="7620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1" name="Google Shape;491;p48"/>
            <p:cNvSpPr/>
            <p:nvPr/>
          </p:nvSpPr>
          <p:spPr>
            <a:xfrm>
              <a:off x="2922575" y="4447775"/>
              <a:ext cx="295575" cy="9425"/>
            </a:xfrm>
            <a:custGeom>
              <a:avLst/>
              <a:gdLst/>
              <a:ahLst/>
              <a:cxnLst/>
              <a:rect l="l" t="t" r="r" b="b"/>
              <a:pathLst>
                <a:path w="11823" h="377" extrusionOk="0">
                  <a:moveTo>
                    <a:pt x="1" y="0"/>
                  </a:moveTo>
                  <a:lnTo>
                    <a:pt x="1" y="377"/>
                  </a:lnTo>
                  <a:lnTo>
                    <a:pt x="11823" y="377"/>
                  </a:lnTo>
                  <a:lnTo>
                    <a:pt x="11823" y="0"/>
                  </a:lnTo>
                  <a:close/>
                </a:path>
              </a:pathLst>
            </a:custGeom>
            <a:solidFill>
              <a:srgbClr val="333333"/>
            </a:solidFill>
            <a:ln w="7620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2" name="Google Shape;492;p48"/>
            <p:cNvSpPr/>
            <p:nvPr/>
          </p:nvSpPr>
          <p:spPr>
            <a:xfrm>
              <a:off x="2922575" y="4468700"/>
              <a:ext cx="295575" cy="9425"/>
            </a:xfrm>
            <a:custGeom>
              <a:avLst/>
              <a:gdLst/>
              <a:ahLst/>
              <a:cxnLst/>
              <a:rect l="l" t="t" r="r" b="b"/>
              <a:pathLst>
                <a:path w="11823" h="377" extrusionOk="0">
                  <a:moveTo>
                    <a:pt x="1" y="0"/>
                  </a:moveTo>
                  <a:lnTo>
                    <a:pt x="1" y="377"/>
                  </a:lnTo>
                  <a:lnTo>
                    <a:pt x="11823" y="377"/>
                  </a:lnTo>
                  <a:lnTo>
                    <a:pt x="11823" y="0"/>
                  </a:lnTo>
                  <a:close/>
                </a:path>
              </a:pathLst>
            </a:custGeom>
            <a:solidFill>
              <a:srgbClr val="333333"/>
            </a:solidFill>
            <a:ln w="7620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3" name="Google Shape;493;p48"/>
            <p:cNvSpPr/>
            <p:nvPr/>
          </p:nvSpPr>
          <p:spPr>
            <a:xfrm>
              <a:off x="2922575" y="4489625"/>
              <a:ext cx="295575" cy="9425"/>
            </a:xfrm>
            <a:custGeom>
              <a:avLst/>
              <a:gdLst/>
              <a:ahLst/>
              <a:cxnLst/>
              <a:rect l="l" t="t" r="r" b="b"/>
              <a:pathLst>
                <a:path w="11823" h="377" extrusionOk="0">
                  <a:moveTo>
                    <a:pt x="1" y="0"/>
                  </a:moveTo>
                  <a:lnTo>
                    <a:pt x="1" y="377"/>
                  </a:lnTo>
                  <a:lnTo>
                    <a:pt x="11823" y="377"/>
                  </a:lnTo>
                  <a:lnTo>
                    <a:pt x="11823" y="0"/>
                  </a:lnTo>
                  <a:close/>
                </a:path>
              </a:pathLst>
            </a:custGeom>
            <a:solidFill>
              <a:srgbClr val="333333"/>
            </a:solidFill>
            <a:ln w="7620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4" name="Google Shape;494;p48"/>
            <p:cNvSpPr/>
            <p:nvPr/>
          </p:nvSpPr>
          <p:spPr>
            <a:xfrm>
              <a:off x="2922575" y="4510025"/>
              <a:ext cx="295575" cy="9950"/>
            </a:xfrm>
            <a:custGeom>
              <a:avLst/>
              <a:gdLst/>
              <a:ahLst/>
              <a:cxnLst/>
              <a:rect l="l" t="t" r="r" b="b"/>
              <a:pathLst>
                <a:path w="11823" h="398" extrusionOk="0">
                  <a:moveTo>
                    <a:pt x="1" y="0"/>
                  </a:moveTo>
                  <a:lnTo>
                    <a:pt x="1" y="398"/>
                  </a:lnTo>
                  <a:lnTo>
                    <a:pt x="11823" y="398"/>
                  </a:lnTo>
                  <a:lnTo>
                    <a:pt x="11823" y="0"/>
                  </a:lnTo>
                  <a:close/>
                </a:path>
              </a:pathLst>
            </a:custGeom>
            <a:solidFill>
              <a:srgbClr val="333333"/>
            </a:solidFill>
            <a:ln w="7620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5" name="Google Shape;495;p48"/>
            <p:cNvSpPr/>
            <p:nvPr/>
          </p:nvSpPr>
          <p:spPr>
            <a:xfrm>
              <a:off x="2922575" y="4530950"/>
              <a:ext cx="295575" cy="9950"/>
            </a:xfrm>
            <a:custGeom>
              <a:avLst/>
              <a:gdLst/>
              <a:ahLst/>
              <a:cxnLst/>
              <a:rect l="l" t="t" r="r" b="b"/>
              <a:pathLst>
                <a:path w="11823" h="398" extrusionOk="0">
                  <a:moveTo>
                    <a:pt x="1" y="0"/>
                  </a:moveTo>
                  <a:lnTo>
                    <a:pt x="1" y="398"/>
                  </a:lnTo>
                  <a:lnTo>
                    <a:pt x="11823" y="398"/>
                  </a:lnTo>
                  <a:lnTo>
                    <a:pt x="11823" y="0"/>
                  </a:lnTo>
                  <a:close/>
                </a:path>
              </a:pathLst>
            </a:custGeom>
            <a:solidFill>
              <a:srgbClr val="333333"/>
            </a:solidFill>
            <a:ln w="7620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6" name="Google Shape;496;p48"/>
            <p:cNvSpPr/>
            <p:nvPr/>
          </p:nvSpPr>
          <p:spPr>
            <a:xfrm>
              <a:off x="2922575" y="4551875"/>
              <a:ext cx="295575" cy="9425"/>
            </a:xfrm>
            <a:custGeom>
              <a:avLst/>
              <a:gdLst/>
              <a:ahLst/>
              <a:cxnLst/>
              <a:rect l="l" t="t" r="r" b="b"/>
              <a:pathLst>
                <a:path w="11823" h="377" extrusionOk="0">
                  <a:moveTo>
                    <a:pt x="1" y="0"/>
                  </a:moveTo>
                  <a:lnTo>
                    <a:pt x="1" y="377"/>
                  </a:lnTo>
                  <a:lnTo>
                    <a:pt x="11823" y="377"/>
                  </a:lnTo>
                  <a:lnTo>
                    <a:pt x="11823" y="0"/>
                  </a:lnTo>
                  <a:close/>
                </a:path>
              </a:pathLst>
            </a:custGeom>
            <a:solidFill>
              <a:srgbClr val="333333"/>
            </a:solidFill>
            <a:ln w="7620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7" name="Google Shape;497;p48"/>
            <p:cNvSpPr/>
            <p:nvPr/>
          </p:nvSpPr>
          <p:spPr>
            <a:xfrm>
              <a:off x="2922575" y="4572800"/>
              <a:ext cx="295575" cy="9425"/>
            </a:xfrm>
            <a:custGeom>
              <a:avLst/>
              <a:gdLst/>
              <a:ahLst/>
              <a:cxnLst/>
              <a:rect l="l" t="t" r="r" b="b"/>
              <a:pathLst>
                <a:path w="11823" h="377" extrusionOk="0">
                  <a:moveTo>
                    <a:pt x="1" y="0"/>
                  </a:moveTo>
                  <a:lnTo>
                    <a:pt x="1" y="377"/>
                  </a:lnTo>
                  <a:lnTo>
                    <a:pt x="11823" y="377"/>
                  </a:lnTo>
                  <a:lnTo>
                    <a:pt x="11823" y="0"/>
                  </a:lnTo>
                  <a:close/>
                </a:path>
              </a:pathLst>
            </a:custGeom>
            <a:solidFill>
              <a:srgbClr val="333333"/>
            </a:solidFill>
            <a:ln w="7620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8" name="Google Shape;498;p48"/>
            <p:cNvSpPr/>
            <p:nvPr/>
          </p:nvSpPr>
          <p:spPr>
            <a:xfrm>
              <a:off x="2922575" y="4593725"/>
              <a:ext cx="295575" cy="9425"/>
            </a:xfrm>
            <a:custGeom>
              <a:avLst/>
              <a:gdLst/>
              <a:ahLst/>
              <a:cxnLst/>
              <a:rect l="l" t="t" r="r" b="b"/>
              <a:pathLst>
                <a:path w="11823" h="377" extrusionOk="0">
                  <a:moveTo>
                    <a:pt x="1" y="0"/>
                  </a:moveTo>
                  <a:lnTo>
                    <a:pt x="1" y="377"/>
                  </a:lnTo>
                  <a:lnTo>
                    <a:pt x="11823" y="377"/>
                  </a:lnTo>
                  <a:lnTo>
                    <a:pt x="11823" y="0"/>
                  </a:lnTo>
                  <a:close/>
                </a:path>
              </a:pathLst>
            </a:custGeom>
            <a:solidFill>
              <a:srgbClr val="333333"/>
            </a:solidFill>
            <a:ln w="7620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9" name="Google Shape;499;p48"/>
            <p:cNvSpPr/>
            <p:nvPr/>
          </p:nvSpPr>
          <p:spPr>
            <a:xfrm>
              <a:off x="2922575" y="4614650"/>
              <a:ext cx="295575" cy="9425"/>
            </a:xfrm>
            <a:custGeom>
              <a:avLst/>
              <a:gdLst/>
              <a:ahLst/>
              <a:cxnLst/>
              <a:rect l="l" t="t" r="r" b="b"/>
              <a:pathLst>
                <a:path w="11823" h="377" extrusionOk="0">
                  <a:moveTo>
                    <a:pt x="1" y="0"/>
                  </a:moveTo>
                  <a:lnTo>
                    <a:pt x="1" y="377"/>
                  </a:lnTo>
                  <a:lnTo>
                    <a:pt x="11823" y="377"/>
                  </a:lnTo>
                  <a:lnTo>
                    <a:pt x="11823" y="0"/>
                  </a:lnTo>
                  <a:close/>
                </a:path>
              </a:pathLst>
            </a:custGeom>
            <a:solidFill>
              <a:srgbClr val="333333"/>
            </a:solidFill>
            <a:ln w="7620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0" name="Google Shape;500;p48"/>
            <p:cNvSpPr/>
            <p:nvPr/>
          </p:nvSpPr>
          <p:spPr>
            <a:xfrm>
              <a:off x="2922575" y="4635550"/>
              <a:ext cx="295575" cy="9450"/>
            </a:xfrm>
            <a:custGeom>
              <a:avLst/>
              <a:gdLst/>
              <a:ahLst/>
              <a:cxnLst/>
              <a:rect l="l" t="t" r="r" b="b"/>
              <a:pathLst>
                <a:path w="11823" h="378" extrusionOk="0">
                  <a:moveTo>
                    <a:pt x="1" y="1"/>
                  </a:moveTo>
                  <a:lnTo>
                    <a:pt x="1" y="378"/>
                  </a:lnTo>
                  <a:lnTo>
                    <a:pt x="11823" y="378"/>
                  </a:lnTo>
                  <a:lnTo>
                    <a:pt x="11823" y="1"/>
                  </a:lnTo>
                  <a:close/>
                </a:path>
              </a:pathLst>
            </a:custGeom>
            <a:solidFill>
              <a:srgbClr val="333333"/>
            </a:solidFill>
            <a:ln w="7620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1" name="Google Shape;501;p48"/>
            <p:cNvSpPr/>
            <p:nvPr/>
          </p:nvSpPr>
          <p:spPr>
            <a:xfrm>
              <a:off x="2922575" y="4656475"/>
              <a:ext cx="295575" cy="9450"/>
            </a:xfrm>
            <a:custGeom>
              <a:avLst/>
              <a:gdLst/>
              <a:ahLst/>
              <a:cxnLst/>
              <a:rect l="l" t="t" r="r" b="b"/>
              <a:pathLst>
                <a:path w="11823" h="378" extrusionOk="0">
                  <a:moveTo>
                    <a:pt x="1" y="1"/>
                  </a:moveTo>
                  <a:lnTo>
                    <a:pt x="1" y="378"/>
                  </a:lnTo>
                  <a:lnTo>
                    <a:pt x="11823" y="378"/>
                  </a:lnTo>
                  <a:lnTo>
                    <a:pt x="11823" y="1"/>
                  </a:lnTo>
                  <a:close/>
                </a:path>
              </a:pathLst>
            </a:custGeom>
            <a:solidFill>
              <a:srgbClr val="333333"/>
            </a:solidFill>
            <a:ln w="7620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2" name="Google Shape;502;p48"/>
            <p:cNvSpPr/>
            <p:nvPr/>
          </p:nvSpPr>
          <p:spPr>
            <a:xfrm>
              <a:off x="3258400" y="4337850"/>
              <a:ext cx="57575" cy="66600"/>
            </a:xfrm>
            <a:custGeom>
              <a:avLst/>
              <a:gdLst/>
              <a:ahLst/>
              <a:cxnLst/>
              <a:rect l="l" t="t" r="r" b="b"/>
              <a:pathLst>
                <a:path w="2303" h="2664" extrusionOk="0">
                  <a:moveTo>
                    <a:pt x="1087" y="0"/>
                  </a:moveTo>
                  <a:cubicBezTo>
                    <a:pt x="967" y="0"/>
                    <a:pt x="858" y="67"/>
                    <a:pt x="796" y="192"/>
                  </a:cubicBezTo>
                  <a:lnTo>
                    <a:pt x="63" y="1845"/>
                  </a:lnTo>
                  <a:cubicBezTo>
                    <a:pt x="1" y="1991"/>
                    <a:pt x="63" y="2179"/>
                    <a:pt x="210" y="2242"/>
                  </a:cubicBezTo>
                  <a:lnTo>
                    <a:pt x="1089" y="2640"/>
                  </a:lnTo>
                  <a:cubicBezTo>
                    <a:pt x="1126" y="2656"/>
                    <a:pt x="1166" y="2664"/>
                    <a:pt x="1206" y="2664"/>
                  </a:cubicBezTo>
                  <a:cubicBezTo>
                    <a:pt x="1323" y="2664"/>
                    <a:pt x="1440" y="2597"/>
                    <a:pt x="1486" y="2472"/>
                  </a:cubicBezTo>
                  <a:lnTo>
                    <a:pt x="2219" y="819"/>
                  </a:lnTo>
                  <a:cubicBezTo>
                    <a:pt x="2302" y="673"/>
                    <a:pt x="2219" y="485"/>
                    <a:pt x="2072" y="422"/>
                  </a:cubicBezTo>
                  <a:lnTo>
                    <a:pt x="1214" y="24"/>
                  </a:lnTo>
                  <a:cubicBezTo>
                    <a:pt x="1172" y="8"/>
                    <a:pt x="1129" y="0"/>
                    <a:pt x="1087" y="0"/>
                  </a:cubicBezTo>
                  <a:close/>
                </a:path>
              </a:pathLst>
            </a:custGeom>
            <a:solidFill>
              <a:srgbClr val="FF7BAB"/>
            </a:solidFill>
            <a:ln w="7620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3" name="Google Shape;503;p48"/>
            <p:cNvSpPr/>
            <p:nvPr/>
          </p:nvSpPr>
          <p:spPr>
            <a:xfrm>
              <a:off x="3260500" y="4357800"/>
              <a:ext cx="46575" cy="40300"/>
            </a:xfrm>
            <a:custGeom>
              <a:avLst/>
              <a:gdLst/>
              <a:ahLst/>
              <a:cxnLst/>
              <a:rect l="l" t="t" r="r" b="b"/>
              <a:pathLst>
                <a:path w="1863" h="1612" extrusionOk="0">
                  <a:moveTo>
                    <a:pt x="440" y="1"/>
                  </a:moveTo>
                  <a:lnTo>
                    <a:pt x="0" y="984"/>
                  </a:lnTo>
                  <a:lnTo>
                    <a:pt x="1444" y="1612"/>
                  </a:lnTo>
                  <a:lnTo>
                    <a:pt x="1863" y="649"/>
                  </a:lnTo>
                  <a:lnTo>
                    <a:pt x="440" y="1"/>
                  </a:lnTo>
                  <a:close/>
                </a:path>
              </a:pathLst>
            </a:custGeom>
            <a:solidFill>
              <a:srgbClr val="B2B2B2"/>
            </a:solidFill>
            <a:ln w="7620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4" name="Google Shape;504;p48"/>
            <p:cNvSpPr/>
            <p:nvPr/>
          </p:nvSpPr>
          <p:spPr>
            <a:xfrm>
              <a:off x="3099375" y="4382900"/>
              <a:ext cx="172650" cy="366200"/>
            </a:xfrm>
            <a:custGeom>
              <a:avLst/>
              <a:gdLst/>
              <a:ahLst/>
              <a:cxnLst/>
              <a:rect l="l" t="t" r="r" b="b"/>
              <a:pathLst>
                <a:path w="6906" h="14648" extrusionOk="0">
                  <a:moveTo>
                    <a:pt x="6424" y="1"/>
                  </a:moveTo>
                  <a:lnTo>
                    <a:pt x="1" y="14438"/>
                  </a:lnTo>
                  <a:lnTo>
                    <a:pt x="461" y="14647"/>
                  </a:lnTo>
                  <a:lnTo>
                    <a:pt x="6906" y="210"/>
                  </a:lnTo>
                  <a:lnTo>
                    <a:pt x="6424" y="1"/>
                  </a:lnTo>
                  <a:close/>
                </a:path>
              </a:pathLst>
            </a:custGeom>
            <a:solidFill>
              <a:srgbClr val="333333"/>
            </a:solidFill>
            <a:ln w="7620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5" name="Google Shape;505;p48"/>
            <p:cNvSpPr/>
            <p:nvPr/>
          </p:nvSpPr>
          <p:spPr>
            <a:xfrm>
              <a:off x="3110900" y="4387625"/>
              <a:ext cx="173150" cy="366175"/>
            </a:xfrm>
            <a:custGeom>
              <a:avLst/>
              <a:gdLst/>
              <a:ahLst/>
              <a:cxnLst/>
              <a:rect l="l" t="t" r="r" b="b"/>
              <a:pathLst>
                <a:path w="6926" h="14647" extrusionOk="0">
                  <a:moveTo>
                    <a:pt x="6445" y="0"/>
                  </a:moveTo>
                  <a:lnTo>
                    <a:pt x="0" y="14437"/>
                  </a:lnTo>
                  <a:lnTo>
                    <a:pt x="482" y="14647"/>
                  </a:lnTo>
                  <a:lnTo>
                    <a:pt x="6926" y="209"/>
                  </a:lnTo>
                  <a:lnTo>
                    <a:pt x="6445" y="0"/>
                  </a:lnTo>
                  <a:close/>
                </a:path>
              </a:pathLst>
            </a:custGeom>
            <a:solidFill>
              <a:srgbClr val="FBED21"/>
            </a:solidFill>
            <a:ln w="7620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6" name="Google Shape;506;p48"/>
            <p:cNvSpPr/>
            <p:nvPr/>
          </p:nvSpPr>
          <p:spPr>
            <a:xfrm>
              <a:off x="3122925" y="4393375"/>
              <a:ext cx="173175" cy="366175"/>
            </a:xfrm>
            <a:custGeom>
              <a:avLst/>
              <a:gdLst/>
              <a:ahLst/>
              <a:cxnLst/>
              <a:rect l="l" t="t" r="r" b="b"/>
              <a:pathLst>
                <a:path w="6927" h="14647" extrusionOk="0">
                  <a:moveTo>
                    <a:pt x="6445" y="0"/>
                  </a:moveTo>
                  <a:lnTo>
                    <a:pt x="1" y="14417"/>
                  </a:lnTo>
                  <a:lnTo>
                    <a:pt x="482" y="14647"/>
                  </a:lnTo>
                  <a:lnTo>
                    <a:pt x="6926" y="210"/>
                  </a:lnTo>
                  <a:lnTo>
                    <a:pt x="6445" y="0"/>
                  </a:lnTo>
                  <a:close/>
                </a:path>
              </a:pathLst>
            </a:custGeom>
            <a:solidFill>
              <a:srgbClr val="333333"/>
            </a:solidFill>
            <a:ln w="7620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7" name="Google Shape;507;p48"/>
            <p:cNvSpPr/>
            <p:nvPr/>
          </p:nvSpPr>
          <p:spPr>
            <a:xfrm>
              <a:off x="3256325" y="4379575"/>
              <a:ext cx="43425" cy="22375"/>
            </a:xfrm>
            <a:custGeom>
              <a:avLst/>
              <a:gdLst/>
              <a:ahLst/>
              <a:cxnLst/>
              <a:rect l="l" t="t" r="r" b="b"/>
              <a:pathLst>
                <a:path w="1737" h="895" extrusionOk="0">
                  <a:moveTo>
                    <a:pt x="142" y="0"/>
                  </a:moveTo>
                  <a:cubicBezTo>
                    <a:pt x="97" y="0"/>
                    <a:pt x="58" y="24"/>
                    <a:pt x="42" y="71"/>
                  </a:cubicBezTo>
                  <a:cubicBezTo>
                    <a:pt x="0" y="134"/>
                    <a:pt x="42" y="218"/>
                    <a:pt x="105" y="238"/>
                  </a:cubicBezTo>
                  <a:lnTo>
                    <a:pt x="1548" y="887"/>
                  </a:lnTo>
                  <a:cubicBezTo>
                    <a:pt x="1564" y="892"/>
                    <a:pt x="1580" y="895"/>
                    <a:pt x="1595" y="895"/>
                  </a:cubicBezTo>
                  <a:cubicBezTo>
                    <a:pt x="1641" y="895"/>
                    <a:pt x="1684" y="871"/>
                    <a:pt x="1716" y="824"/>
                  </a:cubicBezTo>
                  <a:cubicBezTo>
                    <a:pt x="1737" y="762"/>
                    <a:pt x="1716" y="699"/>
                    <a:pt x="1653" y="657"/>
                  </a:cubicBezTo>
                  <a:lnTo>
                    <a:pt x="188" y="8"/>
                  </a:lnTo>
                  <a:cubicBezTo>
                    <a:pt x="173" y="3"/>
                    <a:pt x="157" y="0"/>
                    <a:pt x="142" y="0"/>
                  </a:cubicBezTo>
                  <a:close/>
                </a:path>
              </a:pathLst>
            </a:custGeom>
            <a:solidFill>
              <a:srgbClr val="CBCBCB"/>
            </a:solidFill>
            <a:ln w="7620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8" name="Google Shape;508;p48"/>
            <p:cNvSpPr/>
            <p:nvPr/>
          </p:nvSpPr>
          <p:spPr>
            <a:xfrm>
              <a:off x="3267825" y="4354475"/>
              <a:ext cx="42925" cy="22600"/>
            </a:xfrm>
            <a:custGeom>
              <a:avLst/>
              <a:gdLst/>
              <a:ahLst/>
              <a:cxnLst/>
              <a:rect l="l" t="t" r="r" b="b"/>
              <a:pathLst>
                <a:path w="1717" h="904" extrusionOk="0">
                  <a:moveTo>
                    <a:pt x="142" y="0"/>
                  </a:moveTo>
                  <a:cubicBezTo>
                    <a:pt x="90" y="0"/>
                    <a:pt x="37" y="28"/>
                    <a:pt x="21" y="92"/>
                  </a:cubicBezTo>
                  <a:cubicBezTo>
                    <a:pt x="0" y="154"/>
                    <a:pt x="21" y="217"/>
                    <a:pt x="84" y="238"/>
                  </a:cubicBezTo>
                  <a:lnTo>
                    <a:pt x="1528" y="887"/>
                  </a:lnTo>
                  <a:cubicBezTo>
                    <a:pt x="1545" y="898"/>
                    <a:pt x="1564" y="904"/>
                    <a:pt x="1583" y="904"/>
                  </a:cubicBezTo>
                  <a:cubicBezTo>
                    <a:pt x="1632" y="904"/>
                    <a:pt x="1680" y="869"/>
                    <a:pt x="1695" y="824"/>
                  </a:cubicBezTo>
                  <a:cubicBezTo>
                    <a:pt x="1716" y="761"/>
                    <a:pt x="1695" y="698"/>
                    <a:pt x="1632" y="657"/>
                  </a:cubicBezTo>
                  <a:lnTo>
                    <a:pt x="189" y="8"/>
                  </a:lnTo>
                  <a:cubicBezTo>
                    <a:pt x="174" y="3"/>
                    <a:pt x="158" y="0"/>
                    <a:pt x="142" y="0"/>
                  </a:cubicBezTo>
                  <a:close/>
                </a:path>
              </a:pathLst>
            </a:custGeom>
            <a:solidFill>
              <a:srgbClr val="CBCBCB"/>
            </a:solidFill>
            <a:ln w="7620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9" name="Google Shape;509;p48"/>
            <p:cNvSpPr/>
            <p:nvPr/>
          </p:nvSpPr>
          <p:spPr>
            <a:xfrm>
              <a:off x="3098350" y="4743325"/>
              <a:ext cx="36625" cy="50225"/>
            </a:xfrm>
            <a:custGeom>
              <a:avLst/>
              <a:gdLst/>
              <a:ahLst/>
              <a:cxnLst/>
              <a:rect l="l" t="t" r="r" b="b"/>
              <a:pathLst>
                <a:path w="1465" h="2009" extrusionOk="0">
                  <a:moveTo>
                    <a:pt x="21" y="0"/>
                  </a:moveTo>
                  <a:lnTo>
                    <a:pt x="0" y="2009"/>
                  </a:lnTo>
                  <a:lnTo>
                    <a:pt x="1465" y="649"/>
                  </a:lnTo>
                  <a:lnTo>
                    <a:pt x="21" y="0"/>
                  </a:lnTo>
                  <a:close/>
                </a:path>
              </a:pathLst>
            </a:custGeom>
            <a:solidFill>
              <a:srgbClr val="EBD3B9"/>
            </a:solidFill>
            <a:ln w="7620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0" name="Google Shape;510;p48"/>
            <p:cNvSpPr/>
            <p:nvPr/>
          </p:nvSpPr>
          <p:spPr>
            <a:xfrm>
              <a:off x="3098350" y="4781500"/>
              <a:ext cx="8375" cy="12050"/>
            </a:xfrm>
            <a:custGeom>
              <a:avLst/>
              <a:gdLst/>
              <a:ahLst/>
              <a:cxnLst/>
              <a:rect l="l" t="t" r="r" b="b"/>
              <a:pathLst>
                <a:path w="335" h="482" extrusionOk="0">
                  <a:moveTo>
                    <a:pt x="0" y="1"/>
                  </a:moveTo>
                  <a:lnTo>
                    <a:pt x="0" y="482"/>
                  </a:lnTo>
                  <a:lnTo>
                    <a:pt x="335" y="147"/>
                  </a:lnTo>
                  <a:lnTo>
                    <a:pt x="0" y="1"/>
                  </a:lnTo>
                  <a:close/>
                </a:path>
              </a:pathLst>
            </a:custGeom>
            <a:solidFill>
              <a:srgbClr val="333333"/>
            </a:solidFill>
            <a:ln w="7620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1" name="Google Shape;511;p48"/>
            <p:cNvSpPr/>
            <p:nvPr/>
          </p:nvSpPr>
          <p:spPr>
            <a:xfrm>
              <a:off x="3289275" y="4343150"/>
              <a:ext cx="26700" cy="27750"/>
            </a:xfrm>
            <a:custGeom>
              <a:avLst/>
              <a:gdLst/>
              <a:ahLst/>
              <a:cxnLst/>
              <a:rect l="l" t="t" r="r" b="b"/>
              <a:pathLst>
                <a:path w="1068" h="1110" extrusionOk="0">
                  <a:moveTo>
                    <a:pt x="356" y="1"/>
                  </a:moveTo>
                  <a:lnTo>
                    <a:pt x="0" y="775"/>
                  </a:lnTo>
                  <a:lnTo>
                    <a:pt x="774" y="1110"/>
                  </a:lnTo>
                  <a:lnTo>
                    <a:pt x="984" y="607"/>
                  </a:lnTo>
                  <a:cubicBezTo>
                    <a:pt x="1067" y="461"/>
                    <a:pt x="984" y="273"/>
                    <a:pt x="837" y="210"/>
                  </a:cubicBezTo>
                  <a:lnTo>
                    <a:pt x="356" y="1"/>
                  </a:lnTo>
                  <a:close/>
                </a:path>
              </a:pathLst>
            </a:custGeom>
            <a:solidFill>
              <a:srgbClr val="FF7BAB"/>
            </a:solidFill>
            <a:ln w="7620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2" name="Google Shape;512;p48"/>
            <p:cNvSpPr/>
            <p:nvPr/>
          </p:nvSpPr>
          <p:spPr>
            <a:xfrm>
              <a:off x="3278275" y="4368250"/>
              <a:ext cx="27750" cy="27750"/>
            </a:xfrm>
            <a:custGeom>
              <a:avLst/>
              <a:gdLst/>
              <a:ahLst/>
              <a:cxnLst/>
              <a:rect l="l" t="t" r="r" b="b"/>
              <a:pathLst>
                <a:path w="1110" h="1110" extrusionOk="0">
                  <a:moveTo>
                    <a:pt x="336" y="1"/>
                  </a:moveTo>
                  <a:lnTo>
                    <a:pt x="1" y="775"/>
                  </a:lnTo>
                  <a:lnTo>
                    <a:pt x="775" y="1110"/>
                  </a:lnTo>
                  <a:lnTo>
                    <a:pt x="1110" y="336"/>
                  </a:lnTo>
                  <a:lnTo>
                    <a:pt x="336" y="1"/>
                  </a:lnTo>
                  <a:close/>
                </a:path>
              </a:pathLst>
            </a:custGeom>
            <a:solidFill>
              <a:srgbClr val="B2B2B2"/>
            </a:solidFill>
            <a:ln w="7620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3" name="Google Shape;513;p48"/>
            <p:cNvSpPr/>
            <p:nvPr/>
          </p:nvSpPr>
          <p:spPr>
            <a:xfrm>
              <a:off x="3116125" y="4393375"/>
              <a:ext cx="166900" cy="360950"/>
            </a:xfrm>
            <a:custGeom>
              <a:avLst/>
              <a:gdLst/>
              <a:ahLst/>
              <a:cxnLst/>
              <a:rect l="l" t="t" r="r" b="b"/>
              <a:pathLst>
                <a:path w="6676" h="14438" extrusionOk="0">
                  <a:moveTo>
                    <a:pt x="6382" y="0"/>
                  </a:moveTo>
                  <a:lnTo>
                    <a:pt x="6299" y="189"/>
                  </a:lnTo>
                  <a:lnTo>
                    <a:pt x="0" y="14312"/>
                  </a:lnTo>
                  <a:lnTo>
                    <a:pt x="273" y="14438"/>
                  </a:lnTo>
                  <a:lnTo>
                    <a:pt x="6675" y="126"/>
                  </a:lnTo>
                  <a:lnTo>
                    <a:pt x="6382" y="0"/>
                  </a:lnTo>
                  <a:close/>
                </a:path>
              </a:pathLst>
            </a:custGeom>
            <a:solidFill>
              <a:srgbClr val="FBED21"/>
            </a:solidFill>
            <a:ln w="7620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4" name="Google Shape;514;p48"/>
            <p:cNvSpPr/>
            <p:nvPr/>
          </p:nvSpPr>
          <p:spPr>
            <a:xfrm>
              <a:off x="3122925" y="4396500"/>
              <a:ext cx="171600" cy="363050"/>
            </a:xfrm>
            <a:custGeom>
              <a:avLst/>
              <a:gdLst/>
              <a:ahLst/>
              <a:cxnLst/>
              <a:rect l="l" t="t" r="r" b="b"/>
              <a:pathLst>
                <a:path w="6864" h="14522" extrusionOk="0">
                  <a:moveTo>
                    <a:pt x="6403" y="1"/>
                  </a:moveTo>
                  <a:lnTo>
                    <a:pt x="1" y="14313"/>
                  </a:lnTo>
                  <a:lnTo>
                    <a:pt x="482" y="14522"/>
                  </a:lnTo>
                  <a:lnTo>
                    <a:pt x="6863" y="210"/>
                  </a:lnTo>
                  <a:lnTo>
                    <a:pt x="6403" y="1"/>
                  </a:lnTo>
                  <a:close/>
                </a:path>
              </a:pathLst>
            </a:custGeom>
            <a:solidFill>
              <a:srgbClr val="333333"/>
            </a:solidFill>
            <a:ln w="7620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5" name="Google Shape;515;p48"/>
            <p:cNvSpPr/>
            <p:nvPr/>
          </p:nvSpPr>
          <p:spPr>
            <a:xfrm>
              <a:off x="3275675" y="4387625"/>
              <a:ext cx="24700" cy="14400"/>
            </a:xfrm>
            <a:custGeom>
              <a:avLst/>
              <a:gdLst/>
              <a:ahLst/>
              <a:cxnLst/>
              <a:rect l="l" t="t" r="r" b="b"/>
              <a:pathLst>
                <a:path w="988" h="576" extrusionOk="0">
                  <a:moveTo>
                    <a:pt x="105" y="0"/>
                  </a:moveTo>
                  <a:lnTo>
                    <a:pt x="63" y="84"/>
                  </a:lnTo>
                  <a:lnTo>
                    <a:pt x="63" y="105"/>
                  </a:lnTo>
                  <a:lnTo>
                    <a:pt x="0" y="230"/>
                  </a:lnTo>
                  <a:lnTo>
                    <a:pt x="293" y="356"/>
                  </a:lnTo>
                  <a:lnTo>
                    <a:pt x="753" y="565"/>
                  </a:lnTo>
                  <a:cubicBezTo>
                    <a:pt x="773" y="573"/>
                    <a:pt x="792" y="576"/>
                    <a:pt x="809" y="576"/>
                  </a:cubicBezTo>
                  <a:cubicBezTo>
                    <a:pt x="937" y="576"/>
                    <a:pt x="987" y="390"/>
                    <a:pt x="858" y="335"/>
                  </a:cubicBezTo>
                  <a:lnTo>
                    <a:pt x="879" y="335"/>
                  </a:lnTo>
                  <a:lnTo>
                    <a:pt x="105" y="0"/>
                  </a:lnTo>
                  <a:close/>
                </a:path>
              </a:pathLst>
            </a:custGeom>
            <a:solidFill>
              <a:srgbClr val="CBCBCB"/>
            </a:solidFill>
            <a:ln w="7620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6" name="Google Shape;516;p48"/>
            <p:cNvSpPr/>
            <p:nvPr/>
          </p:nvSpPr>
          <p:spPr>
            <a:xfrm>
              <a:off x="3287175" y="4362500"/>
              <a:ext cx="23575" cy="14575"/>
            </a:xfrm>
            <a:custGeom>
              <a:avLst/>
              <a:gdLst/>
              <a:ahLst/>
              <a:cxnLst/>
              <a:rect l="l" t="t" r="r" b="b"/>
              <a:pathLst>
                <a:path w="943" h="583" extrusionOk="0">
                  <a:moveTo>
                    <a:pt x="105" y="1"/>
                  </a:moveTo>
                  <a:lnTo>
                    <a:pt x="42" y="126"/>
                  </a:lnTo>
                  <a:lnTo>
                    <a:pt x="1" y="231"/>
                  </a:lnTo>
                  <a:lnTo>
                    <a:pt x="754" y="566"/>
                  </a:lnTo>
                  <a:cubicBezTo>
                    <a:pt x="771" y="577"/>
                    <a:pt x="790" y="583"/>
                    <a:pt x="809" y="583"/>
                  </a:cubicBezTo>
                  <a:cubicBezTo>
                    <a:pt x="858" y="583"/>
                    <a:pt x="906" y="548"/>
                    <a:pt x="921" y="503"/>
                  </a:cubicBezTo>
                  <a:cubicBezTo>
                    <a:pt x="942" y="440"/>
                    <a:pt x="921" y="377"/>
                    <a:pt x="858" y="336"/>
                  </a:cubicBezTo>
                  <a:lnTo>
                    <a:pt x="105" y="1"/>
                  </a:lnTo>
                  <a:close/>
                </a:path>
              </a:pathLst>
            </a:custGeom>
            <a:solidFill>
              <a:srgbClr val="CBCBCB"/>
            </a:solidFill>
            <a:ln w="7620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7" name="Google Shape;517;p48"/>
            <p:cNvSpPr/>
            <p:nvPr/>
          </p:nvSpPr>
          <p:spPr>
            <a:xfrm>
              <a:off x="3098350" y="4751175"/>
              <a:ext cx="36625" cy="42375"/>
            </a:xfrm>
            <a:custGeom>
              <a:avLst/>
              <a:gdLst/>
              <a:ahLst/>
              <a:cxnLst/>
              <a:rect l="l" t="t" r="r" b="b"/>
              <a:pathLst>
                <a:path w="1465" h="1695" extrusionOk="0">
                  <a:moveTo>
                    <a:pt x="711" y="0"/>
                  </a:moveTo>
                  <a:lnTo>
                    <a:pt x="0" y="1590"/>
                  </a:lnTo>
                  <a:lnTo>
                    <a:pt x="0" y="1695"/>
                  </a:lnTo>
                  <a:lnTo>
                    <a:pt x="1465" y="335"/>
                  </a:lnTo>
                  <a:lnTo>
                    <a:pt x="984" y="126"/>
                  </a:lnTo>
                  <a:lnTo>
                    <a:pt x="711" y="0"/>
                  </a:lnTo>
                  <a:close/>
                </a:path>
              </a:pathLst>
            </a:custGeom>
            <a:solidFill>
              <a:srgbClr val="EBD3B9"/>
            </a:solidFill>
            <a:ln w="7620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8" name="Google Shape;518;p48"/>
            <p:cNvSpPr/>
            <p:nvPr/>
          </p:nvSpPr>
          <p:spPr>
            <a:xfrm>
              <a:off x="2884913" y="4249000"/>
              <a:ext cx="371425" cy="498000"/>
            </a:xfrm>
            <a:custGeom>
              <a:avLst/>
              <a:gdLst/>
              <a:ahLst/>
              <a:cxnLst/>
              <a:rect l="l" t="t" r="r" b="b"/>
              <a:pathLst>
                <a:path w="14857" h="19920" extrusionOk="0">
                  <a:moveTo>
                    <a:pt x="0" y="0"/>
                  </a:moveTo>
                  <a:lnTo>
                    <a:pt x="0" y="19920"/>
                  </a:lnTo>
                  <a:lnTo>
                    <a:pt x="14856" y="19920"/>
                  </a:lnTo>
                  <a:lnTo>
                    <a:pt x="14856" y="0"/>
                  </a:lnTo>
                  <a:close/>
                </a:path>
              </a:pathLst>
            </a:custGeom>
            <a:solidFill>
              <a:srgbClr val="F1F1F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9" name="Google Shape;519;p48"/>
            <p:cNvSpPr/>
            <p:nvPr/>
          </p:nvSpPr>
          <p:spPr>
            <a:xfrm>
              <a:off x="2922563" y="4299725"/>
              <a:ext cx="145975" cy="9450"/>
            </a:xfrm>
            <a:custGeom>
              <a:avLst/>
              <a:gdLst/>
              <a:ahLst/>
              <a:cxnLst/>
              <a:rect l="l" t="t" r="r" b="b"/>
              <a:pathLst>
                <a:path w="5839" h="378" extrusionOk="0">
                  <a:moveTo>
                    <a:pt x="1" y="1"/>
                  </a:moveTo>
                  <a:lnTo>
                    <a:pt x="1" y="378"/>
                  </a:lnTo>
                  <a:lnTo>
                    <a:pt x="5838" y="378"/>
                  </a:lnTo>
                  <a:lnTo>
                    <a:pt x="5838"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0" name="Google Shape;520;p48"/>
            <p:cNvSpPr/>
            <p:nvPr/>
          </p:nvSpPr>
          <p:spPr>
            <a:xfrm>
              <a:off x="2922563" y="4322750"/>
              <a:ext cx="295575" cy="9450"/>
            </a:xfrm>
            <a:custGeom>
              <a:avLst/>
              <a:gdLst/>
              <a:ahLst/>
              <a:cxnLst/>
              <a:rect l="l" t="t" r="r" b="b"/>
              <a:pathLst>
                <a:path w="11823" h="378" extrusionOk="0">
                  <a:moveTo>
                    <a:pt x="1" y="1"/>
                  </a:moveTo>
                  <a:lnTo>
                    <a:pt x="1" y="377"/>
                  </a:lnTo>
                  <a:lnTo>
                    <a:pt x="11823" y="377"/>
                  </a:lnTo>
                  <a:lnTo>
                    <a:pt x="11823"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1" name="Google Shape;521;p48"/>
            <p:cNvSpPr/>
            <p:nvPr/>
          </p:nvSpPr>
          <p:spPr>
            <a:xfrm>
              <a:off x="2922563" y="4343150"/>
              <a:ext cx="295575" cy="9975"/>
            </a:xfrm>
            <a:custGeom>
              <a:avLst/>
              <a:gdLst/>
              <a:ahLst/>
              <a:cxnLst/>
              <a:rect l="l" t="t" r="r" b="b"/>
              <a:pathLst>
                <a:path w="11823" h="399" extrusionOk="0">
                  <a:moveTo>
                    <a:pt x="1" y="1"/>
                  </a:moveTo>
                  <a:lnTo>
                    <a:pt x="1" y="398"/>
                  </a:lnTo>
                  <a:lnTo>
                    <a:pt x="11823" y="398"/>
                  </a:lnTo>
                  <a:lnTo>
                    <a:pt x="11823"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2" name="Google Shape;522;p48"/>
            <p:cNvSpPr/>
            <p:nvPr/>
          </p:nvSpPr>
          <p:spPr>
            <a:xfrm>
              <a:off x="2922563" y="4364075"/>
              <a:ext cx="295575" cy="9450"/>
            </a:xfrm>
            <a:custGeom>
              <a:avLst/>
              <a:gdLst/>
              <a:ahLst/>
              <a:cxnLst/>
              <a:rect l="l" t="t" r="r" b="b"/>
              <a:pathLst>
                <a:path w="11823" h="378" extrusionOk="0">
                  <a:moveTo>
                    <a:pt x="1" y="1"/>
                  </a:moveTo>
                  <a:lnTo>
                    <a:pt x="1" y="377"/>
                  </a:lnTo>
                  <a:lnTo>
                    <a:pt x="11823" y="377"/>
                  </a:lnTo>
                  <a:lnTo>
                    <a:pt x="11823"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3" name="Google Shape;523;p48"/>
            <p:cNvSpPr/>
            <p:nvPr/>
          </p:nvSpPr>
          <p:spPr>
            <a:xfrm>
              <a:off x="2922563" y="4385000"/>
              <a:ext cx="295575" cy="9450"/>
            </a:xfrm>
            <a:custGeom>
              <a:avLst/>
              <a:gdLst/>
              <a:ahLst/>
              <a:cxnLst/>
              <a:rect l="l" t="t" r="r" b="b"/>
              <a:pathLst>
                <a:path w="11823" h="378" extrusionOk="0">
                  <a:moveTo>
                    <a:pt x="1" y="1"/>
                  </a:moveTo>
                  <a:lnTo>
                    <a:pt x="1" y="377"/>
                  </a:lnTo>
                  <a:lnTo>
                    <a:pt x="11823" y="377"/>
                  </a:lnTo>
                  <a:lnTo>
                    <a:pt x="11823"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4" name="Google Shape;524;p48"/>
            <p:cNvSpPr/>
            <p:nvPr/>
          </p:nvSpPr>
          <p:spPr>
            <a:xfrm>
              <a:off x="2922563" y="4405925"/>
              <a:ext cx="295575" cy="9450"/>
            </a:xfrm>
            <a:custGeom>
              <a:avLst/>
              <a:gdLst/>
              <a:ahLst/>
              <a:cxnLst/>
              <a:rect l="l" t="t" r="r" b="b"/>
              <a:pathLst>
                <a:path w="11823" h="378" extrusionOk="0">
                  <a:moveTo>
                    <a:pt x="1" y="0"/>
                  </a:moveTo>
                  <a:lnTo>
                    <a:pt x="1" y="377"/>
                  </a:lnTo>
                  <a:lnTo>
                    <a:pt x="11823" y="377"/>
                  </a:lnTo>
                  <a:lnTo>
                    <a:pt x="11823"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5" name="Google Shape;525;p48"/>
            <p:cNvSpPr/>
            <p:nvPr/>
          </p:nvSpPr>
          <p:spPr>
            <a:xfrm>
              <a:off x="2922563" y="4426850"/>
              <a:ext cx="295575" cy="9450"/>
            </a:xfrm>
            <a:custGeom>
              <a:avLst/>
              <a:gdLst/>
              <a:ahLst/>
              <a:cxnLst/>
              <a:rect l="l" t="t" r="r" b="b"/>
              <a:pathLst>
                <a:path w="11823" h="378" extrusionOk="0">
                  <a:moveTo>
                    <a:pt x="1" y="0"/>
                  </a:moveTo>
                  <a:lnTo>
                    <a:pt x="1" y="377"/>
                  </a:lnTo>
                  <a:lnTo>
                    <a:pt x="11823" y="377"/>
                  </a:lnTo>
                  <a:lnTo>
                    <a:pt x="11823"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6" name="Google Shape;526;p48"/>
            <p:cNvSpPr/>
            <p:nvPr/>
          </p:nvSpPr>
          <p:spPr>
            <a:xfrm>
              <a:off x="2922563" y="4447775"/>
              <a:ext cx="295575" cy="9425"/>
            </a:xfrm>
            <a:custGeom>
              <a:avLst/>
              <a:gdLst/>
              <a:ahLst/>
              <a:cxnLst/>
              <a:rect l="l" t="t" r="r" b="b"/>
              <a:pathLst>
                <a:path w="11823" h="377" extrusionOk="0">
                  <a:moveTo>
                    <a:pt x="1" y="0"/>
                  </a:moveTo>
                  <a:lnTo>
                    <a:pt x="1" y="377"/>
                  </a:lnTo>
                  <a:lnTo>
                    <a:pt x="11823" y="377"/>
                  </a:lnTo>
                  <a:lnTo>
                    <a:pt x="11823"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7" name="Google Shape;527;p48"/>
            <p:cNvSpPr/>
            <p:nvPr/>
          </p:nvSpPr>
          <p:spPr>
            <a:xfrm>
              <a:off x="2922563" y="4468700"/>
              <a:ext cx="295575" cy="9425"/>
            </a:xfrm>
            <a:custGeom>
              <a:avLst/>
              <a:gdLst/>
              <a:ahLst/>
              <a:cxnLst/>
              <a:rect l="l" t="t" r="r" b="b"/>
              <a:pathLst>
                <a:path w="11823" h="377" extrusionOk="0">
                  <a:moveTo>
                    <a:pt x="1" y="0"/>
                  </a:moveTo>
                  <a:lnTo>
                    <a:pt x="1" y="377"/>
                  </a:lnTo>
                  <a:lnTo>
                    <a:pt x="11823" y="377"/>
                  </a:lnTo>
                  <a:lnTo>
                    <a:pt x="11823"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8" name="Google Shape;528;p48"/>
            <p:cNvSpPr/>
            <p:nvPr/>
          </p:nvSpPr>
          <p:spPr>
            <a:xfrm>
              <a:off x="2922563" y="4489625"/>
              <a:ext cx="295575" cy="9425"/>
            </a:xfrm>
            <a:custGeom>
              <a:avLst/>
              <a:gdLst/>
              <a:ahLst/>
              <a:cxnLst/>
              <a:rect l="l" t="t" r="r" b="b"/>
              <a:pathLst>
                <a:path w="11823" h="377" extrusionOk="0">
                  <a:moveTo>
                    <a:pt x="1" y="0"/>
                  </a:moveTo>
                  <a:lnTo>
                    <a:pt x="1" y="377"/>
                  </a:lnTo>
                  <a:lnTo>
                    <a:pt x="11823" y="377"/>
                  </a:lnTo>
                  <a:lnTo>
                    <a:pt x="11823"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9" name="Google Shape;529;p48"/>
            <p:cNvSpPr/>
            <p:nvPr/>
          </p:nvSpPr>
          <p:spPr>
            <a:xfrm>
              <a:off x="2922563" y="4510025"/>
              <a:ext cx="295575" cy="9950"/>
            </a:xfrm>
            <a:custGeom>
              <a:avLst/>
              <a:gdLst/>
              <a:ahLst/>
              <a:cxnLst/>
              <a:rect l="l" t="t" r="r" b="b"/>
              <a:pathLst>
                <a:path w="11823" h="398" extrusionOk="0">
                  <a:moveTo>
                    <a:pt x="1" y="0"/>
                  </a:moveTo>
                  <a:lnTo>
                    <a:pt x="1" y="398"/>
                  </a:lnTo>
                  <a:lnTo>
                    <a:pt x="11823" y="398"/>
                  </a:lnTo>
                  <a:lnTo>
                    <a:pt x="11823"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0" name="Google Shape;530;p48"/>
            <p:cNvSpPr/>
            <p:nvPr/>
          </p:nvSpPr>
          <p:spPr>
            <a:xfrm>
              <a:off x="2922563" y="4530950"/>
              <a:ext cx="295575" cy="9950"/>
            </a:xfrm>
            <a:custGeom>
              <a:avLst/>
              <a:gdLst/>
              <a:ahLst/>
              <a:cxnLst/>
              <a:rect l="l" t="t" r="r" b="b"/>
              <a:pathLst>
                <a:path w="11823" h="398" extrusionOk="0">
                  <a:moveTo>
                    <a:pt x="1" y="0"/>
                  </a:moveTo>
                  <a:lnTo>
                    <a:pt x="1" y="398"/>
                  </a:lnTo>
                  <a:lnTo>
                    <a:pt x="11823" y="398"/>
                  </a:lnTo>
                  <a:lnTo>
                    <a:pt x="11823"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1" name="Google Shape;531;p48"/>
            <p:cNvSpPr/>
            <p:nvPr/>
          </p:nvSpPr>
          <p:spPr>
            <a:xfrm>
              <a:off x="2922563" y="4551875"/>
              <a:ext cx="295575" cy="9425"/>
            </a:xfrm>
            <a:custGeom>
              <a:avLst/>
              <a:gdLst/>
              <a:ahLst/>
              <a:cxnLst/>
              <a:rect l="l" t="t" r="r" b="b"/>
              <a:pathLst>
                <a:path w="11823" h="377" extrusionOk="0">
                  <a:moveTo>
                    <a:pt x="1" y="0"/>
                  </a:moveTo>
                  <a:lnTo>
                    <a:pt x="1" y="377"/>
                  </a:lnTo>
                  <a:lnTo>
                    <a:pt x="11823" y="377"/>
                  </a:lnTo>
                  <a:lnTo>
                    <a:pt x="11823"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2" name="Google Shape;532;p48"/>
            <p:cNvSpPr/>
            <p:nvPr/>
          </p:nvSpPr>
          <p:spPr>
            <a:xfrm>
              <a:off x="2922563" y="4572800"/>
              <a:ext cx="295575" cy="9425"/>
            </a:xfrm>
            <a:custGeom>
              <a:avLst/>
              <a:gdLst/>
              <a:ahLst/>
              <a:cxnLst/>
              <a:rect l="l" t="t" r="r" b="b"/>
              <a:pathLst>
                <a:path w="11823" h="377" extrusionOk="0">
                  <a:moveTo>
                    <a:pt x="1" y="0"/>
                  </a:moveTo>
                  <a:lnTo>
                    <a:pt x="1" y="377"/>
                  </a:lnTo>
                  <a:lnTo>
                    <a:pt x="11823" y="377"/>
                  </a:lnTo>
                  <a:lnTo>
                    <a:pt x="11823"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3" name="Google Shape;533;p48"/>
            <p:cNvSpPr/>
            <p:nvPr/>
          </p:nvSpPr>
          <p:spPr>
            <a:xfrm>
              <a:off x="2922563" y="4593725"/>
              <a:ext cx="295575" cy="9425"/>
            </a:xfrm>
            <a:custGeom>
              <a:avLst/>
              <a:gdLst/>
              <a:ahLst/>
              <a:cxnLst/>
              <a:rect l="l" t="t" r="r" b="b"/>
              <a:pathLst>
                <a:path w="11823" h="377" extrusionOk="0">
                  <a:moveTo>
                    <a:pt x="1" y="0"/>
                  </a:moveTo>
                  <a:lnTo>
                    <a:pt x="1" y="377"/>
                  </a:lnTo>
                  <a:lnTo>
                    <a:pt x="11823" y="377"/>
                  </a:lnTo>
                  <a:lnTo>
                    <a:pt x="11823"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4" name="Google Shape;534;p48"/>
            <p:cNvSpPr/>
            <p:nvPr/>
          </p:nvSpPr>
          <p:spPr>
            <a:xfrm>
              <a:off x="2922563" y="4614650"/>
              <a:ext cx="295575" cy="9425"/>
            </a:xfrm>
            <a:custGeom>
              <a:avLst/>
              <a:gdLst/>
              <a:ahLst/>
              <a:cxnLst/>
              <a:rect l="l" t="t" r="r" b="b"/>
              <a:pathLst>
                <a:path w="11823" h="377" extrusionOk="0">
                  <a:moveTo>
                    <a:pt x="1" y="0"/>
                  </a:moveTo>
                  <a:lnTo>
                    <a:pt x="1" y="377"/>
                  </a:lnTo>
                  <a:lnTo>
                    <a:pt x="11823" y="377"/>
                  </a:lnTo>
                  <a:lnTo>
                    <a:pt x="11823"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5" name="Google Shape;535;p48"/>
            <p:cNvSpPr/>
            <p:nvPr/>
          </p:nvSpPr>
          <p:spPr>
            <a:xfrm>
              <a:off x="2922563" y="4635550"/>
              <a:ext cx="295575" cy="9450"/>
            </a:xfrm>
            <a:custGeom>
              <a:avLst/>
              <a:gdLst/>
              <a:ahLst/>
              <a:cxnLst/>
              <a:rect l="l" t="t" r="r" b="b"/>
              <a:pathLst>
                <a:path w="11823" h="378" extrusionOk="0">
                  <a:moveTo>
                    <a:pt x="1" y="1"/>
                  </a:moveTo>
                  <a:lnTo>
                    <a:pt x="1" y="378"/>
                  </a:lnTo>
                  <a:lnTo>
                    <a:pt x="11823" y="378"/>
                  </a:lnTo>
                  <a:lnTo>
                    <a:pt x="11823"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6" name="Google Shape;536;p48"/>
            <p:cNvSpPr/>
            <p:nvPr/>
          </p:nvSpPr>
          <p:spPr>
            <a:xfrm>
              <a:off x="2922563" y="4656475"/>
              <a:ext cx="295575" cy="9450"/>
            </a:xfrm>
            <a:custGeom>
              <a:avLst/>
              <a:gdLst/>
              <a:ahLst/>
              <a:cxnLst/>
              <a:rect l="l" t="t" r="r" b="b"/>
              <a:pathLst>
                <a:path w="11823" h="378" extrusionOk="0">
                  <a:moveTo>
                    <a:pt x="1" y="1"/>
                  </a:moveTo>
                  <a:lnTo>
                    <a:pt x="1" y="378"/>
                  </a:lnTo>
                  <a:lnTo>
                    <a:pt x="11823" y="378"/>
                  </a:lnTo>
                  <a:lnTo>
                    <a:pt x="11823"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7" name="Google Shape;537;p48"/>
            <p:cNvSpPr/>
            <p:nvPr/>
          </p:nvSpPr>
          <p:spPr>
            <a:xfrm>
              <a:off x="3258388" y="4337850"/>
              <a:ext cx="57575" cy="66600"/>
            </a:xfrm>
            <a:custGeom>
              <a:avLst/>
              <a:gdLst/>
              <a:ahLst/>
              <a:cxnLst/>
              <a:rect l="l" t="t" r="r" b="b"/>
              <a:pathLst>
                <a:path w="2303" h="2664" extrusionOk="0">
                  <a:moveTo>
                    <a:pt x="1087" y="0"/>
                  </a:moveTo>
                  <a:cubicBezTo>
                    <a:pt x="967" y="0"/>
                    <a:pt x="858" y="67"/>
                    <a:pt x="796" y="192"/>
                  </a:cubicBezTo>
                  <a:lnTo>
                    <a:pt x="63" y="1845"/>
                  </a:lnTo>
                  <a:cubicBezTo>
                    <a:pt x="1" y="1991"/>
                    <a:pt x="63" y="2179"/>
                    <a:pt x="210" y="2242"/>
                  </a:cubicBezTo>
                  <a:lnTo>
                    <a:pt x="1089" y="2640"/>
                  </a:lnTo>
                  <a:cubicBezTo>
                    <a:pt x="1126" y="2656"/>
                    <a:pt x="1166" y="2664"/>
                    <a:pt x="1206" y="2664"/>
                  </a:cubicBezTo>
                  <a:cubicBezTo>
                    <a:pt x="1323" y="2664"/>
                    <a:pt x="1440" y="2597"/>
                    <a:pt x="1486" y="2472"/>
                  </a:cubicBezTo>
                  <a:lnTo>
                    <a:pt x="2219" y="819"/>
                  </a:lnTo>
                  <a:cubicBezTo>
                    <a:pt x="2302" y="673"/>
                    <a:pt x="2219" y="485"/>
                    <a:pt x="2072" y="422"/>
                  </a:cubicBezTo>
                  <a:lnTo>
                    <a:pt x="1214" y="24"/>
                  </a:lnTo>
                  <a:cubicBezTo>
                    <a:pt x="1172" y="8"/>
                    <a:pt x="1129" y="0"/>
                    <a:pt x="1087"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8" name="Google Shape;538;p48"/>
            <p:cNvSpPr/>
            <p:nvPr/>
          </p:nvSpPr>
          <p:spPr>
            <a:xfrm>
              <a:off x="3260488" y="4357800"/>
              <a:ext cx="46575" cy="40300"/>
            </a:xfrm>
            <a:custGeom>
              <a:avLst/>
              <a:gdLst/>
              <a:ahLst/>
              <a:cxnLst/>
              <a:rect l="l" t="t" r="r" b="b"/>
              <a:pathLst>
                <a:path w="1863" h="1612" extrusionOk="0">
                  <a:moveTo>
                    <a:pt x="440" y="1"/>
                  </a:moveTo>
                  <a:lnTo>
                    <a:pt x="0" y="984"/>
                  </a:lnTo>
                  <a:lnTo>
                    <a:pt x="1444" y="1612"/>
                  </a:lnTo>
                  <a:lnTo>
                    <a:pt x="1863" y="649"/>
                  </a:lnTo>
                  <a:lnTo>
                    <a:pt x="440"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9" name="Google Shape;539;p48"/>
            <p:cNvSpPr/>
            <p:nvPr/>
          </p:nvSpPr>
          <p:spPr>
            <a:xfrm>
              <a:off x="3099363" y="4382900"/>
              <a:ext cx="172650" cy="366200"/>
            </a:xfrm>
            <a:custGeom>
              <a:avLst/>
              <a:gdLst/>
              <a:ahLst/>
              <a:cxnLst/>
              <a:rect l="l" t="t" r="r" b="b"/>
              <a:pathLst>
                <a:path w="6906" h="14648" extrusionOk="0">
                  <a:moveTo>
                    <a:pt x="6424" y="1"/>
                  </a:moveTo>
                  <a:lnTo>
                    <a:pt x="1" y="14438"/>
                  </a:lnTo>
                  <a:lnTo>
                    <a:pt x="461" y="14647"/>
                  </a:lnTo>
                  <a:lnTo>
                    <a:pt x="6906" y="210"/>
                  </a:lnTo>
                  <a:lnTo>
                    <a:pt x="6424"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0" name="Google Shape;540;p48"/>
            <p:cNvSpPr/>
            <p:nvPr/>
          </p:nvSpPr>
          <p:spPr>
            <a:xfrm>
              <a:off x="3110888" y="4387625"/>
              <a:ext cx="173150" cy="366175"/>
            </a:xfrm>
            <a:custGeom>
              <a:avLst/>
              <a:gdLst/>
              <a:ahLst/>
              <a:cxnLst/>
              <a:rect l="l" t="t" r="r" b="b"/>
              <a:pathLst>
                <a:path w="6926" h="14647" extrusionOk="0">
                  <a:moveTo>
                    <a:pt x="6445" y="0"/>
                  </a:moveTo>
                  <a:lnTo>
                    <a:pt x="0" y="14437"/>
                  </a:lnTo>
                  <a:lnTo>
                    <a:pt x="482" y="14647"/>
                  </a:lnTo>
                  <a:lnTo>
                    <a:pt x="6926" y="209"/>
                  </a:lnTo>
                  <a:lnTo>
                    <a:pt x="6445"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1" name="Google Shape;541;p48"/>
            <p:cNvSpPr/>
            <p:nvPr/>
          </p:nvSpPr>
          <p:spPr>
            <a:xfrm>
              <a:off x="3122913" y="4393375"/>
              <a:ext cx="173175" cy="366175"/>
            </a:xfrm>
            <a:custGeom>
              <a:avLst/>
              <a:gdLst/>
              <a:ahLst/>
              <a:cxnLst/>
              <a:rect l="l" t="t" r="r" b="b"/>
              <a:pathLst>
                <a:path w="6927" h="14647" extrusionOk="0">
                  <a:moveTo>
                    <a:pt x="6445" y="0"/>
                  </a:moveTo>
                  <a:lnTo>
                    <a:pt x="1" y="14417"/>
                  </a:lnTo>
                  <a:lnTo>
                    <a:pt x="482" y="14647"/>
                  </a:lnTo>
                  <a:lnTo>
                    <a:pt x="6926" y="210"/>
                  </a:lnTo>
                  <a:lnTo>
                    <a:pt x="6445" y="0"/>
                  </a:lnTo>
                  <a:close/>
                </a:path>
              </a:pathLst>
            </a:custGeom>
            <a:solidFill>
              <a:srgbClr val="33333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2" name="Google Shape;542;p48"/>
            <p:cNvSpPr/>
            <p:nvPr/>
          </p:nvSpPr>
          <p:spPr>
            <a:xfrm>
              <a:off x="3256313" y="4379575"/>
              <a:ext cx="43425" cy="22375"/>
            </a:xfrm>
            <a:custGeom>
              <a:avLst/>
              <a:gdLst/>
              <a:ahLst/>
              <a:cxnLst/>
              <a:rect l="l" t="t" r="r" b="b"/>
              <a:pathLst>
                <a:path w="1737" h="895" extrusionOk="0">
                  <a:moveTo>
                    <a:pt x="142" y="0"/>
                  </a:moveTo>
                  <a:cubicBezTo>
                    <a:pt x="97" y="0"/>
                    <a:pt x="58" y="24"/>
                    <a:pt x="42" y="71"/>
                  </a:cubicBezTo>
                  <a:cubicBezTo>
                    <a:pt x="0" y="134"/>
                    <a:pt x="42" y="218"/>
                    <a:pt x="105" y="238"/>
                  </a:cubicBezTo>
                  <a:lnTo>
                    <a:pt x="1548" y="887"/>
                  </a:lnTo>
                  <a:cubicBezTo>
                    <a:pt x="1564" y="892"/>
                    <a:pt x="1580" y="895"/>
                    <a:pt x="1595" y="895"/>
                  </a:cubicBezTo>
                  <a:cubicBezTo>
                    <a:pt x="1641" y="895"/>
                    <a:pt x="1684" y="871"/>
                    <a:pt x="1716" y="824"/>
                  </a:cubicBezTo>
                  <a:cubicBezTo>
                    <a:pt x="1737" y="762"/>
                    <a:pt x="1716" y="699"/>
                    <a:pt x="1653" y="657"/>
                  </a:cubicBezTo>
                  <a:lnTo>
                    <a:pt x="188" y="8"/>
                  </a:lnTo>
                  <a:cubicBezTo>
                    <a:pt x="173" y="3"/>
                    <a:pt x="157" y="0"/>
                    <a:pt x="142" y="0"/>
                  </a:cubicBezTo>
                  <a:close/>
                </a:path>
              </a:pathLst>
            </a:custGeom>
            <a:solidFill>
              <a:srgbClr val="CBCBC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3" name="Google Shape;543;p48"/>
            <p:cNvSpPr/>
            <p:nvPr/>
          </p:nvSpPr>
          <p:spPr>
            <a:xfrm>
              <a:off x="3267813" y="4354475"/>
              <a:ext cx="42925" cy="22600"/>
            </a:xfrm>
            <a:custGeom>
              <a:avLst/>
              <a:gdLst/>
              <a:ahLst/>
              <a:cxnLst/>
              <a:rect l="l" t="t" r="r" b="b"/>
              <a:pathLst>
                <a:path w="1717" h="904" extrusionOk="0">
                  <a:moveTo>
                    <a:pt x="142" y="0"/>
                  </a:moveTo>
                  <a:cubicBezTo>
                    <a:pt x="90" y="0"/>
                    <a:pt x="37" y="28"/>
                    <a:pt x="21" y="92"/>
                  </a:cubicBezTo>
                  <a:cubicBezTo>
                    <a:pt x="0" y="154"/>
                    <a:pt x="21" y="217"/>
                    <a:pt x="84" y="238"/>
                  </a:cubicBezTo>
                  <a:lnTo>
                    <a:pt x="1528" y="887"/>
                  </a:lnTo>
                  <a:cubicBezTo>
                    <a:pt x="1545" y="898"/>
                    <a:pt x="1564" y="904"/>
                    <a:pt x="1583" y="904"/>
                  </a:cubicBezTo>
                  <a:cubicBezTo>
                    <a:pt x="1632" y="904"/>
                    <a:pt x="1680" y="869"/>
                    <a:pt x="1695" y="824"/>
                  </a:cubicBezTo>
                  <a:cubicBezTo>
                    <a:pt x="1716" y="761"/>
                    <a:pt x="1695" y="698"/>
                    <a:pt x="1632" y="657"/>
                  </a:cubicBezTo>
                  <a:lnTo>
                    <a:pt x="189" y="8"/>
                  </a:lnTo>
                  <a:cubicBezTo>
                    <a:pt x="174" y="3"/>
                    <a:pt x="158" y="0"/>
                    <a:pt x="142" y="0"/>
                  </a:cubicBezTo>
                  <a:close/>
                </a:path>
              </a:pathLst>
            </a:custGeom>
            <a:solidFill>
              <a:srgbClr val="CBCBC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4" name="Google Shape;544;p48"/>
            <p:cNvSpPr/>
            <p:nvPr/>
          </p:nvSpPr>
          <p:spPr>
            <a:xfrm>
              <a:off x="3098338" y="4743325"/>
              <a:ext cx="36625" cy="50225"/>
            </a:xfrm>
            <a:custGeom>
              <a:avLst/>
              <a:gdLst/>
              <a:ahLst/>
              <a:cxnLst/>
              <a:rect l="l" t="t" r="r" b="b"/>
              <a:pathLst>
                <a:path w="1465" h="2009" extrusionOk="0">
                  <a:moveTo>
                    <a:pt x="21" y="0"/>
                  </a:moveTo>
                  <a:lnTo>
                    <a:pt x="0" y="2009"/>
                  </a:lnTo>
                  <a:lnTo>
                    <a:pt x="1465" y="649"/>
                  </a:lnTo>
                  <a:lnTo>
                    <a:pt x="21" y="0"/>
                  </a:lnTo>
                  <a:close/>
                </a:path>
              </a:pathLst>
            </a:custGeom>
            <a:solidFill>
              <a:srgbClr val="EBD3B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5" name="Google Shape;545;p48"/>
            <p:cNvSpPr/>
            <p:nvPr/>
          </p:nvSpPr>
          <p:spPr>
            <a:xfrm>
              <a:off x="3289263" y="4343150"/>
              <a:ext cx="26700" cy="27750"/>
            </a:xfrm>
            <a:custGeom>
              <a:avLst/>
              <a:gdLst/>
              <a:ahLst/>
              <a:cxnLst/>
              <a:rect l="l" t="t" r="r" b="b"/>
              <a:pathLst>
                <a:path w="1068" h="1110" extrusionOk="0">
                  <a:moveTo>
                    <a:pt x="356" y="1"/>
                  </a:moveTo>
                  <a:lnTo>
                    <a:pt x="0" y="775"/>
                  </a:lnTo>
                  <a:lnTo>
                    <a:pt x="774" y="1110"/>
                  </a:lnTo>
                  <a:lnTo>
                    <a:pt x="984" y="607"/>
                  </a:lnTo>
                  <a:cubicBezTo>
                    <a:pt x="1067" y="461"/>
                    <a:pt x="984" y="273"/>
                    <a:pt x="837" y="210"/>
                  </a:cubicBezTo>
                  <a:lnTo>
                    <a:pt x="356"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6" name="Google Shape;546;p48"/>
            <p:cNvSpPr/>
            <p:nvPr/>
          </p:nvSpPr>
          <p:spPr>
            <a:xfrm>
              <a:off x="3278263" y="4368250"/>
              <a:ext cx="27750" cy="27750"/>
            </a:xfrm>
            <a:custGeom>
              <a:avLst/>
              <a:gdLst/>
              <a:ahLst/>
              <a:cxnLst/>
              <a:rect l="l" t="t" r="r" b="b"/>
              <a:pathLst>
                <a:path w="1110" h="1110" extrusionOk="0">
                  <a:moveTo>
                    <a:pt x="336" y="1"/>
                  </a:moveTo>
                  <a:lnTo>
                    <a:pt x="1" y="775"/>
                  </a:lnTo>
                  <a:lnTo>
                    <a:pt x="775" y="1110"/>
                  </a:lnTo>
                  <a:lnTo>
                    <a:pt x="1110" y="336"/>
                  </a:lnTo>
                  <a:lnTo>
                    <a:pt x="336"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7" name="Google Shape;547;p48"/>
            <p:cNvSpPr/>
            <p:nvPr/>
          </p:nvSpPr>
          <p:spPr>
            <a:xfrm>
              <a:off x="3116113" y="4393375"/>
              <a:ext cx="166900" cy="360950"/>
            </a:xfrm>
            <a:custGeom>
              <a:avLst/>
              <a:gdLst/>
              <a:ahLst/>
              <a:cxnLst/>
              <a:rect l="l" t="t" r="r" b="b"/>
              <a:pathLst>
                <a:path w="6676" h="14438" extrusionOk="0">
                  <a:moveTo>
                    <a:pt x="6382" y="0"/>
                  </a:moveTo>
                  <a:lnTo>
                    <a:pt x="6299" y="189"/>
                  </a:lnTo>
                  <a:lnTo>
                    <a:pt x="0" y="14312"/>
                  </a:lnTo>
                  <a:lnTo>
                    <a:pt x="273" y="14438"/>
                  </a:lnTo>
                  <a:lnTo>
                    <a:pt x="6675" y="126"/>
                  </a:lnTo>
                  <a:lnTo>
                    <a:pt x="6382"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8" name="Google Shape;548;p48"/>
            <p:cNvSpPr/>
            <p:nvPr/>
          </p:nvSpPr>
          <p:spPr>
            <a:xfrm>
              <a:off x="3122913" y="4396500"/>
              <a:ext cx="171600" cy="363050"/>
            </a:xfrm>
            <a:custGeom>
              <a:avLst/>
              <a:gdLst/>
              <a:ahLst/>
              <a:cxnLst/>
              <a:rect l="l" t="t" r="r" b="b"/>
              <a:pathLst>
                <a:path w="6864" h="14522" extrusionOk="0">
                  <a:moveTo>
                    <a:pt x="6403" y="1"/>
                  </a:moveTo>
                  <a:lnTo>
                    <a:pt x="1" y="14313"/>
                  </a:lnTo>
                  <a:lnTo>
                    <a:pt x="482" y="14522"/>
                  </a:lnTo>
                  <a:lnTo>
                    <a:pt x="6863" y="210"/>
                  </a:lnTo>
                  <a:lnTo>
                    <a:pt x="6403"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9" name="Google Shape;549;p48"/>
            <p:cNvSpPr/>
            <p:nvPr/>
          </p:nvSpPr>
          <p:spPr>
            <a:xfrm>
              <a:off x="3275663" y="4387625"/>
              <a:ext cx="24700" cy="14400"/>
            </a:xfrm>
            <a:custGeom>
              <a:avLst/>
              <a:gdLst/>
              <a:ahLst/>
              <a:cxnLst/>
              <a:rect l="l" t="t" r="r" b="b"/>
              <a:pathLst>
                <a:path w="988" h="576" extrusionOk="0">
                  <a:moveTo>
                    <a:pt x="105" y="0"/>
                  </a:moveTo>
                  <a:lnTo>
                    <a:pt x="63" y="84"/>
                  </a:lnTo>
                  <a:lnTo>
                    <a:pt x="63" y="105"/>
                  </a:lnTo>
                  <a:lnTo>
                    <a:pt x="0" y="230"/>
                  </a:lnTo>
                  <a:lnTo>
                    <a:pt x="293" y="356"/>
                  </a:lnTo>
                  <a:lnTo>
                    <a:pt x="753" y="565"/>
                  </a:lnTo>
                  <a:cubicBezTo>
                    <a:pt x="773" y="573"/>
                    <a:pt x="792" y="576"/>
                    <a:pt x="809" y="576"/>
                  </a:cubicBezTo>
                  <a:cubicBezTo>
                    <a:pt x="937" y="576"/>
                    <a:pt x="987" y="390"/>
                    <a:pt x="858" y="335"/>
                  </a:cubicBezTo>
                  <a:lnTo>
                    <a:pt x="879" y="335"/>
                  </a:lnTo>
                  <a:lnTo>
                    <a:pt x="105" y="0"/>
                  </a:lnTo>
                  <a:close/>
                </a:path>
              </a:pathLst>
            </a:custGeom>
            <a:solidFill>
              <a:srgbClr val="CBCBC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0" name="Google Shape;550;p48"/>
            <p:cNvSpPr/>
            <p:nvPr/>
          </p:nvSpPr>
          <p:spPr>
            <a:xfrm>
              <a:off x="3287163" y="4362500"/>
              <a:ext cx="23575" cy="14575"/>
            </a:xfrm>
            <a:custGeom>
              <a:avLst/>
              <a:gdLst/>
              <a:ahLst/>
              <a:cxnLst/>
              <a:rect l="l" t="t" r="r" b="b"/>
              <a:pathLst>
                <a:path w="943" h="583" extrusionOk="0">
                  <a:moveTo>
                    <a:pt x="105" y="1"/>
                  </a:moveTo>
                  <a:lnTo>
                    <a:pt x="42" y="126"/>
                  </a:lnTo>
                  <a:lnTo>
                    <a:pt x="1" y="231"/>
                  </a:lnTo>
                  <a:lnTo>
                    <a:pt x="754" y="566"/>
                  </a:lnTo>
                  <a:cubicBezTo>
                    <a:pt x="771" y="577"/>
                    <a:pt x="790" y="583"/>
                    <a:pt x="809" y="583"/>
                  </a:cubicBezTo>
                  <a:cubicBezTo>
                    <a:pt x="858" y="583"/>
                    <a:pt x="906" y="548"/>
                    <a:pt x="921" y="503"/>
                  </a:cubicBezTo>
                  <a:cubicBezTo>
                    <a:pt x="942" y="440"/>
                    <a:pt x="921" y="377"/>
                    <a:pt x="858" y="336"/>
                  </a:cubicBezTo>
                  <a:lnTo>
                    <a:pt x="105" y="1"/>
                  </a:lnTo>
                  <a:close/>
                </a:path>
              </a:pathLst>
            </a:custGeom>
            <a:solidFill>
              <a:srgbClr val="CBCBC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1" name="Google Shape;551;p48"/>
            <p:cNvSpPr/>
            <p:nvPr/>
          </p:nvSpPr>
          <p:spPr>
            <a:xfrm>
              <a:off x="3098338" y="4751175"/>
              <a:ext cx="36625" cy="42375"/>
            </a:xfrm>
            <a:custGeom>
              <a:avLst/>
              <a:gdLst/>
              <a:ahLst/>
              <a:cxnLst/>
              <a:rect l="l" t="t" r="r" b="b"/>
              <a:pathLst>
                <a:path w="1465" h="1695" extrusionOk="0">
                  <a:moveTo>
                    <a:pt x="711" y="0"/>
                  </a:moveTo>
                  <a:lnTo>
                    <a:pt x="0" y="1590"/>
                  </a:lnTo>
                  <a:lnTo>
                    <a:pt x="0" y="1695"/>
                  </a:lnTo>
                  <a:lnTo>
                    <a:pt x="1465" y="335"/>
                  </a:lnTo>
                  <a:lnTo>
                    <a:pt x="984" y="126"/>
                  </a:lnTo>
                  <a:lnTo>
                    <a:pt x="711" y="0"/>
                  </a:lnTo>
                  <a:close/>
                </a:path>
              </a:pathLst>
            </a:custGeom>
            <a:solidFill>
              <a:srgbClr val="EBD3B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2" name="Google Shape;552;p48"/>
            <p:cNvSpPr/>
            <p:nvPr/>
          </p:nvSpPr>
          <p:spPr>
            <a:xfrm>
              <a:off x="3098338" y="4781500"/>
              <a:ext cx="8375" cy="12050"/>
            </a:xfrm>
            <a:custGeom>
              <a:avLst/>
              <a:gdLst/>
              <a:ahLst/>
              <a:cxnLst/>
              <a:rect l="l" t="t" r="r" b="b"/>
              <a:pathLst>
                <a:path w="335" h="482" extrusionOk="0">
                  <a:moveTo>
                    <a:pt x="0" y="1"/>
                  </a:moveTo>
                  <a:lnTo>
                    <a:pt x="0" y="482"/>
                  </a:lnTo>
                  <a:lnTo>
                    <a:pt x="335" y="147"/>
                  </a:lnTo>
                  <a:lnTo>
                    <a:pt x="0"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553" name="Google Shape;553;p48"/>
          <p:cNvGrpSpPr/>
          <p:nvPr/>
        </p:nvGrpSpPr>
        <p:grpSpPr>
          <a:xfrm rot="-768563">
            <a:off x="-342517" y="1630002"/>
            <a:ext cx="964645" cy="881531"/>
            <a:chOff x="1427588" y="2103288"/>
            <a:chExt cx="747013" cy="682650"/>
          </a:xfrm>
        </p:grpSpPr>
        <p:grpSp>
          <p:nvGrpSpPr>
            <p:cNvPr id="554" name="Google Shape;554;p48"/>
            <p:cNvGrpSpPr/>
            <p:nvPr/>
          </p:nvGrpSpPr>
          <p:grpSpPr>
            <a:xfrm>
              <a:off x="1427600" y="2103288"/>
              <a:ext cx="747000" cy="682650"/>
              <a:chOff x="1427600" y="2103288"/>
              <a:chExt cx="747000" cy="682650"/>
            </a:xfrm>
          </p:grpSpPr>
          <p:sp>
            <p:nvSpPr>
              <p:cNvPr id="555" name="Google Shape;555;p48"/>
              <p:cNvSpPr/>
              <p:nvPr/>
            </p:nvSpPr>
            <p:spPr>
              <a:xfrm>
                <a:off x="1531175" y="2688613"/>
                <a:ext cx="92600" cy="97325"/>
              </a:xfrm>
              <a:custGeom>
                <a:avLst/>
                <a:gdLst/>
                <a:ahLst/>
                <a:cxnLst/>
                <a:rect l="l" t="t" r="r" b="b"/>
                <a:pathLst>
                  <a:path w="3704" h="3893" extrusionOk="0">
                    <a:moveTo>
                      <a:pt x="440" y="1"/>
                    </a:moveTo>
                    <a:cubicBezTo>
                      <a:pt x="189" y="1"/>
                      <a:pt x="0" y="210"/>
                      <a:pt x="0" y="440"/>
                    </a:cubicBezTo>
                    <a:lnTo>
                      <a:pt x="0" y="3432"/>
                    </a:lnTo>
                    <a:cubicBezTo>
                      <a:pt x="0" y="3683"/>
                      <a:pt x="189" y="3892"/>
                      <a:pt x="440" y="3892"/>
                    </a:cubicBezTo>
                    <a:lnTo>
                      <a:pt x="3243" y="3892"/>
                    </a:lnTo>
                    <a:cubicBezTo>
                      <a:pt x="3495" y="3892"/>
                      <a:pt x="3704" y="3683"/>
                      <a:pt x="3704" y="3432"/>
                    </a:cubicBezTo>
                    <a:lnTo>
                      <a:pt x="3704" y="440"/>
                    </a:lnTo>
                    <a:cubicBezTo>
                      <a:pt x="3704" y="210"/>
                      <a:pt x="3495" y="1"/>
                      <a:pt x="3243" y="1"/>
                    </a:cubicBezTo>
                    <a:close/>
                  </a:path>
                </a:pathLst>
              </a:custGeom>
              <a:solidFill>
                <a:srgbClr val="333333"/>
              </a:solidFill>
              <a:ln w="7620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6" name="Google Shape;556;p48"/>
              <p:cNvSpPr/>
              <p:nvPr/>
            </p:nvSpPr>
            <p:spPr>
              <a:xfrm>
                <a:off x="1973175" y="2688613"/>
                <a:ext cx="93150" cy="97325"/>
              </a:xfrm>
              <a:custGeom>
                <a:avLst/>
                <a:gdLst/>
                <a:ahLst/>
                <a:cxnLst/>
                <a:rect l="l" t="t" r="r" b="b"/>
                <a:pathLst>
                  <a:path w="3726" h="3893" extrusionOk="0">
                    <a:moveTo>
                      <a:pt x="461" y="1"/>
                    </a:moveTo>
                    <a:cubicBezTo>
                      <a:pt x="210" y="1"/>
                      <a:pt x="1" y="210"/>
                      <a:pt x="1" y="440"/>
                    </a:cubicBezTo>
                    <a:lnTo>
                      <a:pt x="1" y="3432"/>
                    </a:lnTo>
                    <a:cubicBezTo>
                      <a:pt x="1" y="3683"/>
                      <a:pt x="210" y="3892"/>
                      <a:pt x="461" y="3892"/>
                    </a:cubicBezTo>
                    <a:lnTo>
                      <a:pt x="3265" y="3892"/>
                    </a:lnTo>
                    <a:cubicBezTo>
                      <a:pt x="3516" y="3892"/>
                      <a:pt x="3725" y="3683"/>
                      <a:pt x="3725" y="3432"/>
                    </a:cubicBezTo>
                    <a:lnTo>
                      <a:pt x="3725" y="440"/>
                    </a:lnTo>
                    <a:cubicBezTo>
                      <a:pt x="3725" y="210"/>
                      <a:pt x="3516" y="1"/>
                      <a:pt x="3265" y="1"/>
                    </a:cubicBezTo>
                    <a:close/>
                  </a:path>
                </a:pathLst>
              </a:custGeom>
              <a:solidFill>
                <a:srgbClr val="333333"/>
              </a:solidFill>
              <a:ln w="7620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7" name="Google Shape;557;p48"/>
              <p:cNvSpPr/>
              <p:nvPr/>
            </p:nvSpPr>
            <p:spPr>
              <a:xfrm>
                <a:off x="1446950" y="2281138"/>
                <a:ext cx="708300" cy="16750"/>
              </a:xfrm>
              <a:custGeom>
                <a:avLst/>
                <a:gdLst/>
                <a:ahLst/>
                <a:cxnLst/>
                <a:rect l="l" t="t" r="r" b="b"/>
                <a:pathLst>
                  <a:path w="28332" h="670" extrusionOk="0">
                    <a:moveTo>
                      <a:pt x="1" y="0"/>
                    </a:moveTo>
                    <a:lnTo>
                      <a:pt x="1" y="670"/>
                    </a:lnTo>
                    <a:lnTo>
                      <a:pt x="28331" y="670"/>
                    </a:lnTo>
                    <a:lnTo>
                      <a:pt x="28331" y="0"/>
                    </a:lnTo>
                    <a:close/>
                  </a:path>
                </a:pathLst>
              </a:custGeom>
              <a:solidFill>
                <a:srgbClr val="808080"/>
              </a:solidFill>
              <a:ln w="7620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8" name="Google Shape;558;p48"/>
              <p:cNvSpPr/>
              <p:nvPr/>
            </p:nvSpPr>
            <p:spPr>
              <a:xfrm>
                <a:off x="1482000" y="2103288"/>
                <a:ext cx="638725" cy="618600"/>
              </a:xfrm>
              <a:custGeom>
                <a:avLst/>
                <a:gdLst/>
                <a:ahLst/>
                <a:cxnLst/>
                <a:rect l="l" t="t" r="r" b="b"/>
                <a:pathLst>
                  <a:path w="25549" h="24744" extrusionOk="0">
                    <a:moveTo>
                      <a:pt x="8119" y="0"/>
                    </a:moveTo>
                    <a:cubicBezTo>
                      <a:pt x="3641" y="0"/>
                      <a:pt x="0" y="1339"/>
                      <a:pt x="0" y="5838"/>
                    </a:cubicBezTo>
                    <a:lnTo>
                      <a:pt x="0" y="22095"/>
                    </a:lnTo>
                    <a:cubicBezTo>
                      <a:pt x="0" y="24178"/>
                      <a:pt x="788" y="24735"/>
                      <a:pt x="2082" y="24735"/>
                    </a:cubicBezTo>
                    <a:cubicBezTo>
                      <a:pt x="3569" y="24735"/>
                      <a:pt x="5724" y="23999"/>
                      <a:pt x="8119" y="23999"/>
                    </a:cubicBezTo>
                    <a:lnTo>
                      <a:pt x="17409" y="23999"/>
                    </a:lnTo>
                    <a:cubicBezTo>
                      <a:pt x="19807" y="23999"/>
                      <a:pt x="21972" y="24744"/>
                      <a:pt x="23464" y="24744"/>
                    </a:cubicBezTo>
                    <a:cubicBezTo>
                      <a:pt x="24759" y="24744"/>
                      <a:pt x="25548" y="24184"/>
                      <a:pt x="25548" y="22095"/>
                    </a:cubicBezTo>
                    <a:lnTo>
                      <a:pt x="25548" y="5838"/>
                    </a:lnTo>
                    <a:cubicBezTo>
                      <a:pt x="25548" y="1339"/>
                      <a:pt x="21887" y="0"/>
                      <a:pt x="17409" y="0"/>
                    </a:cubicBezTo>
                    <a:close/>
                  </a:path>
                </a:pathLst>
              </a:custGeom>
              <a:solidFill>
                <a:srgbClr val="FBED21"/>
              </a:solidFill>
              <a:ln w="76200" cap="flat" cmpd="sng">
                <a:solidFill>
                  <a:schemeClr val="lt1"/>
                </a:solidFill>
                <a:prstDash val="solid"/>
                <a:miter lim="20923"/>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9" name="Google Shape;559;p48"/>
              <p:cNvSpPr/>
              <p:nvPr/>
            </p:nvSpPr>
            <p:spPr>
              <a:xfrm>
                <a:off x="1529075" y="2235613"/>
                <a:ext cx="266275" cy="171075"/>
              </a:xfrm>
              <a:custGeom>
                <a:avLst/>
                <a:gdLst/>
                <a:ahLst/>
                <a:cxnLst/>
                <a:rect l="l" t="t" r="r" b="b"/>
                <a:pathLst>
                  <a:path w="10651" h="6843" extrusionOk="0">
                    <a:moveTo>
                      <a:pt x="1" y="1"/>
                    </a:moveTo>
                    <a:lnTo>
                      <a:pt x="1" y="6843"/>
                    </a:lnTo>
                    <a:lnTo>
                      <a:pt x="10651" y="6843"/>
                    </a:lnTo>
                    <a:lnTo>
                      <a:pt x="10651" y="1"/>
                    </a:lnTo>
                    <a:close/>
                  </a:path>
                </a:pathLst>
              </a:custGeom>
              <a:solidFill>
                <a:srgbClr val="E5E5E5"/>
              </a:solidFill>
              <a:ln w="7620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0" name="Google Shape;560;p48"/>
              <p:cNvSpPr/>
              <p:nvPr/>
            </p:nvSpPr>
            <p:spPr>
              <a:xfrm>
                <a:off x="1523325" y="2229863"/>
                <a:ext cx="277775" cy="182575"/>
              </a:xfrm>
              <a:custGeom>
                <a:avLst/>
                <a:gdLst/>
                <a:ahLst/>
                <a:cxnLst/>
                <a:rect l="l" t="t" r="r" b="b"/>
                <a:pathLst>
                  <a:path w="11111" h="7303" extrusionOk="0">
                    <a:moveTo>
                      <a:pt x="10651" y="461"/>
                    </a:moveTo>
                    <a:lnTo>
                      <a:pt x="10651" y="6843"/>
                    </a:lnTo>
                    <a:lnTo>
                      <a:pt x="461" y="6843"/>
                    </a:lnTo>
                    <a:lnTo>
                      <a:pt x="461" y="461"/>
                    </a:lnTo>
                    <a:close/>
                    <a:moveTo>
                      <a:pt x="0" y="1"/>
                    </a:moveTo>
                    <a:lnTo>
                      <a:pt x="0" y="7303"/>
                    </a:lnTo>
                    <a:lnTo>
                      <a:pt x="11111" y="7303"/>
                    </a:lnTo>
                    <a:lnTo>
                      <a:pt x="11111" y="1"/>
                    </a:lnTo>
                    <a:close/>
                  </a:path>
                </a:pathLst>
              </a:custGeom>
              <a:solidFill>
                <a:srgbClr val="808080"/>
              </a:solidFill>
              <a:ln w="7620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1" name="Google Shape;561;p48"/>
              <p:cNvSpPr/>
              <p:nvPr/>
            </p:nvSpPr>
            <p:spPr>
              <a:xfrm>
                <a:off x="1806850" y="2235613"/>
                <a:ext cx="266275" cy="171075"/>
              </a:xfrm>
              <a:custGeom>
                <a:avLst/>
                <a:gdLst/>
                <a:ahLst/>
                <a:cxnLst/>
                <a:rect l="l" t="t" r="r" b="b"/>
                <a:pathLst>
                  <a:path w="10651" h="6843" extrusionOk="0">
                    <a:moveTo>
                      <a:pt x="0" y="1"/>
                    </a:moveTo>
                    <a:lnTo>
                      <a:pt x="0" y="6843"/>
                    </a:lnTo>
                    <a:lnTo>
                      <a:pt x="10650" y="6843"/>
                    </a:lnTo>
                    <a:lnTo>
                      <a:pt x="10650" y="1"/>
                    </a:lnTo>
                    <a:close/>
                  </a:path>
                </a:pathLst>
              </a:custGeom>
              <a:solidFill>
                <a:srgbClr val="E5E5E5"/>
              </a:solidFill>
              <a:ln w="7620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2" name="Google Shape;562;p48"/>
              <p:cNvSpPr/>
              <p:nvPr/>
            </p:nvSpPr>
            <p:spPr>
              <a:xfrm>
                <a:off x="1801075" y="2229863"/>
                <a:ext cx="277800" cy="182575"/>
              </a:xfrm>
              <a:custGeom>
                <a:avLst/>
                <a:gdLst/>
                <a:ahLst/>
                <a:cxnLst/>
                <a:rect l="l" t="t" r="r" b="b"/>
                <a:pathLst>
                  <a:path w="11112" h="7303" extrusionOk="0">
                    <a:moveTo>
                      <a:pt x="10651" y="461"/>
                    </a:moveTo>
                    <a:lnTo>
                      <a:pt x="10651" y="6843"/>
                    </a:lnTo>
                    <a:lnTo>
                      <a:pt x="461" y="6843"/>
                    </a:lnTo>
                    <a:lnTo>
                      <a:pt x="461" y="461"/>
                    </a:lnTo>
                    <a:close/>
                    <a:moveTo>
                      <a:pt x="1" y="1"/>
                    </a:moveTo>
                    <a:lnTo>
                      <a:pt x="1" y="7303"/>
                    </a:lnTo>
                    <a:lnTo>
                      <a:pt x="11111" y="7303"/>
                    </a:lnTo>
                    <a:lnTo>
                      <a:pt x="11111" y="1"/>
                    </a:lnTo>
                    <a:close/>
                  </a:path>
                </a:pathLst>
              </a:custGeom>
              <a:solidFill>
                <a:srgbClr val="808080"/>
              </a:solidFill>
              <a:ln w="7620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3" name="Google Shape;563;p48"/>
              <p:cNvSpPr/>
              <p:nvPr/>
            </p:nvSpPr>
            <p:spPr>
              <a:xfrm>
                <a:off x="1529075" y="2235613"/>
                <a:ext cx="266275" cy="171075"/>
              </a:xfrm>
              <a:custGeom>
                <a:avLst/>
                <a:gdLst/>
                <a:ahLst/>
                <a:cxnLst/>
                <a:rect l="l" t="t" r="r" b="b"/>
                <a:pathLst>
                  <a:path w="10651" h="6843" extrusionOk="0">
                    <a:moveTo>
                      <a:pt x="1" y="1"/>
                    </a:moveTo>
                    <a:lnTo>
                      <a:pt x="1" y="6843"/>
                    </a:lnTo>
                    <a:lnTo>
                      <a:pt x="10651" y="6843"/>
                    </a:lnTo>
                    <a:lnTo>
                      <a:pt x="10651" y="1"/>
                    </a:lnTo>
                    <a:close/>
                  </a:path>
                </a:pathLst>
              </a:custGeom>
              <a:solidFill>
                <a:srgbClr val="085CA0"/>
              </a:solidFill>
              <a:ln w="7620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4" name="Google Shape;564;p48"/>
              <p:cNvSpPr/>
              <p:nvPr/>
            </p:nvSpPr>
            <p:spPr>
              <a:xfrm>
                <a:off x="1523325" y="2229863"/>
                <a:ext cx="277775" cy="182575"/>
              </a:xfrm>
              <a:custGeom>
                <a:avLst/>
                <a:gdLst/>
                <a:ahLst/>
                <a:cxnLst/>
                <a:rect l="l" t="t" r="r" b="b"/>
                <a:pathLst>
                  <a:path w="11111" h="7303" extrusionOk="0">
                    <a:moveTo>
                      <a:pt x="10651" y="461"/>
                    </a:moveTo>
                    <a:lnTo>
                      <a:pt x="10651" y="6843"/>
                    </a:lnTo>
                    <a:lnTo>
                      <a:pt x="461" y="6843"/>
                    </a:lnTo>
                    <a:lnTo>
                      <a:pt x="461" y="461"/>
                    </a:lnTo>
                    <a:close/>
                    <a:moveTo>
                      <a:pt x="0" y="1"/>
                    </a:moveTo>
                    <a:lnTo>
                      <a:pt x="0" y="7303"/>
                    </a:lnTo>
                    <a:lnTo>
                      <a:pt x="11111" y="7303"/>
                    </a:lnTo>
                    <a:lnTo>
                      <a:pt x="11111" y="1"/>
                    </a:lnTo>
                    <a:close/>
                  </a:path>
                </a:pathLst>
              </a:custGeom>
              <a:solidFill>
                <a:srgbClr val="085CA0"/>
              </a:solidFill>
              <a:ln w="7620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5" name="Google Shape;565;p48"/>
              <p:cNvSpPr/>
              <p:nvPr/>
            </p:nvSpPr>
            <p:spPr>
              <a:xfrm>
                <a:off x="1806850" y="2235613"/>
                <a:ext cx="266275" cy="171075"/>
              </a:xfrm>
              <a:custGeom>
                <a:avLst/>
                <a:gdLst/>
                <a:ahLst/>
                <a:cxnLst/>
                <a:rect l="l" t="t" r="r" b="b"/>
                <a:pathLst>
                  <a:path w="10651" h="6843" extrusionOk="0">
                    <a:moveTo>
                      <a:pt x="0" y="1"/>
                    </a:moveTo>
                    <a:lnTo>
                      <a:pt x="0" y="6843"/>
                    </a:lnTo>
                    <a:lnTo>
                      <a:pt x="10650" y="6843"/>
                    </a:lnTo>
                    <a:lnTo>
                      <a:pt x="10650" y="1"/>
                    </a:lnTo>
                    <a:close/>
                  </a:path>
                </a:pathLst>
              </a:custGeom>
              <a:solidFill>
                <a:srgbClr val="085CA0"/>
              </a:solidFill>
              <a:ln w="7620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6" name="Google Shape;566;p48"/>
              <p:cNvSpPr/>
              <p:nvPr/>
            </p:nvSpPr>
            <p:spPr>
              <a:xfrm>
                <a:off x="1801075" y="2229863"/>
                <a:ext cx="277800" cy="182575"/>
              </a:xfrm>
              <a:custGeom>
                <a:avLst/>
                <a:gdLst/>
                <a:ahLst/>
                <a:cxnLst/>
                <a:rect l="l" t="t" r="r" b="b"/>
                <a:pathLst>
                  <a:path w="11112" h="7303" extrusionOk="0">
                    <a:moveTo>
                      <a:pt x="10651" y="461"/>
                    </a:moveTo>
                    <a:lnTo>
                      <a:pt x="10651" y="6843"/>
                    </a:lnTo>
                    <a:lnTo>
                      <a:pt x="461" y="6843"/>
                    </a:lnTo>
                    <a:lnTo>
                      <a:pt x="461" y="461"/>
                    </a:lnTo>
                    <a:close/>
                    <a:moveTo>
                      <a:pt x="1" y="1"/>
                    </a:moveTo>
                    <a:lnTo>
                      <a:pt x="1" y="7303"/>
                    </a:lnTo>
                    <a:lnTo>
                      <a:pt x="11111" y="7303"/>
                    </a:lnTo>
                    <a:lnTo>
                      <a:pt x="11111" y="1"/>
                    </a:lnTo>
                    <a:close/>
                  </a:path>
                </a:pathLst>
              </a:custGeom>
              <a:solidFill>
                <a:srgbClr val="085CA0"/>
              </a:solidFill>
              <a:ln w="7620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7" name="Google Shape;567;p48"/>
              <p:cNvSpPr/>
              <p:nvPr/>
            </p:nvSpPr>
            <p:spPr>
              <a:xfrm>
                <a:off x="1531700" y="2435438"/>
                <a:ext cx="538800" cy="256350"/>
              </a:xfrm>
              <a:custGeom>
                <a:avLst/>
                <a:gdLst/>
                <a:ahLst/>
                <a:cxnLst/>
                <a:rect l="l" t="t" r="r" b="b"/>
                <a:pathLst>
                  <a:path w="21552" h="10254" extrusionOk="0">
                    <a:moveTo>
                      <a:pt x="230" y="1"/>
                    </a:moveTo>
                    <a:cubicBezTo>
                      <a:pt x="105" y="1"/>
                      <a:pt x="0" y="105"/>
                      <a:pt x="0" y="231"/>
                    </a:cubicBezTo>
                    <a:lnTo>
                      <a:pt x="0" y="10023"/>
                    </a:lnTo>
                    <a:cubicBezTo>
                      <a:pt x="0" y="10148"/>
                      <a:pt x="105" y="10253"/>
                      <a:pt x="230" y="10253"/>
                    </a:cubicBezTo>
                    <a:lnTo>
                      <a:pt x="21321" y="10253"/>
                    </a:lnTo>
                    <a:cubicBezTo>
                      <a:pt x="21447" y="10253"/>
                      <a:pt x="21552" y="10148"/>
                      <a:pt x="21552" y="10023"/>
                    </a:cubicBezTo>
                    <a:lnTo>
                      <a:pt x="21552" y="231"/>
                    </a:lnTo>
                    <a:cubicBezTo>
                      <a:pt x="21552" y="105"/>
                      <a:pt x="21447" y="1"/>
                      <a:pt x="21321" y="1"/>
                    </a:cubicBezTo>
                    <a:close/>
                  </a:path>
                </a:pathLst>
              </a:custGeom>
              <a:solidFill>
                <a:srgbClr val="FBED21"/>
              </a:solidFill>
              <a:ln w="7620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8" name="Google Shape;568;p48"/>
              <p:cNvSpPr/>
              <p:nvPr/>
            </p:nvSpPr>
            <p:spPr>
              <a:xfrm>
                <a:off x="1525950" y="2429688"/>
                <a:ext cx="550300" cy="267850"/>
              </a:xfrm>
              <a:custGeom>
                <a:avLst/>
                <a:gdLst/>
                <a:ahLst/>
                <a:cxnLst/>
                <a:rect l="l" t="t" r="r" b="b"/>
                <a:pathLst>
                  <a:path w="22012" h="10714" extrusionOk="0">
                    <a:moveTo>
                      <a:pt x="21572" y="461"/>
                    </a:moveTo>
                    <a:lnTo>
                      <a:pt x="21572" y="10253"/>
                    </a:lnTo>
                    <a:lnTo>
                      <a:pt x="460" y="10253"/>
                    </a:lnTo>
                    <a:lnTo>
                      <a:pt x="460" y="461"/>
                    </a:lnTo>
                    <a:close/>
                    <a:moveTo>
                      <a:pt x="460" y="0"/>
                    </a:moveTo>
                    <a:cubicBezTo>
                      <a:pt x="209" y="0"/>
                      <a:pt x="0" y="210"/>
                      <a:pt x="0" y="461"/>
                    </a:cubicBezTo>
                    <a:lnTo>
                      <a:pt x="0" y="10253"/>
                    </a:lnTo>
                    <a:cubicBezTo>
                      <a:pt x="0" y="10504"/>
                      <a:pt x="209" y="10713"/>
                      <a:pt x="460" y="10713"/>
                    </a:cubicBezTo>
                    <a:lnTo>
                      <a:pt x="21572" y="10713"/>
                    </a:lnTo>
                    <a:cubicBezTo>
                      <a:pt x="21802" y="10713"/>
                      <a:pt x="22012" y="10504"/>
                      <a:pt x="22012" y="10253"/>
                    </a:cubicBezTo>
                    <a:lnTo>
                      <a:pt x="22012" y="461"/>
                    </a:lnTo>
                    <a:cubicBezTo>
                      <a:pt x="22012" y="210"/>
                      <a:pt x="21802" y="0"/>
                      <a:pt x="21572" y="0"/>
                    </a:cubicBezTo>
                    <a:close/>
                  </a:path>
                </a:pathLst>
              </a:custGeom>
              <a:solidFill>
                <a:srgbClr val="FADB3B"/>
              </a:solidFill>
              <a:ln w="7620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9" name="Google Shape;569;p48"/>
              <p:cNvSpPr/>
              <p:nvPr/>
            </p:nvSpPr>
            <p:spPr>
              <a:xfrm>
                <a:off x="1461075" y="2650438"/>
                <a:ext cx="680575" cy="76375"/>
              </a:xfrm>
              <a:custGeom>
                <a:avLst/>
                <a:gdLst/>
                <a:ahLst/>
                <a:cxnLst/>
                <a:rect l="l" t="t" r="r" b="b"/>
                <a:pathLst>
                  <a:path w="27223" h="3055" extrusionOk="0">
                    <a:moveTo>
                      <a:pt x="440" y="0"/>
                    </a:moveTo>
                    <a:cubicBezTo>
                      <a:pt x="189" y="0"/>
                      <a:pt x="1" y="209"/>
                      <a:pt x="1" y="460"/>
                    </a:cubicBezTo>
                    <a:lnTo>
                      <a:pt x="1" y="2595"/>
                    </a:lnTo>
                    <a:cubicBezTo>
                      <a:pt x="1" y="2846"/>
                      <a:pt x="189" y="3055"/>
                      <a:pt x="440" y="3055"/>
                    </a:cubicBezTo>
                    <a:lnTo>
                      <a:pt x="26762" y="3055"/>
                    </a:lnTo>
                    <a:cubicBezTo>
                      <a:pt x="27013" y="3055"/>
                      <a:pt x="27222" y="2846"/>
                      <a:pt x="27222" y="2595"/>
                    </a:cubicBezTo>
                    <a:lnTo>
                      <a:pt x="27222" y="460"/>
                    </a:lnTo>
                    <a:cubicBezTo>
                      <a:pt x="27222" y="209"/>
                      <a:pt x="27013" y="0"/>
                      <a:pt x="26762" y="0"/>
                    </a:cubicBezTo>
                    <a:close/>
                  </a:path>
                </a:pathLst>
              </a:custGeom>
              <a:solidFill>
                <a:srgbClr val="989898"/>
              </a:solidFill>
              <a:ln w="7620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0" name="Google Shape;570;p48"/>
              <p:cNvSpPr/>
              <p:nvPr/>
            </p:nvSpPr>
            <p:spPr>
              <a:xfrm>
                <a:off x="1427600" y="2269088"/>
                <a:ext cx="42925" cy="107800"/>
              </a:xfrm>
              <a:custGeom>
                <a:avLst/>
                <a:gdLst/>
                <a:ahLst/>
                <a:cxnLst/>
                <a:rect l="l" t="t" r="r" b="b"/>
                <a:pathLst>
                  <a:path w="1717" h="4312" extrusionOk="0">
                    <a:moveTo>
                      <a:pt x="858" y="1"/>
                    </a:moveTo>
                    <a:cubicBezTo>
                      <a:pt x="398" y="1"/>
                      <a:pt x="0" y="377"/>
                      <a:pt x="0" y="859"/>
                    </a:cubicBezTo>
                    <a:lnTo>
                      <a:pt x="0" y="3474"/>
                    </a:lnTo>
                    <a:cubicBezTo>
                      <a:pt x="0" y="3934"/>
                      <a:pt x="398" y="4311"/>
                      <a:pt x="858" y="4311"/>
                    </a:cubicBezTo>
                    <a:cubicBezTo>
                      <a:pt x="1340" y="4311"/>
                      <a:pt x="1716" y="3934"/>
                      <a:pt x="1716" y="3474"/>
                    </a:cubicBezTo>
                    <a:lnTo>
                      <a:pt x="1716" y="859"/>
                    </a:lnTo>
                    <a:cubicBezTo>
                      <a:pt x="1716" y="377"/>
                      <a:pt x="1340" y="1"/>
                      <a:pt x="858" y="1"/>
                    </a:cubicBezTo>
                    <a:close/>
                  </a:path>
                </a:pathLst>
              </a:custGeom>
              <a:solidFill>
                <a:srgbClr val="4D4D4D"/>
              </a:solidFill>
              <a:ln w="7620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1" name="Google Shape;571;p48"/>
              <p:cNvSpPr/>
              <p:nvPr/>
            </p:nvSpPr>
            <p:spPr>
              <a:xfrm>
                <a:off x="2131675" y="2269088"/>
                <a:ext cx="42925" cy="107800"/>
              </a:xfrm>
              <a:custGeom>
                <a:avLst/>
                <a:gdLst/>
                <a:ahLst/>
                <a:cxnLst/>
                <a:rect l="l" t="t" r="r" b="b"/>
                <a:pathLst>
                  <a:path w="1717" h="4312" extrusionOk="0">
                    <a:moveTo>
                      <a:pt x="858" y="1"/>
                    </a:moveTo>
                    <a:cubicBezTo>
                      <a:pt x="377" y="1"/>
                      <a:pt x="1" y="377"/>
                      <a:pt x="1" y="859"/>
                    </a:cubicBezTo>
                    <a:lnTo>
                      <a:pt x="1" y="3474"/>
                    </a:lnTo>
                    <a:cubicBezTo>
                      <a:pt x="1" y="3923"/>
                      <a:pt x="358" y="4312"/>
                      <a:pt x="822" y="4312"/>
                    </a:cubicBezTo>
                    <a:cubicBezTo>
                      <a:pt x="834" y="4312"/>
                      <a:pt x="846" y="4312"/>
                      <a:pt x="858" y="4311"/>
                    </a:cubicBezTo>
                    <a:cubicBezTo>
                      <a:pt x="870" y="4312"/>
                      <a:pt x="882" y="4312"/>
                      <a:pt x="893" y="4312"/>
                    </a:cubicBezTo>
                    <a:cubicBezTo>
                      <a:pt x="1339" y="4312"/>
                      <a:pt x="1716" y="3923"/>
                      <a:pt x="1716" y="3474"/>
                    </a:cubicBezTo>
                    <a:lnTo>
                      <a:pt x="1716" y="859"/>
                    </a:lnTo>
                    <a:cubicBezTo>
                      <a:pt x="1716" y="377"/>
                      <a:pt x="1319" y="1"/>
                      <a:pt x="858" y="1"/>
                    </a:cubicBezTo>
                    <a:close/>
                  </a:path>
                </a:pathLst>
              </a:custGeom>
              <a:solidFill>
                <a:srgbClr val="4D4D4D"/>
              </a:solidFill>
              <a:ln w="7620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2" name="Google Shape;572;p48"/>
              <p:cNvSpPr/>
              <p:nvPr/>
            </p:nvSpPr>
            <p:spPr>
              <a:xfrm>
                <a:off x="1549475" y="2503438"/>
                <a:ext cx="92625" cy="49200"/>
              </a:xfrm>
              <a:custGeom>
                <a:avLst/>
                <a:gdLst/>
                <a:ahLst/>
                <a:cxnLst/>
                <a:rect l="l" t="t" r="r" b="b"/>
                <a:pathLst>
                  <a:path w="3705" h="1968" extrusionOk="0">
                    <a:moveTo>
                      <a:pt x="440" y="1"/>
                    </a:moveTo>
                    <a:cubicBezTo>
                      <a:pt x="210" y="1"/>
                      <a:pt x="1" y="210"/>
                      <a:pt x="1" y="461"/>
                    </a:cubicBezTo>
                    <a:lnTo>
                      <a:pt x="1" y="1528"/>
                    </a:lnTo>
                    <a:cubicBezTo>
                      <a:pt x="1" y="1758"/>
                      <a:pt x="210" y="1967"/>
                      <a:pt x="440" y="1967"/>
                    </a:cubicBezTo>
                    <a:lnTo>
                      <a:pt x="3265" y="1967"/>
                    </a:lnTo>
                    <a:cubicBezTo>
                      <a:pt x="3516" y="1967"/>
                      <a:pt x="3704" y="1758"/>
                      <a:pt x="3704" y="1528"/>
                    </a:cubicBezTo>
                    <a:lnTo>
                      <a:pt x="3704" y="461"/>
                    </a:lnTo>
                    <a:cubicBezTo>
                      <a:pt x="3704" y="210"/>
                      <a:pt x="3516" y="1"/>
                      <a:pt x="3265" y="1"/>
                    </a:cubicBezTo>
                    <a:close/>
                  </a:path>
                </a:pathLst>
              </a:custGeom>
              <a:solidFill>
                <a:srgbClr val="E5E5E5"/>
              </a:solidFill>
              <a:ln w="7620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3" name="Google Shape;573;p48"/>
              <p:cNvSpPr/>
              <p:nvPr/>
            </p:nvSpPr>
            <p:spPr>
              <a:xfrm>
                <a:off x="1962200" y="2503438"/>
                <a:ext cx="93125" cy="49200"/>
              </a:xfrm>
              <a:custGeom>
                <a:avLst/>
                <a:gdLst/>
                <a:ahLst/>
                <a:cxnLst/>
                <a:rect l="l" t="t" r="r" b="b"/>
                <a:pathLst>
                  <a:path w="3725" h="1968" extrusionOk="0">
                    <a:moveTo>
                      <a:pt x="461" y="1"/>
                    </a:moveTo>
                    <a:cubicBezTo>
                      <a:pt x="210" y="1"/>
                      <a:pt x="0" y="210"/>
                      <a:pt x="0" y="461"/>
                    </a:cubicBezTo>
                    <a:lnTo>
                      <a:pt x="0" y="1528"/>
                    </a:lnTo>
                    <a:cubicBezTo>
                      <a:pt x="0" y="1758"/>
                      <a:pt x="210" y="1967"/>
                      <a:pt x="461" y="1967"/>
                    </a:cubicBezTo>
                    <a:lnTo>
                      <a:pt x="3264" y="1967"/>
                    </a:lnTo>
                    <a:cubicBezTo>
                      <a:pt x="3516" y="1967"/>
                      <a:pt x="3725" y="1758"/>
                      <a:pt x="3725" y="1528"/>
                    </a:cubicBezTo>
                    <a:lnTo>
                      <a:pt x="3725" y="461"/>
                    </a:lnTo>
                    <a:cubicBezTo>
                      <a:pt x="3725" y="210"/>
                      <a:pt x="3516" y="1"/>
                      <a:pt x="3264" y="1"/>
                    </a:cubicBezTo>
                    <a:close/>
                  </a:path>
                </a:pathLst>
              </a:custGeom>
              <a:solidFill>
                <a:srgbClr val="E5E5E5"/>
              </a:solidFill>
              <a:ln w="7620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4" name="Google Shape;574;p48"/>
              <p:cNvSpPr/>
              <p:nvPr/>
            </p:nvSpPr>
            <p:spPr>
              <a:xfrm>
                <a:off x="1676075" y="2503438"/>
                <a:ext cx="248475" cy="17800"/>
              </a:xfrm>
              <a:custGeom>
                <a:avLst/>
                <a:gdLst/>
                <a:ahLst/>
                <a:cxnLst/>
                <a:rect l="l" t="t" r="r" b="b"/>
                <a:pathLst>
                  <a:path w="9939" h="712" extrusionOk="0">
                    <a:moveTo>
                      <a:pt x="0" y="1"/>
                    </a:moveTo>
                    <a:lnTo>
                      <a:pt x="0" y="712"/>
                    </a:lnTo>
                    <a:lnTo>
                      <a:pt x="9939" y="712"/>
                    </a:lnTo>
                    <a:lnTo>
                      <a:pt x="9939" y="1"/>
                    </a:lnTo>
                    <a:close/>
                  </a:path>
                </a:pathLst>
              </a:custGeom>
              <a:solidFill>
                <a:srgbClr val="F6921E"/>
              </a:solidFill>
              <a:ln w="7620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5" name="Google Shape;575;p48"/>
              <p:cNvSpPr/>
              <p:nvPr/>
            </p:nvSpPr>
            <p:spPr>
              <a:xfrm>
                <a:off x="1676075" y="2537438"/>
                <a:ext cx="248475" cy="17825"/>
              </a:xfrm>
              <a:custGeom>
                <a:avLst/>
                <a:gdLst/>
                <a:ahLst/>
                <a:cxnLst/>
                <a:rect l="l" t="t" r="r" b="b"/>
                <a:pathLst>
                  <a:path w="9939" h="713" extrusionOk="0">
                    <a:moveTo>
                      <a:pt x="0" y="1"/>
                    </a:moveTo>
                    <a:lnTo>
                      <a:pt x="0" y="712"/>
                    </a:lnTo>
                    <a:lnTo>
                      <a:pt x="9939" y="712"/>
                    </a:lnTo>
                    <a:lnTo>
                      <a:pt x="9939" y="1"/>
                    </a:lnTo>
                    <a:close/>
                  </a:path>
                </a:pathLst>
              </a:custGeom>
              <a:solidFill>
                <a:srgbClr val="F6921E"/>
              </a:solidFill>
              <a:ln w="7620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6" name="Google Shape;576;p48"/>
              <p:cNvSpPr/>
              <p:nvPr/>
            </p:nvSpPr>
            <p:spPr>
              <a:xfrm>
                <a:off x="1676075" y="2571963"/>
                <a:ext cx="248475" cy="17300"/>
              </a:xfrm>
              <a:custGeom>
                <a:avLst/>
                <a:gdLst/>
                <a:ahLst/>
                <a:cxnLst/>
                <a:rect l="l" t="t" r="r" b="b"/>
                <a:pathLst>
                  <a:path w="9939" h="692" extrusionOk="0">
                    <a:moveTo>
                      <a:pt x="0" y="1"/>
                    </a:moveTo>
                    <a:lnTo>
                      <a:pt x="0" y="691"/>
                    </a:lnTo>
                    <a:lnTo>
                      <a:pt x="9939" y="691"/>
                    </a:lnTo>
                    <a:lnTo>
                      <a:pt x="9939" y="1"/>
                    </a:lnTo>
                    <a:close/>
                  </a:path>
                </a:pathLst>
              </a:custGeom>
              <a:solidFill>
                <a:srgbClr val="F6921E"/>
              </a:solidFill>
              <a:ln w="7620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7" name="Google Shape;577;p48"/>
              <p:cNvSpPr/>
              <p:nvPr/>
            </p:nvSpPr>
            <p:spPr>
              <a:xfrm>
                <a:off x="1676075" y="2605963"/>
                <a:ext cx="248475" cy="17800"/>
              </a:xfrm>
              <a:custGeom>
                <a:avLst/>
                <a:gdLst/>
                <a:ahLst/>
                <a:cxnLst/>
                <a:rect l="l" t="t" r="r" b="b"/>
                <a:pathLst>
                  <a:path w="9939" h="712" extrusionOk="0">
                    <a:moveTo>
                      <a:pt x="0" y="1"/>
                    </a:moveTo>
                    <a:lnTo>
                      <a:pt x="0" y="712"/>
                    </a:lnTo>
                    <a:lnTo>
                      <a:pt x="9939" y="712"/>
                    </a:lnTo>
                    <a:lnTo>
                      <a:pt x="9939" y="1"/>
                    </a:lnTo>
                    <a:close/>
                  </a:path>
                </a:pathLst>
              </a:custGeom>
              <a:solidFill>
                <a:srgbClr val="F6921E"/>
              </a:solidFill>
              <a:ln w="7620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8" name="Google Shape;578;p48"/>
              <p:cNvSpPr/>
              <p:nvPr/>
            </p:nvSpPr>
            <p:spPr>
              <a:xfrm>
                <a:off x="1590275" y="2151388"/>
                <a:ext cx="421650" cy="68550"/>
              </a:xfrm>
              <a:custGeom>
                <a:avLst/>
                <a:gdLst/>
                <a:ahLst/>
                <a:cxnLst/>
                <a:rect l="l" t="t" r="r" b="b"/>
                <a:pathLst>
                  <a:path w="16866" h="2742" extrusionOk="0">
                    <a:moveTo>
                      <a:pt x="440" y="1"/>
                    </a:moveTo>
                    <a:cubicBezTo>
                      <a:pt x="189" y="1"/>
                      <a:pt x="1" y="210"/>
                      <a:pt x="1" y="461"/>
                    </a:cubicBezTo>
                    <a:lnTo>
                      <a:pt x="1" y="2282"/>
                    </a:lnTo>
                    <a:cubicBezTo>
                      <a:pt x="1" y="2533"/>
                      <a:pt x="189" y="2742"/>
                      <a:pt x="440" y="2742"/>
                    </a:cubicBezTo>
                    <a:lnTo>
                      <a:pt x="16426" y="2742"/>
                    </a:lnTo>
                    <a:cubicBezTo>
                      <a:pt x="16677" y="2742"/>
                      <a:pt x="16865" y="2533"/>
                      <a:pt x="16865" y="2282"/>
                    </a:cubicBezTo>
                    <a:lnTo>
                      <a:pt x="16865" y="461"/>
                    </a:lnTo>
                    <a:cubicBezTo>
                      <a:pt x="16865" y="210"/>
                      <a:pt x="16677" y="1"/>
                      <a:pt x="16426" y="1"/>
                    </a:cubicBezTo>
                    <a:close/>
                  </a:path>
                </a:pathLst>
              </a:custGeom>
              <a:solidFill>
                <a:srgbClr val="BA8783"/>
              </a:solidFill>
              <a:ln w="7620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9" name="Google Shape;579;p48"/>
              <p:cNvSpPr/>
              <p:nvPr/>
            </p:nvSpPr>
            <p:spPr>
              <a:xfrm>
                <a:off x="1952775" y="2160813"/>
                <a:ext cx="55475" cy="47125"/>
              </a:xfrm>
              <a:custGeom>
                <a:avLst/>
                <a:gdLst/>
                <a:ahLst/>
                <a:cxnLst/>
                <a:rect l="l" t="t" r="r" b="b"/>
                <a:pathLst>
                  <a:path w="2219" h="1885" extrusionOk="0">
                    <a:moveTo>
                      <a:pt x="942" y="1"/>
                    </a:moveTo>
                    <a:cubicBezTo>
                      <a:pt x="419" y="1"/>
                      <a:pt x="1" y="419"/>
                      <a:pt x="1" y="942"/>
                    </a:cubicBezTo>
                    <a:cubicBezTo>
                      <a:pt x="1" y="1510"/>
                      <a:pt x="472" y="1885"/>
                      <a:pt x="958" y="1885"/>
                    </a:cubicBezTo>
                    <a:cubicBezTo>
                      <a:pt x="1189" y="1885"/>
                      <a:pt x="1423" y="1800"/>
                      <a:pt x="1612" y="1612"/>
                    </a:cubicBezTo>
                    <a:cubicBezTo>
                      <a:pt x="2219" y="1005"/>
                      <a:pt x="1800" y="1"/>
                      <a:pt x="942" y="1"/>
                    </a:cubicBezTo>
                    <a:close/>
                  </a:path>
                </a:pathLst>
              </a:custGeom>
              <a:solidFill>
                <a:srgbClr val="FADB3B"/>
              </a:solidFill>
              <a:ln w="7620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0" name="Google Shape;580;p48"/>
              <p:cNvSpPr/>
              <p:nvPr/>
            </p:nvSpPr>
            <p:spPr>
              <a:xfrm>
                <a:off x="1899425" y="2160813"/>
                <a:ext cx="54950" cy="47125"/>
              </a:xfrm>
              <a:custGeom>
                <a:avLst/>
                <a:gdLst/>
                <a:ahLst/>
                <a:cxnLst/>
                <a:rect l="l" t="t" r="r" b="b"/>
                <a:pathLst>
                  <a:path w="2198" h="1885" extrusionOk="0">
                    <a:moveTo>
                      <a:pt x="942" y="1"/>
                    </a:moveTo>
                    <a:cubicBezTo>
                      <a:pt x="419" y="1"/>
                      <a:pt x="1" y="419"/>
                      <a:pt x="1" y="942"/>
                    </a:cubicBezTo>
                    <a:cubicBezTo>
                      <a:pt x="1" y="1510"/>
                      <a:pt x="462" y="1885"/>
                      <a:pt x="949" y="1885"/>
                    </a:cubicBezTo>
                    <a:cubicBezTo>
                      <a:pt x="1180" y="1885"/>
                      <a:pt x="1416" y="1800"/>
                      <a:pt x="1612" y="1612"/>
                    </a:cubicBezTo>
                    <a:cubicBezTo>
                      <a:pt x="2198" y="1005"/>
                      <a:pt x="1779" y="1"/>
                      <a:pt x="942" y="1"/>
                    </a:cubicBezTo>
                    <a:close/>
                  </a:path>
                </a:pathLst>
              </a:custGeom>
              <a:solidFill>
                <a:srgbClr val="C0272D"/>
              </a:solidFill>
              <a:ln w="7620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1" name="Google Shape;581;p48"/>
              <p:cNvSpPr/>
              <p:nvPr/>
            </p:nvSpPr>
            <p:spPr>
              <a:xfrm>
                <a:off x="1593950" y="2160813"/>
                <a:ext cx="55475" cy="47125"/>
              </a:xfrm>
              <a:custGeom>
                <a:avLst/>
                <a:gdLst/>
                <a:ahLst/>
                <a:cxnLst/>
                <a:rect l="l" t="t" r="r" b="b"/>
                <a:pathLst>
                  <a:path w="2219" h="1885" extrusionOk="0">
                    <a:moveTo>
                      <a:pt x="1276" y="1"/>
                    </a:moveTo>
                    <a:cubicBezTo>
                      <a:pt x="419" y="1"/>
                      <a:pt x="0" y="1005"/>
                      <a:pt x="607" y="1612"/>
                    </a:cubicBezTo>
                    <a:cubicBezTo>
                      <a:pt x="796" y="1800"/>
                      <a:pt x="1030" y="1885"/>
                      <a:pt x="1260" y="1885"/>
                    </a:cubicBezTo>
                    <a:cubicBezTo>
                      <a:pt x="1747" y="1885"/>
                      <a:pt x="2218" y="1510"/>
                      <a:pt x="2218" y="942"/>
                    </a:cubicBezTo>
                    <a:cubicBezTo>
                      <a:pt x="2218" y="419"/>
                      <a:pt x="1800" y="1"/>
                      <a:pt x="1276" y="1"/>
                    </a:cubicBezTo>
                    <a:close/>
                  </a:path>
                </a:pathLst>
              </a:custGeom>
              <a:solidFill>
                <a:srgbClr val="FADB3B"/>
              </a:solidFill>
              <a:ln w="7620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2" name="Google Shape;582;p48"/>
              <p:cNvSpPr/>
              <p:nvPr/>
            </p:nvSpPr>
            <p:spPr>
              <a:xfrm>
                <a:off x="1647300" y="2160788"/>
                <a:ext cx="55475" cy="47400"/>
              </a:xfrm>
              <a:custGeom>
                <a:avLst/>
                <a:gdLst/>
                <a:ahLst/>
                <a:cxnLst/>
                <a:rect l="l" t="t" r="r" b="b"/>
                <a:pathLst>
                  <a:path w="2219" h="1896" extrusionOk="0">
                    <a:moveTo>
                      <a:pt x="1313" y="1"/>
                    </a:moveTo>
                    <a:cubicBezTo>
                      <a:pt x="1301" y="1"/>
                      <a:pt x="1289" y="1"/>
                      <a:pt x="1277" y="2"/>
                    </a:cubicBezTo>
                    <a:cubicBezTo>
                      <a:pt x="440" y="2"/>
                      <a:pt x="0" y="1006"/>
                      <a:pt x="607" y="1613"/>
                    </a:cubicBezTo>
                    <a:cubicBezTo>
                      <a:pt x="803" y="1808"/>
                      <a:pt x="1039" y="1895"/>
                      <a:pt x="1271" y="1895"/>
                    </a:cubicBezTo>
                    <a:cubicBezTo>
                      <a:pt x="1757" y="1895"/>
                      <a:pt x="2218" y="1510"/>
                      <a:pt x="2218" y="943"/>
                    </a:cubicBezTo>
                    <a:cubicBezTo>
                      <a:pt x="2218" y="432"/>
                      <a:pt x="1819" y="1"/>
                      <a:pt x="1313" y="1"/>
                    </a:cubicBezTo>
                    <a:close/>
                  </a:path>
                </a:pathLst>
              </a:custGeom>
              <a:solidFill>
                <a:srgbClr val="C0272D"/>
              </a:solidFill>
              <a:ln w="7620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3" name="Google Shape;583;p48"/>
              <p:cNvSpPr/>
              <p:nvPr/>
            </p:nvSpPr>
            <p:spPr>
              <a:xfrm>
                <a:off x="1718425" y="2160813"/>
                <a:ext cx="165325" cy="47100"/>
              </a:xfrm>
              <a:custGeom>
                <a:avLst/>
                <a:gdLst/>
                <a:ahLst/>
                <a:cxnLst/>
                <a:rect l="l" t="t" r="r" b="b"/>
                <a:pathLst>
                  <a:path w="6613" h="1884" extrusionOk="0">
                    <a:moveTo>
                      <a:pt x="1" y="1"/>
                    </a:moveTo>
                    <a:lnTo>
                      <a:pt x="1" y="1884"/>
                    </a:lnTo>
                    <a:lnTo>
                      <a:pt x="6613" y="1884"/>
                    </a:lnTo>
                    <a:lnTo>
                      <a:pt x="6613" y="1"/>
                    </a:lnTo>
                    <a:close/>
                  </a:path>
                </a:pathLst>
              </a:custGeom>
              <a:solidFill>
                <a:srgbClr val="7A4128"/>
              </a:solidFill>
              <a:ln w="7620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584" name="Google Shape;584;p48"/>
            <p:cNvSpPr/>
            <p:nvPr/>
          </p:nvSpPr>
          <p:spPr>
            <a:xfrm>
              <a:off x="1531163" y="2688613"/>
              <a:ext cx="92600" cy="97325"/>
            </a:xfrm>
            <a:custGeom>
              <a:avLst/>
              <a:gdLst/>
              <a:ahLst/>
              <a:cxnLst/>
              <a:rect l="l" t="t" r="r" b="b"/>
              <a:pathLst>
                <a:path w="3704" h="3893" extrusionOk="0">
                  <a:moveTo>
                    <a:pt x="440" y="1"/>
                  </a:moveTo>
                  <a:cubicBezTo>
                    <a:pt x="189" y="1"/>
                    <a:pt x="0" y="210"/>
                    <a:pt x="0" y="440"/>
                  </a:cubicBezTo>
                  <a:lnTo>
                    <a:pt x="0" y="3432"/>
                  </a:lnTo>
                  <a:cubicBezTo>
                    <a:pt x="0" y="3683"/>
                    <a:pt x="189" y="3892"/>
                    <a:pt x="440" y="3892"/>
                  </a:cubicBezTo>
                  <a:lnTo>
                    <a:pt x="3243" y="3892"/>
                  </a:lnTo>
                  <a:cubicBezTo>
                    <a:pt x="3495" y="3892"/>
                    <a:pt x="3704" y="3683"/>
                    <a:pt x="3704" y="3432"/>
                  </a:cubicBezTo>
                  <a:lnTo>
                    <a:pt x="3704" y="440"/>
                  </a:lnTo>
                  <a:cubicBezTo>
                    <a:pt x="3704" y="210"/>
                    <a:pt x="3495" y="1"/>
                    <a:pt x="3243"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5" name="Google Shape;585;p48"/>
            <p:cNvSpPr/>
            <p:nvPr/>
          </p:nvSpPr>
          <p:spPr>
            <a:xfrm>
              <a:off x="1973163" y="2688613"/>
              <a:ext cx="93150" cy="97325"/>
            </a:xfrm>
            <a:custGeom>
              <a:avLst/>
              <a:gdLst/>
              <a:ahLst/>
              <a:cxnLst/>
              <a:rect l="l" t="t" r="r" b="b"/>
              <a:pathLst>
                <a:path w="3726" h="3893" extrusionOk="0">
                  <a:moveTo>
                    <a:pt x="461" y="1"/>
                  </a:moveTo>
                  <a:cubicBezTo>
                    <a:pt x="210" y="1"/>
                    <a:pt x="1" y="210"/>
                    <a:pt x="1" y="440"/>
                  </a:cubicBezTo>
                  <a:lnTo>
                    <a:pt x="1" y="3432"/>
                  </a:lnTo>
                  <a:cubicBezTo>
                    <a:pt x="1" y="3683"/>
                    <a:pt x="210" y="3892"/>
                    <a:pt x="461" y="3892"/>
                  </a:cubicBezTo>
                  <a:lnTo>
                    <a:pt x="3265" y="3892"/>
                  </a:lnTo>
                  <a:cubicBezTo>
                    <a:pt x="3516" y="3892"/>
                    <a:pt x="3725" y="3683"/>
                    <a:pt x="3725" y="3432"/>
                  </a:cubicBezTo>
                  <a:lnTo>
                    <a:pt x="3725" y="440"/>
                  </a:lnTo>
                  <a:cubicBezTo>
                    <a:pt x="3725" y="210"/>
                    <a:pt x="3516" y="1"/>
                    <a:pt x="326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6" name="Google Shape;586;p48"/>
            <p:cNvSpPr/>
            <p:nvPr/>
          </p:nvSpPr>
          <p:spPr>
            <a:xfrm>
              <a:off x="1446938" y="2281138"/>
              <a:ext cx="708300" cy="16750"/>
            </a:xfrm>
            <a:custGeom>
              <a:avLst/>
              <a:gdLst/>
              <a:ahLst/>
              <a:cxnLst/>
              <a:rect l="l" t="t" r="r" b="b"/>
              <a:pathLst>
                <a:path w="28332" h="670" extrusionOk="0">
                  <a:moveTo>
                    <a:pt x="1" y="0"/>
                  </a:moveTo>
                  <a:lnTo>
                    <a:pt x="1" y="670"/>
                  </a:lnTo>
                  <a:lnTo>
                    <a:pt x="28331" y="670"/>
                  </a:lnTo>
                  <a:lnTo>
                    <a:pt x="28331" y="0"/>
                  </a:lnTo>
                  <a:close/>
                </a:path>
              </a:pathLst>
            </a:custGeom>
            <a:solidFill>
              <a:srgbClr val="80808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7" name="Google Shape;587;p48"/>
            <p:cNvSpPr/>
            <p:nvPr/>
          </p:nvSpPr>
          <p:spPr>
            <a:xfrm>
              <a:off x="1481997" y="2103290"/>
              <a:ext cx="638725" cy="618600"/>
            </a:xfrm>
            <a:custGeom>
              <a:avLst/>
              <a:gdLst/>
              <a:ahLst/>
              <a:cxnLst/>
              <a:rect l="l" t="t" r="r" b="b"/>
              <a:pathLst>
                <a:path w="25549" h="24744" extrusionOk="0">
                  <a:moveTo>
                    <a:pt x="8119" y="0"/>
                  </a:moveTo>
                  <a:cubicBezTo>
                    <a:pt x="3641" y="0"/>
                    <a:pt x="0" y="1339"/>
                    <a:pt x="0" y="5838"/>
                  </a:cubicBezTo>
                  <a:lnTo>
                    <a:pt x="0" y="22095"/>
                  </a:lnTo>
                  <a:cubicBezTo>
                    <a:pt x="0" y="24178"/>
                    <a:pt x="788" y="24735"/>
                    <a:pt x="2082" y="24735"/>
                  </a:cubicBezTo>
                  <a:cubicBezTo>
                    <a:pt x="3569" y="24735"/>
                    <a:pt x="5724" y="23999"/>
                    <a:pt x="8119" y="23999"/>
                  </a:cubicBezTo>
                  <a:lnTo>
                    <a:pt x="17409" y="23999"/>
                  </a:lnTo>
                  <a:cubicBezTo>
                    <a:pt x="19807" y="23999"/>
                    <a:pt x="21972" y="24744"/>
                    <a:pt x="23464" y="24744"/>
                  </a:cubicBezTo>
                  <a:cubicBezTo>
                    <a:pt x="24759" y="24744"/>
                    <a:pt x="25548" y="24184"/>
                    <a:pt x="25548" y="22095"/>
                  </a:cubicBezTo>
                  <a:lnTo>
                    <a:pt x="25548" y="5838"/>
                  </a:lnTo>
                  <a:cubicBezTo>
                    <a:pt x="25548" y="1339"/>
                    <a:pt x="21887" y="0"/>
                    <a:pt x="17409"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8" name="Google Shape;588;p48"/>
            <p:cNvSpPr/>
            <p:nvPr/>
          </p:nvSpPr>
          <p:spPr>
            <a:xfrm>
              <a:off x="1529063" y="2235613"/>
              <a:ext cx="266275" cy="171075"/>
            </a:xfrm>
            <a:custGeom>
              <a:avLst/>
              <a:gdLst/>
              <a:ahLst/>
              <a:cxnLst/>
              <a:rect l="l" t="t" r="r" b="b"/>
              <a:pathLst>
                <a:path w="10651" h="6843" extrusionOk="0">
                  <a:moveTo>
                    <a:pt x="1" y="1"/>
                  </a:moveTo>
                  <a:lnTo>
                    <a:pt x="1" y="6843"/>
                  </a:lnTo>
                  <a:lnTo>
                    <a:pt x="10651" y="6843"/>
                  </a:lnTo>
                  <a:lnTo>
                    <a:pt x="10651" y="1"/>
                  </a:lnTo>
                  <a:close/>
                </a:path>
              </a:pathLst>
            </a:custGeom>
            <a:solidFill>
              <a:srgbClr val="E5E5E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9" name="Google Shape;589;p48"/>
            <p:cNvSpPr/>
            <p:nvPr/>
          </p:nvSpPr>
          <p:spPr>
            <a:xfrm>
              <a:off x="1523313" y="2229863"/>
              <a:ext cx="277775" cy="182575"/>
            </a:xfrm>
            <a:custGeom>
              <a:avLst/>
              <a:gdLst/>
              <a:ahLst/>
              <a:cxnLst/>
              <a:rect l="l" t="t" r="r" b="b"/>
              <a:pathLst>
                <a:path w="11111" h="7303" extrusionOk="0">
                  <a:moveTo>
                    <a:pt x="10651" y="461"/>
                  </a:moveTo>
                  <a:lnTo>
                    <a:pt x="10651" y="6843"/>
                  </a:lnTo>
                  <a:lnTo>
                    <a:pt x="461" y="6843"/>
                  </a:lnTo>
                  <a:lnTo>
                    <a:pt x="461" y="461"/>
                  </a:lnTo>
                  <a:close/>
                  <a:moveTo>
                    <a:pt x="0" y="1"/>
                  </a:moveTo>
                  <a:lnTo>
                    <a:pt x="0" y="7303"/>
                  </a:lnTo>
                  <a:lnTo>
                    <a:pt x="11111" y="7303"/>
                  </a:lnTo>
                  <a:lnTo>
                    <a:pt x="11111" y="1"/>
                  </a:lnTo>
                  <a:close/>
                </a:path>
              </a:pathLst>
            </a:custGeom>
            <a:solidFill>
              <a:srgbClr val="80808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0" name="Google Shape;590;p48"/>
            <p:cNvSpPr/>
            <p:nvPr/>
          </p:nvSpPr>
          <p:spPr>
            <a:xfrm>
              <a:off x="1806838" y="2235613"/>
              <a:ext cx="266275" cy="171075"/>
            </a:xfrm>
            <a:custGeom>
              <a:avLst/>
              <a:gdLst/>
              <a:ahLst/>
              <a:cxnLst/>
              <a:rect l="l" t="t" r="r" b="b"/>
              <a:pathLst>
                <a:path w="10651" h="6843" extrusionOk="0">
                  <a:moveTo>
                    <a:pt x="0" y="1"/>
                  </a:moveTo>
                  <a:lnTo>
                    <a:pt x="0" y="6843"/>
                  </a:lnTo>
                  <a:lnTo>
                    <a:pt x="10650" y="6843"/>
                  </a:lnTo>
                  <a:lnTo>
                    <a:pt x="10650" y="1"/>
                  </a:lnTo>
                  <a:close/>
                </a:path>
              </a:pathLst>
            </a:custGeom>
            <a:solidFill>
              <a:srgbClr val="E5E5E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1" name="Google Shape;591;p48"/>
            <p:cNvSpPr/>
            <p:nvPr/>
          </p:nvSpPr>
          <p:spPr>
            <a:xfrm>
              <a:off x="1801063" y="2229863"/>
              <a:ext cx="277800" cy="182575"/>
            </a:xfrm>
            <a:custGeom>
              <a:avLst/>
              <a:gdLst/>
              <a:ahLst/>
              <a:cxnLst/>
              <a:rect l="l" t="t" r="r" b="b"/>
              <a:pathLst>
                <a:path w="11112" h="7303" extrusionOk="0">
                  <a:moveTo>
                    <a:pt x="10651" y="461"/>
                  </a:moveTo>
                  <a:lnTo>
                    <a:pt x="10651" y="6843"/>
                  </a:lnTo>
                  <a:lnTo>
                    <a:pt x="461" y="6843"/>
                  </a:lnTo>
                  <a:lnTo>
                    <a:pt x="461" y="461"/>
                  </a:lnTo>
                  <a:close/>
                  <a:moveTo>
                    <a:pt x="1" y="1"/>
                  </a:moveTo>
                  <a:lnTo>
                    <a:pt x="1" y="7303"/>
                  </a:lnTo>
                  <a:lnTo>
                    <a:pt x="11111" y="7303"/>
                  </a:lnTo>
                  <a:lnTo>
                    <a:pt x="11111" y="1"/>
                  </a:lnTo>
                  <a:close/>
                </a:path>
              </a:pathLst>
            </a:custGeom>
            <a:solidFill>
              <a:srgbClr val="80808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2" name="Google Shape;592;p48"/>
            <p:cNvSpPr/>
            <p:nvPr/>
          </p:nvSpPr>
          <p:spPr>
            <a:xfrm>
              <a:off x="1529063" y="2235613"/>
              <a:ext cx="266275" cy="171075"/>
            </a:xfrm>
            <a:custGeom>
              <a:avLst/>
              <a:gdLst/>
              <a:ahLst/>
              <a:cxnLst/>
              <a:rect l="l" t="t" r="r" b="b"/>
              <a:pathLst>
                <a:path w="10651" h="6843" extrusionOk="0">
                  <a:moveTo>
                    <a:pt x="1" y="1"/>
                  </a:moveTo>
                  <a:lnTo>
                    <a:pt x="1" y="6843"/>
                  </a:lnTo>
                  <a:lnTo>
                    <a:pt x="10651" y="6843"/>
                  </a:lnTo>
                  <a:lnTo>
                    <a:pt x="10651" y="1"/>
                  </a:lnTo>
                  <a:close/>
                </a:path>
              </a:pathLst>
            </a:custGeom>
            <a:solidFill>
              <a:srgbClr val="085CA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3" name="Google Shape;593;p48"/>
            <p:cNvSpPr/>
            <p:nvPr/>
          </p:nvSpPr>
          <p:spPr>
            <a:xfrm>
              <a:off x="1523313" y="2229863"/>
              <a:ext cx="277775" cy="182575"/>
            </a:xfrm>
            <a:custGeom>
              <a:avLst/>
              <a:gdLst/>
              <a:ahLst/>
              <a:cxnLst/>
              <a:rect l="l" t="t" r="r" b="b"/>
              <a:pathLst>
                <a:path w="11111" h="7303" extrusionOk="0">
                  <a:moveTo>
                    <a:pt x="10651" y="461"/>
                  </a:moveTo>
                  <a:lnTo>
                    <a:pt x="10651" y="6843"/>
                  </a:lnTo>
                  <a:lnTo>
                    <a:pt x="461" y="6843"/>
                  </a:lnTo>
                  <a:lnTo>
                    <a:pt x="461" y="461"/>
                  </a:lnTo>
                  <a:close/>
                  <a:moveTo>
                    <a:pt x="0" y="1"/>
                  </a:moveTo>
                  <a:lnTo>
                    <a:pt x="0" y="7303"/>
                  </a:lnTo>
                  <a:lnTo>
                    <a:pt x="11111" y="7303"/>
                  </a:lnTo>
                  <a:lnTo>
                    <a:pt x="11111" y="1"/>
                  </a:lnTo>
                  <a:close/>
                </a:path>
              </a:pathLst>
            </a:custGeom>
            <a:solidFill>
              <a:srgbClr val="085CA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4" name="Google Shape;594;p48"/>
            <p:cNvSpPr/>
            <p:nvPr/>
          </p:nvSpPr>
          <p:spPr>
            <a:xfrm>
              <a:off x="1806838" y="2235613"/>
              <a:ext cx="266275" cy="171075"/>
            </a:xfrm>
            <a:custGeom>
              <a:avLst/>
              <a:gdLst/>
              <a:ahLst/>
              <a:cxnLst/>
              <a:rect l="l" t="t" r="r" b="b"/>
              <a:pathLst>
                <a:path w="10651" h="6843" extrusionOk="0">
                  <a:moveTo>
                    <a:pt x="0" y="1"/>
                  </a:moveTo>
                  <a:lnTo>
                    <a:pt x="0" y="6843"/>
                  </a:lnTo>
                  <a:lnTo>
                    <a:pt x="10650" y="6843"/>
                  </a:lnTo>
                  <a:lnTo>
                    <a:pt x="10650" y="1"/>
                  </a:lnTo>
                  <a:close/>
                </a:path>
              </a:pathLst>
            </a:custGeom>
            <a:solidFill>
              <a:srgbClr val="085CA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5" name="Google Shape;595;p48"/>
            <p:cNvSpPr/>
            <p:nvPr/>
          </p:nvSpPr>
          <p:spPr>
            <a:xfrm>
              <a:off x="1801063" y="2229863"/>
              <a:ext cx="277800" cy="182575"/>
            </a:xfrm>
            <a:custGeom>
              <a:avLst/>
              <a:gdLst/>
              <a:ahLst/>
              <a:cxnLst/>
              <a:rect l="l" t="t" r="r" b="b"/>
              <a:pathLst>
                <a:path w="11112" h="7303" extrusionOk="0">
                  <a:moveTo>
                    <a:pt x="10651" y="461"/>
                  </a:moveTo>
                  <a:lnTo>
                    <a:pt x="10651" y="6843"/>
                  </a:lnTo>
                  <a:lnTo>
                    <a:pt x="461" y="6843"/>
                  </a:lnTo>
                  <a:lnTo>
                    <a:pt x="461" y="461"/>
                  </a:lnTo>
                  <a:close/>
                  <a:moveTo>
                    <a:pt x="1" y="1"/>
                  </a:moveTo>
                  <a:lnTo>
                    <a:pt x="1" y="7303"/>
                  </a:lnTo>
                  <a:lnTo>
                    <a:pt x="11111" y="7303"/>
                  </a:lnTo>
                  <a:lnTo>
                    <a:pt x="11111" y="1"/>
                  </a:lnTo>
                  <a:close/>
                </a:path>
              </a:pathLst>
            </a:custGeom>
            <a:solidFill>
              <a:srgbClr val="085CA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6" name="Google Shape;596;p48"/>
            <p:cNvSpPr/>
            <p:nvPr/>
          </p:nvSpPr>
          <p:spPr>
            <a:xfrm>
              <a:off x="1531688" y="2435438"/>
              <a:ext cx="538800" cy="256350"/>
            </a:xfrm>
            <a:custGeom>
              <a:avLst/>
              <a:gdLst/>
              <a:ahLst/>
              <a:cxnLst/>
              <a:rect l="l" t="t" r="r" b="b"/>
              <a:pathLst>
                <a:path w="21552" h="10254" extrusionOk="0">
                  <a:moveTo>
                    <a:pt x="230" y="1"/>
                  </a:moveTo>
                  <a:cubicBezTo>
                    <a:pt x="105" y="1"/>
                    <a:pt x="0" y="105"/>
                    <a:pt x="0" y="231"/>
                  </a:cubicBezTo>
                  <a:lnTo>
                    <a:pt x="0" y="10023"/>
                  </a:lnTo>
                  <a:cubicBezTo>
                    <a:pt x="0" y="10148"/>
                    <a:pt x="105" y="10253"/>
                    <a:pt x="230" y="10253"/>
                  </a:cubicBezTo>
                  <a:lnTo>
                    <a:pt x="21321" y="10253"/>
                  </a:lnTo>
                  <a:cubicBezTo>
                    <a:pt x="21447" y="10253"/>
                    <a:pt x="21552" y="10148"/>
                    <a:pt x="21552" y="10023"/>
                  </a:cubicBezTo>
                  <a:lnTo>
                    <a:pt x="21552" y="231"/>
                  </a:lnTo>
                  <a:cubicBezTo>
                    <a:pt x="21552" y="105"/>
                    <a:pt x="21447" y="1"/>
                    <a:pt x="21321"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7" name="Google Shape;597;p48"/>
            <p:cNvSpPr/>
            <p:nvPr/>
          </p:nvSpPr>
          <p:spPr>
            <a:xfrm>
              <a:off x="1525938" y="2429688"/>
              <a:ext cx="550300" cy="267850"/>
            </a:xfrm>
            <a:custGeom>
              <a:avLst/>
              <a:gdLst/>
              <a:ahLst/>
              <a:cxnLst/>
              <a:rect l="l" t="t" r="r" b="b"/>
              <a:pathLst>
                <a:path w="22012" h="10714" extrusionOk="0">
                  <a:moveTo>
                    <a:pt x="21572" y="461"/>
                  </a:moveTo>
                  <a:lnTo>
                    <a:pt x="21572" y="10253"/>
                  </a:lnTo>
                  <a:lnTo>
                    <a:pt x="460" y="10253"/>
                  </a:lnTo>
                  <a:lnTo>
                    <a:pt x="460" y="461"/>
                  </a:lnTo>
                  <a:close/>
                  <a:moveTo>
                    <a:pt x="460" y="0"/>
                  </a:moveTo>
                  <a:cubicBezTo>
                    <a:pt x="209" y="0"/>
                    <a:pt x="0" y="210"/>
                    <a:pt x="0" y="461"/>
                  </a:cubicBezTo>
                  <a:lnTo>
                    <a:pt x="0" y="10253"/>
                  </a:lnTo>
                  <a:cubicBezTo>
                    <a:pt x="0" y="10504"/>
                    <a:pt x="209" y="10713"/>
                    <a:pt x="460" y="10713"/>
                  </a:cubicBezTo>
                  <a:lnTo>
                    <a:pt x="21572" y="10713"/>
                  </a:lnTo>
                  <a:cubicBezTo>
                    <a:pt x="21802" y="10713"/>
                    <a:pt x="22012" y="10504"/>
                    <a:pt x="22012" y="10253"/>
                  </a:cubicBezTo>
                  <a:lnTo>
                    <a:pt x="22012" y="461"/>
                  </a:lnTo>
                  <a:cubicBezTo>
                    <a:pt x="22012" y="210"/>
                    <a:pt x="21802" y="0"/>
                    <a:pt x="21572" y="0"/>
                  </a:cubicBezTo>
                  <a:close/>
                </a:path>
              </a:pathLst>
            </a:custGeom>
            <a:solidFill>
              <a:srgbClr val="FFC1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8" name="Google Shape;598;p48"/>
            <p:cNvSpPr/>
            <p:nvPr/>
          </p:nvSpPr>
          <p:spPr>
            <a:xfrm>
              <a:off x="1461063" y="2650438"/>
              <a:ext cx="680575" cy="76375"/>
            </a:xfrm>
            <a:custGeom>
              <a:avLst/>
              <a:gdLst/>
              <a:ahLst/>
              <a:cxnLst/>
              <a:rect l="l" t="t" r="r" b="b"/>
              <a:pathLst>
                <a:path w="27223" h="3055" extrusionOk="0">
                  <a:moveTo>
                    <a:pt x="440" y="0"/>
                  </a:moveTo>
                  <a:cubicBezTo>
                    <a:pt x="189" y="0"/>
                    <a:pt x="1" y="209"/>
                    <a:pt x="1" y="460"/>
                  </a:cubicBezTo>
                  <a:lnTo>
                    <a:pt x="1" y="2595"/>
                  </a:lnTo>
                  <a:cubicBezTo>
                    <a:pt x="1" y="2846"/>
                    <a:pt x="189" y="3055"/>
                    <a:pt x="440" y="3055"/>
                  </a:cubicBezTo>
                  <a:lnTo>
                    <a:pt x="26762" y="3055"/>
                  </a:lnTo>
                  <a:cubicBezTo>
                    <a:pt x="27013" y="3055"/>
                    <a:pt x="27222" y="2846"/>
                    <a:pt x="27222" y="2595"/>
                  </a:cubicBezTo>
                  <a:lnTo>
                    <a:pt x="27222" y="460"/>
                  </a:lnTo>
                  <a:cubicBezTo>
                    <a:pt x="27222" y="209"/>
                    <a:pt x="27013" y="0"/>
                    <a:pt x="26762"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9" name="Google Shape;599;p48"/>
            <p:cNvSpPr/>
            <p:nvPr/>
          </p:nvSpPr>
          <p:spPr>
            <a:xfrm>
              <a:off x="1427588" y="2269088"/>
              <a:ext cx="42925" cy="107800"/>
            </a:xfrm>
            <a:custGeom>
              <a:avLst/>
              <a:gdLst/>
              <a:ahLst/>
              <a:cxnLst/>
              <a:rect l="l" t="t" r="r" b="b"/>
              <a:pathLst>
                <a:path w="1717" h="4312" extrusionOk="0">
                  <a:moveTo>
                    <a:pt x="858" y="1"/>
                  </a:moveTo>
                  <a:cubicBezTo>
                    <a:pt x="398" y="1"/>
                    <a:pt x="0" y="377"/>
                    <a:pt x="0" y="859"/>
                  </a:cubicBezTo>
                  <a:lnTo>
                    <a:pt x="0" y="3474"/>
                  </a:lnTo>
                  <a:cubicBezTo>
                    <a:pt x="0" y="3934"/>
                    <a:pt x="398" y="4311"/>
                    <a:pt x="858" y="4311"/>
                  </a:cubicBezTo>
                  <a:cubicBezTo>
                    <a:pt x="1340" y="4311"/>
                    <a:pt x="1716" y="3934"/>
                    <a:pt x="1716" y="3474"/>
                  </a:cubicBezTo>
                  <a:lnTo>
                    <a:pt x="1716" y="859"/>
                  </a:lnTo>
                  <a:cubicBezTo>
                    <a:pt x="1716" y="377"/>
                    <a:pt x="1340" y="1"/>
                    <a:pt x="858"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0" name="Google Shape;600;p48"/>
            <p:cNvSpPr/>
            <p:nvPr/>
          </p:nvSpPr>
          <p:spPr>
            <a:xfrm>
              <a:off x="2131663" y="2269088"/>
              <a:ext cx="42925" cy="107800"/>
            </a:xfrm>
            <a:custGeom>
              <a:avLst/>
              <a:gdLst/>
              <a:ahLst/>
              <a:cxnLst/>
              <a:rect l="l" t="t" r="r" b="b"/>
              <a:pathLst>
                <a:path w="1717" h="4312" extrusionOk="0">
                  <a:moveTo>
                    <a:pt x="858" y="1"/>
                  </a:moveTo>
                  <a:cubicBezTo>
                    <a:pt x="377" y="1"/>
                    <a:pt x="1" y="377"/>
                    <a:pt x="1" y="859"/>
                  </a:cubicBezTo>
                  <a:lnTo>
                    <a:pt x="1" y="3474"/>
                  </a:lnTo>
                  <a:cubicBezTo>
                    <a:pt x="1" y="3923"/>
                    <a:pt x="358" y="4312"/>
                    <a:pt x="822" y="4312"/>
                  </a:cubicBezTo>
                  <a:cubicBezTo>
                    <a:pt x="834" y="4312"/>
                    <a:pt x="846" y="4312"/>
                    <a:pt x="858" y="4311"/>
                  </a:cubicBezTo>
                  <a:cubicBezTo>
                    <a:pt x="870" y="4312"/>
                    <a:pt x="882" y="4312"/>
                    <a:pt x="893" y="4312"/>
                  </a:cubicBezTo>
                  <a:cubicBezTo>
                    <a:pt x="1339" y="4312"/>
                    <a:pt x="1716" y="3923"/>
                    <a:pt x="1716" y="3474"/>
                  </a:cubicBezTo>
                  <a:lnTo>
                    <a:pt x="1716" y="859"/>
                  </a:lnTo>
                  <a:cubicBezTo>
                    <a:pt x="1716" y="377"/>
                    <a:pt x="1319" y="1"/>
                    <a:pt x="858"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1" name="Google Shape;601;p48"/>
            <p:cNvSpPr/>
            <p:nvPr/>
          </p:nvSpPr>
          <p:spPr>
            <a:xfrm>
              <a:off x="1549463" y="2503438"/>
              <a:ext cx="92625" cy="49200"/>
            </a:xfrm>
            <a:custGeom>
              <a:avLst/>
              <a:gdLst/>
              <a:ahLst/>
              <a:cxnLst/>
              <a:rect l="l" t="t" r="r" b="b"/>
              <a:pathLst>
                <a:path w="3705" h="1968" extrusionOk="0">
                  <a:moveTo>
                    <a:pt x="440" y="1"/>
                  </a:moveTo>
                  <a:cubicBezTo>
                    <a:pt x="210" y="1"/>
                    <a:pt x="1" y="210"/>
                    <a:pt x="1" y="461"/>
                  </a:cubicBezTo>
                  <a:lnTo>
                    <a:pt x="1" y="1528"/>
                  </a:lnTo>
                  <a:cubicBezTo>
                    <a:pt x="1" y="1758"/>
                    <a:pt x="210" y="1967"/>
                    <a:pt x="440" y="1967"/>
                  </a:cubicBezTo>
                  <a:lnTo>
                    <a:pt x="3265" y="1967"/>
                  </a:lnTo>
                  <a:cubicBezTo>
                    <a:pt x="3516" y="1967"/>
                    <a:pt x="3704" y="1758"/>
                    <a:pt x="3704" y="1528"/>
                  </a:cubicBezTo>
                  <a:lnTo>
                    <a:pt x="3704" y="461"/>
                  </a:lnTo>
                  <a:cubicBezTo>
                    <a:pt x="3704" y="210"/>
                    <a:pt x="3516" y="1"/>
                    <a:pt x="3265"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2" name="Google Shape;602;p48"/>
            <p:cNvSpPr/>
            <p:nvPr/>
          </p:nvSpPr>
          <p:spPr>
            <a:xfrm>
              <a:off x="1962188" y="2503438"/>
              <a:ext cx="93125" cy="49200"/>
            </a:xfrm>
            <a:custGeom>
              <a:avLst/>
              <a:gdLst/>
              <a:ahLst/>
              <a:cxnLst/>
              <a:rect l="l" t="t" r="r" b="b"/>
              <a:pathLst>
                <a:path w="3725" h="1968" extrusionOk="0">
                  <a:moveTo>
                    <a:pt x="461" y="1"/>
                  </a:moveTo>
                  <a:cubicBezTo>
                    <a:pt x="210" y="1"/>
                    <a:pt x="0" y="210"/>
                    <a:pt x="0" y="461"/>
                  </a:cubicBezTo>
                  <a:lnTo>
                    <a:pt x="0" y="1528"/>
                  </a:lnTo>
                  <a:cubicBezTo>
                    <a:pt x="0" y="1758"/>
                    <a:pt x="210" y="1967"/>
                    <a:pt x="461" y="1967"/>
                  </a:cubicBezTo>
                  <a:lnTo>
                    <a:pt x="3264" y="1967"/>
                  </a:lnTo>
                  <a:cubicBezTo>
                    <a:pt x="3516" y="1967"/>
                    <a:pt x="3725" y="1758"/>
                    <a:pt x="3725" y="1528"/>
                  </a:cubicBezTo>
                  <a:lnTo>
                    <a:pt x="3725" y="461"/>
                  </a:lnTo>
                  <a:cubicBezTo>
                    <a:pt x="3725" y="210"/>
                    <a:pt x="3516" y="1"/>
                    <a:pt x="3264"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3" name="Google Shape;603;p48"/>
            <p:cNvSpPr/>
            <p:nvPr/>
          </p:nvSpPr>
          <p:spPr>
            <a:xfrm>
              <a:off x="1676063" y="2503438"/>
              <a:ext cx="248475" cy="17800"/>
            </a:xfrm>
            <a:custGeom>
              <a:avLst/>
              <a:gdLst/>
              <a:ahLst/>
              <a:cxnLst/>
              <a:rect l="l" t="t" r="r" b="b"/>
              <a:pathLst>
                <a:path w="9939" h="712" extrusionOk="0">
                  <a:moveTo>
                    <a:pt x="0" y="1"/>
                  </a:moveTo>
                  <a:lnTo>
                    <a:pt x="0" y="712"/>
                  </a:lnTo>
                  <a:lnTo>
                    <a:pt x="9939" y="712"/>
                  </a:lnTo>
                  <a:lnTo>
                    <a:pt x="9939" y="1"/>
                  </a:lnTo>
                  <a:close/>
                </a:path>
              </a:pathLst>
            </a:custGeom>
            <a:solidFill>
              <a:srgbClr val="F6921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4" name="Google Shape;604;p48"/>
            <p:cNvSpPr/>
            <p:nvPr/>
          </p:nvSpPr>
          <p:spPr>
            <a:xfrm>
              <a:off x="1676063" y="2537438"/>
              <a:ext cx="248475" cy="17825"/>
            </a:xfrm>
            <a:custGeom>
              <a:avLst/>
              <a:gdLst/>
              <a:ahLst/>
              <a:cxnLst/>
              <a:rect l="l" t="t" r="r" b="b"/>
              <a:pathLst>
                <a:path w="9939" h="713" extrusionOk="0">
                  <a:moveTo>
                    <a:pt x="0" y="1"/>
                  </a:moveTo>
                  <a:lnTo>
                    <a:pt x="0" y="712"/>
                  </a:lnTo>
                  <a:lnTo>
                    <a:pt x="9939" y="712"/>
                  </a:lnTo>
                  <a:lnTo>
                    <a:pt x="9939" y="1"/>
                  </a:lnTo>
                  <a:close/>
                </a:path>
              </a:pathLst>
            </a:custGeom>
            <a:solidFill>
              <a:srgbClr val="F6921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5" name="Google Shape;605;p48"/>
            <p:cNvSpPr/>
            <p:nvPr/>
          </p:nvSpPr>
          <p:spPr>
            <a:xfrm>
              <a:off x="1676063" y="2571963"/>
              <a:ext cx="248475" cy="17300"/>
            </a:xfrm>
            <a:custGeom>
              <a:avLst/>
              <a:gdLst/>
              <a:ahLst/>
              <a:cxnLst/>
              <a:rect l="l" t="t" r="r" b="b"/>
              <a:pathLst>
                <a:path w="9939" h="692" extrusionOk="0">
                  <a:moveTo>
                    <a:pt x="0" y="1"/>
                  </a:moveTo>
                  <a:lnTo>
                    <a:pt x="0" y="691"/>
                  </a:lnTo>
                  <a:lnTo>
                    <a:pt x="9939" y="691"/>
                  </a:lnTo>
                  <a:lnTo>
                    <a:pt x="9939" y="1"/>
                  </a:lnTo>
                  <a:close/>
                </a:path>
              </a:pathLst>
            </a:custGeom>
            <a:solidFill>
              <a:srgbClr val="F6921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6" name="Google Shape;606;p48"/>
            <p:cNvSpPr/>
            <p:nvPr/>
          </p:nvSpPr>
          <p:spPr>
            <a:xfrm>
              <a:off x="1676063" y="2605963"/>
              <a:ext cx="248475" cy="17800"/>
            </a:xfrm>
            <a:custGeom>
              <a:avLst/>
              <a:gdLst/>
              <a:ahLst/>
              <a:cxnLst/>
              <a:rect l="l" t="t" r="r" b="b"/>
              <a:pathLst>
                <a:path w="9939" h="712" extrusionOk="0">
                  <a:moveTo>
                    <a:pt x="0" y="1"/>
                  </a:moveTo>
                  <a:lnTo>
                    <a:pt x="0" y="712"/>
                  </a:lnTo>
                  <a:lnTo>
                    <a:pt x="9939" y="712"/>
                  </a:lnTo>
                  <a:lnTo>
                    <a:pt x="9939" y="1"/>
                  </a:lnTo>
                  <a:close/>
                </a:path>
              </a:pathLst>
            </a:custGeom>
            <a:solidFill>
              <a:srgbClr val="F6921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7" name="Google Shape;607;p48"/>
            <p:cNvSpPr/>
            <p:nvPr/>
          </p:nvSpPr>
          <p:spPr>
            <a:xfrm>
              <a:off x="1590263" y="2151388"/>
              <a:ext cx="421650" cy="68550"/>
            </a:xfrm>
            <a:custGeom>
              <a:avLst/>
              <a:gdLst/>
              <a:ahLst/>
              <a:cxnLst/>
              <a:rect l="l" t="t" r="r" b="b"/>
              <a:pathLst>
                <a:path w="16866" h="2742" extrusionOk="0">
                  <a:moveTo>
                    <a:pt x="440" y="1"/>
                  </a:moveTo>
                  <a:cubicBezTo>
                    <a:pt x="189" y="1"/>
                    <a:pt x="1" y="210"/>
                    <a:pt x="1" y="461"/>
                  </a:cubicBezTo>
                  <a:lnTo>
                    <a:pt x="1" y="2282"/>
                  </a:lnTo>
                  <a:cubicBezTo>
                    <a:pt x="1" y="2533"/>
                    <a:pt x="189" y="2742"/>
                    <a:pt x="440" y="2742"/>
                  </a:cubicBezTo>
                  <a:lnTo>
                    <a:pt x="16426" y="2742"/>
                  </a:lnTo>
                  <a:cubicBezTo>
                    <a:pt x="16677" y="2742"/>
                    <a:pt x="16865" y="2533"/>
                    <a:pt x="16865" y="2282"/>
                  </a:cubicBezTo>
                  <a:lnTo>
                    <a:pt x="16865" y="461"/>
                  </a:lnTo>
                  <a:cubicBezTo>
                    <a:pt x="16865" y="210"/>
                    <a:pt x="16677" y="1"/>
                    <a:pt x="16426"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8" name="Google Shape;608;p48"/>
            <p:cNvSpPr/>
            <p:nvPr/>
          </p:nvSpPr>
          <p:spPr>
            <a:xfrm>
              <a:off x="1952763" y="2160813"/>
              <a:ext cx="55475" cy="47125"/>
            </a:xfrm>
            <a:custGeom>
              <a:avLst/>
              <a:gdLst/>
              <a:ahLst/>
              <a:cxnLst/>
              <a:rect l="l" t="t" r="r" b="b"/>
              <a:pathLst>
                <a:path w="2219" h="1885" extrusionOk="0">
                  <a:moveTo>
                    <a:pt x="942" y="1"/>
                  </a:moveTo>
                  <a:cubicBezTo>
                    <a:pt x="419" y="1"/>
                    <a:pt x="1" y="419"/>
                    <a:pt x="1" y="942"/>
                  </a:cubicBezTo>
                  <a:cubicBezTo>
                    <a:pt x="1" y="1510"/>
                    <a:pt x="472" y="1885"/>
                    <a:pt x="958" y="1885"/>
                  </a:cubicBezTo>
                  <a:cubicBezTo>
                    <a:pt x="1189" y="1885"/>
                    <a:pt x="1423" y="1800"/>
                    <a:pt x="1612" y="1612"/>
                  </a:cubicBezTo>
                  <a:cubicBezTo>
                    <a:pt x="2219" y="1005"/>
                    <a:pt x="1800" y="1"/>
                    <a:pt x="942"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9" name="Google Shape;609;p48"/>
            <p:cNvSpPr/>
            <p:nvPr/>
          </p:nvSpPr>
          <p:spPr>
            <a:xfrm>
              <a:off x="1899413" y="2160813"/>
              <a:ext cx="54950" cy="47125"/>
            </a:xfrm>
            <a:custGeom>
              <a:avLst/>
              <a:gdLst/>
              <a:ahLst/>
              <a:cxnLst/>
              <a:rect l="l" t="t" r="r" b="b"/>
              <a:pathLst>
                <a:path w="2198" h="1885" extrusionOk="0">
                  <a:moveTo>
                    <a:pt x="942" y="1"/>
                  </a:moveTo>
                  <a:cubicBezTo>
                    <a:pt x="419" y="1"/>
                    <a:pt x="1" y="419"/>
                    <a:pt x="1" y="942"/>
                  </a:cubicBezTo>
                  <a:cubicBezTo>
                    <a:pt x="1" y="1510"/>
                    <a:pt x="462" y="1885"/>
                    <a:pt x="949" y="1885"/>
                  </a:cubicBezTo>
                  <a:cubicBezTo>
                    <a:pt x="1180" y="1885"/>
                    <a:pt x="1416" y="1800"/>
                    <a:pt x="1612" y="1612"/>
                  </a:cubicBezTo>
                  <a:cubicBezTo>
                    <a:pt x="2198" y="1005"/>
                    <a:pt x="1779" y="1"/>
                    <a:pt x="942"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0" name="Google Shape;610;p48"/>
            <p:cNvSpPr/>
            <p:nvPr/>
          </p:nvSpPr>
          <p:spPr>
            <a:xfrm>
              <a:off x="1593938" y="2160813"/>
              <a:ext cx="55475" cy="47125"/>
            </a:xfrm>
            <a:custGeom>
              <a:avLst/>
              <a:gdLst/>
              <a:ahLst/>
              <a:cxnLst/>
              <a:rect l="l" t="t" r="r" b="b"/>
              <a:pathLst>
                <a:path w="2219" h="1885" extrusionOk="0">
                  <a:moveTo>
                    <a:pt x="1276" y="1"/>
                  </a:moveTo>
                  <a:cubicBezTo>
                    <a:pt x="419" y="1"/>
                    <a:pt x="0" y="1005"/>
                    <a:pt x="607" y="1612"/>
                  </a:cubicBezTo>
                  <a:cubicBezTo>
                    <a:pt x="796" y="1800"/>
                    <a:pt x="1030" y="1885"/>
                    <a:pt x="1260" y="1885"/>
                  </a:cubicBezTo>
                  <a:cubicBezTo>
                    <a:pt x="1747" y="1885"/>
                    <a:pt x="2218" y="1510"/>
                    <a:pt x="2218" y="942"/>
                  </a:cubicBezTo>
                  <a:cubicBezTo>
                    <a:pt x="2218" y="419"/>
                    <a:pt x="1800" y="1"/>
                    <a:pt x="1276"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1" name="Google Shape;611;p48"/>
            <p:cNvSpPr/>
            <p:nvPr/>
          </p:nvSpPr>
          <p:spPr>
            <a:xfrm>
              <a:off x="1647288" y="2160788"/>
              <a:ext cx="55475" cy="47400"/>
            </a:xfrm>
            <a:custGeom>
              <a:avLst/>
              <a:gdLst/>
              <a:ahLst/>
              <a:cxnLst/>
              <a:rect l="l" t="t" r="r" b="b"/>
              <a:pathLst>
                <a:path w="2219" h="1896" extrusionOk="0">
                  <a:moveTo>
                    <a:pt x="1313" y="1"/>
                  </a:moveTo>
                  <a:cubicBezTo>
                    <a:pt x="1301" y="1"/>
                    <a:pt x="1289" y="1"/>
                    <a:pt x="1277" y="2"/>
                  </a:cubicBezTo>
                  <a:cubicBezTo>
                    <a:pt x="440" y="2"/>
                    <a:pt x="0" y="1006"/>
                    <a:pt x="607" y="1613"/>
                  </a:cubicBezTo>
                  <a:cubicBezTo>
                    <a:pt x="803" y="1808"/>
                    <a:pt x="1039" y="1895"/>
                    <a:pt x="1271" y="1895"/>
                  </a:cubicBezTo>
                  <a:cubicBezTo>
                    <a:pt x="1757" y="1895"/>
                    <a:pt x="2218" y="1510"/>
                    <a:pt x="2218" y="943"/>
                  </a:cubicBezTo>
                  <a:cubicBezTo>
                    <a:pt x="2218" y="432"/>
                    <a:pt x="1819" y="1"/>
                    <a:pt x="1313"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2" name="Google Shape;612;p48"/>
            <p:cNvSpPr/>
            <p:nvPr/>
          </p:nvSpPr>
          <p:spPr>
            <a:xfrm>
              <a:off x="1718413" y="2160813"/>
              <a:ext cx="165325" cy="47100"/>
            </a:xfrm>
            <a:custGeom>
              <a:avLst/>
              <a:gdLst/>
              <a:ahLst/>
              <a:cxnLst/>
              <a:rect l="l" t="t" r="r" b="b"/>
              <a:pathLst>
                <a:path w="6613" h="1884" extrusionOk="0">
                  <a:moveTo>
                    <a:pt x="1" y="1"/>
                  </a:moveTo>
                  <a:lnTo>
                    <a:pt x="1" y="1884"/>
                  </a:lnTo>
                  <a:lnTo>
                    <a:pt x="6613" y="1884"/>
                  </a:lnTo>
                  <a:lnTo>
                    <a:pt x="6613" y="1"/>
                  </a:lnTo>
                  <a:close/>
                </a:path>
              </a:pathLst>
            </a:custGeom>
            <a:solidFill>
              <a:srgbClr val="7A412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matchingName="Title Only  5">
  <p:cSld name="TITLE_ONLY_1_1_1_1_1">
    <p:spTree>
      <p:nvGrpSpPr>
        <p:cNvPr id="1" name="Shape 613"/>
        <p:cNvGrpSpPr/>
        <p:nvPr/>
      </p:nvGrpSpPr>
      <p:grpSpPr>
        <a:xfrm>
          <a:off x="0" y="0"/>
          <a:ext cx="0" cy="0"/>
          <a:chOff x="0" y="0"/>
          <a:chExt cx="0" cy="0"/>
        </a:xfrm>
      </p:grpSpPr>
      <p:grpSp>
        <p:nvGrpSpPr>
          <p:cNvPr id="614" name="Google Shape;614;p49"/>
          <p:cNvGrpSpPr/>
          <p:nvPr/>
        </p:nvGrpSpPr>
        <p:grpSpPr>
          <a:xfrm>
            <a:off x="-74625" y="-50562"/>
            <a:ext cx="9142425" cy="5233800"/>
            <a:chOff x="-119900" y="-50550"/>
            <a:chExt cx="9142425" cy="5233800"/>
          </a:xfrm>
        </p:grpSpPr>
        <p:sp>
          <p:nvSpPr>
            <p:cNvPr id="615" name="Google Shape;615;p49"/>
            <p:cNvSpPr/>
            <p:nvPr/>
          </p:nvSpPr>
          <p:spPr>
            <a:xfrm>
              <a:off x="-119900" y="-50550"/>
              <a:ext cx="8714100" cy="5233800"/>
            </a:xfrm>
            <a:prstGeom prst="rect">
              <a:avLst/>
            </a:prstGeom>
            <a:solidFill>
              <a:schemeClr val="accent3"/>
            </a:solidFill>
            <a:ln>
              <a:noFill/>
            </a:ln>
            <a:effectLst>
              <a:outerShdw blurRad="28575" dist="38100" dir="2400000" algn="bl" rotWithShape="0">
                <a:srgbClr val="000000">
                  <a:alpha val="27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6" name="Google Shape;616;p49"/>
            <p:cNvSpPr/>
            <p:nvPr/>
          </p:nvSpPr>
          <p:spPr>
            <a:xfrm rot="5400000">
              <a:off x="8278075" y="3908300"/>
              <a:ext cx="1053300" cy="435600"/>
            </a:xfrm>
            <a:prstGeom prst="round2SameRect">
              <a:avLst>
                <a:gd name="adj1" fmla="val 16667"/>
                <a:gd name="adj2" fmla="val 0"/>
              </a:avLst>
            </a:prstGeom>
            <a:solidFill>
              <a:schemeClr val="accent3"/>
            </a:solidFill>
            <a:ln>
              <a:noFill/>
            </a:ln>
            <a:effectLst>
              <a:outerShdw blurRad="28575" dist="38100" dir="2400000" algn="bl" rotWithShape="0">
                <a:srgbClr val="000000">
                  <a:alpha val="27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617" name="Google Shape;617;p49"/>
          <p:cNvSpPr txBox="1">
            <a:spLocks noGrp="1"/>
          </p:cNvSpPr>
          <p:nvPr>
            <p:ph type="title"/>
          </p:nvPr>
        </p:nvSpPr>
        <p:spPr>
          <a:xfrm>
            <a:off x="481425" y="290325"/>
            <a:ext cx="5975100" cy="510900"/>
          </a:xfrm>
          <a:prstGeom prst="rect">
            <a:avLst/>
          </a:prstGeom>
        </p:spPr>
        <p:txBody>
          <a:bodyPr spcFirstLastPara="1" wrap="square" lIns="91425" tIns="91425" rIns="91425" bIns="91425" anchor="t" anchorCtr="0">
            <a:noAutofit/>
          </a:bodyPr>
          <a:lstStyle>
            <a:lvl1pPr lvl="0" algn="l" rtl="0">
              <a:spcBef>
                <a:spcPts val="0"/>
              </a:spcBef>
              <a:spcAft>
                <a:spcPts val="0"/>
              </a:spcAft>
              <a:buClr>
                <a:schemeClr val="lt1"/>
              </a:buClr>
              <a:buSzPts val="2800"/>
              <a:buNone/>
              <a:defRPr>
                <a:solidFill>
                  <a:schemeClr val="lt1"/>
                </a:solidFill>
              </a:defRPr>
            </a:lvl1pPr>
            <a:lvl2pPr lvl="1" rtl="0">
              <a:spcBef>
                <a:spcPts val="0"/>
              </a:spcBef>
              <a:spcAft>
                <a:spcPts val="0"/>
              </a:spcAft>
              <a:buClr>
                <a:schemeClr val="lt1"/>
              </a:buClr>
              <a:buSzPts val="2800"/>
              <a:buNone/>
              <a:defRPr>
                <a:solidFill>
                  <a:schemeClr val="lt1"/>
                </a:solidFill>
              </a:defRPr>
            </a:lvl2pPr>
            <a:lvl3pPr lvl="2" rtl="0">
              <a:spcBef>
                <a:spcPts val="0"/>
              </a:spcBef>
              <a:spcAft>
                <a:spcPts val="0"/>
              </a:spcAft>
              <a:buClr>
                <a:schemeClr val="lt1"/>
              </a:buClr>
              <a:buSzPts val="2800"/>
              <a:buNone/>
              <a:defRPr>
                <a:solidFill>
                  <a:schemeClr val="lt1"/>
                </a:solidFill>
              </a:defRPr>
            </a:lvl3pPr>
            <a:lvl4pPr lvl="3" rtl="0">
              <a:spcBef>
                <a:spcPts val="0"/>
              </a:spcBef>
              <a:spcAft>
                <a:spcPts val="0"/>
              </a:spcAft>
              <a:buClr>
                <a:schemeClr val="lt1"/>
              </a:buClr>
              <a:buSzPts val="2800"/>
              <a:buNone/>
              <a:defRPr>
                <a:solidFill>
                  <a:schemeClr val="lt1"/>
                </a:solidFill>
              </a:defRPr>
            </a:lvl4pPr>
            <a:lvl5pPr lvl="4" rtl="0">
              <a:spcBef>
                <a:spcPts val="0"/>
              </a:spcBef>
              <a:spcAft>
                <a:spcPts val="0"/>
              </a:spcAft>
              <a:buClr>
                <a:schemeClr val="lt1"/>
              </a:buClr>
              <a:buSzPts val="2800"/>
              <a:buNone/>
              <a:defRPr>
                <a:solidFill>
                  <a:schemeClr val="lt1"/>
                </a:solidFill>
              </a:defRPr>
            </a:lvl5pPr>
            <a:lvl6pPr lvl="5" rtl="0">
              <a:spcBef>
                <a:spcPts val="0"/>
              </a:spcBef>
              <a:spcAft>
                <a:spcPts val="0"/>
              </a:spcAft>
              <a:buClr>
                <a:schemeClr val="lt1"/>
              </a:buClr>
              <a:buSzPts val="2800"/>
              <a:buNone/>
              <a:defRPr>
                <a:solidFill>
                  <a:schemeClr val="lt1"/>
                </a:solidFill>
              </a:defRPr>
            </a:lvl6pPr>
            <a:lvl7pPr lvl="6" rtl="0">
              <a:spcBef>
                <a:spcPts val="0"/>
              </a:spcBef>
              <a:spcAft>
                <a:spcPts val="0"/>
              </a:spcAft>
              <a:buClr>
                <a:schemeClr val="lt1"/>
              </a:buClr>
              <a:buSzPts val="2800"/>
              <a:buNone/>
              <a:defRPr>
                <a:solidFill>
                  <a:schemeClr val="lt1"/>
                </a:solidFill>
              </a:defRPr>
            </a:lvl7pPr>
            <a:lvl8pPr lvl="7" rtl="0">
              <a:spcBef>
                <a:spcPts val="0"/>
              </a:spcBef>
              <a:spcAft>
                <a:spcPts val="0"/>
              </a:spcAft>
              <a:buClr>
                <a:schemeClr val="lt1"/>
              </a:buClr>
              <a:buSzPts val="2800"/>
              <a:buNone/>
              <a:defRPr>
                <a:solidFill>
                  <a:schemeClr val="lt1"/>
                </a:solidFill>
              </a:defRPr>
            </a:lvl8pPr>
            <a:lvl9pPr lvl="8" rtl="0">
              <a:spcBef>
                <a:spcPts val="0"/>
              </a:spcBef>
              <a:spcAft>
                <a:spcPts val="0"/>
              </a:spcAft>
              <a:buClr>
                <a:schemeClr val="lt1"/>
              </a:buClr>
              <a:buSzPts val="2800"/>
              <a:buNone/>
              <a:defRPr>
                <a:solidFill>
                  <a:schemeClr val="lt1"/>
                </a:solidFill>
              </a:defRPr>
            </a:lvl9pPr>
          </a:lstStyle>
          <a:p>
            <a:endParaRPr/>
          </a:p>
        </p:txBody>
      </p:sp>
      <p:grpSp>
        <p:nvGrpSpPr>
          <p:cNvPr id="618" name="Google Shape;618;p49"/>
          <p:cNvGrpSpPr/>
          <p:nvPr/>
        </p:nvGrpSpPr>
        <p:grpSpPr>
          <a:xfrm rot="-887053">
            <a:off x="183423" y="4423596"/>
            <a:ext cx="779478" cy="474179"/>
            <a:chOff x="1737788" y="3102388"/>
            <a:chExt cx="603663" cy="367225"/>
          </a:xfrm>
        </p:grpSpPr>
        <p:grpSp>
          <p:nvGrpSpPr>
            <p:cNvPr id="619" name="Google Shape;619;p49"/>
            <p:cNvGrpSpPr/>
            <p:nvPr/>
          </p:nvGrpSpPr>
          <p:grpSpPr>
            <a:xfrm>
              <a:off x="1737800" y="3102388"/>
              <a:ext cx="603650" cy="367225"/>
              <a:chOff x="1737800" y="3102388"/>
              <a:chExt cx="603650" cy="367225"/>
            </a:xfrm>
          </p:grpSpPr>
          <p:sp>
            <p:nvSpPr>
              <p:cNvPr id="620" name="Google Shape;620;p49"/>
              <p:cNvSpPr/>
              <p:nvPr/>
            </p:nvSpPr>
            <p:spPr>
              <a:xfrm>
                <a:off x="1825150" y="3208038"/>
                <a:ext cx="434700" cy="261575"/>
              </a:xfrm>
              <a:custGeom>
                <a:avLst/>
                <a:gdLst/>
                <a:ahLst/>
                <a:cxnLst/>
                <a:rect l="l" t="t" r="r" b="b"/>
                <a:pathLst>
                  <a:path w="17388" h="10463" extrusionOk="0">
                    <a:moveTo>
                      <a:pt x="0" y="1"/>
                    </a:moveTo>
                    <a:lnTo>
                      <a:pt x="0" y="6822"/>
                    </a:lnTo>
                    <a:cubicBezTo>
                      <a:pt x="0" y="6822"/>
                      <a:pt x="5441" y="7198"/>
                      <a:pt x="8705" y="10462"/>
                    </a:cubicBezTo>
                    <a:cubicBezTo>
                      <a:pt x="12157" y="6989"/>
                      <a:pt x="17388" y="6822"/>
                      <a:pt x="17388" y="6822"/>
                    </a:cubicBezTo>
                    <a:lnTo>
                      <a:pt x="17388" y="1"/>
                    </a:lnTo>
                    <a:close/>
                  </a:path>
                </a:pathLst>
              </a:custGeom>
              <a:solidFill>
                <a:srgbClr val="2A4F6B"/>
              </a:solidFill>
              <a:ln w="7620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1" name="Google Shape;621;p49"/>
              <p:cNvSpPr/>
              <p:nvPr/>
            </p:nvSpPr>
            <p:spPr>
              <a:xfrm>
                <a:off x="1835075" y="3248313"/>
                <a:ext cx="26200" cy="220775"/>
              </a:xfrm>
              <a:custGeom>
                <a:avLst/>
                <a:gdLst/>
                <a:ahLst/>
                <a:cxnLst/>
                <a:rect l="l" t="t" r="r" b="b"/>
                <a:pathLst>
                  <a:path w="1048" h="8831" extrusionOk="0">
                    <a:moveTo>
                      <a:pt x="357" y="1"/>
                    </a:moveTo>
                    <a:lnTo>
                      <a:pt x="357" y="6675"/>
                    </a:lnTo>
                    <a:cubicBezTo>
                      <a:pt x="43" y="6822"/>
                      <a:pt x="1" y="7240"/>
                      <a:pt x="273" y="7450"/>
                    </a:cubicBezTo>
                    <a:cubicBezTo>
                      <a:pt x="126" y="7910"/>
                      <a:pt x="106" y="8370"/>
                      <a:pt x="210" y="8831"/>
                    </a:cubicBezTo>
                    <a:lnTo>
                      <a:pt x="942" y="8831"/>
                    </a:lnTo>
                    <a:cubicBezTo>
                      <a:pt x="1047" y="8370"/>
                      <a:pt x="1026" y="7910"/>
                      <a:pt x="859" y="7450"/>
                    </a:cubicBezTo>
                    <a:cubicBezTo>
                      <a:pt x="984" y="7366"/>
                      <a:pt x="1047" y="7219"/>
                      <a:pt x="1047" y="7094"/>
                    </a:cubicBezTo>
                    <a:cubicBezTo>
                      <a:pt x="1047" y="6906"/>
                      <a:pt x="942" y="6738"/>
                      <a:pt x="796" y="6675"/>
                    </a:cubicBezTo>
                    <a:lnTo>
                      <a:pt x="796" y="1"/>
                    </a:lnTo>
                    <a:close/>
                  </a:path>
                </a:pathLst>
              </a:custGeom>
              <a:solidFill>
                <a:srgbClr val="C0272D"/>
              </a:solidFill>
              <a:ln w="7620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2" name="Google Shape;622;p49"/>
              <p:cNvSpPr/>
              <p:nvPr/>
            </p:nvSpPr>
            <p:spPr>
              <a:xfrm>
                <a:off x="1737800" y="3102388"/>
                <a:ext cx="603650" cy="234350"/>
              </a:xfrm>
              <a:custGeom>
                <a:avLst/>
                <a:gdLst/>
                <a:ahLst/>
                <a:cxnLst/>
                <a:rect l="l" t="t" r="r" b="b"/>
                <a:pathLst>
                  <a:path w="24146" h="9374" extrusionOk="0">
                    <a:moveTo>
                      <a:pt x="12073" y="0"/>
                    </a:moveTo>
                    <a:lnTo>
                      <a:pt x="0" y="4017"/>
                    </a:lnTo>
                    <a:lnTo>
                      <a:pt x="12073" y="9374"/>
                    </a:lnTo>
                    <a:lnTo>
                      <a:pt x="24146" y="4017"/>
                    </a:lnTo>
                    <a:lnTo>
                      <a:pt x="12073" y="0"/>
                    </a:lnTo>
                    <a:close/>
                  </a:path>
                </a:pathLst>
              </a:custGeom>
              <a:solidFill>
                <a:srgbClr val="709DBB"/>
              </a:solidFill>
              <a:ln w="7620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623" name="Google Shape;623;p49"/>
            <p:cNvSpPr/>
            <p:nvPr/>
          </p:nvSpPr>
          <p:spPr>
            <a:xfrm>
              <a:off x="1825138" y="3208038"/>
              <a:ext cx="434700" cy="261575"/>
            </a:xfrm>
            <a:custGeom>
              <a:avLst/>
              <a:gdLst/>
              <a:ahLst/>
              <a:cxnLst/>
              <a:rect l="l" t="t" r="r" b="b"/>
              <a:pathLst>
                <a:path w="17388" h="10463" extrusionOk="0">
                  <a:moveTo>
                    <a:pt x="0" y="1"/>
                  </a:moveTo>
                  <a:lnTo>
                    <a:pt x="0" y="6822"/>
                  </a:lnTo>
                  <a:cubicBezTo>
                    <a:pt x="0" y="6822"/>
                    <a:pt x="5441" y="7198"/>
                    <a:pt x="8705" y="10462"/>
                  </a:cubicBezTo>
                  <a:cubicBezTo>
                    <a:pt x="12157" y="6989"/>
                    <a:pt x="17388" y="6822"/>
                    <a:pt x="17388" y="6822"/>
                  </a:cubicBezTo>
                  <a:lnTo>
                    <a:pt x="17388" y="1"/>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4" name="Google Shape;624;p49"/>
            <p:cNvSpPr/>
            <p:nvPr/>
          </p:nvSpPr>
          <p:spPr>
            <a:xfrm>
              <a:off x="1835063" y="3248313"/>
              <a:ext cx="26200" cy="220775"/>
            </a:xfrm>
            <a:custGeom>
              <a:avLst/>
              <a:gdLst/>
              <a:ahLst/>
              <a:cxnLst/>
              <a:rect l="l" t="t" r="r" b="b"/>
              <a:pathLst>
                <a:path w="1048" h="8831" extrusionOk="0">
                  <a:moveTo>
                    <a:pt x="357" y="1"/>
                  </a:moveTo>
                  <a:lnTo>
                    <a:pt x="357" y="6675"/>
                  </a:lnTo>
                  <a:cubicBezTo>
                    <a:pt x="43" y="6822"/>
                    <a:pt x="1" y="7240"/>
                    <a:pt x="273" y="7450"/>
                  </a:cubicBezTo>
                  <a:cubicBezTo>
                    <a:pt x="126" y="7910"/>
                    <a:pt x="106" y="8370"/>
                    <a:pt x="210" y="8831"/>
                  </a:cubicBezTo>
                  <a:lnTo>
                    <a:pt x="942" y="8831"/>
                  </a:lnTo>
                  <a:cubicBezTo>
                    <a:pt x="1047" y="8370"/>
                    <a:pt x="1026" y="7910"/>
                    <a:pt x="859" y="7450"/>
                  </a:cubicBezTo>
                  <a:cubicBezTo>
                    <a:pt x="984" y="7366"/>
                    <a:pt x="1047" y="7219"/>
                    <a:pt x="1047" y="7094"/>
                  </a:cubicBezTo>
                  <a:cubicBezTo>
                    <a:pt x="1047" y="6906"/>
                    <a:pt x="942" y="6738"/>
                    <a:pt x="796" y="6675"/>
                  </a:cubicBezTo>
                  <a:lnTo>
                    <a:pt x="796"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5" name="Google Shape;625;p49"/>
            <p:cNvSpPr/>
            <p:nvPr/>
          </p:nvSpPr>
          <p:spPr>
            <a:xfrm>
              <a:off x="1737788" y="3102388"/>
              <a:ext cx="603650" cy="234350"/>
            </a:xfrm>
            <a:custGeom>
              <a:avLst/>
              <a:gdLst/>
              <a:ahLst/>
              <a:cxnLst/>
              <a:rect l="l" t="t" r="r" b="b"/>
              <a:pathLst>
                <a:path w="24146" h="9374" extrusionOk="0">
                  <a:moveTo>
                    <a:pt x="12073" y="0"/>
                  </a:moveTo>
                  <a:lnTo>
                    <a:pt x="0" y="4017"/>
                  </a:lnTo>
                  <a:lnTo>
                    <a:pt x="12073" y="9374"/>
                  </a:lnTo>
                  <a:lnTo>
                    <a:pt x="24146" y="4017"/>
                  </a:lnTo>
                  <a:lnTo>
                    <a:pt x="12073" y="0"/>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626" name="Google Shape;626;p49"/>
          <p:cNvGrpSpPr/>
          <p:nvPr/>
        </p:nvGrpSpPr>
        <p:grpSpPr>
          <a:xfrm rot="634530">
            <a:off x="-202704" y="1544293"/>
            <a:ext cx="874831" cy="745197"/>
            <a:chOff x="4626188" y="1862663"/>
            <a:chExt cx="677463" cy="577075"/>
          </a:xfrm>
        </p:grpSpPr>
        <p:sp>
          <p:nvSpPr>
            <p:cNvPr id="627" name="Google Shape;627;p49"/>
            <p:cNvSpPr/>
            <p:nvPr/>
          </p:nvSpPr>
          <p:spPr>
            <a:xfrm>
              <a:off x="4857575" y="1903988"/>
              <a:ext cx="446075" cy="467200"/>
            </a:xfrm>
            <a:custGeom>
              <a:avLst/>
              <a:gdLst/>
              <a:ahLst/>
              <a:cxnLst/>
              <a:rect l="l" t="t" r="r" b="b"/>
              <a:pathLst>
                <a:path w="17843" h="18688" extrusionOk="0">
                  <a:moveTo>
                    <a:pt x="6777" y="0"/>
                  </a:moveTo>
                  <a:lnTo>
                    <a:pt x="6777" y="6340"/>
                  </a:lnTo>
                  <a:cubicBezTo>
                    <a:pt x="6777" y="8662"/>
                    <a:pt x="2508" y="12994"/>
                    <a:pt x="1169" y="15923"/>
                  </a:cubicBezTo>
                  <a:cubicBezTo>
                    <a:pt x="0" y="18539"/>
                    <a:pt x="2024" y="18687"/>
                    <a:pt x="2497" y="18687"/>
                  </a:cubicBezTo>
                  <a:cubicBezTo>
                    <a:pt x="2557" y="18687"/>
                    <a:pt x="2592" y="18685"/>
                    <a:pt x="2592" y="18685"/>
                  </a:cubicBezTo>
                  <a:lnTo>
                    <a:pt x="15251" y="18685"/>
                  </a:lnTo>
                  <a:cubicBezTo>
                    <a:pt x="15251" y="18685"/>
                    <a:pt x="15286" y="18687"/>
                    <a:pt x="15346" y="18687"/>
                  </a:cubicBezTo>
                  <a:cubicBezTo>
                    <a:pt x="15819" y="18687"/>
                    <a:pt x="17843" y="18539"/>
                    <a:pt x="16674" y="15923"/>
                  </a:cubicBezTo>
                  <a:cubicBezTo>
                    <a:pt x="15335" y="12994"/>
                    <a:pt x="11066" y="8662"/>
                    <a:pt x="11066" y="6340"/>
                  </a:cubicBezTo>
                  <a:lnTo>
                    <a:pt x="11066" y="0"/>
                  </a:lnTo>
                  <a:close/>
                </a:path>
              </a:pathLst>
            </a:custGeom>
            <a:solidFill>
              <a:srgbClr val="00E1DD"/>
            </a:solidFill>
            <a:ln w="7620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8" name="Google Shape;628;p49"/>
            <p:cNvSpPr/>
            <p:nvPr/>
          </p:nvSpPr>
          <p:spPr>
            <a:xfrm>
              <a:off x="4876575" y="2228813"/>
              <a:ext cx="408075" cy="132950"/>
            </a:xfrm>
            <a:custGeom>
              <a:avLst/>
              <a:gdLst/>
              <a:ahLst/>
              <a:cxnLst/>
              <a:rect l="l" t="t" r="r" b="b"/>
              <a:pathLst>
                <a:path w="16323" h="5318" extrusionOk="0">
                  <a:moveTo>
                    <a:pt x="2795" y="1"/>
                  </a:moveTo>
                  <a:cubicBezTo>
                    <a:pt x="2146" y="879"/>
                    <a:pt x="1560" y="1821"/>
                    <a:pt x="1079" y="2804"/>
                  </a:cubicBezTo>
                  <a:cubicBezTo>
                    <a:pt x="0" y="5185"/>
                    <a:pt x="1864" y="5317"/>
                    <a:pt x="2292" y="5317"/>
                  </a:cubicBezTo>
                  <a:cubicBezTo>
                    <a:pt x="2345" y="5317"/>
                    <a:pt x="2376" y="5315"/>
                    <a:pt x="2376" y="5315"/>
                  </a:cubicBezTo>
                  <a:lnTo>
                    <a:pt x="13947" y="5315"/>
                  </a:lnTo>
                  <a:cubicBezTo>
                    <a:pt x="13947" y="5315"/>
                    <a:pt x="13978" y="5317"/>
                    <a:pt x="14031" y="5317"/>
                  </a:cubicBezTo>
                  <a:cubicBezTo>
                    <a:pt x="14459" y="5317"/>
                    <a:pt x="16323" y="5185"/>
                    <a:pt x="15244" y="2804"/>
                  </a:cubicBezTo>
                  <a:cubicBezTo>
                    <a:pt x="14763" y="1821"/>
                    <a:pt x="14177" y="879"/>
                    <a:pt x="13507" y="1"/>
                  </a:cubicBezTo>
                  <a:close/>
                </a:path>
              </a:pathLst>
            </a:custGeom>
            <a:solidFill>
              <a:srgbClr val="68AAED"/>
            </a:solidFill>
            <a:ln w="7620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9" name="Google Shape;629;p49"/>
            <p:cNvSpPr/>
            <p:nvPr/>
          </p:nvSpPr>
          <p:spPr>
            <a:xfrm>
              <a:off x="5010250" y="1862663"/>
              <a:ext cx="140725" cy="41350"/>
            </a:xfrm>
            <a:custGeom>
              <a:avLst/>
              <a:gdLst/>
              <a:ahLst/>
              <a:cxnLst/>
              <a:rect l="l" t="t" r="r" b="b"/>
              <a:pathLst>
                <a:path w="5629" h="1654" extrusionOk="0">
                  <a:moveTo>
                    <a:pt x="356" y="0"/>
                  </a:moveTo>
                  <a:cubicBezTo>
                    <a:pt x="168" y="0"/>
                    <a:pt x="0" y="168"/>
                    <a:pt x="0" y="377"/>
                  </a:cubicBezTo>
                  <a:lnTo>
                    <a:pt x="0" y="1276"/>
                  </a:lnTo>
                  <a:cubicBezTo>
                    <a:pt x="0" y="1486"/>
                    <a:pt x="168" y="1653"/>
                    <a:pt x="356" y="1653"/>
                  </a:cubicBezTo>
                  <a:lnTo>
                    <a:pt x="5252" y="1653"/>
                  </a:lnTo>
                  <a:cubicBezTo>
                    <a:pt x="5461" y="1653"/>
                    <a:pt x="5629" y="1486"/>
                    <a:pt x="5629" y="1276"/>
                  </a:cubicBezTo>
                  <a:lnTo>
                    <a:pt x="5629" y="377"/>
                  </a:lnTo>
                  <a:cubicBezTo>
                    <a:pt x="5629" y="168"/>
                    <a:pt x="5461" y="0"/>
                    <a:pt x="5252" y="0"/>
                  </a:cubicBezTo>
                  <a:close/>
                </a:path>
              </a:pathLst>
            </a:custGeom>
            <a:solidFill>
              <a:srgbClr val="00E1DD"/>
            </a:solidFill>
            <a:ln w="7620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0" name="Google Shape;630;p49"/>
            <p:cNvSpPr/>
            <p:nvPr/>
          </p:nvSpPr>
          <p:spPr>
            <a:xfrm>
              <a:off x="5010250" y="1888288"/>
              <a:ext cx="140725" cy="15725"/>
            </a:xfrm>
            <a:custGeom>
              <a:avLst/>
              <a:gdLst/>
              <a:ahLst/>
              <a:cxnLst/>
              <a:rect l="l" t="t" r="r" b="b"/>
              <a:pathLst>
                <a:path w="5629" h="629" extrusionOk="0">
                  <a:moveTo>
                    <a:pt x="0" y="0"/>
                  </a:moveTo>
                  <a:lnTo>
                    <a:pt x="0" y="251"/>
                  </a:lnTo>
                  <a:cubicBezTo>
                    <a:pt x="0" y="461"/>
                    <a:pt x="168" y="628"/>
                    <a:pt x="356" y="628"/>
                  </a:cubicBezTo>
                  <a:lnTo>
                    <a:pt x="5252" y="628"/>
                  </a:lnTo>
                  <a:cubicBezTo>
                    <a:pt x="5461" y="628"/>
                    <a:pt x="5629" y="461"/>
                    <a:pt x="5629" y="251"/>
                  </a:cubicBezTo>
                  <a:lnTo>
                    <a:pt x="5629" y="0"/>
                  </a:lnTo>
                  <a:close/>
                </a:path>
              </a:pathLst>
            </a:custGeom>
            <a:solidFill>
              <a:srgbClr val="00E1DD"/>
            </a:solidFill>
            <a:ln w="7620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1" name="Google Shape;631;p49"/>
            <p:cNvSpPr/>
            <p:nvPr/>
          </p:nvSpPr>
          <p:spPr>
            <a:xfrm>
              <a:off x="4946425" y="2212613"/>
              <a:ext cx="267850" cy="32450"/>
            </a:xfrm>
            <a:custGeom>
              <a:avLst/>
              <a:gdLst/>
              <a:ahLst/>
              <a:cxnLst/>
              <a:rect l="l" t="t" r="r" b="b"/>
              <a:pathLst>
                <a:path w="10714" h="1298" extrusionOk="0">
                  <a:moveTo>
                    <a:pt x="5357" y="0"/>
                  </a:moveTo>
                  <a:cubicBezTo>
                    <a:pt x="2407" y="0"/>
                    <a:pt x="1" y="293"/>
                    <a:pt x="1" y="649"/>
                  </a:cubicBezTo>
                  <a:cubicBezTo>
                    <a:pt x="1" y="1004"/>
                    <a:pt x="2407" y="1297"/>
                    <a:pt x="5357" y="1297"/>
                  </a:cubicBezTo>
                  <a:cubicBezTo>
                    <a:pt x="8307" y="1297"/>
                    <a:pt x="10713" y="1004"/>
                    <a:pt x="10713" y="649"/>
                  </a:cubicBezTo>
                  <a:cubicBezTo>
                    <a:pt x="10713" y="293"/>
                    <a:pt x="8307" y="0"/>
                    <a:pt x="5357" y="0"/>
                  </a:cubicBezTo>
                  <a:close/>
                </a:path>
              </a:pathLst>
            </a:custGeom>
            <a:solidFill>
              <a:srgbClr val="218EFB"/>
            </a:solidFill>
            <a:ln w="7620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2" name="Google Shape;632;p49"/>
            <p:cNvSpPr/>
            <p:nvPr/>
          </p:nvSpPr>
          <p:spPr>
            <a:xfrm>
              <a:off x="5039525" y="1956813"/>
              <a:ext cx="14675" cy="109350"/>
            </a:xfrm>
            <a:custGeom>
              <a:avLst/>
              <a:gdLst/>
              <a:ahLst/>
              <a:cxnLst/>
              <a:rect l="l" t="t" r="r" b="b"/>
              <a:pathLst>
                <a:path w="587" h="4374" extrusionOk="0">
                  <a:moveTo>
                    <a:pt x="294" y="0"/>
                  </a:moveTo>
                  <a:cubicBezTo>
                    <a:pt x="127" y="0"/>
                    <a:pt x="1" y="147"/>
                    <a:pt x="1" y="293"/>
                  </a:cubicBezTo>
                  <a:lnTo>
                    <a:pt x="1" y="4080"/>
                  </a:lnTo>
                  <a:cubicBezTo>
                    <a:pt x="1" y="4248"/>
                    <a:pt x="127" y="4373"/>
                    <a:pt x="294" y="4373"/>
                  </a:cubicBezTo>
                  <a:cubicBezTo>
                    <a:pt x="440" y="4373"/>
                    <a:pt x="587" y="4248"/>
                    <a:pt x="587" y="4080"/>
                  </a:cubicBezTo>
                  <a:lnTo>
                    <a:pt x="587" y="293"/>
                  </a:lnTo>
                  <a:cubicBezTo>
                    <a:pt x="587" y="147"/>
                    <a:pt x="440" y="0"/>
                    <a:pt x="294" y="0"/>
                  </a:cubicBezTo>
                  <a:close/>
                </a:path>
              </a:pathLst>
            </a:custGeom>
            <a:solidFill>
              <a:srgbClr val="F1F1F1"/>
            </a:solidFill>
            <a:ln w="7620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3" name="Google Shape;633;p49"/>
            <p:cNvSpPr/>
            <p:nvPr/>
          </p:nvSpPr>
          <p:spPr>
            <a:xfrm>
              <a:off x="5039525" y="1913388"/>
              <a:ext cx="14675" cy="20425"/>
            </a:xfrm>
            <a:custGeom>
              <a:avLst/>
              <a:gdLst/>
              <a:ahLst/>
              <a:cxnLst/>
              <a:rect l="l" t="t" r="r" b="b"/>
              <a:pathLst>
                <a:path w="587" h="817" extrusionOk="0">
                  <a:moveTo>
                    <a:pt x="294" y="1"/>
                  </a:moveTo>
                  <a:cubicBezTo>
                    <a:pt x="127" y="1"/>
                    <a:pt x="1" y="147"/>
                    <a:pt x="1" y="294"/>
                  </a:cubicBezTo>
                  <a:lnTo>
                    <a:pt x="1" y="524"/>
                  </a:lnTo>
                  <a:cubicBezTo>
                    <a:pt x="1" y="691"/>
                    <a:pt x="127" y="817"/>
                    <a:pt x="294" y="817"/>
                  </a:cubicBezTo>
                  <a:cubicBezTo>
                    <a:pt x="440" y="817"/>
                    <a:pt x="587" y="691"/>
                    <a:pt x="587" y="524"/>
                  </a:cubicBezTo>
                  <a:lnTo>
                    <a:pt x="587" y="294"/>
                  </a:lnTo>
                  <a:cubicBezTo>
                    <a:pt x="566" y="147"/>
                    <a:pt x="440" y="1"/>
                    <a:pt x="294" y="1"/>
                  </a:cubicBezTo>
                  <a:close/>
                </a:path>
              </a:pathLst>
            </a:custGeom>
            <a:solidFill>
              <a:srgbClr val="F1F1F1"/>
            </a:solidFill>
            <a:ln w="7620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4" name="Google Shape;634;p49"/>
            <p:cNvSpPr/>
            <p:nvPr/>
          </p:nvSpPr>
          <p:spPr>
            <a:xfrm>
              <a:off x="4626200" y="1972513"/>
              <a:ext cx="445825" cy="467225"/>
            </a:xfrm>
            <a:custGeom>
              <a:avLst/>
              <a:gdLst/>
              <a:ahLst/>
              <a:cxnLst/>
              <a:rect l="l" t="t" r="r" b="b"/>
              <a:pathLst>
                <a:path w="17833" h="18689" extrusionOk="0">
                  <a:moveTo>
                    <a:pt x="6763" y="0"/>
                  </a:moveTo>
                  <a:lnTo>
                    <a:pt x="6763" y="6361"/>
                  </a:lnTo>
                  <a:cubicBezTo>
                    <a:pt x="6763" y="8662"/>
                    <a:pt x="2494" y="12994"/>
                    <a:pt x="1155" y="15944"/>
                  </a:cubicBezTo>
                  <a:cubicBezTo>
                    <a:pt x="1" y="18528"/>
                    <a:pt x="1960" y="18688"/>
                    <a:pt x="2464" y="18688"/>
                  </a:cubicBezTo>
                  <a:cubicBezTo>
                    <a:pt x="2536" y="18688"/>
                    <a:pt x="2578" y="18685"/>
                    <a:pt x="2578" y="18685"/>
                  </a:cubicBezTo>
                  <a:lnTo>
                    <a:pt x="15258" y="18685"/>
                  </a:lnTo>
                  <a:cubicBezTo>
                    <a:pt x="15258" y="18685"/>
                    <a:pt x="15300" y="18688"/>
                    <a:pt x="15371" y="18688"/>
                  </a:cubicBezTo>
                  <a:cubicBezTo>
                    <a:pt x="15876" y="18688"/>
                    <a:pt x="17832" y="18528"/>
                    <a:pt x="16660" y="15944"/>
                  </a:cubicBezTo>
                  <a:cubicBezTo>
                    <a:pt x="15341" y="12994"/>
                    <a:pt x="11073" y="8662"/>
                    <a:pt x="11073" y="6361"/>
                  </a:cubicBezTo>
                  <a:lnTo>
                    <a:pt x="11073" y="0"/>
                  </a:lnTo>
                  <a:close/>
                </a:path>
              </a:pathLst>
            </a:custGeom>
            <a:solidFill>
              <a:srgbClr val="00E1DD"/>
            </a:solidFill>
            <a:ln w="7620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5" name="Google Shape;635;p49"/>
            <p:cNvSpPr/>
            <p:nvPr/>
          </p:nvSpPr>
          <p:spPr>
            <a:xfrm>
              <a:off x="4644825" y="2297863"/>
              <a:ext cx="408650" cy="132950"/>
            </a:xfrm>
            <a:custGeom>
              <a:avLst/>
              <a:gdLst/>
              <a:ahLst/>
              <a:cxnLst/>
              <a:rect l="l" t="t" r="r" b="b"/>
              <a:pathLst>
                <a:path w="16346" h="5318" extrusionOk="0">
                  <a:moveTo>
                    <a:pt x="2816" y="1"/>
                  </a:moveTo>
                  <a:cubicBezTo>
                    <a:pt x="2147" y="879"/>
                    <a:pt x="1582" y="1800"/>
                    <a:pt x="1080" y="2783"/>
                  </a:cubicBezTo>
                  <a:cubicBezTo>
                    <a:pt x="0" y="5185"/>
                    <a:pt x="1885" y="5317"/>
                    <a:pt x="2314" y="5317"/>
                  </a:cubicBezTo>
                  <a:cubicBezTo>
                    <a:pt x="2367" y="5317"/>
                    <a:pt x="2398" y="5315"/>
                    <a:pt x="2398" y="5315"/>
                  </a:cubicBezTo>
                  <a:lnTo>
                    <a:pt x="13948" y="5315"/>
                  </a:lnTo>
                  <a:cubicBezTo>
                    <a:pt x="13948" y="5315"/>
                    <a:pt x="13979" y="5317"/>
                    <a:pt x="14032" y="5317"/>
                  </a:cubicBezTo>
                  <a:cubicBezTo>
                    <a:pt x="14461" y="5317"/>
                    <a:pt x="16346" y="5185"/>
                    <a:pt x="15266" y="2783"/>
                  </a:cubicBezTo>
                  <a:cubicBezTo>
                    <a:pt x="14764" y="1800"/>
                    <a:pt x="14178" y="858"/>
                    <a:pt x="13529" y="1"/>
                  </a:cubicBezTo>
                  <a:close/>
                </a:path>
              </a:pathLst>
            </a:custGeom>
            <a:solidFill>
              <a:srgbClr val="ED6868"/>
            </a:solidFill>
            <a:ln w="7620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6" name="Google Shape;636;p49"/>
            <p:cNvSpPr/>
            <p:nvPr/>
          </p:nvSpPr>
          <p:spPr>
            <a:xfrm>
              <a:off x="4778525" y="1931188"/>
              <a:ext cx="140725" cy="41350"/>
            </a:xfrm>
            <a:custGeom>
              <a:avLst/>
              <a:gdLst/>
              <a:ahLst/>
              <a:cxnLst/>
              <a:rect l="l" t="t" r="r" b="b"/>
              <a:pathLst>
                <a:path w="5629" h="1654" extrusionOk="0">
                  <a:moveTo>
                    <a:pt x="377" y="0"/>
                  </a:moveTo>
                  <a:cubicBezTo>
                    <a:pt x="167" y="0"/>
                    <a:pt x="0" y="168"/>
                    <a:pt x="0" y="377"/>
                  </a:cubicBezTo>
                  <a:lnTo>
                    <a:pt x="0" y="1276"/>
                  </a:lnTo>
                  <a:cubicBezTo>
                    <a:pt x="0" y="1486"/>
                    <a:pt x="167" y="1653"/>
                    <a:pt x="377" y="1653"/>
                  </a:cubicBezTo>
                  <a:lnTo>
                    <a:pt x="5252" y="1653"/>
                  </a:lnTo>
                  <a:cubicBezTo>
                    <a:pt x="5461" y="1653"/>
                    <a:pt x="5629" y="1486"/>
                    <a:pt x="5629" y="1276"/>
                  </a:cubicBezTo>
                  <a:lnTo>
                    <a:pt x="5629" y="377"/>
                  </a:lnTo>
                  <a:cubicBezTo>
                    <a:pt x="5629" y="168"/>
                    <a:pt x="5461" y="0"/>
                    <a:pt x="5252" y="0"/>
                  </a:cubicBezTo>
                  <a:close/>
                </a:path>
              </a:pathLst>
            </a:custGeom>
            <a:solidFill>
              <a:srgbClr val="00E1DD"/>
            </a:solidFill>
            <a:ln w="7620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7" name="Google Shape;637;p49"/>
            <p:cNvSpPr/>
            <p:nvPr/>
          </p:nvSpPr>
          <p:spPr>
            <a:xfrm>
              <a:off x="4778525" y="1956813"/>
              <a:ext cx="140725" cy="15725"/>
            </a:xfrm>
            <a:custGeom>
              <a:avLst/>
              <a:gdLst/>
              <a:ahLst/>
              <a:cxnLst/>
              <a:rect l="l" t="t" r="r" b="b"/>
              <a:pathLst>
                <a:path w="5629" h="629" extrusionOk="0">
                  <a:moveTo>
                    <a:pt x="0" y="0"/>
                  </a:moveTo>
                  <a:lnTo>
                    <a:pt x="0" y="251"/>
                  </a:lnTo>
                  <a:cubicBezTo>
                    <a:pt x="0" y="461"/>
                    <a:pt x="167" y="628"/>
                    <a:pt x="377" y="628"/>
                  </a:cubicBezTo>
                  <a:lnTo>
                    <a:pt x="5252" y="628"/>
                  </a:lnTo>
                  <a:cubicBezTo>
                    <a:pt x="5461" y="628"/>
                    <a:pt x="5629" y="461"/>
                    <a:pt x="5629" y="251"/>
                  </a:cubicBezTo>
                  <a:lnTo>
                    <a:pt x="5629" y="0"/>
                  </a:lnTo>
                  <a:close/>
                </a:path>
              </a:pathLst>
            </a:custGeom>
            <a:solidFill>
              <a:srgbClr val="00E1DD"/>
            </a:solidFill>
            <a:ln w="7620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8" name="Google Shape;638;p49"/>
            <p:cNvSpPr/>
            <p:nvPr/>
          </p:nvSpPr>
          <p:spPr>
            <a:xfrm>
              <a:off x="4715225" y="2281638"/>
              <a:ext cx="267325" cy="31950"/>
            </a:xfrm>
            <a:custGeom>
              <a:avLst/>
              <a:gdLst/>
              <a:ahLst/>
              <a:cxnLst/>
              <a:rect l="l" t="t" r="r" b="b"/>
              <a:pathLst>
                <a:path w="10693" h="1278" extrusionOk="0">
                  <a:moveTo>
                    <a:pt x="5357" y="1"/>
                  </a:moveTo>
                  <a:cubicBezTo>
                    <a:pt x="2386" y="1"/>
                    <a:pt x="0" y="273"/>
                    <a:pt x="0" y="650"/>
                  </a:cubicBezTo>
                  <a:cubicBezTo>
                    <a:pt x="0" y="1005"/>
                    <a:pt x="2386" y="1277"/>
                    <a:pt x="5357" y="1277"/>
                  </a:cubicBezTo>
                  <a:cubicBezTo>
                    <a:pt x="8307" y="1277"/>
                    <a:pt x="10692" y="1005"/>
                    <a:pt x="10692" y="650"/>
                  </a:cubicBezTo>
                  <a:cubicBezTo>
                    <a:pt x="10692" y="273"/>
                    <a:pt x="8307" y="1"/>
                    <a:pt x="5357" y="1"/>
                  </a:cubicBezTo>
                  <a:close/>
                </a:path>
              </a:pathLst>
            </a:custGeom>
            <a:solidFill>
              <a:srgbClr val="FB2121"/>
            </a:solidFill>
            <a:ln w="7620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9" name="Google Shape;639;p49"/>
            <p:cNvSpPr/>
            <p:nvPr/>
          </p:nvSpPr>
          <p:spPr>
            <a:xfrm>
              <a:off x="4807800" y="2025863"/>
              <a:ext cx="14675" cy="108825"/>
            </a:xfrm>
            <a:custGeom>
              <a:avLst/>
              <a:gdLst/>
              <a:ahLst/>
              <a:cxnLst/>
              <a:rect l="l" t="t" r="r" b="b"/>
              <a:pathLst>
                <a:path w="587" h="4353" extrusionOk="0">
                  <a:moveTo>
                    <a:pt x="294" y="0"/>
                  </a:moveTo>
                  <a:cubicBezTo>
                    <a:pt x="147" y="0"/>
                    <a:pt x="1" y="126"/>
                    <a:pt x="1" y="293"/>
                  </a:cubicBezTo>
                  <a:lnTo>
                    <a:pt x="1" y="4059"/>
                  </a:lnTo>
                  <a:cubicBezTo>
                    <a:pt x="1" y="4227"/>
                    <a:pt x="147" y="4352"/>
                    <a:pt x="294" y="4352"/>
                  </a:cubicBezTo>
                  <a:cubicBezTo>
                    <a:pt x="461" y="4352"/>
                    <a:pt x="587" y="4227"/>
                    <a:pt x="587" y="4059"/>
                  </a:cubicBezTo>
                  <a:lnTo>
                    <a:pt x="587" y="293"/>
                  </a:lnTo>
                  <a:cubicBezTo>
                    <a:pt x="587" y="126"/>
                    <a:pt x="461" y="0"/>
                    <a:pt x="294" y="0"/>
                  </a:cubicBezTo>
                  <a:close/>
                </a:path>
              </a:pathLst>
            </a:custGeom>
            <a:solidFill>
              <a:srgbClr val="F1F1F1"/>
            </a:solidFill>
            <a:ln w="7620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0" name="Google Shape;640;p49"/>
            <p:cNvSpPr/>
            <p:nvPr/>
          </p:nvSpPr>
          <p:spPr>
            <a:xfrm>
              <a:off x="4807800" y="1982438"/>
              <a:ext cx="14675" cy="20425"/>
            </a:xfrm>
            <a:custGeom>
              <a:avLst/>
              <a:gdLst/>
              <a:ahLst/>
              <a:cxnLst/>
              <a:rect l="l" t="t" r="r" b="b"/>
              <a:pathLst>
                <a:path w="587" h="817" extrusionOk="0">
                  <a:moveTo>
                    <a:pt x="294" y="1"/>
                  </a:moveTo>
                  <a:cubicBezTo>
                    <a:pt x="147" y="1"/>
                    <a:pt x="1" y="126"/>
                    <a:pt x="1" y="294"/>
                  </a:cubicBezTo>
                  <a:lnTo>
                    <a:pt x="1" y="524"/>
                  </a:lnTo>
                  <a:cubicBezTo>
                    <a:pt x="1" y="670"/>
                    <a:pt x="147" y="817"/>
                    <a:pt x="294" y="817"/>
                  </a:cubicBezTo>
                  <a:cubicBezTo>
                    <a:pt x="461" y="817"/>
                    <a:pt x="587" y="670"/>
                    <a:pt x="587" y="524"/>
                  </a:cubicBezTo>
                  <a:lnTo>
                    <a:pt x="587" y="294"/>
                  </a:lnTo>
                  <a:cubicBezTo>
                    <a:pt x="587" y="126"/>
                    <a:pt x="461" y="1"/>
                    <a:pt x="294" y="1"/>
                  </a:cubicBezTo>
                  <a:close/>
                </a:path>
              </a:pathLst>
            </a:custGeom>
            <a:solidFill>
              <a:srgbClr val="F1F1F1"/>
            </a:solidFill>
            <a:ln w="7620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1" name="Google Shape;641;p49"/>
            <p:cNvSpPr/>
            <p:nvPr/>
          </p:nvSpPr>
          <p:spPr>
            <a:xfrm>
              <a:off x="4857563" y="1903988"/>
              <a:ext cx="446075" cy="467200"/>
            </a:xfrm>
            <a:custGeom>
              <a:avLst/>
              <a:gdLst/>
              <a:ahLst/>
              <a:cxnLst/>
              <a:rect l="l" t="t" r="r" b="b"/>
              <a:pathLst>
                <a:path w="17843" h="18688" extrusionOk="0">
                  <a:moveTo>
                    <a:pt x="6777" y="0"/>
                  </a:moveTo>
                  <a:lnTo>
                    <a:pt x="6777" y="6340"/>
                  </a:lnTo>
                  <a:cubicBezTo>
                    <a:pt x="6777" y="8662"/>
                    <a:pt x="2508" y="12994"/>
                    <a:pt x="1169" y="15923"/>
                  </a:cubicBezTo>
                  <a:cubicBezTo>
                    <a:pt x="0" y="18539"/>
                    <a:pt x="2024" y="18687"/>
                    <a:pt x="2497" y="18687"/>
                  </a:cubicBezTo>
                  <a:cubicBezTo>
                    <a:pt x="2557" y="18687"/>
                    <a:pt x="2592" y="18685"/>
                    <a:pt x="2592" y="18685"/>
                  </a:cubicBezTo>
                  <a:lnTo>
                    <a:pt x="15251" y="18685"/>
                  </a:lnTo>
                  <a:cubicBezTo>
                    <a:pt x="15251" y="18685"/>
                    <a:pt x="15286" y="18687"/>
                    <a:pt x="15346" y="18687"/>
                  </a:cubicBezTo>
                  <a:cubicBezTo>
                    <a:pt x="15819" y="18687"/>
                    <a:pt x="17843" y="18539"/>
                    <a:pt x="16674" y="15923"/>
                  </a:cubicBezTo>
                  <a:cubicBezTo>
                    <a:pt x="15335" y="12994"/>
                    <a:pt x="11066" y="8662"/>
                    <a:pt x="11066" y="6340"/>
                  </a:cubicBezTo>
                  <a:lnTo>
                    <a:pt x="11066"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2" name="Google Shape;642;p49"/>
            <p:cNvSpPr/>
            <p:nvPr/>
          </p:nvSpPr>
          <p:spPr>
            <a:xfrm>
              <a:off x="4876563" y="2228813"/>
              <a:ext cx="408075" cy="132950"/>
            </a:xfrm>
            <a:custGeom>
              <a:avLst/>
              <a:gdLst/>
              <a:ahLst/>
              <a:cxnLst/>
              <a:rect l="l" t="t" r="r" b="b"/>
              <a:pathLst>
                <a:path w="16323" h="5318" extrusionOk="0">
                  <a:moveTo>
                    <a:pt x="2795" y="1"/>
                  </a:moveTo>
                  <a:cubicBezTo>
                    <a:pt x="2146" y="879"/>
                    <a:pt x="1560" y="1821"/>
                    <a:pt x="1079" y="2804"/>
                  </a:cubicBezTo>
                  <a:cubicBezTo>
                    <a:pt x="0" y="5185"/>
                    <a:pt x="1864" y="5317"/>
                    <a:pt x="2292" y="5317"/>
                  </a:cubicBezTo>
                  <a:cubicBezTo>
                    <a:pt x="2345" y="5317"/>
                    <a:pt x="2376" y="5315"/>
                    <a:pt x="2376" y="5315"/>
                  </a:cubicBezTo>
                  <a:lnTo>
                    <a:pt x="13947" y="5315"/>
                  </a:lnTo>
                  <a:cubicBezTo>
                    <a:pt x="13947" y="5315"/>
                    <a:pt x="13978" y="5317"/>
                    <a:pt x="14031" y="5317"/>
                  </a:cubicBezTo>
                  <a:cubicBezTo>
                    <a:pt x="14459" y="5317"/>
                    <a:pt x="16323" y="5185"/>
                    <a:pt x="15244" y="2804"/>
                  </a:cubicBezTo>
                  <a:cubicBezTo>
                    <a:pt x="14763" y="1821"/>
                    <a:pt x="14177" y="879"/>
                    <a:pt x="13507"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3" name="Google Shape;643;p49"/>
            <p:cNvSpPr/>
            <p:nvPr/>
          </p:nvSpPr>
          <p:spPr>
            <a:xfrm>
              <a:off x="5010238" y="1862663"/>
              <a:ext cx="140725" cy="41350"/>
            </a:xfrm>
            <a:custGeom>
              <a:avLst/>
              <a:gdLst/>
              <a:ahLst/>
              <a:cxnLst/>
              <a:rect l="l" t="t" r="r" b="b"/>
              <a:pathLst>
                <a:path w="5629" h="1654" extrusionOk="0">
                  <a:moveTo>
                    <a:pt x="356" y="0"/>
                  </a:moveTo>
                  <a:cubicBezTo>
                    <a:pt x="168" y="0"/>
                    <a:pt x="0" y="168"/>
                    <a:pt x="0" y="377"/>
                  </a:cubicBezTo>
                  <a:lnTo>
                    <a:pt x="0" y="1276"/>
                  </a:lnTo>
                  <a:cubicBezTo>
                    <a:pt x="0" y="1486"/>
                    <a:pt x="168" y="1653"/>
                    <a:pt x="356" y="1653"/>
                  </a:cubicBezTo>
                  <a:lnTo>
                    <a:pt x="5252" y="1653"/>
                  </a:lnTo>
                  <a:cubicBezTo>
                    <a:pt x="5461" y="1653"/>
                    <a:pt x="5629" y="1486"/>
                    <a:pt x="5629" y="1276"/>
                  </a:cubicBezTo>
                  <a:lnTo>
                    <a:pt x="5629" y="377"/>
                  </a:lnTo>
                  <a:cubicBezTo>
                    <a:pt x="5629" y="168"/>
                    <a:pt x="5461" y="0"/>
                    <a:pt x="5252"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4" name="Google Shape;644;p49"/>
            <p:cNvSpPr/>
            <p:nvPr/>
          </p:nvSpPr>
          <p:spPr>
            <a:xfrm>
              <a:off x="5010238" y="1888288"/>
              <a:ext cx="140725" cy="15725"/>
            </a:xfrm>
            <a:custGeom>
              <a:avLst/>
              <a:gdLst/>
              <a:ahLst/>
              <a:cxnLst/>
              <a:rect l="l" t="t" r="r" b="b"/>
              <a:pathLst>
                <a:path w="5629" h="629" extrusionOk="0">
                  <a:moveTo>
                    <a:pt x="0" y="0"/>
                  </a:moveTo>
                  <a:lnTo>
                    <a:pt x="0" y="251"/>
                  </a:lnTo>
                  <a:cubicBezTo>
                    <a:pt x="0" y="461"/>
                    <a:pt x="168" y="628"/>
                    <a:pt x="356" y="628"/>
                  </a:cubicBezTo>
                  <a:lnTo>
                    <a:pt x="5252" y="628"/>
                  </a:lnTo>
                  <a:cubicBezTo>
                    <a:pt x="5461" y="628"/>
                    <a:pt x="5629" y="461"/>
                    <a:pt x="5629" y="251"/>
                  </a:cubicBezTo>
                  <a:lnTo>
                    <a:pt x="5629"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5" name="Google Shape;645;p49"/>
            <p:cNvSpPr/>
            <p:nvPr/>
          </p:nvSpPr>
          <p:spPr>
            <a:xfrm>
              <a:off x="4946413" y="2212613"/>
              <a:ext cx="267850" cy="32450"/>
            </a:xfrm>
            <a:custGeom>
              <a:avLst/>
              <a:gdLst/>
              <a:ahLst/>
              <a:cxnLst/>
              <a:rect l="l" t="t" r="r" b="b"/>
              <a:pathLst>
                <a:path w="10714" h="1298" extrusionOk="0">
                  <a:moveTo>
                    <a:pt x="5357" y="0"/>
                  </a:moveTo>
                  <a:cubicBezTo>
                    <a:pt x="2407" y="0"/>
                    <a:pt x="1" y="293"/>
                    <a:pt x="1" y="649"/>
                  </a:cubicBezTo>
                  <a:cubicBezTo>
                    <a:pt x="1" y="1004"/>
                    <a:pt x="2407" y="1297"/>
                    <a:pt x="5357" y="1297"/>
                  </a:cubicBezTo>
                  <a:cubicBezTo>
                    <a:pt x="8307" y="1297"/>
                    <a:pt x="10713" y="1004"/>
                    <a:pt x="10713" y="649"/>
                  </a:cubicBezTo>
                  <a:cubicBezTo>
                    <a:pt x="10713" y="293"/>
                    <a:pt x="8307" y="0"/>
                    <a:pt x="5357"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6" name="Google Shape;646;p49"/>
            <p:cNvSpPr/>
            <p:nvPr/>
          </p:nvSpPr>
          <p:spPr>
            <a:xfrm>
              <a:off x="5039513" y="1956813"/>
              <a:ext cx="14675" cy="109350"/>
            </a:xfrm>
            <a:custGeom>
              <a:avLst/>
              <a:gdLst/>
              <a:ahLst/>
              <a:cxnLst/>
              <a:rect l="l" t="t" r="r" b="b"/>
              <a:pathLst>
                <a:path w="587" h="4374" extrusionOk="0">
                  <a:moveTo>
                    <a:pt x="294" y="0"/>
                  </a:moveTo>
                  <a:cubicBezTo>
                    <a:pt x="127" y="0"/>
                    <a:pt x="1" y="147"/>
                    <a:pt x="1" y="293"/>
                  </a:cubicBezTo>
                  <a:lnTo>
                    <a:pt x="1" y="4080"/>
                  </a:lnTo>
                  <a:cubicBezTo>
                    <a:pt x="1" y="4248"/>
                    <a:pt x="127" y="4373"/>
                    <a:pt x="294" y="4373"/>
                  </a:cubicBezTo>
                  <a:cubicBezTo>
                    <a:pt x="440" y="4373"/>
                    <a:pt x="587" y="4248"/>
                    <a:pt x="587" y="4080"/>
                  </a:cubicBezTo>
                  <a:lnTo>
                    <a:pt x="587" y="293"/>
                  </a:lnTo>
                  <a:cubicBezTo>
                    <a:pt x="587" y="147"/>
                    <a:pt x="440" y="0"/>
                    <a:pt x="294" y="0"/>
                  </a:cubicBezTo>
                  <a:close/>
                </a:path>
              </a:pathLst>
            </a:custGeom>
            <a:solidFill>
              <a:srgbClr val="D9D9D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7" name="Google Shape;647;p49"/>
            <p:cNvSpPr/>
            <p:nvPr/>
          </p:nvSpPr>
          <p:spPr>
            <a:xfrm>
              <a:off x="5039513" y="1913388"/>
              <a:ext cx="14675" cy="20425"/>
            </a:xfrm>
            <a:custGeom>
              <a:avLst/>
              <a:gdLst/>
              <a:ahLst/>
              <a:cxnLst/>
              <a:rect l="l" t="t" r="r" b="b"/>
              <a:pathLst>
                <a:path w="587" h="817" extrusionOk="0">
                  <a:moveTo>
                    <a:pt x="294" y="1"/>
                  </a:moveTo>
                  <a:cubicBezTo>
                    <a:pt x="127" y="1"/>
                    <a:pt x="1" y="147"/>
                    <a:pt x="1" y="294"/>
                  </a:cubicBezTo>
                  <a:lnTo>
                    <a:pt x="1" y="524"/>
                  </a:lnTo>
                  <a:cubicBezTo>
                    <a:pt x="1" y="691"/>
                    <a:pt x="127" y="817"/>
                    <a:pt x="294" y="817"/>
                  </a:cubicBezTo>
                  <a:cubicBezTo>
                    <a:pt x="440" y="817"/>
                    <a:pt x="587" y="691"/>
                    <a:pt x="587" y="524"/>
                  </a:cubicBezTo>
                  <a:lnTo>
                    <a:pt x="587" y="294"/>
                  </a:lnTo>
                  <a:cubicBezTo>
                    <a:pt x="566" y="147"/>
                    <a:pt x="440" y="1"/>
                    <a:pt x="294" y="1"/>
                  </a:cubicBezTo>
                  <a:close/>
                </a:path>
              </a:pathLst>
            </a:custGeom>
            <a:solidFill>
              <a:srgbClr val="D9D9D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8" name="Google Shape;648;p49"/>
            <p:cNvSpPr/>
            <p:nvPr/>
          </p:nvSpPr>
          <p:spPr>
            <a:xfrm>
              <a:off x="4626188" y="1972513"/>
              <a:ext cx="445825" cy="467225"/>
            </a:xfrm>
            <a:custGeom>
              <a:avLst/>
              <a:gdLst/>
              <a:ahLst/>
              <a:cxnLst/>
              <a:rect l="l" t="t" r="r" b="b"/>
              <a:pathLst>
                <a:path w="17833" h="18689" extrusionOk="0">
                  <a:moveTo>
                    <a:pt x="6763" y="0"/>
                  </a:moveTo>
                  <a:lnTo>
                    <a:pt x="6763" y="6361"/>
                  </a:lnTo>
                  <a:cubicBezTo>
                    <a:pt x="6763" y="8662"/>
                    <a:pt x="2494" y="12994"/>
                    <a:pt x="1155" y="15944"/>
                  </a:cubicBezTo>
                  <a:cubicBezTo>
                    <a:pt x="1" y="18528"/>
                    <a:pt x="1960" y="18688"/>
                    <a:pt x="2464" y="18688"/>
                  </a:cubicBezTo>
                  <a:cubicBezTo>
                    <a:pt x="2536" y="18688"/>
                    <a:pt x="2578" y="18685"/>
                    <a:pt x="2578" y="18685"/>
                  </a:cubicBezTo>
                  <a:lnTo>
                    <a:pt x="15258" y="18685"/>
                  </a:lnTo>
                  <a:cubicBezTo>
                    <a:pt x="15258" y="18685"/>
                    <a:pt x="15300" y="18688"/>
                    <a:pt x="15371" y="18688"/>
                  </a:cubicBezTo>
                  <a:cubicBezTo>
                    <a:pt x="15876" y="18688"/>
                    <a:pt x="17832" y="18528"/>
                    <a:pt x="16660" y="15944"/>
                  </a:cubicBezTo>
                  <a:cubicBezTo>
                    <a:pt x="15341" y="12994"/>
                    <a:pt x="11073" y="8662"/>
                    <a:pt x="11073" y="6361"/>
                  </a:cubicBezTo>
                  <a:lnTo>
                    <a:pt x="11073"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9" name="Google Shape;649;p49"/>
            <p:cNvSpPr/>
            <p:nvPr/>
          </p:nvSpPr>
          <p:spPr>
            <a:xfrm>
              <a:off x="4644813" y="2297863"/>
              <a:ext cx="408650" cy="132950"/>
            </a:xfrm>
            <a:custGeom>
              <a:avLst/>
              <a:gdLst/>
              <a:ahLst/>
              <a:cxnLst/>
              <a:rect l="l" t="t" r="r" b="b"/>
              <a:pathLst>
                <a:path w="16346" h="5318" extrusionOk="0">
                  <a:moveTo>
                    <a:pt x="2816" y="1"/>
                  </a:moveTo>
                  <a:cubicBezTo>
                    <a:pt x="2147" y="879"/>
                    <a:pt x="1582" y="1800"/>
                    <a:pt x="1080" y="2783"/>
                  </a:cubicBezTo>
                  <a:cubicBezTo>
                    <a:pt x="0" y="5185"/>
                    <a:pt x="1885" y="5317"/>
                    <a:pt x="2314" y="5317"/>
                  </a:cubicBezTo>
                  <a:cubicBezTo>
                    <a:pt x="2367" y="5317"/>
                    <a:pt x="2398" y="5315"/>
                    <a:pt x="2398" y="5315"/>
                  </a:cubicBezTo>
                  <a:lnTo>
                    <a:pt x="13948" y="5315"/>
                  </a:lnTo>
                  <a:cubicBezTo>
                    <a:pt x="13948" y="5315"/>
                    <a:pt x="13979" y="5317"/>
                    <a:pt x="14032" y="5317"/>
                  </a:cubicBezTo>
                  <a:cubicBezTo>
                    <a:pt x="14461" y="5317"/>
                    <a:pt x="16346" y="5185"/>
                    <a:pt x="15266" y="2783"/>
                  </a:cubicBezTo>
                  <a:cubicBezTo>
                    <a:pt x="14764" y="1800"/>
                    <a:pt x="14178" y="858"/>
                    <a:pt x="13529" y="1"/>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0" name="Google Shape;650;p49"/>
            <p:cNvSpPr/>
            <p:nvPr/>
          </p:nvSpPr>
          <p:spPr>
            <a:xfrm>
              <a:off x="4778513" y="1931188"/>
              <a:ext cx="140725" cy="41350"/>
            </a:xfrm>
            <a:custGeom>
              <a:avLst/>
              <a:gdLst/>
              <a:ahLst/>
              <a:cxnLst/>
              <a:rect l="l" t="t" r="r" b="b"/>
              <a:pathLst>
                <a:path w="5629" h="1654" extrusionOk="0">
                  <a:moveTo>
                    <a:pt x="377" y="0"/>
                  </a:moveTo>
                  <a:cubicBezTo>
                    <a:pt x="167" y="0"/>
                    <a:pt x="0" y="168"/>
                    <a:pt x="0" y="377"/>
                  </a:cubicBezTo>
                  <a:lnTo>
                    <a:pt x="0" y="1276"/>
                  </a:lnTo>
                  <a:cubicBezTo>
                    <a:pt x="0" y="1486"/>
                    <a:pt x="167" y="1653"/>
                    <a:pt x="377" y="1653"/>
                  </a:cubicBezTo>
                  <a:lnTo>
                    <a:pt x="5252" y="1653"/>
                  </a:lnTo>
                  <a:cubicBezTo>
                    <a:pt x="5461" y="1653"/>
                    <a:pt x="5629" y="1486"/>
                    <a:pt x="5629" y="1276"/>
                  </a:cubicBezTo>
                  <a:lnTo>
                    <a:pt x="5629" y="377"/>
                  </a:lnTo>
                  <a:cubicBezTo>
                    <a:pt x="5629" y="168"/>
                    <a:pt x="5461" y="0"/>
                    <a:pt x="5252"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1" name="Google Shape;651;p49"/>
            <p:cNvSpPr/>
            <p:nvPr/>
          </p:nvSpPr>
          <p:spPr>
            <a:xfrm>
              <a:off x="4778513" y="1956813"/>
              <a:ext cx="140725" cy="15725"/>
            </a:xfrm>
            <a:custGeom>
              <a:avLst/>
              <a:gdLst/>
              <a:ahLst/>
              <a:cxnLst/>
              <a:rect l="l" t="t" r="r" b="b"/>
              <a:pathLst>
                <a:path w="5629" h="629" extrusionOk="0">
                  <a:moveTo>
                    <a:pt x="0" y="0"/>
                  </a:moveTo>
                  <a:lnTo>
                    <a:pt x="0" y="251"/>
                  </a:lnTo>
                  <a:cubicBezTo>
                    <a:pt x="0" y="461"/>
                    <a:pt x="167" y="628"/>
                    <a:pt x="377" y="628"/>
                  </a:cubicBezTo>
                  <a:lnTo>
                    <a:pt x="5252" y="628"/>
                  </a:lnTo>
                  <a:cubicBezTo>
                    <a:pt x="5461" y="628"/>
                    <a:pt x="5629" y="461"/>
                    <a:pt x="5629" y="251"/>
                  </a:cubicBezTo>
                  <a:lnTo>
                    <a:pt x="5629"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2" name="Google Shape;652;p49"/>
            <p:cNvSpPr/>
            <p:nvPr/>
          </p:nvSpPr>
          <p:spPr>
            <a:xfrm>
              <a:off x="4715213" y="2281638"/>
              <a:ext cx="267325" cy="31950"/>
            </a:xfrm>
            <a:custGeom>
              <a:avLst/>
              <a:gdLst/>
              <a:ahLst/>
              <a:cxnLst/>
              <a:rect l="l" t="t" r="r" b="b"/>
              <a:pathLst>
                <a:path w="10693" h="1278" extrusionOk="0">
                  <a:moveTo>
                    <a:pt x="5357" y="1"/>
                  </a:moveTo>
                  <a:cubicBezTo>
                    <a:pt x="2386" y="1"/>
                    <a:pt x="0" y="273"/>
                    <a:pt x="0" y="650"/>
                  </a:cubicBezTo>
                  <a:cubicBezTo>
                    <a:pt x="0" y="1005"/>
                    <a:pt x="2386" y="1277"/>
                    <a:pt x="5357" y="1277"/>
                  </a:cubicBezTo>
                  <a:cubicBezTo>
                    <a:pt x="8307" y="1277"/>
                    <a:pt x="10692" y="1005"/>
                    <a:pt x="10692" y="650"/>
                  </a:cubicBezTo>
                  <a:cubicBezTo>
                    <a:pt x="10692" y="273"/>
                    <a:pt x="8307" y="1"/>
                    <a:pt x="5357"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3" name="Google Shape;653;p49"/>
            <p:cNvSpPr/>
            <p:nvPr/>
          </p:nvSpPr>
          <p:spPr>
            <a:xfrm>
              <a:off x="4807788" y="2025863"/>
              <a:ext cx="14675" cy="108825"/>
            </a:xfrm>
            <a:custGeom>
              <a:avLst/>
              <a:gdLst/>
              <a:ahLst/>
              <a:cxnLst/>
              <a:rect l="l" t="t" r="r" b="b"/>
              <a:pathLst>
                <a:path w="587" h="4353" extrusionOk="0">
                  <a:moveTo>
                    <a:pt x="294" y="0"/>
                  </a:moveTo>
                  <a:cubicBezTo>
                    <a:pt x="147" y="0"/>
                    <a:pt x="1" y="126"/>
                    <a:pt x="1" y="293"/>
                  </a:cubicBezTo>
                  <a:lnTo>
                    <a:pt x="1" y="4059"/>
                  </a:lnTo>
                  <a:cubicBezTo>
                    <a:pt x="1" y="4227"/>
                    <a:pt x="147" y="4352"/>
                    <a:pt x="294" y="4352"/>
                  </a:cubicBezTo>
                  <a:cubicBezTo>
                    <a:pt x="461" y="4352"/>
                    <a:pt x="587" y="4227"/>
                    <a:pt x="587" y="4059"/>
                  </a:cubicBezTo>
                  <a:lnTo>
                    <a:pt x="587" y="293"/>
                  </a:lnTo>
                  <a:cubicBezTo>
                    <a:pt x="587" y="126"/>
                    <a:pt x="461" y="0"/>
                    <a:pt x="294" y="0"/>
                  </a:cubicBezTo>
                  <a:close/>
                </a:path>
              </a:pathLst>
            </a:custGeom>
            <a:solidFill>
              <a:srgbClr val="D9D9D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4" name="Google Shape;654;p49"/>
            <p:cNvSpPr/>
            <p:nvPr/>
          </p:nvSpPr>
          <p:spPr>
            <a:xfrm>
              <a:off x="4807788" y="1982438"/>
              <a:ext cx="14675" cy="20425"/>
            </a:xfrm>
            <a:custGeom>
              <a:avLst/>
              <a:gdLst/>
              <a:ahLst/>
              <a:cxnLst/>
              <a:rect l="l" t="t" r="r" b="b"/>
              <a:pathLst>
                <a:path w="587" h="817" extrusionOk="0">
                  <a:moveTo>
                    <a:pt x="294" y="1"/>
                  </a:moveTo>
                  <a:cubicBezTo>
                    <a:pt x="147" y="1"/>
                    <a:pt x="1" y="126"/>
                    <a:pt x="1" y="294"/>
                  </a:cubicBezTo>
                  <a:lnTo>
                    <a:pt x="1" y="524"/>
                  </a:lnTo>
                  <a:cubicBezTo>
                    <a:pt x="1" y="670"/>
                    <a:pt x="147" y="817"/>
                    <a:pt x="294" y="817"/>
                  </a:cubicBezTo>
                  <a:cubicBezTo>
                    <a:pt x="461" y="817"/>
                    <a:pt x="587" y="670"/>
                    <a:pt x="587" y="524"/>
                  </a:cubicBezTo>
                  <a:lnTo>
                    <a:pt x="587" y="294"/>
                  </a:lnTo>
                  <a:cubicBezTo>
                    <a:pt x="587" y="126"/>
                    <a:pt x="461" y="1"/>
                    <a:pt x="294" y="1"/>
                  </a:cubicBezTo>
                  <a:close/>
                </a:path>
              </a:pathLst>
            </a:custGeom>
            <a:solidFill>
              <a:srgbClr val="D9D9D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655" name="Google Shape;655;p49"/>
          <p:cNvGrpSpPr/>
          <p:nvPr/>
        </p:nvGrpSpPr>
        <p:grpSpPr>
          <a:xfrm rot="2986647">
            <a:off x="8275600" y="-409171"/>
            <a:ext cx="572859" cy="840314"/>
            <a:chOff x="1713713" y="4972438"/>
            <a:chExt cx="443613" cy="650725"/>
          </a:xfrm>
        </p:grpSpPr>
        <p:sp>
          <p:nvSpPr>
            <p:cNvPr id="656" name="Google Shape;656;p49"/>
            <p:cNvSpPr/>
            <p:nvPr/>
          </p:nvSpPr>
          <p:spPr>
            <a:xfrm>
              <a:off x="1922975" y="5313488"/>
              <a:ext cx="127125" cy="99925"/>
            </a:xfrm>
            <a:custGeom>
              <a:avLst/>
              <a:gdLst/>
              <a:ahLst/>
              <a:cxnLst/>
              <a:rect l="l" t="t" r="r" b="b"/>
              <a:pathLst>
                <a:path w="5085" h="3997" extrusionOk="0">
                  <a:moveTo>
                    <a:pt x="942" y="0"/>
                  </a:moveTo>
                  <a:lnTo>
                    <a:pt x="0" y="1674"/>
                  </a:lnTo>
                  <a:lnTo>
                    <a:pt x="4164" y="3997"/>
                  </a:lnTo>
                  <a:lnTo>
                    <a:pt x="4101" y="2867"/>
                  </a:lnTo>
                  <a:lnTo>
                    <a:pt x="5085" y="2323"/>
                  </a:lnTo>
                  <a:lnTo>
                    <a:pt x="942" y="0"/>
                  </a:lnTo>
                  <a:close/>
                </a:path>
              </a:pathLst>
            </a:custGeom>
            <a:solidFill>
              <a:srgbClr val="C0272D"/>
            </a:solidFill>
            <a:ln w="7620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7" name="Google Shape;657;p49"/>
            <p:cNvSpPr/>
            <p:nvPr/>
          </p:nvSpPr>
          <p:spPr>
            <a:xfrm>
              <a:off x="1924000" y="5319238"/>
              <a:ext cx="65425" cy="125050"/>
            </a:xfrm>
            <a:custGeom>
              <a:avLst/>
              <a:gdLst/>
              <a:ahLst/>
              <a:cxnLst/>
              <a:rect l="l" t="t" r="r" b="b"/>
              <a:pathLst>
                <a:path w="2617" h="5002" extrusionOk="0">
                  <a:moveTo>
                    <a:pt x="1905" y="0"/>
                  </a:moveTo>
                  <a:lnTo>
                    <a:pt x="1" y="293"/>
                  </a:lnTo>
                  <a:lnTo>
                    <a:pt x="712" y="5001"/>
                  </a:lnTo>
                  <a:lnTo>
                    <a:pt x="1570" y="4269"/>
                  </a:lnTo>
                  <a:lnTo>
                    <a:pt x="2616" y="4708"/>
                  </a:lnTo>
                  <a:lnTo>
                    <a:pt x="2616" y="4708"/>
                  </a:lnTo>
                  <a:lnTo>
                    <a:pt x="1905" y="0"/>
                  </a:lnTo>
                  <a:close/>
                </a:path>
              </a:pathLst>
            </a:custGeom>
            <a:solidFill>
              <a:srgbClr val="C0272D"/>
            </a:solidFill>
            <a:ln w="7620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8" name="Google Shape;658;p49"/>
            <p:cNvSpPr/>
            <p:nvPr/>
          </p:nvSpPr>
          <p:spPr>
            <a:xfrm>
              <a:off x="1713725" y="4972438"/>
              <a:ext cx="443600" cy="650725"/>
            </a:xfrm>
            <a:custGeom>
              <a:avLst/>
              <a:gdLst/>
              <a:ahLst/>
              <a:cxnLst/>
              <a:rect l="l" t="t" r="r" b="b"/>
              <a:pathLst>
                <a:path w="17744" h="26029" extrusionOk="0">
                  <a:moveTo>
                    <a:pt x="13015" y="0"/>
                  </a:moveTo>
                  <a:lnTo>
                    <a:pt x="1" y="23393"/>
                  </a:lnTo>
                  <a:cubicBezTo>
                    <a:pt x="670" y="25757"/>
                    <a:pt x="4750" y="26029"/>
                    <a:pt x="4750" y="26029"/>
                  </a:cubicBezTo>
                  <a:lnTo>
                    <a:pt x="17744" y="2636"/>
                  </a:lnTo>
                  <a:cubicBezTo>
                    <a:pt x="17200" y="837"/>
                    <a:pt x="13015" y="0"/>
                    <a:pt x="13015" y="0"/>
                  </a:cubicBezTo>
                  <a:close/>
                </a:path>
              </a:pathLst>
            </a:custGeom>
            <a:solidFill>
              <a:srgbClr val="FFF0AB"/>
            </a:solidFill>
            <a:ln w="7620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9" name="Google Shape;659;p49"/>
            <p:cNvSpPr/>
            <p:nvPr/>
          </p:nvSpPr>
          <p:spPr>
            <a:xfrm>
              <a:off x="1772850" y="4997538"/>
              <a:ext cx="384475" cy="625625"/>
            </a:xfrm>
            <a:custGeom>
              <a:avLst/>
              <a:gdLst/>
              <a:ahLst/>
              <a:cxnLst/>
              <a:rect l="l" t="t" r="r" b="b"/>
              <a:pathLst>
                <a:path w="15379" h="25025" extrusionOk="0">
                  <a:moveTo>
                    <a:pt x="13621" y="0"/>
                  </a:moveTo>
                  <a:lnTo>
                    <a:pt x="0" y="24502"/>
                  </a:lnTo>
                  <a:cubicBezTo>
                    <a:pt x="774" y="24774"/>
                    <a:pt x="1569" y="24941"/>
                    <a:pt x="2385" y="25025"/>
                  </a:cubicBezTo>
                  <a:lnTo>
                    <a:pt x="15379" y="1632"/>
                  </a:lnTo>
                  <a:cubicBezTo>
                    <a:pt x="15170" y="963"/>
                    <a:pt x="14458" y="419"/>
                    <a:pt x="13621" y="0"/>
                  </a:cubicBezTo>
                  <a:close/>
                </a:path>
              </a:pathLst>
            </a:custGeom>
            <a:solidFill>
              <a:srgbClr val="FFF0AB"/>
            </a:solidFill>
            <a:ln w="7620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0" name="Google Shape;660;p49"/>
            <p:cNvSpPr/>
            <p:nvPr/>
          </p:nvSpPr>
          <p:spPr>
            <a:xfrm>
              <a:off x="1813650" y="5021588"/>
              <a:ext cx="343675" cy="601575"/>
            </a:xfrm>
            <a:custGeom>
              <a:avLst/>
              <a:gdLst/>
              <a:ahLst/>
              <a:cxnLst/>
              <a:rect l="l" t="t" r="r" b="b"/>
              <a:pathLst>
                <a:path w="13747" h="24063" extrusionOk="0">
                  <a:moveTo>
                    <a:pt x="13349" y="1"/>
                  </a:moveTo>
                  <a:lnTo>
                    <a:pt x="0" y="23958"/>
                  </a:lnTo>
                  <a:cubicBezTo>
                    <a:pt x="439" y="24042"/>
                    <a:pt x="732" y="24063"/>
                    <a:pt x="732" y="24063"/>
                  </a:cubicBezTo>
                  <a:lnTo>
                    <a:pt x="13747" y="670"/>
                  </a:lnTo>
                  <a:cubicBezTo>
                    <a:pt x="13663" y="419"/>
                    <a:pt x="13517" y="189"/>
                    <a:pt x="13349" y="1"/>
                  </a:cubicBezTo>
                  <a:close/>
                </a:path>
              </a:pathLst>
            </a:custGeom>
            <a:solidFill>
              <a:srgbClr val="FFF0AB"/>
            </a:solidFill>
            <a:ln w="7620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1" name="Google Shape;661;p49"/>
            <p:cNvSpPr/>
            <p:nvPr/>
          </p:nvSpPr>
          <p:spPr>
            <a:xfrm>
              <a:off x="1857050" y="5254513"/>
              <a:ext cx="148600" cy="111300"/>
            </a:xfrm>
            <a:custGeom>
              <a:avLst/>
              <a:gdLst/>
              <a:ahLst/>
              <a:cxnLst/>
              <a:rect l="l" t="t" r="r" b="b"/>
              <a:pathLst>
                <a:path w="5944" h="4452" extrusionOk="0">
                  <a:moveTo>
                    <a:pt x="1" y="1814"/>
                  </a:moveTo>
                  <a:cubicBezTo>
                    <a:pt x="1" y="1815"/>
                    <a:pt x="1" y="1815"/>
                    <a:pt x="1" y="1815"/>
                  </a:cubicBezTo>
                  <a:lnTo>
                    <a:pt x="1" y="1814"/>
                  </a:lnTo>
                  <a:close/>
                  <a:moveTo>
                    <a:pt x="1220" y="1"/>
                  </a:moveTo>
                  <a:cubicBezTo>
                    <a:pt x="1006" y="1"/>
                    <a:pt x="963" y="79"/>
                    <a:pt x="963" y="79"/>
                  </a:cubicBezTo>
                  <a:lnTo>
                    <a:pt x="1" y="1814"/>
                  </a:lnTo>
                  <a:lnTo>
                    <a:pt x="1" y="1814"/>
                  </a:lnTo>
                  <a:cubicBezTo>
                    <a:pt x="6" y="1807"/>
                    <a:pt x="52" y="1737"/>
                    <a:pt x="251" y="1737"/>
                  </a:cubicBezTo>
                  <a:cubicBezTo>
                    <a:pt x="554" y="1737"/>
                    <a:pt x="1212" y="1897"/>
                    <a:pt x="2616" y="2673"/>
                  </a:cubicBezTo>
                  <a:cubicBezTo>
                    <a:pt x="4981" y="3991"/>
                    <a:pt x="4729" y="4452"/>
                    <a:pt x="4729" y="4452"/>
                  </a:cubicBezTo>
                  <a:lnTo>
                    <a:pt x="5692" y="2715"/>
                  </a:lnTo>
                  <a:cubicBezTo>
                    <a:pt x="5692" y="2715"/>
                    <a:pt x="5943" y="2255"/>
                    <a:pt x="3579" y="936"/>
                  </a:cubicBezTo>
                  <a:cubicBezTo>
                    <a:pt x="2187" y="160"/>
                    <a:pt x="1527" y="1"/>
                    <a:pt x="1220" y="1"/>
                  </a:cubicBezTo>
                  <a:close/>
                </a:path>
              </a:pathLst>
            </a:custGeom>
            <a:solidFill>
              <a:srgbClr val="C0272D"/>
            </a:solidFill>
            <a:ln w="7620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2" name="Google Shape;662;p49"/>
            <p:cNvSpPr/>
            <p:nvPr/>
          </p:nvSpPr>
          <p:spPr>
            <a:xfrm>
              <a:off x="1922963" y="5313488"/>
              <a:ext cx="127125" cy="99925"/>
            </a:xfrm>
            <a:custGeom>
              <a:avLst/>
              <a:gdLst/>
              <a:ahLst/>
              <a:cxnLst/>
              <a:rect l="l" t="t" r="r" b="b"/>
              <a:pathLst>
                <a:path w="5085" h="3997" extrusionOk="0">
                  <a:moveTo>
                    <a:pt x="942" y="0"/>
                  </a:moveTo>
                  <a:lnTo>
                    <a:pt x="0" y="1674"/>
                  </a:lnTo>
                  <a:lnTo>
                    <a:pt x="4164" y="3997"/>
                  </a:lnTo>
                  <a:lnTo>
                    <a:pt x="4101" y="2867"/>
                  </a:lnTo>
                  <a:lnTo>
                    <a:pt x="5085" y="2323"/>
                  </a:lnTo>
                  <a:lnTo>
                    <a:pt x="942"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3" name="Google Shape;663;p49"/>
            <p:cNvSpPr/>
            <p:nvPr/>
          </p:nvSpPr>
          <p:spPr>
            <a:xfrm>
              <a:off x="1923988" y="5319238"/>
              <a:ext cx="65425" cy="125050"/>
            </a:xfrm>
            <a:custGeom>
              <a:avLst/>
              <a:gdLst/>
              <a:ahLst/>
              <a:cxnLst/>
              <a:rect l="l" t="t" r="r" b="b"/>
              <a:pathLst>
                <a:path w="2617" h="5002" extrusionOk="0">
                  <a:moveTo>
                    <a:pt x="1905" y="0"/>
                  </a:moveTo>
                  <a:lnTo>
                    <a:pt x="1" y="293"/>
                  </a:lnTo>
                  <a:lnTo>
                    <a:pt x="712" y="5001"/>
                  </a:lnTo>
                  <a:lnTo>
                    <a:pt x="1570" y="4269"/>
                  </a:lnTo>
                  <a:lnTo>
                    <a:pt x="2616" y="4708"/>
                  </a:lnTo>
                  <a:lnTo>
                    <a:pt x="2616" y="4708"/>
                  </a:lnTo>
                  <a:lnTo>
                    <a:pt x="1905"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4" name="Google Shape;664;p49"/>
            <p:cNvSpPr/>
            <p:nvPr/>
          </p:nvSpPr>
          <p:spPr>
            <a:xfrm>
              <a:off x="1713713" y="4972438"/>
              <a:ext cx="443600" cy="650725"/>
            </a:xfrm>
            <a:custGeom>
              <a:avLst/>
              <a:gdLst/>
              <a:ahLst/>
              <a:cxnLst/>
              <a:rect l="l" t="t" r="r" b="b"/>
              <a:pathLst>
                <a:path w="17744" h="26029" extrusionOk="0">
                  <a:moveTo>
                    <a:pt x="13015" y="0"/>
                  </a:moveTo>
                  <a:lnTo>
                    <a:pt x="1" y="23393"/>
                  </a:lnTo>
                  <a:cubicBezTo>
                    <a:pt x="670" y="25757"/>
                    <a:pt x="4750" y="26029"/>
                    <a:pt x="4750" y="26029"/>
                  </a:cubicBezTo>
                  <a:lnTo>
                    <a:pt x="17744" y="2636"/>
                  </a:lnTo>
                  <a:cubicBezTo>
                    <a:pt x="17200" y="837"/>
                    <a:pt x="13015" y="0"/>
                    <a:pt x="13015"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5" name="Google Shape;665;p49"/>
            <p:cNvSpPr/>
            <p:nvPr/>
          </p:nvSpPr>
          <p:spPr>
            <a:xfrm>
              <a:off x="1772838" y="4997538"/>
              <a:ext cx="384475" cy="625625"/>
            </a:xfrm>
            <a:custGeom>
              <a:avLst/>
              <a:gdLst/>
              <a:ahLst/>
              <a:cxnLst/>
              <a:rect l="l" t="t" r="r" b="b"/>
              <a:pathLst>
                <a:path w="15379" h="25025" extrusionOk="0">
                  <a:moveTo>
                    <a:pt x="13621" y="0"/>
                  </a:moveTo>
                  <a:lnTo>
                    <a:pt x="0" y="24502"/>
                  </a:lnTo>
                  <a:cubicBezTo>
                    <a:pt x="774" y="24774"/>
                    <a:pt x="1569" y="24941"/>
                    <a:pt x="2385" y="25025"/>
                  </a:cubicBezTo>
                  <a:lnTo>
                    <a:pt x="15379" y="1632"/>
                  </a:lnTo>
                  <a:cubicBezTo>
                    <a:pt x="15170" y="963"/>
                    <a:pt x="14458" y="419"/>
                    <a:pt x="13621"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6" name="Google Shape;666;p49"/>
            <p:cNvSpPr/>
            <p:nvPr/>
          </p:nvSpPr>
          <p:spPr>
            <a:xfrm>
              <a:off x="1813638" y="5021588"/>
              <a:ext cx="343675" cy="601575"/>
            </a:xfrm>
            <a:custGeom>
              <a:avLst/>
              <a:gdLst/>
              <a:ahLst/>
              <a:cxnLst/>
              <a:rect l="l" t="t" r="r" b="b"/>
              <a:pathLst>
                <a:path w="13747" h="24063" extrusionOk="0">
                  <a:moveTo>
                    <a:pt x="13349" y="1"/>
                  </a:moveTo>
                  <a:lnTo>
                    <a:pt x="0" y="23958"/>
                  </a:lnTo>
                  <a:cubicBezTo>
                    <a:pt x="439" y="24042"/>
                    <a:pt x="732" y="24063"/>
                    <a:pt x="732" y="24063"/>
                  </a:cubicBezTo>
                  <a:lnTo>
                    <a:pt x="13747" y="670"/>
                  </a:lnTo>
                  <a:cubicBezTo>
                    <a:pt x="13663" y="419"/>
                    <a:pt x="13517" y="189"/>
                    <a:pt x="13349"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7" name="Google Shape;667;p49"/>
            <p:cNvSpPr/>
            <p:nvPr/>
          </p:nvSpPr>
          <p:spPr>
            <a:xfrm>
              <a:off x="1857038" y="5254513"/>
              <a:ext cx="148600" cy="111300"/>
            </a:xfrm>
            <a:custGeom>
              <a:avLst/>
              <a:gdLst/>
              <a:ahLst/>
              <a:cxnLst/>
              <a:rect l="l" t="t" r="r" b="b"/>
              <a:pathLst>
                <a:path w="5944" h="4452" extrusionOk="0">
                  <a:moveTo>
                    <a:pt x="1" y="1814"/>
                  </a:moveTo>
                  <a:cubicBezTo>
                    <a:pt x="1" y="1815"/>
                    <a:pt x="1" y="1815"/>
                    <a:pt x="1" y="1815"/>
                  </a:cubicBezTo>
                  <a:lnTo>
                    <a:pt x="1" y="1814"/>
                  </a:lnTo>
                  <a:close/>
                  <a:moveTo>
                    <a:pt x="1220" y="1"/>
                  </a:moveTo>
                  <a:cubicBezTo>
                    <a:pt x="1006" y="1"/>
                    <a:pt x="963" y="79"/>
                    <a:pt x="963" y="79"/>
                  </a:cubicBezTo>
                  <a:lnTo>
                    <a:pt x="1" y="1814"/>
                  </a:lnTo>
                  <a:lnTo>
                    <a:pt x="1" y="1814"/>
                  </a:lnTo>
                  <a:cubicBezTo>
                    <a:pt x="6" y="1807"/>
                    <a:pt x="52" y="1737"/>
                    <a:pt x="251" y="1737"/>
                  </a:cubicBezTo>
                  <a:cubicBezTo>
                    <a:pt x="554" y="1737"/>
                    <a:pt x="1212" y="1897"/>
                    <a:pt x="2616" y="2673"/>
                  </a:cubicBezTo>
                  <a:cubicBezTo>
                    <a:pt x="4981" y="3991"/>
                    <a:pt x="4729" y="4452"/>
                    <a:pt x="4729" y="4452"/>
                  </a:cubicBezTo>
                  <a:lnTo>
                    <a:pt x="5692" y="2715"/>
                  </a:lnTo>
                  <a:cubicBezTo>
                    <a:pt x="5692" y="2715"/>
                    <a:pt x="5943" y="2255"/>
                    <a:pt x="3579" y="936"/>
                  </a:cubicBezTo>
                  <a:cubicBezTo>
                    <a:pt x="2187" y="160"/>
                    <a:pt x="1527" y="1"/>
                    <a:pt x="1220"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matchingName="TITLE_AND_BODY_8">
  <p:cSld name="TITLE_AND_BODY_8">
    <p:spTree>
      <p:nvGrpSpPr>
        <p:cNvPr id="1" name="Shape 668"/>
        <p:cNvGrpSpPr/>
        <p:nvPr/>
      </p:nvGrpSpPr>
      <p:grpSpPr>
        <a:xfrm>
          <a:off x="0" y="0"/>
          <a:ext cx="0" cy="0"/>
          <a:chOff x="0" y="0"/>
          <a:chExt cx="0" cy="0"/>
        </a:xfrm>
      </p:grpSpPr>
      <p:sp>
        <p:nvSpPr>
          <p:cNvPr id="669" name="Google Shape;669;p50"/>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Autofit/>
          </a:bodyPr>
          <a:lstStyle>
            <a:lvl1pPr lvl="0" rtl="0">
              <a:spcBef>
                <a:spcPts val="0"/>
              </a:spcBef>
              <a:spcAft>
                <a:spcPts val="0"/>
              </a:spcAft>
              <a:buSzPts val="28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a:endParaRPr/>
          </a:p>
        </p:txBody>
      </p:sp>
      <p:sp>
        <p:nvSpPr>
          <p:cNvPr id="670" name="Google Shape;670;p50"/>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Autofit/>
          </a:bodyPr>
          <a:lstStyle>
            <a:lvl1pPr marL="457200" lvl="0" indent="-381000" rtl="0">
              <a:spcBef>
                <a:spcPts val="0"/>
              </a:spcBef>
              <a:spcAft>
                <a:spcPts val="0"/>
              </a:spcAft>
              <a:buSzPts val="2400"/>
              <a:buChar char="●"/>
              <a:defRPr/>
            </a:lvl1pPr>
            <a:lvl2pPr marL="914400" lvl="1" indent="-368300" rtl="0">
              <a:spcBef>
                <a:spcPts val="1600"/>
              </a:spcBef>
              <a:spcAft>
                <a:spcPts val="0"/>
              </a:spcAft>
              <a:buSzPts val="2200"/>
              <a:buChar char="○"/>
              <a:defRPr/>
            </a:lvl2pPr>
            <a:lvl3pPr marL="1371600" lvl="2" indent="-368300" rtl="0">
              <a:spcBef>
                <a:spcPts val="1600"/>
              </a:spcBef>
              <a:spcAft>
                <a:spcPts val="0"/>
              </a:spcAft>
              <a:buSzPts val="2200"/>
              <a:buChar char="■"/>
              <a:defRPr/>
            </a:lvl3pPr>
            <a:lvl4pPr marL="1828800" lvl="3" indent="-355600" rtl="0">
              <a:spcBef>
                <a:spcPts val="1600"/>
              </a:spcBef>
              <a:spcAft>
                <a:spcPts val="0"/>
              </a:spcAft>
              <a:buSzPts val="2000"/>
              <a:buChar char="●"/>
              <a:defRPr/>
            </a:lvl4pPr>
            <a:lvl5pPr marL="2286000" lvl="4" indent="-355600" rtl="0">
              <a:spcBef>
                <a:spcPts val="1600"/>
              </a:spcBef>
              <a:spcAft>
                <a:spcPts val="0"/>
              </a:spcAft>
              <a:buSzPts val="2000"/>
              <a:buChar char="○"/>
              <a:defRPr/>
            </a:lvl5pPr>
            <a:lvl6pPr marL="2743200" lvl="5" indent="-355600" rtl="0">
              <a:spcBef>
                <a:spcPts val="1600"/>
              </a:spcBef>
              <a:spcAft>
                <a:spcPts val="0"/>
              </a:spcAft>
              <a:buSzPts val="2000"/>
              <a:buChar char="■"/>
              <a:defRPr/>
            </a:lvl6pPr>
            <a:lvl7pPr marL="3200400" lvl="6" indent="-342900" rtl="0">
              <a:spcBef>
                <a:spcPts val="1600"/>
              </a:spcBef>
              <a:spcAft>
                <a:spcPts val="0"/>
              </a:spcAft>
              <a:buSzPts val="1800"/>
              <a:buChar char="●"/>
              <a:defRPr/>
            </a:lvl7pPr>
            <a:lvl8pPr marL="3657600" lvl="7" indent="-342900" rtl="0">
              <a:spcBef>
                <a:spcPts val="1600"/>
              </a:spcBef>
              <a:spcAft>
                <a:spcPts val="0"/>
              </a:spcAft>
              <a:buSzPts val="1800"/>
              <a:buChar char="○"/>
              <a:defRPr/>
            </a:lvl8pPr>
            <a:lvl9pPr marL="4114800" lvl="8" indent="-342900" rtl="0">
              <a:spcBef>
                <a:spcPts val="1600"/>
              </a:spcBef>
              <a:spcAft>
                <a:spcPts val="1600"/>
              </a:spcAft>
              <a:buSzPts val="1800"/>
              <a:buChar char="■"/>
              <a:defRPr/>
            </a:lvl9pPr>
          </a:lstStyle>
          <a:p>
            <a:endParaRPr/>
          </a:p>
        </p:txBody>
      </p:sp>
      <p:sp>
        <p:nvSpPr>
          <p:cNvPr id="671" name="Google Shape;671;p50"/>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marL="0" lvl="0" indent="0" algn="l"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matchingName="1_Title and Content 1">
  <p:cSld name="1_Title and Content_1">
    <p:spTree>
      <p:nvGrpSpPr>
        <p:cNvPr id="1" name="Shape 672"/>
        <p:cNvGrpSpPr/>
        <p:nvPr/>
      </p:nvGrpSpPr>
      <p:grpSpPr>
        <a:xfrm>
          <a:off x="0" y="0"/>
          <a:ext cx="0" cy="0"/>
          <a:chOff x="0" y="0"/>
          <a:chExt cx="0" cy="0"/>
        </a:xfrm>
      </p:grpSpPr>
      <p:sp>
        <p:nvSpPr>
          <p:cNvPr id="673" name="Google Shape;673;p51"/>
          <p:cNvSpPr txBox="1"/>
          <p:nvPr/>
        </p:nvSpPr>
        <p:spPr>
          <a:xfrm>
            <a:off x="2869128" y="60950"/>
            <a:ext cx="2839800" cy="3936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2000" b="1">
                <a:solidFill>
                  <a:srgbClr val="FF0000"/>
                </a:solidFill>
              </a:rPr>
              <a:t>8th Jan 2020-(Shift 1)</a:t>
            </a:r>
            <a:endParaRPr sz="2000" b="1">
              <a:solidFill>
                <a:srgbClr val="FF0000"/>
              </a:solidFill>
            </a:endParaRPr>
          </a:p>
        </p:txBody>
      </p:sp>
    </p:spTree>
  </p:cSld>
  <p:clrMapOvr>
    <a:masterClrMapping/>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matchingName="Title slide 2">
  <p:cSld name="TITLE_2">
    <p:spTree>
      <p:nvGrpSpPr>
        <p:cNvPr id="1" name="Shape 674"/>
        <p:cNvGrpSpPr/>
        <p:nvPr/>
      </p:nvGrpSpPr>
      <p:grpSpPr>
        <a:xfrm>
          <a:off x="0" y="0"/>
          <a:ext cx="0" cy="0"/>
          <a:chOff x="0" y="0"/>
          <a:chExt cx="0" cy="0"/>
        </a:xfrm>
      </p:grpSpPr>
      <p:sp>
        <p:nvSpPr>
          <p:cNvPr id="675" name="Google Shape;675;p52"/>
          <p:cNvSpPr txBox="1">
            <a:spLocks noGrp="1"/>
          </p:cNvSpPr>
          <p:nvPr>
            <p:ph type="ctrTitle"/>
          </p:nvPr>
        </p:nvSpPr>
        <p:spPr>
          <a:xfrm>
            <a:off x="311708" y="744575"/>
            <a:ext cx="8520600" cy="2052600"/>
          </a:xfrm>
          <a:prstGeom prst="rect">
            <a:avLst/>
          </a:prstGeom>
        </p:spPr>
        <p:txBody>
          <a:bodyPr spcFirstLastPara="1" wrap="square" lIns="91425" tIns="91425" rIns="91425" bIns="91425" anchor="b" anchorCtr="0">
            <a:noAutofit/>
          </a:bodyPr>
          <a:lstStyle>
            <a:lvl1pPr lvl="0" algn="ctr" rtl="0">
              <a:spcBef>
                <a:spcPts val="0"/>
              </a:spcBef>
              <a:spcAft>
                <a:spcPts val="0"/>
              </a:spcAft>
              <a:buSzPts val="5200"/>
              <a:buNone/>
              <a:defRPr sz="5200"/>
            </a:lvl1pPr>
            <a:lvl2pPr lvl="1" algn="ctr" rtl="0">
              <a:spcBef>
                <a:spcPts val="0"/>
              </a:spcBef>
              <a:spcAft>
                <a:spcPts val="0"/>
              </a:spcAft>
              <a:buSzPts val="5200"/>
              <a:buNone/>
              <a:defRPr sz="5200"/>
            </a:lvl2pPr>
            <a:lvl3pPr lvl="2" algn="ctr" rtl="0">
              <a:spcBef>
                <a:spcPts val="0"/>
              </a:spcBef>
              <a:spcAft>
                <a:spcPts val="0"/>
              </a:spcAft>
              <a:buSzPts val="5200"/>
              <a:buNone/>
              <a:defRPr sz="5200"/>
            </a:lvl3pPr>
            <a:lvl4pPr lvl="3" algn="ctr" rtl="0">
              <a:spcBef>
                <a:spcPts val="0"/>
              </a:spcBef>
              <a:spcAft>
                <a:spcPts val="0"/>
              </a:spcAft>
              <a:buSzPts val="5200"/>
              <a:buNone/>
              <a:defRPr sz="5200"/>
            </a:lvl4pPr>
            <a:lvl5pPr lvl="4" algn="ctr" rtl="0">
              <a:spcBef>
                <a:spcPts val="0"/>
              </a:spcBef>
              <a:spcAft>
                <a:spcPts val="0"/>
              </a:spcAft>
              <a:buSzPts val="5200"/>
              <a:buNone/>
              <a:defRPr sz="5200"/>
            </a:lvl5pPr>
            <a:lvl6pPr lvl="5" algn="ctr" rtl="0">
              <a:spcBef>
                <a:spcPts val="0"/>
              </a:spcBef>
              <a:spcAft>
                <a:spcPts val="0"/>
              </a:spcAft>
              <a:buSzPts val="5200"/>
              <a:buNone/>
              <a:defRPr sz="5200"/>
            </a:lvl6pPr>
            <a:lvl7pPr lvl="6" algn="ctr" rtl="0">
              <a:spcBef>
                <a:spcPts val="0"/>
              </a:spcBef>
              <a:spcAft>
                <a:spcPts val="0"/>
              </a:spcAft>
              <a:buSzPts val="5200"/>
              <a:buNone/>
              <a:defRPr sz="5200"/>
            </a:lvl7pPr>
            <a:lvl8pPr lvl="7" algn="ctr" rtl="0">
              <a:spcBef>
                <a:spcPts val="0"/>
              </a:spcBef>
              <a:spcAft>
                <a:spcPts val="0"/>
              </a:spcAft>
              <a:buSzPts val="5200"/>
              <a:buNone/>
              <a:defRPr sz="5200"/>
            </a:lvl8pPr>
            <a:lvl9pPr lvl="8" algn="ctr" rtl="0">
              <a:spcBef>
                <a:spcPts val="0"/>
              </a:spcBef>
              <a:spcAft>
                <a:spcPts val="0"/>
              </a:spcAft>
              <a:buSzPts val="5200"/>
              <a:buNone/>
              <a:defRPr sz="5200"/>
            </a:lvl9pPr>
          </a:lstStyle>
          <a:p>
            <a:endParaRPr/>
          </a:p>
        </p:txBody>
      </p:sp>
      <p:sp>
        <p:nvSpPr>
          <p:cNvPr id="676" name="Google Shape;676;p52"/>
          <p:cNvSpPr txBox="1">
            <a:spLocks noGrp="1"/>
          </p:cNvSpPr>
          <p:nvPr>
            <p:ph type="subTitle" idx="1"/>
          </p:nvPr>
        </p:nvSpPr>
        <p:spPr>
          <a:xfrm>
            <a:off x="311700" y="2834125"/>
            <a:ext cx="8520600" cy="7926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2800"/>
              <a:buNone/>
              <a:defRPr sz="2800"/>
            </a:lvl1pPr>
            <a:lvl2pPr lvl="1" algn="ctr" rtl="0">
              <a:lnSpc>
                <a:spcPct val="100000"/>
              </a:lnSpc>
              <a:spcBef>
                <a:spcPts val="0"/>
              </a:spcBef>
              <a:spcAft>
                <a:spcPts val="0"/>
              </a:spcAft>
              <a:buSzPts val="2800"/>
              <a:buNone/>
              <a:defRPr sz="2800"/>
            </a:lvl2pPr>
            <a:lvl3pPr lvl="2" algn="ctr" rtl="0">
              <a:lnSpc>
                <a:spcPct val="100000"/>
              </a:lnSpc>
              <a:spcBef>
                <a:spcPts val="0"/>
              </a:spcBef>
              <a:spcAft>
                <a:spcPts val="0"/>
              </a:spcAft>
              <a:buSzPts val="2800"/>
              <a:buNone/>
              <a:defRPr sz="2800"/>
            </a:lvl3pPr>
            <a:lvl4pPr lvl="3" algn="ctr" rtl="0">
              <a:lnSpc>
                <a:spcPct val="100000"/>
              </a:lnSpc>
              <a:spcBef>
                <a:spcPts val="0"/>
              </a:spcBef>
              <a:spcAft>
                <a:spcPts val="0"/>
              </a:spcAft>
              <a:buSzPts val="2800"/>
              <a:buNone/>
              <a:defRPr sz="2800"/>
            </a:lvl4pPr>
            <a:lvl5pPr lvl="4" algn="ctr" rtl="0">
              <a:lnSpc>
                <a:spcPct val="100000"/>
              </a:lnSpc>
              <a:spcBef>
                <a:spcPts val="0"/>
              </a:spcBef>
              <a:spcAft>
                <a:spcPts val="0"/>
              </a:spcAft>
              <a:buSzPts val="2800"/>
              <a:buNone/>
              <a:defRPr sz="2800"/>
            </a:lvl5pPr>
            <a:lvl6pPr lvl="5" algn="ctr" rtl="0">
              <a:lnSpc>
                <a:spcPct val="100000"/>
              </a:lnSpc>
              <a:spcBef>
                <a:spcPts val="0"/>
              </a:spcBef>
              <a:spcAft>
                <a:spcPts val="0"/>
              </a:spcAft>
              <a:buSzPts val="2800"/>
              <a:buNone/>
              <a:defRPr sz="2800"/>
            </a:lvl6pPr>
            <a:lvl7pPr lvl="6" algn="ctr" rtl="0">
              <a:lnSpc>
                <a:spcPct val="100000"/>
              </a:lnSpc>
              <a:spcBef>
                <a:spcPts val="0"/>
              </a:spcBef>
              <a:spcAft>
                <a:spcPts val="0"/>
              </a:spcAft>
              <a:buSzPts val="2800"/>
              <a:buNone/>
              <a:defRPr sz="2800"/>
            </a:lvl7pPr>
            <a:lvl8pPr lvl="7" algn="ctr" rtl="0">
              <a:lnSpc>
                <a:spcPct val="100000"/>
              </a:lnSpc>
              <a:spcBef>
                <a:spcPts val="0"/>
              </a:spcBef>
              <a:spcAft>
                <a:spcPts val="0"/>
              </a:spcAft>
              <a:buSzPts val="2800"/>
              <a:buNone/>
              <a:defRPr sz="2800"/>
            </a:lvl8pPr>
            <a:lvl9pPr lvl="8" algn="ctr" rtl="0">
              <a:lnSpc>
                <a:spcPct val="100000"/>
              </a:lnSpc>
              <a:spcBef>
                <a:spcPts val="0"/>
              </a:spcBef>
              <a:spcAft>
                <a:spcPts val="0"/>
              </a:spcAft>
              <a:buSzPts val="2800"/>
              <a:buNone/>
              <a:defRPr sz="2800"/>
            </a:lvl9pPr>
          </a:lstStyle>
          <a:p>
            <a:endParaRPr/>
          </a:p>
        </p:txBody>
      </p:sp>
      <p:sp>
        <p:nvSpPr>
          <p:cNvPr id="677" name="Google Shape;677;p52"/>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marL="0" lvl="0" indent="0" algn="l"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matchingName="TITLE_AND_BODY_9">
  <p:cSld name="TITLE_AND_BODY_9">
    <p:spTree>
      <p:nvGrpSpPr>
        <p:cNvPr id="1" name="Shape 678"/>
        <p:cNvGrpSpPr/>
        <p:nvPr/>
      </p:nvGrpSpPr>
      <p:grpSpPr>
        <a:xfrm>
          <a:off x="0" y="0"/>
          <a:ext cx="0" cy="0"/>
          <a:chOff x="0" y="0"/>
          <a:chExt cx="0" cy="0"/>
        </a:xfrm>
      </p:grpSpPr>
      <p:sp>
        <p:nvSpPr>
          <p:cNvPr id="679" name="Google Shape;679;p53"/>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Autofit/>
          </a:bodyPr>
          <a:lstStyle>
            <a:lvl1pPr lvl="0" rtl="0">
              <a:spcBef>
                <a:spcPts val="0"/>
              </a:spcBef>
              <a:spcAft>
                <a:spcPts val="0"/>
              </a:spcAft>
              <a:buSzPts val="28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a:endParaRPr/>
          </a:p>
        </p:txBody>
      </p:sp>
      <p:sp>
        <p:nvSpPr>
          <p:cNvPr id="680" name="Google Shape;680;p53"/>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Autofit/>
          </a:bodyPr>
          <a:lstStyle>
            <a:lvl1pPr marL="457200" lvl="0" indent="-381000" rtl="0">
              <a:spcBef>
                <a:spcPts val="0"/>
              </a:spcBef>
              <a:spcAft>
                <a:spcPts val="0"/>
              </a:spcAft>
              <a:buSzPts val="2400"/>
              <a:buChar char="●"/>
              <a:defRPr/>
            </a:lvl1pPr>
            <a:lvl2pPr marL="914400" lvl="1" indent="-368300" rtl="0">
              <a:spcBef>
                <a:spcPts val="1600"/>
              </a:spcBef>
              <a:spcAft>
                <a:spcPts val="0"/>
              </a:spcAft>
              <a:buSzPts val="2200"/>
              <a:buChar char="○"/>
              <a:defRPr/>
            </a:lvl2pPr>
            <a:lvl3pPr marL="1371600" lvl="2" indent="-368300" rtl="0">
              <a:spcBef>
                <a:spcPts val="1600"/>
              </a:spcBef>
              <a:spcAft>
                <a:spcPts val="0"/>
              </a:spcAft>
              <a:buSzPts val="2200"/>
              <a:buChar char="■"/>
              <a:defRPr/>
            </a:lvl3pPr>
            <a:lvl4pPr marL="1828800" lvl="3" indent="-355600" rtl="0">
              <a:spcBef>
                <a:spcPts val="1600"/>
              </a:spcBef>
              <a:spcAft>
                <a:spcPts val="0"/>
              </a:spcAft>
              <a:buSzPts val="2000"/>
              <a:buChar char="●"/>
              <a:defRPr/>
            </a:lvl4pPr>
            <a:lvl5pPr marL="2286000" lvl="4" indent="-355600" rtl="0">
              <a:spcBef>
                <a:spcPts val="1600"/>
              </a:spcBef>
              <a:spcAft>
                <a:spcPts val="0"/>
              </a:spcAft>
              <a:buSzPts val="2000"/>
              <a:buChar char="○"/>
              <a:defRPr/>
            </a:lvl5pPr>
            <a:lvl6pPr marL="2743200" lvl="5" indent="-355600" rtl="0">
              <a:spcBef>
                <a:spcPts val="1600"/>
              </a:spcBef>
              <a:spcAft>
                <a:spcPts val="0"/>
              </a:spcAft>
              <a:buSzPts val="2000"/>
              <a:buChar char="■"/>
              <a:defRPr/>
            </a:lvl6pPr>
            <a:lvl7pPr marL="3200400" lvl="6" indent="-342900" rtl="0">
              <a:spcBef>
                <a:spcPts val="1600"/>
              </a:spcBef>
              <a:spcAft>
                <a:spcPts val="0"/>
              </a:spcAft>
              <a:buSzPts val="1800"/>
              <a:buChar char="●"/>
              <a:defRPr/>
            </a:lvl7pPr>
            <a:lvl8pPr marL="3657600" lvl="7" indent="-342900" rtl="0">
              <a:spcBef>
                <a:spcPts val="1600"/>
              </a:spcBef>
              <a:spcAft>
                <a:spcPts val="0"/>
              </a:spcAft>
              <a:buSzPts val="1800"/>
              <a:buChar char="○"/>
              <a:defRPr/>
            </a:lvl8pPr>
            <a:lvl9pPr marL="4114800" lvl="8" indent="-342900" rtl="0">
              <a:spcBef>
                <a:spcPts val="1600"/>
              </a:spcBef>
              <a:spcAft>
                <a:spcPts val="1600"/>
              </a:spcAft>
              <a:buSzPts val="1800"/>
              <a:buChar char="■"/>
              <a:defRPr/>
            </a:lvl9pPr>
          </a:lstStyle>
          <a:p>
            <a:endParaRPr/>
          </a:p>
        </p:txBody>
      </p:sp>
      <p:sp>
        <p:nvSpPr>
          <p:cNvPr id="681" name="Google Shape;681;p53"/>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marL="0" lvl="0" indent="0" algn="l"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2.xml><?xml version="1.0" encoding="utf-8"?>
<p:sldLayout xmlns:a="http://schemas.openxmlformats.org/drawingml/2006/main" xmlns:r="http://schemas.openxmlformats.org/officeDocument/2006/relationships" xmlns:p="http://schemas.openxmlformats.org/presentationml/2006/main" matchingName="TITLE_AND_BODY_10">
  <p:cSld name="TITLE_AND_BODY_10">
    <p:spTree>
      <p:nvGrpSpPr>
        <p:cNvPr id="1" name="Shape 682"/>
        <p:cNvGrpSpPr/>
        <p:nvPr/>
      </p:nvGrpSpPr>
      <p:grpSpPr>
        <a:xfrm>
          <a:off x="0" y="0"/>
          <a:ext cx="0" cy="0"/>
          <a:chOff x="0" y="0"/>
          <a:chExt cx="0" cy="0"/>
        </a:xfrm>
      </p:grpSpPr>
      <p:sp>
        <p:nvSpPr>
          <p:cNvPr id="683" name="Google Shape;683;p54"/>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Autofit/>
          </a:bodyPr>
          <a:lstStyle>
            <a:lvl1pPr lvl="0" rtl="0">
              <a:spcBef>
                <a:spcPts val="0"/>
              </a:spcBef>
              <a:spcAft>
                <a:spcPts val="0"/>
              </a:spcAft>
              <a:buSzPts val="28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a:endParaRPr/>
          </a:p>
        </p:txBody>
      </p:sp>
      <p:sp>
        <p:nvSpPr>
          <p:cNvPr id="684" name="Google Shape;684;p54"/>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Autofit/>
          </a:bodyPr>
          <a:lstStyle>
            <a:lvl1pPr marL="457200" lvl="0" indent="-381000" rtl="0">
              <a:spcBef>
                <a:spcPts val="0"/>
              </a:spcBef>
              <a:spcAft>
                <a:spcPts val="0"/>
              </a:spcAft>
              <a:buSzPts val="2400"/>
              <a:buChar char="●"/>
              <a:defRPr/>
            </a:lvl1pPr>
            <a:lvl2pPr marL="914400" lvl="1" indent="-368300" rtl="0">
              <a:spcBef>
                <a:spcPts val="1600"/>
              </a:spcBef>
              <a:spcAft>
                <a:spcPts val="0"/>
              </a:spcAft>
              <a:buSzPts val="2200"/>
              <a:buChar char="○"/>
              <a:defRPr/>
            </a:lvl2pPr>
            <a:lvl3pPr marL="1371600" lvl="2" indent="-368300" rtl="0">
              <a:spcBef>
                <a:spcPts val="1600"/>
              </a:spcBef>
              <a:spcAft>
                <a:spcPts val="0"/>
              </a:spcAft>
              <a:buSzPts val="2200"/>
              <a:buChar char="■"/>
              <a:defRPr/>
            </a:lvl3pPr>
            <a:lvl4pPr marL="1828800" lvl="3" indent="-355600" rtl="0">
              <a:spcBef>
                <a:spcPts val="1600"/>
              </a:spcBef>
              <a:spcAft>
                <a:spcPts val="0"/>
              </a:spcAft>
              <a:buSzPts val="2000"/>
              <a:buChar char="●"/>
              <a:defRPr/>
            </a:lvl4pPr>
            <a:lvl5pPr marL="2286000" lvl="4" indent="-355600" rtl="0">
              <a:spcBef>
                <a:spcPts val="1600"/>
              </a:spcBef>
              <a:spcAft>
                <a:spcPts val="0"/>
              </a:spcAft>
              <a:buSzPts val="2000"/>
              <a:buChar char="○"/>
              <a:defRPr/>
            </a:lvl5pPr>
            <a:lvl6pPr marL="2743200" lvl="5" indent="-355600" rtl="0">
              <a:spcBef>
                <a:spcPts val="1600"/>
              </a:spcBef>
              <a:spcAft>
                <a:spcPts val="0"/>
              </a:spcAft>
              <a:buSzPts val="2000"/>
              <a:buChar char="■"/>
              <a:defRPr/>
            </a:lvl6pPr>
            <a:lvl7pPr marL="3200400" lvl="6" indent="-342900" rtl="0">
              <a:spcBef>
                <a:spcPts val="1600"/>
              </a:spcBef>
              <a:spcAft>
                <a:spcPts val="0"/>
              </a:spcAft>
              <a:buSzPts val="1800"/>
              <a:buChar char="●"/>
              <a:defRPr/>
            </a:lvl7pPr>
            <a:lvl8pPr marL="3657600" lvl="7" indent="-342900" rtl="0">
              <a:spcBef>
                <a:spcPts val="1600"/>
              </a:spcBef>
              <a:spcAft>
                <a:spcPts val="0"/>
              </a:spcAft>
              <a:buSzPts val="1800"/>
              <a:buChar char="○"/>
              <a:defRPr/>
            </a:lvl8pPr>
            <a:lvl9pPr marL="4114800" lvl="8" indent="-342900" rtl="0">
              <a:spcBef>
                <a:spcPts val="1600"/>
              </a:spcBef>
              <a:spcAft>
                <a:spcPts val="1600"/>
              </a:spcAft>
              <a:buSzPts val="1800"/>
              <a:buChar char="■"/>
              <a:defRPr/>
            </a:lvl9pPr>
          </a:lstStyle>
          <a:p>
            <a:endParaRPr/>
          </a:p>
        </p:txBody>
      </p:sp>
      <p:sp>
        <p:nvSpPr>
          <p:cNvPr id="685" name="Google Shape;685;p54"/>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marL="0" lvl="0" indent="0" algn="l" rtl="0">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6" Type="http://schemas.openxmlformats.org/officeDocument/2006/relationships/theme" Target="../theme/theme1.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_rels/slideMaster2.xml.rels><?xml version="1.0" encoding="UTF-8" standalone="yes"?>
<Relationships xmlns="http://schemas.openxmlformats.org/package/2006/relationships"><Relationship Id="rId13" Type="http://schemas.openxmlformats.org/officeDocument/2006/relationships/slideLayout" Target="../slideLayouts/slideLayout28.xml"/><Relationship Id="rId18" Type="http://schemas.openxmlformats.org/officeDocument/2006/relationships/slideLayout" Target="../slideLayouts/slideLayout33.xml"/><Relationship Id="rId26" Type="http://schemas.openxmlformats.org/officeDocument/2006/relationships/slideLayout" Target="../slideLayouts/slideLayout41.xml"/><Relationship Id="rId39" Type="http://schemas.openxmlformats.org/officeDocument/2006/relationships/image" Target="../media/image2.png"/><Relationship Id="rId21" Type="http://schemas.openxmlformats.org/officeDocument/2006/relationships/slideLayout" Target="../slideLayouts/slideLayout36.xml"/><Relationship Id="rId34" Type="http://schemas.openxmlformats.org/officeDocument/2006/relationships/slideLayout" Target="../slideLayouts/slideLayout49.xml"/><Relationship Id="rId7" Type="http://schemas.openxmlformats.org/officeDocument/2006/relationships/slideLayout" Target="../slideLayouts/slideLayout22.xml"/><Relationship Id="rId12" Type="http://schemas.openxmlformats.org/officeDocument/2006/relationships/slideLayout" Target="../slideLayouts/slideLayout27.xml"/><Relationship Id="rId17" Type="http://schemas.openxmlformats.org/officeDocument/2006/relationships/slideLayout" Target="../slideLayouts/slideLayout32.xml"/><Relationship Id="rId25" Type="http://schemas.openxmlformats.org/officeDocument/2006/relationships/slideLayout" Target="../slideLayouts/slideLayout40.xml"/><Relationship Id="rId33" Type="http://schemas.openxmlformats.org/officeDocument/2006/relationships/slideLayout" Target="../slideLayouts/slideLayout48.xml"/><Relationship Id="rId38" Type="http://schemas.openxmlformats.org/officeDocument/2006/relationships/theme" Target="../theme/theme2.xml"/><Relationship Id="rId2" Type="http://schemas.openxmlformats.org/officeDocument/2006/relationships/slideLayout" Target="../slideLayouts/slideLayout17.xml"/><Relationship Id="rId16" Type="http://schemas.openxmlformats.org/officeDocument/2006/relationships/slideLayout" Target="../slideLayouts/slideLayout31.xml"/><Relationship Id="rId20" Type="http://schemas.openxmlformats.org/officeDocument/2006/relationships/slideLayout" Target="../slideLayouts/slideLayout35.xml"/><Relationship Id="rId29" Type="http://schemas.openxmlformats.org/officeDocument/2006/relationships/slideLayout" Target="../slideLayouts/slideLayout44.xml"/><Relationship Id="rId1" Type="http://schemas.openxmlformats.org/officeDocument/2006/relationships/slideLayout" Target="../slideLayouts/slideLayout16.xml"/><Relationship Id="rId6" Type="http://schemas.openxmlformats.org/officeDocument/2006/relationships/slideLayout" Target="../slideLayouts/slideLayout21.xml"/><Relationship Id="rId11" Type="http://schemas.openxmlformats.org/officeDocument/2006/relationships/slideLayout" Target="../slideLayouts/slideLayout26.xml"/><Relationship Id="rId24" Type="http://schemas.openxmlformats.org/officeDocument/2006/relationships/slideLayout" Target="../slideLayouts/slideLayout39.xml"/><Relationship Id="rId32" Type="http://schemas.openxmlformats.org/officeDocument/2006/relationships/slideLayout" Target="../slideLayouts/slideLayout47.xml"/><Relationship Id="rId37" Type="http://schemas.openxmlformats.org/officeDocument/2006/relationships/slideLayout" Target="../slideLayouts/slideLayout52.xml"/><Relationship Id="rId5" Type="http://schemas.openxmlformats.org/officeDocument/2006/relationships/slideLayout" Target="../slideLayouts/slideLayout20.xml"/><Relationship Id="rId15" Type="http://schemas.openxmlformats.org/officeDocument/2006/relationships/slideLayout" Target="../slideLayouts/slideLayout30.xml"/><Relationship Id="rId23" Type="http://schemas.openxmlformats.org/officeDocument/2006/relationships/slideLayout" Target="../slideLayouts/slideLayout38.xml"/><Relationship Id="rId28" Type="http://schemas.openxmlformats.org/officeDocument/2006/relationships/slideLayout" Target="../slideLayouts/slideLayout43.xml"/><Relationship Id="rId36" Type="http://schemas.openxmlformats.org/officeDocument/2006/relationships/slideLayout" Target="../slideLayouts/slideLayout51.xml"/><Relationship Id="rId10" Type="http://schemas.openxmlformats.org/officeDocument/2006/relationships/slideLayout" Target="../slideLayouts/slideLayout25.xml"/><Relationship Id="rId19" Type="http://schemas.openxmlformats.org/officeDocument/2006/relationships/slideLayout" Target="../slideLayouts/slideLayout34.xml"/><Relationship Id="rId31" Type="http://schemas.openxmlformats.org/officeDocument/2006/relationships/slideLayout" Target="../slideLayouts/slideLayout46.xml"/><Relationship Id="rId4" Type="http://schemas.openxmlformats.org/officeDocument/2006/relationships/slideLayout" Target="../slideLayouts/slideLayout19.xml"/><Relationship Id="rId9" Type="http://schemas.openxmlformats.org/officeDocument/2006/relationships/slideLayout" Target="../slideLayouts/slideLayout24.xml"/><Relationship Id="rId14" Type="http://schemas.openxmlformats.org/officeDocument/2006/relationships/slideLayout" Target="../slideLayouts/slideLayout29.xml"/><Relationship Id="rId22" Type="http://schemas.openxmlformats.org/officeDocument/2006/relationships/slideLayout" Target="../slideLayouts/slideLayout37.xml"/><Relationship Id="rId27" Type="http://schemas.openxmlformats.org/officeDocument/2006/relationships/slideLayout" Target="../slideLayouts/slideLayout42.xml"/><Relationship Id="rId30" Type="http://schemas.openxmlformats.org/officeDocument/2006/relationships/slideLayout" Target="../slideLayouts/slideLayout45.xml"/><Relationship Id="rId35" Type="http://schemas.openxmlformats.org/officeDocument/2006/relationships/slideLayout" Target="../slideLayouts/slideLayout50.xml"/><Relationship Id="rId8" Type="http://schemas.openxmlformats.org/officeDocument/2006/relationships/slideLayout" Target="../slideLayouts/slideLayout23.xml"/><Relationship Id="rId3" Type="http://schemas.openxmlformats.org/officeDocument/2006/relationships/slideLayout" Target="../slideLayouts/slideLayout18.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a:endParaRPr/>
          </a:p>
        </p:txBody>
      </p:sp>
      <p:sp>
        <p:nvSpPr>
          <p:cNvPr id="7" name="Google Shape;7;p1"/>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normAutofit/>
          </a:bodyPr>
          <a:lstStyle>
            <a:lvl1pPr marL="457200" lvl="0" indent="-342900">
              <a:lnSpc>
                <a:spcPct val="115000"/>
              </a:lnSpc>
              <a:spcBef>
                <a:spcPts val="0"/>
              </a:spcBef>
              <a:spcAft>
                <a:spcPts val="0"/>
              </a:spcAft>
              <a:buClr>
                <a:schemeClr val="dk2"/>
              </a:buClr>
              <a:buSzPts val="1800"/>
              <a:buChar char="●"/>
              <a:defRPr sz="1800">
                <a:solidFill>
                  <a:schemeClr val="dk2"/>
                </a:solidFill>
              </a:defRPr>
            </a:lvl1pPr>
            <a:lvl2pPr marL="914400" lvl="1" indent="-317500">
              <a:lnSpc>
                <a:spcPct val="115000"/>
              </a:lnSpc>
              <a:spcBef>
                <a:spcPts val="0"/>
              </a:spcBef>
              <a:spcAft>
                <a:spcPts val="0"/>
              </a:spcAft>
              <a:buClr>
                <a:schemeClr val="dk2"/>
              </a:buClr>
              <a:buSzPts val="1400"/>
              <a:buChar char="○"/>
              <a:defRPr>
                <a:solidFill>
                  <a:schemeClr val="dk2"/>
                </a:solidFill>
              </a:defRPr>
            </a:lvl2pPr>
            <a:lvl3pPr marL="1371600" lvl="2" indent="-317500">
              <a:lnSpc>
                <a:spcPct val="115000"/>
              </a:lnSpc>
              <a:spcBef>
                <a:spcPts val="0"/>
              </a:spcBef>
              <a:spcAft>
                <a:spcPts val="0"/>
              </a:spcAft>
              <a:buClr>
                <a:schemeClr val="dk2"/>
              </a:buClr>
              <a:buSzPts val="1400"/>
              <a:buChar char="■"/>
              <a:defRPr>
                <a:solidFill>
                  <a:schemeClr val="dk2"/>
                </a:solidFill>
              </a:defRPr>
            </a:lvl3pPr>
            <a:lvl4pPr marL="1828800" lvl="3" indent="-317500">
              <a:lnSpc>
                <a:spcPct val="115000"/>
              </a:lnSpc>
              <a:spcBef>
                <a:spcPts val="0"/>
              </a:spcBef>
              <a:spcAft>
                <a:spcPts val="0"/>
              </a:spcAft>
              <a:buClr>
                <a:schemeClr val="dk2"/>
              </a:buClr>
              <a:buSzPts val="1400"/>
              <a:buChar char="●"/>
              <a:defRPr>
                <a:solidFill>
                  <a:schemeClr val="dk2"/>
                </a:solidFill>
              </a:defRPr>
            </a:lvl4pPr>
            <a:lvl5pPr marL="2286000" lvl="4" indent="-317500">
              <a:lnSpc>
                <a:spcPct val="115000"/>
              </a:lnSpc>
              <a:spcBef>
                <a:spcPts val="0"/>
              </a:spcBef>
              <a:spcAft>
                <a:spcPts val="0"/>
              </a:spcAft>
              <a:buClr>
                <a:schemeClr val="dk2"/>
              </a:buClr>
              <a:buSzPts val="1400"/>
              <a:buChar char="○"/>
              <a:defRPr>
                <a:solidFill>
                  <a:schemeClr val="dk2"/>
                </a:solidFill>
              </a:defRPr>
            </a:lvl5pPr>
            <a:lvl6pPr marL="2743200" lvl="5" indent="-317500">
              <a:lnSpc>
                <a:spcPct val="115000"/>
              </a:lnSpc>
              <a:spcBef>
                <a:spcPts val="0"/>
              </a:spcBef>
              <a:spcAft>
                <a:spcPts val="0"/>
              </a:spcAft>
              <a:buClr>
                <a:schemeClr val="dk2"/>
              </a:buClr>
              <a:buSzPts val="1400"/>
              <a:buChar char="■"/>
              <a:defRPr>
                <a:solidFill>
                  <a:schemeClr val="dk2"/>
                </a:solidFill>
              </a:defRPr>
            </a:lvl6pPr>
            <a:lvl7pPr marL="3200400" lvl="6" indent="-317500">
              <a:lnSpc>
                <a:spcPct val="115000"/>
              </a:lnSpc>
              <a:spcBef>
                <a:spcPts val="0"/>
              </a:spcBef>
              <a:spcAft>
                <a:spcPts val="0"/>
              </a:spcAft>
              <a:buClr>
                <a:schemeClr val="dk2"/>
              </a:buClr>
              <a:buSzPts val="1400"/>
              <a:buChar char="●"/>
              <a:defRPr>
                <a:solidFill>
                  <a:schemeClr val="dk2"/>
                </a:solidFill>
              </a:defRPr>
            </a:lvl7pPr>
            <a:lvl8pPr marL="3657600" lvl="7" indent="-317500">
              <a:lnSpc>
                <a:spcPct val="115000"/>
              </a:lnSpc>
              <a:spcBef>
                <a:spcPts val="0"/>
              </a:spcBef>
              <a:spcAft>
                <a:spcPts val="0"/>
              </a:spcAft>
              <a:buClr>
                <a:schemeClr val="dk2"/>
              </a:buClr>
              <a:buSzPts val="1400"/>
              <a:buChar char="○"/>
              <a:defRPr>
                <a:solidFill>
                  <a:schemeClr val="dk2"/>
                </a:solidFill>
              </a:defRPr>
            </a:lvl8pPr>
            <a:lvl9pPr marL="4114800" lvl="8" indent="-317500">
              <a:lnSpc>
                <a:spcPct val="115000"/>
              </a:lnSpc>
              <a:spcBef>
                <a:spcPts val="0"/>
              </a:spcBef>
              <a:spcAft>
                <a:spcPts val="0"/>
              </a:spcAft>
              <a:buClr>
                <a:schemeClr val="dk2"/>
              </a:buClr>
              <a:buSzPts val="1400"/>
              <a:buChar char="■"/>
              <a:defRPr>
                <a:solidFill>
                  <a:schemeClr val="dk2"/>
                </a:solidFill>
              </a:defRPr>
            </a:lvl9pPr>
          </a:lstStyle>
          <a:p>
            <a:endParaRPr/>
          </a:p>
        </p:txBody>
      </p:sp>
      <p:sp>
        <p:nvSpPr>
          <p:cNvPr id="8" name="Google Shape;8;p1"/>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marL="0" lvl="0" indent="0" algn="r" rtl="0">
              <a:spcBef>
                <a:spcPts val="0"/>
              </a:spcBef>
              <a:spcAft>
                <a:spcPts val="0"/>
              </a:spcAft>
              <a:buNone/>
            </a:pPr>
            <a:fld id="{00000000-1234-1234-1234-123412341234}" type="slidenum">
              <a:rPr lang="en"/>
              <a:t>‹#›</a:t>
            </a:fld>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0" r:id="rId13"/>
    <p:sldLayoutId id="2147483661" r:id="rId14"/>
    <p:sldLayoutId id="2147483662" r:id="rId15"/>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 name="Shape 69"/>
        <p:cNvGrpSpPr/>
        <p:nvPr/>
      </p:nvGrpSpPr>
      <p:grpSpPr>
        <a:xfrm>
          <a:off x="0" y="0"/>
          <a:ext cx="0" cy="0"/>
          <a:chOff x="0" y="0"/>
          <a:chExt cx="0" cy="0"/>
        </a:xfrm>
      </p:grpSpPr>
      <p:sp>
        <p:nvSpPr>
          <p:cNvPr id="70" name="Google Shape;70;p17"/>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Autofit/>
          </a:bodyPr>
          <a:lstStyle>
            <a:lvl1pPr lvl="0" rtl="0">
              <a:spcBef>
                <a:spcPts val="0"/>
              </a:spcBef>
              <a:spcAft>
                <a:spcPts val="0"/>
              </a:spcAft>
              <a:buClr>
                <a:schemeClr val="dk1"/>
              </a:buClr>
              <a:buSzPts val="2800"/>
              <a:buFont typeface="Proxima Nova"/>
              <a:buNone/>
              <a:defRPr sz="2800">
                <a:solidFill>
                  <a:schemeClr val="dk1"/>
                </a:solidFill>
                <a:latin typeface="Proxima Nova"/>
                <a:ea typeface="Proxima Nova"/>
                <a:cs typeface="Proxima Nova"/>
                <a:sym typeface="Proxima Nova"/>
              </a:defRPr>
            </a:lvl1pPr>
            <a:lvl2pPr lvl="1" rtl="0">
              <a:spcBef>
                <a:spcPts val="0"/>
              </a:spcBef>
              <a:spcAft>
                <a:spcPts val="0"/>
              </a:spcAft>
              <a:buClr>
                <a:schemeClr val="dk1"/>
              </a:buClr>
              <a:buSzPts val="2800"/>
              <a:buFont typeface="Proxima Nova"/>
              <a:buNone/>
              <a:defRPr sz="2800">
                <a:solidFill>
                  <a:schemeClr val="dk1"/>
                </a:solidFill>
                <a:latin typeface="Proxima Nova"/>
                <a:ea typeface="Proxima Nova"/>
                <a:cs typeface="Proxima Nova"/>
                <a:sym typeface="Proxima Nova"/>
              </a:defRPr>
            </a:lvl2pPr>
            <a:lvl3pPr lvl="2" rtl="0">
              <a:spcBef>
                <a:spcPts val="0"/>
              </a:spcBef>
              <a:spcAft>
                <a:spcPts val="0"/>
              </a:spcAft>
              <a:buClr>
                <a:schemeClr val="dk1"/>
              </a:buClr>
              <a:buSzPts val="2800"/>
              <a:buFont typeface="Proxima Nova"/>
              <a:buNone/>
              <a:defRPr sz="2800">
                <a:solidFill>
                  <a:schemeClr val="dk1"/>
                </a:solidFill>
                <a:latin typeface="Proxima Nova"/>
                <a:ea typeface="Proxima Nova"/>
                <a:cs typeface="Proxima Nova"/>
                <a:sym typeface="Proxima Nova"/>
              </a:defRPr>
            </a:lvl3pPr>
            <a:lvl4pPr lvl="3" rtl="0">
              <a:spcBef>
                <a:spcPts val="0"/>
              </a:spcBef>
              <a:spcAft>
                <a:spcPts val="0"/>
              </a:spcAft>
              <a:buClr>
                <a:schemeClr val="dk1"/>
              </a:buClr>
              <a:buSzPts val="2800"/>
              <a:buFont typeface="Proxima Nova"/>
              <a:buNone/>
              <a:defRPr sz="2800">
                <a:solidFill>
                  <a:schemeClr val="dk1"/>
                </a:solidFill>
                <a:latin typeface="Proxima Nova"/>
                <a:ea typeface="Proxima Nova"/>
                <a:cs typeface="Proxima Nova"/>
                <a:sym typeface="Proxima Nova"/>
              </a:defRPr>
            </a:lvl4pPr>
            <a:lvl5pPr lvl="4" rtl="0">
              <a:spcBef>
                <a:spcPts val="0"/>
              </a:spcBef>
              <a:spcAft>
                <a:spcPts val="0"/>
              </a:spcAft>
              <a:buClr>
                <a:schemeClr val="dk1"/>
              </a:buClr>
              <a:buSzPts val="2800"/>
              <a:buFont typeface="Proxima Nova"/>
              <a:buNone/>
              <a:defRPr sz="2800">
                <a:solidFill>
                  <a:schemeClr val="dk1"/>
                </a:solidFill>
                <a:latin typeface="Proxima Nova"/>
                <a:ea typeface="Proxima Nova"/>
                <a:cs typeface="Proxima Nova"/>
                <a:sym typeface="Proxima Nova"/>
              </a:defRPr>
            </a:lvl5pPr>
            <a:lvl6pPr lvl="5" rtl="0">
              <a:spcBef>
                <a:spcPts val="0"/>
              </a:spcBef>
              <a:spcAft>
                <a:spcPts val="0"/>
              </a:spcAft>
              <a:buClr>
                <a:schemeClr val="dk1"/>
              </a:buClr>
              <a:buSzPts val="2800"/>
              <a:buFont typeface="Proxima Nova"/>
              <a:buNone/>
              <a:defRPr sz="2800">
                <a:solidFill>
                  <a:schemeClr val="dk1"/>
                </a:solidFill>
                <a:latin typeface="Proxima Nova"/>
                <a:ea typeface="Proxima Nova"/>
                <a:cs typeface="Proxima Nova"/>
                <a:sym typeface="Proxima Nova"/>
              </a:defRPr>
            </a:lvl6pPr>
            <a:lvl7pPr lvl="6" rtl="0">
              <a:spcBef>
                <a:spcPts val="0"/>
              </a:spcBef>
              <a:spcAft>
                <a:spcPts val="0"/>
              </a:spcAft>
              <a:buClr>
                <a:schemeClr val="dk1"/>
              </a:buClr>
              <a:buSzPts val="2800"/>
              <a:buFont typeface="Proxima Nova"/>
              <a:buNone/>
              <a:defRPr sz="2800">
                <a:solidFill>
                  <a:schemeClr val="dk1"/>
                </a:solidFill>
                <a:latin typeface="Proxima Nova"/>
                <a:ea typeface="Proxima Nova"/>
                <a:cs typeface="Proxima Nova"/>
                <a:sym typeface="Proxima Nova"/>
              </a:defRPr>
            </a:lvl7pPr>
            <a:lvl8pPr lvl="7" rtl="0">
              <a:spcBef>
                <a:spcPts val="0"/>
              </a:spcBef>
              <a:spcAft>
                <a:spcPts val="0"/>
              </a:spcAft>
              <a:buClr>
                <a:schemeClr val="dk1"/>
              </a:buClr>
              <a:buSzPts val="2800"/>
              <a:buFont typeface="Proxima Nova"/>
              <a:buNone/>
              <a:defRPr sz="2800">
                <a:solidFill>
                  <a:schemeClr val="dk1"/>
                </a:solidFill>
                <a:latin typeface="Proxima Nova"/>
                <a:ea typeface="Proxima Nova"/>
                <a:cs typeface="Proxima Nova"/>
                <a:sym typeface="Proxima Nova"/>
              </a:defRPr>
            </a:lvl8pPr>
            <a:lvl9pPr lvl="8" rtl="0">
              <a:spcBef>
                <a:spcPts val="0"/>
              </a:spcBef>
              <a:spcAft>
                <a:spcPts val="0"/>
              </a:spcAft>
              <a:buClr>
                <a:schemeClr val="dk1"/>
              </a:buClr>
              <a:buSzPts val="2800"/>
              <a:buFont typeface="Proxima Nova"/>
              <a:buNone/>
              <a:defRPr sz="2800">
                <a:solidFill>
                  <a:schemeClr val="dk1"/>
                </a:solidFill>
                <a:latin typeface="Proxima Nova"/>
                <a:ea typeface="Proxima Nova"/>
                <a:cs typeface="Proxima Nova"/>
                <a:sym typeface="Proxima Nova"/>
              </a:defRPr>
            </a:lvl9pPr>
          </a:lstStyle>
          <a:p>
            <a:endParaRPr/>
          </a:p>
        </p:txBody>
      </p:sp>
      <p:sp>
        <p:nvSpPr>
          <p:cNvPr id="71" name="Google Shape;71;p17"/>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noAutofit/>
          </a:bodyPr>
          <a:lstStyle>
            <a:lvl1pPr marL="457200" lvl="0" indent="-381000" rtl="0">
              <a:lnSpc>
                <a:spcPct val="115000"/>
              </a:lnSpc>
              <a:spcBef>
                <a:spcPts val="0"/>
              </a:spcBef>
              <a:spcAft>
                <a:spcPts val="0"/>
              </a:spcAft>
              <a:buSzPts val="2400"/>
              <a:buFont typeface="Proxima Nova"/>
              <a:buChar char="●"/>
              <a:defRPr sz="2400">
                <a:latin typeface="Proxima Nova"/>
                <a:ea typeface="Proxima Nova"/>
                <a:cs typeface="Proxima Nova"/>
                <a:sym typeface="Proxima Nova"/>
              </a:defRPr>
            </a:lvl1pPr>
            <a:lvl2pPr marL="914400" lvl="1" indent="-368300" rtl="0">
              <a:lnSpc>
                <a:spcPct val="115000"/>
              </a:lnSpc>
              <a:spcBef>
                <a:spcPts val="1600"/>
              </a:spcBef>
              <a:spcAft>
                <a:spcPts val="0"/>
              </a:spcAft>
              <a:buSzPts val="2200"/>
              <a:buFont typeface="Proxima Nova"/>
              <a:buChar char="○"/>
              <a:defRPr sz="2200">
                <a:latin typeface="Proxima Nova"/>
                <a:ea typeface="Proxima Nova"/>
                <a:cs typeface="Proxima Nova"/>
                <a:sym typeface="Proxima Nova"/>
              </a:defRPr>
            </a:lvl2pPr>
            <a:lvl3pPr marL="1371600" lvl="2" indent="-368300" rtl="0">
              <a:lnSpc>
                <a:spcPct val="115000"/>
              </a:lnSpc>
              <a:spcBef>
                <a:spcPts val="1600"/>
              </a:spcBef>
              <a:spcAft>
                <a:spcPts val="0"/>
              </a:spcAft>
              <a:buSzPts val="2200"/>
              <a:buFont typeface="Proxima Nova"/>
              <a:buChar char="■"/>
              <a:defRPr sz="2200">
                <a:latin typeface="Proxima Nova"/>
                <a:ea typeface="Proxima Nova"/>
                <a:cs typeface="Proxima Nova"/>
                <a:sym typeface="Proxima Nova"/>
              </a:defRPr>
            </a:lvl3pPr>
            <a:lvl4pPr marL="1828800" lvl="3" indent="-355600" rtl="0">
              <a:lnSpc>
                <a:spcPct val="115000"/>
              </a:lnSpc>
              <a:spcBef>
                <a:spcPts val="1600"/>
              </a:spcBef>
              <a:spcAft>
                <a:spcPts val="0"/>
              </a:spcAft>
              <a:buSzPts val="2000"/>
              <a:buFont typeface="Proxima Nova"/>
              <a:buChar char="●"/>
              <a:defRPr sz="2000">
                <a:latin typeface="Proxima Nova"/>
                <a:ea typeface="Proxima Nova"/>
                <a:cs typeface="Proxima Nova"/>
                <a:sym typeface="Proxima Nova"/>
              </a:defRPr>
            </a:lvl4pPr>
            <a:lvl5pPr marL="2286000" lvl="4" indent="-355600" rtl="0">
              <a:lnSpc>
                <a:spcPct val="115000"/>
              </a:lnSpc>
              <a:spcBef>
                <a:spcPts val="1600"/>
              </a:spcBef>
              <a:spcAft>
                <a:spcPts val="0"/>
              </a:spcAft>
              <a:buSzPts val="2000"/>
              <a:buFont typeface="Proxima Nova"/>
              <a:buChar char="○"/>
              <a:defRPr sz="2000">
                <a:latin typeface="Proxima Nova"/>
                <a:ea typeface="Proxima Nova"/>
                <a:cs typeface="Proxima Nova"/>
                <a:sym typeface="Proxima Nova"/>
              </a:defRPr>
            </a:lvl5pPr>
            <a:lvl6pPr marL="2743200" lvl="5" indent="-355600" rtl="0">
              <a:lnSpc>
                <a:spcPct val="115000"/>
              </a:lnSpc>
              <a:spcBef>
                <a:spcPts val="1600"/>
              </a:spcBef>
              <a:spcAft>
                <a:spcPts val="0"/>
              </a:spcAft>
              <a:buSzPts val="2000"/>
              <a:buFont typeface="Proxima Nova"/>
              <a:buChar char="■"/>
              <a:defRPr sz="2000">
                <a:latin typeface="Proxima Nova"/>
                <a:ea typeface="Proxima Nova"/>
                <a:cs typeface="Proxima Nova"/>
                <a:sym typeface="Proxima Nova"/>
              </a:defRPr>
            </a:lvl6pPr>
            <a:lvl7pPr marL="3200400" lvl="6" indent="-342900" rtl="0">
              <a:lnSpc>
                <a:spcPct val="115000"/>
              </a:lnSpc>
              <a:spcBef>
                <a:spcPts val="1600"/>
              </a:spcBef>
              <a:spcAft>
                <a:spcPts val="0"/>
              </a:spcAft>
              <a:buSzPts val="1800"/>
              <a:buFont typeface="Proxima Nova"/>
              <a:buChar char="●"/>
              <a:defRPr sz="1800">
                <a:latin typeface="Proxima Nova"/>
                <a:ea typeface="Proxima Nova"/>
                <a:cs typeface="Proxima Nova"/>
                <a:sym typeface="Proxima Nova"/>
              </a:defRPr>
            </a:lvl7pPr>
            <a:lvl8pPr marL="3657600" lvl="7" indent="-342900" rtl="0">
              <a:lnSpc>
                <a:spcPct val="115000"/>
              </a:lnSpc>
              <a:spcBef>
                <a:spcPts val="1600"/>
              </a:spcBef>
              <a:spcAft>
                <a:spcPts val="0"/>
              </a:spcAft>
              <a:buSzPts val="1800"/>
              <a:buFont typeface="Proxima Nova"/>
              <a:buChar char="○"/>
              <a:defRPr sz="1800">
                <a:latin typeface="Proxima Nova"/>
                <a:ea typeface="Proxima Nova"/>
                <a:cs typeface="Proxima Nova"/>
                <a:sym typeface="Proxima Nova"/>
              </a:defRPr>
            </a:lvl8pPr>
            <a:lvl9pPr marL="4114800" lvl="8" indent="-342900" rtl="0">
              <a:lnSpc>
                <a:spcPct val="115000"/>
              </a:lnSpc>
              <a:spcBef>
                <a:spcPts val="1600"/>
              </a:spcBef>
              <a:spcAft>
                <a:spcPts val="1600"/>
              </a:spcAft>
              <a:buSzPts val="1800"/>
              <a:buFont typeface="Proxima Nova"/>
              <a:buChar char="■"/>
              <a:defRPr sz="1800">
                <a:latin typeface="Proxima Nova"/>
                <a:ea typeface="Proxima Nova"/>
                <a:cs typeface="Proxima Nova"/>
                <a:sym typeface="Proxima Nova"/>
              </a:defRPr>
            </a:lvl9pPr>
          </a:lstStyle>
          <a:p>
            <a:endParaRPr/>
          </a:p>
        </p:txBody>
      </p:sp>
      <p:pic>
        <p:nvPicPr>
          <p:cNvPr id="72" name="Google Shape;72;p17"/>
          <p:cNvPicPr preferRelativeResize="0"/>
          <p:nvPr/>
        </p:nvPicPr>
        <p:blipFill>
          <a:blip r:embed="rId39">
            <a:alphaModFix/>
          </a:blip>
          <a:stretch>
            <a:fillRect/>
          </a:stretch>
        </p:blipFill>
        <p:spPr>
          <a:xfrm>
            <a:off x="8028128" y="4800601"/>
            <a:ext cx="836905" cy="342901"/>
          </a:xfrm>
          <a:prstGeom prst="rect">
            <a:avLst/>
          </a:prstGeom>
          <a:noFill/>
          <a:ln>
            <a:noFill/>
          </a:ln>
        </p:spPr>
      </p:pic>
    </p:spTree>
  </p:cSld>
  <p:clrMap bg1="lt1" tx1="dk1" bg2="dk2" tx2="lt2" accent1="accent1" accent2="accent2" accent3="accent3" accent4="accent4" accent5="accent5" accent6="accent6" hlink="hlink" folHlink="folHlink"/>
  <p:sldLayoutIdLst>
    <p:sldLayoutId id="2147483663" r:id="rId1"/>
    <p:sldLayoutId id="2147483664" r:id="rId2"/>
    <p:sldLayoutId id="2147483665" r:id="rId3"/>
    <p:sldLayoutId id="2147483666" r:id="rId4"/>
    <p:sldLayoutId id="2147483667" r:id="rId5"/>
    <p:sldLayoutId id="2147483668" r:id="rId6"/>
    <p:sldLayoutId id="2147483669" r:id="rId7"/>
    <p:sldLayoutId id="2147483670" r:id="rId8"/>
    <p:sldLayoutId id="2147483671" r:id="rId9"/>
    <p:sldLayoutId id="2147483672" r:id="rId10"/>
    <p:sldLayoutId id="2147483673" r:id="rId11"/>
    <p:sldLayoutId id="2147483674" r:id="rId12"/>
    <p:sldLayoutId id="2147483675" r:id="rId13"/>
    <p:sldLayoutId id="2147483676" r:id="rId14"/>
    <p:sldLayoutId id="2147483677" r:id="rId15"/>
    <p:sldLayoutId id="2147483678" r:id="rId16"/>
    <p:sldLayoutId id="2147483679" r:id="rId17"/>
    <p:sldLayoutId id="2147483680" r:id="rId18"/>
    <p:sldLayoutId id="2147483681" r:id="rId19"/>
    <p:sldLayoutId id="2147483682" r:id="rId20"/>
    <p:sldLayoutId id="2147483683" r:id="rId21"/>
    <p:sldLayoutId id="2147483684" r:id="rId22"/>
    <p:sldLayoutId id="2147483685" r:id="rId23"/>
    <p:sldLayoutId id="2147483686" r:id="rId24"/>
    <p:sldLayoutId id="2147483687" r:id="rId25"/>
    <p:sldLayoutId id="2147483688" r:id="rId26"/>
    <p:sldLayoutId id="2147483689" r:id="rId27"/>
    <p:sldLayoutId id="2147483690" r:id="rId28"/>
    <p:sldLayoutId id="2147483691" r:id="rId29"/>
    <p:sldLayoutId id="2147483692" r:id="rId30"/>
    <p:sldLayoutId id="2147483693" r:id="rId31"/>
    <p:sldLayoutId id="2147483694" r:id="rId32"/>
    <p:sldLayoutId id="2147483695" r:id="rId33"/>
    <p:sldLayoutId id="2147483696" r:id="rId34"/>
    <p:sldLayoutId id="2147483697" r:id="rId35"/>
    <p:sldLayoutId id="2147483698" r:id="rId36"/>
    <p:sldLayoutId id="2147483699" r:id="rId37"/>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5.gif"/><Relationship Id="rId2" Type="http://schemas.openxmlformats.org/officeDocument/2006/relationships/notesSlide" Target="../notesSlides/notesSlide1.xml"/><Relationship Id="rId1" Type="http://schemas.openxmlformats.org/officeDocument/2006/relationships/slideLayout" Target="../slideLayouts/slideLayout50.xml"/><Relationship Id="rId5" Type="http://schemas.openxmlformats.org/officeDocument/2006/relationships/image" Target="../media/image7.png"/><Relationship Id="rId4" Type="http://schemas.openxmlformats.org/officeDocument/2006/relationships/image" Target="../media/image6.png"/></Relationships>
</file>

<file path=ppt/slides/_rels/slide2.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2.xml"/><Relationship Id="rId1" Type="http://schemas.openxmlformats.org/officeDocument/2006/relationships/slideLayout" Target="../slideLayouts/slideLayout51.xml"/></Relationships>
</file>

<file path=ppt/slides/_rels/slide3.xml.rels><?xml version="1.0" encoding="UTF-8" standalone="yes"?>
<Relationships xmlns="http://schemas.openxmlformats.org/package/2006/relationships"><Relationship Id="rId3" Type="http://schemas.openxmlformats.org/officeDocument/2006/relationships/image" Target="../media/image9.jpg"/><Relationship Id="rId2" Type="http://schemas.openxmlformats.org/officeDocument/2006/relationships/notesSlide" Target="../notesSlides/notesSlide3.xml"/><Relationship Id="rId1" Type="http://schemas.openxmlformats.org/officeDocument/2006/relationships/slideLayout" Target="../slideLayouts/slideLayout51.xml"/></Relationships>
</file>

<file path=ppt/slides/_rels/slide4.xml.rels><?xml version="1.0" encoding="UTF-8" standalone="yes"?>
<Relationships xmlns="http://schemas.openxmlformats.org/package/2006/relationships"><Relationship Id="rId3" Type="http://schemas.openxmlformats.org/officeDocument/2006/relationships/image" Target="../media/image10.jpg"/><Relationship Id="rId2" Type="http://schemas.openxmlformats.org/officeDocument/2006/relationships/notesSlide" Target="../notesSlides/notesSlide4.xml"/><Relationship Id="rId1" Type="http://schemas.openxmlformats.org/officeDocument/2006/relationships/slideLayout" Target="../slideLayouts/slideLayout51.xml"/></Relationships>
</file>

<file path=ppt/slides/_rels/slide5.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5.xml"/><Relationship Id="rId1" Type="http://schemas.openxmlformats.org/officeDocument/2006/relationships/slideLayout" Target="../slideLayouts/slideLayout51.xml"/></Relationships>
</file>

<file path=ppt/slides/_rels/slide6.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6.xml"/><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7.xml"/><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8.xml"/><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5.xml"/></Relationships>
</file>

<file path=ppt/slides/_rels/slide11.xml.rels><?xml version="1.0" encoding="UTF-8" standalone="yes"?>
<Relationships xmlns="http://schemas.openxmlformats.org/package/2006/relationships"><Relationship Id="rId3" Type="http://schemas.openxmlformats.org/officeDocument/2006/relationships/image" Target="../media/image16.jpg"/><Relationship Id="rId2" Type="http://schemas.openxmlformats.org/officeDocument/2006/relationships/notesSlide" Target="../notesSlides/notesSlide11.xml"/><Relationship Id="rId1" Type="http://schemas.openxmlformats.org/officeDocument/2006/relationships/slideLayout" Target="../slideLayouts/slideLayout43.xml"/><Relationship Id="rId6" Type="http://schemas.openxmlformats.org/officeDocument/2006/relationships/comments" Target="../comments/comment1.xml"/><Relationship Id="rId5" Type="http://schemas.openxmlformats.org/officeDocument/2006/relationships/image" Target="../media/image17.png"/><Relationship Id="rId4" Type="http://schemas.openxmlformats.org/officeDocument/2006/relationships/customXml" Target="../ink/ink1.xml"/></Relationships>
</file>

<file path=ppt/slides/_rels/slide12.xml.rels><?xml version="1.0" encoding="UTF-8" standalone="yes"?>
<Relationships xmlns="http://schemas.openxmlformats.org/package/2006/relationships"><Relationship Id="rId3" Type="http://schemas.openxmlformats.org/officeDocument/2006/relationships/customXml" Target="../ink/ink2.xml"/><Relationship Id="rId2" Type="http://schemas.openxmlformats.org/officeDocument/2006/relationships/notesSlide" Target="../notesSlides/notesSlide12.xml"/><Relationship Id="rId1" Type="http://schemas.openxmlformats.org/officeDocument/2006/relationships/slideLayout" Target="../slideLayouts/slideLayout43.xml"/><Relationship Id="rId4" Type="http://schemas.openxmlformats.org/officeDocument/2006/relationships/image" Target="../media/image18.png"/></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43.xml"/></Relationships>
</file>

<file path=ppt/slides/_rels/slide14.xml.rels><?xml version="1.0" encoding="UTF-8" standalone="yes"?>
<Relationships xmlns="http://schemas.openxmlformats.org/package/2006/relationships"><Relationship Id="rId3" Type="http://schemas.openxmlformats.org/officeDocument/2006/relationships/customXml" Target="../ink/ink3.xml"/><Relationship Id="rId2" Type="http://schemas.openxmlformats.org/officeDocument/2006/relationships/notesSlide" Target="../notesSlides/notesSlide14.xml"/><Relationship Id="rId1" Type="http://schemas.openxmlformats.org/officeDocument/2006/relationships/slideLayout" Target="../slideLayouts/slideLayout43.xml"/><Relationship Id="rId4" Type="http://schemas.openxmlformats.org/officeDocument/2006/relationships/image" Target="../media/image19.png"/></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43.xml"/></Relationships>
</file>

<file path=ppt/slides/_rels/slide16.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16.xml"/><Relationship Id="rId1" Type="http://schemas.openxmlformats.org/officeDocument/2006/relationships/slideLayout" Target="../slideLayouts/slideLayout43.xml"/><Relationship Id="rId5" Type="http://schemas.openxmlformats.org/officeDocument/2006/relationships/image" Target="../media/image21.png"/><Relationship Id="rId4" Type="http://schemas.openxmlformats.org/officeDocument/2006/relationships/customXml" Target="../ink/ink4.xml"/></Relationships>
</file>

<file path=ppt/slides/_rels/slide17.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17.xml"/><Relationship Id="rId1" Type="http://schemas.openxmlformats.org/officeDocument/2006/relationships/slideLayout" Target="../slideLayouts/slideLayout43.xml"/><Relationship Id="rId4" Type="http://schemas.openxmlformats.org/officeDocument/2006/relationships/image" Target="../media/image23.png"/></Relationships>
</file>

<file path=ppt/slides/_rels/slide18.xml.rels><?xml version="1.0" encoding="UTF-8" standalone="yes"?>
<Relationships xmlns="http://schemas.openxmlformats.org/package/2006/relationships"><Relationship Id="rId3" Type="http://schemas.openxmlformats.org/officeDocument/2006/relationships/customXml" Target="../ink/ink5.xml"/><Relationship Id="rId2" Type="http://schemas.openxmlformats.org/officeDocument/2006/relationships/notesSlide" Target="../notesSlides/notesSlide18.xml"/><Relationship Id="rId1" Type="http://schemas.openxmlformats.org/officeDocument/2006/relationships/slideLayout" Target="../slideLayouts/slideLayout43.xml"/><Relationship Id="rId4" Type="http://schemas.openxmlformats.org/officeDocument/2006/relationships/image" Target="../media/image24.png"/></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43.xml"/></Relationships>
</file>

<file path=ppt/slides/_rels/slide20.xml.rels><?xml version="1.0" encoding="UTF-8" standalone="yes"?>
<Relationships xmlns="http://schemas.openxmlformats.org/package/2006/relationships"><Relationship Id="rId3" Type="http://schemas.openxmlformats.org/officeDocument/2006/relationships/customXml" Target="../ink/ink6.xml"/><Relationship Id="rId2" Type="http://schemas.openxmlformats.org/officeDocument/2006/relationships/notesSlide" Target="../notesSlides/notesSlide20.xml"/><Relationship Id="rId1" Type="http://schemas.openxmlformats.org/officeDocument/2006/relationships/slideLayout" Target="../slideLayouts/slideLayout43.xml"/><Relationship Id="rId4" Type="http://schemas.openxmlformats.org/officeDocument/2006/relationships/image" Target="../media/image25.png"/></Relationships>
</file>

<file path=ppt/slides/_rels/slide21.xml.rels><?xml version="1.0" encoding="UTF-8" standalone="yes"?>
<Relationships xmlns="http://schemas.openxmlformats.org/package/2006/relationships"><Relationship Id="rId3" Type="http://schemas.openxmlformats.org/officeDocument/2006/relationships/customXml" Target="../ink/ink7.xml"/><Relationship Id="rId2" Type="http://schemas.openxmlformats.org/officeDocument/2006/relationships/notesSlide" Target="../notesSlides/notesSlide21.xml"/><Relationship Id="rId1" Type="http://schemas.openxmlformats.org/officeDocument/2006/relationships/slideLayout" Target="../slideLayouts/slideLayout43.xml"/><Relationship Id="rId4" Type="http://schemas.openxmlformats.org/officeDocument/2006/relationships/image" Target="../media/image26.png"/></Relationships>
</file>

<file path=ppt/slides/_rels/slide22.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22.xml"/><Relationship Id="rId1" Type="http://schemas.openxmlformats.org/officeDocument/2006/relationships/slideLayout" Target="../slideLayouts/slideLayout43.xml"/></Relationships>
</file>

<file path=ppt/slides/_rels/slide23.xml.rels><?xml version="1.0" encoding="UTF-8" standalone="yes"?>
<Relationships xmlns="http://schemas.openxmlformats.org/package/2006/relationships"><Relationship Id="rId3" Type="http://schemas.openxmlformats.org/officeDocument/2006/relationships/customXml" Target="../ink/ink8.xml"/><Relationship Id="rId2" Type="http://schemas.openxmlformats.org/officeDocument/2006/relationships/notesSlide" Target="../notesSlides/notesSlide23.xml"/><Relationship Id="rId1" Type="http://schemas.openxmlformats.org/officeDocument/2006/relationships/slideLayout" Target="../slideLayouts/slideLayout43.xml"/><Relationship Id="rId4" Type="http://schemas.openxmlformats.org/officeDocument/2006/relationships/image" Target="../media/image28.png"/></Relationships>
</file>

<file path=ppt/slides/_rels/slide24.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24.xml"/><Relationship Id="rId1" Type="http://schemas.openxmlformats.org/officeDocument/2006/relationships/slideLayout" Target="../slideLayouts/slideLayout43.xml"/></Relationships>
</file>

<file path=ppt/slides/_rels/slide25.xml.rels><?xml version="1.0" encoding="UTF-8" standalone="yes"?>
<Relationships xmlns="http://schemas.openxmlformats.org/package/2006/relationships"><Relationship Id="rId3" Type="http://schemas.openxmlformats.org/officeDocument/2006/relationships/customXml" Target="../ink/ink9.xml"/><Relationship Id="rId2" Type="http://schemas.openxmlformats.org/officeDocument/2006/relationships/notesSlide" Target="../notesSlides/notesSlide25.xml"/><Relationship Id="rId1" Type="http://schemas.openxmlformats.org/officeDocument/2006/relationships/slideLayout" Target="../slideLayouts/slideLayout43.xml"/><Relationship Id="rId4" Type="http://schemas.openxmlformats.org/officeDocument/2006/relationships/image" Target="../media/image30.png"/></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43.xml"/></Relationships>
</file>

<file path=ppt/slides/_rels/slide27.xml.rels><?xml version="1.0" encoding="UTF-8" standalone="yes"?>
<Relationships xmlns="http://schemas.openxmlformats.org/package/2006/relationships"><Relationship Id="rId3" Type="http://schemas.openxmlformats.org/officeDocument/2006/relationships/customXml" Target="../ink/ink10.xml"/><Relationship Id="rId2" Type="http://schemas.openxmlformats.org/officeDocument/2006/relationships/notesSlide" Target="../notesSlides/notesSlide27.xml"/><Relationship Id="rId1" Type="http://schemas.openxmlformats.org/officeDocument/2006/relationships/slideLayout" Target="../slideLayouts/slideLayout43.xml"/><Relationship Id="rId4" Type="http://schemas.openxmlformats.org/officeDocument/2006/relationships/image" Target="../media/image31.png"/></Relationships>
</file>

<file path=ppt/slides/_rels/slide28.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notesSlide" Target="../notesSlides/notesSlide28.xml"/><Relationship Id="rId1" Type="http://schemas.openxmlformats.org/officeDocument/2006/relationships/slideLayout" Target="../slideLayouts/slideLayout43.xml"/></Relationships>
</file>

<file path=ppt/slides/_rels/slide29.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notesSlide" Target="../notesSlides/notesSlide29.xml"/><Relationship Id="rId1" Type="http://schemas.openxmlformats.org/officeDocument/2006/relationships/slideLayout" Target="../slideLayouts/slideLayout43.xml"/><Relationship Id="rId5" Type="http://schemas.openxmlformats.org/officeDocument/2006/relationships/image" Target="../media/image34.png"/><Relationship Id="rId4" Type="http://schemas.openxmlformats.org/officeDocument/2006/relationships/customXml" Target="../ink/ink11.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43.xml"/></Relationships>
</file>

<file path=ppt/slides/_rels/slide31.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31.xml"/><Relationship Id="rId1" Type="http://schemas.openxmlformats.org/officeDocument/2006/relationships/slideLayout" Target="../slideLayouts/slideLayout52.xml"/></Relationships>
</file>

<file path=ppt/slides/_rels/slide32.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32.xml"/><Relationship Id="rId1" Type="http://schemas.openxmlformats.org/officeDocument/2006/relationships/slideLayout" Target="../slideLayouts/slideLayout52.xml"/></Relationships>
</file>

<file path=ppt/slides/_rels/slide33.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33.xml"/><Relationship Id="rId1" Type="http://schemas.openxmlformats.org/officeDocument/2006/relationships/slideLayout" Target="../slideLayouts/slideLayout52.xml"/></Relationships>
</file>

<file path=ppt/slides/_rels/slide34.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notesSlide" Target="../notesSlides/notesSlide34.xml"/><Relationship Id="rId1" Type="http://schemas.openxmlformats.org/officeDocument/2006/relationships/slideLayout" Target="../slideLayouts/slideLayout52.xml"/><Relationship Id="rId6" Type="http://schemas.openxmlformats.org/officeDocument/2006/relationships/image" Target="../media/image38.png"/><Relationship Id="rId5" Type="http://schemas.openxmlformats.org/officeDocument/2006/relationships/image" Target="../media/image37.png"/><Relationship Id="rId4" Type="http://schemas.openxmlformats.org/officeDocument/2006/relationships/image" Target="../media/image36.png"/></Relationships>
</file>

<file path=ppt/slides/_rels/slide35.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notesSlide" Target="../notesSlides/notesSlide35.xml"/><Relationship Id="rId1" Type="http://schemas.openxmlformats.org/officeDocument/2006/relationships/slideLayout" Target="../slideLayouts/slideLayout52.xml"/></Relationships>
</file>

<file path=ppt/slides/slide1.xml><?xml version="1.0" encoding="utf-8"?>
<p:sld xmlns:a="http://schemas.openxmlformats.org/drawingml/2006/main" xmlns:r="http://schemas.openxmlformats.org/officeDocument/2006/relationships" xmlns:p="http://schemas.openxmlformats.org/presentationml/2006/main">
  <p:cSld>
    <p:bg>
      <p:bgPr>
        <a:noFill/>
        <a:effectLst/>
      </p:bgPr>
    </p:bg>
    <p:spTree>
      <p:nvGrpSpPr>
        <p:cNvPr id="1" name="Shape 689"/>
        <p:cNvGrpSpPr/>
        <p:nvPr/>
      </p:nvGrpSpPr>
      <p:grpSpPr>
        <a:xfrm>
          <a:off x="0" y="0"/>
          <a:ext cx="0" cy="0"/>
          <a:chOff x="0" y="0"/>
          <a:chExt cx="0" cy="0"/>
        </a:xfrm>
      </p:grpSpPr>
      <p:grpSp>
        <p:nvGrpSpPr>
          <p:cNvPr id="690" name="Google Shape;690;p55"/>
          <p:cNvGrpSpPr/>
          <p:nvPr/>
        </p:nvGrpSpPr>
        <p:grpSpPr>
          <a:xfrm>
            <a:off x="0" y="-332637"/>
            <a:ext cx="9144000" cy="3287338"/>
            <a:chOff x="12" y="-646675"/>
            <a:chExt cx="9144000" cy="6214250"/>
          </a:xfrm>
        </p:grpSpPr>
        <p:pic>
          <p:nvPicPr>
            <p:cNvPr id="691" name="Google Shape;691;p55"/>
            <p:cNvPicPr preferRelativeResize="0"/>
            <p:nvPr/>
          </p:nvPicPr>
          <p:blipFill rotWithShape="1">
            <a:blip r:embed="rId3">
              <a:alphaModFix/>
            </a:blip>
            <a:srcRect l="11148" r="6083"/>
            <a:stretch/>
          </p:blipFill>
          <p:spPr>
            <a:xfrm>
              <a:off x="12" y="-646675"/>
              <a:ext cx="9144000" cy="6214250"/>
            </a:xfrm>
            <a:prstGeom prst="rect">
              <a:avLst/>
            </a:prstGeom>
            <a:noFill/>
            <a:ln>
              <a:noFill/>
            </a:ln>
          </p:spPr>
        </p:pic>
        <p:pic>
          <p:nvPicPr>
            <p:cNvPr id="692" name="Google Shape;692;p55"/>
            <p:cNvPicPr preferRelativeResize="0"/>
            <p:nvPr/>
          </p:nvPicPr>
          <p:blipFill rotWithShape="1">
            <a:blip r:embed="rId4">
              <a:alphaModFix/>
            </a:blip>
            <a:srcRect l="54650"/>
            <a:stretch/>
          </p:blipFill>
          <p:spPr>
            <a:xfrm>
              <a:off x="4777598" y="-176125"/>
              <a:ext cx="3494149" cy="5126802"/>
            </a:xfrm>
            <a:prstGeom prst="rect">
              <a:avLst/>
            </a:prstGeom>
            <a:noFill/>
            <a:ln>
              <a:noFill/>
            </a:ln>
          </p:spPr>
        </p:pic>
        <p:pic>
          <p:nvPicPr>
            <p:cNvPr id="693" name="Google Shape;693;p55"/>
            <p:cNvPicPr preferRelativeResize="0"/>
            <p:nvPr/>
          </p:nvPicPr>
          <p:blipFill rotWithShape="1">
            <a:blip r:embed="rId4">
              <a:alphaModFix/>
            </a:blip>
            <a:srcRect l="28113" t="19836" r="46649" b="26941"/>
            <a:stretch/>
          </p:blipFill>
          <p:spPr>
            <a:xfrm>
              <a:off x="3019550" y="1004962"/>
              <a:ext cx="1923575" cy="2764624"/>
            </a:xfrm>
            <a:prstGeom prst="rect">
              <a:avLst/>
            </a:prstGeom>
            <a:noFill/>
            <a:ln>
              <a:noFill/>
            </a:ln>
          </p:spPr>
        </p:pic>
      </p:grpSp>
      <p:sp>
        <p:nvSpPr>
          <p:cNvPr id="694" name="Google Shape;694;p55"/>
          <p:cNvSpPr/>
          <p:nvPr/>
        </p:nvSpPr>
        <p:spPr>
          <a:xfrm>
            <a:off x="-10450" y="2954698"/>
            <a:ext cx="9154500" cy="2188800"/>
          </a:xfrm>
          <a:prstGeom prst="rect">
            <a:avLst/>
          </a:prstGeom>
          <a:solidFill>
            <a:srgbClr val="43434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5" name="Google Shape;695;p55"/>
          <p:cNvSpPr txBox="1"/>
          <p:nvPr/>
        </p:nvSpPr>
        <p:spPr>
          <a:xfrm>
            <a:off x="370550" y="3916025"/>
            <a:ext cx="8516100" cy="967500"/>
          </a:xfrm>
          <a:prstGeom prst="rect">
            <a:avLst/>
          </a:prstGeom>
          <a:noFill/>
          <a:ln>
            <a:noFill/>
          </a:ln>
        </p:spPr>
        <p:txBody>
          <a:bodyPr spcFirstLastPara="1" wrap="square" lIns="91425" tIns="91425" rIns="91425" bIns="91425" anchor="ctr" anchorCtr="0">
            <a:noAutofit/>
          </a:bodyPr>
          <a:lstStyle/>
          <a:p>
            <a:pPr marL="0" marR="0" lvl="0" indent="0" algn="ctr" rtl="0">
              <a:lnSpc>
                <a:spcPct val="150000"/>
              </a:lnSpc>
              <a:spcBef>
                <a:spcPts val="0"/>
              </a:spcBef>
              <a:spcAft>
                <a:spcPts val="0"/>
              </a:spcAft>
              <a:buClr>
                <a:srgbClr val="000000"/>
              </a:buClr>
              <a:buSzPts val="2400"/>
              <a:buFont typeface="Arial"/>
              <a:buNone/>
            </a:pPr>
            <a:endParaRPr sz="5100" i="0" u="none" strike="noStrike" cap="none">
              <a:solidFill>
                <a:srgbClr val="FFFFFF"/>
              </a:solidFill>
              <a:latin typeface="Montserrat"/>
              <a:ea typeface="Montserrat"/>
              <a:cs typeface="Montserrat"/>
              <a:sym typeface="Montserrat"/>
            </a:endParaRPr>
          </a:p>
        </p:txBody>
      </p:sp>
      <p:pic>
        <p:nvPicPr>
          <p:cNvPr id="696" name="Google Shape;696;p55"/>
          <p:cNvPicPr preferRelativeResize="0"/>
          <p:nvPr/>
        </p:nvPicPr>
        <p:blipFill>
          <a:blip r:embed="rId5">
            <a:alphaModFix/>
          </a:blip>
          <a:stretch>
            <a:fillRect/>
          </a:stretch>
        </p:blipFill>
        <p:spPr>
          <a:xfrm>
            <a:off x="-39533" y="1243769"/>
            <a:ext cx="2514214" cy="3862563"/>
          </a:xfrm>
          <a:prstGeom prst="rect">
            <a:avLst/>
          </a:prstGeom>
          <a:noFill/>
          <a:ln>
            <a:noFill/>
          </a:ln>
        </p:spPr>
      </p:pic>
      <p:sp>
        <p:nvSpPr>
          <p:cNvPr id="697" name="Google Shape;697;p55"/>
          <p:cNvSpPr txBox="1"/>
          <p:nvPr/>
        </p:nvSpPr>
        <p:spPr>
          <a:xfrm>
            <a:off x="2450875" y="2332450"/>
            <a:ext cx="4100700" cy="11607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Clr>
                <a:srgbClr val="000000"/>
              </a:buClr>
              <a:buSzPts val="1800"/>
              <a:buFont typeface="Arial"/>
              <a:buNone/>
            </a:pPr>
            <a:r>
              <a:rPr lang="en" sz="3400" b="1">
                <a:solidFill>
                  <a:srgbClr val="434343"/>
                </a:solidFill>
                <a:latin typeface="Poppins"/>
                <a:ea typeface="Poppins"/>
                <a:cs typeface="Poppins"/>
                <a:sym typeface="Poppins"/>
              </a:rPr>
              <a:t>ABHAY MAHAJAN</a:t>
            </a:r>
            <a:endParaRPr sz="3400" b="1">
              <a:solidFill>
                <a:srgbClr val="434343"/>
              </a:solidFill>
              <a:latin typeface="Poppins"/>
              <a:ea typeface="Poppins"/>
              <a:cs typeface="Poppins"/>
              <a:sym typeface="Poppins"/>
            </a:endParaRPr>
          </a:p>
          <a:p>
            <a:pPr marL="0" lvl="0" indent="0" algn="l" rtl="0">
              <a:spcBef>
                <a:spcPts val="0"/>
              </a:spcBef>
              <a:spcAft>
                <a:spcPts val="0"/>
              </a:spcAft>
              <a:buClr>
                <a:srgbClr val="000000"/>
              </a:buClr>
              <a:buSzPts val="1800"/>
              <a:buFont typeface="Arial"/>
              <a:buNone/>
            </a:pPr>
            <a:r>
              <a:rPr lang="en" sz="2700" b="1">
                <a:solidFill>
                  <a:srgbClr val="E06666"/>
                </a:solidFill>
                <a:latin typeface="Poppins"/>
                <a:ea typeface="Poppins"/>
                <a:cs typeface="Poppins"/>
                <a:sym typeface="Poppins"/>
              </a:rPr>
              <a:t>B.Tech. IIT Roorkee</a:t>
            </a:r>
            <a:endParaRPr sz="2700" b="1">
              <a:solidFill>
                <a:srgbClr val="E06666"/>
              </a:solidFill>
              <a:latin typeface="Poppins"/>
              <a:ea typeface="Poppins"/>
              <a:cs typeface="Poppins"/>
              <a:sym typeface="Poppins"/>
            </a:endParaRPr>
          </a:p>
          <a:p>
            <a:pPr marL="0" lvl="0" indent="0" algn="l" rtl="0">
              <a:spcBef>
                <a:spcPts val="0"/>
              </a:spcBef>
              <a:spcAft>
                <a:spcPts val="0"/>
              </a:spcAft>
              <a:buNone/>
            </a:pPr>
            <a:endParaRPr sz="3100">
              <a:solidFill>
                <a:srgbClr val="FFFFFF"/>
              </a:solidFill>
              <a:latin typeface="Poppins"/>
              <a:ea typeface="Poppins"/>
              <a:cs typeface="Poppins"/>
              <a:sym typeface="Poppins"/>
            </a:endParaRPr>
          </a:p>
          <a:p>
            <a:pPr marL="0" lvl="0" indent="0" algn="l" rtl="0">
              <a:spcBef>
                <a:spcPts val="0"/>
              </a:spcBef>
              <a:spcAft>
                <a:spcPts val="0"/>
              </a:spcAft>
              <a:buNone/>
            </a:pPr>
            <a:endParaRPr sz="2300">
              <a:solidFill>
                <a:srgbClr val="FFFFFF"/>
              </a:solidFill>
              <a:latin typeface="Poppins"/>
              <a:ea typeface="Poppins"/>
              <a:cs typeface="Poppins"/>
              <a:sym typeface="Poppins"/>
            </a:endParaRPr>
          </a:p>
        </p:txBody>
      </p:sp>
      <p:sp>
        <p:nvSpPr>
          <p:cNvPr id="698" name="Google Shape;698;p55"/>
          <p:cNvSpPr txBox="1"/>
          <p:nvPr/>
        </p:nvSpPr>
        <p:spPr>
          <a:xfrm>
            <a:off x="2450875" y="3246850"/>
            <a:ext cx="6600600" cy="1179600"/>
          </a:xfrm>
          <a:prstGeom prst="rect">
            <a:avLst/>
          </a:prstGeom>
          <a:noFill/>
          <a:ln>
            <a:noFill/>
          </a:ln>
        </p:spPr>
        <p:txBody>
          <a:bodyPr spcFirstLastPara="1" wrap="square" lIns="91425" tIns="91425" rIns="91425" bIns="91425" anchor="t" anchorCtr="0">
            <a:noAutofit/>
          </a:bodyPr>
          <a:lstStyle/>
          <a:p>
            <a:pPr marL="457200" lvl="0" indent="-374650" algn="l" rtl="0">
              <a:spcBef>
                <a:spcPts val="0"/>
              </a:spcBef>
              <a:spcAft>
                <a:spcPts val="0"/>
              </a:spcAft>
              <a:buClr>
                <a:srgbClr val="FFFFFF"/>
              </a:buClr>
              <a:buSzPts val="2300"/>
              <a:buFont typeface="Cambria Math"/>
              <a:buChar char="➔"/>
            </a:pPr>
            <a:r>
              <a:rPr lang="en" sz="2300" b="1">
                <a:solidFill>
                  <a:srgbClr val="FFFFFF"/>
                </a:solidFill>
                <a:latin typeface="Cambria Math"/>
                <a:ea typeface="Cambria Math"/>
                <a:cs typeface="Cambria Math"/>
                <a:sym typeface="Cambria Math"/>
              </a:rPr>
              <a:t>11+ years teaching experience</a:t>
            </a:r>
            <a:endParaRPr sz="2300" b="1">
              <a:solidFill>
                <a:srgbClr val="FFFFFF"/>
              </a:solidFill>
              <a:latin typeface="Cambria Math"/>
              <a:ea typeface="Cambria Math"/>
              <a:cs typeface="Cambria Math"/>
              <a:sym typeface="Cambria Math"/>
            </a:endParaRPr>
          </a:p>
          <a:p>
            <a:pPr marL="457200" lvl="0" indent="-374650" algn="l" rtl="0">
              <a:spcBef>
                <a:spcPts val="0"/>
              </a:spcBef>
              <a:spcAft>
                <a:spcPts val="0"/>
              </a:spcAft>
              <a:buClr>
                <a:srgbClr val="FFFFFF"/>
              </a:buClr>
              <a:buSzPts val="2300"/>
              <a:buFont typeface="Cambria Math"/>
              <a:buChar char="➔"/>
            </a:pPr>
            <a:r>
              <a:rPr lang="en" sz="2300" b="1">
                <a:solidFill>
                  <a:srgbClr val="FFFFFF"/>
                </a:solidFill>
                <a:latin typeface="Cambria Math"/>
                <a:ea typeface="Cambria Math"/>
                <a:cs typeface="Cambria Math"/>
                <a:sym typeface="Cambria Math"/>
              </a:rPr>
              <a:t>Mentored and taught around 20000+ students</a:t>
            </a:r>
            <a:endParaRPr sz="2300" b="1">
              <a:solidFill>
                <a:srgbClr val="FFFFFF"/>
              </a:solidFill>
              <a:latin typeface="Cambria Math"/>
              <a:ea typeface="Cambria Math"/>
              <a:cs typeface="Cambria Math"/>
              <a:sym typeface="Cambria Math"/>
            </a:endParaRPr>
          </a:p>
          <a:p>
            <a:pPr marL="457200" lvl="0" indent="-374650" algn="l" rtl="0">
              <a:spcBef>
                <a:spcPts val="0"/>
              </a:spcBef>
              <a:spcAft>
                <a:spcPts val="0"/>
              </a:spcAft>
              <a:buClr>
                <a:srgbClr val="FFFFFF"/>
              </a:buClr>
              <a:buSzPts val="2300"/>
              <a:buFont typeface="Cambria Math"/>
              <a:buChar char="➔"/>
            </a:pPr>
            <a:r>
              <a:rPr lang="en" sz="2300" b="1">
                <a:solidFill>
                  <a:srgbClr val="FFFFFF"/>
                </a:solidFill>
                <a:latin typeface="Cambria Math"/>
                <a:ea typeface="Cambria Math"/>
                <a:cs typeface="Cambria Math"/>
                <a:sym typeface="Cambria Math"/>
              </a:rPr>
              <a:t>Produced 400+ IIT selections </a:t>
            </a:r>
            <a:endParaRPr sz="2300" b="1">
              <a:solidFill>
                <a:srgbClr val="FFFFFF"/>
              </a:solidFill>
              <a:latin typeface="Cambria Math"/>
              <a:ea typeface="Cambria Math"/>
              <a:cs typeface="Cambria Math"/>
              <a:sym typeface="Cambria Math"/>
            </a:endParaRPr>
          </a:p>
          <a:p>
            <a:pPr marL="457200" lvl="0" indent="-374650" algn="l" rtl="0">
              <a:spcBef>
                <a:spcPts val="0"/>
              </a:spcBef>
              <a:spcAft>
                <a:spcPts val="0"/>
              </a:spcAft>
              <a:buClr>
                <a:srgbClr val="FFFFFF"/>
              </a:buClr>
              <a:buSzPts val="2300"/>
              <a:buFont typeface="Cambria Math"/>
              <a:buChar char="➔"/>
            </a:pPr>
            <a:r>
              <a:rPr lang="en" sz="2300" b="1">
                <a:solidFill>
                  <a:srgbClr val="FFFFFF"/>
                </a:solidFill>
                <a:latin typeface="Cambria Math"/>
                <a:ea typeface="Cambria Math"/>
                <a:cs typeface="Cambria Math"/>
                <a:sym typeface="Cambria Math"/>
              </a:rPr>
              <a:t>10+ INMO selections  </a:t>
            </a:r>
            <a:endParaRPr sz="2300" b="1">
              <a:solidFill>
                <a:srgbClr val="FFFFFF"/>
              </a:solidFill>
              <a:latin typeface="Cambria Math"/>
              <a:ea typeface="Cambria Math"/>
              <a:cs typeface="Cambria Math"/>
              <a:sym typeface="Cambria Math"/>
            </a:endParaRPr>
          </a:p>
          <a:p>
            <a:pPr marL="457200" lvl="0" indent="-374650" algn="l" rtl="0">
              <a:spcBef>
                <a:spcPts val="0"/>
              </a:spcBef>
              <a:spcAft>
                <a:spcPts val="0"/>
              </a:spcAft>
              <a:buClr>
                <a:srgbClr val="FFFFFF"/>
              </a:buClr>
              <a:buSzPts val="2300"/>
              <a:buFont typeface="Cambria Math"/>
              <a:buChar char="➔"/>
            </a:pPr>
            <a:r>
              <a:rPr lang="en" sz="2300" b="1">
                <a:solidFill>
                  <a:srgbClr val="FFFFFF"/>
                </a:solidFill>
                <a:latin typeface="Cambria Math"/>
                <a:ea typeface="Cambria Math"/>
                <a:cs typeface="Cambria Math"/>
                <a:sym typeface="Cambria Math"/>
              </a:rPr>
              <a:t>1 EGMO Selection</a:t>
            </a:r>
            <a:endParaRPr sz="2300" b="1">
              <a:solidFill>
                <a:srgbClr val="FFFFFF"/>
              </a:solidFill>
              <a:latin typeface="Cambria Math"/>
              <a:ea typeface="Cambria Math"/>
              <a:cs typeface="Cambria Math"/>
              <a:sym typeface="Cambria Math"/>
            </a:endParaRPr>
          </a:p>
          <a:p>
            <a:pPr marL="0" lvl="0" indent="0" algn="l" rtl="0">
              <a:spcBef>
                <a:spcPts val="0"/>
              </a:spcBef>
              <a:spcAft>
                <a:spcPts val="0"/>
              </a:spcAft>
              <a:buNone/>
            </a:pPr>
            <a:endParaRPr sz="2400">
              <a:solidFill>
                <a:srgbClr val="FFFFFF"/>
              </a:solidFill>
              <a:latin typeface="Poppins"/>
              <a:ea typeface="Poppins"/>
              <a:cs typeface="Poppins"/>
              <a:sym typeface="Poppins"/>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702"/>
        <p:cNvGrpSpPr/>
        <p:nvPr/>
      </p:nvGrpSpPr>
      <p:grpSpPr>
        <a:xfrm>
          <a:off x="0" y="0"/>
          <a:ext cx="0" cy="0"/>
          <a:chOff x="0" y="0"/>
          <a:chExt cx="0" cy="0"/>
        </a:xfrm>
      </p:grpSpPr>
      <p:sp>
        <p:nvSpPr>
          <p:cNvPr id="703" name="Google Shape;703;p56"/>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704" name="Google Shape;704;p56"/>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Autofit/>
          </a:bodyPr>
          <a:lstStyle/>
          <a:p>
            <a:pPr marL="0" lvl="0" indent="0" algn="l" rtl="0">
              <a:spcBef>
                <a:spcPts val="0"/>
              </a:spcBef>
              <a:spcAft>
                <a:spcPts val="1600"/>
              </a:spcAft>
              <a:buNone/>
            </a:pPr>
            <a:endParaRPr/>
          </a:p>
        </p:txBody>
      </p:sp>
      <p:pic>
        <p:nvPicPr>
          <p:cNvPr id="705" name="Google Shape;705;p56"/>
          <p:cNvPicPr preferRelativeResize="0"/>
          <p:nvPr/>
        </p:nvPicPr>
        <p:blipFill>
          <a:blip r:embed="rId3">
            <a:alphaModFix/>
          </a:blip>
          <a:stretch>
            <a:fillRect/>
          </a:stretch>
        </p:blipFill>
        <p:spPr>
          <a:xfrm>
            <a:off x="0" y="0"/>
            <a:ext cx="9144000" cy="5143500"/>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709"/>
        <p:cNvGrpSpPr/>
        <p:nvPr/>
      </p:nvGrpSpPr>
      <p:grpSpPr>
        <a:xfrm>
          <a:off x="0" y="0"/>
          <a:ext cx="0" cy="0"/>
          <a:chOff x="0" y="0"/>
          <a:chExt cx="0" cy="0"/>
        </a:xfrm>
      </p:grpSpPr>
      <p:sp>
        <p:nvSpPr>
          <p:cNvPr id="710" name="Google Shape;710;p57"/>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711" name="Google Shape;711;p57"/>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Autofit/>
          </a:bodyPr>
          <a:lstStyle/>
          <a:p>
            <a:pPr marL="0" lvl="0" indent="0" algn="l" rtl="0">
              <a:spcBef>
                <a:spcPts val="0"/>
              </a:spcBef>
              <a:spcAft>
                <a:spcPts val="1600"/>
              </a:spcAft>
              <a:buNone/>
            </a:pPr>
            <a:endParaRPr/>
          </a:p>
        </p:txBody>
      </p:sp>
      <p:pic>
        <p:nvPicPr>
          <p:cNvPr id="712" name="Google Shape;712;p57"/>
          <p:cNvPicPr preferRelativeResize="0"/>
          <p:nvPr/>
        </p:nvPicPr>
        <p:blipFill>
          <a:blip r:embed="rId3">
            <a:alphaModFix/>
          </a:blip>
          <a:stretch>
            <a:fillRect/>
          </a:stretch>
        </p:blipFill>
        <p:spPr>
          <a:xfrm>
            <a:off x="0" y="0"/>
            <a:ext cx="9144000" cy="5143500"/>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716"/>
        <p:cNvGrpSpPr/>
        <p:nvPr/>
      </p:nvGrpSpPr>
      <p:grpSpPr>
        <a:xfrm>
          <a:off x="0" y="0"/>
          <a:ext cx="0" cy="0"/>
          <a:chOff x="0" y="0"/>
          <a:chExt cx="0" cy="0"/>
        </a:xfrm>
      </p:grpSpPr>
      <p:sp>
        <p:nvSpPr>
          <p:cNvPr id="717" name="Google Shape;717;p58"/>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718" name="Google Shape;718;p58"/>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Autofit/>
          </a:bodyPr>
          <a:lstStyle/>
          <a:p>
            <a:pPr marL="0" lvl="0" indent="0" algn="l" rtl="0">
              <a:spcBef>
                <a:spcPts val="0"/>
              </a:spcBef>
              <a:spcAft>
                <a:spcPts val="1600"/>
              </a:spcAft>
              <a:buNone/>
            </a:pPr>
            <a:endParaRPr/>
          </a:p>
        </p:txBody>
      </p:sp>
      <p:pic>
        <p:nvPicPr>
          <p:cNvPr id="719" name="Google Shape;719;p58"/>
          <p:cNvPicPr preferRelativeResize="0"/>
          <p:nvPr/>
        </p:nvPicPr>
        <p:blipFill>
          <a:blip r:embed="rId3">
            <a:alphaModFix/>
          </a:blip>
          <a:stretch>
            <a:fillRect/>
          </a:stretch>
        </p:blipFill>
        <p:spPr>
          <a:xfrm>
            <a:off x="0" y="0"/>
            <a:ext cx="9144000" cy="5143500"/>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723"/>
        <p:cNvGrpSpPr/>
        <p:nvPr/>
      </p:nvGrpSpPr>
      <p:grpSpPr>
        <a:xfrm>
          <a:off x="0" y="0"/>
          <a:ext cx="0" cy="0"/>
          <a:chOff x="0" y="0"/>
          <a:chExt cx="0" cy="0"/>
        </a:xfrm>
      </p:grpSpPr>
      <p:sp>
        <p:nvSpPr>
          <p:cNvPr id="724" name="Google Shape;724;p59"/>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725" name="Google Shape;725;p59"/>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Autofit/>
          </a:bodyPr>
          <a:lstStyle/>
          <a:p>
            <a:pPr marL="0" lvl="0" indent="0" algn="l" rtl="0">
              <a:spcBef>
                <a:spcPts val="0"/>
              </a:spcBef>
              <a:spcAft>
                <a:spcPts val="1600"/>
              </a:spcAft>
              <a:buNone/>
            </a:pPr>
            <a:endParaRPr/>
          </a:p>
        </p:txBody>
      </p:sp>
      <p:pic>
        <p:nvPicPr>
          <p:cNvPr id="726" name="Google Shape;726;p59"/>
          <p:cNvPicPr preferRelativeResize="0"/>
          <p:nvPr/>
        </p:nvPicPr>
        <p:blipFill>
          <a:blip r:embed="rId3">
            <a:alphaModFix/>
          </a:blip>
          <a:stretch>
            <a:fillRect/>
          </a:stretch>
        </p:blipFill>
        <p:spPr>
          <a:xfrm>
            <a:off x="0" y="0"/>
            <a:ext cx="9144000" cy="5143500"/>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730"/>
        <p:cNvGrpSpPr/>
        <p:nvPr/>
      </p:nvGrpSpPr>
      <p:grpSpPr>
        <a:xfrm>
          <a:off x="0" y="0"/>
          <a:ext cx="0" cy="0"/>
          <a:chOff x="0" y="0"/>
          <a:chExt cx="0" cy="0"/>
        </a:xfrm>
      </p:grpSpPr>
      <p:sp>
        <p:nvSpPr>
          <p:cNvPr id="731" name="Google Shape;731;p60"/>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endParaRPr/>
          </a:p>
        </p:txBody>
      </p:sp>
      <p:sp>
        <p:nvSpPr>
          <p:cNvPr id="732" name="Google Shape;732;p60"/>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rmAutofit/>
          </a:bodyPr>
          <a:lstStyle/>
          <a:p>
            <a:pPr marL="0" lvl="0" indent="0" algn="l" rtl="0">
              <a:spcBef>
                <a:spcPts val="0"/>
              </a:spcBef>
              <a:spcAft>
                <a:spcPts val="1200"/>
              </a:spcAft>
              <a:buNone/>
            </a:pPr>
            <a:endParaRPr/>
          </a:p>
        </p:txBody>
      </p:sp>
      <p:pic>
        <p:nvPicPr>
          <p:cNvPr id="733" name="Google Shape;733;p60"/>
          <p:cNvPicPr preferRelativeResize="0"/>
          <p:nvPr/>
        </p:nvPicPr>
        <p:blipFill>
          <a:blip r:embed="rId3">
            <a:alphaModFix/>
          </a:blip>
          <a:stretch>
            <a:fillRect/>
          </a:stretch>
        </p:blipFill>
        <p:spPr>
          <a:xfrm>
            <a:off x="0" y="0"/>
            <a:ext cx="9144000" cy="5143500"/>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737"/>
        <p:cNvGrpSpPr/>
        <p:nvPr/>
      </p:nvGrpSpPr>
      <p:grpSpPr>
        <a:xfrm>
          <a:off x="0" y="0"/>
          <a:ext cx="0" cy="0"/>
          <a:chOff x="0" y="0"/>
          <a:chExt cx="0" cy="0"/>
        </a:xfrm>
      </p:grpSpPr>
      <p:sp>
        <p:nvSpPr>
          <p:cNvPr id="738" name="Google Shape;738;p61"/>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endParaRPr/>
          </a:p>
        </p:txBody>
      </p:sp>
      <p:sp>
        <p:nvSpPr>
          <p:cNvPr id="739" name="Google Shape;739;p61"/>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rmAutofit/>
          </a:bodyPr>
          <a:lstStyle/>
          <a:p>
            <a:pPr marL="0" lvl="0" indent="0" algn="l" rtl="0">
              <a:spcBef>
                <a:spcPts val="0"/>
              </a:spcBef>
              <a:spcAft>
                <a:spcPts val="1200"/>
              </a:spcAft>
              <a:buNone/>
            </a:pPr>
            <a:endParaRPr/>
          </a:p>
        </p:txBody>
      </p:sp>
      <p:pic>
        <p:nvPicPr>
          <p:cNvPr id="740" name="Google Shape;740;p61"/>
          <p:cNvPicPr preferRelativeResize="0"/>
          <p:nvPr/>
        </p:nvPicPr>
        <p:blipFill>
          <a:blip r:embed="rId3">
            <a:alphaModFix/>
          </a:blip>
          <a:stretch>
            <a:fillRect/>
          </a:stretch>
        </p:blipFill>
        <p:spPr>
          <a:xfrm>
            <a:off x="0" y="0"/>
            <a:ext cx="9144000" cy="5143500"/>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744"/>
        <p:cNvGrpSpPr/>
        <p:nvPr/>
      </p:nvGrpSpPr>
      <p:grpSpPr>
        <a:xfrm>
          <a:off x="0" y="0"/>
          <a:ext cx="0" cy="0"/>
          <a:chOff x="0" y="0"/>
          <a:chExt cx="0" cy="0"/>
        </a:xfrm>
      </p:grpSpPr>
      <p:sp>
        <p:nvSpPr>
          <p:cNvPr id="745" name="Google Shape;745;p62"/>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endParaRPr/>
          </a:p>
        </p:txBody>
      </p:sp>
      <p:sp>
        <p:nvSpPr>
          <p:cNvPr id="746" name="Google Shape;746;p62"/>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rmAutofit/>
          </a:bodyPr>
          <a:lstStyle/>
          <a:p>
            <a:pPr marL="0" lvl="0" indent="0" algn="l" rtl="0">
              <a:spcBef>
                <a:spcPts val="0"/>
              </a:spcBef>
              <a:spcAft>
                <a:spcPts val="1200"/>
              </a:spcAft>
              <a:buNone/>
            </a:pPr>
            <a:endParaRPr/>
          </a:p>
        </p:txBody>
      </p:sp>
      <p:pic>
        <p:nvPicPr>
          <p:cNvPr id="747" name="Google Shape;747;p62"/>
          <p:cNvPicPr preferRelativeResize="0"/>
          <p:nvPr/>
        </p:nvPicPr>
        <p:blipFill>
          <a:blip r:embed="rId3">
            <a:alphaModFix/>
          </a:blip>
          <a:stretch>
            <a:fillRect/>
          </a:stretch>
        </p:blipFill>
        <p:spPr>
          <a:xfrm>
            <a:off x="0" y="0"/>
            <a:ext cx="9144000" cy="5143500"/>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dk1"/>
        </a:solidFill>
        <a:effectLst/>
      </p:bgPr>
    </p:bg>
    <p:spTree>
      <p:nvGrpSpPr>
        <p:cNvPr id="1" name="Shape 751"/>
        <p:cNvGrpSpPr/>
        <p:nvPr/>
      </p:nvGrpSpPr>
      <p:grpSpPr>
        <a:xfrm>
          <a:off x="0" y="0"/>
          <a:ext cx="0" cy="0"/>
          <a:chOff x="0" y="0"/>
          <a:chExt cx="0" cy="0"/>
        </a:xfrm>
      </p:grpSpPr>
      <p:sp>
        <p:nvSpPr>
          <p:cNvPr id="752" name="Google Shape;752;p63"/>
          <p:cNvSpPr txBox="1"/>
          <p:nvPr/>
        </p:nvSpPr>
        <p:spPr>
          <a:xfrm>
            <a:off x="5507675" y="2135625"/>
            <a:ext cx="3175200" cy="22779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700" b="1" u="sng">
                <a:solidFill>
                  <a:srgbClr val="FFFF00"/>
                </a:solidFill>
              </a:rPr>
              <a:t>Content Creator : </a:t>
            </a:r>
            <a:endParaRPr sz="1700" b="1" u="sng">
              <a:solidFill>
                <a:srgbClr val="FFFF00"/>
              </a:solidFill>
            </a:endParaRPr>
          </a:p>
          <a:p>
            <a:pPr marL="0" lvl="0" indent="0" algn="l" rtl="0">
              <a:spcBef>
                <a:spcPts val="0"/>
              </a:spcBef>
              <a:spcAft>
                <a:spcPts val="0"/>
              </a:spcAft>
              <a:buNone/>
            </a:pPr>
            <a:endParaRPr sz="1700">
              <a:solidFill>
                <a:schemeClr val="lt1"/>
              </a:solidFill>
            </a:endParaRPr>
          </a:p>
          <a:p>
            <a:pPr marL="0" lvl="0" indent="0" algn="l" rtl="0">
              <a:spcBef>
                <a:spcPts val="0"/>
              </a:spcBef>
              <a:spcAft>
                <a:spcPts val="0"/>
              </a:spcAft>
              <a:buNone/>
            </a:pPr>
            <a:r>
              <a:rPr lang="en" sz="1700">
                <a:solidFill>
                  <a:schemeClr val="lt1"/>
                </a:solidFill>
              </a:rPr>
              <a:t>Sahil Jindal</a:t>
            </a:r>
            <a:endParaRPr sz="1700">
              <a:solidFill>
                <a:schemeClr val="lt1"/>
              </a:solidFill>
            </a:endParaRPr>
          </a:p>
          <a:p>
            <a:pPr marL="0" lvl="0" indent="0" algn="l" rtl="0">
              <a:spcBef>
                <a:spcPts val="0"/>
              </a:spcBef>
              <a:spcAft>
                <a:spcPts val="0"/>
              </a:spcAft>
              <a:buNone/>
            </a:pPr>
            <a:endParaRPr sz="1700">
              <a:solidFill>
                <a:schemeClr val="lt1"/>
              </a:solidFill>
            </a:endParaRPr>
          </a:p>
          <a:p>
            <a:pPr marL="0" lvl="0" indent="0" algn="l" rtl="0">
              <a:spcBef>
                <a:spcPts val="0"/>
              </a:spcBef>
              <a:spcAft>
                <a:spcPts val="0"/>
              </a:spcAft>
              <a:buNone/>
            </a:pPr>
            <a:r>
              <a:rPr lang="en" sz="1700">
                <a:solidFill>
                  <a:schemeClr val="lt1"/>
                </a:solidFill>
              </a:rPr>
              <a:t>B.Tech, NIT Kurukshetra</a:t>
            </a:r>
            <a:endParaRPr sz="1700">
              <a:solidFill>
                <a:schemeClr val="lt1"/>
              </a:solidFill>
            </a:endParaRPr>
          </a:p>
          <a:p>
            <a:pPr marL="0" lvl="0" indent="0" algn="l" rtl="0">
              <a:spcBef>
                <a:spcPts val="0"/>
              </a:spcBef>
              <a:spcAft>
                <a:spcPts val="0"/>
              </a:spcAft>
              <a:buNone/>
            </a:pPr>
            <a:endParaRPr sz="1700">
              <a:solidFill>
                <a:schemeClr val="lt1"/>
              </a:solidFill>
            </a:endParaRPr>
          </a:p>
          <a:p>
            <a:pPr marL="0" lvl="0" indent="0" algn="l" rtl="0">
              <a:spcBef>
                <a:spcPts val="0"/>
              </a:spcBef>
              <a:spcAft>
                <a:spcPts val="0"/>
              </a:spcAft>
              <a:buNone/>
            </a:pPr>
            <a:r>
              <a:rPr lang="en" sz="1700">
                <a:solidFill>
                  <a:schemeClr val="lt1"/>
                </a:solidFill>
              </a:rPr>
              <a:t>4 Year JEE Teaching Experience.</a:t>
            </a:r>
            <a:endParaRPr sz="1700">
              <a:solidFill>
                <a:schemeClr val="lt1"/>
              </a:solidFill>
            </a:endParaRPr>
          </a:p>
        </p:txBody>
      </p:sp>
      <p:pic>
        <p:nvPicPr>
          <p:cNvPr id="753" name="Google Shape;753;p63"/>
          <p:cNvPicPr preferRelativeResize="0"/>
          <p:nvPr/>
        </p:nvPicPr>
        <p:blipFill rotWithShape="1">
          <a:blip r:embed="rId3">
            <a:alphaModFix/>
          </a:blip>
          <a:srcRect/>
          <a:stretch/>
        </p:blipFill>
        <p:spPr>
          <a:xfrm>
            <a:off x="5016125" y="2058713"/>
            <a:ext cx="443653" cy="608842"/>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757"/>
        <p:cNvGrpSpPr/>
        <p:nvPr/>
      </p:nvGrpSpPr>
      <p:grpSpPr>
        <a:xfrm>
          <a:off x="0" y="0"/>
          <a:ext cx="0" cy="0"/>
          <a:chOff x="0" y="0"/>
          <a:chExt cx="0" cy="0"/>
        </a:xfrm>
      </p:grpSpPr>
      <p:sp>
        <p:nvSpPr>
          <p:cNvPr id="758" name="Google Shape;758;p64"/>
          <p:cNvSpPr txBox="1">
            <a:spLocks noGrp="1"/>
          </p:cNvSpPr>
          <p:nvPr>
            <p:ph type="title"/>
          </p:nvPr>
        </p:nvSpPr>
        <p:spPr>
          <a:xfrm flipH="1">
            <a:off x="1330100" y="34050"/>
            <a:ext cx="5895600" cy="2954400"/>
          </a:xfrm>
          <a:prstGeom prst="rect">
            <a:avLst/>
          </a:prstGeom>
        </p:spPr>
        <p:txBody>
          <a:bodyPr spcFirstLastPara="1" wrap="square" lIns="91425" tIns="91425" rIns="91425" bIns="91425" anchor="ctr" anchorCtr="0">
            <a:normAutofit/>
          </a:bodyPr>
          <a:lstStyle/>
          <a:p>
            <a:pPr marL="0" lvl="0" indent="0" algn="ctr" rtl="0">
              <a:spcBef>
                <a:spcPts val="0"/>
              </a:spcBef>
              <a:spcAft>
                <a:spcPts val="0"/>
              </a:spcAft>
              <a:buNone/>
            </a:pPr>
            <a:r>
              <a:rPr lang="en" sz="4400">
                <a:solidFill>
                  <a:srgbClr val="FFD966"/>
                </a:solidFill>
              </a:rPr>
              <a:t>Pigeonhole Principle</a:t>
            </a:r>
            <a:endParaRPr sz="4400">
              <a:solidFill>
                <a:srgbClr val="FFD966"/>
              </a:solidFill>
            </a:endParaRPr>
          </a:p>
        </p:txBody>
      </p:sp>
      <p:sp>
        <p:nvSpPr>
          <p:cNvPr id="759" name="Google Shape;759;p64"/>
          <p:cNvSpPr/>
          <p:nvPr/>
        </p:nvSpPr>
        <p:spPr>
          <a:xfrm rot="-260877" flipH="1">
            <a:off x="649049" y="478376"/>
            <a:ext cx="7729804" cy="2163669"/>
          </a:xfrm>
          <a:custGeom>
            <a:avLst/>
            <a:gdLst/>
            <a:ahLst/>
            <a:cxnLst/>
            <a:rect l="l" t="t" r="r" b="b"/>
            <a:pathLst>
              <a:path w="93726" h="45607" extrusionOk="0">
                <a:moveTo>
                  <a:pt x="61426" y="1232"/>
                </a:moveTo>
                <a:cubicBezTo>
                  <a:pt x="73102" y="1232"/>
                  <a:pt x="90461" y="3706"/>
                  <a:pt x="89626" y="15515"/>
                </a:cubicBezTo>
                <a:lnTo>
                  <a:pt x="89626" y="15515"/>
                </a:lnTo>
                <a:cubicBezTo>
                  <a:pt x="89128" y="15001"/>
                  <a:pt x="88611" y="14521"/>
                  <a:pt x="88097" y="14079"/>
                </a:cubicBezTo>
                <a:cubicBezTo>
                  <a:pt x="84924" y="11259"/>
                  <a:pt x="81145" y="9146"/>
                  <a:pt x="77223" y="7510"/>
                </a:cubicBezTo>
                <a:lnTo>
                  <a:pt x="77223" y="7510"/>
                </a:lnTo>
                <a:cubicBezTo>
                  <a:pt x="71422" y="4153"/>
                  <a:pt x="64333" y="3084"/>
                  <a:pt x="57753" y="2771"/>
                </a:cubicBezTo>
                <a:lnTo>
                  <a:pt x="57753" y="2771"/>
                </a:lnTo>
                <a:cubicBezTo>
                  <a:pt x="55996" y="2625"/>
                  <a:pt x="54235" y="2551"/>
                  <a:pt x="52483" y="2551"/>
                </a:cubicBezTo>
                <a:cubicBezTo>
                  <a:pt x="49921" y="2551"/>
                  <a:pt x="47380" y="2710"/>
                  <a:pt x="44907" y="3035"/>
                </a:cubicBezTo>
                <a:lnTo>
                  <a:pt x="44907" y="3035"/>
                </a:lnTo>
                <a:cubicBezTo>
                  <a:pt x="44665" y="3052"/>
                  <a:pt x="44423" y="3070"/>
                  <a:pt x="44181" y="3088"/>
                </a:cubicBezTo>
                <a:lnTo>
                  <a:pt x="44181" y="3088"/>
                </a:lnTo>
                <a:cubicBezTo>
                  <a:pt x="47695" y="2372"/>
                  <a:pt x="51248" y="1857"/>
                  <a:pt x="54795" y="1519"/>
                </a:cubicBezTo>
                <a:cubicBezTo>
                  <a:pt x="56560" y="1352"/>
                  <a:pt x="58855" y="1232"/>
                  <a:pt x="61426" y="1232"/>
                </a:cubicBezTo>
                <a:close/>
                <a:moveTo>
                  <a:pt x="81860" y="11048"/>
                </a:moveTo>
                <a:cubicBezTo>
                  <a:pt x="82945" y="11668"/>
                  <a:pt x="84007" y="12332"/>
                  <a:pt x="85044" y="13042"/>
                </a:cubicBezTo>
                <a:cubicBezTo>
                  <a:pt x="86564" y="14062"/>
                  <a:pt x="88161" y="15340"/>
                  <a:pt x="89468" y="16805"/>
                </a:cubicBezTo>
                <a:lnTo>
                  <a:pt x="89468" y="16805"/>
                </a:lnTo>
                <a:cubicBezTo>
                  <a:pt x="89385" y="17284"/>
                  <a:pt x="89275" y="17777"/>
                  <a:pt x="89134" y="18285"/>
                </a:cubicBezTo>
                <a:cubicBezTo>
                  <a:pt x="88766" y="19679"/>
                  <a:pt x="88179" y="20974"/>
                  <a:pt x="87423" y="22179"/>
                </a:cubicBezTo>
                <a:lnTo>
                  <a:pt x="87423" y="22179"/>
                </a:lnTo>
                <a:cubicBezTo>
                  <a:pt x="87329" y="18104"/>
                  <a:pt x="84808" y="13997"/>
                  <a:pt x="81860" y="11048"/>
                </a:cubicBezTo>
                <a:close/>
                <a:moveTo>
                  <a:pt x="85882" y="25341"/>
                </a:moveTo>
                <a:cubicBezTo>
                  <a:pt x="83973" y="30471"/>
                  <a:pt x="77174" y="33359"/>
                  <a:pt x="72138" y="34994"/>
                </a:cubicBezTo>
                <a:cubicBezTo>
                  <a:pt x="71486" y="35214"/>
                  <a:pt x="70829" y="35426"/>
                  <a:pt x="70170" y="35631"/>
                </a:cubicBezTo>
                <a:lnTo>
                  <a:pt x="70170" y="35631"/>
                </a:lnTo>
                <a:cubicBezTo>
                  <a:pt x="75908" y="32996"/>
                  <a:pt x="81545" y="29884"/>
                  <a:pt x="85882" y="25341"/>
                </a:cubicBezTo>
                <a:close/>
                <a:moveTo>
                  <a:pt x="5271" y="24853"/>
                </a:moveTo>
                <a:lnTo>
                  <a:pt x="5271" y="24853"/>
                </a:lnTo>
                <a:cubicBezTo>
                  <a:pt x="3329" y="28413"/>
                  <a:pt x="3124" y="32283"/>
                  <a:pt x="6340" y="36146"/>
                </a:cubicBezTo>
                <a:cubicBezTo>
                  <a:pt x="6830" y="36744"/>
                  <a:pt x="7374" y="37297"/>
                  <a:pt x="7960" y="37811"/>
                </a:cubicBezTo>
                <a:lnTo>
                  <a:pt x="7960" y="37811"/>
                </a:lnTo>
                <a:cubicBezTo>
                  <a:pt x="3462" y="35852"/>
                  <a:pt x="1318" y="32730"/>
                  <a:pt x="3517" y="27907"/>
                </a:cubicBezTo>
                <a:cubicBezTo>
                  <a:pt x="3991" y="26825"/>
                  <a:pt x="4591" y="25811"/>
                  <a:pt x="5271" y="24853"/>
                </a:cubicBezTo>
                <a:close/>
                <a:moveTo>
                  <a:pt x="19484" y="13729"/>
                </a:moveTo>
                <a:cubicBezTo>
                  <a:pt x="16127" y="16051"/>
                  <a:pt x="13147" y="18982"/>
                  <a:pt x="11583" y="22722"/>
                </a:cubicBezTo>
                <a:cubicBezTo>
                  <a:pt x="9221" y="28310"/>
                  <a:pt x="11352" y="34879"/>
                  <a:pt x="16019" y="38624"/>
                </a:cubicBezTo>
                <a:cubicBezTo>
                  <a:pt x="16774" y="39218"/>
                  <a:pt x="17571" y="39748"/>
                  <a:pt x="18403" y="40222"/>
                </a:cubicBezTo>
                <a:lnTo>
                  <a:pt x="18403" y="40222"/>
                </a:lnTo>
                <a:cubicBezTo>
                  <a:pt x="15804" y="39934"/>
                  <a:pt x="13380" y="39517"/>
                  <a:pt x="11249" y="38940"/>
                </a:cubicBezTo>
                <a:lnTo>
                  <a:pt x="11249" y="38940"/>
                </a:lnTo>
                <a:cubicBezTo>
                  <a:pt x="10095" y="38161"/>
                  <a:pt x="9010" y="37290"/>
                  <a:pt x="8011" y="36319"/>
                </a:cubicBezTo>
                <a:cubicBezTo>
                  <a:pt x="3171" y="31652"/>
                  <a:pt x="5476" y="25890"/>
                  <a:pt x="9451" y="21569"/>
                </a:cubicBezTo>
                <a:cubicBezTo>
                  <a:pt x="12320" y="18467"/>
                  <a:pt x="15787" y="15906"/>
                  <a:pt x="19484" y="13729"/>
                </a:cubicBezTo>
                <a:close/>
                <a:moveTo>
                  <a:pt x="54697" y="4374"/>
                </a:moveTo>
                <a:cubicBezTo>
                  <a:pt x="57004" y="4374"/>
                  <a:pt x="59294" y="4622"/>
                  <a:pt x="61421" y="5321"/>
                </a:cubicBezTo>
                <a:cubicBezTo>
                  <a:pt x="61456" y="5335"/>
                  <a:pt x="61490" y="5341"/>
                  <a:pt x="61523" y="5341"/>
                </a:cubicBezTo>
                <a:cubicBezTo>
                  <a:pt x="61820" y="5341"/>
                  <a:pt x="62005" y="4839"/>
                  <a:pt x="61812" y="4519"/>
                </a:cubicBezTo>
                <a:lnTo>
                  <a:pt x="61812" y="4519"/>
                </a:lnTo>
                <a:cubicBezTo>
                  <a:pt x="66844" y="5191"/>
                  <a:pt x="71789" y="6447"/>
                  <a:pt x="76445" y="8390"/>
                </a:cubicBezTo>
                <a:lnTo>
                  <a:pt x="76445" y="8390"/>
                </a:lnTo>
                <a:cubicBezTo>
                  <a:pt x="80994" y="10909"/>
                  <a:pt x="84687" y="14681"/>
                  <a:pt x="86081" y="20014"/>
                </a:cubicBezTo>
                <a:cubicBezTo>
                  <a:pt x="86426" y="21368"/>
                  <a:pt x="86479" y="22614"/>
                  <a:pt x="86297" y="23762"/>
                </a:cubicBezTo>
                <a:lnTo>
                  <a:pt x="86297" y="23762"/>
                </a:lnTo>
                <a:cubicBezTo>
                  <a:pt x="82255" y="28830"/>
                  <a:pt x="75262" y="32180"/>
                  <a:pt x="69948" y="34706"/>
                </a:cubicBezTo>
                <a:cubicBezTo>
                  <a:pt x="68121" y="35570"/>
                  <a:pt x="66284" y="36411"/>
                  <a:pt x="64433" y="37215"/>
                </a:cubicBezTo>
                <a:lnTo>
                  <a:pt x="64433" y="37215"/>
                </a:lnTo>
                <a:cubicBezTo>
                  <a:pt x="62092" y="37786"/>
                  <a:pt x="59733" y="38272"/>
                  <a:pt x="57388" y="38681"/>
                </a:cubicBezTo>
                <a:cubicBezTo>
                  <a:pt x="53947" y="39259"/>
                  <a:pt x="41681" y="40767"/>
                  <a:pt x="29630" y="40767"/>
                </a:cubicBezTo>
                <a:cubicBezTo>
                  <a:pt x="27018" y="40767"/>
                  <a:pt x="24415" y="40696"/>
                  <a:pt x="21915" y="40530"/>
                </a:cubicBezTo>
                <a:lnTo>
                  <a:pt x="21915" y="40530"/>
                </a:lnTo>
                <a:cubicBezTo>
                  <a:pt x="21026" y="40173"/>
                  <a:pt x="20154" y="39770"/>
                  <a:pt x="19304" y="39315"/>
                </a:cubicBezTo>
                <a:cubicBezTo>
                  <a:pt x="12908" y="35973"/>
                  <a:pt x="9912" y="28310"/>
                  <a:pt x="13484" y="21857"/>
                </a:cubicBezTo>
                <a:cubicBezTo>
                  <a:pt x="16653" y="15923"/>
                  <a:pt x="23394" y="12351"/>
                  <a:pt x="29329" y="9873"/>
                </a:cubicBezTo>
                <a:cubicBezTo>
                  <a:pt x="34917" y="7511"/>
                  <a:pt x="40910" y="6013"/>
                  <a:pt x="46959" y="5033"/>
                </a:cubicBezTo>
                <a:cubicBezTo>
                  <a:pt x="49415" y="4696"/>
                  <a:pt x="52067" y="4374"/>
                  <a:pt x="54697" y="4374"/>
                </a:cubicBezTo>
                <a:close/>
                <a:moveTo>
                  <a:pt x="90154" y="17627"/>
                </a:moveTo>
                <a:cubicBezTo>
                  <a:pt x="92170" y="20224"/>
                  <a:pt x="93157" y="23323"/>
                  <a:pt x="91324" y="26582"/>
                </a:cubicBezTo>
                <a:cubicBezTo>
                  <a:pt x="89826" y="29232"/>
                  <a:pt x="87003" y="31076"/>
                  <a:pt x="84467" y="32574"/>
                </a:cubicBezTo>
                <a:cubicBezTo>
                  <a:pt x="82048" y="34072"/>
                  <a:pt x="79455" y="35397"/>
                  <a:pt x="76862" y="36549"/>
                </a:cubicBezTo>
                <a:cubicBezTo>
                  <a:pt x="68716" y="40099"/>
                  <a:pt x="59960" y="42247"/>
                  <a:pt x="51103" y="42993"/>
                </a:cubicBezTo>
                <a:lnTo>
                  <a:pt x="51103" y="42993"/>
                </a:lnTo>
                <a:cubicBezTo>
                  <a:pt x="55639" y="41696"/>
                  <a:pt x="60083" y="40009"/>
                  <a:pt x="64430" y="38149"/>
                </a:cubicBezTo>
                <a:lnTo>
                  <a:pt x="64430" y="38149"/>
                </a:lnTo>
                <a:cubicBezTo>
                  <a:pt x="65786" y="37823"/>
                  <a:pt x="67144" y="37480"/>
                  <a:pt x="68508" y="37126"/>
                </a:cubicBezTo>
                <a:cubicBezTo>
                  <a:pt x="74730" y="35455"/>
                  <a:pt x="82624" y="33150"/>
                  <a:pt x="86138" y="27158"/>
                </a:cubicBezTo>
                <a:cubicBezTo>
                  <a:pt x="86818" y="26007"/>
                  <a:pt x="87206" y="24809"/>
                  <a:pt x="87354" y="23596"/>
                </a:cubicBezTo>
                <a:lnTo>
                  <a:pt x="87354" y="23596"/>
                </a:lnTo>
                <a:cubicBezTo>
                  <a:pt x="88703" y="21777"/>
                  <a:pt x="89686" y="19732"/>
                  <a:pt x="90154" y="17627"/>
                </a:cubicBezTo>
                <a:close/>
                <a:moveTo>
                  <a:pt x="59509" y="39242"/>
                </a:moveTo>
                <a:lnTo>
                  <a:pt x="59509" y="39242"/>
                </a:lnTo>
                <a:cubicBezTo>
                  <a:pt x="55225" y="40901"/>
                  <a:pt x="50857" y="42297"/>
                  <a:pt x="46366" y="43258"/>
                </a:cubicBezTo>
                <a:lnTo>
                  <a:pt x="46366" y="43258"/>
                </a:lnTo>
                <a:cubicBezTo>
                  <a:pt x="45585" y="43280"/>
                  <a:pt x="44803" y="43291"/>
                  <a:pt x="44021" y="43291"/>
                </a:cubicBezTo>
                <a:cubicBezTo>
                  <a:pt x="38237" y="43291"/>
                  <a:pt x="32056" y="43291"/>
                  <a:pt x="26314" y="41915"/>
                </a:cubicBezTo>
                <a:lnTo>
                  <a:pt x="26314" y="41915"/>
                </a:lnTo>
                <a:cubicBezTo>
                  <a:pt x="27793" y="41971"/>
                  <a:pt x="29275" y="41997"/>
                  <a:pt x="30758" y="41997"/>
                </a:cubicBezTo>
                <a:cubicBezTo>
                  <a:pt x="38953" y="41997"/>
                  <a:pt x="47199" y="41191"/>
                  <a:pt x="55256" y="40006"/>
                </a:cubicBezTo>
                <a:cubicBezTo>
                  <a:pt x="56678" y="39785"/>
                  <a:pt x="58095" y="39528"/>
                  <a:pt x="59509" y="39242"/>
                </a:cubicBezTo>
                <a:close/>
                <a:moveTo>
                  <a:pt x="14276" y="40705"/>
                </a:moveTo>
                <a:cubicBezTo>
                  <a:pt x="16245" y="41067"/>
                  <a:pt x="18096" y="41289"/>
                  <a:pt x="19534" y="41447"/>
                </a:cubicBezTo>
                <a:cubicBezTo>
                  <a:pt x="20131" y="41508"/>
                  <a:pt x="20728" y="41564"/>
                  <a:pt x="21327" y="41614"/>
                </a:cubicBezTo>
                <a:lnTo>
                  <a:pt x="21327" y="41614"/>
                </a:lnTo>
                <a:cubicBezTo>
                  <a:pt x="26833" y="43787"/>
                  <a:pt x="33304" y="44127"/>
                  <a:pt x="38951" y="44212"/>
                </a:cubicBezTo>
                <a:cubicBezTo>
                  <a:pt x="39457" y="44227"/>
                  <a:pt x="39962" y="44239"/>
                  <a:pt x="40467" y="44247"/>
                </a:cubicBezTo>
                <a:lnTo>
                  <a:pt x="40467" y="44247"/>
                </a:lnTo>
                <a:cubicBezTo>
                  <a:pt x="40231" y="44275"/>
                  <a:pt x="39994" y="44302"/>
                  <a:pt x="39757" y="44328"/>
                </a:cubicBezTo>
                <a:cubicBezTo>
                  <a:pt x="37722" y="44553"/>
                  <a:pt x="35575" y="44679"/>
                  <a:pt x="33378" y="44679"/>
                </a:cubicBezTo>
                <a:cubicBezTo>
                  <a:pt x="26915" y="44679"/>
                  <a:pt x="20021" y="43587"/>
                  <a:pt x="14276" y="40705"/>
                </a:cubicBezTo>
                <a:close/>
                <a:moveTo>
                  <a:pt x="61579" y="1"/>
                </a:moveTo>
                <a:cubicBezTo>
                  <a:pt x="55890" y="1"/>
                  <a:pt x="50214" y="686"/>
                  <a:pt x="44655" y="1749"/>
                </a:cubicBezTo>
                <a:cubicBezTo>
                  <a:pt x="34341" y="3766"/>
                  <a:pt x="24201" y="7511"/>
                  <a:pt x="15501" y="13503"/>
                </a:cubicBezTo>
                <a:cubicBezTo>
                  <a:pt x="11583" y="16153"/>
                  <a:pt x="8068" y="19322"/>
                  <a:pt x="5188" y="23010"/>
                </a:cubicBezTo>
                <a:cubicBezTo>
                  <a:pt x="3690" y="24853"/>
                  <a:pt x="2307" y="26928"/>
                  <a:pt x="1673" y="29347"/>
                </a:cubicBezTo>
                <a:cubicBezTo>
                  <a:pt x="0" y="35480"/>
                  <a:pt x="5305" y="38448"/>
                  <a:pt x="10967" y="39967"/>
                </a:cubicBezTo>
                <a:lnTo>
                  <a:pt x="10967" y="39967"/>
                </a:lnTo>
                <a:cubicBezTo>
                  <a:pt x="12493" y="40879"/>
                  <a:pt x="14115" y="41639"/>
                  <a:pt x="15674" y="42311"/>
                </a:cubicBezTo>
                <a:cubicBezTo>
                  <a:pt x="21090" y="44616"/>
                  <a:pt x="27024" y="45538"/>
                  <a:pt x="32786" y="45595"/>
                </a:cubicBezTo>
                <a:cubicBezTo>
                  <a:pt x="33141" y="45603"/>
                  <a:pt x="33496" y="45606"/>
                  <a:pt x="33851" y="45606"/>
                </a:cubicBezTo>
                <a:cubicBezTo>
                  <a:pt x="38111" y="45606"/>
                  <a:pt x="42302" y="45078"/>
                  <a:pt x="46421" y="44177"/>
                </a:cubicBezTo>
                <a:lnTo>
                  <a:pt x="46421" y="44177"/>
                </a:lnTo>
                <a:cubicBezTo>
                  <a:pt x="53707" y="43884"/>
                  <a:pt x="60896" y="42804"/>
                  <a:pt x="67989" y="40698"/>
                </a:cubicBezTo>
                <a:cubicBezTo>
                  <a:pt x="73232" y="39200"/>
                  <a:pt x="78360" y="37010"/>
                  <a:pt x="83085" y="34360"/>
                </a:cubicBezTo>
                <a:cubicBezTo>
                  <a:pt x="87118" y="32113"/>
                  <a:pt x="91900" y="29175"/>
                  <a:pt x="93052" y="24335"/>
                </a:cubicBezTo>
                <a:cubicBezTo>
                  <a:pt x="93725" y="21347"/>
                  <a:pt x="92309" y="18575"/>
                  <a:pt x="90374" y="16332"/>
                </a:cubicBezTo>
                <a:lnTo>
                  <a:pt x="90374" y="16332"/>
                </a:lnTo>
                <a:cubicBezTo>
                  <a:pt x="90724" y="13366"/>
                  <a:pt x="90007" y="10351"/>
                  <a:pt x="87809" y="7741"/>
                </a:cubicBezTo>
                <a:cubicBezTo>
                  <a:pt x="83315" y="2441"/>
                  <a:pt x="75018" y="1116"/>
                  <a:pt x="68565" y="366"/>
                </a:cubicBezTo>
                <a:cubicBezTo>
                  <a:pt x="66239" y="115"/>
                  <a:pt x="63908" y="1"/>
                  <a:pt x="61579" y="1"/>
                </a:cubicBezTo>
                <a:close/>
              </a:path>
            </a:pathLst>
          </a:custGeom>
          <a:solidFill>
            <a:srgbClr val="FFF2C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0" name="Google Shape;760;p64"/>
          <p:cNvSpPr/>
          <p:nvPr/>
        </p:nvSpPr>
        <p:spPr>
          <a:xfrm>
            <a:off x="5262000" y="4261863"/>
            <a:ext cx="1443650" cy="149475"/>
          </a:xfrm>
          <a:custGeom>
            <a:avLst/>
            <a:gdLst/>
            <a:ahLst/>
            <a:cxnLst/>
            <a:rect l="l" t="t" r="r" b="b"/>
            <a:pathLst>
              <a:path w="57746" h="5979" extrusionOk="0">
                <a:moveTo>
                  <a:pt x="45122" y="1"/>
                </a:moveTo>
                <a:cubicBezTo>
                  <a:pt x="43697" y="1"/>
                  <a:pt x="42440" y="1055"/>
                  <a:pt x="41567" y="2212"/>
                </a:cubicBezTo>
                <a:cubicBezTo>
                  <a:pt x="40947" y="3038"/>
                  <a:pt x="40328" y="4791"/>
                  <a:pt x="39135" y="4791"/>
                </a:cubicBezTo>
                <a:cubicBezTo>
                  <a:pt x="39034" y="4791"/>
                  <a:pt x="38928" y="4778"/>
                  <a:pt x="38819" y="4751"/>
                </a:cubicBezTo>
                <a:cubicBezTo>
                  <a:pt x="37504" y="4438"/>
                  <a:pt x="36907" y="2810"/>
                  <a:pt x="35951" y="1973"/>
                </a:cubicBezTo>
                <a:cubicBezTo>
                  <a:pt x="35224" y="1318"/>
                  <a:pt x="34319" y="1003"/>
                  <a:pt x="33414" y="1003"/>
                </a:cubicBezTo>
                <a:cubicBezTo>
                  <a:pt x="32441" y="1003"/>
                  <a:pt x="31466" y="1367"/>
                  <a:pt x="30708" y="2063"/>
                </a:cubicBezTo>
                <a:cubicBezTo>
                  <a:pt x="29752" y="2944"/>
                  <a:pt x="29080" y="4049"/>
                  <a:pt x="27871" y="4587"/>
                </a:cubicBezTo>
                <a:cubicBezTo>
                  <a:pt x="27373" y="4816"/>
                  <a:pt x="26838" y="4934"/>
                  <a:pt x="26313" y="4934"/>
                </a:cubicBezTo>
                <a:cubicBezTo>
                  <a:pt x="25294" y="4934"/>
                  <a:pt x="24315" y="4488"/>
                  <a:pt x="23733" y="3542"/>
                </a:cubicBezTo>
                <a:cubicBezTo>
                  <a:pt x="23240" y="2705"/>
                  <a:pt x="23016" y="1749"/>
                  <a:pt x="22076" y="1227"/>
                </a:cubicBezTo>
                <a:cubicBezTo>
                  <a:pt x="21628" y="970"/>
                  <a:pt x="21118" y="861"/>
                  <a:pt x="20604" y="861"/>
                </a:cubicBezTo>
                <a:cubicBezTo>
                  <a:pt x="20073" y="861"/>
                  <a:pt x="19537" y="977"/>
                  <a:pt x="19058" y="1167"/>
                </a:cubicBezTo>
                <a:cubicBezTo>
                  <a:pt x="17551" y="1770"/>
                  <a:pt x="15459" y="4271"/>
                  <a:pt x="13593" y="4271"/>
                </a:cubicBezTo>
                <a:cubicBezTo>
                  <a:pt x="13055" y="4271"/>
                  <a:pt x="12535" y="4063"/>
                  <a:pt x="12054" y="3542"/>
                </a:cubicBezTo>
                <a:cubicBezTo>
                  <a:pt x="11337" y="2780"/>
                  <a:pt x="11008" y="1719"/>
                  <a:pt x="10112" y="1092"/>
                </a:cubicBezTo>
                <a:cubicBezTo>
                  <a:pt x="9688" y="802"/>
                  <a:pt x="9227" y="676"/>
                  <a:pt x="8759" y="676"/>
                </a:cubicBezTo>
                <a:cubicBezTo>
                  <a:pt x="8239" y="676"/>
                  <a:pt x="7710" y="833"/>
                  <a:pt x="7214" y="1092"/>
                </a:cubicBezTo>
                <a:cubicBezTo>
                  <a:pt x="6049" y="1734"/>
                  <a:pt x="5332" y="2870"/>
                  <a:pt x="4302" y="3676"/>
                </a:cubicBezTo>
                <a:cubicBezTo>
                  <a:pt x="3836" y="4041"/>
                  <a:pt x="3205" y="4433"/>
                  <a:pt x="2590" y="4433"/>
                </a:cubicBezTo>
                <a:cubicBezTo>
                  <a:pt x="2299" y="4433"/>
                  <a:pt x="2012" y="4345"/>
                  <a:pt x="1748" y="4124"/>
                </a:cubicBezTo>
                <a:cubicBezTo>
                  <a:pt x="1165" y="3631"/>
                  <a:pt x="1091" y="2720"/>
                  <a:pt x="1031" y="2033"/>
                </a:cubicBezTo>
                <a:cubicBezTo>
                  <a:pt x="1009" y="1705"/>
                  <a:pt x="743" y="1540"/>
                  <a:pt x="491" y="1540"/>
                </a:cubicBezTo>
                <a:cubicBezTo>
                  <a:pt x="239" y="1540"/>
                  <a:pt x="0" y="1705"/>
                  <a:pt x="30" y="2033"/>
                </a:cubicBezTo>
                <a:cubicBezTo>
                  <a:pt x="167" y="3715"/>
                  <a:pt x="959" y="5449"/>
                  <a:pt x="2596" y="5449"/>
                </a:cubicBezTo>
                <a:cubicBezTo>
                  <a:pt x="2922" y="5449"/>
                  <a:pt x="3281" y="5380"/>
                  <a:pt x="3675" y="5229"/>
                </a:cubicBezTo>
                <a:cubicBezTo>
                  <a:pt x="5208" y="4623"/>
                  <a:pt x="7030" y="1756"/>
                  <a:pt x="8732" y="1756"/>
                </a:cubicBezTo>
                <a:cubicBezTo>
                  <a:pt x="9252" y="1756"/>
                  <a:pt x="9760" y="2024"/>
                  <a:pt x="10246" y="2705"/>
                </a:cubicBezTo>
                <a:cubicBezTo>
                  <a:pt x="10784" y="3452"/>
                  <a:pt x="11187" y="4333"/>
                  <a:pt x="12009" y="4826"/>
                </a:cubicBezTo>
                <a:cubicBezTo>
                  <a:pt x="12487" y="5120"/>
                  <a:pt x="13020" y="5244"/>
                  <a:pt x="13559" y="5244"/>
                </a:cubicBezTo>
                <a:cubicBezTo>
                  <a:pt x="14113" y="5244"/>
                  <a:pt x="14675" y="5113"/>
                  <a:pt x="15190" y="4901"/>
                </a:cubicBezTo>
                <a:cubicBezTo>
                  <a:pt x="16680" y="4290"/>
                  <a:pt x="18869" y="1880"/>
                  <a:pt x="20638" y="1880"/>
                </a:cubicBezTo>
                <a:cubicBezTo>
                  <a:pt x="21335" y="1880"/>
                  <a:pt x="21966" y="2254"/>
                  <a:pt x="22464" y="3258"/>
                </a:cubicBezTo>
                <a:cubicBezTo>
                  <a:pt x="22972" y="4288"/>
                  <a:pt x="23479" y="5110"/>
                  <a:pt x="24555" y="5618"/>
                </a:cubicBezTo>
                <a:cubicBezTo>
                  <a:pt x="25114" y="5863"/>
                  <a:pt x="25704" y="5978"/>
                  <a:pt x="26296" y="5978"/>
                </a:cubicBezTo>
                <a:cubicBezTo>
                  <a:pt x="26858" y="5978"/>
                  <a:pt x="27422" y="5874"/>
                  <a:pt x="27960" y="5677"/>
                </a:cubicBezTo>
                <a:cubicBezTo>
                  <a:pt x="29110" y="5244"/>
                  <a:pt x="29932" y="4438"/>
                  <a:pt x="30738" y="3542"/>
                </a:cubicBezTo>
                <a:cubicBezTo>
                  <a:pt x="31500" y="2697"/>
                  <a:pt x="32444" y="2012"/>
                  <a:pt x="33478" y="2012"/>
                </a:cubicBezTo>
                <a:cubicBezTo>
                  <a:pt x="33925" y="2012"/>
                  <a:pt x="34388" y="2139"/>
                  <a:pt x="34861" y="2436"/>
                </a:cubicBezTo>
                <a:cubicBezTo>
                  <a:pt x="36239" y="3286"/>
                  <a:pt x="37343" y="5899"/>
                  <a:pt x="39110" y="5899"/>
                </a:cubicBezTo>
                <a:cubicBezTo>
                  <a:pt x="39487" y="5899"/>
                  <a:pt x="39895" y="5780"/>
                  <a:pt x="40342" y="5498"/>
                </a:cubicBezTo>
                <a:cubicBezTo>
                  <a:pt x="41965" y="4487"/>
                  <a:pt x="42735" y="999"/>
                  <a:pt x="44943" y="999"/>
                </a:cubicBezTo>
                <a:cubicBezTo>
                  <a:pt x="45213" y="999"/>
                  <a:pt x="45505" y="1051"/>
                  <a:pt x="45823" y="1167"/>
                </a:cubicBezTo>
                <a:cubicBezTo>
                  <a:pt x="47914" y="1944"/>
                  <a:pt x="48572" y="4677"/>
                  <a:pt x="50603" y="5618"/>
                </a:cubicBezTo>
                <a:cubicBezTo>
                  <a:pt x="51141" y="5859"/>
                  <a:pt x="51667" y="5964"/>
                  <a:pt x="52177" y="5964"/>
                </a:cubicBezTo>
                <a:cubicBezTo>
                  <a:pt x="54259" y="5964"/>
                  <a:pt x="56082" y="4205"/>
                  <a:pt x="57414" y="2705"/>
                </a:cubicBezTo>
                <a:cubicBezTo>
                  <a:pt x="57746" y="2304"/>
                  <a:pt x="57393" y="1780"/>
                  <a:pt x="57021" y="1780"/>
                </a:cubicBezTo>
                <a:cubicBezTo>
                  <a:pt x="56909" y="1780"/>
                  <a:pt x="56794" y="1829"/>
                  <a:pt x="56697" y="1944"/>
                </a:cubicBezTo>
                <a:cubicBezTo>
                  <a:pt x="55477" y="3299"/>
                  <a:pt x="53828" y="4858"/>
                  <a:pt x="52125" y="4858"/>
                </a:cubicBezTo>
                <a:cubicBezTo>
                  <a:pt x="51388" y="4858"/>
                  <a:pt x="50642" y="4566"/>
                  <a:pt x="49916" y="3840"/>
                </a:cubicBezTo>
                <a:cubicBezTo>
                  <a:pt x="48721" y="2645"/>
                  <a:pt x="47914" y="913"/>
                  <a:pt x="46286" y="241"/>
                </a:cubicBezTo>
                <a:cubicBezTo>
                  <a:pt x="45889" y="75"/>
                  <a:pt x="45499" y="1"/>
                  <a:pt x="45122"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761" name="Google Shape;761;p64"/>
          <p:cNvGrpSpPr/>
          <p:nvPr/>
        </p:nvGrpSpPr>
        <p:grpSpPr>
          <a:xfrm rot="-1564537">
            <a:off x="6855077" y="4013920"/>
            <a:ext cx="495770" cy="567380"/>
            <a:chOff x="1244250" y="1474325"/>
            <a:chExt cx="1183700" cy="1354675"/>
          </a:xfrm>
        </p:grpSpPr>
        <p:sp>
          <p:nvSpPr>
            <p:cNvPr id="762" name="Google Shape;762;p64"/>
            <p:cNvSpPr/>
            <p:nvPr/>
          </p:nvSpPr>
          <p:spPr>
            <a:xfrm>
              <a:off x="1244250" y="1474325"/>
              <a:ext cx="1183700" cy="1354675"/>
            </a:xfrm>
            <a:custGeom>
              <a:avLst/>
              <a:gdLst/>
              <a:ahLst/>
              <a:cxnLst/>
              <a:rect l="l" t="t" r="r" b="b"/>
              <a:pathLst>
                <a:path w="47348" h="54187" extrusionOk="0">
                  <a:moveTo>
                    <a:pt x="15081" y="4209"/>
                  </a:moveTo>
                  <a:cubicBezTo>
                    <a:pt x="15169" y="4472"/>
                    <a:pt x="15344" y="4560"/>
                    <a:pt x="15432" y="4735"/>
                  </a:cubicBezTo>
                  <a:cubicBezTo>
                    <a:pt x="15432" y="4647"/>
                    <a:pt x="15344" y="4647"/>
                    <a:pt x="15344" y="4560"/>
                  </a:cubicBezTo>
                  <a:lnTo>
                    <a:pt x="15344" y="4560"/>
                  </a:lnTo>
                  <a:cubicBezTo>
                    <a:pt x="15607" y="4910"/>
                    <a:pt x="15870" y="5349"/>
                    <a:pt x="16221" y="5787"/>
                  </a:cubicBezTo>
                  <a:cubicBezTo>
                    <a:pt x="16659" y="6313"/>
                    <a:pt x="16923" y="6927"/>
                    <a:pt x="17361" y="7541"/>
                  </a:cubicBezTo>
                  <a:cubicBezTo>
                    <a:pt x="17799" y="8067"/>
                    <a:pt x="18238" y="8681"/>
                    <a:pt x="18676" y="9382"/>
                  </a:cubicBezTo>
                  <a:cubicBezTo>
                    <a:pt x="19553" y="10697"/>
                    <a:pt x="20430" y="11925"/>
                    <a:pt x="21307" y="13240"/>
                  </a:cubicBezTo>
                  <a:cubicBezTo>
                    <a:pt x="21920" y="13941"/>
                    <a:pt x="22359" y="14643"/>
                    <a:pt x="22797" y="15432"/>
                  </a:cubicBezTo>
                  <a:cubicBezTo>
                    <a:pt x="23323" y="16133"/>
                    <a:pt x="23849" y="17010"/>
                    <a:pt x="24375" y="17887"/>
                  </a:cubicBezTo>
                  <a:cubicBezTo>
                    <a:pt x="24989" y="18764"/>
                    <a:pt x="25515" y="19553"/>
                    <a:pt x="26041" y="20342"/>
                  </a:cubicBezTo>
                  <a:cubicBezTo>
                    <a:pt x="26567" y="21131"/>
                    <a:pt x="27181" y="22008"/>
                    <a:pt x="27707" y="22709"/>
                  </a:cubicBezTo>
                  <a:cubicBezTo>
                    <a:pt x="28058" y="23148"/>
                    <a:pt x="28233" y="23586"/>
                    <a:pt x="28584" y="24025"/>
                  </a:cubicBezTo>
                  <a:cubicBezTo>
                    <a:pt x="28672" y="24288"/>
                    <a:pt x="28935" y="24463"/>
                    <a:pt x="29022" y="24726"/>
                  </a:cubicBezTo>
                  <a:cubicBezTo>
                    <a:pt x="29812" y="25954"/>
                    <a:pt x="30513" y="27093"/>
                    <a:pt x="31302" y="28233"/>
                  </a:cubicBezTo>
                  <a:cubicBezTo>
                    <a:pt x="32091" y="29285"/>
                    <a:pt x="32705" y="30338"/>
                    <a:pt x="33494" y="31390"/>
                  </a:cubicBezTo>
                  <a:cubicBezTo>
                    <a:pt x="34196" y="32530"/>
                    <a:pt x="34722" y="33494"/>
                    <a:pt x="35335" y="34459"/>
                  </a:cubicBezTo>
                  <a:cubicBezTo>
                    <a:pt x="36037" y="35598"/>
                    <a:pt x="36826" y="36651"/>
                    <a:pt x="37440" y="37615"/>
                  </a:cubicBezTo>
                  <a:cubicBezTo>
                    <a:pt x="38141" y="38492"/>
                    <a:pt x="38755" y="39544"/>
                    <a:pt x="39456" y="40509"/>
                  </a:cubicBezTo>
                  <a:cubicBezTo>
                    <a:pt x="39895" y="41298"/>
                    <a:pt x="40333" y="41911"/>
                    <a:pt x="40772" y="42701"/>
                  </a:cubicBezTo>
                  <a:cubicBezTo>
                    <a:pt x="41035" y="43139"/>
                    <a:pt x="41298" y="43490"/>
                    <a:pt x="41473" y="43928"/>
                  </a:cubicBezTo>
                  <a:cubicBezTo>
                    <a:pt x="41736" y="44191"/>
                    <a:pt x="41911" y="44630"/>
                    <a:pt x="42174" y="45068"/>
                  </a:cubicBezTo>
                  <a:lnTo>
                    <a:pt x="43490" y="47435"/>
                  </a:lnTo>
                  <a:cubicBezTo>
                    <a:pt x="43665" y="47698"/>
                    <a:pt x="43840" y="48137"/>
                    <a:pt x="44016" y="48487"/>
                  </a:cubicBezTo>
                  <a:cubicBezTo>
                    <a:pt x="44191" y="48838"/>
                    <a:pt x="44366" y="49277"/>
                    <a:pt x="44454" y="49627"/>
                  </a:cubicBezTo>
                  <a:cubicBezTo>
                    <a:pt x="44630" y="49890"/>
                    <a:pt x="44717" y="50241"/>
                    <a:pt x="44717" y="50679"/>
                  </a:cubicBezTo>
                  <a:lnTo>
                    <a:pt x="44717" y="51206"/>
                  </a:lnTo>
                  <a:cubicBezTo>
                    <a:pt x="44630" y="51206"/>
                    <a:pt x="44630" y="51381"/>
                    <a:pt x="44542" y="51381"/>
                  </a:cubicBezTo>
                  <a:cubicBezTo>
                    <a:pt x="44279" y="51381"/>
                    <a:pt x="43928" y="51206"/>
                    <a:pt x="43577" y="51118"/>
                  </a:cubicBezTo>
                  <a:cubicBezTo>
                    <a:pt x="43402" y="51118"/>
                    <a:pt x="43227" y="51030"/>
                    <a:pt x="43051" y="51030"/>
                  </a:cubicBezTo>
                  <a:cubicBezTo>
                    <a:pt x="42788" y="51030"/>
                    <a:pt x="42613" y="50942"/>
                    <a:pt x="42350" y="50942"/>
                  </a:cubicBezTo>
                  <a:lnTo>
                    <a:pt x="42262" y="50942"/>
                  </a:lnTo>
                  <a:lnTo>
                    <a:pt x="42613" y="49627"/>
                  </a:lnTo>
                  <a:cubicBezTo>
                    <a:pt x="42613" y="49277"/>
                    <a:pt x="42613" y="48926"/>
                    <a:pt x="42525" y="48575"/>
                  </a:cubicBezTo>
                  <a:cubicBezTo>
                    <a:pt x="42350" y="48400"/>
                    <a:pt x="42262" y="48312"/>
                    <a:pt x="42174" y="48137"/>
                  </a:cubicBezTo>
                  <a:cubicBezTo>
                    <a:pt x="42087" y="48049"/>
                    <a:pt x="41911" y="47961"/>
                    <a:pt x="41736" y="47961"/>
                  </a:cubicBezTo>
                  <a:cubicBezTo>
                    <a:pt x="41596" y="47909"/>
                    <a:pt x="41455" y="47884"/>
                    <a:pt x="41319" y="47884"/>
                  </a:cubicBezTo>
                  <a:cubicBezTo>
                    <a:pt x="40772" y="47884"/>
                    <a:pt x="40281" y="48277"/>
                    <a:pt x="40070" y="48838"/>
                  </a:cubicBezTo>
                  <a:cubicBezTo>
                    <a:pt x="39982" y="49277"/>
                    <a:pt x="39895" y="49803"/>
                    <a:pt x="39719" y="50241"/>
                  </a:cubicBezTo>
                  <a:cubicBezTo>
                    <a:pt x="39544" y="50241"/>
                    <a:pt x="39456" y="50153"/>
                    <a:pt x="39193" y="50153"/>
                  </a:cubicBezTo>
                  <a:cubicBezTo>
                    <a:pt x="38843" y="50066"/>
                    <a:pt x="38404" y="50066"/>
                    <a:pt x="37966" y="49890"/>
                  </a:cubicBezTo>
                  <a:cubicBezTo>
                    <a:pt x="38229" y="49189"/>
                    <a:pt x="38317" y="48400"/>
                    <a:pt x="38404" y="47523"/>
                  </a:cubicBezTo>
                  <a:cubicBezTo>
                    <a:pt x="38404" y="47172"/>
                    <a:pt x="38317" y="46734"/>
                    <a:pt x="38141" y="46558"/>
                  </a:cubicBezTo>
                  <a:lnTo>
                    <a:pt x="37966" y="46383"/>
                  </a:lnTo>
                  <a:cubicBezTo>
                    <a:pt x="37790" y="46208"/>
                    <a:pt x="37527" y="46120"/>
                    <a:pt x="37264" y="46120"/>
                  </a:cubicBezTo>
                  <a:cubicBezTo>
                    <a:pt x="36826" y="46120"/>
                    <a:pt x="36475" y="46208"/>
                    <a:pt x="36212" y="46383"/>
                  </a:cubicBezTo>
                  <a:cubicBezTo>
                    <a:pt x="35949" y="46646"/>
                    <a:pt x="35774" y="46997"/>
                    <a:pt x="35774" y="47260"/>
                  </a:cubicBezTo>
                  <a:cubicBezTo>
                    <a:pt x="35774" y="47874"/>
                    <a:pt x="35686" y="48312"/>
                    <a:pt x="35598" y="48838"/>
                  </a:cubicBezTo>
                  <a:cubicBezTo>
                    <a:pt x="35598" y="49014"/>
                    <a:pt x="35511" y="49189"/>
                    <a:pt x="35511" y="49364"/>
                  </a:cubicBezTo>
                  <a:cubicBezTo>
                    <a:pt x="35072" y="49277"/>
                    <a:pt x="34722" y="49277"/>
                    <a:pt x="34283" y="49189"/>
                  </a:cubicBezTo>
                  <a:cubicBezTo>
                    <a:pt x="33757" y="49014"/>
                    <a:pt x="33319" y="48926"/>
                    <a:pt x="32705" y="48838"/>
                  </a:cubicBezTo>
                  <a:lnTo>
                    <a:pt x="32530" y="48838"/>
                  </a:lnTo>
                  <a:cubicBezTo>
                    <a:pt x="32617" y="48750"/>
                    <a:pt x="32617" y="48575"/>
                    <a:pt x="32705" y="48487"/>
                  </a:cubicBezTo>
                  <a:cubicBezTo>
                    <a:pt x="32968" y="47961"/>
                    <a:pt x="33406" y="47523"/>
                    <a:pt x="33757" y="47085"/>
                  </a:cubicBezTo>
                  <a:cubicBezTo>
                    <a:pt x="34196" y="46558"/>
                    <a:pt x="33933" y="45769"/>
                    <a:pt x="33494" y="45331"/>
                  </a:cubicBezTo>
                  <a:lnTo>
                    <a:pt x="33406" y="45243"/>
                  </a:lnTo>
                  <a:cubicBezTo>
                    <a:pt x="33143" y="45046"/>
                    <a:pt x="32880" y="44947"/>
                    <a:pt x="32654" y="44947"/>
                  </a:cubicBezTo>
                  <a:cubicBezTo>
                    <a:pt x="32579" y="44947"/>
                    <a:pt x="32508" y="44958"/>
                    <a:pt x="32442" y="44980"/>
                  </a:cubicBezTo>
                  <a:cubicBezTo>
                    <a:pt x="32004" y="45068"/>
                    <a:pt x="31741" y="45243"/>
                    <a:pt x="31565" y="45506"/>
                  </a:cubicBezTo>
                  <a:cubicBezTo>
                    <a:pt x="31214" y="45945"/>
                    <a:pt x="30864" y="46295"/>
                    <a:pt x="30688" y="46734"/>
                  </a:cubicBezTo>
                  <a:cubicBezTo>
                    <a:pt x="30338" y="47172"/>
                    <a:pt x="30250" y="47611"/>
                    <a:pt x="29987" y="48049"/>
                  </a:cubicBezTo>
                  <a:cubicBezTo>
                    <a:pt x="29987" y="48137"/>
                    <a:pt x="29899" y="48137"/>
                    <a:pt x="29899" y="48312"/>
                  </a:cubicBezTo>
                  <a:cubicBezTo>
                    <a:pt x="29636" y="48137"/>
                    <a:pt x="29373" y="48137"/>
                    <a:pt x="29110" y="48049"/>
                  </a:cubicBezTo>
                  <a:cubicBezTo>
                    <a:pt x="28496" y="47961"/>
                    <a:pt x="27883" y="47874"/>
                    <a:pt x="27356" y="47611"/>
                  </a:cubicBezTo>
                  <a:cubicBezTo>
                    <a:pt x="27444" y="47435"/>
                    <a:pt x="27444" y="47172"/>
                    <a:pt x="27620" y="46997"/>
                  </a:cubicBezTo>
                  <a:cubicBezTo>
                    <a:pt x="27707" y="46383"/>
                    <a:pt x="27883" y="45945"/>
                    <a:pt x="28058" y="45419"/>
                  </a:cubicBezTo>
                  <a:cubicBezTo>
                    <a:pt x="28233" y="44893"/>
                    <a:pt x="28058" y="44366"/>
                    <a:pt x="27707" y="44016"/>
                  </a:cubicBezTo>
                  <a:cubicBezTo>
                    <a:pt x="27620" y="43928"/>
                    <a:pt x="27444" y="43928"/>
                    <a:pt x="27269" y="43753"/>
                  </a:cubicBezTo>
                  <a:cubicBezTo>
                    <a:pt x="27163" y="43726"/>
                    <a:pt x="27057" y="43714"/>
                    <a:pt x="26953" y="43714"/>
                  </a:cubicBezTo>
                  <a:cubicBezTo>
                    <a:pt x="26366" y="43714"/>
                    <a:pt x="25826" y="44108"/>
                    <a:pt x="25603" y="44630"/>
                  </a:cubicBezTo>
                  <a:cubicBezTo>
                    <a:pt x="25515" y="45243"/>
                    <a:pt x="25252" y="45682"/>
                    <a:pt x="25164" y="46208"/>
                  </a:cubicBezTo>
                  <a:cubicBezTo>
                    <a:pt x="25077" y="46383"/>
                    <a:pt x="25077" y="46734"/>
                    <a:pt x="24989" y="46997"/>
                  </a:cubicBezTo>
                  <a:cubicBezTo>
                    <a:pt x="24375" y="46734"/>
                    <a:pt x="23937" y="46646"/>
                    <a:pt x="23411" y="46558"/>
                  </a:cubicBezTo>
                  <a:cubicBezTo>
                    <a:pt x="22797" y="46383"/>
                    <a:pt x="22096" y="46208"/>
                    <a:pt x="21482" y="46120"/>
                  </a:cubicBezTo>
                  <a:cubicBezTo>
                    <a:pt x="21657" y="45682"/>
                    <a:pt x="22008" y="45243"/>
                    <a:pt x="22183" y="44805"/>
                  </a:cubicBezTo>
                  <a:cubicBezTo>
                    <a:pt x="22446" y="44454"/>
                    <a:pt x="22534" y="44103"/>
                    <a:pt x="22446" y="43753"/>
                  </a:cubicBezTo>
                  <a:cubicBezTo>
                    <a:pt x="22359" y="43490"/>
                    <a:pt x="22183" y="43227"/>
                    <a:pt x="22008" y="43051"/>
                  </a:cubicBezTo>
                  <a:cubicBezTo>
                    <a:pt x="22008" y="43051"/>
                    <a:pt x="22008" y="42876"/>
                    <a:pt x="21920" y="42876"/>
                  </a:cubicBezTo>
                  <a:cubicBezTo>
                    <a:pt x="21664" y="42748"/>
                    <a:pt x="21407" y="42666"/>
                    <a:pt x="21150" y="42666"/>
                  </a:cubicBezTo>
                  <a:cubicBezTo>
                    <a:pt x="21056" y="42666"/>
                    <a:pt x="20962" y="42677"/>
                    <a:pt x="20868" y="42701"/>
                  </a:cubicBezTo>
                  <a:cubicBezTo>
                    <a:pt x="20605" y="42701"/>
                    <a:pt x="20167" y="42876"/>
                    <a:pt x="19991" y="43227"/>
                  </a:cubicBezTo>
                  <a:cubicBezTo>
                    <a:pt x="19816" y="43577"/>
                    <a:pt x="19553" y="44016"/>
                    <a:pt x="19378" y="44454"/>
                  </a:cubicBezTo>
                  <a:cubicBezTo>
                    <a:pt x="19290" y="44805"/>
                    <a:pt x="19027" y="44980"/>
                    <a:pt x="18939" y="45331"/>
                  </a:cubicBezTo>
                  <a:lnTo>
                    <a:pt x="17624" y="44980"/>
                  </a:lnTo>
                  <a:cubicBezTo>
                    <a:pt x="17361" y="44893"/>
                    <a:pt x="17098" y="44893"/>
                    <a:pt x="16835" y="44805"/>
                  </a:cubicBezTo>
                  <a:lnTo>
                    <a:pt x="16835" y="44630"/>
                  </a:lnTo>
                  <a:cubicBezTo>
                    <a:pt x="17186" y="44103"/>
                    <a:pt x="17361" y="43490"/>
                    <a:pt x="17712" y="42876"/>
                  </a:cubicBezTo>
                  <a:cubicBezTo>
                    <a:pt x="17799" y="42613"/>
                    <a:pt x="17712" y="42262"/>
                    <a:pt x="17624" y="41911"/>
                  </a:cubicBezTo>
                  <a:cubicBezTo>
                    <a:pt x="17536" y="41736"/>
                    <a:pt x="17361" y="41561"/>
                    <a:pt x="17273" y="41473"/>
                  </a:cubicBezTo>
                  <a:cubicBezTo>
                    <a:pt x="17186" y="41298"/>
                    <a:pt x="17098" y="41298"/>
                    <a:pt x="16835" y="41122"/>
                  </a:cubicBezTo>
                  <a:cubicBezTo>
                    <a:pt x="16741" y="41099"/>
                    <a:pt x="16653" y="41088"/>
                    <a:pt x="16568" y="41088"/>
                  </a:cubicBezTo>
                  <a:cubicBezTo>
                    <a:pt x="16337" y="41088"/>
                    <a:pt x="16127" y="41169"/>
                    <a:pt x="15870" y="41298"/>
                  </a:cubicBezTo>
                  <a:cubicBezTo>
                    <a:pt x="15783" y="41385"/>
                    <a:pt x="15607" y="41385"/>
                    <a:pt x="15520" y="41473"/>
                  </a:cubicBezTo>
                  <a:cubicBezTo>
                    <a:pt x="15344" y="41561"/>
                    <a:pt x="15169" y="41824"/>
                    <a:pt x="15081" y="41999"/>
                  </a:cubicBezTo>
                  <a:cubicBezTo>
                    <a:pt x="14906" y="42350"/>
                    <a:pt x="14731" y="42788"/>
                    <a:pt x="14555" y="43139"/>
                  </a:cubicBezTo>
                  <a:cubicBezTo>
                    <a:pt x="14292" y="43490"/>
                    <a:pt x="14204" y="43665"/>
                    <a:pt x="14117" y="44016"/>
                  </a:cubicBezTo>
                  <a:cubicBezTo>
                    <a:pt x="13591" y="43928"/>
                    <a:pt x="12889" y="43665"/>
                    <a:pt x="12275" y="43577"/>
                  </a:cubicBezTo>
                  <a:cubicBezTo>
                    <a:pt x="12275" y="43490"/>
                    <a:pt x="12100" y="43490"/>
                    <a:pt x="12012" y="43490"/>
                  </a:cubicBezTo>
                  <a:cubicBezTo>
                    <a:pt x="12363" y="42876"/>
                    <a:pt x="12539" y="42438"/>
                    <a:pt x="12802" y="41999"/>
                  </a:cubicBezTo>
                  <a:cubicBezTo>
                    <a:pt x="12802" y="41911"/>
                    <a:pt x="12802" y="41824"/>
                    <a:pt x="12889" y="41736"/>
                  </a:cubicBezTo>
                  <a:lnTo>
                    <a:pt x="12889" y="41035"/>
                  </a:lnTo>
                  <a:cubicBezTo>
                    <a:pt x="12802" y="40684"/>
                    <a:pt x="12714" y="40509"/>
                    <a:pt x="12451" y="40245"/>
                  </a:cubicBezTo>
                  <a:lnTo>
                    <a:pt x="12363" y="40158"/>
                  </a:lnTo>
                  <a:cubicBezTo>
                    <a:pt x="12115" y="40034"/>
                    <a:pt x="11867" y="39910"/>
                    <a:pt x="11650" y="39910"/>
                  </a:cubicBezTo>
                  <a:cubicBezTo>
                    <a:pt x="11560" y="39910"/>
                    <a:pt x="11476" y="39931"/>
                    <a:pt x="11399" y="39982"/>
                  </a:cubicBezTo>
                  <a:cubicBezTo>
                    <a:pt x="11048" y="39982"/>
                    <a:pt x="10610" y="40158"/>
                    <a:pt x="10522" y="40509"/>
                  </a:cubicBezTo>
                  <a:cubicBezTo>
                    <a:pt x="10259" y="40859"/>
                    <a:pt x="10171" y="41298"/>
                    <a:pt x="9908" y="41561"/>
                  </a:cubicBezTo>
                  <a:cubicBezTo>
                    <a:pt x="9820" y="41911"/>
                    <a:pt x="9645" y="42262"/>
                    <a:pt x="9382" y="42701"/>
                  </a:cubicBezTo>
                  <a:cubicBezTo>
                    <a:pt x="9294" y="42613"/>
                    <a:pt x="9207" y="42613"/>
                    <a:pt x="9031" y="42613"/>
                  </a:cubicBezTo>
                  <a:cubicBezTo>
                    <a:pt x="8418" y="42438"/>
                    <a:pt x="7716" y="42262"/>
                    <a:pt x="7190" y="42174"/>
                  </a:cubicBezTo>
                  <a:lnTo>
                    <a:pt x="7190" y="41911"/>
                  </a:lnTo>
                  <a:cubicBezTo>
                    <a:pt x="7453" y="41122"/>
                    <a:pt x="7628" y="40509"/>
                    <a:pt x="7979" y="39719"/>
                  </a:cubicBezTo>
                  <a:cubicBezTo>
                    <a:pt x="8242" y="39193"/>
                    <a:pt x="7979" y="38667"/>
                    <a:pt x="7628" y="38317"/>
                  </a:cubicBezTo>
                  <a:cubicBezTo>
                    <a:pt x="7541" y="38229"/>
                    <a:pt x="7453" y="38053"/>
                    <a:pt x="7190" y="38053"/>
                  </a:cubicBezTo>
                  <a:cubicBezTo>
                    <a:pt x="7120" y="38030"/>
                    <a:pt x="7043" y="38019"/>
                    <a:pt x="6961" y="38019"/>
                  </a:cubicBezTo>
                  <a:cubicBezTo>
                    <a:pt x="6739" y="38019"/>
                    <a:pt x="6482" y="38100"/>
                    <a:pt x="6226" y="38229"/>
                  </a:cubicBezTo>
                  <a:cubicBezTo>
                    <a:pt x="5875" y="38317"/>
                    <a:pt x="5699" y="38667"/>
                    <a:pt x="5612" y="38930"/>
                  </a:cubicBezTo>
                  <a:cubicBezTo>
                    <a:pt x="5349" y="39369"/>
                    <a:pt x="5173" y="39807"/>
                    <a:pt x="4998" y="40421"/>
                  </a:cubicBezTo>
                  <a:cubicBezTo>
                    <a:pt x="4910" y="40684"/>
                    <a:pt x="4910" y="41122"/>
                    <a:pt x="4823" y="41473"/>
                  </a:cubicBezTo>
                  <a:lnTo>
                    <a:pt x="4647" y="41473"/>
                  </a:lnTo>
                  <a:lnTo>
                    <a:pt x="3332" y="41122"/>
                  </a:lnTo>
                  <a:cubicBezTo>
                    <a:pt x="3244" y="41122"/>
                    <a:pt x="3244" y="41035"/>
                    <a:pt x="3157" y="41035"/>
                  </a:cubicBezTo>
                  <a:lnTo>
                    <a:pt x="2806" y="40684"/>
                  </a:lnTo>
                  <a:cubicBezTo>
                    <a:pt x="2806" y="40509"/>
                    <a:pt x="2894" y="40421"/>
                    <a:pt x="2894" y="40158"/>
                  </a:cubicBezTo>
                  <a:cubicBezTo>
                    <a:pt x="2894" y="39982"/>
                    <a:pt x="3069" y="39719"/>
                    <a:pt x="3069" y="39544"/>
                  </a:cubicBezTo>
                  <a:cubicBezTo>
                    <a:pt x="3069" y="39106"/>
                    <a:pt x="3244" y="38667"/>
                    <a:pt x="3332" y="38229"/>
                  </a:cubicBezTo>
                  <a:cubicBezTo>
                    <a:pt x="3507" y="37966"/>
                    <a:pt x="3507" y="37878"/>
                    <a:pt x="3595" y="37615"/>
                  </a:cubicBezTo>
                  <a:lnTo>
                    <a:pt x="3595" y="37615"/>
                  </a:lnTo>
                  <a:cubicBezTo>
                    <a:pt x="3595" y="37790"/>
                    <a:pt x="3507" y="37878"/>
                    <a:pt x="3507" y="37966"/>
                  </a:cubicBezTo>
                  <a:cubicBezTo>
                    <a:pt x="3770" y="37177"/>
                    <a:pt x="4034" y="36475"/>
                    <a:pt x="4209" y="35598"/>
                  </a:cubicBezTo>
                  <a:lnTo>
                    <a:pt x="4910" y="33231"/>
                  </a:lnTo>
                  <a:lnTo>
                    <a:pt x="5612" y="30951"/>
                  </a:lnTo>
                  <a:lnTo>
                    <a:pt x="6226" y="28672"/>
                  </a:lnTo>
                  <a:cubicBezTo>
                    <a:pt x="6489" y="28233"/>
                    <a:pt x="6664" y="27707"/>
                    <a:pt x="6752" y="27269"/>
                  </a:cubicBezTo>
                  <a:cubicBezTo>
                    <a:pt x="6927" y="26830"/>
                    <a:pt x="7102" y="26217"/>
                    <a:pt x="7190" y="25778"/>
                  </a:cubicBezTo>
                  <a:cubicBezTo>
                    <a:pt x="7453" y="24901"/>
                    <a:pt x="7804" y="23937"/>
                    <a:pt x="8067" y="23060"/>
                  </a:cubicBezTo>
                  <a:lnTo>
                    <a:pt x="8768" y="21131"/>
                  </a:lnTo>
                  <a:cubicBezTo>
                    <a:pt x="9207" y="20079"/>
                    <a:pt x="9557" y="19202"/>
                    <a:pt x="9820" y="18238"/>
                  </a:cubicBezTo>
                  <a:cubicBezTo>
                    <a:pt x="10171" y="17361"/>
                    <a:pt x="10434" y="16484"/>
                    <a:pt x="10697" y="15607"/>
                  </a:cubicBezTo>
                  <a:cubicBezTo>
                    <a:pt x="11048" y="14643"/>
                    <a:pt x="11486" y="13766"/>
                    <a:pt x="11837" y="12802"/>
                  </a:cubicBezTo>
                  <a:cubicBezTo>
                    <a:pt x="12188" y="11662"/>
                    <a:pt x="12626" y="10610"/>
                    <a:pt x="12977" y="9470"/>
                  </a:cubicBezTo>
                  <a:cubicBezTo>
                    <a:pt x="13415" y="8418"/>
                    <a:pt x="13766" y="7365"/>
                    <a:pt x="14204" y="6313"/>
                  </a:cubicBezTo>
                  <a:cubicBezTo>
                    <a:pt x="14555" y="5612"/>
                    <a:pt x="14906" y="4910"/>
                    <a:pt x="15081" y="4209"/>
                  </a:cubicBezTo>
                  <a:close/>
                  <a:moveTo>
                    <a:pt x="14643" y="0"/>
                  </a:moveTo>
                  <a:cubicBezTo>
                    <a:pt x="14467" y="0"/>
                    <a:pt x="14204" y="0"/>
                    <a:pt x="14029" y="176"/>
                  </a:cubicBezTo>
                  <a:cubicBezTo>
                    <a:pt x="13941" y="176"/>
                    <a:pt x="13766" y="263"/>
                    <a:pt x="13678" y="351"/>
                  </a:cubicBezTo>
                  <a:cubicBezTo>
                    <a:pt x="13328" y="702"/>
                    <a:pt x="13152" y="1140"/>
                    <a:pt x="13240" y="1578"/>
                  </a:cubicBezTo>
                  <a:cubicBezTo>
                    <a:pt x="12802" y="2806"/>
                    <a:pt x="12275" y="3946"/>
                    <a:pt x="11837" y="5173"/>
                  </a:cubicBezTo>
                  <a:cubicBezTo>
                    <a:pt x="11311" y="6489"/>
                    <a:pt x="10873" y="7891"/>
                    <a:pt x="10259" y="9207"/>
                  </a:cubicBezTo>
                  <a:cubicBezTo>
                    <a:pt x="9996" y="9908"/>
                    <a:pt x="9733" y="10522"/>
                    <a:pt x="9557" y="11223"/>
                  </a:cubicBezTo>
                  <a:cubicBezTo>
                    <a:pt x="9207" y="11837"/>
                    <a:pt x="8944" y="12451"/>
                    <a:pt x="8768" y="13065"/>
                  </a:cubicBezTo>
                  <a:cubicBezTo>
                    <a:pt x="8505" y="13854"/>
                    <a:pt x="8242" y="14643"/>
                    <a:pt x="7979" y="15344"/>
                  </a:cubicBezTo>
                  <a:cubicBezTo>
                    <a:pt x="7891" y="16046"/>
                    <a:pt x="7628" y="16660"/>
                    <a:pt x="7453" y="17273"/>
                  </a:cubicBezTo>
                  <a:cubicBezTo>
                    <a:pt x="7453" y="17449"/>
                    <a:pt x="7365" y="17536"/>
                    <a:pt x="7365" y="17712"/>
                  </a:cubicBezTo>
                  <a:cubicBezTo>
                    <a:pt x="7102" y="18238"/>
                    <a:pt x="6927" y="18852"/>
                    <a:pt x="6664" y="19465"/>
                  </a:cubicBezTo>
                  <a:cubicBezTo>
                    <a:pt x="6313" y="20079"/>
                    <a:pt x="6138" y="20868"/>
                    <a:pt x="5875" y="21482"/>
                  </a:cubicBezTo>
                  <a:cubicBezTo>
                    <a:pt x="5699" y="22359"/>
                    <a:pt x="5349" y="23411"/>
                    <a:pt x="4998" y="24288"/>
                  </a:cubicBezTo>
                  <a:cubicBezTo>
                    <a:pt x="4735" y="25164"/>
                    <a:pt x="4472" y="26041"/>
                    <a:pt x="4121" y="26918"/>
                  </a:cubicBezTo>
                  <a:cubicBezTo>
                    <a:pt x="3858" y="27795"/>
                    <a:pt x="3507" y="28672"/>
                    <a:pt x="3244" y="29549"/>
                  </a:cubicBezTo>
                  <a:cubicBezTo>
                    <a:pt x="2981" y="30250"/>
                    <a:pt x="2718" y="31127"/>
                    <a:pt x="2543" y="31916"/>
                  </a:cubicBezTo>
                  <a:cubicBezTo>
                    <a:pt x="2192" y="32793"/>
                    <a:pt x="1929" y="33582"/>
                    <a:pt x="1754" y="34459"/>
                  </a:cubicBezTo>
                  <a:cubicBezTo>
                    <a:pt x="1491" y="35335"/>
                    <a:pt x="1315" y="36125"/>
                    <a:pt x="1052" y="36826"/>
                  </a:cubicBezTo>
                  <a:cubicBezTo>
                    <a:pt x="1052" y="37089"/>
                    <a:pt x="965" y="37440"/>
                    <a:pt x="877" y="37615"/>
                  </a:cubicBezTo>
                  <a:cubicBezTo>
                    <a:pt x="614" y="38053"/>
                    <a:pt x="526" y="38492"/>
                    <a:pt x="439" y="38930"/>
                  </a:cubicBezTo>
                  <a:cubicBezTo>
                    <a:pt x="351" y="39281"/>
                    <a:pt x="351" y="39719"/>
                    <a:pt x="176" y="40070"/>
                  </a:cubicBezTo>
                  <a:cubicBezTo>
                    <a:pt x="88" y="40245"/>
                    <a:pt x="0" y="40596"/>
                    <a:pt x="88" y="40947"/>
                  </a:cubicBezTo>
                  <a:cubicBezTo>
                    <a:pt x="0" y="41122"/>
                    <a:pt x="0" y="41210"/>
                    <a:pt x="0" y="41473"/>
                  </a:cubicBezTo>
                  <a:cubicBezTo>
                    <a:pt x="88" y="41561"/>
                    <a:pt x="88" y="41648"/>
                    <a:pt x="88" y="41824"/>
                  </a:cubicBezTo>
                  <a:cubicBezTo>
                    <a:pt x="88" y="41999"/>
                    <a:pt x="176" y="42262"/>
                    <a:pt x="439" y="42350"/>
                  </a:cubicBezTo>
                  <a:lnTo>
                    <a:pt x="1140" y="43139"/>
                  </a:lnTo>
                  <a:cubicBezTo>
                    <a:pt x="1403" y="43314"/>
                    <a:pt x="1754" y="43577"/>
                    <a:pt x="2017" y="43665"/>
                  </a:cubicBezTo>
                  <a:cubicBezTo>
                    <a:pt x="2718" y="44016"/>
                    <a:pt x="3332" y="44103"/>
                    <a:pt x="4034" y="44279"/>
                  </a:cubicBezTo>
                  <a:cubicBezTo>
                    <a:pt x="4472" y="44454"/>
                    <a:pt x="4998" y="44630"/>
                    <a:pt x="5524" y="44717"/>
                  </a:cubicBezTo>
                  <a:cubicBezTo>
                    <a:pt x="6226" y="44893"/>
                    <a:pt x="6839" y="45068"/>
                    <a:pt x="7541" y="45156"/>
                  </a:cubicBezTo>
                  <a:cubicBezTo>
                    <a:pt x="10259" y="45769"/>
                    <a:pt x="12889" y="46295"/>
                    <a:pt x="15520" y="47085"/>
                  </a:cubicBezTo>
                  <a:cubicBezTo>
                    <a:pt x="16046" y="47260"/>
                    <a:pt x="16747" y="47523"/>
                    <a:pt x="17273" y="47611"/>
                  </a:cubicBezTo>
                  <a:cubicBezTo>
                    <a:pt x="17975" y="47786"/>
                    <a:pt x="18501" y="47961"/>
                    <a:pt x="19115" y="48137"/>
                  </a:cubicBezTo>
                  <a:cubicBezTo>
                    <a:pt x="20430" y="48575"/>
                    <a:pt x="21745" y="48838"/>
                    <a:pt x="23060" y="49189"/>
                  </a:cubicBezTo>
                  <a:cubicBezTo>
                    <a:pt x="24375" y="49364"/>
                    <a:pt x="25691" y="49803"/>
                    <a:pt x="27006" y="50241"/>
                  </a:cubicBezTo>
                  <a:cubicBezTo>
                    <a:pt x="27620" y="50329"/>
                    <a:pt x="28233" y="50592"/>
                    <a:pt x="28935" y="50679"/>
                  </a:cubicBezTo>
                  <a:cubicBezTo>
                    <a:pt x="29548" y="50767"/>
                    <a:pt x="30162" y="51030"/>
                    <a:pt x="30776" y="51118"/>
                  </a:cubicBezTo>
                  <a:lnTo>
                    <a:pt x="32442" y="51469"/>
                  </a:lnTo>
                  <a:cubicBezTo>
                    <a:pt x="32968" y="51556"/>
                    <a:pt x="33406" y="51644"/>
                    <a:pt x="33933" y="51819"/>
                  </a:cubicBezTo>
                  <a:cubicBezTo>
                    <a:pt x="34809" y="51995"/>
                    <a:pt x="35686" y="52258"/>
                    <a:pt x="36563" y="52345"/>
                  </a:cubicBezTo>
                  <a:cubicBezTo>
                    <a:pt x="37352" y="52433"/>
                    <a:pt x="38053" y="52696"/>
                    <a:pt x="38755" y="52784"/>
                  </a:cubicBezTo>
                  <a:lnTo>
                    <a:pt x="39018" y="52784"/>
                  </a:lnTo>
                  <a:cubicBezTo>
                    <a:pt x="39193" y="53134"/>
                    <a:pt x="39544" y="53134"/>
                    <a:pt x="39895" y="53222"/>
                  </a:cubicBezTo>
                  <a:cubicBezTo>
                    <a:pt x="40333" y="53310"/>
                    <a:pt x="40684" y="53310"/>
                    <a:pt x="41122" y="53398"/>
                  </a:cubicBezTo>
                  <a:cubicBezTo>
                    <a:pt x="41298" y="53398"/>
                    <a:pt x="41385" y="53573"/>
                    <a:pt x="41648" y="53573"/>
                  </a:cubicBezTo>
                  <a:cubicBezTo>
                    <a:pt x="41824" y="53573"/>
                    <a:pt x="42174" y="53661"/>
                    <a:pt x="42437" y="53661"/>
                  </a:cubicBezTo>
                  <a:cubicBezTo>
                    <a:pt x="42613" y="53748"/>
                    <a:pt x="42964" y="53748"/>
                    <a:pt x="43139" y="53836"/>
                  </a:cubicBezTo>
                  <a:lnTo>
                    <a:pt x="44454" y="54187"/>
                  </a:lnTo>
                  <a:cubicBezTo>
                    <a:pt x="44893" y="54187"/>
                    <a:pt x="45331" y="54187"/>
                    <a:pt x="45682" y="54011"/>
                  </a:cubicBezTo>
                  <a:cubicBezTo>
                    <a:pt x="46120" y="53748"/>
                    <a:pt x="46383" y="53573"/>
                    <a:pt x="46558" y="53222"/>
                  </a:cubicBezTo>
                  <a:cubicBezTo>
                    <a:pt x="46646" y="53134"/>
                    <a:pt x="46646" y="52959"/>
                    <a:pt x="46822" y="52871"/>
                  </a:cubicBezTo>
                  <a:cubicBezTo>
                    <a:pt x="46909" y="52521"/>
                    <a:pt x="46997" y="52345"/>
                    <a:pt x="47085" y="51995"/>
                  </a:cubicBezTo>
                  <a:cubicBezTo>
                    <a:pt x="47260" y="51644"/>
                    <a:pt x="47260" y="51469"/>
                    <a:pt x="47260" y="51118"/>
                  </a:cubicBezTo>
                  <a:cubicBezTo>
                    <a:pt x="47348" y="49890"/>
                    <a:pt x="46997" y="48750"/>
                    <a:pt x="46471" y="47611"/>
                  </a:cubicBezTo>
                  <a:cubicBezTo>
                    <a:pt x="46208" y="46997"/>
                    <a:pt x="46032" y="46383"/>
                    <a:pt x="45945" y="45857"/>
                  </a:cubicBezTo>
                  <a:cubicBezTo>
                    <a:pt x="45682" y="45331"/>
                    <a:pt x="45331" y="44717"/>
                    <a:pt x="45068" y="44191"/>
                  </a:cubicBezTo>
                  <a:cubicBezTo>
                    <a:pt x="44717" y="43577"/>
                    <a:pt x="44279" y="42876"/>
                    <a:pt x="43928" y="42262"/>
                  </a:cubicBezTo>
                  <a:cubicBezTo>
                    <a:pt x="43490" y="41648"/>
                    <a:pt x="43139" y="41035"/>
                    <a:pt x="42876" y="40509"/>
                  </a:cubicBezTo>
                  <a:cubicBezTo>
                    <a:pt x="42087" y="39193"/>
                    <a:pt x="41298" y="37966"/>
                    <a:pt x="40421" y="36738"/>
                  </a:cubicBezTo>
                  <a:lnTo>
                    <a:pt x="38492" y="33757"/>
                  </a:lnTo>
                  <a:cubicBezTo>
                    <a:pt x="37352" y="32091"/>
                    <a:pt x="36388" y="30250"/>
                    <a:pt x="35160" y="28496"/>
                  </a:cubicBezTo>
                  <a:cubicBezTo>
                    <a:pt x="33933" y="26918"/>
                    <a:pt x="32793" y="25164"/>
                    <a:pt x="31653" y="23499"/>
                  </a:cubicBezTo>
                  <a:cubicBezTo>
                    <a:pt x="31477" y="23236"/>
                    <a:pt x="31302" y="22972"/>
                    <a:pt x="31127" y="22709"/>
                  </a:cubicBezTo>
                  <a:cubicBezTo>
                    <a:pt x="31039" y="22359"/>
                    <a:pt x="30776" y="22183"/>
                    <a:pt x="30688" y="21920"/>
                  </a:cubicBezTo>
                  <a:cubicBezTo>
                    <a:pt x="29987" y="20868"/>
                    <a:pt x="29373" y="19904"/>
                    <a:pt x="28584" y="18764"/>
                  </a:cubicBezTo>
                  <a:cubicBezTo>
                    <a:pt x="27970" y="17887"/>
                    <a:pt x="27269" y="16923"/>
                    <a:pt x="26655" y="15958"/>
                  </a:cubicBezTo>
                  <a:cubicBezTo>
                    <a:pt x="25954" y="14906"/>
                    <a:pt x="25428" y="13941"/>
                    <a:pt x="24726" y="12977"/>
                  </a:cubicBezTo>
                  <a:cubicBezTo>
                    <a:pt x="24463" y="12275"/>
                    <a:pt x="24112" y="11749"/>
                    <a:pt x="23674" y="11223"/>
                  </a:cubicBezTo>
                  <a:cubicBezTo>
                    <a:pt x="23236" y="10697"/>
                    <a:pt x="22885" y="10083"/>
                    <a:pt x="22534" y="9645"/>
                  </a:cubicBezTo>
                  <a:lnTo>
                    <a:pt x="21570" y="8330"/>
                  </a:lnTo>
                  <a:cubicBezTo>
                    <a:pt x="21219" y="7891"/>
                    <a:pt x="20956" y="7365"/>
                    <a:pt x="20605" y="6927"/>
                  </a:cubicBezTo>
                  <a:lnTo>
                    <a:pt x="19641" y="5612"/>
                  </a:lnTo>
                  <a:cubicBezTo>
                    <a:pt x="19290" y="5261"/>
                    <a:pt x="19027" y="4823"/>
                    <a:pt x="18852" y="4560"/>
                  </a:cubicBezTo>
                  <a:cubicBezTo>
                    <a:pt x="18413" y="3858"/>
                    <a:pt x="18062" y="3332"/>
                    <a:pt x="17624" y="2806"/>
                  </a:cubicBezTo>
                  <a:cubicBezTo>
                    <a:pt x="17273" y="2368"/>
                    <a:pt x="16835" y="1754"/>
                    <a:pt x="16572" y="1315"/>
                  </a:cubicBezTo>
                  <a:cubicBezTo>
                    <a:pt x="16396" y="1140"/>
                    <a:pt x="16221" y="877"/>
                    <a:pt x="15958" y="702"/>
                  </a:cubicBezTo>
                  <a:lnTo>
                    <a:pt x="15783" y="439"/>
                  </a:lnTo>
                  <a:cubicBezTo>
                    <a:pt x="15695" y="351"/>
                    <a:pt x="15520" y="351"/>
                    <a:pt x="15432" y="263"/>
                  </a:cubicBezTo>
                  <a:cubicBezTo>
                    <a:pt x="15257" y="176"/>
                    <a:pt x="14906" y="0"/>
                    <a:pt x="14643" y="0"/>
                  </a:cubicBezTo>
                  <a:close/>
                </a:path>
              </a:pathLst>
            </a:custGeom>
            <a:solidFill>
              <a:srgbClr val="C9DAF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3" name="Google Shape;763;p64"/>
            <p:cNvSpPr/>
            <p:nvPr/>
          </p:nvSpPr>
          <p:spPr>
            <a:xfrm>
              <a:off x="1494125" y="1910525"/>
              <a:ext cx="594075" cy="644475"/>
            </a:xfrm>
            <a:custGeom>
              <a:avLst/>
              <a:gdLst/>
              <a:ahLst/>
              <a:cxnLst/>
              <a:rect l="l" t="t" r="r" b="b"/>
              <a:pathLst>
                <a:path w="23763" h="25779" extrusionOk="0">
                  <a:moveTo>
                    <a:pt x="6664" y="2982"/>
                  </a:moveTo>
                  <a:cubicBezTo>
                    <a:pt x="6752" y="2982"/>
                    <a:pt x="6752" y="3069"/>
                    <a:pt x="6840" y="3245"/>
                  </a:cubicBezTo>
                  <a:cubicBezTo>
                    <a:pt x="7103" y="3508"/>
                    <a:pt x="7278" y="3771"/>
                    <a:pt x="7541" y="4034"/>
                  </a:cubicBezTo>
                  <a:cubicBezTo>
                    <a:pt x="8067" y="4911"/>
                    <a:pt x="8506" y="5700"/>
                    <a:pt x="9032" y="6577"/>
                  </a:cubicBezTo>
                  <a:cubicBezTo>
                    <a:pt x="9032" y="6664"/>
                    <a:pt x="9207" y="6664"/>
                    <a:pt x="9207" y="6840"/>
                  </a:cubicBezTo>
                  <a:cubicBezTo>
                    <a:pt x="9470" y="7366"/>
                    <a:pt x="9909" y="7892"/>
                    <a:pt x="10259" y="8418"/>
                  </a:cubicBezTo>
                  <a:cubicBezTo>
                    <a:pt x="10610" y="8856"/>
                    <a:pt x="11049" y="9470"/>
                    <a:pt x="11399" y="9908"/>
                  </a:cubicBezTo>
                  <a:cubicBezTo>
                    <a:pt x="12013" y="10873"/>
                    <a:pt x="12802" y="11837"/>
                    <a:pt x="13416" y="12802"/>
                  </a:cubicBezTo>
                  <a:cubicBezTo>
                    <a:pt x="13767" y="13503"/>
                    <a:pt x="14205" y="14029"/>
                    <a:pt x="14556" y="14643"/>
                  </a:cubicBezTo>
                  <a:cubicBezTo>
                    <a:pt x="14819" y="15169"/>
                    <a:pt x="15169" y="15695"/>
                    <a:pt x="15608" y="16221"/>
                  </a:cubicBezTo>
                  <a:cubicBezTo>
                    <a:pt x="16046" y="16835"/>
                    <a:pt x="16485" y="17186"/>
                    <a:pt x="16835" y="17800"/>
                  </a:cubicBezTo>
                  <a:cubicBezTo>
                    <a:pt x="17186" y="18326"/>
                    <a:pt x="17625" y="18852"/>
                    <a:pt x="17975" y="19378"/>
                  </a:cubicBezTo>
                  <a:cubicBezTo>
                    <a:pt x="18151" y="19641"/>
                    <a:pt x="18238" y="19816"/>
                    <a:pt x="18326" y="20079"/>
                  </a:cubicBezTo>
                  <a:cubicBezTo>
                    <a:pt x="18852" y="20781"/>
                    <a:pt x="19290" y="21482"/>
                    <a:pt x="19729" y="22184"/>
                  </a:cubicBezTo>
                  <a:cubicBezTo>
                    <a:pt x="19729" y="22271"/>
                    <a:pt x="19817" y="22271"/>
                    <a:pt x="19817" y="22359"/>
                  </a:cubicBezTo>
                  <a:cubicBezTo>
                    <a:pt x="19466" y="22271"/>
                    <a:pt x="19290" y="22184"/>
                    <a:pt x="18940" y="22096"/>
                  </a:cubicBezTo>
                  <a:cubicBezTo>
                    <a:pt x="18414" y="21833"/>
                    <a:pt x="17800" y="21745"/>
                    <a:pt x="17186" y="21570"/>
                  </a:cubicBezTo>
                  <a:lnTo>
                    <a:pt x="15520" y="20956"/>
                  </a:lnTo>
                  <a:cubicBezTo>
                    <a:pt x="14906" y="20693"/>
                    <a:pt x="14293" y="20518"/>
                    <a:pt x="13679" y="20255"/>
                  </a:cubicBezTo>
                  <a:cubicBezTo>
                    <a:pt x="13153" y="20079"/>
                    <a:pt x="12539" y="19816"/>
                    <a:pt x="12013" y="19729"/>
                  </a:cubicBezTo>
                  <a:cubicBezTo>
                    <a:pt x="11399" y="19641"/>
                    <a:pt x="10785" y="19378"/>
                    <a:pt x="10259" y="19290"/>
                  </a:cubicBezTo>
                  <a:cubicBezTo>
                    <a:pt x="9733" y="19203"/>
                    <a:pt x="9207" y="18940"/>
                    <a:pt x="8593" y="18852"/>
                  </a:cubicBezTo>
                  <a:cubicBezTo>
                    <a:pt x="7278" y="18501"/>
                    <a:pt x="5963" y="17975"/>
                    <a:pt x="4648" y="17624"/>
                  </a:cubicBezTo>
                  <a:cubicBezTo>
                    <a:pt x="4209" y="17537"/>
                    <a:pt x="3683" y="17449"/>
                    <a:pt x="3157" y="17186"/>
                  </a:cubicBezTo>
                  <a:cubicBezTo>
                    <a:pt x="2894" y="17186"/>
                    <a:pt x="2807" y="17098"/>
                    <a:pt x="2719" y="17098"/>
                  </a:cubicBezTo>
                  <a:cubicBezTo>
                    <a:pt x="2807" y="16748"/>
                    <a:pt x="2807" y="16485"/>
                    <a:pt x="2894" y="16134"/>
                  </a:cubicBezTo>
                  <a:cubicBezTo>
                    <a:pt x="2982" y="15608"/>
                    <a:pt x="3157" y="15169"/>
                    <a:pt x="3245" y="14731"/>
                  </a:cubicBezTo>
                  <a:cubicBezTo>
                    <a:pt x="3245" y="14468"/>
                    <a:pt x="3245" y="14117"/>
                    <a:pt x="3333" y="13854"/>
                  </a:cubicBezTo>
                  <a:cubicBezTo>
                    <a:pt x="3596" y="13153"/>
                    <a:pt x="3771" y="12539"/>
                    <a:pt x="3946" y="11837"/>
                  </a:cubicBezTo>
                  <a:lnTo>
                    <a:pt x="4209" y="10522"/>
                  </a:lnTo>
                  <a:cubicBezTo>
                    <a:pt x="4297" y="10172"/>
                    <a:pt x="4472" y="9733"/>
                    <a:pt x="4560" y="9295"/>
                  </a:cubicBezTo>
                  <a:cubicBezTo>
                    <a:pt x="4560" y="9032"/>
                    <a:pt x="4648" y="8769"/>
                    <a:pt x="4823" y="8418"/>
                  </a:cubicBezTo>
                  <a:cubicBezTo>
                    <a:pt x="4911" y="8155"/>
                    <a:pt x="4999" y="7892"/>
                    <a:pt x="5086" y="7629"/>
                  </a:cubicBezTo>
                  <a:cubicBezTo>
                    <a:pt x="5174" y="7278"/>
                    <a:pt x="5349" y="7015"/>
                    <a:pt x="5437" y="6752"/>
                  </a:cubicBezTo>
                  <a:cubicBezTo>
                    <a:pt x="5525" y="6401"/>
                    <a:pt x="5612" y="6138"/>
                    <a:pt x="5788" y="5875"/>
                  </a:cubicBezTo>
                  <a:cubicBezTo>
                    <a:pt x="5963" y="5174"/>
                    <a:pt x="6051" y="4648"/>
                    <a:pt x="6314" y="3946"/>
                  </a:cubicBezTo>
                  <a:cubicBezTo>
                    <a:pt x="6401" y="3771"/>
                    <a:pt x="6401" y="3420"/>
                    <a:pt x="6489" y="3245"/>
                  </a:cubicBezTo>
                  <a:cubicBezTo>
                    <a:pt x="6664" y="3069"/>
                    <a:pt x="6664" y="3069"/>
                    <a:pt x="6664" y="2982"/>
                  </a:cubicBezTo>
                  <a:close/>
                  <a:moveTo>
                    <a:pt x="6138" y="1"/>
                  </a:moveTo>
                  <a:cubicBezTo>
                    <a:pt x="5875" y="176"/>
                    <a:pt x="5700" y="176"/>
                    <a:pt x="5525" y="264"/>
                  </a:cubicBezTo>
                  <a:cubicBezTo>
                    <a:pt x="5437" y="351"/>
                    <a:pt x="5262" y="439"/>
                    <a:pt x="5086" y="614"/>
                  </a:cubicBezTo>
                  <a:cubicBezTo>
                    <a:pt x="4911" y="790"/>
                    <a:pt x="4648" y="1053"/>
                    <a:pt x="4560" y="1228"/>
                  </a:cubicBezTo>
                  <a:cubicBezTo>
                    <a:pt x="4209" y="1754"/>
                    <a:pt x="4034" y="2368"/>
                    <a:pt x="3946" y="2982"/>
                  </a:cubicBezTo>
                  <a:cubicBezTo>
                    <a:pt x="3771" y="3332"/>
                    <a:pt x="3771" y="3508"/>
                    <a:pt x="3683" y="3771"/>
                  </a:cubicBezTo>
                  <a:cubicBezTo>
                    <a:pt x="3596" y="4122"/>
                    <a:pt x="3596" y="4385"/>
                    <a:pt x="3420" y="4735"/>
                  </a:cubicBezTo>
                  <a:cubicBezTo>
                    <a:pt x="3245" y="5437"/>
                    <a:pt x="2982" y="5963"/>
                    <a:pt x="2807" y="6489"/>
                  </a:cubicBezTo>
                  <a:cubicBezTo>
                    <a:pt x="2719" y="6840"/>
                    <a:pt x="2456" y="7278"/>
                    <a:pt x="2368" y="7716"/>
                  </a:cubicBezTo>
                  <a:cubicBezTo>
                    <a:pt x="2280" y="8067"/>
                    <a:pt x="2193" y="8506"/>
                    <a:pt x="2017" y="8944"/>
                  </a:cubicBezTo>
                  <a:cubicBezTo>
                    <a:pt x="1930" y="9470"/>
                    <a:pt x="1754" y="9908"/>
                    <a:pt x="1579" y="10435"/>
                  </a:cubicBezTo>
                  <a:cubicBezTo>
                    <a:pt x="1491" y="10873"/>
                    <a:pt x="1404" y="11399"/>
                    <a:pt x="1316" y="11837"/>
                  </a:cubicBezTo>
                  <a:lnTo>
                    <a:pt x="965" y="13153"/>
                  </a:lnTo>
                  <a:cubicBezTo>
                    <a:pt x="878" y="13591"/>
                    <a:pt x="878" y="14205"/>
                    <a:pt x="702" y="14643"/>
                  </a:cubicBezTo>
                  <a:lnTo>
                    <a:pt x="439" y="15958"/>
                  </a:lnTo>
                  <a:cubicBezTo>
                    <a:pt x="264" y="16485"/>
                    <a:pt x="176" y="16923"/>
                    <a:pt x="88" y="17361"/>
                  </a:cubicBezTo>
                  <a:cubicBezTo>
                    <a:pt x="1" y="17887"/>
                    <a:pt x="176" y="18589"/>
                    <a:pt x="702" y="18852"/>
                  </a:cubicBezTo>
                  <a:cubicBezTo>
                    <a:pt x="965" y="19027"/>
                    <a:pt x="1053" y="19115"/>
                    <a:pt x="1316" y="19203"/>
                  </a:cubicBezTo>
                  <a:cubicBezTo>
                    <a:pt x="1491" y="19290"/>
                    <a:pt x="1842" y="19378"/>
                    <a:pt x="2193" y="19553"/>
                  </a:cubicBezTo>
                  <a:cubicBezTo>
                    <a:pt x="2631" y="19729"/>
                    <a:pt x="3070" y="19816"/>
                    <a:pt x="3508" y="19992"/>
                  </a:cubicBezTo>
                  <a:cubicBezTo>
                    <a:pt x="3946" y="20079"/>
                    <a:pt x="4472" y="20255"/>
                    <a:pt x="4911" y="20430"/>
                  </a:cubicBezTo>
                  <a:cubicBezTo>
                    <a:pt x="5437" y="20605"/>
                    <a:pt x="6138" y="20693"/>
                    <a:pt x="6664" y="20956"/>
                  </a:cubicBezTo>
                  <a:cubicBezTo>
                    <a:pt x="7191" y="21132"/>
                    <a:pt x="7717" y="21307"/>
                    <a:pt x="8330" y="21395"/>
                  </a:cubicBezTo>
                  <a:cubicBezTo>
                    <a:pt x="8857" y="21482"/>
                    <a:pt x="9383" y="21745"/>
                    <a:pt x="9909" y="21833"/>
                  </a:cubicBezTo>
                  <a:cubicBezTo>
                    <a:pt x="10522" y="21921"/>
                    <a:pt x="11049" y="22184"/>
                    <a:pt x="11575" y="22271"/>
                  </a:cubicBezTo>
                  <a:cubicBezTo>
                    <a:pt x="12101" y="22359"/>
                    <a:pt x="12802" y="22622"/>
                    <a:pt x="13328" y="22797"/>
                  </a:cubicBezTo>
                  <a:cubicBezTo>
                    <a:pt x="14030" y="23061"/>
                    <a:pt x="14731" y="23236"/>
                    <a:pt x="15433" y="23587"/>
                  </a:cubicBezTo>
                  <a:cubicBezTo>
                    <a:pt x="16046" y="23937"/>
                    <a:pt x="16748" y="24113"/>
                    <a:pt x="17361" y="24376"/>
                  </a:cubicBezTo>
                  <a:cubicBezTo>
                    <a:pt x="17975" y="24551"/>
                    <a:pt x="18589" y="24814"/>
                    <a:pt x="19290" y="24990"/>
                  </a:cubicBezTo>
                  <a:cubicBezTo>
                    <a:pt x="20167" y="25340"/>
                    <a:pt x="20869" y="25516"/>
                    <a:pt x="21746" y="25779"/>
                  </a:cubicBezTo>
                  <a:cubicBezTo>
                    <a:pt x="22096" y="25779"/>
                    <a:pt x="22447" y="25779"/>
                    <a:pt x="22798" y="25691"/>
                  </a:cubicBezTo>
                  <a:cubicBezTo>
                    <a:pt x="23061" y="25428"/>
                    <a:pt x="23324" y="25253"/>
                    <a:pt x="23411" y="24902"/>
                  </a:cubicBezTo>
                  <a:cubicBezTo>
                    <a:pt x="23674" y="24639"/>
                    <a:pt x="23762" y="24463"/>
                    <a:pt x="23762" y="24113"/>
                  </a:cubicBezTo>
                  <a:lnTo>
                    <a:pt x="23762" y="23762"/>
                  </a:lnTo>
                  <a:cubicBezTo>
                    <a:pt x="23674" y="23587"/>
                    <a:pt x="23674" y="23411"/>
                    <a:pt x="23587" y="23411"/>
                  </a:cubicBezTo>
                  <a:cubicBezTo>
                    <a:pt x="23499" y="23411"/>
                    <a:pt x="23499" y="23236"/>
                    <a:pt x="23499" y="23236"/>
                  </a:cubicBezTo>
                  <a:cubicBezTo>
                    <a:pt x="22622" y="22096"/>
                    <a:pt x="22009" y="20869"/>
                    <a:pt x="21219" y="19641"/>
                  </a:cubicBezTo>
                  <a:cubicBezTo>
                    <a:pt x="20518" y="18413"/>
                    <a:pt x="19729" y="17274"/>
                    <a:pt x="18940" y="16134"/>
                  </a:cubicBezTo>
                  <a:cubicBezTo>
                    <a:pt x="18589" y="15608"/>
                    <a:pt x="18151" y="15169"/>
                    <a:pt x="17712" y="14643"/>
                  </a:cubicBezTo>
                  <a:cubicBezTo>
                    <a:pt x="17361" y="14029"/>
                    <a:pt x="16923" y="13503"/>
                    <a:pt x="16572" y="12977"/>
                  </a:cubicBezTo>
                  <a:lnTo>
                    <a:pt x="14293" y="9645"/>
                  </a:lnTo>
                  <a:cubicBezTo>
                    <a:pt x="13854" y="9032"/>
                    <a:pt x="13416" y="8506"/>
                    <a:pt x="12977" y="7804"/>
                  </a:cubicBezTo>
                  <a:cubicBezTo>
                    <a:pt x="12451" y="7190"/>
                    <a:pt x="11925" y="6489"/>
                    <a:pt x="11487" y="5700"/>
                  </a:cubicBezTo>
                  <a:lnTo>
                    <a:pt x="11487" y="5612"/>
                  </a:lnTo>
                  <a:cubicBezTo>
                    <a:pt x="11312" y="5612"/>
                    <a:pt x="11312" y="5524"/>
                    <a:pt x="11224" y="5437"/>
                  </a:cubicBezTo>
                  <a:cubicBezTo>
                    <a:pt x="10785" y="4648"/>
                    <a:pt x="10259" y="3859"/>
                    <a:pt x="9821" y="3069"/>
                  </a:cubicBezTo>
                  <a:cubicBezTo>
                    <a:pt x="9470" y="2631"/>
                    <a:pt x="9295" y="2193"/>
                    <a:pt x="8944" y="1754"/>
                  </a:cubicBezTo>
                  <a:cubicBezTo>
                    <a:pt x="8593" y="1316"/>
                    <a:pt x="8418" y="1053"/>
                    <a:pt x="8067" y="702"/>
                  </a:cubicBezTo>
                  <a:cubicBezTo>
                    <a:pt x="7717" y="439"/>
                    <a:pt x="7541" y="264"/>
                    <a:pt x="7191" y="176"/>
                  </a:cubicBezTo>
                  <a:cubicBezTo>
                    <a:pt x="7015" y="1"/>
                    <a:pt x="6752" y="1"/>
                    <a:pt x="6664" y="1"/>
                  </a:cubicBezTo>
                  <a:close/>
                </a:path>
              </a:pathLst>
            </a:custGeom>
            <a:solidFill>
              <a:srgbClr val="C9DAF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764" name="Google Shape;764;p64"/>
          <p:cNvGrpSpPr/>
          <p:nvPr/>
        </p:nvGrpSpPr>
        <p:grpSpPr>
          <a:xfrm rot="-2700000">
            <a:off x="323613" y="232276"/>
            <a:ext cx="1284975" cy="1516186"/>
            <a:chOff x="4475375" y="3939175"/>
            <a:chExt cx="972300" cy="1147250"/>
          </a:xfrm>
        </p:grpSpPr>
        <p:sp>
          <p:nvSpPr>
            <p:cNvPr id="765" name="Google Shape;765;p64"/>
            <p:cNvSpPr/>
            <p:nvPr/>
          </p:nvSpPr>
          <p:spPr>
            <a:xfrm>
              <a:off x="4495275" y="3939950"/>
              <a:ext cx="952400" cy="1083775"/>
            </a:xfrm>
            <a:custGeom>
              <a:avLst/>
              <a:gdLst/>
              <a:ahLst/>
              <a:cxnLst/>
              <a:rect l="l" t="t" r="r" b="b"/>
              <a:pathLst>
                <a:path w="38096" h="43351" extrusionOk="0">
                  <a:moveTo>
                    <a:pt x="31125" y="1"/>
                  </a:moveTo>
                  <a:cubicBezTo>
                    <a:pt x="29145" y="1"/>
                    <a:pt x="27155" y="895"/>
                    <a:pt x="25782" y="2595"/>
                  </a:cubicBezTo>
                  <a:lnTo>
                    <a:pt x="1692" y="32454"/>
                  </a:lnTo>
                  <a:cubicBezTo>
                    <a:pt x="498" y="33906"/>
                    <a:pt x="1" y="35716"/>
                    <a:pt x="180" y="37427"/>
                  </a:cubicBezTo>
                  <a:cubicBezTo>
                    <a:pt x="219" y="38123"/>
                    <a:pt x="398" y="38799"/>
                    <a:pt x="677" y="39436"/>
                  </a:cubicBezTo>
                  <a:cubicBezTo>
                    <a:pt x="1075" y="40391"/>
                    <a:pt x="1692" y="41266"/>
                    <a:pt x="2547" y="41922"/>
                  </a:cubicBezTo>
                  <a:cubicBezTo>
                    <a:pt x="3164" y="42460"/>
                    <a:pt x="3880" y="42818"/>
                    <a:pt x="4636" y="43056"/>
                  </a:cubicBezTo>
                  <a:cubicBezTo>
                    <a:pt x="5267" y="43254"/>
                    <a:pt x="5924" y="43351"/>
                    <a:pt x="6584" y="43351"/>
                  </a:cubicBezTo>
                  <a:cubicBezTo>
                    <a:pt x="8584" y="43351"/>
                    <a:pt x="10605" y="42459"/>
                    <a:pt x="11996" y="40769"/>
                  </a:cubicBezTo>
                  <a:lnTo>
                    <a:pt x="36106" y="10949"/>
                  </a:lnTo>
                  <a:cubicBezTo>
                    <a:pt x="37916" y="8662"/>
                    <a:pt x="38095" y="5598"/>
                    <a:pt x="36782" y="3251"/>
                  </a:cubicBezTo>
                  <a:cubicBezTo>
                    <a:pt x="36384" y="2595"/>
                    <a:pt x="35887" y="1978"/>
                    <a:pt x="35231" y="1441"/>
                  </a:cubicBezTo>
                  <a:cubicBezTo>
                    <a:pt x="34395" y="745"/>
                    <a:pt x="33420" y="327"/>
                    <a:pt x="32406" y="128"/>
                  </a:cubicBezTo>
                  <a:cubicBezTo>
                    <a:pt x="31984" y="43"/>
                    <a:pt x="31555" y="1"/>
                    <a:pt x="31125"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6" name="Google Shape;766;p64"/>
            <p:cNvSpPr/>
            <p:nvPr/>
          </p:nvSpPr>
          <p:spPr>
            <a:xfrm>
              <a:off x="4512175" y="3942625"/>
              <a:ext cx="903175" cy="1073750"/>
            </a:xfrm>
            <a:custGeom>
              <a:avLst/>
              <a:gdLst/>
              <a:ahLst/>
              <a:cxnLst/>
              <a:rect l="l" t="t" r="r" b="b"/>
              <a:pathLst>
                <a:path w="36127" h="42950" extrusionOk="0">
                  <a:moveTo>
                    <a:pt x="31750" y="1"/>
                  </a:moveTo>
                  <a:lnTo>
                    <a:pt x="1" y="39329"/>
                  </a:lnTo>
                  <a:cubicBezTo>
                    <a:pt x="399" y="40284"/>
                    <a:pt x="1016" y="41159"/>
                    <a:pt x="1891" y="41815"/>
                  </a:cubicBezTo>
                  <a:cubicBezTo>
                    <a:pt x="2507" y="42353"/>
                    <a:pt x="3224" y="42711"/>
                    <a:pt x="3980" y="42949"/>
                  </a:cubicBezTo>
                  <a:lnTo>
                    <a:pt x="36126" y="3124"/>
                  </a:lnTo>
                  <a:cubicBezTo>
                    <a:pt x="35728" y="2468"/>
                    <a:pt x="35231" y="1831"/>
                    <a:pt x="34594" y="1314"/>
                  </a:cubicBezTo>
                  <a:cubicBezTo>
                    <a:pt x="33739" y="618"/>
                    <a:pt x="32764" y="200"/>
                    <a:pt x="31750"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7" name="Google Shape;767;p64"/>
            <p:cNvSpPr/>
            <p:nvPr/>
          </p:nvSpPr>
          <p:spPr>
            <a:xfrm>
              <a:off x="4475375" y="4830350"/>
              <a:ext cx="250175" cy="256075"/>
            </a:xfrm>
            <a:custGeom>
              <a:avLst/>
              <a:gdLst/>
              <a:ahLst/>
              <a:cxnLst/>
              <a:rect l="l" t="t" r="r" b="b"/>
              <a:pathLst>
                <a:path w="10007" h="10243" extrusionOk="0">
                  <a:moveTo>
                    <a:pt x="976" y="0"/>
                  </a:moveTo>
                  <a:cubicBezTo>
                    <a:pt x="976" y="0"/>
                    <a:pt x="147" y="9708"/>
                    <a:pt x="15" y="10221"/>
                  </a:cubicBezTo>
                  <a:lnTo>
                    <a:pt x="15" y="10221"/>
                  </a:lnTo>
                  <a:lnTo>
                    <a:pt x="10007" y="7281"/>
                  </a:lnTo>
                  <a:lnTo>
                    <a:pt x="976" y="0"/>
                  </a:lnTo>
                  <a:close/>
                  <a:moveTo>
                    <a:pt x="15" y="10221"/>
                  </a:moveTo>
                  <a:lnTo>
                    <a:pt x="1" y="10225"/>
                  </a:lnTo>
                  <a:cubicBezTo>
                    <a:pt x="2" y="10237"/>
                    <a:pt x="4" y="10242"/>
                    <a:pt x="6" y="10242"/>
                  </a:cubicBezTo>
                  <a:cubicBezTo>
                    <a:pt x="9" y="10242"/>
                    <a:pt x="12" y="10235"/>
                    <a:pt x="15" y="1022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8" name="Google Shape;768;p64"/>
            <p:cNvSpPr/>
            <p:nvPr/>
          </p:nvSpPr>
          <p:spPr>
            <a:xfrm>
              <a:off x="4475375" y="4989000"/>
              <a:ext cx="95025" cy="97000"/>
            </a:xfrm>
            <a:custGeom>
              <a:avLst/>
              <a:gdLst/>
              <a:ahLst/>
              <a:cxnLst/>
              <a:rect l="l" t="t" r="r" b="b"/>
              <a:pathLst>
                <a:path w="3801" h="3880" extrusionOk="0">
                  <a:moveTo>
                    <a:pt x="399" y="0"/>
                  </a:moveTo>
                  <a:cubicBezTo>
                    <a:pt x="220" y="1950"/>
                    <a:pt x="61" y="3680"/>
                    <a:pt x="1" y="3879"/>
                  </a:cubicBezTo>
                  <a:lnTo>
                    <a:pt x="3800" y="2745"/>
                  </a:lnTo>
                  <a:lnTo>
                    <a:pt x="399"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9" name="Google Shape;769;p64"/>
            <p:cNvSpPr/>
            <p:nvPr/>
          </p:nvSpPr>
          <p:spPr>
            <a:xfrm>
              <a:off x="5127375" y="3939175"/>
              <a:ext cx="320300" cy="287950"/>
            </a:xfrm>
            <a:custGeom>
              <a:avLst/>
              <a:gdLst/>
              <a:ahLst/>
              <a:cxnLst/>
              <a:rect l="l" t="t" r="r" b="b"/>
              <a:pathLst>
                <a:path w="12812" h="11518" extrusionOk="0">
                  <a:moveTo>
                    <a:pt x="5846" y="0"/>
                  </a:moveTo>
                  <a:cubicBezTo>
                    <a:pt x="3845" y="0"/>
                    <a:pt x="1842" y="889"/>
                    <a:pt x="478" y="2566"/>
                  </a:cubicBezTo>
                  <a:lnTo>
                    <a:pt x="0" y="3163"/>
                  </a:lnTo>
                  <a:lnTo>
                    <a:pt x="10325" y="11518"/>
                  </a:lnTo>
                  <a:lnTo>
                    <a:pt x="10802" y="10921"/>
                  </a:lnTo>
                  <a:cubicBezTo>
                    <a:pt x="12632" y="8673"/>
                    <a:pt x="12811" y="5590"/>
                    <a:pt x="11478" y="3242"/>
                  </a:cubicBezTo>
                  <a:cubicBezTo>
                    <a:pt x="11080" y="2566"/>
                    <a:pt x="10583" y="1949"/>
                    <a:pt x="9927" y="1432"/>
                  </a:cubicBezTo>
                  <a:cubicBezTo>
                    <a:pt x="9091" y="756"/>
                    <a:pt x="8116" y="318"/>
                    <a:pt x="7102" y="119"/>
                  </a:cubicBezTo>
                  <a:cubicBezTo>
                    <a:pt x="6687" y="40"/>
                    <a:pt x="6267" y="0"/>
                    <a:pt x="5846"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0" name="Google Shape;770;p64"/>
            <p:cNvSpPr/>
            <p:nvPr/>
          </p:nvSpPr>
          <p:spPr>
            <a:xfrm>
              <a:off x="5083600" y="3999875"/>
              <a:ext cx="317825" cy="263025"/>
            </a:xfrm>
            <a:custGeom>
              <a:avLst/>
              <a:gdLst/>
              <a:ahLst/>
              <a:cxnLst/>
              <a:rect l="l" t="t" r="r" b="b"/>
              <a:pathLst>
                <a:path w="12713" h="10521" extrusionOk="0">
                  <a:moveTo>
                    <a:pt x="1657" y="0"/>
                  </a:moveTo>
                  <a:cubicBezTo>
                    <a:pt x="1229" y="0"/>
                    <a:pt x="802" y="184"/>
                    <a:pt x="518" y="536"/>
                  </a:cubicBezTo>
                  <a:lnTo>
                    <a:pt x="498" y="575"/>
                  </a:lnTo>
                  <a:cubicBezTo>
                    <a:pt x="1" y="1192"/>
                    <a:pt x="80" y="2127"/>
                    <a:pt x="717" y="2624"/>
                  </a:cubicBezTo>
                  <a:lnTo>
                    <a:pt x="10126" y="10204"/>
                  </a:lnTo>
                  <a:cubicBezTo>
                    <a:pt x="10399" y="10417"/>
                    <a:pt x="10727" y="10520"/>
                    <a:pt x="11052" y="10520"/>
                  </a:cubicBezTo>
                  <a:cubicBezTo>
                    <a:pt x="11484" y="10520"/>
                    <a:pt x="11911" y="10337"/>
                    <a:pt x="12195" y="9985"/>
                  </a:cubicBezTo>
                  <a:lnTo>
                    <a:pt x="12215" y="9965"/>
                  </a:lnTo>
                  <a:cubicBezTo>
                    <a:pt x="12712" y="9348"/>
                    <a:pt x="12613" y="8393"/>
                    <a:pt x="11996" y="7896"/>
                  </a:cubicBezTo>
                  <a:lnTo>
                    <a:pt x="2567" y="317"/>
                  </a:lnTo>
                  <a:cubicBezTo>
                    <a:pt x="2302" y="104"/>
                    <a:pt x="1979" y="0"/>
                    <a:pt x="1657"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1" name="Google Shape;771;p64"/>
            <p:cNvSpPr/>
            <p:nvPr/>
          </p:nvSpPr>
          <p:spPr>
            <a:xfrm>
              <a:off x="4999050" y="4110025"/>
              <a:ext cx="318325" cy="263775"/>
            </a:xfrm>
            <a:custGeom>
              <a:avLst/>
              <a:gdLst/>
              <a:ahLst/>
              <a:cxnLst/>
              <a:rect l="l" t="t" r="r" b="b"/>
              <a:pathLst>
                <a:path w="12733" h="10551" extrusionOk="0">
                  <a:moveTo>
                    <a:pt x="1651" y="1"/>
                  </a:moveTo>
                  <a:cubicBezTo>
                    <a:pt x="1222" y="1"/>
                    <a:pt x="800" y="194"/>
                    <a:pt x="518" y="566"/>
                  </a:cubicBezTo>
                  <a:lnTo>
                    <a:pt x="498" y="586"/>
                  </a:lnTo>
                  <a:cubicBezTo>
                    <a:pt x="1" y="1202"/>
                    <a:pt x="100" y="2157"/>
                    <a:pt x="717" y="2655"/>
                  </a:cubicBezTo>
                  <a:lnTo>
                    <a:pt x="10146" y="10234"/>
                  </a:lnTo>
                  <a:cubicBezTo>
                    <a:pt x="10411" y="10447"/>
                    <a:pt x="10734" y="10550"/>
                    <a:pt x="11056" y="10550"/>
                  </a:cubicBezTo>
                  <a:cubicBezTo>
                    <a:pt x="11484" y="10550"/>
                    <a:pt x="11911" y="10367"/>
                    <a:pt x="12195" y="10015"/>
                  </a:cubicBezTo>
                  <a:lnTo>
                    <a:pt x="12235" y="9995"/>
                  </a:lnTo>
                  <a:cubicBezTo>
                    <a:pt x="12732" y="9358"/>
                    <a:pt x="12633" y="8423"/>
                    <a:pt x="11996" y="7926"/>
                  </a:cubicBezTo>
                  <a:lnTo>
                    <a:pt x="2587" y="347"/>
                  </a:lnTo>
                  <a:cubicBezTo>
                    <a:pt x="2311" y="114"/>
                    <a:pt x="1979" y="1"/>
                    <a:pt x="1651"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2" name="Google Shape;772;p64"/>
            <p:cNvSpPr/>
            <p:nvPr/>
          </p:nvSpPr>
          <p:spPr>
            <a:xfrm>
              <a:off x="5046300" y="4056775"/>
              <a:ext cx="318325" cy="263775"/>
            </a:xfrm>
            <a:custGeom>
              <a:avLst/>
              <a:gdLst/>
              <a:ahLst/>
              <a:cxnLst/>
              <a:rect l="l" t="t" r="r" b="b"/>
              <a:pathLst>
                <a:path w="12733" h="10551" extrusionOk="0">
                  <a:moveTo>
                    <a:pt x="1676" y="0"/>
                  </a:moveTo>
                  <a:cubicBezTo>
                    <a:pt x="1244" y="0"/>
                    <a:pt x="815" y="198"/>
                    <a:pt x="518" y="587"/>
                  </a:cubicBezTo>
                  <a:lnTo>
                    <a:pt x="498" y="607"/>
                  </a:lnTo>
                  <a:cubicBezTo>
                    <a:pt x="1" y="1224"/>
                    <a:pt x="100" y="2179"/>
                    <a:pt x="717" y="2676"/>
                  </a:cubicBezTo>
                  <a:lnTo>
                    <a:pt x="10146" y="10235"/>
                  </a:lnTo>
                  <a:cubicBezTo>
                    <a:pt x="10409" y="10447"/>
                    <a:pt x="10729" y="10550"/>
                    <a:pt x="11048" y="10550"/>
                  </a:cubicBezTo>
                  <a:cubicBezTo>
                    <a:pt x="11479" y="10550"/>
                    <a:pt x="11909" y="10362"/>
                    <a:pt x="12195" y="9996"/>
                  </a:cubicBezTo>
                  <a:lnTo>
                    <a:pt x="12235" y="9977"/>
                  </a:lnTo>
                  <a:cubicBezTo>
                    <a:pt x="12732" y="9360"/>
                    <a:pt x="12633" y="8405"/>
                    <a:pt x="11996" y="7908"/>
                  </a:cubicBezTo>
                  <a:lnTo>
                    <a:pt x="2587" y="329"/>
                  </a:lnTo>
                  <a:cubicBezTo>
                    <a:pt x="2316" y="109"/>
                    <a:pt x="1995" y="0"/>
                    <a:pt x="1676"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3" name="Google Shape;773;p64"/>
            <p:cNvSpPr/>
            <p:nvPr/>
          </p:nvSpPr>
          <p:spPr>
            <a:xfrm>
              <a:off x="5342700" y="3993350"/>
              <a:ext cx="14450" cy="13950"/>
            </a:xfrm>
            <a:custGeom>
              <a:avLst/>
              <a:gdLst/>
              <a:ahLst/>
              <a:cxnLst/>
              <a:rect l="l" t="t" r="r" b="b"/>
              <a:pathLst>
                <a:path w="578" h="558" fill="none" extrusionOk="0">
                  <a:moveTo>
                    <a:pt x="1" y="1"/>
                  </a:moveTo>
                  <a:cubicBezTo>
                    <a:pt x="200" y="180"/>
                    <a:pt x="399" y="359"/>
                    <a:pt x="578" y="558"/>
                  </a:cubicBezTo>
                </a:path>
              </a:pathLst>
            </a:custGeom>
            <a:noFill/>
            <a:ln w="13425" cap="rnd"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4" name="Google Shape;774;p64"/>
            <p:cNvSpPr/>
            <p:nvPr/>
          </p:nvSpPr>
          <p:spPr>
            <a:xfrm>
              <a:off x="5226325" y="3970475"/>
              <a:ext cx="88550" cy="30375"/>
            </a:xfrm>
            <a:custGeom>
              <a:avLst/>
              <a:gdLst/>
              <a:ahLst/>
              <a:cxnLst/>
              <a:rect l="l" t="t" r="r" b="b"/>
              <a:pathLst>
                <a:path w="3542" h="1215" fill="none" extrusionOk="0">
                  <a:moveTo>
                    <a:pt x="1" y="1214"/>
                  </a:moveTo>
                  <a:cubicBezTo>
                    <a:pt x="976" y="478"/>
                    <a:pt x="2308" y="1"/>
                    <a:pt x="3542" y="339"/>
                  </a:cubicBezTo>
                </a:path>
              </a:pathLst>
            </a:custGeom>
            <a:noFill/>
            <a:ln w="13425" cap="rnd"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5" name="Google Shape;775;p64"/>
            <p:cNvSpPr/>
            <p:nvPr/>
          </p:nvSpPr>
          <p:spPr>
            <a:xfrm>
              <a:off x="5039850" y="4343975"/>
              <a:ext cx="39300" cy="35825"/>
            </a:xfrm>
            <a:custGeom>
              <a:avLst/>
              <a:gdLst/>
              <a:ahLst/>
              <a:cxnLst/>
              <a:rect l="l" t="t" r="r" b="b"/>
              <a:pathLst>
                <a:path w="1572" h="1433" fill="none" extrusionOk="0">
                  <a:moveTo>
                    <a:pt x="219" y="0"/>
                  </a:moveTo>
                  <a:cubicBezTo>
                    <a:pt x="0" y="796"/>
                    <a:pt x="856" y="1433"/>
                    <a:pt x="1572" y="1075"/>
                  </a:cubicBezTo>
                </a:path>
              </a:pathLst>
            </a:custGeom>
            <a:solidFill>
              <a:schemeClr val="lt2"/>
            </a:solidFill>
            <a:ln w="17900" cap="rnd"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6" name="Google Shape;776;p64"/>
            <p:cNvSpPr/>
            <p:nvPr/>
          </p:nvSpPr>
          <p:spPr>
            <a:xfrm>
              <a:off x="5025425" y="4293250"/>
              <a:ext cx="31850" cy="29000"/>
            </a:xfrm>
            <a:custGeom>
              <a:avLst/>
              <a:gdLst/>
              <a:ahLst/>
              <a:cxnLst/>
              <a:rect l="l" t="t" r="r" b="b"/>
              <a:pathLst>
                <a:path w="1274" h="1160" extrusionOk="0">
                  <a:moveTo>
                    <a:pt x="647" y="0"/>
                  </a:moveTo>
                  <a:cubicBezTo>
                    <a:pt x="498" y="0"/>
                    <a:pt x="348" y="60"/>
                    <a:pt x="239" y="179"/>
                  </a:cubicBezTo>
                  <a:cubicBezTo>
                    <a:pt x="0" y="398"/>
                    <a:pt x="0" y="776"/>
                    <a:pt x="239" y="995"/>
                  </a:cubicBezTo>
                  <a:cubicBezTo>
                    <a:pt x="348" y="1104"/>
                    <a:pt x="498" y="1159"/>
                    <a:pt x="647" y="1159"/>
                  </a:cubicBezTo>
                  <a:cubicBezTo>
                    <a:pt x="796" y="1159"/>
                    <a:pt x="945" y="1104"/>
                    <a:pt x="1055" y="995"/>
                  </a:cubicBezTo>
                  <a:cubicBezTo>
                    <a:pt x="1273" y="776"/>
                    <a:pt x="1273" y="398"/>
                    <a:pt x="1055" y="179"/>
                  </a:cubicBezTo>
                  <a:cubicBezTo>
                    <a:pt x="945" y="60"/>
                    <a:pt x="796" y="0"/>
                    <a:pt x="647"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7" name="Google Shape;777;p64"/>
            <p:cNvSpPr/>
            <p:nvPr/>
          </p:nvSpPr>
          <p:spPr>
            <a:xfrm>
              <a:off x="5099025" y="4342975"/>
              <a:ext cx="31850" cy="29000"/>
            </a:xfrm>
            <a:custGeom>
              <a:avLst/>
              <a:gdLst/>
              <a:ahLst/>
              <a:cxnLst/>
              <a:rect l="l" t="t" r="r" b="b"/>
              <a:pathLst>
                <a:path w="1274" h="1160" extrusionOk="0">
                  <a:moveTo>
                    <a:pt x="627" y="1"/>
                  </a:moveTo>
                  <a:cubicBezTo>
                    <a:pt x="478" y="1"/>
                    <a:pt x="329" y="60"/>
                    <a:pt x="219" y="180"/>
                  </a:cubicBezTo>
                  <a:cubicBezTo>
                    <a:pt x="0" y="398"/>
                    <a:pt x="0" y="776"/>
                    <a:pt x="219" y="995"/>
                  </a:cubicBezTo>
                  <a:cubicBezTo>
                    <a:pt x="329" y="1105"/>
                    <a:pt x="478" y="1159"/>
                    <a:pt x="627" y="1159"/>
                  </a:cubicBezTo>
                  <a:cubicBezTo>
                    <a:pt x="776" y="1159"/>
                    <a:pt x="925" y="1105"/>
                    <a:pt x="1035" y="995"/>
                  </a:cubicBezTo>
                  <a:cubicBezTo>
                    <a:pt x="1273" y="776"/>
                    <a:pt x="1273" y="398"/>
                    <a:pt x="1035" y="180"/>
                  </a:cubicBezTo>
                  <a:cubicBezTo>
                    <a:pt x="925" y="60"/>
                    <a:pt x="776" y="1"/>
                    <a:pt x="627"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8" name="Google Shape;778;p64"/>
            <p:cNvSpPr/>
            <p:nvPr/>
          </p:nvSpPr>
          <p:spPr>
            <a:xfrm>
              <a:off x="5090575" y="4388225"/>
              <a:ext cx="76100" cy="76125"/>
            </a:xfrm>
            <a:custGeom>
              <a:avLst/>
              <a:gdLst/>
              <a:ahLst/>
              <a:cxnLst/>
              <a:rect l="l" t="t" r="r" b="b"/>
              <a:pathLst>
                <a:path w="3044" h="3045" extrusionOk="0">
                  <a:moveTo>
                    <a:pt x="1532" y="1"/>
                  </a:moveTo>
                  <a:cubicBezTo>
                    <a:pt x="677" y="1"/>
                    <a:pt x="0" y="677"/>
                    <a:pt x="0" y="1513"/>
                  </a:cubicBezTo>
                  <a:cubicBezTo>
                    <a:pt x="0" y="2368"/>
                    <a:pt x="677" y="3044"/>
                    <a:pt x="1532" y="3044"/>
                  </a:cubicBezTo>
                  <a:cubicBezTo>
                    <a:pt x="2367" y="3044"/>
                    <a:pt x="3044" y="2368"/>
                    <a:pt x="3044" y="1513"/>
                  </a:cubicBezTo>
                  <a:cubicBezTo>
                    <a:pt x="3044" y="697"/>
                    <a:pt x="2367" y="1"/>
                    <a:pt x="1532"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9" name="Google Shape;779;p64"/>
            <p:cNvSpPr/>
            <p:nvPr/>
          </p:nvSpPr>
          <p:spPr>
            <a:xfrm>
              <a:off x="4931425" y="4282800"/>
              <a:ext cx="76125" cy="75625"/>
            </a:xfrm>
            <a:custGeom>
              <a:avLst/>
              <a:gdLst/>
              <a:ahLst/>
              <a:cxnLst/>
              <a:rect l="l" t="t" r="r" b="b"/>
              <a:pathLst>
                <a:path w="3045" h="3025" extrusionOk="0">
                  <a:moveTo>
                    <a:pt x="1532" y="1"/>
                  </a:moveTo>
                  <a:cubicBezTo>
                    <a:pt x="677" y="1"/>
                    <a:pt x="1" y="657"/>
                    <a:pt x="1" y="1512"/>
                  </a:cubicBezTo>
                  <a:cubicBezTo>
                    <a:pt x="1" y="2348"/>
                    <a:pt x="677" y="3024"/>
                    <a:pt x="1532" y="3024"/>
                  </a:cubicBezTo>
                  <a:cubicBezTo>
                    <a:pt x="2368" y="3024"/>
                    <a:pt x="3044" y="2348"/>
                    <a:pt x="3044" y="1512"/>
                  </a:cubicBezTo>
                  <a:cubicBezTo>
                    <a:pt x="3044" y="697"/>
                    <a:pt x="2368" y="1"/>
                    <a:pt x="1532"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780" name="Google Shape;780;p64"/>
          <p:cNvSpPr/>
          <p:nvPr/>
        </p:nvSpPr>
        <p:spPr>
          <a:xfrm rot="-4214020">
            <a:off x="1883101" y="295194"/>
            <a:ext cx="215135" cy="189686"/>
          </a:xfrm>
          <a:custGeom>
            <a:avLst/>
            <a:gdLst/>
            <a:ahLst/>
            <a:cxnLst/>
            <a:rect l="l" t="t" r="r" b="b"/>
            <a:pathLst>
              <a:path w="12136" h="10699" extrusionOk="0">
                <a:moveTo>
                  <a:pt x="6069" y="1"/>
                </a:moveTo>
                <a:cubicBezTo>
                  <a:pt x="3975" y="1"/>
                  <a:pt x="1990" y="1241"/>
                  <a:pt x="1135" y="3296"/>
                </a:cubicBezTo>
                <a:cubicBezTo>
                  <a:pt x="1" y="6041"/>
                  <a:pt x="1294" y="9165"/>
                  <a:pt x="4019" y="10299"/>
                </a:cubicBezTo>
                <a:cubicBezTo>
                  <a:pt x="4682" y="10570"/>
                  <a:pt x="5371" y="10698"/>
                  <a:pt x="6048" y="10698"/>
                </a:cubicBezTo>
                <a:cubicBezTo>
                  <a:pt x="8154" y="10698"/>
                  <a:pt x="10159" y="9456"/>
                  <a:pt x="11001" y="7394"/>
                </a:cubicBezTo>
                <a:cubicBezTo>
                  <a:pt x="12135" y="4669"/>
                  <a:pt x="10842" y="1546"/>
                  <a:pt x="8117" y="412"/>
                </a:cubicBezTo>
                <a:cubicBezTo>
                  <a:pt x="7447" y="133"/>
                  <a:pt x="6752" y="1"/>
                  <a:pt x="6069"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1" name="Google Shape;781;p64"/>
          <p:cNvSpPr/>
          <p:nvPr/>
        </p:nvSpPr>
        <p:spPr>
          <a:xfrm rot="-4214001">
            <a:off x="1814210" y="1124068"/>
            <a:ext cx="99492" cy="87711"/>
          </a:xfrm>
          <a:custGeom>
            <a:avLst/>
            <a:gdLst/>
            <a:ahLst/>
            <a:cxnLst/>
            <a:rect l="l" t="t" r="r" b="b"/>
            <a:pathLst>
              <a:path w="12136" h="10699" extrusionOk="0">
                <a:moveTo>
                  <a:pt x="6069" y="1"/>
                </a:moveTo>
                <a:cubicBezTo>
                  <a:pt x="3975" y="1"/>
                  <a:pt x="1990" y="1241"/>
                  <a:pt x="1135" y="3296"/>
                </a:cubicBezTo>
                <a:cubicBezTo>
                  <a:pt x="1" y="6041"/>
                  <a:pt x="1294" y="9165"/>
                  <a:pt x="4019" y="10299"/>
                </a:cubicBezTo>
                <a:cubicBezTo>
                  <a:pt x="4682" y="10570"/>
                  <a:pt x="5371" y="10698"/>
                  <a:pt x="6048" y="10698"/>
                </a:cubicBezTo>
                <a:cubicBezTo>
                  <a:pt x="8154" y="10698"/>
                  <a:pt x="10159" y="9456"/>
                  <a:pt x="11001" y="7394"/>
                </a:cubicBezTo>
                <a:cubicBezTo>
                  <a:pt x="12135" y="4669"/>
                  <a:pt x="10842" y="1546"/>
                  <a:pt x="8117" y="412"/>
                </a:cubicBezTo>
                <a:cubicBezTo>
                  <a:pt x="7447" y="133"/>
                  <a:pt x="6752" y="1"/>
                  <a:pt x="6069"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2" name="Google Shape;782;p64"/>
          <p:cNvSpPr/>
          <p:nvPr/>
        </p:nvSpPr>
        <p:spPr>
          <a:xfrm rot="7703802">
            <a:off x="715501" y="2237048"/>
            <a:ext cx="2485175" cy="2003963"/>
          </a:xfrm>
          <a:custGeom>
            <a:avLst/>
            <a:gdLst/>
            <a:ahLst/>
            <a:cxnLst/>
            <a:rect l="l" t="t" r="r" b="b"/>
            <a:pathLst>
              <a:path w="85717" h="66618" extrusionOk="0">
                <a:moveTo>
                  <a:pt x="26647" y="0"/>
                </a:moveTo>
                <a:cubicBezTo>
                  <a:pt x="21058" y="0"/>
                  <a:pt x="15879" y="1381"/>
                  <a:pt x="11642" y="5130"/>
                </a:cubicBezTo>
                <a:cubicBezTo>
                  <a:pt x="10061" y="6559"/>
                  <a:pt x="8663" y="8322"/>
                  <a:pt x="7508" y="10571"/>
                </a:cubicBezTo>
                <a:cubicBezTo>
                  <a:pt x="152" y="24948"/>
                  <a:pt x="0" y="52456"/>
                  <a:pt x="17417" y="59873"/>
                </a:cubicBezTo>
                <a:cubicBezTo>
                  <a:pt x="24834" y="63003"/>
                  <a:pt x="33831" y="64341"/>
                  <a:pt x="41703" y="65800"/>
                </a:cubicBezTo>
                <a:cubicBezTo>
                  <a:pt x="44594" y="66327"/>
                  <a:pt x="47358" y="66617"/>
                  <a:pt x="50007" y="66617"/>
                </a:cubicBezTo>
                <a:cubicBezTo>
                  <a:pt x="58191" y="66617"/>
                  <a:pt x="65275" y="63852"/>
                  <a:pt x="71613" y="56803"/>
                </a:cubicBezTo>
                <a:cubicBezTo>
                  <a:pt x="78269" y="49447"/>
                  <a:pt x="85108" y="39599"/>
                  <a:pt x="85473" y="29355"/>
                </a:cubicBezTo>
                <a:cubicBezTo>
                  <a:pt x="85716" y="23763"/>
                  <a:pt x="83589" y="17866"/>
                  <a:pt x="79090" y="14553"/>
                </a:cubicBezTo>
                <a:cubicBezTo>
                  <a:pt x="75412" y="11817"/>
                  <a:pt x="70610" y="11148"/>
                  <a:pt x="66141" y="10115"/>
                </a:cubicBezTo>
                <a:cubicBezTo>
                  <a:pt x="55375" y="7722"/>
                  <a:pt x="39864" y="0"/>
                  <a:pt x="26647" y="0"/>
                </a:cubicBezTo>
                <a:close/>
              </a:path>
            </a:pathLst>
          </a:custGeom>
          <a:solidFill>
            <a:srgbClr val="FF836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783" name="Google Shape;783;p64"/>
          <p:cNvGrpSpPr/>
          <p:nvPr/>
        </p:nvGrpSpPr>
        <p:grpSpPr>
          <a:xfrm>
            <a:off x="3394903" y="2726224"/>
            <a:ext cx="1443654" cy="1914495"/>
            <a:chOff x="1727199" y="339901"/>
            <a:chExt cx="2720283" cy="3832056"/>
          </a:xfrm>
        </p:grpSpPr>
        <p:grpSp>
          <p:nvGrpSpPr>
            <p:cNvPr id="784" name="Google Shape;784;p64"/>
            <p:cNvGrpSpPr/>
            <p:nvPr/>
          </p:nvGrpSpPr>
          <p:grpSpPr>
            <a:xfrm rot="3347513">
              <a:off x="1766695" y="474066"/>
              <a:ext cx="521049" cy="371350"/>
              <a:chOff x="4920225" y="1759925"/>
              <a:chExt cx="521050" cy="371350"/>
            </a:xfrm>
          </p:grpSpPr>
          <p:sp>
            <p:nvSpPr>
              <p:cNvPr id="785" name="Google Shape;785;p64"/>
              <p:cNvSpPr/>
              <p:nvPr/>
            </p:nvSpPr>
            <p:spPr>
              <a:xfrm>
                <a:off x="4925300" y="1789500"/>
                <a:ext cx="515975" cy="339250"/>
              </a:xfrm>
              <a:custGeom>
                <a:avLst/>
                <a:gdLst/>
                <a:ahLst/>
                <a:cxnLst/>
                <a:rect l="l" t="t" r="r" b="b"/>
                <a:pathLst>
                  <a:path w="20639" h="13570" extrusionOk="0">
                    <a:moveTo>
                      <a:pt x="14309" y="1"/>
                    </a:moveTo>
                    <a:cubicBezTo>
                      <a:pt x="14157" y="1"/>
                      <a:pt x="14062" y="246"/>
                      <a:pt x="14215" y="381"/>
                    </a:cubicBezTo>
                    <a:cubicBezTo>
                      <a:pt x="16007" y="1745"/>
                      <a:pt x="17745" y="3126"/>
                      <a:pt x="19884" y="3919"/>
                    </a:cubicBezTo>
                    <a:lnTo>
                      <a:pt x="19884" y="3919"/>
                    </a:lnTo>
                    <a:cubicBezTo>
                      <a:pt x="13109" y="6595"/>
                      <a:pt x="6552" y="9691"/>
                      <a:pt x="196" y="13186"/>
                    </a:cubicBezTo>
                    <a:cubicBezTo>
                      <a:pt x="1" y="13310"/>
                      <a:pt x="106" y="13570"/>
                      <a:pt x="283" y="13570"/>
                    </a:cubicBezTo>
                    <a:cubicBezTo>
                      <a:pt x="315" y="13570"/>
                      <a:pt x="349" y="13561"/>
                      <a:pt x="384" y="13542"/>
                    </a:cubicBezTo>
                    <a:cubicBezTo>
                      <a:pt x="6871" y="9964"/>
                      <a:pt x="13566" y="6805"/>
                      <a:pt x="20471" y="4085"/>
                    </a:cubicBezTo>
                    <a:cubicBezTo>
                      <a:pt x="20638" y="4022"/>
                      <a:pt x="20638" y="3771"/>
                      <a:pt x="20471" y="3729"/>
                    </a:cubicBezTo>
                    <a:cubicBezTo>
                      <a:pt x="18169" y="2976"/>
                      <a:pt x="16328" y="1469"/>
                      <a:pt x="14424" y="46"/>
                    </a:cubicBezTo>
                    <a:cubicBezTo>
                      <a:pt x="14384" y="14"/>
                      <a:pt x="14345" y="1"/>
                      <a:pt x="14309" y="1"/>
                    </a:cubicBezTo>
                    <a:close/>
                  </a:path>
                </a:pathLst>
              </a:custGeom>
              <a:solidFill>
                <a:srgbClr val="FBAF42"/>
              </a:solidFill>
              <a:ln w="9525" cap="flat" cmpd="sng">
                <a:solidFill>
                  <a:srgbClr val="FBAF4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6" name="Google Shape;786;p64"/>
              <p:cNvSpPr/>
              <p:nvPr/>
            </p:nvSpPr>
            <p:spPr>
              <a:xfrm>
                <a:off x="4920225" y="1759925"/>
                <a:ext cx="312825" cy="369950"/>
              </a:xfrm>
              <a:custGeom>
                <a:avLst/>
                <a:gdLst/>
                <a:ahLst/>
                <a:cxnLst/>
                <a:rect l="l" t="t" r="r" b="b"/>
                <a:pathLst>
                  <a:path w="12513" h="14798" extrusionOk="0">
                    <a:moveTo>
                      <a:pt x="10085" y="0"/>
                    </a:moveTo>
                    <a:cubicBezTo>
                      <a:pt x="9668" y="0"/>
                      <a:pt x="9276" y="68"/>
                      <a:pt x="8957" y="246"/>
                    </a:cubicBezTo>
                    <a:cubicBezTo>
                      <a:pt x="8350" y="560"/>
                      <a:pt x="7848" y="1459"/>
                      <a:pt x="7450" y="1983"/>
                    </a:cubicBezTo>
                    <a:cubicBezTo>
                      <a:pt x="6906" y="2736"/>
                      <a:pt x="6383" y="3489"/>
                      <a:pt x="5860" y="4284"/>
                    </a:cubicBezTo>
                    <a:cubicBezTo>
                      <a:pt x="3684" y="7548"/>
                      <a:pt x="1843" y="11001"/>
                      <a:pt x="85" y="14516"/>
                    </a:cubicBezTo>
                    <a:cubicBezTo>
                      <a:pt x="0" y="14657"/>
                      <a:pt x="125" y="14798"/>
                      <a:pt x="247" y="14798"/>
                    </a:cubicBezTo>
                    <a:cubicBezTo>
                      <a:pt x="306" y="14798"/>
                      <a:pt x="365" y="14765"/>
                      <a:pt x="399" y="14683"/>
                    </a:cubicBezTo>
                    <a:cubicBezTo>
                      <a:pt x="1843" y="11817"/>
                      <a:pt x="3349" y="8992"/>
                      <a:pt x="5044" y="6230"/>
                    </a:cubicBezTo>
                    <a:cubicBezTo>
                      <a:pt x="5860" y="4912"/>
                      <a:pt x="6718" y="3594"/>
                      <a:pt x="7659" y="2338"/>
                    </a:cubicBezTo>
                    <a:cubicBezTo>
                      <a:pt x="8266" y="1501"/>
                      <a:pt x="8768" y="539"/>
                      <a:pt x="9919" y="434"/>
                    </a:cubicBezTo>
                    <a:cubicBezTo>
                      <a:pt x="10033" y="421"/>
                      <a:pt x="10148" y="415"/>
                      <a:pt x="10266" y="415"/>
                    </a:cubicBezTo>
                    <a:cubicBezTo>
                      <a:pt x="10908" y="415"/>
                      <a:pt x="11599" y="592"/>
                      <a:pt x="12200" y="769"/>
                    </a:cubicBezTo>
                    <a:cubicBezTo>
                      <a:pt x="12222" y="777"/>
                      <a:pt x="12242" y="781"/>
                      <a:pt x="12262" y="781"/>
                    </a:cubicBezTo>
                    <a:cubicBezTo>
                      <a:pt x="12447" y="781"/>
                      <a:pt x="12513" y="451"/>
                      <a:pt x="12304" y="413"/>
                    </a:cubicBezTo>
                    <a:cubicBezTo>
                      <a:pt x="11683" y="224"/>
                      <a:pt x="10844" y="0"/>
                      <a:pt x="10085" y="0"/>
                    </a:cubicBezTo>
                    <a:close/>
                  </a:path>
                </a:pathLst>
              </a:custGeom>
              <a:solidFill>
                <a:srgbClr val="FBAF42"/>
              </a:solidFill>
              <a:ln w="9525" cap="flat" cmpd="sng">
                <a:solidFill>
                  <a:srgbClr val="FBAF4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7" name="Google Shape;787;p64"/>
              <p:cNvSpPr/>
              <p:nvPr/>
            </p:nvSpPr>
            <p:spPr>
              <a:xfrm>
                <a:off x="4945450" y="1769200"/>
                <a:ext cx="306100" cy="332950"/>
              </a:xfrm>
              <a:custGeom>
                <a:avLst/>
                <a:gdLst/>
                <a:ahLst/>
                <a:cxnLst/>
                <a:rect l="l" t="t" r="r" b="b"/>
                <a:pathLst>
                  <a:path w="12244" h="13318" extrusionOk="0">
                    <a:moveTo>
                      <a:pt x="11200" y="1"/>
                    </a:moveTo>
                    <a:cubicBezTo>
                      <a:pt x="11124" y="1"/>
                      <a:pt x="11051" y="45"/>
                      <a:pt x="11023" y="147"/>
                    </a:cubicBezTo>
                    <a:cubicBezTo>
                      <a:pt x="11020" y="162"/>
                      <a:pt x="11017" y="177"/>
                      <a:pt x="11013" y="192"/>
                    </a:cubicBezTo>
                    <a:lnTo>
                      <a:pt x="11013" y="192"/>
                    </a:lnTo>
                    <a:cubicBezTo>
                      <a:pt x="11009" y="191"/>
                      <a:pt x="11006" y="190"/>
                      <a:pt x="11003" y="189"/>
                    </a:cubicBezTo>
                    <a:lnTo>
                      <a:pt x="11003" y="189"/>
                    </a:lnTo>
                    <a:cubicBezTo>
                      <a:pt x="11004" y="199"/>
                      <a:pt x="11005" y="209"/>
                      <a:pt x="11007" y="218"/>
                    </a:cubicBezTo>
                    <a:lnTo>
                      <a:pt x="11007" y="218"/>
                    </a:lnTo>
                    <a:cubicBezTo>
                      <a:pt x="10650" y="1669"/>
                      <a:pt x="9459" y="2780"/>
                      <a:pt x="8492" y="3829"/>
                    </a:cubicBezTo>
                    <a:cubicBezTo>
                      <a:pt x="7571" y="4855"/>
                      <a:pt x="6629" y="5817"/>
                      <a:pt x="5688" y="6822"/>
                    </a:cubicBezTo>
                    <a:cubicBezTo>
                      <a:pt x="3784" y="8809"/>
                      <a:pt x="1838" y="10797"/>
                      <a:pt x="143" y="12952"/>
                    </a:cubicBezTo>
                    <a:cubicBezTo>
                      <a:pt x="1" y="13111"/>
                      <a:pt x="134" y="13317"/>
                      <a:pt x="271" y="13317"/>
                    </a:cubicBezTo>
                    <a:cubicBezTo>
                      <a:pt x="315" y="13317"/>
                      <a:pt x="359" y="13296"/>
                      <a:pt x="394" y="13245"/>
                    </a:cubicBezTo>
                    <a:cubicBezTo>
                      <a:pt x="2298" y="10839"/>
                      <a:pt x="4453" y="8663"/>
                      <a:pt x="6546" y="6466"/>
                    </a:cubicBezTo>
                    <a:cubicBezTo>
                      <a:pt x="7571" y="5399"/>
                      <a:pt x="8596" y="4353"/>
                      <a:pt x="9559" y="3223"/>
                    </a:cubicBezTo>
                    <a:cubicBezTo>
                      <a:pt x="10175" y="2524"/>
                      <a:pt x="10804" y="1811"/>
                      <a:pt x="11162" y="949"/>
                    </a:cubicBezTo>
                    <a:lnTo>
                      <a:pt x="11162" y="949"/>
                    </a:lnTo>
                    <a:cubicBezTo>
                      <a:pt x="11298" y="1406"/>
                      <a:pt x="11511" y="1821"/>
                      <a:pt x="11839" y="2218"/>
                    </a:cubicBezTo>
                    <a:cubicBezTo>
                      <a:pt x="11875" y="2269"/>
                      <a:pt x="11919" y="2290"/>
                      <a:pt x="11964" y="2290"/>
                    </a:cubicBezTo>
                    <a:cubicBezTo>
                      <a:pt x="12102" y="2290"/>
                      <a:pt x="12243" y="2084"/>
                      <a:pt x="12132" y="1925"/>
                    </a:cubicBezTo>
                    <a:cubicBezTo>
                      <a:pt x="11735" y="1423"/>
                      <a:pt x="11505" y="816"/>
                      <a:pt x="11421" y="189"/>
                    </a:cubicBezTo>
                    <a:cubicBezTo>
                      <a:pt x="11398" y="72"/>
                      <a:pt x="11296" y="1"/>
                      <a:pt x="11200" y="1"/>
                    </a:cubicBezTo>
                    <a:close/>
                  </a:path>
                </a:pathLst>
              </a:custGeom>
              <a:solidFill>
                <a:srgbClr val="FBAF42"/>
              </a:solidFill>
              <a:ln w="9525" cap="flat" cmpd="sng">
                <a:solidFill>
                  <a:srgbClr val="FBAF4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8" name="Google Shape;788;p64"/>
              <p:cNvSpPr/>
              <p:nvPr/>
            </p:nvSpPr>
            <p:spPr>
              <a:xfrm>
                <a:off x="4924750" y="1948000"/>
                <a:ext cx="378950" cy="183275"/>
              </a:xfrm>
              <a:custGeom>
                <a:avLst/>
                <a:gdLst/>
                <a:ahLst/>
                <a:cxnLst/>
                <a:rect l="l" t="t" r="r" b="b"/>
                <a:pathLst>
                  <a:path w="15158" h="7331" extrusionOk="0">
                    <a:moveTo>
                      <a:pt x="14573" y="1"/>
                    </a:moveTo>
                    <a:cubicBezTo>
                      <a:pt x="14499" y="1"/>
                      <a:pt x="14433" y="40"/>
                      <a:pt x="14425" y="130"/>
                    </a:cubicBezTo>
                    <a:cubicBezTo>
                      <a:pt x="14341" y="548"/>
                      <a:pt x="14572" y="695"/>
                      <a:pt x="14551" y="1113"/>
                    </a:cubicBezTo>
                    <a:cubicBezTo>
                      <a:pt x="14530" y="2348"/>
                      <a:pt x="13421" y="2557"/>
                      <a:pt x="12500" y="2892"/>
                    </a:cubicBezTo>
                    <a:cubicBezTo>
                      <a:pt x="11182" y="3415"/>
                      <a:pt x="9822" y="3917"/>
                      <a:pt x="8462" y="4398"/>
                    </a:cubicBezTo>
                    <a:cubicBezTo>
                      <a:pt x="5742" y="5340"/>
                      <a:pt x="2980" y="6177"/>
                      <a:pt x="218" y="6951"/>
                    </a:cubicBezTo>
                    <a:cubicBezTo>
                      <a:pt x="0" y="7010"/>
                      <a:pt x="82" y="7331"/>
                      <a:pt x="286" y="7331"/>
                    </a:cubicBezTo>
                    <a:cubicBezTo>
                      <a:pt x="297" y="7331"/>
                      <a:pt x="310" y="7330"/>
                      <a:pt x="323" y="7328"/>
                    </a:cubicBezTo>
                    <a:cubicBezTo>
                      <a:pt x="3691" y="6386"/>
                      <a:pt x="7018" y="5340"/>
                      <a:pt x="10303" y="4147"/>
                    </a:cubicBezTo>
                    <a:cubicBezTo>
                      <a:pt x="11621" y="3687"/>
                      <a:pt x="13191" y="3289"/>
                      <a:pt x="14362" y="2557"/>
                    </a:cubicBezTo>
                    <a:cubicBezTo>
                      <a:pt x="14676" y="2348"/>
                      <a:pt x="14990" y="2139"/>
                      <a:pt x="15074" y="1741"/>
                    </a:cubicBezTo>
                    <a:cubicBezTo>
                      <a:pt x="15157" y="1197"/>
                      <a:pt x="14676" y="799"/>
                      <a:pt x="14781" y="234"/>
                    </a:cubicBezTo>
                    <a:cubicBezTo>
                      <a:pt x="14819" y="94"/>
                      <a:pt x="14687" y="1"/>
                      <a:pt x="14573" y="1"/>
                    </a:cubicBezTo>
                    <a:close/>
                  </a:path>
                </a:pathLst>
              </a:custGeom>
              <a:solidFill>
                <a:srgbClr val="FBAF42"/>
              </a:solidFill>
              <a:ln w="9525" cap="flat" cmpd="sng">
                <a:solidFill>
                  <a:srgbClr val="FBAF4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789" name="Google Shape;789;p64"/>
            <p:cNvSpPr/>
            <p:nvPr/>
          </p:nvSpPr>
          <p:spPr>
            <a:xfrm>
              <a:off x="2211283" y="646906"/>
              <a:ext cx="2236200" cy="3525050"/>
            </a:xfrm>
            <a:custGeom>
              <a:avLst/>
              <a:gdLst/>
              <a:ahLst/>
              <a:cxnLst/>
              <a:rect l="l" t="t" r="r" b="b"/>
              <a:pathLst>
                <a:path w="89448" h="141002" extrusionOk="0">
                  <a:moveTo>
                    <a:pt x="675" y="3842"/>
                  </a:moveTo>
                  <a:cubicBezTo>
                    <a:pt x="5374" y="3207"/>
                    <a:pt x="19535" y="-95"/>
                    <a:pt x="28869" y="32"/>
                  </a:cubicBezTo>
                  <a:cubicBezTo>
                    <a:pt x="38204" y="159"/>
                    <a:pt x="50967" y="858"/>
                    <a:pt x="56682" y="4604"/>
                  </a:cubicBezTo>
                  <a:cubicBezTo>
                    <a:pt x="62397" y="8351"/>
                    <a:pt x="67795" y="15336"/>
                    <a:pt x="63159" y="22511"/>
                  </a:cubicBezTo>
                  <a:cubicBezTo>
                    <a:pt x="58524" y="29687"/>
                    <a:pt x="39347" y="47340"/>
                    <a:pt x="28869" y="47657"/>
                  </a:cubicBezTo>
                  <a:cubicBezTo>
                    <a:pt x="18392" y="47975"/>
                    <a:pt x="-2055" y="29433"/>
                    <a:pt x="294" y="24416"/>
                  </a:cubicBezTo>
                  <a:cubicBezTo>
                    <a:pt x="2644" y="19400"/>
                    <a:pt x="32298" y="14764"/>
                    <a:pt x="42966" y="17558"/>
                  </a:cubicBezTo>
                  <a:cubicBezTo>
                    <a:pt x="53634" y="20352"/>
                    <a:pt x="64747" y="32036"/>
                    <a:pt x="64302" y="41180"/>
                  </a:cubicBezTo>
                  <a:cubicBezTo>
                    <a:pt x="63858" y="50324"/>
                    <a:pt x="45125" y="62262"/>
                    <a:pt x="40299" y="72422"/>
                  </a:cubicBezTo>
                  <a:cubicBezTo>
                    <a:pt x="35473" y="82582"/>
                    <a:pt x="32171" y="92107"/>
                    <a:pt x="35346" y="102140"/>
                  </a:cubicBezTo>
                  <a:cubicBezTo>
                    <a:pt x="38521" y="112173"/>
                    <a:pt x="50332" y="126143"/>
                    <a:pt x="59349" y="132620"/>
                  </a:cubicBezTo>
                  <a:cubicBezTo>
                    <a:pt x="68366" y="139097"/>
                    <a:pt x="84432" y="139605"/>
                    <a:pt x="89448" y="141002"/>
                  </a:cubicBezTo>
                </a:path>
              </a:pathLst>
            </a:custGeom>
            <a:noFill/>
            <a:ln w="19050" cap="flat" cmpd="sng">
              <a:solidFill>
                <a:srgbClr val="FBAF42"/>
              </a:solidFill>
              <a:prstDash val="dash"/>
              <a:round/>
              <a:headEnd type="none" w="med" len="med"/>
              <a:tailEnd type="none" w="med" len="med"/>
            </a:ln>
          </p:spPr>
        </p:sp>
      </p:gr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Shape 793"/>
        <p:cNvGrpSpPr/>
        <p:nvPr/>
      </p:nvGrpSpPr>
      <p:grpSpPr>
        <a:xfrm>
          <a:off x="0" y="0"/>
          <a:ext cx="0" cy="0"/>
          <a:chOff x="0" y="0"/>
          <a:chExt cx="0" cy="0"/>
        </a:xfrm>
      </p:grpSpPr>
      <p:sp>
        <p:nvSpPr>
          <p:cNvPr id="794" name="Google Shape;794;p65"/>
          <p:cNvSpPr txBox="1"/>
          <p:nvPr/>
        </p:nvSpPr>
        <p:spPr>
          <a:xfrm>
            <a:off x="178650" y="545375"/>
            <a:ext cx="2294400" cy="4926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endParaRPr sz="2000" b="1">
              <a:solidFill>
                <a:schemeClr val="lt1"/>
              </a:solidFill>
              <a:latin typeface="Proxima Nova"/>
              <a:ea typeface="Proxima Nova"/>
              <a:cs typeface="Proxima Nova"/>
              <a:sym typeface="Proxima Nova"/>
            </a:endParaRPr>
          </a:p>
        </p:txBody>
      </p:sp>
      <p:sp>
        <p:nvSpPr>
          <p:cNvPr id="795" name="Google Shape;795;p65"/>
          <p:cNvSpPr/>
          <p:nvPr/>
        </p:nvSpPr>
        <p:spPr>
          <a:xfrm>
            <a:off x="1081" y="181027"/>
            <a:ext cx="739500" cy="508200"/>
          </a:xfrm>
          <a:prstGeom prst="parallelogram">
            <a:avLst>
              <a:gd name="adj" fmla="val 0"/>
            </a:avLst>
          </a:prstGeom>
          <a:gradFill>
            <a:gsLst>
              <a:gs pos="0">
                <a:srgbClr val="DCECD5"/>
              </a:gs>
              <a:gs pos="100000">
                <a:srgbClr val="93BC81"/>
              </a:gs>
            </a:gsLst>
            <a:path path="circle">
              <a:fillToRect l="50000" t="50000" r="50000" b="50000"/>
            </a:path>
            <a:tileRect/>
          </a:gradFill>
          <a:ln>
            <a:noFill/>
          </a:ln>
          <a:effectLst>
            <a:outerShdw blurRad="57150" dist="133350" dir="5400000" algn="bl" rotWithShape="0">
              <a:srgbClr val="000000">
                <a:alpha val="11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6" name="Google Shape;796;p65"/>
          <p:cNvSpPr/>
          <p:nvPr/>
        </p:nvSpPr>
        <p:spPr>
          <a:xfrm>
            <a:off x="872806" y="377846"/>
            <a:ext cx="7689300" cy="508200"/>
          </a:xfrm>
          <a:prstGeom prst="parallelogram">
            <a:avLst>
              <a:gd name="adj" fmla="val 25000"/>
            </a:avLst>
          </a:prstGeom>
          <a:gradFill>
            <a:gsLst>
              <a:gs pos="0">
                <a:srgbClr val="DCECD5"/>
              </a:gs>
              <a:gs pos="100000">
                <a:srgbClr val="93BC81"/>
              </a:gs>
            </a:gsLst>
            <a:path path="circle">
              <a:fillToRect l="50000" t="50000" r="50000" b="50000"/>
            </a:path>
            <a:tileRect/>
          </a:gradFill>
          <a:ln>
            <a:noFill/>
          </a:ln>
          <a:effectLst>
            <a:outerShdw blurRad="57150" dist="47625" dir="5400000" algn="bl" rotWithShape="0">
              <a:srgbClr val="000000">
                <a:alpha val="1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7" name="Google Shape;797;p65"/>
          <p:cNvSpPr txBox="1"/>
          <p:nvPr/>
        </p:nvSpPr>
        <p:spPr>
          <a:xfrm>
            <a:off x="1049256" y="479890"/>
            <a:ext cx="7068000" cy="427500"/>
          </a:xfrm>
          <a:prstGeom prst="rect">
            <a:avLst/>
          </a:prstGeom>
          <a:noFill/>
          <a:ln>
            <a:noFill/>
          </a:ln>
        </p:spPr>
        <p:txBody>
          <a:bodyPr spcFirstLastPara="1" wrap="square" lIns="91425" tIns="91425" rIns="91425" bIns="91425" anchor="ctr" anchorCtr="0">
            <a:noAutofit/>
          </a:bodyPr>
          <a:lstStyle/>
          <a:p>
            <a:pPr marL="0" lvl="0" indent="0" algn="just" rtl="0">
              <a:spcBef>
                <a:spcPts val="0"/>
              </a:spcBef>
              <a:spcAft>
                <a:spcPts val="0"/>
              </a:spcAft>
              <a:buClr>
                <a:srgbClr val="000000"/>
              </a:buClr>
              <a:buSzPts val="1100"/>
              <a:buFont typeface="Arial"/>
              <a:buNone/>
            </a:pPr>
            <a:r>
              <a:rPr lang="en" sz="1900">
                <a:latin typeface="Bree Serif"/>
                <a:ea typeface="Bree Serif"/>
                <a:cs typeface="Bree Serif"/>
                <a:sym typeface="Bree Serif"/>
              </a:rPr>
              <a:t>Basic Forms of Pigeonhole Principle </a:t>
            </a:r>
            <a:endParaRPr sz="1900">
              <a:solidFill>
                <a:srgbClr val="000000"/>
              </a:solidFill>
              <a:latin typeface="Bree Serif"/>
              <a:ea typeface="Bree Serif"/>
              <a:cs typeface="Bree Serif"/>
              <a:sym typeface="Bree Serif"/>
            </a:endParaRPr>
          </a:p>
        </p:txBody>
      </p:sp>
      <p:sp>
        <p:nvSpPr>
          <p:cNvPr id="798" name="Google Shape;798;p65"/>
          <p:cNvSpPr/>
          <p:nvPr/>
        </p:nvSpPr>
        <p:spPr>
          <a:xfrm>
            <a:off x="535730" y="177746"/>
            <a:ext cx="513525" cy="714375"/>
          </a:xfrm>
          <a:custGeom>
            <a:avLst/>
            <a:gdLst/>
            <a:ahLst/>
            <a:cxnLst/>
            <a:rect l="l" t="t" r="r" b="b"/>
            <a:pathLst>
              <a:path w="20541" h="38100" extrusionOk="0">
                <a:moveTo>
                  <a:pt x="7951" y="0"/>
                </a:moveTo>
                <a:lnTo>
                  <a:pt x="20541" y="10933"/>
                </a:lnTo>
                <a:lnTo>
                  <a:pt x="13915" y="38100"/>
                </a:lnTo>
                <a:lnTo>
                  <a:pt x="0" y="27167"/>
                </a:lnTo>
                <a:close/>
              </a:path>
            </a:pathLst>
          </a:custGeom>
          <a:gradFill>
            <a:gsLst>
              <a:gs pos="0">
                <a:srgbClr val="D8A712"/>
              </a:gs>
              <a:gs pos="100000">
                <a:srgbClr val="F8E4AA"/>
              </a:gs>
            </a:gsLst>
            <a:lin ang="5400012" scaled="0"/>
          </a:gradFill>
          <a:ln>
            <a:noFill/>
          </a:ln>
          <a:effectLst>
            <a:outerShdw blurRad="57150" dist="66675" dir="6300000" algn="bl" rotWithShape="0">
              <a:srgbClr val="000000">
                <a:alpha val="10000"/>
              </a:srgbClr>
            </a:outerShdw>
          </a:effectLst>
        </p:spPr>
      </p:sp>
      <p:sp>
        <p:nvSpPr>
          <p:cNvPr id="799" name="Google Shape;799;p65"/>
          <p:cNvSpPr txBox="1"/>
          <p:nvPr/>
        </p:nvSpPr>
        <p:spPr>
          <a:xfrm>
            <a:off x="157450" y="1769700"/>
            <a:ext cx="5584500" cy="1108200"/>
          </a:xfrm>
          <a:prstGeom prst="rect">
            <a:avLst/>
          </a:prstGeom>
          <a:noFill/>
          <a:ln>
            <a:noFill/>
          </a:ln>
        </p:spPr>
        <p:txBody>
          <a:bodyPr spcFirstLastPara="1" wrap="square" lIns="91425" tIns="91425" rIns="91425" bIns="91425" anchor="t" anchorCtr="0">
            <a:spAutoFit/>
          </a:bodyPr>
          <a:lstStyle/>
          <a:p>
            <a:pPr marL="0" lvl="0" indent="0" algn="just" rtl="0">
              <a:spcBef>
                <a:spcPts val="0"/>
              </a:spcBef>
              <a:spcAft>
                <a:spcPts val="0"/>
              </a:spcAft>
              <a:buNone/>
            </a:pPr>
            <a:r>
              <a:rPr lang="en" sz="2000">
                <a:solidFill>
                  <a:schemeClr val="lt1"/>
                </a:solidFill>
                <a:latin typeface="Proxima Nova"/>
                <a:ea typeface="Proxima Nova"/>
                <a:cs typeface="Proxima Nova"/>
                <a:sym typeface="Proxima Nova"/>
              </a:rPr>
              <a:t>When m + 1 pigeons enter m pigeonholes (m is positive integer), there must be at least one hole having more than 1 pigeon. </a:t>
            </a:r>
            <a:endParaRPr sz="2000">
              <a:solidFill>
                <a:schemeClr val="lt1"/>
              </a:solidFill>
              <a:latin typeface="Proxima Nova"/>
              <a:ea typeface="Proxima Nova"/>
              <a:cs typeface="Proxima Nova"/>
              <a:sym typeface="Proxima Nova"/>
            </a:endParaRPr>
          </a:p>
        </p:txBody>
      </p:sp>
      <p:sp>
        <p:nvSpPr>
          <p:cNvPr id="800" name="Google Shape;800;p65"/>
          <p:cNvSpPr/>
          <p:nvPr/>
        </p:nvSpPr>
        <p:spPr>
          <a:xfrm>
            <a:off x="28725" y="1178125"/>
            <a:ext cx="3132000" cy="508200"/>
          </a:xfrm>
          <a:prstGeom prst="rect">
            <a:avLst/>
          </a:prstGeom>
          <a:solidFill>
            <a:srgbClr val="FED834"/>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r>
              <a:rPr lang="en" sz="3000" b="1"/>
              <a:t>Principle I</a:t>
            </a:r>
            <a:endParaRPr sz="3000" b="1"/>
          </a:p>
        </p:txBody>
      </p:sp>
      <p:pic>
        <p:nvPicPr>
          <p:cNvPr id="801" name="Google Shape;801;p65"/>
          <p:cNvPicPr preferRelativeResize="0"/>
          <p:nvPr/>
        </p:nvPicPr>
        <p:blipFill>
          <a:blip r:embed="rId3">
            <a:alphaModFix/>
          </a:blip>
          <a:stretch>
            <a:fillRect/>
          </a:stretch>
        </p:blipFill>
        <p:spPr>
          <a:xfrm>
            <a:off x="5741950" y="1506300"/>
            <a:ext cx="3233550" cy="2616233"/>
          </a:xfrm>
          <a:prstGeom prst="rect">
            <a:avLst/>
          </a:prstGeom>
          <a:noFill/>
          <a:ln>
            <a:noFill/>
          </a:ln>
        </p:spPr>
      </p:pic>
      <mc:AlternateContent xmlns:mc="http://schemas.openxmlformats.org/markup-compatibility/2006">
        <mc:Choice xmlns:p14="http://schemas.microsoft.com/office/powerpoint/2010/main" Requires="p14">
          <p:contentPart p14:bwMode="auto" r:id="rId4">
            <p14:nvContentPartPr>
              <p14:cNvPr id="2" name="Ink 1">
                <a:extLst>
                  <a:ext uri="{FF2B5EF4-FFF2-40B4-BE49-F238E27FC236}">
                    <a16:creationId xmlns:a16="http://schemas.microsoft.com/office/drawing/2014/main" id="{279BE90B-D763-483B-9222-A0389F5C047A}"/>
                  </a:ext>
                </a:extLst>
              </p14:cNvPr>
              <p14:cNvContentPartPr/>
              <p14:nvPr/>
            </p14:nvContentPartPr>
            <p14:xfrm>
              <a:off x="935280" y="1463760"/>
              <a:ext cx="7638120" cy="2522880"/>
            </p14:xfrm>
          </p:contentPart>
        </mc:Choice>
        <mc:Fallback>
          <p:pic>
            <p:nvPicPr>
              <p:cNvPr id="2" name="Ink 1">
                <a:extLst>
                  <a:ext uri="{FF2B5EF4-FFF2-40B4-BE49-F238E27FC236}">
                    <a16:creationId xmlns:a16="http://schemas.microsoft.com/office/drawing/2014/main" id="{279BE90B-D763-483B-9222-A0389F5C047A}"/>
                  </a:ext>
                </a:extLst>
              </p:cNvPr>
              <p:cNvPicPr/>
              <p:nvPr/>
            </p:nvPicPr>
            <p:blipFill>
              <a:blip r:embed="rId5"/>
              <a:stretch>
                <a:fillRect/>
              </a:stretch>
            </p:blipFill>
            <p:spPr>
              <a:xfrm>
                <a:off x="925920" y="1454400"/>
                <a:ext cx="7656840" cy="2541600"/>
              </a:xfrm>
              <a:prstGeom prst="rect">
                <a:avLst/>
              </a:prstGeom>
            </p:spPr>
          </p:pic>
        </mc:Fallback>
      </mc:AlternateContent>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Shape 805"/>
        <p:cNvGrpSpPr/>
        <p:nvPr/>
      </p:nvGrpSpPr>
      <p:grpSpPr>
        <a:xfrm>
          <a:off x="0" y="0"/>
          <a:ext cx="0" cy="0"/>
          <a:chOff x="0" y="0"/>
          <a:chExt cx="0" cy="0"/>
        </a:xfrm>
      </p:grpSpPr>
      <p:sp>
        <p:nvSpPr>
          <p:cNvPr id="806" name="Google Shape;806;p66"/>
          <p:cNvSpPr/>
          <p:nvPr/>
        </p:nvSpPr>
        <p:spPr>
          <a:xfrm>
            <a:off x="15600" y="564025"/>
            <a:ext cx="6659100" cy="1461900"/>
          </a:xfrm>
          <a:prstGeom prst="snip2DiagRect">
            <a:avLst>
              <a:gd name="adj1" fmla="val 0"/>
              <a:gd name="adj2" fmla="val 16667"/>
            </a:avLst>
          </a:prstGeom>
          <a:gradFill>
            <a:gsLst>
              <a:gs pos="0">
                <a:srgbClr val="DCECD5"/>
              </a:gs>
              <a:gs pos="100000">
                <a:srgbClr val="93BC81"/>
              </a:gs>
            </a:gsLst>
            <a:path path="circle">
              <a:fillToRect l="50000" t="50000" r="50000" b="50000"/>
            </a:path>
            <a:tileRect/>
          </a:gradFill>
          <a:ln w="9525" cap="flat" cmpd="sng">
            <a:solidFill>
              <a:srgbClr val="FFFFFF"/>
            </a:solidFill>
            <a:prstDash val="solid"/>
            <a:round/>
            <a:headEnd type="none" w="sm" len="sm"/>
            <a:tailEnd type="none" w="sm" len="sm"/>
          </a:ln>
        </p:spPr>
        <p:txBody>
          <a:bodyPr spcFirstLastPara="1" wrap="square" lIns="91425" tIns="91425" rIns="91425" bIns="91425" anchor="ctr" anchorCtr="0">
            <a:noAutofit/>
          </a:bodyPr>
          <a:lstStyle/>
          <a:p>
            <a:pPr marL="0" lvl="0" indent="0" algn="just" rtl="0">
              <a:lnSpc>
                <a:spcPct val="150000"/>
              </a:lnSpc>
              <a:spcBef>
                <a:spcPts val="0"/>
              </a:spcBef>
              <a:spcAft>
                <a:spcPts val="0"/>
              </a:spcAft>
              <a:buClr>
                <a:schemeClr val="dk1"/>
              </a:buClr>
              <a:buSzPts val="1100"/>
              <a:buFont typeface="Arial"/>
              <a:buNone/>
            </a:pPr>
            <a:endParaRPr sz="2000" b="1">
              <a:solidFill>
                <a:schemeClr val="dk1"/>
              </a:solidFill>
              <a:latin typeface="Bree Serif"/>
              <a:ea typeface="Bree Serif"/>
              <a:cs typeface="Bree Serif"/>
              <a:sym typeface="Bree Serif"/>
            </a:endParaRPr>
          </a:p>
          <a:p>
            <a:pPr marL="0" lvl="0" indent="0" algn="just" rtl="0">
              <a:lnSpc>
                <a:spcPct val="115000"/>
              </a:lnSpc>
              <a:spcBef>
                <a:spcPts val="0"/>
              </a:spcBef>
              <a:spcAft>
                <a:spcPts val="0"/>
              </a:spcAft>
              <a:buClr>
                <a:schemeClr val="dk1"/>
              </a:buClr>
              <a:buSzPts val="1100"/>
              <a:buFont typeface="Arial"/>
              <a:buNone/>
            </a:pPr>
            <a:r>
              <a:rPr lang="en" sz="2000" b="1">
                <a:solidFill>
                  <a:schemeClr val="dk1"/>
                </a:solidFill>
                <a:latin typeface="Bree Serif"/>
                <a:ea typeface="Bree Serif"/>
                <a:cs typeface="Bree Serif"/>
                <a:sym typeface="Bree Serif"/>
              </a:rPr>
              <a:t>Q.</a:t>
            </a:r>
            <a:r>
              <a:rPr lang="en" sz="1900" b="1">
                <a:solidFill>
                  <a:schemeClr val="dk1"/>
                </a:solidFill>
                <a:latin typeface="Bree Serif"/>
                <a:ea typeface="Bree Serif"/>
                <a:cs typeface="Bree Serif"/>
                <a:sym typeface="Bree Serif"/>
              </a:rPr>
              <a:t> </a:t>
            </a:r>
            <a:r>
              <a:rPr lang="en" sz="1900">
                <a:solidFill>
                  <a:schemeClr val="dk1"/>
                </a:solidFill>
                <a:latin typeface="Bree Serif"/>
                <a:ea typeface="Bree Serif"/>
                <a:cs typeface="Bree Serif"/>
                <a:sym typeface="Bree Serif"/>
              </a:rPr>
              <a:t>In the morning, John draws socks randomly from his drawer. If there are 12 pairs of socks each pair a different colour, in the drawer, how many socks does John have to draw at most in order to get a matched pair?</a:t>
            </a:r>
            <a:endParaRPr sz="1900" b="1">
              <a:solidFill>
                <a:schemeClr val="dk1"/>
              </a:solidFill>
              <a:latin typeface="Bree Serif"/>
              <a:ea typeface="Bree Serif"/>
              <a:cs typeface="Bree Serif"/>
              <a:sym typeface="Bree Serif"/>
            </a:endParaRPr>
          </a:p>
          <a:p>
            <a:pPr marL="0" lvl="0" indent="0" algn="just" rtl="0">
              <a:lnSpc>
                <a:spcPct val="150000"/>
              </a:lnSpc>
              <a:spcBef>
                <a:spcPts val="0"/>
              </a:spcBef>
              <a:spcAft>
                <a:spcPts val="0"/>
              </a:spcAft>
              <a:buClr>
                <a:schemeClr val="dk1"/>
              </a:buClr>
              <a:buSzPts val="1100"/>
              <a:buFont typeface="Arial"/>
              <a:buNone/>
            </a:pPr>
            <a:endParaRPr sz="2000" b="1">
              <a:solidFill>
                <a:schemeClr val="dk1"/>
              </a:solidFill>
              <a:latin typeface="Bree Serif"/>
              <a:ea typeface="Bree Serif"/>
              <a:cs typeface="Bree Serif"/>
              <a:sym typeface="Bree Serif"/>
            </a:endParaRPr>
          </a:p>
        </p:txBody>
      </p:sp>
      <mc:AlternateContent xmlns:mc="http://schemas.openxmlformats.org/markup-compatibility/2006">
        <mc:Choice xmlns:p14="http://schemas.microsoft.com/office/powerpoint/2010/main" Requires="p14">
          <p:contentPart p14:bwMode="auto" r:id="rId3">
            <p14:nvContentPartPr>
              <p14:cNvPr id="2" name="Ink 1">
                <a:extLst>
                  <a:ext uri="{FF2B5EF4-FFF2-40B4-BE49-F238E27FC236}">
                    <a16:creationId xmlns:a16="http://schemas.microsoft.com/office/drawing/2014/main" id="{DE3E2E87-5F51-460E-BECC-EC2D91B218C3}"/>
                  </a:ext>
                </a:extLst>
              </p14:cNvPr>
              <p14:cNvContentPartPr/>
              <p14:nvPr/>
            </p14:nvContentPartPr>
            <p14:xfrm>
              <a:off x="807480" y="2063880"/>
              <a:ext cx="6334560" cy="2671200"/>
            </p14:xfrm>
          </p:contentPart>
        </mc:Choice>
        <mc:Fallback>
          <p:pic>
            <p:nvPicPr>
              <p:cNvPr id="2" name="Ink 1">
                <a:extLst>
                  <a:ext uri="{FF2B5EF4-FFF2-40B4-BE49-F238E27FC236}">
                    <a16:creationId xmlns:a16="http://schemas.microsoft.com/office/drawing/2014/main" id="{DE3E2E87-5F51-460E-BECC-EC2D91B218C3}"/>
                  </a:ext>
                </a:extLst>
              </p:cNvPr>
              <p:cNvPicPr/>
              <p:nvPr/>
            </p:nvPicPr>
            <p:blipFill>
              <a:blip r:embed="rId4"/>
              <a:stretch>
                <a:fillRect/>
              </a:stretch>
            </p:blipFill>
            <p:spPr>
              <a:xfrm>
                <a:off x="798120" y="2054520"/>
                <a:ext cx="6353280" cy="2689920"/>
              </a:xfrm>
              <a:prstGeom prst="rect">
                <a:avLst/>
              </a:prstGeom>
            </p:spPr>
          </p:pic>
        </mc:Fallback>
      </mc:AlternateContent>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Shape 810"/>
        <p:cNvGrpSpPr/>
        <p:nvPr/>
      </p:nvGrpSpPr>
      <p:grpSpPr>
        <a:xfrm>
          <a:off x="0" y="0"/>
          <a:ext cx="0" cy="0"/>
          <a:chOff x="0" y="0"/>
          <a:chExt cx="0" cy="0"/>
        </a:xfrm>
      </p:grpSpPr>
      <p:sp>
        <p:nvSpPr>
          <p:cNvPr id="811" name="Google Shape;811;p67"/>
          <p:cNvSpPr txBox="1"/>
          <p:nvPr/>
        </p:nvSpPr>
        <p:spPr>
          <a:xfrm>
            <a:off x="66675" y="336725"/>
            <a:ext cx="1230300" cy="492300"/>
          </a:xfrm>
          <a:prstGeom prst="rect">
            <a:avLst/>
          </a:prstGeom>
          <a:noFill/>
          <a:ln>
            <a:noFill/>
          </a:ln>
        </p:spPr>
        <p:txBody>
          <a:bodyPr spcFirstLastPara="1" wrap="square" lIns="91425" tIns="91425" rIns="91425" bIns="91425" anchor="t" anchorCtr="0">
            <a:noAutofit/>
          </a:bodyPr>
          <a:lstStyle/>
          <a:p>
            <a:pPr marL="0" lvl="0" indent="0" algn="just" rtl="0">
              <a:lnSpc>
                <a:spcPct val="107916"/>
              </a:lnSpc>
              <a:spcBef>
                <a:spcPts val="0"/>
              </a:spcBef>
              <a:spcAft>
                <a:spcPts val="800"/>
              </a:spcAft>
              <a:buNone/>
            </a:pPr>
            <a:r>
              <a:rPr lang="en" sz="1800" b="1" u="sng">
                <a:solidFill>
                  <a:srgbClr val="FF9900"/>
                </a:solidFill>
                <a:latin typeface="Proxima Nova"/>
                <a:ea typeface="Proxima Nova"/>
                <a:cs typeface="Proxima Nova"/>
                <a:sym typeface="Proxima Nova"/>
              </a:rPr>
              <a:t>Solution:</a:t>
            </a:r>
            <a:endParaRPr sz="1800" b="1" u="sng">
              <a:solidFill>
                <a:srgbClr val="FF9900"/>
              </a:solidFill>
              <a:latin typeface="Proxima Nova"/>
              <a:ea typeface="Proxima Nova"/>
              <a:cs typeface="Proxima Nova"/>
              <a:sym typeface="Proxima Nova"/>
            </a:endParaRPr>
          </a:p>
        </p:txBody>
      </p:sp>
      <p:sp>
        <p:nvSpPr>
          <p:cNvPr id="812" name="Google Shape;812;p67"/>
          <p:cNvSpPr txBox="1"/>
          <p:nvPr/>
        </p:nvSpPr>
        <p:spPr>
          <a:xfrm>
            <a:off x="146950" y="766275"/>
            <a:ext cx="7263900" cy="1723800"/>
          </a:xfrm>
          <a:prstGeom prst="rect">
            <a:avLst/>
          </a:prstGeom>
          <a:noFill/>
          <a:ln>
            <a:noFill/>
          </a:ln>
        </p:spPr>
        <p:txBody>
          <a:bodyPr spcFirstLastPara="1" wrap="square" lIns="91425" tIns="91425" rIns="91425" bIns="91425" anchor="t" anchorCtr="0">
            <a:spAutoFit/>
          </a:bodyPr>
          <a:lstStyle/>
          <a:p>
            <a:pPr marL="0" lvl="0" indent="0" algn="just" rtl="0">
              <a:spcBef>
                <a:spcPts val="0"/>
              </a:spcBef>
              <a:spcAft>
                <a:spcPts val="0"/>
              </a:spcAft>
              <a:buNone/>
            </a:pPr>
            <a:r>
              <a:rPr lang="en" sz="2000">
                <a:solidFill>
                  <a:schemeClr val="lt1"/>
                </a:solidFill>
                <a:latin typeface="Proxima Nova"/>
                <a:ea typeface="Proxima Nova"/>
                <a:cs typeface="Proxima Nova"/>
                <a:sym typeface="Proxima Nova"/>
              </a:rPr>
              <a:t>There are 12 different colours (pigeonholes) and in order to ensure at least two socks (pigeons) have the same colour,</a:t>
            </a:r>
            <a:endParaRPr sz="2000">
              <a:solidFill>
                <a:schemeClr val="lt1"/>
              </a:solidFill>
              <a:latin typeface="Proxima Nova"/>
              <a:ea typeface="Proxima Nova"/>
              <a:cs typeface="Proxima Nova"/>
              <a:sym typeface="Proxima Nova"/>
            </a:endParaRPr>
          </a:p>
          <a:p>
            <a:pPr marL="0" lvl="0" indent="0" algn="l" rtl="0">
              <a:spcBef>
                <a:spcPts val="0"/>
              </a:spcBef>
              <a:spcAft>
                <a:spcPts val="0"/>
              </a:spcAft>
              <a:buNone/>
            </a:pPr>
            <a:r>
              <a:rPr lang="en" sz="2000">
                <a:solidFill>
                  <a:schemeClr val="lt1"/>
                </a:solidFill>
                <a:latin typeface="Proxima Nova"/>
                <a:ea typeface="Proxima Nova"/>
                <a:cs typeface="Proxima Nova"/>
                <a:sym typeface="Proxima Nova"/>
              </a:rPr>
              <a:t>No. of socks drawn &gt; 12.</a:t>
            </a:r>
            <a:endParaRPr sz="2000">
              <a:solidFill>
                <a:schemeClr val="lt1"/>
              </a:solidFill>
              <a:latin typeface="Proxima Nova"/>
              <a:ea typeface="Proxima Nova"/>
              <a:cs typeface="Proxima Nova"/>
              <a:sym typeface="Proxima Nova"/>
            </a:endParaRPr>
          </a:p>
          <a:p>
            <a:pPr marL="0" lvl="0" indent="0" algn="l" rtl="0">
              <a:spcBef>
                <a:spcPts val="0"/>
              </a:spcBef>
              <a:spcAft>
                <a:spcPts val="0"/>
              </a:spcAft>
              <a:buNone/>
            </a:pPr>
            <a:r>
              <a:rPr lang="en" sz="2000">
                <a:solidFill>
                  <a:schemeClr val="lt1"/>
                </a:solidFill>
                <a:latin typeface="Proxima Nova"/>
                <a:ea typeface="Proxima Nova"/>
                <a:cs typeface="Proxima Nova"/>
                <a:sym typeface="Proxima Nova"/>
              </a:rPr>
              <a:t>So at most 12 + 1 = 13 socks have to be drawn to get a matched pair.  </a:t>
            </a:r>
            <a:endParaRPr sz="2000">
              <a:solidFill>
                <a:schemeClr val="lt1"/>
              </a:solidFill>
              <a:latin typeface="Proxima Nova"/>
              <a:ea typeface="Proxima Nova"/>
              <a:cs typeface="Proxima Nova"/>
              <a:sym typeface="Proxima Nova"/>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Shape 816"/>
        <p:cNvGrpSpPr/>
        <p:nvPr/>
      </p:nvGrpSpPr>
      <p:grpSpPr>
        <a:xfrm>
          <a:off x="0" y="0"/>
          <a:ext cx="0" cy="0"/>
          <a:chOff x="0" y="0"/>
          <a:chExt cx="0" cy="0"/>
        </a:xfrm>
      </p:grpSpPr>
      <p:sp>
        <p:nvSpPr>
          <p:cNvPr id="817" name="Google Shape;817;p68"/>
          <p:cNvSpPr/>
          <p:nvPr/>
        </p:nvSpPr>
        <p:spPr>
          <a:xfrm>
            <a:off x="47100" y="593575"/>
            <a:ext cx="6659100" cy="1526700"/>
          </a:xfrm>
          <a:prstGeom prst="snip2DiagRect">
            <a:avLst>
              <a:gd name="adj1" fmla="val 0"/>
              <a:gd name="adj2" fmla="val 16667"/>
            </a:avLst>
          </a:prstGeom>
          <a:gradFill>
            <a:gsLst>
              <a:gs pos="0">
                <a:srgbClr val="DCECD5"/>
              </a:gs>
              <a:gs pos="100000">
                <a:srgbClr val="93BC81"/>
              </a:gs>
            </a:gsLst>
            <a:path path="circle">
              <a:fillToRect l="50000" t="50000" r="50000" b="50000"/>
            </a:path>
            <a:tileRect/>
          </a:gradFill>
          <a:ln w="9525" cap="flat" cmpd="sng">
            <a:solidFill>
              <a:srgbClr val="FFFFFF"/>
            </a:solidFill>
            <a:prstDash val="solid"/>
            <a:round/>
            <a:headEnd type="none" w="sm" len="sm"/>
            <a:tailEnd type="none" w="sm" len="sm"/>
          </a:ln>
        </p:spPr>
        <p:txBody>
          <a:bodyPr spcFirstLastPara="1" wrap="square" lIns="91425" tIns="91425" rIns="91425" bIns="91425" anchor="ctr" anchorCtr="0">
            <a:noAutofit/>
          </a:bodyPr>
          <a:lstStyle/>
          <a:p>
            <a:pPr marL="0" lvl="0" indent="0" algn="just" rtl="0">
              <a:lnSpc>
                <a:spcPct val="115000"/>
              </a:lnSpc>
              <a:spcBef>
                <a:spcPts val="0"/>
              </a:spcBef>
              <a:spcAft>
                <a:spcPts val="0"/>
              </a:spcAft>
              <a:buClr>
                <a:schemeClr val="dk1"/>
              </a:buClr>
              <a:buSzPts val="1100"/>
              <a:buFont typeface="Arial"/>
              <a:buNone/>
            </a:pPr>
            <a:endParaRPr sz="2000" b="1">
              <a:solidFill>
                <a:schemeClr val="dk1"/>
              </a:solidFill>
              <a:latin typeface="Bree Serif"/>
              <a:ea typeface="Bree Serif"/>
              <a:cs typeface="Bree Serif"/>
              <a:sym typeface="Bree Serif"/>
            </a:endParaRPr>
          </a:p>
          <a:p>
            <a:pPr marL="0" lvl="0" indent="0" algn="just" rtl="0">
              <a:lnSpc>
                <a:spcPct val="115000"/>
              </a:lnSpc>
              <a:spcBef>
                <a:spcPts val="0"/>
              </a:spcBef>
              <a:spcAft>
                <a:spcPts val="0"/>
              </a:spcAft>
              <a:buClr>
                <a:schemeClr val="dk1"/>
              </a:buClr>
              <a:buSzPts val="1100"/>
              <a:buFont typeface="Arial"/>
              <a:buNone/>
            </a:pPr>
            <a:r>
              <a:rPr lang="en" sz="2000" b="1">
                <a:solidFill>
                  <a:schemeClr val="dk1"/>
                </a:solidFill>
                <a:latin typeface="Bree Serif"/>
                <a:ea typeface="Bree Serif"/>
                <a:cs typeface="Bree Serif"/>
                <a:sym typeface="Bree Serif"/>
              </a:rPr>
              <a:t>Q. </a:t>
            </a:r>
            <a:r>
              <a:rPr lang="en" sz="1900">
                <a:solidFill>
                  <a:schemeClr val="dk1"/>
                </a:solidFill>
                <a:latin typeface="Bree Serif"/>
                <a:ea typeface="Bree Serif"/>
                <a:cs typeface="Bree Serif"/>
                <a:sym typeface="Bree Serif"/>
              </a:rPr>
              <a:t>How many students must be in a class to guarantee that at least two student receive the same score on the final exam, if the exam is graded on a scale from 0 to 100 points?</a:t>
            </a:r>
            <a:endParaRPr sz="1900">
              <a:solidFill>
                <a:schemeClr val="dk1"/>
              </a:solidFill>
              <a:latin typeface="Bree Serif"/>
              <a:ea typeface="Bree Serif"/>
              <a:cs typeface="Bree Serif"/>
              <a:sym typeface="Bree Serif"/>
            </a:endParaRPr>
          </a:p>
          <a:p>
            <a:pPr marL="0" lvl="0" indent="0" algn="just" rtl="0">
              <a:lnSpc>
                <a:spcPct val="115000"/>
              </a:lnSpc>
              <a:spcBef>
                <a:spcPts val="0"/>
              </a:spcBef>
              <a:spcAft>
                <a:spcPts val="0"/>
              </a:spcAft>
              <a:buClr>
                <a:schemeClr val="dk1"/>
              </a:buClr>
              <a:buSzPts val="1100"/>
              <a:buFont typeface="Arial"/>
              <a:buNone/>
            </a:pPr>
            <a:endParaRPr sz="2000" b="1">
              <a:solidFill>
                <a:schemeClr val="dk1"/>
              </a:solidFill>
              <a:latin typeface="Bree Serif"/>
              <a:ea typeface="Bree Serif"/>
              <a:cs typeface="Bree Serif"/>
              <a:sym typeface="Bree Serif"/>
            </a:endParaRPr>
          </a:p>
        </p:txBody>
      </p:sp>
      <mc:AlternateContent xmlns:mc="http://schemas.openxmlformats.org/markup-compatibility/2006">
        <mc:Choice xmlns:p14="http://schemas.microsoft.com/office/powerpoint/2010/main" Requires="p14">
          <p:contentPart p14:bwMode="auto" r:id="rId3">
            <p14:nvContentPartPr>
              <p14:cNvPr id="2" name="Ink 1">
                <a:extLst>
                  <a:ext uri="{FF2B5EF4-FFF2-40B4-BE49-F238E27FC236}">
                    <a16:creationId xmlns:a16="http://schemas.microsoft.com/office/drawing/2014/main" id="{B06973DE-74A3-451B-B8FE-3E22FFE66E80}"/>
                  </a:ext>
                </a:extLst>
              </p14:cNvPr>
              <p14:cNvContentPartPr/>
              <p14:nvPr/>
            </p14:nvContentPartPr>
            <p14:xfrm>
              <a:off x="920520" y="1711440"/>
              <a:ext cx="6020640" cy="3014280"/>
            </p14:xfrm>
          </p:contentPart>
        </mc:Choice>
        <mc:Fallback>
          <p:pic>
            <p:nvPicPr>
              <p:cNvPr id="2" name="Ink 1">
                <a:extLst>
                  <a:ext uri="{FF2B5EF4-FFF2-40B4-BE49-F238E27FC236}">
                    <a16:creationId xmlns:a16="http://schemas.microsoft.com/office/drawing/2014/main" id="{B06973DE-74A3-451B-B8FE-3E22FFE66E80}"/>
                  </a:ext>
                </a:extLst>
              </p:cNvPr>
              <p:cNvPicPr/>
              <p:nvPr/>
            </p:nvPicPr>
            <p:blipFill>
              <a:blip r:embed="rId4"/>
              <a:stretch>
                <a:fillRect/>
              </a:stretch>
            </p:blipFill>
            <p:spPr>
              <a:xfrm>
                <a:off x="911160" y="1702080"/>
                <a:ext cx="6039360" cy="3033000"/>
              </a:xfrm>
              <a:prstGeom prst="rect">
                <a:avLst/>
              </a:prstGeom>
            </p:spPr>
          </p:pic>
        </mc:Fallback>
      </mc:AlternateContent>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Shape 821"/>
        <p:cNvGrpSpPr/>
        <p:nvPr/>
      </p:nvGrpSpPr>
      <p:grpSpPr>
        <a:xfrm>
          <a:off x="0" y="0"/>
          <a:ext cx="0" cy="0"/>
          <a:chOff x="0" y="0"/>
          <a:chExt cx="0" cy="0"/>
        </a:xfrm>
      </p:grpSpPr>
      <p:sp>
        <p:nvSpPr>
          <p:cNvPr id="822" name="Google Shape;822;p69"/>
          <p:cNvSpPr txBox="1"/>
          <p:nvPr/>
        </p:nvSpPr>
        <p:spPr>
          <a:xfrm>
            <a:off x="66675" y="336725"/>
            <a:ext cx="1230300" cy="492300"/>
          </a:xfrm>
          <a:prstGeom prst="rect">
            <a:avLst/>
          </a:prstGeom>
          <a:noFill/>
          <a:ln>
            <a:noFill/>
          </a:ln>
        </p:spPr>
        <p:txBody>
          <a:bodyPr spcFirstLastPara="1" wrap="square" lIns="91425" tIns="91425" rIns="91425" bIns="91425" anchor="t" anchorCtr="0">
            <a:noAutofit/>
          </a:bodyPr>
          <a:lstStyle/>
          <a:p>
            <a:pPr marL="0" lvl="0" indent="0" algn="just" rtl="0">
              <a:lnSpc>
                <a:spcPct val="107916"/>
              </a:lnSpc>
              <a:spcBef>
                <a:spcPts val="0"/>
              </a:spcBef>
              <a:spcAft>
                <a:spcPts val="800"/>
              </a:spcAft>
              <a:buNone/>
            </a:pPr>
            <a:r>
              <a:rPr lang="en" sz="1800" b="1" u="sng">
                <a:solidFill>
                  <a:srgbClr val="FF9900"/>
                </a:solidFill>
                <a:latin typeface="Proxima Nova"/>
                <a:ea typeface="Proxima Nova"/>
                <a:cs typeface="Proxima Nova"/>
                <a:sym typeface="Proxima Nova"/>
              </a:rPr>
              <a:t>Solution:</a:t>
            </a:r>
            <a:endParaRPr sz="1800" b="1" u="sng">
              <a:solidFill>
                <a:srgbClr val="FF9900"/>
              </a:solidFill>
              <a:latin typeface="Proxima Nova"/>
              <a:ea typeface="Proxima Nova"/>
              <a:cs typeface="Proxima Nova"/>
              <a:sym typeface="Proxima Nova"/>
            </a:endParaRPr>
          </a:p>
        </p:txBody>
      </p:sp>
      <p:sp>
        <p:nvSpPr>
          <p:cNvPr id="823" name="Google Shape;823;p69"/>
          <p:cNvSpPr txBox="1"/>
          <p:nvPr/>
        </p:nvSpPr>
        <p:spPr>
          <a:xfrm>
            <a:off x="188950" y="818750"/>
            <a:ext cx="6172200" cy="1416000"/>
          </a:xfrm>
          <a:prstGeom prst="rect">
            <a:avLst/>
          </a:prstGeom>
          <a:noFill/>
          <a:ln>
            <a:noFill/>
          </a:ln>
        </p:spPr>
        <p:txBody>
          <a:bodyPr spcFirstLastPara="1" wrap="square" lIns="91425" tIns="91425" rIns="91425" bIns="91425" anchor="t" anchorCtr="0">
            <a:spAutoFit/>
          </a:bodyPr>
          <a:lstStyle/>
          <a:p>
            <a:pPr marL="0" lvl="0" indent="0" algn="just" rtl="0">
              <a:spcBef>
                <a:spcPts val="0"/>
              </a:spcBef>
              <a:spcAft>
                <a:spcPts val="0"/>
              </a:spcAft>
              <a:buNone/>
            </a:pPr>
            <a:r>
              <a:rPr lang="en" sz="2000">
                <a:solidFill>
                  <a:schemeClr val="lt1"/>
                </a:solidFill>
                <a:latin typeface="Proxima Nova"/>
                <a:ea typeface="Proxima Nova"/>
                <a:cs typeface="Proxima Nova"/>
                <a:sym typeface="Proxima Nova"/>
              </a:rPr>
              <a:t>There are 101 possible scores on the final. The pigeonhole principle shows that among any 102 students there must be at least 2 students with the same score. </a:t>
            </a:r>
            <a:endParaRPr sz="2000">
              <a:solidFill>
                <a:schemeClr val="lt1"/>
              </a:solidFill>
              <a:latin typeface="Proxima Nova"/>
              <a:ea typeface="Proxima Nova"/>
              <a:cs typeface="Proxima Nova"/>
              <a:sym typeface="Proxima Nova"/>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Shape 827"/>
        <p:cNvGrpSpPr/>
        <p:nvPr/>
      </p:nvGrpSpPr>
      <p:grpSpPr>
        <a:xfrm>
          <a:off x="0" y="0"/>
          <a:ext cx="0" cy="0"/>
          <a:chOff x="0" y="0"/>
          <a:chExt cx="0" cy="0"/>
        </a:xfrm>
      </p:grpSpPr>
      <p:sp>
        <p:nvSpPr>
          <p:cNvPr id="828" name="Google Shape;828;p70"/>
          <p:cNvSpPr/>
          <p:nvPr/>
        </p:nvSpPr>
        <p:spPr>
          <a:xfrm>
            <a:off x="15600" y="564025"/>
            <a:ext cx="6659100" cy="1241400"/>
          </a:xfrm>
          <a:prstGeom prst="snip2DiagRect">
            <a:avLst>
              <a:gd name="adj1" fmla="val 0"/>
              <a:gd name="adj2" fmla="val 16667"/>
            </a:avLst>
          </a:prstGeom>
          <a:gradFill>
            <a:gsLst>
              <a:gs pos="0">
                <a:srgbClr val="DCECD5"/>
              </a:gs>
              <a:gs pos="100000">
                <a:srgbClr val="93BC81"/>
              </a:gs>
            </a:gsLst>
            <a:path path="circle">
              <a:fillToRect l="50000" t="50000" r="50000" b="50000"/>
            </a:path>
            <a:tileRect/>
          </a:gradFill>
          <a:ln w="9525" cap="flat" cmpd="sng">
            <a:solidFill>
              <a:srgbClr val="FFFFFF"/>
            </a:solidFill>
            <a:prstDash val="solid"/>
            <a:round/>
            <a:headEnd type="none" w="sm" len="sm"/>
            <a:tailEnd type="none" w="sm" len="sm"/>
          </a:ln>
        </p:spPr>
        <p:txBody>
          <a:bodyPr spcFirstLastPara="1" wrap="square" lIns="91425" tIns="91425" rIns="91425" bIns="91425" anchor="ctr" anchorCtr="0">
            <a:noAutofit/>
          </a:bodyPr>
          <a:lstStyle/>
          <a:p>
            <a:pPr marL="0" lvl="0" indent="0" algn="just" rtl="0">
              <a:lnSpc>
                <a:spcPct val="150000"/>
              </a:lnSpc>
              <a:spcBef>
                <a:spcPts val="0"/>
              </a:spcBef>
              <a:spcAft>
                <a:spcPts val="0"/>
              </a:spcAft>
              <a:buClr>
                <a:schemeClr val="dk1"/>
              </a:buClr>
              <a:buSzPts val="1100"/>
              <a:buFont typeface="Arial"/>
              <a:buNone/>
            </a:pPr>
            <a:endParaRPr sz="2000" b="1">
              <a:solidFill>
                <a:schemeClr val="dk1"/>
              </a:solidFill>
              <a:latin typeface="Bree Serif"/>
              <a:ea typeface="Bree Serif"/>
              <a:cs typeface="Bree Serif"/>
              <a:sym typeface="Bree Serif"/>
            </a:endParaRPr>
          </a:p>
          <a:p>
            <a:pPr marL="0" lvl="0" indent="0" algn="just" rtl="0">
              <a:lnSpc>
                <a:spcPct val="115000"/>
              </a:lnSpc>
              <a:spcBef>
                <a:spcPts val="0"/>
              </a:spcBef>
              <a:spcAft>
                <a:spcPts val="0"/>
              </a:spcAft>
              <a:buClr>
                <a:schemeClr val="dk1"/>
              </a:buClr>
              <a:buSzPts val="1100"/>
              <a:buFont typeface="Arial"/>
              <a:buNone/>
            </a:pPr>
            <a:r>
              <a:rPr lang="en" sz="2000" b="1">
                <a:solidFill>
                  <a:schemeClr val="dk1"/>
                </a:solidFill>
                <a:latin typeface="Bree Serif"/>
                <a:ea typeface="Bree Serif"/>
                <a:cs typeface="Bree Serif"/>
                <a:sym typeface="Bree Serif"/>
              </a:rPr>
              <a:t>Q. </a:t>
            </a:r>
            <a:r>
              <a:rPr lang="en" sz="1900">
                <a:solidFill>
                  <a:schemeClr val="dk1"/>
                </a:solidFill>
                <a:latin typeface="Bree Serif"/>
                <a:ea typeface="Bree Serif"/>
                <a:cs typeface="Bree Serif"/>
                <a:sym typeface="Bree Serif"/>
              </a:rPr>
              <a:t>Five points are drawn randomly inside a unit square, show that there is at least two points with a distance less than </a:t>
            </a:r>
            <a:endParaRPr sz="1900">
              <a:solidFill>
                <a:schemeClr val="dk1"/>
              </a:solidFill>
              <a:latin typeface="Bree Serif"/>
              <a:ea typeface="Bree Serif"/>
              <a:cs typeface="Bree Serif"/>
              <a:sym typeface="Bree Serif"/>
            </a:endParaRPr>
          </a:p>
          <a:p>
            <a:pPr marL="0" lvl="0" indent="0" algn="just" rtl="0">
              <a:lnSpc>
                <a:spcPct val="150000"/>
              </a:lnSpc>
              <a:spcBef>
                <a:spcPts val="0"/>
              </a:spcBef>
              <a:spcAft>
                <a:spcPts val="0"/>
              </a:spcAft>
              <a:buClr>
                <a:schemeClr val="dk1"/>
              </a:buClr>
              <a:buSzPts val="1100"/>
              <a:buFont typeface="Arial"/>
              <a:buNone/>
            </a:pPr>
            <a:endParaRPr sz="2000" b="1">
              <a:solidFill>
                <a:schemeClr val="dk1"/>
              </a:solidFill>
              <a:latin typeface="Bree Serif"/>
              <a:ea typeface="Bree Serif"/>
              <a:cs typeface="Bree Serif"/>
              <a:sym typeface="Bree Serif"/>
            </a:endParaRPr>
          </a:p>
        </p:txBody>
      </p:sp>
      <p:pic>
        <p:nvPicPr>
          <p:cNvPr id="829" name="Google Shape;829;p70" descr="% MathType!MTEF!2!1!+-&#10;% feaagKart1ev2aaatCvAUfeBSjuyZL2yd9gzLbvyNv2CaerbuLwBLn&#10;% hiov2DGi1BTfMBaeXatLxBI9gBaerbd9wDYLwzYbItLDharqqtubsr&#10;% 4rNCHbGeaGqiVCI8-feu0dXdh9vqqj-hEeeu0xXdbba9frFj0-OqFf&#10;% ea0dXdd9vqaq-JfrVkFHe9pgea0dXdar-Jb9hs0dXdbPYxe9vr0-vr&#10;% 0-vqpWqaaeaabaGaaiaacaqaaeaadaqaaqaaaOqaamaalaaabaWaaO&#10;% aaaeaacaaIYaaaleqaaaGcbaGaaGOmaaaacaGGUaaaaa!38A1!&#10;\frac{{\sqrt 2 }}{2}.\" title="MathEquation,#000000"/>
          <p:cNvPicPr preferRelativeResize="0"/>
          <p:nvPr/>
        </p:nvPicPr>
        <p:blipFill>
          <a:blip r:embed="rId3">
            <a:alphaModFix/>
          </a:blip>
          <a:stretch>
            <a:fillRect/>
          </a:stretch>
        </p:blipFill>
        <p:spPr>
          <a:xfrm>
            <a:off x="724299" y="1259626"/>
            <a:ext cx="584676" cy="514525"/>
          </a:xfrm>
          <a:prstGeom prst="rect">
            <a:avLst/>
          </a:prstGeom>
          <a:noFill/>
          <a:ln>
            <a:noFill/>
          </a:ln>
        </p:spPr>
      </p:pic>
      <mc:AlternateContent xmlns:mc="http://schemas.openxmlformats.org/markup-compatibility/2006">
        <mc:Choice xmlns:p14="http://schemas.microsoft.com/office/powerpoint/2010/main" Requires="p14">
          <p:contentPart p14:bwMode="auto" r:id="rId4">
            <p14:nvContentPartPr>
              <p14:cNvPr id="2" name="Ink 1">
                <a:extLst>
                  <a:ext uri="{FF2B5EF4-FFF2-40B4-BE49-F238E27FC236}">
                    <a16:creationId xmlns:a16="http://schemas.microsoft.com/office/drawing/2014/main" id="{3B675990-F3A6-4626-9B67-DB802788A825}"/>
                  </a:ext>
                </a:extLst>
              </p14:cNvPr>
              <p14:cNvContentPartPr/>
              <p14:nvPr/>
            </p14:nvContentPartPr>
            <p14:xfrm>
              <a:off x="633600" y="45000"/>
              <a:ext cx="7650720" cy="4793400"/>
            </p14:xfrm>
          </p:contentPart>
        </mc:Choice>
        <mc:Fallback>
          <p:pic>
            <p:nvPicPr>
              <p:cNvPr id="2" name="Ink 1">
                <a:extLst>
                  <a:ext uri="{FF2B5EF4-FFF2-40B4-BE49-F238E27FC236}">
                    <a16:creationId xmlns:a16="http://schemas.microsoft.com/office/drawing/2014/main" id="{3B675990-F3A6-4626-9B67-DB802788A825}"/>
                  </a:ext>
                </a:extLst>
              </p:cNvPr>
              <p:cNvPicPr/>
              <p:nvPr/>
            </p:nvPicPr>
            <p:blipFill>
              <a:blip r:embed="rId5"/>
              <a:stretch>
                <a:fillRect/>
              </a:stretch>
            </p:blipFill>
            <p:spPr>
              <a:xfrm>
                <a:off x="624240" y="35640"/>
                <a:ext cx="7669440" cy="4812120"/>
              </a:xfrm>
              <a:prstGeom prst="rect">
                <a:avLst/>
              </a:prstGeom>
            </p:spPr>
          </p:pic>
        </mc:Fallback>
      </mc:AlternateContent>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Shape 833"/>
        <p:cNvGrpSpPr/>
        <p:nvPr/>
      </p:nvGrpSpPr>
      <p:grpSpPr>
        <a:xfrm>
          <a:off x="0" y="0"/>
          <a:ext cx="0" cy="0"/>
          <a:chOff x="0" y="0"/>
          <a:chExt cx="0" cy="0"/>
        </a:xfrm>
      </p:grpSpPr>
      <p:sp>
        <p:nvSpPr>
          <p:cNvPr id="834" name="Google Shape;834;p71"/>
          <p:cNvSpPr txBox="1"/>
          <p:nvPr/>
        </p:nvSpPr>
        <p:spPr>
          <a:xfrm>
            <a:off x="66675" y="336725"/>
            <a:ext cx="1230300" cy="492300"/>
          </a:xfrm>
          <a:prstGeom prst="rect">
            <a:avLst/>
          </a:prstGeom>
          <a:noFill/>
          <a:ln>
            <a:noFill/>
          </a:ln>
        </p:spPr>
        <p:txBody>
          <a:bodyPr spcFirstLastPara="1" wrap="square" lIns="91425" tIns="91425" rIns="91425" bIns="91425" anchor="t" anchorCtr="0">
            <a:noAutofit/>
          </a:bodyPr>
          <a:lstStyle/>
          <a:p>
            <a:pPr marL="0" lvl="0" indent="0" algn="just" rtl="0">
              <a:lnSpc>
                <a:spcPct val="107916"/>
              </a:lnSpc>
              <a:spcBef>
                <a:spcPts val="0"/>
              </a:spcBef>
              <a:spcAft>
                <a:spcPts val="800"/>
              </a:spcAft>
              <a:buNone/>
            </a:pPr>
            <a:r>
              <a:rPr lang="en" sz="1800" b="1" u="sng">
                <a:solidFill>
                  <a:srgbClr val="FF9900"/>
                </a:solidFill>
                <a:latin typeface="Proxima Nova"/>
                <a:ea typeface="Proxima Nova"/>
                <a:cs typeface="Proxima Nova"/>
                <a:sym typeface="Proxima Nova"/>
              </a:rPr>
              <a:t>Solution:</a:t>
            </a:r>
            <a:endParaRPr sz="1800" b="1" u="sng">
              <a:solidFill>
                <a:srgbClr val="FF9900"/>
              </a:solidFill>
              <a:latin typeface="Proxima Nova"/>
              <a:ea typeface="Proxima Nova"/>
              <a:cs typeface="Proxima Nova"/>
              <a:sym typeface="Proxima Nova"/>
            </a:endParaRPr>
          </a:p>
        </p:txBody>
      </p:sp>
      <p:sp>
        <p:nvSpPr>
          <p:cNvPr id="835" name="Google Shape;835;p71"/>
          <p:cNvSpPr txBox="1"/>
          <p:nvPr/>
        </p:nvSpPr>
        <p:spPr>
          <a:xfrm>
            <a:off x="199450" y="745275"/>
            <a:ext cx="6445200" cy="2955300"/>
          </a:xfrm>
          <a:prstGeom prst="rect">
            <a:avLst/>
          </a:prstGeom>
          <a:noFill/>
          <a:ln>
            <a:noFill/>
          </a:ln>
        </p:spPr>
        <p:txBody>
          <a:bodyPr spcFirstLastPara="1" wrap="square" lIns="91425" tIns="91425" rIns="91425" bIns="91425" anchor="t" anchorCtr="0">
            <a:spAutoFit/>
          </a:bodyPr>
          <a:lstStyle/>
          <a:p>
            <a:pPr marL="0" lvl="0" indent="0" algn="just" rtl="0">
              <a:spcBef>
                <a:spcPts val="0"/>
              </a:spcBef>
              <a:spcAft>
                <a:spcPts val="0"/>
              </a:spcAft>
              <a:buNone/>
            </a:pPr>
            <a:r>
              <a:rPr lang="en" sz="2000">
                <a:solidFill>
                  <a:schemeClr val="lt1"/>
                </a:solidFill>
                <a:latin typeface="Proxima Nova"/>
                <a:ea typeface="Proxima Nova"/>
                <a:cs typeface="Proxima Nova"/>
                <a:sym typeface="Proxima Nova"/>
              </a:rPr>
              <a:t>Consider a unit square and cut it into 4 equal smaller square, as shown below on the left.</a:t>
            </a:r>
            <a:endParaRPr sz="2000">
              <a:solidFill>
                <a:schemeClr val="lt1"/>
              </a:solidFill>
              <a:latin typeface="Proxima Nova"/>
              <a:ea typeface="Proxima Nova"/>
              <a:cs typeface="Proxima Nova"/>
              <a:sym typeface="Proxima Nova"/>
            </a:endParaRPr>
          </a:p>
          <a:p>
            <a:pPr marL="0" lvl="0" indent="0" algn="just" rtl="0">
              <a:spcBef>
                <a:spcPts val="0"/>
              </a:spcBef>
              <a:spcAft>
                <a:spcPts val="0"/>
              </a:spcAft>
              <a:buNone/>
            </a:pPr>
            <a:r>
              <a:rPr lang="en" sz="2000">
                <a:solidFill>
                  <a:schemeClr val="lt1"/>
                </a:solidFill>
                <a:latin typeface="Proxima Nova"/>
                <a:ea typeface="Proxima Nova"/>
                <a:cs typeface="Proxima Nova"/>
                <a:sym typeface="Proxima Nova"/>
              </a:rPr>
              <a:t>There are 4 equal smaller squares (pigeonholes) and 5 points (pigeons). By the pigeonhole principle, at least two points are in the same smaller square. The distance between these two points &lt; length of the diagonal of the smaller square.</a:t>
            </a:r>
            <a:endParaRPr sz="2000">
              <a:solidFill>
                <a:schemeClr val="lt1"/>
              </a:solidFill>
              <a:latin typeface="Proxima Nova"/>
              <a:ea typeface="Proxima Nova"/>
              <a:cs typeface="Proxima Nova"/>
              <a:sym typeface="Proxima Nova"/>
            </a:endParaRPr>
          </a:p>
          <a:p>
            <a:pPr marL="0" lvl="0" indent="0" algn="just" rtl="0">
              <a:spcBef>
                <a:spcPts val="0"/>
              </a:spcBef>
              <a:spcAft>
                <a:spcPts val="0"/>
              </a:spcAft>
              <a:buNone/>
            </a:pPr>
            <a:r>
              <a:rPr lang="en" sz="2000">
                <a:solidFill>
                  <a:schemeClr val="lt1"/>
                </a:solidFill>
                <a:latin typeface="Proxima Nova"/>
                <a:ea typeface="Proxima Nova"/>
                <a:cs typeface="Proxima Nova"/>
                <a:sym typeface="Proxima Nova"/>
              </a:rPr>
              <a:t>Length of the diagonal =  </a:t>
            </a:r>
            <a:endParaRPr sz="2000">
              <a:solidFill>
                <a:schemeClr val="lt1"/>
              </a:solidFill>
              <a:latin typeface="Proxima Nova"/>
              <a:ea typeface="Proxima Nova"/>
              <a:cs typeface="Proxima Nova"/>
              <a:sym typeface="Proxima Nova"/>
            </a:endParaRPr>
          </a:p>
          <a:p>
            <a:pPr marL="0" lvl="0" indent="0" algn="just" rtl="0">
              <a:spcBef>
                <a:spcPts val="0"/>
              </a:spcBef>
              <a:spcAft>
                <a:spcPts val="0"/>
              </a:spcAft>
              <a:buNone/>
            </a:pPr>
            <a:endParaRPr sz="2000">
              <a:solidFill>
                <a:schemeClr val="lt1"/>
              </a:solidFill>
              <a:latin typeface="Proxima Nova"/>
              <a:ea typeface="Proxima Nova"/>
              <a:cs typeface="Proxima Nova"/>
              <a:sym typeface="Proxima Nova"/>
            </a:endParaRPr>
          </a:p>
        </p:txBody>
      </p:sp>
      <p:pic>
        <p:nvPicPr>
          <p:cNvPr id="836" name="Google Shape;836;p71" descr="% MathType!MTEF!2!1!+-&#10;% feaagKart1ev2aaatCvAUfeBSjuyZL2yd9gzLbvyNv2CaerbuLwBLn&#10;% hiov2DGi1BTfMBaeXatLxBI9gBaerbd9wDYLwzYbItLDharqqtubsr&#10;% 4rNCHbGeaGqiVCI8-feu0dXdh9vqqj-hEeeu0xXdbba9frFj0-OqFf&#10;% ea0dXdd9vqaq-JfrVkFHe9pgea0dXdar-Jb9hs0dXdbPYxe9vr0-vr&#10;% 0-vqpWqaaeaabaGaaiaacaqaaeaadaqaaqaaaOqaamaakaaabaWaae&#10;% WaaeaadaWcaaqaaiaaigdaaeaacaaIYaaaaaGaayjkaiaawMcaamaa&#10;% CaaaleqabaGaaGOmaaaakiabgUcaRmaabmaabaWaaSaaaeaacaaIXa&#10;% aabaGaaGOmaaaaaiaawIcacaGLPaaadaahaaWcbeqaaiaaikdaaaaa&#10;% beaakiabg2da9maalaaabaWaaOaaaeaacaaIYaaaleqaaaGcbaGaaG&#10;% OmaaaacaGGUaaaaa!429F!&#10;\sqrt {{{\left( {\frac{1}{2}} \right)}^2} + {{\left( {\frac{1}{2}} \right)}^2}}  = \frac{{\sqrt 2 }}{2}.\" title="MathEquation,#ffffff"/>
          <p:cNvPicPr preferRelativeResize="0"/>
          <p:nvPr/>
        </p:nvPicPr>
        <p:blipFill>
          <a:blip r:embed="rId3">
            <a:alphaModFix/>
          </a:blip>
          <a:stretch>
            <a:fillRect/>
          </a:stretch>
        </p:blipFill>
        <p:spPr>
          <a:xfrm>
            <a:off x="3069038" y="2750200"/>
            <a:ext cx="3005918" cy="635000"/>
          </a:xfrm>
          <a:prstGeom prst="rect">
            <a:avLst/>
          </a:prstGeom>
          <a:noFill/>
          <a:ln>
            <a:noFill/>
          </a:ln>
        </p:spPr>
      </p:pic>
      <p:sp>
        <p:nvSpPr>
          <p:cNvPr id="837" name="Google Shape;837;p71"/>
          <p:cNvSpPr txBox="1"/>
          <p:nvPr/>
        </p:nvSpPr>
        <p:spPr>
          <a:xfrm>
            <a:off x="251928" y="3416556"/>
            <a:ext cx="6298200" cy="4926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2000">
                <a:solidFill>
                  <a:schemeClr val="lt1"/>
                </a:solidFill>
                <a:latin typeface="Proxima Nova"/>
                <a:ea typeface="Proxima Nova"/>
                <a:cs typeface="Proxima Nova"/>
                <a:sym typeface="Proxima Nova"/>
              </a:rPr>
              <a:t>So there is at least two points with a distance less than</a:t>
            </a:r>
            <a:endParaRPr sz="2000">
              <a:solidFill>
                <a:schemeClr val="lt1"/>
              </a:solidFill>
              <a:latin typeface="Proxima Nova"/>
              <a:ea typeface="Proxima Nova"/>
              <a:cs typeface="Proxima Nova"/>
              <a:sym typeface="Proxima Nova"/>
            </a:endParaRPr>
          </a:p>
        </p:txBody>
      </p:sp>
      <p:pic>
        <p:nvPicPr>
          <p:cNvPr id="838" name="Google Shape;838;p71" descr="% MathType!MTEF!2!1!+-&#10;% feaagKart1ev2aaatCvAUfeBSjuyZL2yd9gzLbvyNv2CaerbuLwBLn&#10;% hiov2DGi1BTfMBaeXatLxBI9gBaerbd9wDYLwzYbItLDharqqtubsr&#10;% 4rNCHbGeaGqiVCI8-feu0dXdh9vqqj-hEeeu0xXdbba9frFj0-OqFf&#10;% ea0dXdd9vqaq-JfrVkFHe9pgea0dXdar-Jb9hs0dXdbPYxe9vr0-vr&#10;% 0-vqpWqaaeaabaGaaiaacaqaaeaadaqaaqaaaOqaamaakaaabaWaae&#10;% WaaeaadaWcaaqaaiaaigdaaeaacaaIYaaaaaGaayjkaiaawMcaamaa&#10;% CaaaleqabaGaaGOmaaaakiabgUcaRmaabmaabaWaaSaaaeaacaaIXa&#10;% aabaGaaGOmaaaaaiaawIcacaGLPaaadaahaaWcbeqaaiaaikdaaaaa&#10;% beaakiabg2da9maalaaabaWaaOaaaeaacaaIYaaaleqaaaGcbaGaaG&#10;% OmaaaacaGGUaaaaa!429F!&#10;\frac{{\sqrt 2 }}{2}.\" title="MathEquation,#ffffff"/>
          <p:cNvPicPr preferRelativeResize="0"/>
          <p:nvPr/>
        </p:nvPicPr>
        <p:blipFill>
          <a:blip r:embed="rId4">
            <a:alphaModFix/>
          </a:blip>
          <a:stretch>
            <a:fillRect/>
          </a:stretch>
        </p:blipFill>
        <p:spPr>
          <a:xfrm>
            <a:off x="321025" y="3909150"/>
            <a:ext cx="721590" cy="634999"/>
          </a:xfrm>
          <a:prstGeom prst="rect">
            <a:avLst/>
          </a:prstGeom>
          <a:noFill/>
          <a:ln>
            <a:noFill/>
          </a:ln>
        </p:spPr>
      </p:pic>
      <p:sp>
        <p:nvSpPr>
          <p:cNvPr id="839" name="Google Shape;839;p71"/>
          <p:cNvSpPr txBox="1"/>
          <p:nvPr/>
        </p:nvSpPr>
        <p:spPr>
          <a:xfrm>
            <a:off x="6865000" y="1144175"/>
            <a:ext cx="721500" cy="635100"/>
          </a:xfrm>
          <a:prstGeom prst="rect">
            <a:avLst/>
          </a:prstGeom>
          <a:noFill/>
          <a:ln w="19050" cap="flat" cmpd="sng">
            <a:solidFill>
              <a:schemeClr val="lt1"/>
            </a:solidFill>
            <a:prstDash val="solid"/>
            <a:round/>
            <a:headEnd type="none" w="sm" len="sm"/>
            <a:tailEnd type="none" w="sm" len="sm"/>
          </a:ln>
        </p:spPr>
        <p:txBody>
          <a:bodyPr spcFirstLastPara="1" wrap="square" lIns="91425" tIns="91425" rIns="91425" bIns="91425" anchor="t" anchorCtr="0">
            <a:spAutoFit/>
          </a:bodyPr>
          <a:lstStyle/>
          <a:p>
            <a:pPr marL="0" lvl="0" indent="0" algn="l" rtl="0">
              <a:spcBef>
                <a:spcPts val="0"/>
              </a:spcBef>
              <a:spcAft>
                <a:spcPts val="0"/>
              </a:spcAft>
              <a:buNone/>
            </a:pPr>
            <a:endParaRPr>
              <a:latin typeface="Proxima Nova"/>
              <a:ea typeface="Proxima Nova"/>
              <a:cs typeface="Proxima Nova"/>
              <a:sym typeface="Proxima Nova"/>
            </a:endParaRPr>
          </a:p>
        </p:txBody>
      </p:sp>
      <p:cxnSp>
        <p:nvCxnSpPr>
          <p:cNvPr id="840" name="Google Shape;840;p71"/>
          <p:cNvCxnSpPr>
            <a:stCxn id="839" idx="0"/>
            <a:endCxn id="839" idx="2"/>
          </p:cNvCxnSpPr>
          <p:nvPr/>
        </p:nvCxnSpPr>
        <p:spPr>
          <a:xfrm>
            <a:off x="7225750" y="1144175"/>
            <a:ext cx="0" cy="635100"/>
          </a:xfrm>
          <a:prstGeom prst="straightConnector1">
            <a:avLst/>
          </a:prstGeom>
          <a:noFill/>
          <a:ln w="19050" cap="flat" cmpd="sng">
            <a:solidFill>
              <a:schemeClr val="lt1"/>
            </a:solidFill>
            <a:prstDash val="solid"/>
            <a:round/>
            <a:headEnd type="none" w="med" len="med"/>
            <a:tailEnd type="none" w="med" len="med"/>
          </a:ln>
        </p:spPr>
      </p:cxnSp>
      <p:cxnSp>
        <p:nvCxnSpPr>
          <p:cNvPr id="841" name="Google Shape;841;p71"/>
          <p:cNvCxnSpPr>
            <a:stCxn id="839" idx="1"/>
            <a:endCxn id="839" idx="3"/>
          </p:cNvCxnSpPr>
          <p:nvPr/>
        </p:nvCxnSpPr>
        <p:spPr>
          <a:xfrm>
            <a:off x="6865000" y="1461725"/>
            <a:ext cx="721500" cy="0"/>
          </a:xfrm>
          <a:prstGeom prst="straightConnector1">
            <a:avLst/>
          </a:prstGeom>
          <a:noFill/>
          <a:ln w="19050" cap="flat" cmpd="sng">
            <a:solidFill>
              <a:schemeClr val="lt1"/>
            </a:solidFill>
            <a:prstDash val="solid"/>
            <a:round/>
            <a:headEnd type="none" w="med" len="med"/>
            <a:tailEnd type="none" w="med" len="med"/>
          </a:ln>
        </p:spPr>
      </p:cxnSp>
      <p:cxnSp>
        <p:nvCxnSpPr>
          <p:cNvPr id="842" name="Google Shape;842;p71"/>
          <p:cNvCxnSpPr>
            <a:stCxn id="839" idx="0"/>
            <a:endCxn id="839" idx="1"/>
          </p:cNvCxnSpPr>
          <p:nvPr/>
        </p:nvCxnSpPr>
        <p:spPr>
          <a:xfrm flipH="1">
            <a:off x="6865150" y="1144175"/>
            <a:ext cx="360600" cy="317700"/>
          </a:xfrm>
          <a:prstGeom prst="straightConnector1">
            <a:avLst/>
          </a:prstGeom>
          <a:noFill/>
          <a:ln w="19050" cap="flat" cmpd="sng">
            <a:solidFill>
              <a:schemeClr val="lt1"/>
            </a:solidFill>
            <a:prstDash val="solid"/>
            <a:round/>
            <a:headEnd type="none" w="med" len="med"/>
            <a:tailEnd type="none" w="med" len="med"/>
          </a:ln>
        </p:spPr>
      </p:cxnSp>
      <p:sp>
        <p:nvSpPr>
          <p:cNvPr id="843" name="Google Shape;843;p71"/>
          <p:cNvSpPr txBox="1"/>
          <p:nvPr/>
        </p:nvSpPr>
        <p:spPr>
          <a:xfrm>
            <a:off x="8103625" y="829025"/>
            <a:ext cx="514500" cy="4002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a:solidFill>
                  <a:schemeClr val="lt1"/>
                </a:solidFill>
                <a:latin typeface="Proxima Nova"/>
                <a:ea typeface="Proxima Nova"/>
                <a:cs typeface="Proxima Nova"/>
                <a:sym typeface="Proxima Nova"/>
              </a:rPr>
              <a:t>1/2</a:t>
            </a:r>
            <a:endParaRPr>
              <a:solidFill>
                <a:schemeClr val="lt1"/>
              </a:solidFill>
              <a:latin typeface="Proxima Nova"/>
              <a:ea typeface="Proxima Nova"/>
              <a:cs typeface="Proxima Nova"/>
              <a:sym typeface="Proxima Nova"/>
            </a:endParaRPr>
          </a:p>
        </p:txBody>
      </p:sp>
      <p:sp>
        <p:nvSpPr>
          <p:cNvPr id="844" name="Google Shape;844;p71"/>
          <p:cNvSpPr txBox="1"/>
          <p:nvPr/>
        </p:nvSpPr>
        <p:spPr>
          <a:xfrm>
            <a:off x="7722625" y="1438625"/>
            <a:ext cx="514500" cy="4002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a:solidFill>
                  <a:schemeClr val="lt1"/>
                </a:solidFill>
                <a:latin typeface="Proxima Nova"/>
                <a:ea typeface="Proxima Nova"/>
                <a:cs typeface="Proxima Nova"/>
                <a:sym typeface="Proxima Nova"/>
              </a:rPr>
              <a:t>1/2</a:t>
            </a:r>
            <a:endParaRPr>
              <a:solidFill>
                <a:schemeClr val="lt1"/>
              </a:solidFill>
              <a:latin typeface="Proxima Nova"/>
              <a:ea typeface="Proxima Nova"/>
              <a:cs typeface="Proxima Nova"/>
              <a:sym typeface="Proxima Nova"/>
            </a:endParaRPr>
          </a:p>
        </p:txBody>
      </p:sp>
      <p:sp>
        <p:nvSpPr>
          <p:cNvPr id="845" name="Google Shape;845;p71"/>
          <p:cNvSpPr/>
          <p:nvPr/>
        </p:nvSpPr>
        <p:spPr>
          <a:xfrm rot="5400000">
            <a:off x="8107050" y="1256925"/>
            <a:ext cx="721500" cy="731100"/>
          </a:xfrm>
          <a:prstGeom prst="rtTriangle">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Shape 849"/>
        <p:cNvGrpSpPr/>
        <p:nvPr/>
      </p:nvGrpSpPr>
      <p:grpSpPr>
        <a:xfrm>
          <a:off x="0" y="0"/>
          <a:ext cx="0" cy="0"/>
          <a:chOff x="0" y="0"/>
          <a:chExt cx="0" cy="0"/>
        </a:xfrm>
      </p:grpSpPr>
      <p:sp>
        <p:nvSpPr>
          <p:cNvPr id="850" name="Google Shape;850;p72"/>
          <p:cNvSpPr/>
          <p:nvPr/>
        </p:nvSpPr>
        <p:spPr>
          <a:xfrm>
            <a:off x="15600" y="564025"/>
            <a:ext cx="6659100" cy="1241400"/>
          </a:xfrm>
          <a:prstGeom prst="snip2DiagRect">
            <a:avLst>
              <a:gd name="adj1" fmla="val 0"/>
              <a:gd name="adj2" fmla="val 16667"/>
            </a:avLst>
          </a:prstGeom>
          <a:gradFill>
            <a:gsLst>
              <a:gs pos="0">
                <a:srgbClr val="DCECD5"/>
              </a:gs>
              <a:gs pos="100000">
                <a:srgbClr val="93BC81"/>
              </a:gs>
            </a:gsLst>
            <a:path path="circle">
              <a:fillToRect l="50000" t="50000" r="50000" b="50000"/>
            </a:path>
            <a:tileRect/>
          </a:gradFill>
          <a:ln w="9525" cap="flat" cmpd="sng">
            <a:solidFill>
              <a:srgbClr val="FFFFFF"/>
            </a:solidFill>
            <a:prstDash val="solid"/>
            <a:round/>
            <a:headEnd type="none" w="sm" len="sm"/>
            <a:tailEnd type="none" w="sm" len="sm"/>
          </a:ln>
        </p:spPr>
        <p:txBody>
          <a:bodyPr spcFirstLastPara="1" wrap="square" lIns="91425" tIns="91425" rIns="91425" bIns="91425" anchor="ctr" anchorCtr="0">
            <a:noAutofit/>
          </a:bodyPr>
          <a:lstStyle/>
          <a:p>
            <a:pPr marL="0" lvl="0" indent="0" algn="just" rtl="0">
              <a:lnSpc>
                <a:spcPct val="150000"/>
              </a:lnSpc>
              <a:spcBef>
                <a:spcPts val="0"/>
              </a:spcBef>
              <a:spcAft>
                <a:spcPts val="0"/>
              </a:spcAft>
              <a:buClr>
                <a:schemeClr val="dk1"/>
              </a:buClr>
              <a:buSzPts val="1100"/>
              <a:buFont typeface="Arial"/>
              <a:buNone/>
            </a:pPr>
            <a:endParaRPr sz="2000" b="1">
              <a:solidFill>
                <a:schemeClr val="dk1"/>
              </a:solidFill>
              <a:latin typeface="Bree Serif"/>
              <a:ea typeface="Bree Serif"/>
              <a:cs typeface="Bree Serif"/>
              <a:sym typeface="Bree Serif"/>
            </a:endParaRPr>
          </a:p>
          <a:p>
            <a:pPr marL="0" lvl="0" indent="0" algn="just" rtl="0">
              <a:lnSpc>
                <a:spcPct val="115000"/>
              </a:lnSpc>
              <a:spcBef>
                <a:spcPts val="0"/>
              </a:spcBef>
              <a:spcAft>
                <a:spcPts val="0"/>
              </a:spcAft>
              <a:buClr>
                <a:schemeClr val="dk1"/>
              </a:buClr>
              <a:buSzPts val="1100"/>
              <a:buFont typeface="Arial"/>
              <a:buNone/>
            </a:pPr>
            <a:r>
              <a:rPr lang="en" sz="2000" b="1">
                <a:solidFill>
                  <a:schemeClr val="dk1"/>
                </a:solidFill>
                <a:latin typeface="Bree Serif"/>
                <a:ea typeface="Bree Serif"/>
                <a:cs typeface="Bree Serif"/>
                <a:sym typeface="Bree Serif"/>
              </a:rPr>
              <a:t>Q. </a:t>
            </a:r>
            <a:r>
              <a:rPr lang="en" sz="2000">
                <a:solidFill>
                  <a:schemeClr val="dk1"/>
                </a:solidFill>
                <a:latin typeface="Proxima Nova"/>
                <a:ea typeface="Proxima Nova"/>
                <a:cs typeface="Proxima Nova"/>
                <a:sym typeface="Proxima Nova"/>
              </a:rPr>
              <a:t> </a:t>
            </a:r>
            <a:r>
              <a:rPr lang="en" sz="1900">
                <a:solidFill>
                  <a:schemeClr val="dk1"/>
                </a:solidFill>
                <a:latin typeface="Bree Serif"/>
                <a:ea typeface="Bree Serif"/>
                <a:cs typeface="Bree Serif"/>
                <a:sym typeface="Bree Serif"/>
              </a:rPr>
              <a:t>Prove that for any given 50 positive integers, it is always possible to select out four numbers a</a:t>
            </a:r>
            <a:r>
              <a:rPr lang="en" sz="1900" baseline="-25000">
                <a:solidFill>
                  <a:schemeClr val="dk1"/>
                </a:solidFill>
                <a:latin typeface="Bree Serif"/>
                <a:ea typeface="Bree Serif"/>
                <a:cs typeface="Bree Serif"/>
                <a:sym typeface="Bree Serif"/>
              </a:rPr>
              <a:t>1</a:t>
            </a:r>
            <a:r>
              <a:rPr lang="en" sz="1900">
                <a:solidFill>
                  <a:schemeClr val="dk1"/>
                </a:solidFill>
                <a:latin typeface="Bree Serif"/>
                <a:ea typeface="Bree Serif"/>
                <a:cs typeface="Bree Serif"/>
                <a:sym typeface="Bree Serif"/>
              </a:rPr>
              <a:t>; a</a:t>
            </a:r>
            <a:r>
              <a:rPr lang="en" sz="1900" baseline="-25000">
                <a:solidFill>
                  <a:schemeClr val="dk1"/>
                </a:solidFill>
                <a:latin typeface="Bree Serif"/>
                <a:ea typeface="Bree Serif"/>
                <a:cs typeface="Bree Serif"/>
                <a:sym typeface="Bree Serif"/>
              </a:rPr>
              <a:t>2</a:t>
            </a:r>
            <a:r>
              <a:rPr lang="en" sz="1900">
                <a:solidFill>
                  <a:schemeClr val="dk1"/>
                </a:solidFill>
                <a:latin typeface="Bree Serif"/>
                <a:ea typeface="Bree Serif"/>
                <a:cs typeface="Bree Serif"/>
                <a:sym typeface="Bree Serif"/>
              </a:rPr>
              <a:t>; a</a:t>
            </a:r>
            <a:r>
              <a:rPr lang="en" sz="1900" baseline="-25000">
                <a:solidFill>
                  <a:schemeClr val="dk1"/>
                </a:solidFill>
                <a:latin typeface="Bree Serif"/>
                <a:ea typeface="Bree Serif"/>
                <a:cs typeface="Bree Serif"/>
                <a:sym typeface="Bree Serif"/>
              </a:rPr>
              <a:t>3</a:t>
            </a:r>
            <a:r>
              <a:rPr lang="en" sz="1900">
                <a:solidFill>
                  <a:schemeClr val="dk1"/>
                </a:solidFill>
                <a:latin typeface="Bree Serif"/>
                <a:ea typeface="Bree Serif"/>
                <a:cs typeface="Bree Serif"/>
                <a:sym typeface="Bree Serif"/>
              </a:rPr>
              <a:t> and a</a:t>
            </a:r>
            <a:r>
              <a:rPr lang="en" sz="1900" baseline="-25000">
                <a:solidFill>
                  <a:schemeClr val="dk1"/>
                </a:solidFill>
                <a:latin typeface="Bree Serif"/>
                <a:ea typeface="Bree Serif"/>
                <a:cs typeface="Bree Serif"/>
                <a:sym typeface="Bree Serif"/>
              </a:rPr>
              <a:t>4</a:t>
            </a:r>
            <a:r>
              <a:rPr lang="en" sz="1900">
                <a:solidFill>
                  <a:schemeClr val="dk1"/>
                </a:solidFill>
                <a:latin typeface="Bree Serif"/>
                <a:ea typeface="Bree Serif"/>
                <a:cs typeface="Bree Serif"/>
                <a:sym typeface="Bree Serif"/>
              </a:rPr>
              <a:t> from them, such that (a</a:t>
            </a:r>
            <a:r>
              <a:rPr lang="en" sz="1900" baseline="-25000">
                <a:solidFill>
                  <a:schemeClr val="dk1"/>
                </a:solidFill>
                <a:latin typeface="Bree Serif"/>
                <a:ea typeface="Bree Serif"/>
                <a:cs typeface="Bree Serif"/>
                <a:sym typeface="Bree Serif"/>
              </a:rPr>
              <a:t>2</a:t>
            </a:r>
            <a:r>
              <a:rPr lang="en" sz="1900">
                <a:solidFill>
                  <a:schemeClr val="dk1"/>
                </a:solidFill>
                <a:latin typeface="Bree Serif"/>
                <a:ea typeface="Bree Serif"/>
                <a:cs typeface="Bree Serif"/>
                <a:sym typeface="Bree Serif"/>
              </a:rPr>
              <a:t> - a</a:t>
            </a:r>
            <a:r>
              <a:rPr lang="en" sz="1900" baseline="-25000">
                <a:solidFill>
                  <a:schemeClr val="dk1"/>
                </a:solidFill>
                <a:latin typeface="Bree Serif"/>
                <a:ea typeface="Bree Serif"/>
                <a:cs typeface="Bree Serif"/>
                <a:sym typeface="Bree Serif"/>
              </a:rPr>
              <a:t>1</a:t>
            </a:r>
            <a:r>
              <a:rPr lang="en" sz="1900">
                <a:solidFill>
                  <a:schemeClr val="dk1"/>
                </a:solidFill>
                <a:latin typeface="Bree Serif"/>
                <a:ea typeface="Bree Serif"/>
                <a:cs typeface="Bree Serif"/>
                <a:sym typeface="Bree Serif"/>
              </a:rPr>
              <a:t>)(a</a:t>
            </a:r>
            <a:r>
              <a:rPr lang="en" sz="1900" baseline="-25000">
                <a:solidFill>
                  <a:schemeClr val="dk1"/>
                </a:solidFill>
                <a:latin typeface="Bree Serif"/>
                <a:ea typeface="Bree Serif"/>
                <a:cs typeface="Bree Serif"/>
                <a:sym typeface="Bree Serif"/>
              </a:rPr>
              <a:t>4</a:t>
            </a:r>
            <a:r>
              <a:rPr lang="en" sz="1900">
                <a:solidFill>
                  <a:schemeClr val="dk1"/>
                </a:solidFill>
                <a:latin typeface="Bree Serif"/>
                <a:ea typeface="Bree Serif"/>
                <a:cs typeface="Bree Serif"/>
                <a:sym typeface="Bree Serif"/>
              </a:rPr>
              <a:t> - a</a:t>
            </a:r>
            <a:r>
              <a:rPr lang="en" sz="1900" baseline="-25000">
                <a:solidFill>
                  <a:schemeClr val="dk1"/>
                </a:solidFill>
                <a:latin typeface="Bree Serif"/>
                <a:ea typeface="Bree Serif"/>
                <a:cs typeface="Bree Serif"/>
                <a:sym typeface="Bree Serif"/>
              </a:rPr>
              <a:t>3</a:t>
            </a:r>
            <a:r>
              <a:rPr lang="en" sz="1900">
                <a:solidFill>
                  <a:schemeClr val="dk1"/>
                </a:solidFill>
                <a:latin typeface="Bree Serif"/>
                <a:ea typeface="Bree Serif"/>
                <a:cs typeface="Bree Serif"/>
                <a:sym typeface="Bree Serif"/>
              </a:rPr>
              <a:t>) is a multiple of 2009.</a:t>
            </a:r>
            <a:endParaRPr sz="1900" b="1">
              <a:solidFill>
                <a:schemeClr val="dk1"/>
              </a:solidFill>
              <a:latin typeface="Bree Serif"/>
              <a:ea typeface="Bree Serif"/>
              <a:cs typeface="Bree Serif"/>
              <a:sym typeface="Bree Serif"/>
            </a:endParaRPr>
          </a:p>
          <a:p>
            <a:pPr marL="0" lvl="0" indent="0" algn="just" rtl="0">
              <a:lnSpc>
                <a:spcPct val="150000"/>
              </a:lnSpc>
              <a:spcBef>
                <a:spcPts val="0"/>
              </a:spcBef>
              <a:spcAft>
                <a:spcPts val="0"/>
              </a:spcAft>
              <a:buClr>
                <a:schemeClr val="dk1"/>
              </a:buClr>
              <a:buSzPts val="1100"/>
              <a:buFont typeface="Arial"/>
              <a:buNone/>
            </a:pPr>
            <a:endParaRPr sz="2000" b="1">
              <a:solidFill>
                <a:schemeClr val="dk1"/>
              </a:solidFill>
              <a:latin typeface="Bree Serif"/>
              <a:ea typeface="Bree Serif"/>
              <a:cs typeface="Bree Serif"/>
              <a:sym typeface="Bree Serif"/>
            </a:endParaRPr>
          </a:p>
        </p:txBody>
      </p:sp>
      <mc:AlternateContent xmlns:mc="http://schemas.openxmlformats.org/markup-compatibility/2006">
        <mc:Choice xmlns:p14="http://schemas.microsoft.com/office/powerpoint/2010/main" Requires="p14">
          <p:contentPart p14:bwMode="auto" r:id="rId3">
            <p14:nvContentPartPr>
              <p14:cNvPr id="2" name="Ink 1">
                <a:extLst>
                  <a:ext uri="{FF2B5EF4-FFF2-40B4-BE49-F238E27FC236}">
                    <a16:creationId xmlns:a16="http://schemas.microsoft.com/office/drawing/2014/main" id="{A0717310-9D26-4A6B-B8D9-C12EF895FE88}"/>
                  </a:ext>
                </a:extLst>
              </p14:cNvPr>
              <p14:cNvContentPartPr/>
              <p14:nvPr/>
            </p14:nvContentPartPr>
            <p14:xfrm>
              <a:off x="692640" y="79200"/>
              <a:ext cx="8320680" cy="5064480"/>
            </p14:xfrm>
          </p:contentPart>
        </mc:Choice>
        <mc:Fallback>
          <p:pic>
            <p:nvPicPr>
              <p:cNvPr id="2" name="Ink 1">
                <a:extLst>
                  <a:ext uri="{FF2B5EF4-FFF2-40B4-BE49-F238E27FC236}">
                    <a16:creationId xmlns:a16="http://schemas.microsoft.com/office/drawing/2014/main" id="{A0717310-9D26-4A6B-B8D9-C12EF895FE88}"/>
                  </a:ext>
                </a:extLst>
              </p:cNvPr>
              <p:cNvPicPr/>
              <p:nvPr/>
            </p:nvPicPr>
            <p:blipFill>
              <a:blip r:embed="rId4"/>
              <a:stretch>
                <a:fillRect/>
              </a:stretch>
            </p:blipFill>
            <p:spPr>
              <a:xfrm>
                <a:off x="683280" y="69840"/>
                <a:ext cx="8339400" cy="5083200"/>
              </a:xfrm>
              <a:prstGeom prst="rect">
                <a:avLst/>
              </a:prstGeom>
            </p:spPr>
          </p:pic>
        </mc:Fallback>
      </mc:AlternateContent>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Shape 854"/>
        <p:cNvGrpSpPr/>
        <p:nvPr/>
      </p:nvGrpSpPr>
      <p:grpSpPr>
        <a:xfrm>
          <a:off x="0" y="0"/>
          <a:ext cx="0" cy="0"/>
          <a:chOff x="0" y="0"/>
          <a:chExt cx="0" cy="0"/>
        </a:xfrm>
      </p:grpSpPr>
      <p:sp>
        <p:nvSpPr>
          <p:cNvPr id="855" name="Google Shape;855;p73"/>
          <p:cNvSpPr txBox="1"/>
          <p:nvPr/>
        </p:nvSpPr>
        <p:spPr>
          <a:xfrm>
            <a:off x="66675" y="336725"/>
            <a:ext cx="1230300" cy="492300"/>
          </a:xfrm>
          <a:prstGeom prst="rect">
            <a:avLst/>
          </a:prstGeom>
          <a:noFill/>
          <a:ln>
            <a:noFill/>
          </a:ln>
        </p:spPr>
        <p:txBody>
          <a:bodyPr spcFirstLastPara="1" wrap="square" lIns="91425" tIns="91425" rIns="91425" bIns="91425" anchor="t" anchorCtr="0">
            <a:noAutofit/>
          </a:bodyPr>
          <a:lstStyle/>
          <a:p>
            <a:pPr marL="0" lvl="0" indent="0" algn="just" rtl="0">
              <a:lnSpc>
                <a:spcPct val="107916"/>
              </a:lnSpc>
              <a:spcBef>
                <a:spcPts val="0"/>
              </a:spcBef>
              <a:spcAft>
                <a:spcPts val="800"/>
              </a:spcAft>
              <a:buNone/>
            </a:pPr>
            <a:r>
              <a:rPr lang="en" sz="1800" b="1" u="sng">
                <a:solidFill>
                  <a:srgbClr val="FF9900"/>
                </a:solidFill>
                <a:latin typeface="Proxima Nova"/>
                <a:ea typeface="Proxima Nova"/>
                <a:cs typeface="Proxima Nova"/>
                <a:sym typeface="Proxima Nova"/>
              </a:rPr>
              <a:t>Solution:</a:t>
            </a:r>
            <a:endParaRPr sz="1800" b="1" u="sng">
              <a:solidFill>
                <a:srgbClr val="FF9900"/>
              </a:solidFill>
              <a:latin typeface="Proxima Nova"/>
              <a:ea typeface="Proxima Nova"/>
              <a:cs typeface="Proxima Nova"/>
              <a:sym typeface="Proxima Nova"/>
            </a:endParaRPr>
          </a:p>
        </p:txBody>
      </p:sp>
      <p:sp>
        <p:nvSpPr>
          <p:cNvPr id="856" name="Google Shape;856;p73"/>
          <p:cNvSpPr txBox="1"/>
          <p:nvPr/>
        </p:nvSpPr>
        <p:spPr>
          <a:xfrm>
            <a:off x="199050" y="829025"/>
            <a:ext cx="8115300" cy="2955300"/>
          </a:xfrm>
          <a:prstGeom prst="rect">
            <a:avLst/>
          </a:prstGeom>
          <a:noFill/>
          <a:ln>
            <a:noFill/>
          </a:ln>
        </p:spPr>
        <p:txBody>
          <a:bodyPr spcFirstLastPara="1" wrap="square" lIns="91425" tIns="91425" rIns="91425" bIns="91425" anchor="t" anchorCtr="0">
            <a:spAutoFit/>
          </a:bodyPr>
          <a:lstStyle/>
          <a:p>
            <a:pPr marL="0" lvl="0" indent="0" algn="just" rtl="0">
              <a:spcBef>
                <a:spcPts val="0"/>
              </a:spcBef>
              <a:spcAft>
                <a:spcPts val="0"/>
              </a:spcAft>
              <a:buNone/>
            </a:pPr>
            <a:r>
              <a:rPr lang="en" sz="2000">
                <a:solidFill>
                  <a:schemeClr val="lt1"/>
                </a:solidFill>
                <a:latin typeface="Proxima Nova"/>
                <a:ea typeface="Proxima Nova"/>
                <a:cs typeface="Proxima Nova"/>
                <a:sym typeface="Proxima Nova"/>
              </a:rPr>
              <a:t>First of all, note that 2009 = 49 x 41. Consider the 50 remainders of the 50 given integers modulo 49, by the pigeonhole principle, there must be two numbers selected from the 50 integers, denoted by a</a:t>
            </a:r>
            <a:r>
              <a:rPr lang="en" sz="2000" baseline="-25000">
                <a:solidFill>
                  <a:schemeClr val="lt1"/>
                </a:solidFill>
                <a:latin typeface="Proxima Nova"/>
                <a:ea typeface="Proxima Nova"/>
                <a:cs typeface="Proxima Nova"/>
                <a:sym typeface="Proxima Nova"/>
              </a:rPr>
              <a:t>1 </a:t>
            </a:r>
            <a:r>
              <a:rPr lang="en" sz="2000">
                <a:solidFill>
                  <a:schemeClr val="lt1"/>
                </a:solidFill>
                <a:latin typeface="Proxima Nova"/>
                <a:ea typeface="Proxima Nova"/>
                <a:cs typeface="Proxima Nova"/>
                <a:sym typeface="Proxima Nova"/>
              </a:rPr>
              <a:t>and a</a:t>
            </a:r>
            <a:r>
              <a:rPr lang="en" sz="2000" baseline="-25000">
                <a:solidFill>
                  <a:schemeClr val="lt1"/>
                </a:solidFill>
                <a:latin typeface="Proxima Nova"/>
                <a:ea typeface="Proxima Nova"/>
                <a:cs typeface="Proxima Nova"/>
                <a:sym typeface="Proxima Nova"/>
              </a:rPr>
              <a:t>2</a:t>
            </a:r>
            <a:r>
              <a:rPr lang="en" sz="2000">
                <a:solidFill>
                  <a:schemeClr val="lt1"/>
                </a:solidFill>
                <a:latin typeface="Proxima Nova"/>
                <a:ea typeface="Proxima Nova"/>
                <a:cs typeface="Proxima Nova"/>
                <a:sym typeface="Proxima Nova"/>
              </a:rPr>
              <a:t>, such that a</a:t>
            </a:r>
            <a:r>
              <a:rPr lang="en" sz="2000" baseline="-25000">
                <a:solidFill>
                  <a:schemeClr val="lt1"/>
                </a:solidFill>
                <a:latin typeface="Proxima Nova"/>
                <a:ea typeface="Proxima Nova"/>
                <a:cs typeface="Proxima Nova"/>
                <a:sym typeface="Proxima Nova"/>
              </a:rPr>
              <a:t>1</a:t>
            </a:r>
            <a:r>
              <a:rPr lang="en" sz="2000">
                <a:solidFill>
                  <a:schemeClr val="lt1"/>
                </a:solidFill>
                <a:latin typeface="Proxima Nova"/>
                <a:ea typeface="Proxima Nova"/>
                <a:cs typeface="Proxima Nova"/>
                <a:sym typeface="Proxima Nova"/>
              </a:rPr>
              <a:t> and a</a:t>
            </a:r>
            <a:r>
              <a:rPr lang="en" sz="2000" baseline="-25000">
                <a:solidFill>
                  <a:schemeClr val="lt1"/>
                </a:solidFill>
                <a:latin typeface="Proxima Nova"/>
                <a:ea typeface="Proxima Nova"/>
                <a:cs typeface="Proxima Nova"/>
                <a:sym typeface="Proxima Nova"/>
              </a:rPr>
              <a:t>2</a:t>
            </a:r>
            <a:r>
              <a:rPr lang="en" sz="2000">
                <a:solidFill>
                  <a:schemeClr val="lt1"/>
                </a:solidFill>
                <a:latin typeface="Proxima Nova"/>
                <a:ea typeface="Proxima Nova"/>
                <a:cs typeface="Proxima Nova"/>
                <a:sym typeface="Proxima Nova"/>
              </a:rPr>
              <a:t> are congruent modulo 49, so a</a:t>
            </a:r>
            <a:r>
              <a:rPr lang="en" sz="2000" baseline="-25000">
                <a:solidFill>
                  <a:schemeClr val="lt1"/>
                </a:solidFill>
                <a:latin typeface="Proxima Nova"/>
                <a:ea typeface="Proxima Nova"/>
                <a:cs typeface="Proxima Nova"/>
                <a:sym typeface="Proxima Nova"/>
              </a:rPr>
              <a:t>2</a:t>
            </a:r>
            <a:r>
              <a:rPr lang="en" sz="2000">
                <a:solidFill>
                  <a:schemeClr val="lt1"/>
                </a:solidFill>
                <a:latin typeface="Proxima Nova"/>
                <a:ea typeface="Proxima Nova"/>
                <a:cs typeface="Proxima Nova"/>
                <a:sym typeface="Proxima Nova"/>
              </a:rPr>
              <a:t> - a</a:t>
            </a:r>
            <a:r>
              <a:rPr lang="en" sz="2000" baseline="-25000">
                <a:solidFill>
                  <a:schemeClr val="lt1"/>
                </a:solidFill>
                <a:latin typeface="Proxima Nova"/>
                <a:ea typeface="Proxima Nova"/>
                <a:cs typeface="Proxima Nova"/>
                <a:sym typeface="Proxima Nova"/>
              </a:rPr>
              <a:t>1</a:t>
            </a:r>
            <a:r>
              <a:rPr lang="en" sz="2000">
                <a:solidFill>
                  <a:schemeClr val="lt1"/>
                </a:solidFill>
                <a:latin typeface="Proxima Nova"/>
                <a:ea typeface="Proxima Nova"/>
                <a:cs typeface="Proxima Nova"/>
                <a:sym typeface="Proxima Nova"/>
              </a:rPr>
              <a:t> is divisible by 49.</a:t>
            </a:r>
            <a:endParaRPr sz="2000">
              <a:solidFill>
                <a:schemeClr val="lt1"/>
              </a:solidFill>
              <a:latin typeface="Proxima Nova"/>
              <a:ea typeface="Proxima Nova"/>
              <a:cs typeface="Proxima Nova"/>
              <a:sym typeface="Proxima Nova"/>
            </a:endParaRPr>
          </a:p>
          <a:p>
            <a:pPr marL="0" lvl="0" indent="0" algn="l" rtl="0">
              <a:spcBef>
                <a:spcPts val="0"/>
              </a:spcBef>
              <a:spcAft>
                <a:spcPts val="0"/>
              </a:spcAft>
              <a:buNone/>
            </a:pPr>
            <a:r>
              <a:rPr lang="en" sz="2000">
                <a:solidFill>
                  <a:schemeClr val="lt1"/>
                </a:solidFill>
                <a:latin typeface="Proxima Nova"/>
                <a:ea typeface="Proxima Nova"/>
                <a:cs typeface="Proxima Nova"/>
                <a:sym typeface="Proxima Nova"/>
              </a:rPr>
              <a:t>Next, by same reason, it must be possible that two numbers a</a:t>
            </a:r>
            <a:r>
              <a:rPr lang="en" sz="2000" baseline="-25000">
                <a:solidFill>
                  <a:schemeClr val="lt1"/>
                </a:solidFill>
                <a:latin typeface="Proxima Nova"/>
                <a:ea typeface="Proxima Nova"/>
                <a:cs typeface="Proxima Nova"/>
                <a:sym typeface="Proxima Nova"/>
              </a:rPr>
              <a:t>3</a:t>
            </a:r>
            <a:r>
              <a:rPr lang="en" sz="2000">
                <a:solidFill>
                  <a:schemeClr val="lt1"/>
                </a:solidFill>
                <a:latin typeface="Proxima Nova"/>
                <a:ea typeface="Proxima Nova"/>
                <a:cs typeface="Proxima Nova"/>
                <a:sym typeface="Proxima Nova"/>
              </a:rPr>
              <a:t> and a</a:t>
            </a:r>
            <a:r>
              <a:rPr lang="en" sz="2000" baseline="-25000">
                <a:solidFill>
                  <a:schemeClr val="lt1"/>
                </a:solidFill>
                <a:latin typeface="Proxima Nova"/>
                <a:ea typeface="Proxima Nova"/>
                <a:cs typeface="Proxima Nova"/>
                <a:sym typeface="Proxima Nova"/>
              </a:rPr>
              <a:t>4</a:t>
            </a:r>
            <a:r>
              <a:rPr lang="en" sz="2000">
                <a:solidFill>
                  <a:schemeClr val="lt1"/>
                </a:solidFill>
                <a:latin typeface="Proxima Nova"/>
                <a:ea typeface="Proxima Nova"/>
                <a:cs typeface="Proxima Nova"/>
                <a:sym typeface="Proxima Nova"/>
              </a:rPr>
              <a:t> can be selected from the remaining 48 numbers such that a</a:t>
            </a:r>
            <a:r>
              <a:rPr lang="en" sz="2000" baseline="-25000">
                <a:solidFill>
                  <a:schemeClr val="lt1"/>
                </a:solidFill>
                <a:latin typeface="Proxima Nova"/>
                <a:ea typeface="Proxima Nova"/>
                <a:cs typeface="Proxima Nova"/>
                <a:sym typeface="Proxima Nova"/>
              </a:rPr>
              <a:t>4</a:t>
            </a:r>
            <a:r>
              <a:rPr lang="en" sz="2000">
                <a:solidFill>
                  <a:schemeClr val="lt1"/>
                </a:solidFill>
                <a:latin typeface="Proxima Nova"/>
                <a:ea typeface="Proxima Nova"/>
                <a:cs typeface="Proxima Nova"/>
                <a:sym typeface="Proxima Nova"/>
              </a:rPr>
              <a:t> - a</a:t>
            </a:r>
            <a:r>
              <a:rPr lang="en" sz="2000" baseline="-25000">
                <a:solidFill>
                  <a:schemeClr val="lt1"/>
                </a:solidFill>
                <a:latin typeface="Proxima Nova"/>
                <a:ea typeface="Proxima Nova"/>
                <a:cs typeface="Proxima Nova"/>
                <a:sym typeface="Proxima Nova"/>
              </a:rPr>
              <a:t>3</a:t>
            </a:r>
            <a:r>
              <a:rPr lang="en" sz="2000">
                <a:solidFill>
                  <a:schemeClr val="lt1"/>
                </a:solidFill>
                <a:latin typeface="Proxima Nova"/>
                <a:ea typeface="Proxima Nova"/>
                <a:cs typeface="Proxima Nova"/>
                <a:sym typeface="Proxima Nova"/>
              </a:rPr>
              <a:t> is divisible by 41.</a:t>
            </a:r>
            <a:endParaRPr sz="2000">
              <a:solidFill>
                <a:schemeClr val="lt1"/>
              </a:solidFill>
              <a:latin typeface="Proxima Nova"/>
              <a:ea typeface="Proxima Nova"/>
              <a:cs typeface="Proxima Nova"/>
              <a:sym typeface="Proxima Nova"/>
            </a:endParaRPr>
          </a:p>
          <a:p>
            <a:pPr marL="0" lvl="0" indent="0" algn="l" rtl="0">
              <a:spcBef>
                <a:spcPts val="0"/>
              </a:spcBef>
              <a:spcAft>
                <a:spcPts val="0"/>
              </a:spcAft>
              <a:buNone/>
            </a:pPr>
            <a:r>
              <a:rPr lang="en" sz="2000">
                <a:solidFill>
                  <a:schemeClr val="lt1"/>
                </a:solidFill>
                <a:latin typeface="Proxima Nova"/>
                <a:ea typeface="Proxima Nova"/>
                <a:cs typeface="Proxima Nova"/>
                <a:sym typeface="Proxima Nova"/>
              </a:rPr>
              <a:t>Thus, 49.41 | (a</a:t>
            </a:r>
            <a:r>
              <a:rPr lang="en" sz="2000" baseline="-25000">
                <a:solidFill>
                  <a:schemeClr val="lt1"/>
                </a:solidFill>
                <a:latin typeface="Proxima Nova"/>
                <a:ea typeface="Proxima Nova"/>
                <a:cs typeface="Proxima Nova"/>
                <a:sym typeface="Proxima Nova"/>
              </a:rPr>
              <a:t>2</a:t>
            </a:r>
            <a:r>
              <a:rPr lang="en" sz="2000">
                <a:solidFill>
                  <a:schemeClr val="lt1"/>
                </a:solidFill>
                <a:latin typeface="Proxima Nova"/>
                <a:ea typeface="Proxima Nova"/>
                <a:cs typeface="Proxima Nova"/>
                <a:sym typeface="Proxima Nova"/>
              </a:rPr>
              <a:t> - a</a:t>
            </a:r>
            <a:r>
              <a:rPr lang="en" sz="2000" baseline="-25000">
                <a:solidFill>
                  <a:schemeClr val="lt1"/>
                </a:solidFill>
                <a:latin typeface="Proxima Nova"/>
                <a:ea typeface="Proxima Nova"/>
                <a:cs typeface="Proxima Nova"/>
                <a:sym typeface="Proxima Nova"/>
              </a:rPr>
              <a:t>1</a:t>
            </a:r>
            <a:r>
              <a:rPr lang="en" sz="2000">
                <a:solidFill>
                  <a:schemeClr val="lt1"/>
                </a:solidFill>
                <a:latin typeface="Proxima Nova"/>
                <a:ea typeface="Proxima Nova"/>
                <a:cs typeface="Proxima Nova"/>
                <a:sym typeface="Proxima Nova"/>
              </a:rPr>
              <a:t>)(a</a:t>
            </a:r>
            <a:r>
              <a:rPr lang="en" sz="2000" baseline="-25000">
                <a:solidFill>
                  <a:schemeClr val="lt1"/>
                </a:solidFill>
                <a:latin typeface="Proxima Nova"/>
                <a:ea typeface="Proxima Nova"/>
                <a:cs typeface="Proxima Nova"/>
                <a:sym typeface="Proxima Nova"/>
              </a:rPr>
              <a:t>4</a:t>
            </a:r>
            <a:r>
              <a:rPr lang="en" sz="2000">
                <a:solidFill>
                  <a:schemeClr val="lt1"/>
                </a:solidFill>
                <a:latin typeface="Proxima Nova"/>
                <a:ea typeface="Proxima Nova"/>
                <a:cs typeface="Proxima Nova"/>
                <a:sym typeface="Proxima Nova"/>
              </a:rPr>
              <a:t> - a</a:t>
            </a:r>
            <a:r>
              <a:rPr lang="en" sz="2000" baseline="-25000">
                <a:solidFill>
                  <a:schemeClr val="lt1"/>
                </a:solidFill>
                <a:latin typeface="Proxima Nova"/>
                <a:ea typeface="Proxima Nova"/>
                <a:cs typeface="Proxima Nova"/>
                <a:sym typeface="Proxima Nova"/>
              </a:rPr>
              <a:t>3</a:t>
            </a:r>
            <a:r>
              <a:rPr lang="en" sz="2000">
                <a:solidFill>
                  <a:schemeClr val="lt1"/>
                </a:solidFill>
                <a:latin typeface="Proxima Nova"/>
                <a:ea typeface="Proxima Nova"/>
                <a:cs typeface="Proxima Nova"/>
                <a:sym typeface="Proxima Nova"/>
              </a:rPr>
              <a:t>), i.e. 2009 | (a</a:t>
            </a:r>
            <a:r>
              <a:rPr lang="en" sz="2000" baseline="-25000">
                <a:solidFill>
                  <a:schemeClr val="lt1"/>
                </a:solidFill>
                <a:latin typeface="Proxima Nova"/>
                <a:ea typeface="Proxima Nova"/>
                <a:cs typeface="Proxima Nova"/>
                <a:sym typeface="Proxima Nova"/>
              </a:rPr>
              <a:t>2</a:t>
            </a:r>
            <a:r>
              <a:rPr lang="en" sz="2000">
                <a:solidFill>
                  <a:schemeClr val="lt1"/>
                </a:solidFill>
                <a:latin typeface="Proxima Nova"/>
                <a:ea typeface="Proxima Nova"/>
                <a:cs typeface="Proxima Nova"/>
                <a:sym typeface="Proxima Nova"/>
              </a:rPr>
              <a:t> - a</a:t>
            </a:r>
            <a:r>
              <a:rPr lang="en" sz="2000" baseline="-25000">
                <a:solidFill>
                  <a:schemeClr val="lt1"/>
                </a:solidFill>
                <a:latin typeface="Proxima Nova"/>
                <a:ea typeface="Proxima Nova"/>
                <a:cs typeface="Proxima Nova"/>
                <a:sym typeface="Proxima Nova"/>
              </a:rPr>
              <a:t>1</a:t>
            </a:r>
            <a:r>
              <a:rPr lang="en" sz="2000">
                <a:solidFill>
                  <a:schemeClr val="lt1"/>
                </a:solidFill>
                <a:latin typeface="Proxima Nova"/>
                <a:ea typeface="Proxima Nova"/>
                <a:cs typeface="Proxima Nova"/>
                <a:sym typeface="Proxima Nova"/>
              </a:rPr>
              <a:t>)(a</a:t>
            </a:r>
            <a:r>
              <a:rPr lang="en" sz="2000" baseline="-25000">
                <a:solidFill>
                  <a:schemeClr val="lt1"/>
                </a:solidFill>
                <a:latin typeface="Proxima Nova"/>
                <a:ea typeface="Proxima Nova"/>
                <a:cs typeface="Proxima Nova"/>
                <a:sym typeface="Proxima Nova"/>
              </a:rPr>
              <a:t>4</a:t>
            </a:r>
            <a:r>
              <a:rPr lang="en" sz="2000">
                <a:solidFill>
                  <a:schemeClr val="lt1"/>
                </a:solidFill>
                <a:latin typeface="Proxima Nova"/>
                <a:ea typeface="Proxima Nova"/>
                <a:cs typeface="Proxima Nova"/>
                <a:sym typeface="Proxima Nova"/>
              </a:rPr>
              <a:t> - a</a:t>
            </a:r>
            <a:r>
              <a:rPr lang="en" sz="2000" baseline="-25000">
                <a:solidFill>
                  <a:schemeClr val="lt1"/>
                </a:solidFill>
                <a:latin typeface="Proxima Nova"/>
                <a:ea typeface="Proxima Nova"/>
                <a:cs typeface="Proxima Nova"/>
                <a:sym typeface="Proxima Nova"/>
              </a:rPr>
              <a:t>3</a:t>
            </a:r>
            <a:r>
              <a:rPr lang="en" sz="2000">
                <a:solidFill>
                  <a:schemeClr val="lt1"/>
                </a:solidFill>
                <a:latin typeface="Proxima Nova"/>
                <a:ea typeface="Proxima Nova"/>
                <a:cs typeface="Proxima Nova"/>
                <a:sym typeface="Proxima Nova"/>
              </a:rPr>
              <a:t>).  </a:t>
            </a:r>
            <a:endParaRPr sz="2000">
              <a:solidFill>
                <a:schemeClr val="lt1"/>
              </a:solidFill>
              <a:latin typeface="Proxima Nova"/>
              <a:ea typeface="Proxima Nova"/>
              <a:cs typeface="Proxima Nova"/>
              <a:sym typeface="Proxima Nova"/>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Shape 860"/>
        <p:cNvGrpSpPr/>
        <p:nvPr/>
      </p:nvGrpSpPr>
      <p:grpSpPr>
        <a:xfrm>
          <a:off x="0" y="0"/>
          <a:ext cx="0" cy="0"/>
          <a:chOff x="0" y="0"/>
          <a:chExt cx="0" cy="0"/>
        </a:xfrm>
      </p:grpSpPr>
      <p:sp>
        <p:nvSpPr>
          <p:cNvPr id="861" name="Google Shape;861;p74"/>
          <p:cNvSpPr txBox="1"/>
          <p:nvPr/>
        </p:nvSpPr>
        <p:spPr>
          <a:xfrm>
            <a:off x="178650" y="545375"/>
            <a:ext cx="2294400" cy="4926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endParaRPr sz="2000" b="1">
              <a:solidFill>
                <a:schemeClr val="lt1"/>
              </a:solidFill>
              <a:latin typeface="Proxima Nova"/>
              <a:ea typeface="Proxima Nova"/>
              <a:cs typeface="Proxima Nova"/>
              <a:sym typeface="Proxima Nova"/>
            </a:endParaRPr>
          </a:p>
        </p:txBody>
      </p:sp>
      <p:sp>
        <p:nvSpPr>
          <p:cNvPr id="862" name="Google Shape;862;p74"/>
          <p:cNvSpPr/>
          <p:nvPr/>
        </p:nvSpPr>
        <p:spPr>
          <a:xfrm>
            <a:off x="1081" y="181027"/>
            <a:ext cx="739500" cy="508200"/>
          </a:xfrm>
          <a:prstGeom prst="parallelogram">
            <a:avLst>
              <a:gd name="adj" fmla="val 0"/>
            </a:avLst>
          </a:prstGeom>
          <a:gradFill>
            <a:gsLst>
              <a:gs pos="0">
                <a:srgbClr val="DCECD5"/>
              </a:gs>
              <a:gs pos="100000">
                <a:srgbClr val="93BC81"/>
              </a:gs>
            </a:gsLst>
            <a:path path="circle">
              <a:fillToRect l="50000" t="50000" r="50000" b="50000"/>
            </a:path>
            <a:tileRect/>
          </a:gradFill>
          <a:ln>
            <a:noFill/>
          </a:ln>
          <a:effectLst>
            <a:outerShdw blurRad="57150" dist="133350" dir="5400000" algn="bl" rotWithShape="0">
              <a:srgbClr val="000000">
                <a:alpha val="11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3" name="Google Shape;863;p74"/>
          <p:cNvSpPr/>
          <p:nvPr/>
        </p:nvSpPr>
        <p:spPr>
          <a:xfrm>
            <a:off x="872806" y="377846"/>
            <a:ext cx="7689300" cy="508200"/>
          </a:xfrm>
          <a:prstGeom prst="parallelogram">
            <a:avLst>
              <a:gd name="adj" fmla="val 25000"/>
            </a:avLst>
          </a:prstGeom>
          <a:gradFill>
            <a:gsLst>
              <a:gs pos="0">
                <a:srgbClr val="DCECD5"/>
              </a:gs>
              <a:gs pos="100000">
                <a:srgbClr val="93BC81"/>
              </a:gs>
            </a:gsLst>
            <a:path path="circle">
              <a:fillToRect l="50000" t="50000" r="50000" b="50000"/>
            </a:path>
            <a:tileRect/>
          </a:gradFill>
          <a:ln>
            <a:noFill/>
          </a:ln>
          <a:effectLst>
            <a:outerShdw blurRad="57150" dist="47625" dir="5400000" algn="bl" rotWithShape="0">
              <a:srgbClr val="000000">
                <a:alpha val="1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4" name="Google Shape;864;p74"/>
          <p:cNvSpPr txBox="1"/>
          <p:nvPr/>
        </p:nvSpPr>
        <p:spPr>
          <a:xfrm>
            <a:off x="1049256" y="479890"/>
            <a:ext cx="7068000" cy="427500"/>
          </a:xfrm>
          <a:prstGeom prst="rect">
            <a:avLst/>
          </a:prstGeom>
          <a:noFill/>
          <a:ln>
            <a:noFill/>
          </a:ln>
        </p:spPr>
        <p:txBody>
          <a:bodyPr spcFirstLastPara="1" wrap="square" lIns="91425" tIns="91425" rIns="91425" bIns="91425" anchor="ctr" anchorCtr="0">
            <a:noAutofit/>
          </a:bodyPr>
          <a:lstStyle/>
          <a:p>
            <a:pPr marL="0" lvl="0" indent="0" algn="just" rtl="0">
              <a:spcBef>
                <a:spcPts val="0"/>
              </a:spcBef>
              <a:spcAft>
                <a:spcPts val="0"/>
              </a:spcAft>
              <a:buClr>
                <a:srgbClr val="000000"/>
              </a:buClr>
              <a:buSzPts val="1100"/>
              <a:buFont typeface="Arial"/>
              <a:buNone/>
            </a:pPr>
            <a:r>
              <a:rPr lang="en" sz="1900">
                <a:latin typeface="Bree Serif"/>
                <a:ea typeface="Bree Serif"/>
                <a:cs typeface="Bree Serif"/>
                <a:sym typeface="Bree Serif"/>
              </a:rPr>
              <a:t>Basic Forms of Pigeonhole Principle </a:t>
            </a:r>
            <a:endParaRPr sz="1900">
              <a:solidFill>
                <a:srgbClr val="000000"/>
              </a:solidFill>
              <a:latin typeface="Bree Serif"/>
              <a:ea typeface="Bree Serif"/>
              <a:cs typeface="Bree Serif"/>
              <a:sym typeface="Bree Serif"/>
            </a:endParaRPr>
          </a:p>
        </p:txBody>
      </p:sp>
      <p:sp>
        <p:nvSpPr>
          <p:cNvPr id="865" name="Google Shape;865;p74"/>
          <p:cNvSpPr/>
          <p:nvPr/>
        </p:nvSpPr>
        <p:spPr>
          <a:xfrm>
            <a:off x="535730" y="177746"/>
            <a:ext cx="513525" cy="714375"/>
          </a:xfrm>
          <a:custGeom>
            <a:avLst/>
            <a:gdLst/>
            <a:ahLst/>
            <a:cxnLst/>
            <a:rect l="l" t="t" r="r" b="b"/>
            <a:pathLst>
              <a:path w="20541" h="38100" extrusionOk="0">
                <a:moveTo>
                  <a:pt x="7951" y="0"/>
                </a:moveTo>
                <a:lnTo>
                  <a:pt x="20541" y="10933"/>
                </a:lnTo>
                <a:lnTo>
                  <a:pt x="13915" y="38100"/>
                </a:lnTo>
                <a:lnTo>
                  <a:pt x="0" y="27167"/>
                </a:lnTo>
                <a:close/>
              </a:path>
            </a:pathLst>
          </a:custGeom>
          <a:gradFill>
            <a:gsLst>
              <a:gs pos="0">
                <a:srgbClr val="D8A712"/>
              </a:gs>
              <a:gs pos="100000">
                <a:srgbClr val="F8E4AA"/>
              </a:gs>
            </a:gsLst>
            <a:lin ang="5400012" scaled="0"/>
          </a:gradFill>
          <a:ln>
            <a:noFill/>
          </a:ln>
          <a:effectLst>
            <a:outerShdw blurRad="57150" dist="66675" dir="6300000" algn="bl" rotWithShape="0">
              <a:srgbClr val="000000">
                <a:alpha val="10000"/>
              </a:srgbClr>
            </a:outerShdw>
          </a:effectLst>
        </p:spPr>
      </p:sp>
      <p:sp>
        <p:nvSpPr>
          <p:cNvPr id="866" name="Google Shape;866;p74"/>
          <p:cNvSpPr/>
          <p:nvPr/>
        </p:nvSpPr>
        <p:spPr>
          <a:xfrm>
            <a:off x="-47475" y="1178125"/>
            <a:ext cx="3132000" cy="508200"/>
          </a:xfrm>
          <a:prstGeom prst="rect">
            <a:avLst/>
          </a:prstGeom>
          <a:solidFill>
            <a:srgbClr val="FED834"/>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r>
              <a:rPr lang="en" sz="3000" b="1"/>
              <a:t>Principle II</a:t>
            </a:r>
            <a:endParaRPr sz="3000" b="1"/>
          </a:p>
        </p:txBody>
      </p:sp>
      <p:sp>
        <p:nvSpPr>
          <p:cNvPr id="867" name="Google Shape;867;p74"/>
          <p:cNvSpPr txBox="1"/>
          <p:nvPr/>
        </p:nvSpPr>
        <p:spPr>
          <a:xfrm>
            <a:off x="190500" y="1790175"/>
            <a:ext cx="6633900" cy="2215500"/>
          </a:xfrm>
          <a:prstGeom prst="rect">
            <a:avLst/>
          </a:prstGeom>
          <a:noFill/>
          <a:ln>
            <a:noFill/>
          </a:ln>
        </p:spPr>
        <p:txBody>
          <a:bodyPr spcFirstLastPara="1" wrap="square" lIns="91425" tIns="91425" rIns="91425" bIns="91425" anchor="t" anchorCtr="0">
            <a:noAutofit/>
          </a:bodyPr>
          <a:lstStyle/>
          <a:p>
            <a:pPr marL="0" lvl="0" indent="0" algn="l" rtl="0">
              <a:lnSpc>
                <a:spcPct val="120000"/>
              </a:lnSpc>
              <a:spcBef>
                <a:spcPts val="0"/>
              </a:spcBef>
              <a:spcAft>
                <a:spcPts val="0"/>
              </a:spcAft>
              <a:buNone/>
            </a:pPr>
            <a:r>
              <a:rPr lang="en" sz="2000">
                <a:solidFill>
                  <a:schemeClr val="lt1"/>
                </a:solidFill>
                <a:latin typeface="Bree Serif"/>
                <a:ea typeface="Bree Serif"/>
                <a:cs typeface="Bree Serif"/>
                <a:sym typeface="Bree Serif"/>
              </a:rPr>
              <a:t>Let k and n be any two positive integers. If at least </a:t>
            </a:r>
            <a:r>
              <a:rPr lang="en" sz="2000">
                <a:solidFill>
                  <a:srgbClr val="FFFF00"/>
                </a:solidFill>
                <a:latin typeface="Bree Serif"/>
                <a:ea typeface="Bree Serif"/>
                <a:cs typeface="Bree Serif"/>
                <a:sym typeface="Bree Serif"/>
              </a:rPr>
              <a:t>kn + 1</a:t>
            </a:r>
            <a:r>
              <a:rPr lang="en" sz="2000">
                <a:solidFill>
                  <a:schemeClr val="lt1"/>
                </a:solidFill>
                <a:latin typeface="Bree Serif"/>
                <a:ea typeface="Bree Serif"/>
                <a:cs typeface="Bree Serif"/>
                <a:sym typeface="Bree Serif"/>
              </a:rPr>
              <a:t> objects are distributed among </a:t>
            </a:r>
            <a:r>
              <a:rPr lang="en" sz="2000">
                <a:solidFill>
                  <a:srgbClr val="FFFF00"/>
                </a:solidFill>
                <a:latin typeface="Bree Serif"/>
                <a:ea typeface="Bree Serif"/>
                <a:cs typeface="Bree Serif"/>
                <a:sym typeface="Bree Serif"/>
              </a:rPr>
              <a:t>n boxes</a:t>
            </a:r>
            <a:r>
              <a:rPr lang="en" sz="2000">
                <a:solidFill>
                  <a:schemeClr val="lt1"/>
                </a:solidFill>
                <a:latin typeface="Bree Serif"/>
                <a:ea typeface="Bree Serif"/>
                <a:cs typeface="Bree Serif"/>
                <a:sym typeface="Bree Serif"/>
              </a:rPr>
              <a:t>, then one of the boxes must contain at least </a:t>
            </a:r>
            <a:r>
              <a:rPr lang="en" sz="2000">
                <a:solidFill>
                  <a:srgbClr val="FFFF00"/>
                </a:solidFill>
                <a:latin typeface="Bree Serif"/>
                <a:ea typeface="Bree Serif"/>
                <a:cs typeface="Bree Serif"/>
                <a:sym typeface="Bree Serif"/>
              </a:rPr>
              <a:t>k + 1 objects</a:t>
            </a:r>
            <a:r>
              <a:rPr lang="en" sz="2000">
                <a:solidFill>
                  <a:schemeClr val="lt1"/>
                </a:solidFill>
                <a:latin typeface="Bree Serif"/>
                <a:ea typeface="Bree Serif"/>
                <a:cs typeface="Bree Serif"/>
                <a:sym typeface="Bree Serif"/>
              </a:rPr>
              <a:t>.</a:t>
            </a:r>
            <a:endParaRPr sz="2000">
              <a:solidFill>
                <a:schemeClr val="lt1"/>
              </a:solidFill>
              <a:latin typeface="Bree Serif"/>
              <a:ea typeface="Bree Serif"/>
              <a:cs typeface="Bree Serif"/>
              <a:sym typeface="Bree Serif"/>
            </a:endParaRPr>
          </a:p>
          <a:p>
            <a:pPr marL="0" lvl="0" indent="0" algn="l" rtl="0">
              <a:lnSpc>
                <a:spcPct val="120000"/>
              </a:lnSpc>
              <a:spcBef>
                <a:spcPts val="0"/>
              </a:spcBef>
              <a:spcAft>
                <a:spcPts val="0"/>
              </a:spcAft>
              <a:buNone/>
            </a:pPr>
            <a:r>
              <a:rPr lang="en" sz="2000">
                <a:solidFill>
                  <a:schemeClr val="lt1"/>
                </a:solidFill>
                <a:latin typeface="Bree Serif"/>
                <a:ea typeface="Bree Serif"/>
                <a:cs typeface="Bree Serif"/>
                <a:sym typeface="Bree Serif"/>
              </a:rPr>
              <a:t>In particular, if at least </a:t>
            </a:r>
            <a:r>
              <a:rPr lang="en" sz="2000">
                <a:solidFill>
                  <a:srgbClr val="CBFF90"/>
                </a:solidFill>
                <a:latin typeface="Bree Serif"/>
                <a:ea typeface="Bree Serif"/>
                <a:cs typeface="Bree Serif"/>
                <a:sym typeface="Bree Serif"/>
              </a:rPr>
              <a:t>n + 1</a:t>
            </a:r>
            <a:r>
              <a:rPr lang="en" sz="2000">
                <a:solidFill>
                  <a:schemeClr val="lt1"/>
                </a:solidFill>
                <a:latin typeface="Bree Serif"/>
                <a:ea typeface="Bree Serif"/>
                <a:cs typeface="Bree Serif"/>
                <a:sym typeface="Bree Serif"/>
              </a:rPr>
              <a:t> objects are to be put into </a:t>
            </a:r>
            <a:r>
              <a:rPr lang="en" sz="2000">
                <a:solidFill>
                  <a:srgbClr val="CBFF90"/>
                </a:solidFill>
                <a:latin typeface="Bree Serif"/>
                <a:ea typeface="Bree Serif"/>
                <a:cs typeface="Bree Serif"/>
                <a:sym typeface="Bree Serif"/>
              </a:rPr>
              <a:t>n boxes</a:t>
            </a:r>
            <a:r>
              <a:rPr lang="en" sz="2000">
                <a:solidFill>
                  <a:schemeClr val="lt1"/>
                </a:solidFill>
                <a:latin typeface="Bree Serif"/>
                <a:ea typeface="Bree Serif"/>
                <a:cs typeface="Bree Serif"/>
                <a:sym typeface="Bree Serif"/>
              </a:rPr>
              <a:t>, then one of the boxes must contain at least two objects.</a:t>
            </a:r>
            <a:endParaRPr sz="2000" b="1">
              <a:solidFill>
                <a:schemeClr val="lt1"/>
              </a:solidFill>
              <a:latin typeface="Bree Serif"/>
              <a:ea typeface="Bree Serif"/>
              <a:cs typeface="Bree Serif"/>
              <a:sym typeface="Bree Serif"/>
            </a:endParaRPr>
          </a:p>
        </p:txBody>
      </p:sp>
      <mc:AlternateContent xmlns:mc="http://schemas.openxmlformats.org/markup-compatibility/2006">
        <mc:Choice xmlns:p14="http://schemas.microsoft.com/office/powerpoint/2010/main" Requires="p14">
          <p:contentPart p14:bwMode="auto" r:id="rId3">
            <p14:nvContentPartPr>
              <p14:cNvPr id="2" name="Ink 1">
                <a:extLst>
                  <a:ext uri="{FF2B5EF4-FFF2-40B4-BE49-F238E27FC236}">
                    <a16:creationId xmlns:a16="http://schemas.microsoft.com/office/drawing/2014/main" id="{35CE07BE-270D-4BE4-A4D5-7C7D11928145}"/>
                  </a:ext>
                </a:extLst>
              </p14:cNvPr>
              <p14:cNvContentPartPr/>
              <p14:nvPr/>
            </p14:nvContentPartPr>
            <p14:xfrm>
              <a:off x="1101240" y="76680"/>
              <a:ext cx="7403040" cy="5053680"/>
            </p14:xfrm>
          </p:contentPart>
        </mc:Choice>
        <mc:Fallback>
          <p:pic>
            <p:nvPicPr>
              <p:cNvPr id="2" name="Ink 1">
                <a:extLst>
                  <a:ext uri="{FF2B5EF4-FFF2-40B4-BE49-F238E27FC236}">
                    <a16:creationId xmlns:a16="http://schemas.microsoft.com/office/drawing/2014/main" id="{35CE07BE-270D-4BE4-A4D5-7C7D11928145}"/>
                  </a:ext>
                </a:extLst>
              </p:cNvPr>
              <p:cNvPicPr/>
              <p:nvPr/>
            </p:nvPicPr>
            <p:blipFill>
              <a:blip r:embed="rId4"/>
              <a:stretch>
                <a:fillRect/>
              </a:stretch>
            </p:blipFill>
            <p:spPr>
              <a:xfrm>
                <a:off x="1091880" y="67320"/>
                <a:ext cx="7421760" cy="5072400"/>
              </a:xfrm>
              <a:prstGeom prst="rect">
                <a:avLst/>
              </a:prstGeom>
            </p:spPr>
          </p:pic>
        </mc:Fallback>
      </mc:AlternateContent>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Shape 871"/>
        <p:cNvGrpSpPr/>
        <p:nvPr/>
      </p:nvGrpSpPr>
      <p:grpSpPr>
        <a:xfrm>
          <a:off x="0" y="0"/>
          <a:ext cx="0" cy="0"/>
          <a:chOff x="0" y="0"/>
          <a:chExt cx="0" cy="0"/>
        </a:xfrm>
      </p:grpSpPr>
      <p:sp>
        <p:nvSpPr>
          <p:cNvPr id="872" name="Google Shape;872;p75"/>
          <p:cNvSpPr/>
          <p:nvPr/>
        </p:nvSpPr>
        <p:spPr>
          <a:xfrm>
            <a:off x="15600" y="564025"/>
            <a:ext cx="6659100" cy="1241400"/>
          </a:xfrm>
          <a:prstGeom prst="snip2DiagRect">
            <a:avLst>
              <a:gd name="adj1" fmla="val 0"/>
              <a:gd name="adj2" fmla="val 16667"/>
            </a:avLst>
          </a:prstGeom>
          <a:gradFill>
            <a:gsLst>
              <a:gs pos="0">
                <a:srgbClr val="DCECD5"/>
              </a:gs>
              <a:gs pos="100000">
                <a:srgbClr val="93BC81"/>
              </a:gs>
            </a:gsLst>
            <a:path path="circle">
              <a:fillToRect l="50000" t="50000" r="50000" b="50000"/>
            </a:path>
            <a:tileRect/>
          </a:gradFill>
          <a:ln w="9525" cap="flat" cmpd="sng">
            <a:solidFill>
              <a:srgbClr val="FFFFFF"/>
            </a:solidFill>
            <a:prstDash val="solid"/>
            <a:round/>
            <a:headEnd type="none" w="sm" len="sm"/>
            <a:tailEnd type="none" w="sm" len="sm"/>
          </a:ln>
        </p:spPr>
        <p:txBody>
          <a:bodyPr spcFirstLastPara="1" wrap="square" lIns="91425" tIns="91425" rIns="91425" bIns="91425" anchor="ctr" anchorCtr="0">
            <a:noAutofit/>
          </a:bodyPr>
          <a:lstStyle/>
          <a:p>
            <a:pPr marL="0" lvl="0" indent="0" algn="just" rtl="0">
              <a:lnSpc>
                <a:spcPct val="115000"/>
              </a:lnSpc>
              <a:spcBef>
                <a:spcPts val="0"/>
              </a:spcBef>
              <a:spcAft>
                <a:spcPts val="0"/>
              </a:spcAft>
              <a:buClr>
                <a:schemeClr val="dk1"/>
              </a:buClr>
              <a:buSzPts val="1100"/>
              <a:buFont typeface="Arial"/>
              <a:buNone/>
            </a:pPr>
            <a:endParaRPr sz="2000" b="1">
              <a:solidFill>
                <a:schemeClr val="dk1"/>
              </a:solidFill>
              <a:latin typeface="Bree Serif"/>
              <a:ea typeface="Bree Serif"/>
              <a:cs typeface="Bree Serif"/>
              <a:sym typeface="Bree Serif"/>
            </a:endParaRPr>
          </a:p>
          <a:p>
            <a:pPr marL="0" lvl="0" indent="0" algn="just" rtl="0">
              <a:lnSpc>
                <a:spcPct val="115000"/>
              </a:lnSpc>
              <a:spcBef>
                <a:spcPts val="0"/>
              </a:spcBef>
              <a:spcAft>
                <a:spcPts val="0"/>
              </a:spcAft>
              <a:buClr>
                <a:schemeClr val="dk1"/>
              </a:buClr>
              <a:buSzPts val="1100"/>
              <a:buFont typeface="Arial"/>
              <a:buNone/>
            </a:pPr>
            <a:r>
              <a:rPr lang="en" sz="2000" b="1">
                <a:solidFill>
                  <a:schemeClr val="dk1"/>
                </a:solidFill>
                <a:latin typeface="Bree Serif"/>
                <a:ea typeface="Bree Serif"/>
                <a:cs typeface="Bree Serif"/>
                <a:sym typeface="Bree Serif"/>
              </a:rPr>
              <a:t>Q. </a:t>
            </a:r>
            <a:r>
              <a:rPr lang="en" sz="1900">
                <a:solidFill>
                  <a:schemeClr val="dk1"/>
                </a:solidFill>
                <a:latin typeface="Bree Serif"/>
                <a:ea typeface="Bree Serif"/>
                <a:cs typeface="Bree Serif"/>
                <a:sym typeface="Bree Serif"/>
              </a:rPr>
              <a:t>Show that if 9 colours are used to paint 100 houses, then at least 12 houses will be of the same colour. </a:t>
            </a:r>
            <a:endParaRPr sz="1900">
              <a:solidFill>
                <a:schemeClr val="dk1"/>
              </a:solidFill>
              <a:latin typeface="Bree Serif"/>
              <a:ea typeface="Bree Serif"/>
              <a:cs typeface="Bree Serif"/>
              <a:sym typeface="Bree Serif"/>
            </a:endParaRPr>
          </a:p>
          <a:p>
            <a:pPr marL="0" lvl="0" indent="0" algn="just" rtl="0">
              <a:lnSpc>
                <a:spcPct val="115000"/>
              </a:lnSpc>
              <a:spcBef>
                <a:spcPts val="0"/>
              </a:spcBef>
              <a:spcAft>
                <a:spcPts val="0"/>
              </a:spcAft>
              <a:buClr>
                <a:schemeClr val="dk1"/>
              </a:buClr>
              <a:buSzPts val="1100"/>
              <a:buFont typeface="Arial"/>
              <a:buNone/>
            </a:pPr>
            <a:endParaRPr sz="2000" b="1">
              <a:solidFill>
                <a:schemeClr val="dk1"/>
              </a:solidFill>
              <a:latin typeface="Bree Serif"/>
              <a:ea typeface="Bree Serif"/>
              <a:cs typeface="Bree Serif"/>
              <a:sym typeface="Bree Serif"/>
            </a:endParaRPr>
          </a:p>
        </p:txBody>
      </p:sp>
      <mc:AlternateContent xmlns:mc="http://schemas.openxmlformats.org/markup-compatibility/2006">
        <mc:Choice xmlns:p14="http://schemas.microsoft.com/office/powerpoint/2010/main" Requires="p14">
          <p:contentPart p14:bwMode="auto" r:id="rId3">
            <p14:nvContentPartPr>
              <p14:cNvPr id="2" name="Ink 1">
                <a:extLst>
                  <a:ext uri="{FF2B5EF4-FFF2-40B4-BE49-F238E27FC236}">
                    <a16:creationId xmlns:a16="http://schemas.microsoft.com/office/drawing/2014/main" id="{3ABB1A7F-7050-4C84-BEB8-71E61ECCA2DE}"/>
                  </a:ext>
                </a:extLst>
              </p14:cNvPr>
              <p14:cNvContentPartPr/>
              <p14:nvPr/>
            </p14:nvContentPartPr>
            <p14:xfrm>
              <a:off x="1318680" y="111960"/>
              <a:ext cx="7047000" cy="4696920"/>
            </p14:xfrm>
          </p:contentPart>
        </mc:Choice>
        <mc:Fallback>
          <p:pic>
            <p:nvPicPr>
              <p:cNvPr id="2" name="Ink 1">
                <a:extLst>
                  <a:ext uri="{FF2B5EF4-FFF2-40B4-BE49-F238E27FC236}">
                    <a16:creationId xmlns:a16="http://schemas.microsoft.com/office/drawing/2014/main" id="{3ABB1A7F-7050-4C84-BEB8-71E61ECCA2DE}"/>
                  </a:ext>
                </a:extLst>
              </p:cNvPr>
              <p:cNvPicPr/>
              <p:nvPr/>
            </p:nvPicPr>
            <p:blipFill>
              <a:blip r:embed="rId4"/>
              <a:stretch>
                <a:fillRect/>
              </a:stretch>
            </p:blipFill>
            <p:spPr>
              <a:xfrm>
                <a:off x="1309320" y="102600"/>
                <a:ext cx="7065720" cy="4715640"/>
              </a:xfrm>
              <a:prstGeom prst="rect">
                <a:avLst/>
              </a:prstGeom>
            </p:spPr>
          </p:pic>
        </mc:Fallback>
      </mc:AlternateContent>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Shape 876"/>
        <p:cNvGrpSpPr/>
        <p:nvPr/>
      </p:nvGrpSpPr>
      <p:grpSpPr>
        <a:xfrm>
          <a:off x="0" y="0"/>
          <a:ext cx="0" cy="0"/>
          <a:chOff x="0" y="0"/>
          <a:chExt cx="0" cy="0"/>
        </a:xfrm>
      </p:grpSpPr>
      <p:sp>
        <p:nvSpPr>
          <p:cNvPr id="877" name="Google Shape;877;p76"/>
          <p:cNvSpPr txBox="1"/>
          <p:nvPr/>
        </p:nvSpPr>
        <p:spPr>
          <a:xfrm>
            <a:off x="66675" y="336725"/>
            <a:ext cx="1230300" cy="492300"/>
          </a:xfrm>
          <a:prstGeom prst="rect">
            <a:avLst/>
          </a:prstGeom>
          <a:noFill/>
          <a:ln>
            <a:noFill/>
          </a:ln>
        </p:spPr>
        <p:txBody>
          <a:bodyPr spcFirstLastPara="1" wrap="square" lIns="91425" tIns="91425" rIns="91425" bIns="91425" anchor="t" anchorCtr="0">
            <a:noAutofit/>
          </a:bodyPr>
          <a:lstStyle/>
          <a:p>
            <a:pPr marL="0" lvl="0" indent="0" algn="just" rtl="0">
              <a:lnSpc>
                <a:spcPct val="107916"/>
              </a:lnSpc>
              <a:spcBef>
                <a:spcPts val="0"/>
              </a:spcBef>
              <a:spcAft>
                <a:spcPts val="800"/>
              </a:spcAft>
              <a:buNone/>
            </a:pPr>
            <a:r>
              <a:rPr lang="en" sz="1800" b="1" u="sng">
                <a:solidFill>
                  <a:srgbClr val="FF9900"/>
                </a:solidFill>
                <a:latin typeface="Proxima Nova"/>
                <a:ea typeface="Proxima Nova"/>
                <a:cs typeface="Proxima Nova"/>
                <a:sym typeface="Proxima Nova"/>
              </a:rPr>
              <a:t>Solution:</a:t>
            </a:r>
            <a:endParaRPr sz="1800" b="1" u="sng">
              <a:solidFill>
                <a:srgbClr val="FF9900"/>
              </a:solidFill>
              <a:latin typeface="Proxima Nova"/>
              <a:ea typeface="Proxima Nova"/>
              <a:cs typeface="Proxima Nova"/>
              <a:sym typeface="Proxima Nova"/>
            </a:endParaRPr>
          </a:p>
        </p:txBody>
      </p:sp>
      <p:sp>
        <p:nvSpPr>
          <p:cNvPr id="878" name="Google Shape;878;p76"/>
          <p:cNvSpPr txBox="1"/>
          <p:nvPr/>
        </p:nvSpPr>
        <p:spPr>
          <a:xfrm>
            <a:off x="188950" y="797775"/>
            <a:ext cx="7032900" cy="1908600"/>
          </a:xfrm>
          <a:prstGeom prst="rect">
            <a:avLst/>
          </a:prstGeom>
          <a:noFill/>
          <a:ln>
            <a:noFill/>
          </a:ln>
        </p:spPr>
        <p:txBody>
          <a:bodyPr spcFirstLastPara="1" wrap="square" lIns="91425" tIns="91425" rIns="91425" bIns="91425" anchor="t" anchorCtr="0">
            <a:spAutoFit/>
          </a:bodyPr>
          <a:lstStyle/>
          <a:p>
            <a:pPr marL="0" lvl="0" indent="0" algn="l" rtl="0">
              <a:lnSpc>
                <a:spcPct val="115000"/>
              </a:lnSpc>
              <a:spcBef>
                <a:spcPts val="0"/>
              </a:spcBef>
              <a:spcAft>
                <a:spcPts val="0"/>
              </a:spcAft>
              <a:buNone/>
            </a:pPr>
            <a:r>
              <a:rPr lang="en" sz="2000">
                <a:solidFill>
                  <a:schemeClr val="lt1"/>
                </a:solidFill>
                <a:latin typeface="Proxima Nova"/>
                <a:ea typeface="Proxima Nova"/>
                <a:cs typeface="Proxima Nova"/>
                <a:sym typeface="Proxima Nova"/>
              </a:rPr>
              <a:t>We have 9 colours (pigeonholes) and 100 houses (pigeons). By the generalized pigeonhole principle, there is at least one colour that will be used to paint at least                         houses.</a:t>
            </a:r>
            <a:endParaRPr sz="2000">
              <a:solidFill>
                <a:schemeClr val="lt1"/>
              </a:solidFill>
              <a:latin typeface="Proxima Nova"/>
              <a:ea typeface="Proxima Nova"/>
              <a:cs typeface="Proxima Nova"/>
              <a:sym typeface="Proxima Nova"/>
            </a:endParaRPr>
          </a:p>
          <a:p>
            <a:pPr marL="0" lvl="0" indent="0" algn="l" rtl="0">
              <a:lnSpc>
                <a:spcPct val="115000"/>
              </a:lnSpc>
              <a:spcBef>
                <a:spcPts val="0"/>
              </a:spcBef>
              <a:spcAft>
                <a:spcPts val="0"/>
              </a:spcAft>
              <a:buNone/>
            </a:pPr>
            <a:endParaRPr sz="2000">
              <a:solidFill>
                <a:schemeClr val="lt1"/>
              </a:solidFill>
              <a:latin typeface="Proxima Nova"/>
              <a:ea typeface="Proxima Nova"/>
              <a:cs typeface="Proxima Nova"/>
              <a:sym typeface="Proxima Nova"/>
            </a:endParaRPr>
          </a:p>
          <a:p>
            <a:pPr marL="0" lvl="0" indent="0" algn="l" rtl="0">
              <a:lnSpc>
                <a:spcPct val="115000"/>
              </a:lnSpc>
              <a:spcBef>
                <a:spcPts val="0"/>
              </a:spcBef>
              <a:spcAft>
                <a:spcPts val="0"/>
              </a:spcAft>
              <a:buNone/>
            </a:pPr>
            <a:r>
              <a:rPr lang="en" sz="2000">
                <a:solidFill>
                  <a:schemeClr val="lt1"/>
                </a:solidFill>
                <a:latin typeface="Proxima Nova"/>
                <a:ea typeface="Proxima Nova"/>
                <a:cs typeface="Proxima Nova"/>
                <a:sym typeface="Proxima Nova"/>
              </a:rPr>
              <a:t>So there is at least 12 houses painted with the same colour. </a:t>
            </a:r>
            <a:endParaRPr sz="2000">
              <a:solidFill>
                <a:schemeClr val="lt1"/>
              </a:solidFill>
              <a:latin typeface="Proxima Nova"/>
              <a:ea typeface="Proxima Nova"/>
              <a:cs typeface="Proxima Nova"/>
              <a:sym typeface="Proxima Nova"/>
            </a:endParaRPr>
          </a:p>
        </p:txBody>
      </p:sp>
      <p:pic>
        <p:nvPicPr>
          <p:cNvPr id="879" name="Google Shape;879;p76" descr="% MathType!MTEF!2!1!+-&#10;% feaagKart1ev2aaatCvAUfeBSjuyZL2yd9gzLbvyNv2CaerbuLwBLn&#10;% hiov2DGi1BTfMBaeXatLxBI9gBaerbd9wDYLwzYbItLDharqqtubsr&#10;% 4rNCHbGeaGqiVCI8-feu0dXdh9vqqj-hEeeu0xXdbba9frFj0-OqFf&#10;% ea0dXdd9vqaq-JfrVkFHe9pgea0dXdar-Jb9hs0dXdbPYxe9vr0-vr&#10;% 0-vqpWqaaeaabaGaaiaacaqaaeaadaqaaqaaaOqaamaahmaabaWaaS&#10;% aaaeaacaaIXaGaaGimaiaaicdaaeaacaaI5aaaaaGaayP74laawMp+&#10;% aiabg2da9iaaigdacaaIYaaaaa!40D6!&#10;\left\lceil {\frac{{100}}{9}} \right\rceil  = 12\" title="MathEquation,#ffffff"/>
          <p:cNvPicPr preferRelativeResize="0"/>
          <p:nvPr/>
        </p:nvPicPr>
        <p:blipFill>
          <a:blip r:embed="rId3">
            <a:alphaModFix/>
          </a:blip>
          <a:stretch>
            <a:fillRect/>
          </a:stretch>
        </p:blipFill>
        <p:spPr>
          <a:xfrm>
            <a:off x="4634812" y="1535059"/>
            <a:ext cx="1614082" cy="492300"/>
          </a:xfrm>
          <a:prstGeom prst="rect">
            <a:avLst/>
          </a:prstGeom>
          <a:noFill/>
          <a:ln>
            <a:noFill/>
          </a:ln>
        </p:spPr>
      </p:pic>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Shape 883"/>
        <p:cNvGrpSpPr/>
        <p:nvPr/>
      </p:nvGrpSpPr>
      <p:grpSpPr>
        <a:xfrm>
          <a:off x="0" y="0"/>
          <a:ext cx="0" cy="0"/>
          <a:chOff x="0" y="0"/>
          <a:chExt cx="0" cy="0"/>
        </a:xfrm>
      </p:grpSpPr>
      <p:sp>
        <p:nvSpPr>
          <p:cNvPr id="884" name="Google Shape;884;p77"/>
          <p:cNvSpPr/>
          <p:nvPr/>
        </p:nvSpPr>
        <p:spPr>
          <a:xfrm>
            <a:off x="15600" y="564025"/>
            <a:ext cx="6659100" cy="1241400"/>
          </a:xfrm>
          <a:prstGeom prst="snip2DiagRect">
            <a:avLst>
              <a:gd name="adj1" fmla="val 0"/>
              <a:gd name="adj2" fmla="val 16667"/>
            </a:avLst>
          </a:prstGeom>
          <a:gradFill>
            <a:gsLst>
              <a:gs pos="0">
                <a:srgbClr val="DCECD5"/>
              </a:gs>
              <a:gs pos="100000">
                <a:srgbClr val="93BC81"/>
              </a:gs>
            </a:gsLst>
            <a:path path="circle">
              <a:fillToRect l="50000" t="50000" r="50000" b="50000"/>
            </a:path>
            <a:tileRect/>
          </a:gradFill>
          <a:ln w="9525" cap="flat" cmpd="sng">
            <a:solidFill>
              <a:srgbClr val="FFFFFF"/>
            </a:solidFill>
            <a:prstDash val="solid"/>
            <a:round/>
            <a:headEnd type="none" w="sm" len="sm"/>
            <a:tailEnd type="none" w="sm" len="sm"/>
          </a:ln>
        </p:spPr>
        <p:txBody>
          <a:bodyPr spcFirstLastPara="1" wrap="square" lIns="91425" tIns="91425" rIns="91425" bIns="91425" anchor="ctr" anchorCtr="0">
            <a:noAutofit/>
          </a:bodyPr>
          <a:lstStyle/>
          <a:p>
            <a:pPr marL="0" lvl="0" indent="0" algn="just" rtl="0">
              <a:lnSpc>
                <a:spcPct val="115000"/>
              </a:lnSpc>
              <a:spcBef>
                <a:spcPts val="0"/>
              </a:spcBef>
              <a:spcAft>
                <a:spcPts val="0"/>
              </a:spcAft>
              <a:buClr>
                <a:schemeClr val="dk1"/>
              </a:buClr>
              <a:buSzPts val="1100"/>
              <a:buFont typeface="Arial"/>
              <a:buNone/>
            </a:pPr>
            <a:endParaRPr sz="2000" b="1">
              <a:solidFill>
                <a:schemeClr val="dk1"/>
              </a:solidFill>
              <a:latin typeface="Bree Serif"/>
              <a:ea typeface="Bree Serif"/>
              <a:cs typeface="Bree Serif"/>
              <a:sym typeface="Bree Serif"/>
            </a:endParaRPr>
          </a:p>
          <a:p>
            <a:pPr marL="0" lvl="0" indent="0" algn="just" rtl="0">
              <a:lnSpc>
                <a:spcPct val="115000"/>
              </a:lnSpc>
              <a:spcBef>
                <a:spcPts val="0"/>
              </a:spcBef>
              <a:spcAft>
                <a:spcPts val="0"/>
              </a:spcAft>
              <a:buClr>
                <a:schemeClr val="dk1"/>
              </a:buClr>
              <a:buSzPts val="1100"/>
              <a:buFont typeface="Arial"/>
              <a:buNone/>
            </a:pPr>
            <a:r>
              <a:rPr lang="en" sz="2000" b="1">
                <a:solidFill>
                  <a:schemeClr val="dk1"/>
                </a:solidFill>
                <a:latin typeface="Bree Serif"/>
                <a:ea typeface="Bree Serif"/>
                <a:cs typeface="Bree Serif"/>
                <a:sym typeface="Bree Serif"/>
              </a:rPr>
              <a:t>Q. </a:t>
            </a:r>
            <a:r>
              <a:rPr lang="en" sz="1900">
                <a:solidFill>
                  <a:schemeClr val="dk1"/>
                </a:solidFill>
                <a:latin typeface="Bree Serif"/>
                <a:ea typeface="Bree Serif"/>
                <a:cs typeface="Bree Serif"/>
                <a:sym typeface="Bree Serif"/>
              </a:rPr>
              <a:t>How many cards must be selected from a deck of 52 cards to make sure that at least 3 cards of the same suit are selected? </a:t>
            </a:r>
            <a:endParaRPr sz="1900">
              <a:solidFill>
                <a:schemeClr val="dk1"/>
              </a:solidFill>
              <a:latin typeface="Bree Serif"/>
              <a:ea typeface="Bree Serif"/>
              <a:cs typeface="Bree Serif"/>
              <a:sym typeface="Bree Serif"/>
            </a:endParaRPr>
          </a:p>
          <a:p>
            <a:pPr marL="0" lvl="0" indent="0" algn="just" rtl="0">
              <a:lnSpc>
                <a:spcPct val="115000"/>
              </a:lnSpc>
              <a:spcBef>
                <a:spcPts val="0"/>
              </a:spcBef>
              <a:spcAft>
                <a:spcPts val="0"/>
              </a:spcAft>
              <a:buClr>
                <a:schemeClr val="dk1"/>
              </a:buClr>
              <a:buSzPts val="1100"/>
              <a:buFont typeface="Arial"/>
              <a:buNone/>
            </a:pPr>
            <a:endParaRPr sz="2000" b="1">
              <a:solidFill>
                <a:schemeClr val="dk1"/>
              </a:solidFill>
              <a:latin typeface="Bree Serif"/>
              <a:ea typeface="Bree Serif"/>
              <a:cs typeface="Bree Serif"/>
              <a:sym typeface="Bree Serif"/>
            </a:endParaRPr>
          </a:p>
        </p:txBody>
      </p:sp>
      <mc:AlternateContent xmlns:mc="http://schemas.openxmlformats.org/markup-compatibility/2006">
        <mc:Choice xmlns:p14="http://schemas.microsoft.com/office/powerpoint/2010/main" Requires="p14">
          <p:contentPart p14:bwMode="auto" r:id="rId3">
            <p14:nvContentPartPr>
              <p14:cNvPr id="2" name="Ink 1">
                <a:extLst>
                  <a:ext uri="{FF2B5EF4-FFF2-40B4-BE49-F238E27FC236}">
                    <a16:creationId xmlns:a16="http://schemas.microsoft.com/office/drawing/2014/main" id="{CFC4683A-954F-4E22-A7C0-89DE44EE59C4}"/>
                  </a:ext>
                </a:extLst>
              </p14:cNvPr>
              <p14:cNvContentPartPr/>
              <p14:nvPr/>
            </p14:nvContentPartPr>
            <p14:xfrm>
              <a:off x="299880" y="58320"/>
              <a:ext cx="8659440" cy="4788000"/>
            </p14:xfrm>
          </p:contentPart>
        </mc:Choice>
        <mc:Fallback>
          <p:pic>
            <p:nvPicPr>
              <p:cNvPr id="2" name="Ink 1">
                <a:extLst>
                  <a:ext uri="{FF2B5EF4-FFF2-40B4-BE49-F238E27FC236}">
                    <a16:creationId xmlns:a16="http://schemas.microsoft.com/office/drawing/2014/main" id="{CFC4683A-954F-4E22-A7C0-89DE44EE59C4}"/>
                  </a:ext>
                </a:extLst>
              </p:cNvPr>
              <p:cNvPicPr/>
              <p:nvPr/>
            </p:nvPicPr>
            <p:blipFill>
              <a:blip r:embed="rId4"/>
              <a:stretch>
                <a:fillRect/>
              </a:stretch>
            </p:blipFill>
            <p:spPr>
              <a:xfrm>
                <a:off x="290520" y="48960"/>
                <a:ext cx="8678160" cy="4806720"/>
              </a:xfrm>
              <a:prstGeom prst="rect">
                <a:avLst/>
              </a:prstGeom>
            </p:spPr>
          </p:pic>
        </mc:Fallback>
      </mc:AlternateContent>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Shape 888"/>
        <p:cNvGrpSpPr/>
        <p:nvPr/>
      </p:nvGrpSpPr>
      <p:grpSpPr>
        <a:xfrm>
          <a:off x="0" y="0"/>
          <a:ext cx="0" cy="0"/>
          <a:chOff x="0" y="0"/>
          <a:chExt cx="0" cy="0"/>
        </a:xfrm>
      </p:grpSpPr>
      <p:sp>
        <p:nvSpPr>
          <p:cNvPr id="889" name="Google Shape;889;p78"/>
          <p:cNvSpPr txBox="1"/>
          <p:nvPr/>
        </p:nvSpPr>
        <p:spPr>
          <a:xfrm>
            <a:off x="66675" y="336725"/>
            <a:ext cx="1230300" cy="492300"/>
          </a:xfrm>
          <a:prstGeom prst="rect">
            <a:avLst/>
          </a:prstGeom>
          <a:noFill/>
          <a:ln>
            <a:noFill/>
          </a:ln>
        </p:spPr>
        <p:txBody>
          <a:bodyPr spcFirstLastPara="1" wrap="square" lIns="91425" tIns="91425" rIns="91425" bIns="91425" anchor="t" anchorCtr="0">
            <a:noAutofit/>
          </a:bodyPr>
          <a:lstStyle/>
          <a:p>
            <a:pPr marL="0" lvl="0" indent="0" algn="just" rtl="0">
              <a:lnSpc>
                <a:spcPct val="107916"/>
              </a:lnSpc>
              <a:spcBef>
                <a:spcPts val="0"/>
              </a:spcBef>
              <a:spcAft>
                <a:spcPts val="800"/>
              </a:spcAft>
              <a:buNone/>
            </a:pPr>
            <a:r>
              <a:rPr lang="en" sz="1800" b="1" u="sng">
                <a:solidFill>
                  <a:srgbClr val="FF9900"/>
                </a:solidFill>
                <a:latin typeface="Proxima Nova"/>
                <a:ea typeface="Proxima Nova"/>
                <a:cs typeface="Proxima Nova"/>
                <a:sym typeface="Proxima Nova"/>
              </a:rPr>
              <a:t>Solution:</a:t>
            </a:r>
            <a:endParaRPr sz="1800" b="1" u="sng">
              <a:solidFill>
                <a:srgbClr val="FF9900"/>
              </a:solidFill>
              <a:latin typeface="Proxima Nova"/>
              <a:ea typeface="Proxima Nova"/>
              <a:cs typeface="Proxima Nova"/>
              <a:sym typeface="Proxima Nova"/>
            </a:endParaRPr>
          </a:p>
        </p:txBody>
      </p:sp>
      <p:sp>
        <p:nvSpPr>
          <p:cNvPr id="890" name="Google Shape;890;p78"/>
          <p:cNvSpPr txBox="1"/>
          <p:nvPr/>
        </p:nvSpPr>
        <p:spPr>
          <a:xfrm>
            <a:off x="94475" y="776775"/>
            <a:ext cx="6392700" cy="29553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2000">
                <a:solidFill>
                  <a:schemeClr val="lt1"/>
                </a:solidFill>
                <a:latin typeface="Proxima Nova"/>
                <a:ea typeface="Proxima Nova"/>
                <a:cs typeface="Proxima Nova"/>
                <a:sym typeface="Proxima Nova"/>
              </a:rPr>
              <a:t>We have 4 suits (pigeonholes) and if all of them does not appear with at least 3 card (pigeons), i.e. each suit has at most 2 cards, then the maximum number of cards that can possibly be drawn is (4). (2) = 8.</a:t>
            </a:r>
            <a:endParaRPr sz="2000">
              <a:solidFill>
                <a:schemeClr val="lt1"/>
              </a:solidFill>
              <a:latin typeface="Proxima Nova"/>
              <a:ea typeface="Proxima Nova"/>
              <a:cs typeface="Proxima Nova"/>
              <a:sym typeface="Proxima Nova"/>
            </a:endParaRPr>
          </a:p>
          <a:p>
            <a:pPr marL="0" lvl="0" indent="0" algn="l" rtl="0">
              <a:spcBef>
                <a:spcPts val="0"/>
              </a:spcBef>
              <a:spcAft>
                <a:spcPts val="0"/>
              </a:spcAft>
              <a:buNone/>
            </a:pPr>
            <a:r>
              <a:rPr lang="en" sz="2000">
                <a:solidFill>
                  <a:schemeClr val="lt1"/>
                </a:solidFill>
                <a:latin typeface="Proxima Nova"/>
                <a:ea typeface="Proxima Nova"/>
                <a:cs typeface="Proxima Nova"/>
                <a:sym typeface="Proxima Nova"/>
              </a:rPr>
              <a:t>So the number of cards that must be drawn to ensure at least 3 cards are of the same suit  is 8 + 1 = 9</a:t>
            </a:r>
            <a:endParaRPr sz="2000">
              <a:solidFill>
                <a:schemeClr val="lt1"/>
              </a:solidFill>
              <a:latin typeface="Proxima Nova"/>
              <a:ea typeface="Proxima Nova"/>
              <a:cs typeface="Proxima Nova"/>
              <a:sym typeface="Proxima Nova"/>
            </a:endParaRPr>
          </a:p>
          <a:p>
            <a:pPr marL="0" lvl="0" indent="0" algn="l" rtl="0">
              <a:spcBef>
                <a:spcPts val="0"/>
              </a:spcBef>
              <a:spcAft>
                <a:spcPts val="0"/>
              </a:spcAft>
              <a:buNone/>
            </a:pPr>
            <a:r>
              <a:rPr lang="en" sz="2000">
                <a:solidFill>
                  <a:schemeClr val="lt1"/>
                </a:solidFill>
                <a:latin typeface="Proxima Nova"/>
                <a:ea typeface="Proxima Nova"/>
                <a:cs typeface="Proxima Nova"/>
                <a:sym typeface="Proxima Nova"/>
              </a:rPr>
              <a:t>Alternatively, let there be n cards drawn, then according to the generalized pigeon principle, </a:t>
            </a:r>
            <a:endParaRPr sz="2000">
              <a:solidFill>
                <a:schemeClr val="lt1"/>
              </a:solidFill>
              <a:latin typeface="Proxima Nova"/>
              <a:ea typeface="Proxima Nova"/>
              <a:cs typeface="Proxima Nova"/>
              <a:sym typeface="Proxima Nova"/>
            </a:endParaRPr>
          </a:p>
          <a:p>
            <a:pPr marL="0" lvl="0" indent="0" algn="l" rtl="0">
              <a:spcBef>
                <a:spcPts val="0"/>
              </a:spcBef>
              <a:spcAft>
                <a:spcPts val="0"/>
              </a:spcAft>
              <a:buNone/>
            </a:pPr>
            <a:endParaRPr sz="2000">
              <a:solidFill>
                <a:schemeClr val="lt1"/>
              </a:solidFill>
              <a:latin typeface="Proxima Nova"/>
              <a:ea typeface="Proxima Nova"/>
              <a:cs typeface="Proxima Nova"/>
              <a:sym typeface="Proxima Nova"/>
            </a:endParaRPr>
          </a:p>
        </p:txBody>
      </p:sp>
      <p:sp>
        <p:nvSpPr>
          <p:cNvPr id="891" name="Google Shape;891;p78"/>
          <p:cNvSpPr txBox="1"/>
          <p:nvPr/>
        </p:nvSpPr>
        <p:spPr>
          <a:xfrm>
            <a:off x="62975" y="4587150"/>
            <a:ext cx="6182700" cy="4926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2000">
                <a:solidFill>
                  <a:schemeClr val="lt1"/>
                </a:solidFill>
                <a:latin typeface="Proxima Nova"/>
                <a:ea typeface="Proxima Nova"/>
                <a:cs typeface="Proxima Nova"/>
                <a:sym typeface="Proxima Nova"/>
              </a:rPr>
              <a:t>So at least 8 + 1 = 9 cards to be drawn.</a:t>
            </a:r>
            <a:endParaRPr sz="2000">
              <a:solidFill>
                <a:schemeClr val="lt1"/>
              </a:solidFill>
              <a:latin typeface="Proxima Nova"/>
              <a:ea typeface="Proxima Nova"/>
              <a:cs typeface="Proxima Nova"/>
              <a:sym typeface="Proxima Nova"/>
            </a:endParaRPr>
          </a:p>
        </p:txBody>
      </p:sp>
      <p:pic>
        <p:nvPicPr>
          <p:cNvPr id="892" name="Google Shape;892;p78" descr="% MathType!MTEF!2!1!+-&#10;% feaagKart1ev2aaatCvAUfeBSjuyZL2yd9gzLbvyNv2CaerbuLwBLn&#10;% hiov2DGi1BTfMBaeXatLxBI9gBaerbd9wDYLwzYbItLDharqqtubsr&#10;% 4rNCHbGeaGqiVCI8-feu0dXdh9vqqj-hEeeu0xXdbba9frFj0-OqFf&#10;% ea0dXdd9vqaq-JfrVkFHe9pgea0dXdar-Jb9hs0dXdbPYxe9vr0-vr&#10;% 0-vqpWqaaeaabaGaaiaacaqaaeaadaqaaqaaaOabaeqabaWaaCWaae&#10;% aadaWcaaqaaiaad6gaaeaacaaI0aaaaaGaayP74laawMp+aiabg2da&#10;% 9iaaiodaaeaacqGHshI3daWcaaqaaiaad6gaaeaacaaI0aaaaiabg6&#10;% da+iaaiodacqGHsislcaaIXaGaeyypa0JaaGOmaaqaaiabgkDiElaa&#10;% d6gacqGH+aGpcaaIXaGaaiikaiaaisdacaGGPaGaaiOlaiaacIcaca&#10;% aIYaGaaiykaiabg2da9iaaiIdacaGGUaaaaaa!549B!&#10;\begin{array}{l}&#10;\left\lceil {\frac{n}{4}} \right\rceil  = 3\\&#10; \Rightarrow \frac{n}{4} &gt; 3 - 1 = 2\\&#10; \Rightarrow n &gt; 1(4).(2) = 8.&#10;\end{array}\" title="MathEquation,#ffffff"/>
          <p:cNvPicPr preferRelativeResize="0"/>
          <p:nvPr/>
        </p:nvPicPr>
        <p:blipFill>
          <a:blip r:embed="rId3">
            <a:alphaModFix/>
          </a:blip>
          <a:stretch>
            <a:fillRect/>
          </a:stretch>
        </p:blipFill>
        <p:spPr>
          <a:xfrm>
            <a:off x="160650" y="3320225"/>
            <a:ext cx="2667226" cy="1266925"/>
          </a:xfrm>
          <a:prstGeom prst="rect">
            <a:avLst/>
          </a:prstGeom>
          <a:noFill/>
          <a:ln>
            <a:noFill/>
          </a:ln>
        </p:spPr>
      </p:pic>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Shape 896"/>
        <p:cNvGrpSpPr/>
        <p:nvPr/>
      </p:nvGrpSpPr>
      <p:grpSpPr>
        <a:xfrm>
          <a:off x="0" y="0"/>
          <a:ext cx="0" cy="0"/>
          <a:chOff x="0" y="0"/>
          <a:chExt cx="0" cy="0"/>
        </a:xfrm>
      </p:grpSpPr>
      <p:sp>
        <p:nvSpPr>
          <p:cNvPr id="897" name="Google Shape;897;p79"/>
          <p:cNvSpPr/>
          <p:nvPr/>
        </p:nvSpPr>
        <p:spPr>
          <a:xfrm>
            <a:off x="15600" y="564025"/>
            <a:ext cx="6659100" cy="2163000"/>
          </a:xfrm>
          <a:prstGeom prst="snip2DiagRect">
            <a:avLst>
              <a:gd name="adj1" fmla="val 0"/>
              <a:gd name="adj2" fmla="val 16667"/>
            </a:avLst>
          </a:prstGeom>
          <a:gradFill>
            <a:gsLst>
              <a:gs pos="0">
                <a:srgbClr val="DCECD5"/>
              </a:gs>
              <a:gs pos="100000">
                <a:srgbClr val="93BC81"/>
              </a:gs>
            </a:gsLst>
            <a:path path="circle">
              <a:fillToRect l="50000" t="50000" r="50000" b="50000"/>
            </a:path>
            <a:tileRect/>
          </a:gradFill>
          <a:ln w="9525" cap="flat" cmpd="sng">
            <a:solidFill>
              <a:srgbClr val="FFFFFF"/>
            </a:solidFill>
            <a:prstDash val="solid"/>
            <a:round/>
            <a:headEnd type="none" w="sm" len="sm"/>
            <a:tailEnd type="none" w="sm" len="sm"/>
          </a:ln>
        </p:spPr>
        <p:txBody>
          <a:bodyPr spcFirstLastPara="1" wrap="square" lIns="91425" tIns="91425" rIns="91425" bIns="91425" anchor="ctr" anchorCtr="0">
            <a:noAutofit/>
          </a:bodyPr>
          <a:lstStyle/>
          <a:p>
            <a:pPr marL="0" lvl="0" indent="0" algn="just" rtl="0">
              <a:lnSpc>
                <a:spcPct val="150000"/>
              </a:lnSpc>
              <a:spcBef>
                <a:spcPts val="0"/>
              </a:spcBef>
              <a:spcAft>
                <a:spcPts val="0"/>
              </a:spcAft>
              <a:buClr>
                <a:schemeClr val="dk1"/>
              </a:buClr>
              <a:buSzPts val="1100"/>
              <a:buFont typeface="Arial"/>
              <a:buNone/>
            </a:pPr>
            <a:endParaRPr sz="2000" b="1">
              <a:solidFill>
                <a:schemeClr val="dk1"/>
              </a:solidFill>
              <a:latin typeface="Bree Serif"/>
              <a:ea typeface="Bree Serif"/>
              <a:cs typeface="Bree Serif"/>
              <a:sym typeface="Bree Serif"/>
            </a:endParaRPr>
          </a:p>
          <a:p>
            <a:pPr marL="0" lvl="0" indent="0" algn="just" rtl="0">
              <a:lnSpc>
                <a:spcPct val="115000"/>
              </a:lnSpc>
              <a:spcBef>
                <a:spcPts val="0"/>
              </a:spcBef>
              <a:spcAft>
                <a:spcPts val="0"/>
              </a:spcAft>
              <a:buClr>
                <a:schemeClr val="dk1"/>
              </a:buClr>
              <a:buSzPts val="1100"/>
              <a:buFont typeface="Arial"/>
              <a:buNone/>
            </a:pPr>
            <a:endParaRPr sz="2000" b="1">
              <a:solidFill>
                <a:schemeClr val="dk1"/>
              </a:solidFill>
              <a:latin typeface="Bree Serif"/>
              <a:ea typeface="Bree Serif"/>
              <a:cs typeface="Bree Serif"/>
              <a:sym typeface="Bree Serif"/>
            </a:endParaRPr>
          </a:p>
          <a:p>
            <a:pPr marL="0" lvl="0" indent="0" algn="just" rtl="0">
              <a:lnSpc>
                <a:spcPct val="115000"/>
              </a:lnSpc>
              <a:spcBef>
                <a:spcPts val="0"/>
              </a:spcBef>
              <a:spcAft>
                <a:spcPts val="0"/>
              </a:spcAft>
              <a:buClr>
                <a:schemeClr val="dk1"/>
              </a:buClr>
              <a:buSzPts val="1100"/>
              <a:buFont typeface="Arial"/>
              <a:buNone/>
            </a:pPr>
            <a:r>
              <a:rPr lang="en" sz="2000" b="1">
                <a:solidFill>
                  <a:schemeClr val="dk1"/>
                </a:solidFill>
                <a:latin typeface="Bree Serif"/>
                <a:ea typeface="Bree Serif"/>
                <a:cs typeface="Bree Serif"/>
                <a:sym typeface="Bree Serif"/>
              </a:rPr>
              <a:t>Q.  </a:t>
            </a:r>
            <a:r>
              <a:rPr lang="en" sz="1900">
                <a:solidFill>
                  <a:srgbClr val="242729"/>
                </a:solidFill>
                <a:latin typeface="Bree Serif"/>
                <a:ea typeface="Bree Serif"/>
                <a:cs typeface="Bree Serif"/>
                <a:sym typeface="Bree Serif"/>
              </a:rPr>
              <a:t>In a bag, there are some balls of the same size that</a:t>
            </a:r>
            <a:endParaRPr sz="1900">
              <a:solidFill>
                <a:srgbClr val="242729"/>
              </a:solidFill>
              <a:latin typeface="Bree Serif"/>
              <a:ea typeface="Bree Serif"/>
              <a:cs typeface="Bree Serif"/>
              <a:sym typeface="Bree Serif"/>
            </a:endParaRPr>
          </a:p>
          <a:p>
            <a:pPr marL="0" lvl="0" indent="0" algn="just" rtl="0">
              <a:lnSpc>
                <a:spcPct val="115000"/>
              </a:lnSpc>
              <a:spcBef>
                <a:spcPts val="0"/>
              </a:spcBef>
              <a:spcAft>
                <a:spcPts val="0"/>
              </a:spcAft>
              <a:buClr>
                <a:schemeClr val="dk1"/>
              </a:buClr>
              <a:buSzPts val="1100"/>
              <a:buFont typeface="Arial"/>
              <a:buNone/>
            </a:pPr>
            <a:r>
              <a:rPr lang="en" sz="1900">
                <a:solidFill>
                  <a:srgbClr val="242729"/>
                </a:solidFill>
                <a:latin typeface="Bree Serif"/>
                <a:ea typeface="Bree Serif"/>
                <a:cs typeface="Bree Serif"/>
                <a:sym typeface="Bree Serif"/>
              </a:rPr>
              <a:t>are colored by 7 colors, and for each color the number of balls is 77. At least how many balls are needed to be picked out at random to ensure that one can obtain 7 groups of 7 balls each such that in each group the balls are homochromatic?</a:t>
            </a:r>
            <a:endParaRPr sz="1900">
              <a:solidFill>
                <a:srgbClr val="242729"/>
              </a:solidFill>
              <a:latin typeface="Bree Serif"/>
              <a:ea typeface="Bree Serif"/>
              <a:cs typeface="Bree Serif"/>
              <a:sym typeface="Bree Serif"/>
            </a:endParaRPr>
          </a:p>
          <a:p>
            <a:pPr marL="0" lvl="0" indent="0" algn="just" rtl="0">
              <a:lnSpc>
                <a:spcPct val="150000"/>
              </a:lnSpc>
              <a:spcBef>
                <a:spcPts val="0"/>
              </a:spcBef>
              <a:spcAft>
                <a:spcPts val="0"/>
              </a:spcAft>
              <a:buClr>
                <a:schemeClr val="dk1"/>
              </a:buClr>
              <a:buSzPts val="1100"/>
              <a:buFont typeface="Arial"/>
              <a:buNone/>
            </a:pPr>
            <a:endParaRPr sz="2000" b="1">
              <a:solidFill>
                <a:schemeClr val="dk1"/>
              </a:solidFill>
              <a:latin typeface="Bree Serif"/>
              <a:ea typeface="Bree Serif"/>
              <a:cs typeface="Bree Serif"/>
              <a:sym typeface="Bree Serif"/>
            </a:endParaRPr>
          </a:p>
          <a:p>
            <a:pPr marL="0" lvl="0" indent="0" algn="just" rtl="0">
              <a:lnSpc>
                <a:spcPct val="150000"/>
              </a:lnSpc>
              <a:spcBef>
                <a:spcPts val="0"/>
              </a:spcBef>
              <a:spcAft>
                <a:spcPts val="0"/>
              </a:spcAft>
              <a:buClr>
                <a:schemeClr val="dk1"/>
              </a:buClr>
              <a:buSzPts val="1100"/>
              <a:buFont typeface="Arial"/>
              <a:buNone/>
            </a:pPr>
            <a:endParaRPr sz="2000" b="1">
              <a:solidFill>
                <a:schemeClr val="dk1"/>
              </a:solidFill>
              <a:latin typeface="Bree Serif"/>
              <a:ea typeface="Bree Serif"/>
              <a:cs typeface="Bree Serif"/>
              <a:sym typeface="Bree Serif"/>
            </a:endParaRPr>
          </a:p>
        </p:txBody>
      </p:sp>
      <p:sp>
        <p:nvSpPr>
          <p:cNvPr id="898" name="Google Shape;898;p79"/>
          <p:cNvSpPr/>
          <p:nvPr/>
        </p:nvSpPr>
        <p:spPr>
          <a:xfrm>
            <a:off x="4104743" y="222680"/>
            <a:ext cx="2340600" cy="328500"/>
          </a:xfrm>
          <a:prstGeom prst="roundRect">
            <a:avLst>
              <a:gd name="adj" fmla="val 16667"/>
            </a:avLst>
          </a:prstGeom>
          <a:gradFill>
            <a:gsLst>
              <a:gs pos="0">
                <a:srgbClr val="FFF6DB"/>
              </a:gs>
              <a:gs pos="100000">
                <a:srgbClr val="FAD25C"/>
              </a:gs>
            </a:gsLst>
            <a:lin ang="5400012" scaled="0"/>
          </a:gradFill>
          <a:ln w="9525" cap="flat" cmpd="sng">
            <a:solidFill>
              <a:srgbClr val="595959"/>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Clr>
                <a:schemeClr val="dk1"/>
              </a:buClr>
              <a:buSzPts val="1100"/>
              <a:buFont typeface="Arial"/>
              <a:buNone/>
            </a:pPr>
            <a:r>
              <a:rPr lang="en" b="1">
                <a:solidFill>
                  <a:srgbClr val="242729"/>
                </a:solidFill>
              </a:rPr>
              <a:t>CHINA-2003</a:t>
            </a:r>
            <a:endParaRPr sz="800" b="1"/>
          </a:p>
        </p:txBody>
      </p:sp>
      <mc:AlternateContent xmlns:mc="http://schemas.openxmlformats.org/markup-compatibility/2006">
        <mc:Choice xmlns:p14="http://schemas.microsoft.com/office/powerpoint/2010/main" Requires="p14">
          <p:contentPart p14:bwMode="auto" r:id="rId3">
            <p14:nvContentPartPr>
              <p14:cNvPr id="2" name="Ink 1">
                <a:extLst>
                  <a:ext uri="{FF2B5EF4-FFF2-40B4-BE49-F238E27FC236}">
                    <a16:creationId xmlns:a16="http://schemas.microsoft.com/office/drawing/2014/main" id="{5FD8BF43-07EE-4A43-A7A8-58C3750ED6C6}"/>
                  </a:ext>
                </a:extLst>
              </p14:cNvPr>
              <p14:cNvContentPartPr/>
              <p14:nvPr/>
            </p14:nvContentPartPr>
            <p14:xfrm>
              <a:off x="416880" y="0"/>
              <a:ext cx="8368920" cy="5143680"/>
            </p14:xfrm>
          </p:contentPart>
        </mc:Choice>
        <mc:Fallback>
          <p:pic>
            <p:nvPicPr>
              <p:cNvPr id="2" name="Ink 1">
                <a:extLst>
                  <a:ext uri="{FF2B5EF4-FFF2-40B4-BE49-F238E27FC236}">
                    <a16:creationId xmlns:a16="http://schemas.microsoft.com/office/drawing/2014/main" id="{5FD8BF43-07EE-4A43-A7A8-58C3750ED6C6}"/>
                  </a:ext>
                </a:extLst>
              </p:cNvPr>
              <p:cNvPicPr/>
              <p:nvPr/>
            </p:nvPicPr>
            <p:blipFill>
              <a:blip r:embed="rId4"/>
              <a:stretch>
                <a:fillRect/>
              </a:stretch>
            </p:blipFill>
            <p:spPr>
              <a:xfrm>
                <a:off x="407520" y="-9360"/>
                <a:ext cx="8387640" cy="5162400"/>
              </a:xfrm>
              <a:prstGeom prst="rect">
                <a:avLst/>
              </a:prstGeom>
            </p:spPr>
          </p:pic>
        </mc:Fallback>
      </mc:AlternateContent>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Shape 902"/>
        <p:cNvGrpSpPr/>
        <p:nvPr/>
      </p:nvGrpSpPr>
      <p:grpSpPr>
        <a:xfrm>
          <a:off x="0" y="0"/>
          <a:ext cx="0" cy="0"/>
          <a:chOff x="0" y="0"/>
          <a:chExt cx="0" cy="0"/>
        </a:xfrm>
      </p:grpSpPr>
      <p:sp>
        <p:nvSpPr>
          <p:cNvPr id="903" name="Google Shape;903;p80"/>
          <p:cNvSpPr txBox="1"/>
          <p:nvPr/>
        </p:nvSpPr>
        <p:spPr>
          <a:xfrm>
            <a:off x="66675" y="336725"/>
            <a:ext cx="1230300" cy="492300"/>
          </a:xfrm>
          <a:prstGeom prst="rect">
            <a:avLst/>
          </a:prstGeom>
          <a:noFill/>
          <a:ln>
            <a:noFill/>
          </a:ln>
        </p:spPr>
        <p:txBody>
          <a:bodyPr spcFirstLastPara="1" wrap="square" lIns="91425" tIns="91425" rIns="91425" bIns="91425" anchor="t" anchorCtr="0">
            <a:noAutofit/>
          </a:bodyPr>
          <a:lstStyle/>
          <a:p>
            <a:pPr marL="0" lvl="0" indent="0" algn="just" rtl="0">
              <a:lnSpc>
                <a:spcPct val="107916"/>
              </a:lnSpc>
              <a:spcBef>
                <a:spcPts val="0"/>
              </a:spcBef>
              <a:spcAft>
                <a:spcPts val="800"/>
              </a:spcAft>
              <a:buNone/>
            </a:pPr>
            <a:r>
              <a:rPr lang="en" sz="1800" b="1" u="sng">
                <a:solidFill>
                  <a:srgbClr val="FF9900"/>
                </a:solidFill>
                <a:latin typeface="Proxima Nova"/>
                <a:ea typeface="Proxima Nova"/>
                <a:cs typeface="Proxima Nova"/>
                <a:sym typeface="Proxima Nova"/>
              </a:rPr>
              <a:t>Solution:</a:t>
            </a:r>
            <a:endParaRPr sz="1800" b="1" u="sng">
              <a:solidFill>
                <a:srgbClr val="FF9900"/>
              </a:solidFill>
              <a:latin typeface="Proxima Nova"/>
              <a:ea typeface="Proxima Nova"/>
              <a:cs typeface="Proxima Nova"/>
              <a:sym typeface="Proxima Nova"/>
            </a:endParaRPr>
          </a:p>
        </p:txBody>
      </p:sp>
      <p:sp>
        <p:nvSpPr>
          <p:cNvPr id="904" name="Google Shape;904;p80"/>
          <p:cNvSpPr txBox="1"/>
          <p:nvPr/>
        </p:nvSpPr>
        <p:spPr>
          <a:xfrm>
            <a:off x="167575" y="829025"/>
            <a:ext cx="8115300" cy="4186800"/>
          </a:xfrm>
          <a:prstGeom prst="rect">
            <a:avLst/>
          </a:prstGeom>
          <a:noFill/>
          <a:ln>
            <a:noFill/>
          </a:ln>
        </p:spPr>
        <p:txBody>
          <a:bodyPr spcFirstLastPara="1" wrap="square" lIns="91425" tIns="91425" rIns="91425" bIns="91425" anchor="t" anchorCtr="0">
            <a:spAutoFit/>
          </a:bodyPr>
          <a:lstStyle/>
          <a:p>
            <a:pPr marL="0" lvl="0" indent="0" algn="just" rtl="0">
              <a:spcBef>
                <a:spcPts val="0"/>
              </a:spcBef>
              <a:spcAft>
                <a:spcPts val="0"/>
              </a:spcAft>
              <a:buNone/>
            </a:pPr>
            <a:r>
              <a:rPr lang="en" sz="2000">
                <a:solidFill>
                  <a:schemeClr val="lt1"/>
                </a:solidFill>
                <a:latin typeface="Proxima Nova"/>
                <a:ea typeface="Proxima Nova"/>
                <a:cs typeface="Proxima Nova"/>
                <a:sym typeface="Proxima Nova"/>
              </a:rPr>
              <a:t>For this problem, it is natural to let each color be one pigeonhole, and a ball drawn be a pigeon. At the first step, for getting a group of 7 balls with the same color, at least 43 balls are needed to be picked out from the bag at random, since if only 42 balls are picked out, there may be exactly 6 for each color.</a:t>
            </a:r>
            <a:endParaRPr sz="2000">
              <a:solidFill>
                <a:schemeClr val="lt1"/>
              </a:solidFill>
              <a:latin typeface="Proxima Nova"/>
              <a:ea typeface="Proxima Nova"/>
              <a:cs typeface="Proxima Nova"/>
              <a:sym typeface="Proxima Nova"/>
            </a:endParaRPr>
          </a:p>
          <a:p>
            <a:pPr marL="0" lvl="0" indent="0" algn="l" rtl="0">
              <a:spcBef>
                <a:spcPts val="0"/>
              </a:spcBef>
              <a:spcAft>
                <a:spcPts val="0"/>
              </a:spcAft>
              <a:buNone/>
            </a:pPr>
            <a:r>
              <a:rPr lang="en" sz="2000">
                <a:solidFill>
                  <a:schemeClr val="lt1"/>
                </a:solidFill>
                <a:latin typeface="Proxima Nova"/>
                <a:ea typeface="Proxima Nova"/>
                <a:cs typeface="Proxima Nova"/>
                <a:sym typeface="Proxima Nova"/>
              </a:rPr>
              <a:t>By pigeonhole principle, there must be one color such that at least b42=7c+1 = 7 drawn balls have this color.</a:t>
            </a:r>
            <a:endParaRPr sz="2000">
              <a:solidFill>
                <a:schemeClr val="lt1"/>
              </a:solidFill>
              <a:latin typeface="Proxima Nova"/>
              <a:ea typeface="Proxima Nova"/>
              <a:cs typeface="Proxima Nova"/>
              <a:sym typeface="Proxima Nova"/>
            </a:endParaRPr>
          </a:p>
          <a:p>
            <a:pPr marL="0" lvl="0" indent="0" algn="l" rtl="0">
              <a:spcBef>
                <a:spcPts val="0"/>
              </a:spcBef>
              <a:spcAft>
                <a:spcPts val="0"/>
              </a:spcAft>
              <a:buNone/>
            </a:pPr>
            <a:r>
              <a:rPr lang="en" sz="2000">
                <a:solidFill>
                  <a:schemeClr val="lt1"/>
                </a:solidFill>
                <a:latin typeface="Proxima Nova"/>
                <a:ea typeface="Proxima Nova"/>
                <a:cs typeface="Proxima Nova"/>
                <a:sym typeface="Proxima Nova"/>
              </a:rPr>
              <a:t>Next, after getting the first group, it is sufficient to pick out from the bag</a:t>
            </a:r>
            <a:endParaRPr sz="2000">
              <a:solidFill>
                <a:schemeClr val="lt1"/>
              </a:solidFill>
              <a:latin typeface="Proxima Nova"/>
              <a:ea typeface="Proxima Nova"/>
              <a:cs typeface="Proxima Nova"/>
              <a:sym typeface="Proxima Nova"/>
            </a:endParaRPr>
          </a:p>
          <a:p>
            <a:pPr marL="0" lvl="0" indent="0" algn="l" rtl="0">
              <a:spcBef>
                <a:spcPts val="0"/>
              </a:spcBef>
              <a:spcAft>
                <a:spcPts val="0"/>
              </a:spcAft>
              <a:buNone/>
            </a:pPr>
            <a:r>
              <a:rPr lang="en" sz="2000">
                <a:solidFill>
                  <a:schemeClr val="lt1"/>
                </a:solidFill>
                <a:latin typeface="Proxima Nova"/>
                <a:ea typeface="Proxima Nova"/>
                <a:cs typeface="Proxima Nova"/>
                <a:sym typeface="Proxima Nova"/>
              </a:rPr>
              <a:t>another 7 balls for getting 43 balls once again. Then, by the same reason, the second group of 7 homochromatic drawn balls can be obtained. Repeating this process for 6 times, the 7 groups of 7 homochromatic balls are obtained. Thus, the least number of drawn balls is 43 + 6 x 7 = 85.  </a:t>
            </a:r>
            <a:endParaRPr sz="2000">
              <a:solidFill>
                <a:schemeClr val="lt1"/>
              </a:solidFill>
              <a:latin typeface="Proxima Nova"/>
              <a:ea typeface="Proxima Nova"/>
              <a:cs typeface="Proxima Nova"/>
              <a:sym typeface="Proxima Nova"/>
            </a:endParaRP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Shape 908"/>
        <p:cNvGrpSpPr/>
        <p:nvPr/>
      </p:nvGrpSpPr>
      <p:grpSpPr>
        <a:xfrm>
          <a:off x="0" y="0"/>
          <a:ext cx="0" cy="0"/>
          <a:chOff x="0" y="0"/>
          <a:chExt cx="0" cy="0"/>
        </a:xfrm>
      </p:grpSpPr>
      <p:sp>
        <p:nvSpPr>
          <p:cNvPr id="909" name="Google Shape;909;p81"/>
          <p:cNvSpPr/>
          <p:nvPr/>
        </p:nvSpPr>
        <p:spPr>
          <a:xfrm>
            <a:off x="15600" y="564025"/>
            <a:ext cx="6659100" cy="2230800"/>
          </a:xfrm>
          <a:prstGeom prst="snip2DiagRect">
            <a:avLst>
              <a:gd name="adj1" fmla="val 0"/>
              <a:gd name="adj2" fmla="val 16667"/>
            </a:avLst>
          </a:prstGeom>
          <a:gradFill>
            <a:gsLst>
              <a:gs pos="0">
                <a:srgbClr val="DCECD5"/>
              </a:gs>
              <a:gs pos="100000">
                <a:srgbClr val="93BC81"/>
              </a:gs>
            </a:gsLst>
            <a:path path="circle">
              <a:fillToRect l="50000" t="50000" r="50000" b="50000"/>
            </a:path>
            <a:tileRect/>
          </a:gradFill>
          <a:ln w="9525" cap="flat" cmpd="sng">
            <a:solidFill>
              <a:srgbClr val="FFFFFF"/>
            </a:solidFill>
            <a:prstDash val="solid"/>
            <a:round/>
            <a:headEnd type="none" w="sm" len="sm"/>
            <a:tailEnd type="none" w="sm" len="sm"/>
          </a:ln>
        </p:spPr>
        <p:txBody>
          <a:bodyPr spcFirstLastPara="1" wrap="square" lIns="91425" tIns="91425" rIns="91425" bIns="91425" anchor="ctr" anchorCtr="0">
            <a:noAutofit/>
          </a:bodyPr>
          <a:lstStyle/>
          <a:p>
            <a:pPr marL="0" lvl="0" indent="0" algn="just" rtl="0">
              <a:lnSpc>
                <a:spcPct val="115000"/>
              </a:lnSpc>
              <a:spcBef>
                <a:spcPts val="0"/>
              </a:spcBef>
              <a:spcAft>
                <a:spcPts val="0"/>
              </a:spcAft>
              <a:buClr>
                <a:schemeClr val="dk1"/>
              </a:buClr>
              <a:buSzPts val="1100"/>
              <a:buFont typeface="Arial"/>
              <a:buNone/>
            </a:pPr>
            <a:endParaRPr sz="2000" b="1">
              <a:solidFill>
                <a:schemeClr val="dk1"/>
              </a:solidFill>
              <a:latin typeface="Bree Serif"/>
              <a:ea typeface="Bree Serif"/>
              <a:cs typeface="Bree Serif"/>
              <a:sym typeface="Bree Serif"/>
            </a:endParaRPr>
          </a:p>
          <a:p>
            <a:pPr marL="0" lvl="0" indent="0" algn="just" rtl="0">
              <a:lnSpc>
                <a:spcPct val="115000"/>
              </a:lnSpc>
              <a:spcBef>
                <a:spcPts val="0"/>
              </a:spcBef>
              <a:spcAft>
                <a:spcPts val="0"/>
              </a:spcAft>
              <a:buClr>
                <a:schemeClr val="dk1"/>
              </a:buClr>
              <a:buSzPts val="1100"/>
              <a:buFont typeface="Arial"/>
              <a:buNone/>
            </a:pPr>
            <a:r>
              <a:rPr lang="en" sz="2000" b="1">
                <a:solidFill>
                  <a:schemeClr val="dk1"/>
                </a:solidFill>
                <a:latin typeface="Bree Serif"/>
                <a:ea typeface="Bree Serif"/>
                <a:cs typeface="Bree Serif"/>
                <a:sym typeface="Bree Serif"/>
              </a:rPr>
              <a:t>Q. </a:t>
            </a:r>
            <a:r>
              <a:rPr lang="en" sz="1900">
                <a:solidFill>
                  <a:schemeClr val="dk1"/>
                </a:solidFill>
                <a:latin typeface="Bree Serif"/>
                <a:ea typeface="Bree Serif"/>
                <a:cs typeface="Bree Serif"/>
                <a:sym typeface="Bree Serif"/>
              </a:rPr>
              <a:t>A bag contain 200 marbles. There are 60 red ones, 60 blue ones, 60 green ones and the remaining 20 consist of yellow and white ones. If marbles are chosen from the bag without looking, what is the smallest number one must pick in order to ensure that, among the chosen marbles, at least 20 are of the same colour? </a:t>
            </a:r>
            <a:endParaRPr sz="1900">
              <a:solidFill>
                <a:schemeClr val="dk1"/>
              </a:solidFill>
              <a:latin typeface="Bree Serif"/>
              <a:ea typeface="Bree Serif"/>
              <a:cs typeface="Bree Serif"/>
              <a:sym typeface="Bree Serif"/>
            </a:endParaRPr>
          </a:p>
          <a:p>
            <a:pPr marL="0" lvl="0" indent="0" algn="just" rtl="0">
              <a:lnSpc>
                <a:spcPct val="115000"/>
              </a:lnSpc>
              <a:spcBef>
                <a:spcPts val="0"/>
              </a:spcBef>
              <a:spcAft>
                <a:spcPts val="0"/>
              </a:spcAft>
              <a:buClr>
                <a:schemeClr val="dk1"/>
              </a:buClr>
              <a:buSzPts val="1100"/>
              <a:buFont typeface="Arial"/>
              <a:buNone/>
            </a:pPr>
            <a:endParaRPr sz="2000" b="1">
              <a:solidFill>
                <a:schemeClr val="dk1"/>
              </a:solidFill>
              <a:latin typeface="Bree Serif"/>
              <a:ea typeface="Bree Serif"/>
              <a:cs typeface="Bree Serif"/>
              <a:sym typeface="Bree Serif"/>
            </a:endParaRPr>
          </a:p>
        </p:txBody>
      </p:sp>
      <p:sp>
        <p:nvSpPr>
          <p:cNvPr id="910" name="Google Shape;910;p81"/>
          <p:cNvSpPr/>
          <p:nvPr/>
        </p:nvSpPr>
        <p:spPr>
          <a:xfrm>
            <a:off x="4096967" y="212183"/>
            <a:ext cx="2340600" cy="328500"/>
          </a:xfrm>
          <a:prstGeom prst="roundRect">
            <a:avLst>
              <a:gd name="adj" fmla="val 16667"/>
            </a:avLst>
          </a:prstGeom>
          <a:gradFill>
            <a:gsLst>
              <a:gs pos="0">
                <a:srgbClr val="FFF6DB"/>
              </a:gs>
              <a:gs pos="100000">
                <a:srgbClr val="FAD25C"/>
              </a:gs>
            </a:gsLst>
            <a:lin ang="5400012" scaled="0"/>
          </a:gradFill>
          <a:ln w="9525" cap="flat" cmpd="sng">
            <a:solidFill>
              <a:srgbClr val="595959"/>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b="1"/>
              <a:t>SSSMO - 2001</a:t>
            </a:r>
            <a:endParaRPr b="1"/>
          </a:p>
        </p:txBody>
      </p:sp>
      <mc:AlternateContent xmlns:mc="http://schemas.openxmlformats.org/markup-compatibility/2006">
        <mc:Choice xmlns:p14="http://schemas.microsoft.com/office/powerpoint/2010/main" Requires="p14">
          <p:contentPart p14:bwMode="auto" r:id="rId3">
            <p14:nvContentPartPr>
              <p14:cNvPr id="2" name="Ink 1">
                <a:extLst>
                  <a:ext uri="{FF2B5EF4-FFF2-40B4-BE49-F238E27FC236}">
                    <a16:creationId xmlns:a16="http://schemas.microsoft.com/office/drawing/2014/main" id="{AF0E947E-0A85-4F48-B778-F28FF8387A68}"/>
                  </a:ext>
                </a:extLst>
              </p14:cNvPr>
              <p14:cNvContentPartPr/>
              <p14:nvPr/>
            </p14:nvContentPartPr>
            <p14:xfrm>
              <a:off x="934200" y="256680"/>
              <a:ext cx="7240320" cy="4624200"/>
            </p14:xfrm>
          </p:contentPart>
        </mc:Choice>
        <mc:Fallback>
          <p:pic>
            <p:nvPicPr>
              <p:cNvPr id="2" name="Ink 1">
                <a:extLst>
                  <a:ext uri="{FF2B5EF4-FFF2-40B4-BE49-F238E27FC236}">
                    <a16:creationId xmlns:a16="http://schemas.microsoft.com/office/drawing/2014/main" id="{AF0E947E-0A85-4F48-B778-F28FF8387A68}"/>
                  </a:ext>
                </a:extLst>
              </p:cNvPr>
              <p:cNvPicPr/>
              <p:nvPr/>
            </p:nvPicPr>
            <p:blipFill>
              <a:blip r:embed="rId4"/>
              <a:stretch>
                <a:fillRect/>
              </a:stretch>
            </p:blipFill>
            <p:spPr>
              <a:xfrm>
                <a:off x="924840" y="247320"/>
                <a:ext cx="7259040" cy="4642920"/>
              </a:xfrm>
              <a:prstGeom prst="rect">
                <a:avLst/>
              </a:prstGeom>
            </p:spPr>
          </p:pic>
        </mc:Fallback>
      </mc:AlternateContent>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Shape 914"/>
        <p:cNvGrpSpPr/>
        <p:nvPr/>
      </p:nvGrpSpPr>
      <p:grpSpPr>
        <a:xfrm>
          <a:off x="0" y="0"/>
          <a:ext cx="0" cy="0"/>
          <a:chOff x="0" y="0"/>
          <a:chExt cx="0" cy="0"/>
        </a:xfrm>
      </p:grpSpPr>
      <p:sp>
        <p:nvSpPr>
          <p:cNvPr id="915" name="Google Shape;915;p82"/>
          <p:cNvSpPr txBox="1"/>
          <p:nvPr/>
        </p:nvSpPr>
        <p:spPr>
          <a:xfrm>
            <a:off x="66675" y="336725"/>
            <a:ext cx="1230300" cy="492300"/>
          </a:xfrm>
          <a:prstGeom prst="rect">
            <a:avLst/>
          </a:prstGeom>
          <a:noFill/>
          <a:ln>
            <a:noFill/>
          </a:ln>
        </p:spPr>
        <p:txBody>
          <a:bodyPr spcFirstLastPara="1" wrap="square" lIns="91425" tIns="91425" rIns="91425" bIns="91425" anchor="t" anchorCtr="0">
            <a:noAutofit/>
          </a:bodyPr>
          <a:lstStyle/>
          <a:p>
            <a:pPr marL="0" lvl="0" indent="0" algn="just" rtl="0">
              <a:lnSpc>
                <a:spcPct val="107916"/>
              </a:lnSpc>
              <a:spcBef>
                <a:spcPts val="0"/>
              </a:spcBef>
              <a:spcAft>
                <a:spcPts val="800"/>
              </a:spcAft>
              <a:buNone/>
            </a:pPr>
            <a:r>
              <a:rPr lang="en" sz="1800" b="1" u="sng">
                <a:solidFill>
                  <a:srgbClr val="FF9900"/>
                </a:solidFill>
                <a:latin typeface="Proxima Nova"/>
                <a:ea typeface="Proxima Nova"/>
                <a:cs typeface="Proxima Nova"/>
                <a:sym typeface="Proxima Nova"/>
              </a:rPr>
              <a:t>Solution:</a:t>
            </a:r>
            <a:endParaRPr sz="1800" b="1" u="sng">
              <a:solidFill>
                <a:srgbClr val="FF9900"/>
              </a:solidFill>
              <a:latin typeface="Proxima Nova"/>
              <a:ea typeface="Proxima Nova"/>
              <a:cs typeface="Proxima Nova"/>
              <a:sym typeface="Proxima Nova"/>
            </a:endParaRPr>
          </a:p>
        </p:txBody>
      </p:sp>
      <p:sp>
        <p:nvSpPr>
          <p:cNvPr id="916" name="Google Shape;916;p82"/>
          <p:cNvSpPr txBox="1"/>
          <p:nvPr/>
        </p:nvSpPr>
        <p:spPr>
          <a:xfrm>
            <a:off x="178200" y="797175"/>
            <a:ext cx="8056200" cy="2031900"/>
          </a:xfrm>
          <a:prstGeom prst="rect">
            <a:avLst/>
          </a:prstGeom>
          <a:noFill/>
          <a:ln>
            <a:noFill/>
          </a:ln>
        </p:spPr>
        <p:txBody>
          <a:bodyPr spcFirstLastPara="1" wrap="square" lIns="91425" tIns="91425" rIns="91425" bIns="91425" anchor="t" anchorCtr="0">
            <a:spAutoFit/>
          </a:bodyPr>
          <a:lstStyle/>
          <a:p>
            <a:pPr marL="0" lvl="0" indent="0" algn="just" rtl="0">
              <a:spcBef>
                <a:spcPts val="0"/>
              </a:spcBef>
              <a:spcAft>
                <a:spcPts val="0"/>
              </a:spcAft>
              <a:buNone/>
            </a:pPr>
            <a:r>
              <a:rPr lang="en" sz="2000">
                <a:solidFill>
                  <a:schemeClr val="lt1"/>
                </a:solidFill>
                <a:latin typeface="Proxima Nova"/>
                <a:ea typeface="Proxima Nova"/>
                <a:cs typeface="Proxima Nova"/>
                <a:sym typeface="Proxima Nova"/>
              </a:rPr>
              <a:t>When 77 marbles are chosen, there may be 19  red, 19 blue, 19 green and 20 yellow and white. </a:t>
            </a:r>
            <a:endParaRPr sz="2000">
              <a:solidFill>
                <a:schemeClr val="lt1"/>
              </a:solidFill>
              <a:latin typeface="Proxima Nova"/>
              <a:ea typeface="Proxima Nova"/>
              <a:cs typeface="Proxima Nova"/>
              <a:sym typeface="Proxima Nova"/>
            </a:endParaRPr>
          </a:p>
          <a:p>
            <a:pPr marL="0" lvl="0" indent="0" algn="just" rtl="0">
              <a:spcBef>
                <a:spcPts val="0"/>
              </a:spcBef>
              <a:spcAft>
                <a:spcPts val="0"/>
              </a:spcAft>
              <a:buNone/>
            </a:pPr>
            <a:r>
              <a:rPr lang="en" sz="2000">
                <a:solidFill>
                  <a:schemeClr val="lt1"/>
                </a:solidFill>
                <a:latin typeface="Proxima Nova"/>
                <a:ea typeface="Proxima Nova"/>
                <a:cs typeface="Proxima Nova"/>
                <a:sym typeface="Proxima Nova"/>
              </a:rPr>
              <a:t>If 78 marbles are chosen at random, the number of yellow and white ones among them is at most 20. Therefore there are at least 58 marbles of red, blue or green colours. According to the Pigeonhole Principle, the number of drawn marbles of some color is not less that </a:t>
            </a:r>
            <a:endParaRPr sz="2000">
              <a:solidFill>
                <a:schemeClr val="lt1"/>
              </a:solidFill>
              <a:latin typeface="Proxima Nova"/>
              <a:ea typeface="Proxima Nova"/>
              <a:cs typeface="Proxima Nova"/>
              <a:sym typeface="Proxima Nova"/>
            </a:endParaRPr>
          </a:p>
        </p:txBody>
      </p:sp>
      <p:sp>
        <p:nvSpPr>
          <p:cNvPr id="917" name="Google Shape;917;p82"/>
          <p:cNvSpPr txBox="1"/>
          <p:nvPr/>
        </p:nvSpPr>
        <p:spPr>
          <a:xfrm>
            <a:off x="193425" y="3311775"/>
            <a:ext cx="8388300" cy="1200600"/>
          </a:xfrm>
          <a:prstGeom prst="rect">
            <a:avLst/>
          </a:prstGeom>
          <a:noFill/>
          <a:ln>
            <a:noFill/>
          </a:ln>
        </p:spPr>
        <p:txBody>
          <a:bodyPr spcFirstLastPara="1" wrap="square" lIns="91425" tIns="91425" rIns="91425" bIns="91425" anchor="t" anchorCtr="0">
            <a:spAutoFit/>
          </a:bodyPr>
          <a:lstStyle/>
          <a:p>
            <a:pPr marL="0" lvl="0" indent="0" algn="just" rtl="0">
              <a:lnSpc>
                <a:spcPct val="115000"/>
              </a:lnSpc>
              <a:spcBef>
                <a:spcPts val="0"/>
              </a:spcBef>
              <a:spcAft>
                <a:spcPts val="0"/>
              </a:spcAft>
              <a:buNone/>
            </a:pPr>
            <a:r>
              <a:rPr lang="en" sz="2000">
                <a:solidFill>
                  <a:schemeClr val="lt1"/>
                </a:solidFill>
                <a:latin typeface="Proxima Nova"/>
                <a:ea typeface="Proxima Nova"/>
                <a:cs typeface="Proxima Nova"/>
                <a:sym typeface="Proxima Nova"/>
              </a:rPr>
              <a:t>i.e. are least 20. Thus, the smallest number of marble to be picked is 78.</a:t>
            </a:r>
            <a:endParaRPr sz="2000">
              <a:solidFill>
                <a:schemeClr val="lt1"/>
              </a:solidFill>
              <a:latin typeface="Proxima Nova"/>
              <a:ea typeface="Proxima Nova"/>
              <a:cs typeface="Proxima Nova"/>
              <a:sym typeface="Proxima Nova"/>
            </a:endParaRPr>
          </a:p>
          <a:p>
            <a:pPr marL="0" lvl="0" indent="0" algn="l" rtl="0">
              <a:lnSpc>
                <a:spcPct val="115000"/>
              </a:lnSpc>
              <a:spcBef>
                <a:spcPts val="0"/>
              </a:spcBef>
              <a:spcAft>
                <a:spcPts val="0"/>
              </a:spcAft>
              <a:buNone/>
            </a:pPr>
            <a:r>
              <a:rPr lang="en" sz="2000">
                <a:solidFill>
                  <a:schemeClr val="lt1"/>
                </a:solidFill>
                <a:latin typeface="Proxima Nova"/>
                <a:ea typeface="Proxima Nova"/>
                <a:cs typeface="Proxima Nova"/>
                <a:sym typeface="Proxima Nova"/>
              </a:rPr>
              <a:t>In this problem, a colour is taken as a pigeonhole, and then a drawn marble is taken as a pigeon. </a:t>
            </a:r>
            <a:endParaRPr sz="2000">
              <a:solidFill>
                <a:schemeClr val="lt1"/>
              </a:solidFill>
              <a:latin typeface="Proxima Nova"/>
              <a:ea typeface="Proxima Nova"/>
              <a:cs typeface="Proxima Nova"/>
              <a:sym typeface="Proxima Nova"/>
            </a:endParaRPr>
          </a:p>
        </p:txBody>
      </p:sp>
      <p:pic>
        <p:nvPicPr>
          <p:cNvPr id="918" name="Google Shape;918;p82" descr="% MathType!MTEF!2!1!+-&#10;% feaagKart1ev2aaatCvAUfeBSjuyZL2yd9gzLbvyNv2CaerbuLwBLn&#10;% hiov2DGi1BTfMBaeXatLxBI9gBaerbd9wDYLwzYbItLDharqqtubsr&#10;% 4rNCHbGeaGqiVCI8-feu0dXdh9vqqj-hEeeu0xXdbba9frFj0-OqFf&#10;% ea0dXdd9vqaq-JfrVkFHe9pgea0dXdar-Jb9hs0dXdbPYxe9vr0-vr&#10;% 0-vqpWqaaeaabaGaaiaacaqaaeaadaqaaqaaaOqaamaagmaabaWaaS&#10;% aaaeaacaaI1aGaaG4naaqaaiaaiodaaaaacaGLWJVaay5+4dGaey4k&#10;% aSIaaGymaiabg2da9iaaikdacaaIWaGaaiilaaaa!4270!&#10;\left\lfloor {\frac{{57}}{3}} \right\rfloor  + 1 = 20,\" title="MathEquation,#ffffff"/>
          <p:cNvPicPr preferRelativeResize="0"/>
          <p:nvPr/>
        </p:nvPicPr>
        <p:blipFill>
          <a:blip r:embed="rId3">
            <a:alphaModFix/>
          </a:blip>
          <a:stretch>
            <a:fillRect/>
          </a:stretch>
        </p:blipFill>
        <p:spPr>
          <a:xfrm>
            <a:off x="300550" y="2834125"/>
            <a:ext cx="2200232" cy="492300"/>
          </a:xfrm>
          <a:prstGeom prst="rect">
            <a:avLst/>
          </a:prstGeom>
          <a:noFill/>
          <a:ln>
            <a:noFill/>
          </a:ln>
        </p:spPr>
      </p:pic>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Shape 922"/>
        <p:cNvGrpSpPr/>
        <p:nvPr/>
      </p:nvGrpSpPr>
      <p:grpSpPr>
        <a:xfrm>
          <a:off x="0" y="0"/>
          <a:ext cx="0" cy="0"/>
          <a:chOff x="0" y="0"/>
          <a:chExt cx="0" cy="0"/>
        </a:xfrm>
      </p:grpSpPr>
      <p:sp>
        <p:nvSpPr>
          <p:cNvPr id="923" name="Google Shape;923;p83"/>
          <p:cNvSpPr/>
          <p:nvPr/>
        </p:nvSpPr>
        <p:spPr>
          <a:xfrm>
            <a:off x="15600" y="564025"/>
            <a:ext cx="6659100" cy="1213200"/>
          </a:xfrm>
          <a:prstGeom prst="snip2DiagRect">
            <a:avLst>
              <a:gd name="adj1" fmla="val 0"/>
              <a:gd name="adj2" fmla="val 16667"/>
            </a:avLst>
          </a:prstGeom>
          <a:gradFill>
            <a:gsLst>
              <a:gs pos="0">
                <a:srgbClr val="DCECD5"/>
              </a:gs>
              <a:gs pos="100000">
                <a:srgbClr val="93BC81"/>
              </a:gs>
            </a:gsLst>
            <a:path path="circle">
              <a:fillToRect l="50000" t="50000" r="50000" b="50000"/>
            </a:path>
            <a:tileRect/>
          </a:gradFill>
          <a:ln w="9525" cap="flat" cmpd="sng">
            <a:solidFill>
              <a:srgbClr val="FFFFFF"/>
            </a:solidFill>
            <a:prstDash val="solid"/>
            <a:round/>
            <a:headEnd type="none" w="sm" len="sm"/>
            <a:tailEnd type="none" w="sm" len="sm"/>
          </a:ln>
        </p:spPr>
        <p:txBody>
          <a:bodyPr spcFirstLastPara="1" wrap="square" lIns="91425" tIns="91425" rIns="91425" bIns="91425" anchor="ctr" anchorCtr="0">
            <a:noAutofit/>
          </a:bodyPr>
          <a:lstStyle/>
          <a:p>
            <a:pPr marL="0" lvl="0" indent="0" algn="just" rtl="0">
              <a:lnSpc>
                <a:spcPct val="115000"/>
              </a:lnSpc>
              <a:spcBef>
                <a:spcPts val="0"/>
              </a:spcBef>
              <a:spcAft>
                <a:spcPts val="0"/>
              </a:spcAft>
              <a:buClr>
                <a:schemeClr val="dk1"/>
              </a:buClr>
              <a:buSzPts val="1100"/>
              <a:buFont typeface="Arial"/>
              <a:buNone/>
            </a:pPr>
            <a:endParaRPr sz="2000" b="1">
              <a:solidFill>
                <a:schemeClr val="dk1"/>
              </a:solidFill>
              <a:latin typeface="Bree Serif"/>
              <a:ea typeface="Bree Serif"/>
              <a:cs typeface="Bree Serif"/>
              <a:sym typeface="Bree Serif"/>
            </a:endParaRPr>
          </a:p>
          <a:p>
            <a:pPr marL="0" lvl="0" indent="0" algn="just" rtl="0">
              <a:lnSpc>
                <a:spcPct val="115000"/>
              </a:lnSpc>
              <a:spcBef>
                <a:spcPts val="0"/>
              </a:spcBef>
              <a:spcAft>
                <a:spcPts val="0"/>
              </a:spcAft>
              <a:buClr>
                <a:schemeClr val="dk1"/>
              </a:buClr>
              <a:buSzPts val="1100"/>
              <a:buFont typeface="Arial"/>
              <a:buNone/>
            </a:pPr>
            <a:r>
              <a:rPr lang="en" sz="2000" b="1">
                <a:solidFill>
                  <a:schemeClr val="dk1"/>
                </a:solidFill>
                <a:latin typeface="Bree Serif"/>
                <a:ea typeface="Bree Serif"/>
                <a:cs typeface="Bree Serif"/>
                <a:sym typeface="Bree Serif"/>
              </a:rPr>
              <a:t>Q. </a:t>
            </a:r>
            <a:r>
              <a:rPr lang="en" sz="1900">
                <a:solidFill>
                  <a:schemeClr val="dk1"/>
                </a:solidFill>
                <a:latin typeface="Bree Serif"/>
                <a:ea typeface="Bree Serif"/>
                <a:cs typeface="Bree Serif"/>
                <a:sym typeface="Bree Serif"/>
              </a:rPr>
              <a:t>Prove that in a set containing n positive integers there must be a subset such that the sum of all numbers in it is divisible by n. </a:t>
            </a:r>
            <a:endParaRPr sz="1900">
              <a:solidFill>
                <a:schemeClr val="dk1"/>
              </a:solidFill>
              <a:latin typeface="Bree Serif"/>
              <a:ea typeface="Bree Serif"/>
              <a:cs typeface="Bree Serif"/>
              <a:sym typeface="Bree Serif"/>
            </a:endParaRPr>
          </a:p>
          <a:p>
            <a:pPr marL="0" lvl="0" indent="0" algn="just" rtl="0">
              <a:lnSpc>
                <a:spcPct val="115000"/>
              </a:lnSpc>
              <a:spcBef>
                <a:spcPts val="0"/>
              </a:spcBef>
              <a:spcAft>
                <a:spcPts val="0"/>
              </a:spcAft>
              <a:buClr>
                <a:schemeClr val="dk1"/>
              </a:buClr>
              <a:buSzPts val="1100"/>
              <a:buFont typeface="Arial"/>
              <a:buNone/>
            </a:pPr>
            <a:endParaRPr sz="2000" b="1">
              <a:solidFill>
                <a:schemeClr val="dk1"/>
              </a:solidFill>
              <a:latin typeface="Bree Serif"/>
              <a:ea typeface="Bree Serif"/>
              <a:cs typeface="Bree Serif"/>
              <a:sym typeface="Bree Serif"/>
            </a:endParaRPr>
          </a:p>
        </p:txBody>
      </p:sp>
      <p:pic>
        <p:nvPicPr>
          <p:cNvPr id="924" name="Google Shape;924;p83"/>
          <p:cNvPicPr preferRelativeResize="0"/>
          <p:nvPr/>
        </p:nvPicPr>
        <p:blipFill>
          <a:blip r:embed="rId3">
            <a:alphaModFix/>
          </a:blip>
          <a:stretch>
            <a:fillRect/>
          </a:stretch>
        </p:blipFill>
        <p:spPr>
          <a:xfrm>
            <a:off x="9901238" y="1033463"/>
            <a:ext cx="6562725" cy="3076575"/>
          </a:xfrm>
          <a:prstGeom prst="rect">
            <a:avLst/>
          </a:prstGeom>
          <a:noFill/>
          <a:ln>
            <a:noFill/>
          </a:ln>
        </p:spPr>
      </p:pic>
      <mc:AlternateContent xmlns:mc="http://schemas.openxmlformats.org/markup-compatibility/2006">
        <mc:Choice xmlns:p14="http://schemas.microsoft.com/office/powerpoint/2010/main" Requires="p14">
          <p:contentPart p14:bwMode="auto" r:id="rId4">
            <p14:nvContentPartPr>
              <p14:cNvPr id="2" name="Ink 1">
                <a:extLst>
                  <a:ext uri="{FF2B5EF4-FFF2-40B4-BE49-F238E27FC236}">
                    <a16:creationId xmlns:a16="http://schemas.microsoft.com/office/drawing/2014/main" id="{7BB99010-15E7-4237-B2B4-C6F223C91C20}"/>
                  </a:ext>
                </a:extLst>
              </p14:cNvPr>
              <p14:cNvContentPartPr/>
              <p14:nvPr/>
            </p14:nvContentPartPr>
            <p14:xfrm>
              <a:off x="652320" y="88200"/>
              <a:ext cx="8152560" cy="4840920"/>
            </p14:xfrm>
          </p:contentPart>
        </mc:Choice>
        <mc:Fallback>
          <p:pic>
            <p:nvPicPr>
              <p:cNvPr id="2" name="Ink 1">
                <a:extLst>
                  <a:ext uri="{FF2B5EF4-FFF2-40B4-BE49-F238E27FC236}">
                    <a16:creationId xmlns:a16="http://schemas.microsoft.com/office/drawing/2014/main" id="{7BB99010-15E7-4237-B2B4-C6F223C91C20}"/>
                  </a:ext>
                </a:extLst>
              </p:cNvPr>
              <p:cNvPicPr/>
              <p:nvPr/>
            </p:nvPicPr>
            <p:blipFill>
              <a:blip r:embed="rId5"/>
              <a:stretch>
                <a:fillRect/>
              </a:stretch>
            </p:blipFill>
            <p:spPr>
              <a:xfrm>
                <a:off x="642960" y="78840"/>
                <a:ext cx="8171280" cy="4859640"/>
              </a:xfrm>
              <a:prstGeom prst="rect">
                <a:avLst/>
              </a:prstGeom>
            </p:spPr>
          </p:pic>
        </mc:Fallback>
      </mc:AlternateContent>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Shape 928"/>
        <p:cNvGrpSpPr/>
        <p:nvPr/>
      </p:nvGrpSpPr>
      <p:grpSpPr>
        <a:xfrm>
          <a:off x="0" y="0"/>
          <a:ext cx="0" cy="0"/>
          <a:chOff x="0" y="0"/>
          <a:chExt cx="0" cy="0"/>
        </a:xfrm>
      </p:grpSpPr>
      <p:sp>
        <p:nvSpPr>
          <p:cNvPr id="929" name="Google Shape;929;p84"/>
          <p:cNvSpPr txBox="1"/>
          <p:nvPr/>
        </p:nvSpPr>
        <p:spPr>
          <a:xfrm>
            <a:off x="66675" y="336725"/>
            <a:ext cx="1230300" cy="492300"/>
          </a:xfrm>
          <a:prstGeom prst="rect">
            <a:avLst/>
          </a:prstGeom>
          <a:noFill/>
          <a:ln>
            <a:noFill/>
          </a:ln>
        </p:spPr>
        <p:txBody>
          <a:bodyPr spcFirstLastPara="1" wrap="square" lIns="91425" tIns="91425" rIns="91425" bIns="91425" anchor="t" anchorCtr="0">
            <a:noAutofit/>
          </a:bodyPr>
          <a:lstStyle/>
          <a:p>
            <a:pPr marL="0" lvl="0" indent="0" algn="just" rtl="0">
              <a:lnSpc>
                <a:spcPct val="107916"/>
              </a:lnSpc>
              <a:spcBef>
                <a:spcPts val="0"/>
              </a:spcBef>
              <a:spcAft>
                <a:spcPts val="800"/>
              </a:spcAft>
              <a:buNone/>
            </a:pPr>
            <a:r>
              <a:rPr lang="en" sz="1800" b="1" u="sng">
                <a:solidFill>
                  <a:srgbClr val="FF9900"/>
                </a:solidFill>
                <a:latin typeface="Proxima Nova"/>
                <a:ea typeface="Proxima Nova"/>
                <a:cs typeface="Proxima Nova"/>
                <a:sym typeface="Proxima Nova"/>
              </a:rPr>
              <a:t>Solution:</a:t>
            </a:r>
            <a:endParaRPr sz="1800" b="1" u="sng">
              <a:solidFill>
                <a:srgbClr val="FF9900"/>
              </a:solidFill>
              <a:latin typeface="Proxima Nova"/>
              <a:ea typeface="Proxima Nova"/>
              <a:cs typeface="Proxima Nova"/>
              <a:sym typeface="Proxima Nova"/>
            </a:endParaRPr>
          </a:p>
        </p:txBody>
      </p:sp>
      <p:sp>
        <p:nvSpPr>
          <p:cNvPr id="930" name="Google Shape;930;p84"/>
          <p:cNvSpPr txBox="1"/>
          <p:nvPr/>
        </p:nvSpPr>
        <p:spPr>
          <a:xfrm>
            <a:off x="206875" y="733450"/>
            <a:ext cx="7165200" cy="3263100"/>
          </a:xfrm>
          <a:prstGeom prst="rect">
            <a:avLst/>
          </a:prstGeom>
          <a:noFill/>
          <a:ln>
            <a:noFill/>
          </a:ln>
        </p:spPr>
        <p:txBody>
          <a:bodyPr spcFirstLastPara="1" wrap="square" lIns="91425" tIns="91425" rIns="91425" bIns="91425" anchor="t" anchorCtr="0">
            <a:spAutoFit/>
          </a:bodyPr>
          <a:lstStyle/>
          <a:p>
            <a:pPr marL="0" lvl="0" indent="0" algn="just" rtl="0">
              <a:spcBef>
                <a:spcPts val="0"/>
              </a:spcBef>
              <a:spcAft>
                <a:spcPts val="0"/>
              </a:spcAft>
              <a:buNone/>
            </a:pPr>
            <a:r>
              <a:rPr lang="en" sz="2000">
                <a:solidFill>
                  <a:schemeClr val="lt1"/>
                </a:solidFill>
                <a:latin typeface="Proxima Nova"/>
                <a:ea typeface="Proxima Nova"/>
                <a:cs typeface="Proxima Nova"/>
                <a:sym typeface="Proxima Nova"/>
              </a:rPr>
              <a:t>Let  the n positive integers be a</a:t>
            </a:r>
            <a:r>
              <a:rPr lang="en" sz="2000" baseline="-25000">
                <a:solidFill>
                  <a:schemeClr val="lt1"/>
                </a:solidFill>
                <a:latin typeface="Proxima Nova"/>
                <a:ea typeface="Proxima Nova"/>
                <a:cs typeface="Proxima Nova"/>
                <a:sym typeface="Proxima Nova"/>
              </a:rPr>
              <a:t>1</a:t>
            </a:r>
            <a:r>
              <a:rPr lang="en" sz="2000">
                <a:solidFill>
                  <a:schemeClr val="lt1"/>
                </a:solidFill>
                <a:latin typeface="Proxima Nova"/>
                <a:ea typeface="Proxima Nova"/>
                <a:cs typeface="Proxima Nova"/>
                <a:sym typeface="Proxima Nova"/>
              </a:rPr>
              <a:t>, a</a:t>
            </a:r>
            <a:r>
              <a:rPr lang="en" sz="2000" baseline="-25000">
                <a:solidFill>
                  <a:schemeClr val="lt1"/>
                </a:solidFill>
                <a:latin typeface="Proxima Nova"/>
                <a:ea typeface="Proxima Nova"/>
                <a:cs typeface="Proxima Nova"/>
                <a:sym typeface="Proxima Nova"/>
              </a:rPr>
              <a:t>2</a:t>
            </a:r>
            <a:r>
              <a:rPr lang="en" sz="2000">
                <a:solidFill>
                  <a:schemeClr val="lt1"/>
                </a:solidFill>
                <a:latin typeface="Proxima Nova"/>
                <a:ea typeface="Proxima Nova"/>
                <a:cs typeface="Proxima Nova"/>
                <a:sym typeface="Proxima Nova"/>
              </a:rPr>
              <a:t>,....,a</a:t>
            </a:r>
            <a:r>
              <a:rPr lang="en" sz="2000" baseline="-25000">
                <a:solidFill>
                  <a:schemeClr val="lt1"/>
                </a:solidFill>
                <a:latin typeface="Proxima Nova"/>
                <a:ea typeface="Proxima Nova"/>
                <a:cs typeface="Proxima Nova"/>
                <a:sym typeface="Proxima Nova"/>
              </a:rPr>
              <a:t>n</a:t>
            </a:r>
            <a:r>
              <a:rPr lang="en" sz="2000">
                <a:solidFill>
                  <a:schemeClr val="lt1"/>
                </a:solidFill>
                <a:latin typeface="Proxima Nova"/>
                <a:ea typeface="Proxima Nova"/>
                <a:cs typeface="Proxima Nova"/>
                <a:sym typeface="Proxima Nova"/>
              </a:rPr>
              <a:t>. Consider n new positive integers:</a:t>
            </a:r>
            <a:endParaRPr sz="2000">
              <a:solidFill>
                <a:schemeClr val="lt1"/>
              </a:solidFill>
              <a:latin typeface="Proxima Nova"/>
              <a:ea typeface="Proxima Nova"/>
              <a:cs typeface="Proxima Nova"/>
              <a:sym typeface="Proxima Nova"/>
            </a:endParaRPr>
          </a:p>
          <a:p>
            <a:pPr marL="0" lvl="0" indent="0" algn="just" rtl="0">
              <a:spcBef>
                <a:spcPts val="0"/>
              </a:spcBef>
              <a:spcAft>
                <a:spcPts val="0"/>
              </a:spcAft>
              <a:buNone/>
            </a:pPr>
            <a:r>
              <a:rPr lang="en" sz="2000">
                <a:solidFill>
                  <a:schemeClr val="lt1"/>
                </a:solidFill>
                <a:latin typeface="Proxima Nova"/>
                <a:ea typeface="Proxima Nova"/>
                <a:cs typeface="Proxima Nova"/>
                <a:sym typeface="Proxima Nova"/>
              </a:rPr>
              <a:t>b</a:t>
            </a:r>
            <a:r>
              <a:rPr lang="en" sz="2000" baseline="-25000">
                <a:solidFill>
                  <a:schemeClr val="lt1"/>
                </a:solidFill>
                <a:latin typeface="Proxima Nova"/>
                <a:ea typeface="Proxima Nova"/>
                <a:cs typeface="Proxima Nova"/>
                <a:sym typeface="Proxima Nova"/>
              </a:rPr>
              <a:t>1</a:t>
            </a:r>
            <a:r>
              <a:rPr lang="en" sz="2000">
                <a:solidFill>
                  <a:schemeClr val="lt1"/>
                </a:solidFill>
                <a:latin typeface="Proxima Nova"/>
                <a:ea typeface="Proxima Nova"/>
                <a:cs typeface="Proxima Nova"/>
                <a:sym typeface="Proxima Nova"/>
              </a:rPr>
              <a:t> = a</a:t>
            </a:r>
            <a:r>
              <a:rPr lang="en" sz="2000" baseline="-25000">
                <a:solidFill>
                  <a:schemeClr val="lt1"/>
                </a:solidFill>
                <a:latin typeface="Proxima Nova"/>
                <a:ea typeface="Proxima Nova"/>
                <a:cs typeface="Proxima Nova"/>
                <a:sym typeface="Proxima Nova"/>
              </a:rPr>
              <a:t>1</a:t>
            </a:r>
            <a:r>
              <a:rPr lang="en" sz="2000">
                <a:solidFill>
                  <a:schemeClr val="lt1"/>
                </a:solidFill>
                <a:latin typeface="Proxima Nova"/>
                <a:ea typeface="Proxima Nova"/>
                <a:cs typeface="Proxima Nova"/>
                <a:sym typeface="Proxima Nova"/>
              </a:rPr>
              <a:t>, b</a:t>
            </a:r>
            <a:r>
              <a:rPr lang="en" sz="2000" baseline="-25000">
                <a:solidFill>
                  <a:schemeClr val="lt1"/>
                </a:solidFill>
                <a:latin typeface="Proxima Nova"/>
                <a:ea typeface="Proxima Nova"/>
                <a:cs typeface="Proxima Nova"/>
                <a:sym typeface="Proxima Nova"/>
              </a:rPr>
              <a:t>2</a:t>
            </a:r>
            <a:r>
              <a:rPr lang="en" sz="2000">
                <a:solidFill>
                  <a:schemeClr val="lt1"/>
                </a:solidFill>
                <a:latin typeface="Proxima Nova"/>
                <a:ea typeface="Proxima Nova"/>
                <a:cs typeface="Proxima Nova"/>
                <a:sym typeface="Proxima Nova"/>
              </a:rPr>
              <a:t> = a</a:t>
            </a:r>
            <a:r>
              <a:rPr lang="en" sz="2000" baseline="-25000">
                <a:solidFill>
                  <a:schemeClr val="lt1"/>
                </a:solidFill>
                <a:latin typeface="Proxima Nova"/>
                <a:ea typeface="Proxima Nova"/>
                <a:cs typeface="Proxima Nova"/>
                <a:sym typeface="Proxima Nova"/>
              </a:rPr>
              <a:t>1</a:t>
            </a:r>
            <a:r>
              <a:rPr lang="en" sz="2000">
                <a:solidFill>
                  <a:schemeClr val="lt1"/>
                </a:solidFill>
                <a:latin typeface="Proxima Nova"/>
                <a:ea typeface="Proxima Nova"/>
                <a:cs typeface="Proxima Nova"/>
                <a:sym typeface="Proxima Nova"/>
              </a:rPr>
              <a:t> + a</a:t>
            </a:r>
            <a:r>
              <a:rPr lang="en" sz="2000" baseline="-25000">
                <a:solidFill>
                  <a:schemeClr val="lt1"/>
                </a:solidFill>
                <a:latin typeface="Proxima Nova"/>
                <a:ea typeface="Proxima Nova"/>
                <a:cs typeface="Proxima Nova"/>
                <a:sym typeface="Proxima Nova"/>
              </a:rPr>
              <a:t>2</a:t>
            </a:r>
            <a:r>
              <a:rPr lang="en" sz="2000">
                <a:solidFill>
                  <a:schemeClr val="lt1"/>
                </a:solidFill>
                <a:latin typeface="Proxima Nova"/>
                <a:ea typeface="Proxima Nova"/>
                <a:cs typeface="Proxima Nova"/>
                <a:sym typeface="Proxima Nova"/>
              </a:rPr>
              <a:t>, ..... ,  b</a:t>
            </a:r>
            <a:r>
              <a:rPr lang="en" sz="2000" baseline="-25000">
                <a:solidFill>
                  <a:schemeClr val="lt1"/>
                </a:solidFill>
                <a:latin typeface="Proxima Nova"/>
                <a:ea typeface="Proxima Nova"/>
                <a:cs typeface="Proxima Nova"/>
                <a:sym typeface="Proxima Nova"/>
              </a:rPr>
              <a:t>n</a:t>
            </a:r>
            <a:r>
              <a:rPr lang="en" sz="2000">
                <a:solidFill>
                  <a:schemeClr val="lt1"/>
                </a:solidFill>
                <a:latin typeface="Proxima Nova"/>
                <a:ea typeface="Proxima Nova"/>
                <a:cs typeface="Proxima Nova"/>
                <a:sym typeface="Proxima Nova"/>
              </a:rPr>
              <a:t> = a</a:t>
            </a:r>
            <a:r>
              <a:rPr lang="en" sz="2000" baseline="-25000">
                <a:solidFill>
                  <a:schemeClr val="lt1"/>
                </a:solidFill>
                <a:latin typeface="Proxima Nova"/>
                <a:ea typeface="Proxima Nova"/>
                <a:cs typeface="Proxima Nova"/>
                <a:sym typeface="Proxima Nova"/>
              </a:rPr>
              <a:t>1</a:t>
            </a:r>
            <a:r>
              <a:rPr lang="en" sz="2000">
                <a:solidFill>
                  <a:schemeClr val="lt1"/>
                </a:solidFill>
                <a:latin typeface="Proxima Nova"/>
                <a:ea typeface="Proxima Nova"/>
                <a:cs typeface="Proxima Nova"/>
                <a:sym typeface="Proxima Nova"/>
              </a:rPr>
              <a:t> + a</a:t>
            </a:r>
            <a:r>
              <a:rPr lang="en" sz="2000" baseline="-25000">
                <a:solidFill>
                  <a:schemeClr val="lt1"/>
                </a:solidFill>
                <a:latin typeface="Proxima Nova"/>
                <a:ea typeface="Proxima Nova"/>
                <a:cs typeface="Proxima Nova"/>
                <a:sym typeface="Proxima Nova"/>
              </a:rPr>
              <a:t>2</a:t>
            </a:r>
            <a:r>
              <a:rPr lang="en" sz="2000">
                <a:solidFill>
                  <a:schemeClr val="lt1"/>
                </a:solidFill>
                <a:latin typeface="Proxima Nova"/>
                <a:ea typeface="Proxima Nova"/>
                <a:cs typeface="Proxima Nova"/>
                <a:sym typeface="Proxima Nova"/>
              </a:rPr>
              <a:t> +.....+ a</a:t>
            </a:r>
            <a:r>
              <a:rPr lang="en" sz="2000" baseline="-25000">
                <a:solidFill>
                  <a:schemeClr val="lt1"/>
                </a:solidFill>
                <a:latin typeface="Proxima Nova"/>
                <a:ea typeface="Proxima Nova"/>
                <a:cs typeface="Proxima Nova"/>
                <a:sym typeface="Proxima Nova"/>
              </a:rPr>
              <a:t>n</a:t>
            </a:r>
            <a:r>
              <a:rPr lang="en" sz="2000">
                <a:solidFill>
                  <a:schemeClr val="lt1"/>
                </a:solidFill>
                <a:latin typeface="Proxima Nova"/>
                <a:ea typeface="Proxima Nova"/>
                <a:cs typeface="Proxima Nova"/>
                <a:sym typeface="Proxima Nova"/>
              </a:rPr>
              <a:t>.</a:t>
            </a:r>
            <a:endParaRPr sz="2000">
              <a:solidFill>
                <a:schemeClr val="lt1"/>
              </a:solidFill>
              <a:latin typeface="Proxima Nova"/>
              <a:ea typeface="Proxima Nova"/>
              <a:cs typeface="Proxima Nova"/>
              <a:sym typeface="Proxima Nova"/>
            </a:endParaRPr>
          </a:p>
          <a:p>
            <a:pPr marL="0" lvl="0" indent="0" algn="just" rtl="0">
              <a:spcBef>
                <a:spcPts val="0"/>
              </a:spcBef>
              <a:spcAft>
                <a:spcPts val="0"/>
              </a:spcAft>
              <a:buNone/>
            </a:pPr>
            <a:r>
              <a:rPr lang="en" sz="2000">
                <a:solidFill>
                  <a:schemeClr val="lt1"/>
                </a:solidFill>
                <a:latin typeface="Proxima Nova"/>
                <a:ea typeface="Proxima Nova"/>
                <a:cs typeface="Proxima Nova"/>
                <a:sym typeface="Proxima Nova"/>
              </a:rPr>
              <a:t>Then all the n values are distinct. When some of b</a:t>
            </a:r>
            <a:r>
              <a:rPr lang="en" sz="2000" baseline="-25000">
                <a:solidFill>
                  <a:schemeClr val="lt1"/>
                </a:solidFill>
                <a:latin typeface="Proxima Nova"/>
                <a:ea typeface="Proxima Nova"/>
                <a:cs typeface="Proxima Nova"/>
                <a:sym typeface="Proxima Nova"/>
              </a:rPr>
              <a:t>1</a:t>
            </a:r>
            <a:r>
              <a:rPr lang="en" sz="2000">
                <a:solidFill>
                  <a:schemeClr val="lt1"/>
                </a:solidFill>
                <a:latin typeface="Proxima Nova"/>
                <a:ea typeface="Proxima Nova"/>
                <a:cs typeface="Proxima Nova"/>
                <a:sym typeface="Proxima Nova"/>
              </a:rPr>
              <a:t>, b</a:t>
            </a:r>
            <a:r>
              <a:rPr lang="en" sz="2000" baseline="-25000">
                <a:solidFill>
                  <a:schemeClr val="lt1"/>
                </a:solidFill>
                <a:latin typeface="Proxima Nova"/>
                <a:ea typeface="Proxima Nova"/>
                <a:cs typeface="Proxima Nova"/>
                <a:sym typeface="Proxima Nova"/>
              </a:rPr>
              <a:t>2</a:t>
            </a:r>
            <a:r>
              <a:rPr lang="en" sz="2000">
                <a:solidFill>
                  <a:schemeClr val="lt1"/>
                </a:solidFill>
                <a:latin typeface="Proxima Nova"/>
                <a:ea typeface="Proxima Nova"/>
                <a:cs typeface="Proxima Nova"/>
                <a:sym typeface="Proxima Nova"/>
              </a:rPr>
              <a:t>,....b</a:t>
            </a:r>
            <a:r>
              <a:rPr lang="en" sz="2000" baseline="-25000">
                <a:solidFill>
                  <a:schemeClr val="lt1"/>
                </a:solidFill>
                <a:latin typeface="Proxima Nova"/>
                <a:ea typeface="Proxima Nova"/>
                <a:cs typeface="Proxima Nova"/>
                <a:sym typeface="Proxima Nova"/>
              </a:rPr>
              <a:t>n</a:t>
            </a:r>
            <a:r>
              <a:rPr lang="en" sz="2000">
                <a:solidFill>
                  <a:schemeClr val="lt1"/>
                </a:solidFill>
                <a:latin typeface="Proxima Nova"/>
                <a:ea typeface="Proxima Nova"/>
                <a:cs typeface="Proxima Nova"/>
                <a:sym typeface="Proxima Nova"/>
              </a:rPr>
              <a:t> is divisible by n,  the conclusion is proven. Otherwise, if all b</a:t>
            </a:r>
            <a:r>
              <a:rPr lang="en" sz="2000" baseline="-25000">
                <a:solidFill>
                  <a:schemeClr val="lt1"/>
                </a:solidFill>
                <a:latin typeface="Proxima Nova"/>
                <a:ea typeface="Proxima Nova"/>
                <a:cs typeface="Proxima Nova"/>
                <a:sym typeface="Proxima Nova"/>
              </a:rPr>
              <a:t>i</a:t>
            </a:r>
            <a:r>
              <a:rPr lang="en" sz="2000">
                <a:solidFill>
                  <a:schemeClr val="lt1"/>
                </a:solidFill>
                <a:latin typeface="Proxima Nova"/>
                <a:ea typeface="Proxima Nova"/>
                <a:cs typeface="Proxima Nova"/>
                <a:sym typeface="Proxima Nova"/>
              </a:rPr>
              <a:t> are not divisible by n, then their remainders are all not zero, i.e. at most they can take n –1 different values. By the pigeonhole principle, there must be b</a:t>
            </a:r>
            <a:r>
              <a:rPr lang="en" sz="2000" baseline="-25000">
                <a:solidFill>
                  <a:schemeClr val="lt1"/>
                </a:solidFill>
                <a:latin typeface="Proxima Nova"/>
                <a:ea typeface="Proxima Nova"/>
                <a:cs typeface="Proxima Nova"/>
                <a:sym typeface="Proxima Nova"/>
              </a:rPr>
              <a:t>i</a:t>
            </a:r>
            <a:r>
              <a:rPr lang="en" sz="2000">
                <a:solidFill>
                  <a:schemeClr val="lt1"/>
                </a:solidFill>
                <a:latin typeface="Proxima Nova"/>
                <a:ea typeface="Proxima Nova"/>
                <a:cs typeface="Proxima Nova"/>
                <a:sym typeface="Proxima Nova"/>
              </a:rPr>
              <a:t> and b</a:t>
            </a:r>
            <a:r>
              <a:rPr lang="en" sz="2000" baseline="-25000">
                <a:solidFill>
                  <a:schemeClr val="lt1"/>
                </a:solidFill>
                <a:latin typeface="Proxima Nova"/>
                <a:ea typeface="Proxima Nova"/>
                <a:cs typeface="Proxima Nova"/>
                <a:sym typeface="Proxima Nova"/>
              </a:rPr>
              <a:t>j</a:t>
            </a:r>
            <a:r>
              <a:rPr lang="en" sz="2000">
                <a:solidFill>
                  <a:schemeClr val="lt1"/>
                </a:solidFill>
                <a:latin typeface="Proxima Nova"/>
                <a:ea typeface="Proxima Nova"/>
                <a:cs typeface="Proxima Nova"/>
                <a:sym typeface="Proxima Nova"/>
              </a:rPr>
              <a:t> with i &lt; j such that b</a:t>
            </a:r>
            <a:r>
              <a:rPr lang="en" sz="2000" baseline="-25000">
                <a:solidFill>
                  <a:schemeClr val="lt1"/>
                </a:solidFill>
                <a:latin typeface="Proxima Nova"/>
                <a:ea typeface="Proxima Nova"/>
                <a:cs typeface="Proxima Nova"/>
                <a:sym typeface="Proxima Nova"/>
              </a:rPr>
              <a:t>j</a:t>
            </a:r>
            <a:r>
              <a:rPr lang="en" sz="2000">
                <a:solidFill>
                  <a:schemeClr val="lt1"/>
                </a:solidFill>
                <a:latin typeface="Proxima Nova"/>
                <a:ea typeface="Proxima Nova"/>
                <a:cs typeface="Proxima Nova"/>
                <a:sym typeface="Proxima Nova"/>
              </a:rPr>
              <a:t> – b</a:t>
            </a:r>
            <a:r>
              <a:rPr lang="en" sz="2000" baseline="-25000">
                <a:solidFill>
                  <a:schemeClr val="lt1"/>
                </a:solidFill>
                <a:latin typeface="Proxima Nova"/>
                <a:ea typeface="Proxima Nova"/>
                <a:cs typeface="Proxima Nova"/>
                <a:sym typeface="Proxima Nova"/>
              </a:rPr>
              <a:t>i</a:t>
            </a:r>
            <a:r>
              <a:rPr lang="en" sz="2000">
                <a:solidFill>
                  <a:schemeClr val="lt1"/>
                </a:solidFill>
                <a:latin typeface="Proxima Nova"/>
                <a:ea typeface="Proxima Nova"/>
                <a:cs typeface="Proxima Nova"/>
                <a:sym typeface="Proxima Nova"/>
              </a:rPr>
              <a:t> ≠ 0 is divisible by n. Since b</a:t>
            </a:r>
            <a:r>
              <a:rPr lang="en" sz="2000" baseline="-25000">
                <a:solidFill>
                  <a:schemeClr val="lt1"/>
                </a:solidFill>
                <a:latin typeface="Proxima Nova"/>
                <a:ea typeface="Proxima Nova"/>
                <a:cs typeface="Proxima Nova"/>
                <a:sym typeface="Proxima Nova"/>
              </a:rPr>
              <a:t>j</a:t>
            </a:r>
            <a:r>
              <a:rPr lang="en" sz="2000">
                <a:solidFill>
                  <a:schemeClr val="lt1"/>
                </a:solidFill>
                <a:latin typeface="Proxima Nova"/>
                <a:ea typeface="Proxima Nova"/>
                <a:cs typeface="Proxima Nova"/>
                <a:sym typeface="Proxima Nova"/>
              </a:rPr>
              <a:t> – b</a:t>
            </a:r>
            <a:r>
              <a:rPr lang="en" sz="2000" baseline="-25000">
                <a:solidFill>
                  <a:schemeClr val="lt1"/>
                </a:solidFill>
                <a:latin typeface="Proxima Nova"/>
                <a:ea typeface="Proxima Nova"/>
                <a:cs typeface="Proxima Nova"/>
                <a:sym typeface="Proxima Nova"/>
              </a:rPr>
              <a:t>i</a:t>
            </a:r>
            <a:r>
              <a:rPr lang="en" sz="2000">
                <a:solidFill>
                  <a:schemeClr val="lt1"/>
                </a:solidFill>
                <a:latin typeface="Proxima Nova"/>
                <a:ea typeface="Proxima Nova"/>
                <a:cs typeface="Proxima Nova"/>
                <a:sym typeface="Proxima Nova"/>
              </a:rPr>
              <a:t> = a</a:t>
            </a:r>
            <a:r>
              <a:rPr lang="en" sz="2000" baseline="-25000">
                <a:solidFill>
                  <a:schemeClr val="lt1"/>
                </a:solidFill>
                <a:latin typeface="Proxima Nova"/>
                <a:ea typeface="Proxima Nova"/>
                <a:cs typeface="Proxima Nova"/>
                <a:sym typeface="Proxima Nova"/>
              </a:rPr>
              <a:t>i + 1</a:t>
            </a:r>
            <a:r>
              <a:rPr lang="en" sz="2000">
                <a:solidFill>
                  <a:schemeClr val="lt1"/>
                </a:solidFill>
                <a:latin typeface="Proxima Nova"/>
                <a:ea typeface="Proxima Nova"/>
                <a:cs typeface="Proxima Nova"/>
                <a:sym typeface="Proxima Nova"/>
              </a:rPr>
              <a:t> + a</a:t>
            </a:r>
            <a:r>
              <a:rPr lang="en" sz="2000" baseline="-25000">
                <a:solidFill>
                  <a:schemeClr val="lt1"/>
                </a:solidFill>
                <a:latin typeface="Proxima Nova"/>
                <a:ea typeface="Proxima Nova"/>
                <a:cs typeface="Proxima Nova"/>
                <a:sym typeface="Proxima Nova"/>
              </a:rPr>
              <a:t>i + 2</a:t>
            </a:r>
            <a:r>
              <a:rPr lang="en" sz="2000">
                <a:solidFill>
                  <a:schemeClr val="lt1"/>
                </a:solidFill>
                <a:latin typeface="Proxima Nova"/>
                <a:ea typeface="Proxima Nova"/>
                <a:cs typeface="Proxima Nova"/>
                <a:sym typeface="Proxima Nova"/>
              </a:rPr>
              <a:t> +....+a</a:t>
            </a:r>
            <a:r>
              <a:rPr lang="en" sz="2000" baseline="-25000">
                <a:solidFill>
                  <a:schemeClr val="lt1"/>
                </a:solidFill>
                <a:latin typeface="Proxima Nova"/>
                <a:ea typeface="Proxima Nova"/>
                <a:cs typeface="Proxima Nova"/>
                <a:sym typeface="Proxima Nova"/>
              </a:rPr>
              <a:t>j</a:t>
            </a:r>
            <a:r>
              <a:rPr lang="en" sz="2000">
                <a:solidFill>
                  <a:schemeClr val="lt1"/>
                </a:solidFill>
                <a:latin typeface="Proxima Nova"/>
                <a:ea typeface="Proxima Nova"/>
                <a:cs typeface="Proxima Nova"/>
                <a:sym typeface="Proxima Nova"/>
              </a:rPr>
              <a:t> is a sum of some given numbers, the conclusion is proven..</a:t>
            </a:r>
            <a:endParaRP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Shape 934"/>
        <p:cNvGrpSpPr/>
        <p:nvPr/>
      </p:nvGrpSpPr>
      <p:grpSpPr>
        <a:xfrm>
          <a:off x="0" y="0"/>
          <a:ext cx="0" cy="0"/>
          <a:chOff x="0" y="0"/>
          <a:chExt cx="0" cy="0"/>
        </a:xfrm>
      </p:grpSpPr>
      <p:sp>
        <p:nvSpPr>
          <p:cNvPr id="935" name="Google Shape;935;p85"/>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936" name="Google Shape;936;p85"/>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Autofit/>
          </a:bodyPr>
          <a:lstStyle/>
          <a:p>
            <a:pPr marL="0" lvl="0" indent="0" algn="l" rtl="0">
              <a:spcBef>
                <a:spcPts val="0"/>
              </a:spcBef>
              <a:spcAft>
                <a:spcPts val="1600"/>
              </a:spcAft>
              <a:buNone/>
            </a:pPr>
            <a:endParaRPr/>
          </a:p>
        </p:txBody>
      </p:sp>
      <p:pic>
        <p:nvPicPr>
          <p:cNvPr id="937" name="Google Shape;937;p85"/>
          <p:cNvPicPr preferRelativeResize="0"/>
          <p:nvPr/>
        </p:nvPicPr>
        <p:blipFill>
          <a:blip r:embed="rId3">
            <a:alphaModFix/>
          </a:blip>
          <a:stretch>
            <a:fillRect/>
          </a:stretch>
        </p:blipFill>
        <p:spPr>
          <a:xfrm>
            <a:off x="0" y="0"/>
            <a:ext cx="9144000" cy="5143500"/>
          </a:xfrm>
          <a:prstGeom prst="rect">
            <a:avLst/>
          </a:prstGeom>
          <a:noFill/>
          <a:ln>
            <a:noFill/>
          </a:ln>
        </p:spPr>
      </p:pic>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Shape 941"/>
        <p:cNvGrpSpPr/>
        <p:nvPr/>
      </p:nvGrpSpPr>
      <p:grpSpPr>
        <a:xfrm>
          <a:off x="0" y="0"/>
          <a:ext cx="0" cy="0"/>
          <a:chOff x="0" y="0"/>
          <a:chExt cx="0" cy="0"/>
        </a:xfrm>
      </p:grpSpPr>
      <p:sp>
        <p:nvSpPr>
          <p:cNvPr id="942" name="Google Shape;942;p86"/>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943" name="Google Shape;943;p86"/>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Autofit/>
          </a:bodyPr>
          <a:lstStyle/>
          <a:p>
            <a:pPr marL="0" lvl="0" indent="0" algn="l" rtl="0">
              <a:spcBef>
                <a:spcPts val="0"/>
              </a:spcBef>
              <a:spcAft>
                <a:spcPts val="1600"/>
              </a:spcAft>
              <a:buNone/>
            </a:pPr>
            <a:endParaRPr/>
          </a:p>
        </p:txBody>
      </p:sp>
      <p:pic>
        <p:nvPicPr>
          <p:cNvPr id="944" name="Google Shape;944;p86"/>
          <p:cNvPicPr preferRelativeResize="0"/>
          <p:nvPr/>
        </p:nvPicPr>
        <p:blipFill>
          <a:blip r:embed="rId3">
            <a:alphaModFix/>
          </a:blip>
          <a:stretch>
            <a:fillRect/>
          </a:stretch>
        </p:blipFill>
        <p:spPr>
          <a:xfrm>
            <a:off x="0" y="0"/>
            <a:ext cx="9144000" cy="5143500"/>
          </a:xfrm>
          <a:prstGeom prst="rect">
            <a:avLst/>
          </a:prstGeom>
          <a:noFill/>
          <a:ln>
            <a:noFill/>
          </a:ln>
        </p:spPr>
      </p:pic>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Shape 948"/>
        <p:cNvGrpSpPr/>
        <p:nvPr/>
      </p:nvGrpSpPr>
      <p:grpSpPr>
        <a:xfrm>
          <a:off x="0" y="0"/>
          <a:ext cx="0" cy="0"/>
          <a:chOff x="0" y="0"/>
          <a:chExt cx="0" cy="0"/>
        </a:xfrm>
      </p:grpSpPr>
      <p:sp>
        <p:nvSpPr>
          <p:cNvPr id="949" name="Google Shape;949;p87"/>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950" name="Google Shape;950;p87"/>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Autofit/>
          </a:bodyPr>
          <a:lstStyle/>
          <a:p>
            <a:pPr marL="0" lvl="0" indent="0" algn="l" rtl="0">
              <a:spcBef>
                <a:spcPts val="0"/>
              </a:spcBef>
              <a:spcAft>
                <a:spcPts val="1600"/>
              </a:spcAft>
              <a:buNone/>
            </a:pPr>
            <a:endParaRPr/>
          </a:p>
        </p:txBody>
      </p:sp>
      <p:pic>
        <p:nvPicPr>
          <p:cNvPr id="951" name="Google Shape;951;p87"/>
          <p:cNvPicPr preferRelativeResize="0"/>
          <p:nvPr/>
        </p:nvPicPr>
        <p:blipFill>
          <a:blip r:embed="rId3">
            <a:alphaModFix/>
          </a:blip>
          <a:stretch>
            <a:fillRect/>
          </a:stretch>
        </p:blipFill>
        <p:spPr>
          <a:xfrm>
            <a:off x="0" y="0"/>
            <a:ext cx="9144000" cy="5143500"/>
          </a:xfrm>
          <a:prstGeom prst="rect">
            <a:avLst/>
          </a:prstGeom>
          <a:noFill/>
          <a:ln>
            <a:noFill/>
          </a:ln>
        </p:spPr>
      </p:pic>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bg>
      <p:bgPr>
        <a:solidFill>
          <a:srgbClr val="FFD966"/>
        </a:solidFill>
        <a:effectLst/>
      </p:bgPr>
    </p:bg>
    <p:spTree>
      <p:nvGrpSpPr>
        <p:cNvPr id="1" name="Shape 955"/>
        <p:cNvGrpSpPr/>
        <p:nvPr/>
      </p:nvGrpSpPr>
      <p:grpSpPr>
        <a:xfrm>
          <a:off x="0" y="0"/>
          <a:ext cx="0" cy="0"/>
          <a:chOff x="0" y="0"/>
          <a:chExt cx="0" cy="0"/>
        </a:xfrm>
      </p:grpSpPr>
      <p:pic>
        <p:nvPicPr>
          <p:cNvPr id="956" name="Google Shape;956;p88"/>
          <p:cNvPicPr preferRelativeResize="0"/>
          <p:nvPr/>
        </p:nvPicPr>
        <p:blipFill rotWithShape="1">
          <a:blip r:embed="rId3">
            <a:alphaModFix/>
          </a:blip>
          <a:srcRect/>
          <a:stretch/>
        </p:blipFill>
        <p:spPr>
          <a:xfrm>
            <a:off x="52275" y="0"/>
            <a:ext cx="1107432" cy="519563"/>
          </a:xfrm>
          <a:prstGeom prst="rect">
            <a:avLst/>
          </a:prstGeom>
          <a:noFill/>
          <a:ln>
            <a:noFill/>
          </a:ln>
        </p:spPr>
      </p:pic>
      <p:pic>
        <p:nvPicPr>
          <p:cNvPr id="957" name="Google Shape;957;p88"/>
          <p:cNvPicPr preferRelativeResize="0"/>
          <p:nvPr/>
        </p:nvPicPr>
        <p:blipFill rotWithShape="1">
          <a:blip r:embed="rId4">
            <a:alphaModFix amt="71000"/>
          </a:blip>
          <a:srcRect l="10081" r="2779"/>
          <a:stretch/>
        </p:blipFill>
        <p:spPr>
          <a:xfrm>
            <a:off x="31789" y="2355562"/>
            <a:ext cx="9144001" cy="2802506"/>
          </a:xfrm>
          <a:prstGeom prst="rect">
            <a:avLst/>
          </a:prstGeom>
          <a:noFill/>
          <a:ln>
            <a:noFill/>
          </a:ln>
          <a:effectLst>
            <a:outerShdw blurRad="214313" dist="171450" dir="8820000" algn="bl" rotWithShape="0">
              <a:srgbClr val="000000">
                <a:alpha val="74000"/>
              </a:srgbClr>
            </a:outerShdw>
          </a:effectLst>
        </p:spPr>
      </p:pic>
      <p:sp>
        <p:nvSpPr>
          <p:cNvPr id="958" name="Google Shape;958;p88"/>
          <p:cNvSpPr txBox="1"/>
          <p:nvPr/>
        </p:nvSpPr>
        <p:spPr>
          <a:xfrm>
            <a:off x="3055400" y="449079"/>
            <a:ext cx="2725500" cy="28026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 sz="3600">
                <a:solidFill>
                  <a:srgbClr val="A61C00"/>
                </a:solidFill>
                <a:latin typeface="Zilla Slab"/>
                <a:ea typeface="Zilla Slab"/>
                <a:cs typeface="Zilla Slab"/>
                <a:sym typeface="Zilla Slab"/>
              </a:rPr>
              <a:t>Let’s Bring</a:t>
            </a:r>
            <a:endParaRPr sz="3600">
              <a:solidFill>
                <a:srgbClr val="A61C00"/>
              </a:solidFill>
              <a:latin typeface="Zilla Slab"/>
              <a:ea typeface="Zilla Slab"/>
              <a:cs typeface="Zilla Slab"/>
              <a:sym typeface="Zilla Slab"/>
            </a:endParaRPr>
          </a:p>
          <a:p>
            <a:pPr marL="0" lvl="0" indent="0" algn="ctr" rtl="0">
              <a:spcBef>
                <a:spcPts val="0"/>
              </a:spcBef>
              <a:spcAft>
                <a:spcPts val="0"/>
              </a:spcAft>
              <a:buNone/>
            </a:pPr>
            <a:r>
              <a:rPr lang="en" sz="5200" b="1">
                <a:solidFill>
                  <a:srgbClr val="A61C00"/>
                </a:solidFill>
                <a:latin typeface="Zilla Slab"/>
                <a:ea typeface="Zilla Slab"/>
                <a:cs typeface="Zilla Slab"/>
                <a:sym typeface="Zilla Slab"/>
              </a:rPr>
              <a:t>GOLD</a:t>
            </a:r>
            <a:r>
              <a:rPr lang="en" sz="4000">
                <a:solidFill>
                  <a:srgbClr val="A61C00"/>
                </a:solidFill>
                <a:latin typeface="Zilla Slab"/>
                <a:ea typeface="Zilla Slab"/>
                <a:cs typeface="Zilla Slab"/>
                <a:sym typeface="Zilla Slab"/>
              </a:rPr>
              <a:t> </a:t>
            </a:r>
            <a:endParaRPr sz="4000">
              <a:solidFill>
                <a:srgbClr val="A61C00"/>
              </a:solidFill>
              <a:latin typeface="Zilla Slab"/>
              <a:ea typeface="Zilla Slab"/>
              <a:cs typeface="Zilla Slab"/>
              <a:sym typeface="Zilla Slab"/>
            </a:endParaRPr>
          </a:p>
          <a:p>
            <a:pPr marL="0" lvl="0" indent="0" algn="ctr" rtl="0">
              <a:spcBef>
                <a:spcPts val="0"/>
              </a:spcBef>
              <a:spcAft>
                <a:spcPts val="0"/>
              </a:spcAft>
              <a:buNone/>
            </a:pPr>
            <a:r>
              <a:rPr lang="en" sz="3600">
                <a:solidFill>
                  <a:srgbClr val="A61C00"/>
                </a:solidFill>
                <a:latin typeface="Zilla Slab"/>
                <a:ea typeface="Zilla Slab"/>
                <a:cs typeface="Zilla Slab"/>
                <a:sym typeface="Zilla Slab"/>
              </a:rPr>
              <a:t>For</a:t>
            </a:r>
            <a:endParaRPr sz="3600">
              <a:solidFill>
                <a:srgbClr val="A61C00"/>
              </a:solidFill>
              <a:latin typeface="Zilla Slab"/>
              <a:ea typeface="Zilla Slab"/>
              <a:cs typeface="Zilla Slab"/>
              <a:sym typeface="Zilla Slab"/>
            </a:endParaRPr>
          </a:p>
          <a:p>
            <a:pPr marL="0" lvl="0" indent="0" algn="ctr" rtl="0">
              <a:spcBef>
                <a:spcPts val="0"/>
              </a:spcBef>
              <a:spcAft>
                <a:spcPts val="0"/>
              </a:spcAft>
              <a:buNone/>
            </a:pPr>
            <a:r>
              <a:rPr lang="en" sz="5600" b="1">
                <a:solidFill>
                  <a:srgbClr val="A61C00"/>
                </a:solidFill>
                <a:latin typeface="Zilla Slab"/>
                <a:ea typeface="Zilla Slab"/>
                <a:cs typeface="Zilla Slab"/>
                <a:sym typeface="Zilla Slab"/>
              </a:rPr>
              <a:t>INDIA</a:t>
            </a:r>
            <a:endParaRPr sz="5600" b="1">
              <a:solidFill>
                <a:srgbClr val="A61C00"/>
              </a:solidFill>
              <a:latin typeface="Zilla Slab"/>
              <a:ea typeface="Zilla Slab"/>
              <a:cs typeface="Zilla Slab"/>
              <a:sym typeface="Zilla Slab"/>
            </a:endParaRPr>
          </a:p>
        </p:txBody>
      </p:sp>
      <p:pic>
        <p:nvPicPr>
          <p:cNvPr id="959" name="Google Shape;959;p88"/>
          <p:cNvPicPr preferRelativeResize="0"/>
          <p:nvPr/>
        </p:nvPicPr>
        <p:blipFill rotWithShape="1">
          <a:blip r:embed="rId5">
            <a:alphaModFix/>
          </a:blip>
          <a:srcRect r="66134"/>
          <a:stretch/>
        </p:blipFill>
        <p:spPr>
          <a:xfrm>
            <a:off x="6280415" y="471926"/>
            <a:ext cx="1998345" cy="1962174"/>
          </a:xfrm>
          <a:prstGeom prst="rect">
            <a:avLst/>
          </a:prstGeom>
          <a:noFill/>
          <a:ln>
            <a:noFill/>
          </a:ln>
        </p:spPr>
      </p:pic>
      <p:pic>
        <p:nvPicPr>
          <p:cNvPr id="960" name="Google Shape;960;p88"/>
          <p:cNvPicPr preferRelativeResize="0"/>
          <p:nvPr/>
        </p:nvPicPr>
        <p:blipFill rotWithShape="1">
          <a:blip r:embed="rId6">
            <a:alphaModFix/>
          </a:blip>
          <a:srcRect/>
          <a:stretch/>
        </p:blipFill>
        <p:spPr>
          <a:xfrm>
            <a:off x="7381700" y="2857702"/>
            <a:ext cx="1665125" cy="2152449"/>
          </a:xfrm>
          <a:prstGeom prst="rect">
            <a:avLst/>
          </a:prstGeom>
          <a:noFill/>
          <a:ln>
            <a:noFill/>
          </a:ln>
        </p:spPr>
      </p:pic>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64"/>
        <p:cNvGrpSpPr/>
        <p:nvPr/>
      </p:nvGrpSpPr>
      <p:grpSpPr>
        <a:xfrm>
          <a:off x="0" y="0"/>
          <a:ext cx="0" cy="0"/>
          <a:chOff x="0" y="0"/>
          <a:chExt cx="0" cy="0"/>
        </a:xfrm>
      </p:grpSpPr>
      <p:pic>
        <p:nvPicPr>
          <p:cNvPr id="965" name="Google Shape;965;p89"/>
          <p:cNvPicPr preferRelativeResize="0"/>
          <p:nvPr/>
        </p:nvPicPr>
        <p:blipFill rotWithShape="1">
          <a:blip r:embed="rId3">
            <a:alphaModFix/>
          </a:blip>
          <a:srcRect t="14719" b="23746"/>
          <a:stretch/>
        </p:blipFill>
        <p:spPr>
          <a:xfrm>
            <a:off x="346675" y="1501300"/>
            <a:ext cx="3586675" cy="3316713"/>
          </a:xfrm>
          <a:prstGeom prst="rect">
            <a:avLst/>
          </a:prstGeom>
          <a:noFill/>
          <a:ln>
            <a:noFill/>
          </a:ln>
        </p:spPr>
      </p:pic>
      <p:sp>
        <p:nvSpPr>
          <p:cNvPr id="966" name="Google Shape;966;p89"/>
          <p:cNvSpPr txBox="1"/>
          <p:nvPr/>
        </p:nvSpPr>
        <p:spPr>
          <a:xfrm>
            <a:off x="346675" y="720350"/>
            <a:ext cx="6061200" cy="7779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2800" b="1">
                <a:solidFill>
                  <a:srgbClr val="FF8E57"/>
                </a:solidFill>
                <a:latin typeface="Comic Sans MS"/>
                <a:ea typeface="Comic Sans MS"/>
                <a:cs typeface="Comic Sans MS"/>
                <a:sym typeface="Comic Sans MS"/>
              </a:rPr>
              <a:t>If you liked the session, then</a:t>
            </a:r>
            <a:endParaRPr sz="2800" b="1">
              <a:solidFill>
                <a:srgbClr val="FF8E57"/>
              </a:solidFill>
              <a:latin typeface="Comic Sans MS"/>
              <a:ea typeface="Comic Sans MS"/>
              <a:cs typeface="Comic Sans MS"/>
              <a:sym typeface="Comic Sans MS"/>
            </a:endParaRPr>
          </a:p>
        </p:txBody>
      </p:sp>
    </p:spTree>
  </p:cSld>
  <p:clrMapOvr>
    <a:masterClrMapping/>
  </p:clrMapOvr>
</p:sld>
</file>

<file path=ppt/theme/theme1.xml><?xml version="1.0" encoding="utf-8"?>
<a:theme xmlns:a="http://schemas.openxmlformats.org/drawingml/2006/main"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Wavebook v1">
  <a:themeElements>
    <a:clrScheme name="Simple Light">
      <a:dk1>
        <a:srgbClr val="000000"/>
      </a:dk1>
      <a:lt1>
        <a:srgbClr val="FFFFFF"/>
      </a:lt1>
      <a:dk2>
        <a:srgbClr val="595959"/>
      </a:dk2>
      <a:lt2>
        <a:srgbClr val="EEEEEE"/>
      </a:lt2>
      <a:accent1>
        <a:srgbClr val="FFAB40"/>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1523</Words>
  <Application>Microsoft Office PowerPoint</Application>
  <PresentationFormat>On-screen Show (16:9)</PresentationFormat>
  <Paragraphs>109</Paragraphs>
  <Slides>35</Slides>
  <Notes>35</Notes>
  <HiddenSlides>0</HiddenSlides>
  <MMClips>0</MMClips>
  <ScaleCrop>false</ScaleCrop>
  <HeadingPairs>
    <vt:vector size="6" baseType="variant">
      <vt:variant>
        <vt:lpstr>Fonts Used</vt:lpstr>
      </vt:variant>
      <vt:variant>
        <vt:i4>9</vt:i4>
      </vt:variant>
      <vt:variant>
        <vt:lpstr>Theme</vt:lpstr>
      </vt:variant>
      <vt:variant>
        <vt:i4>2</vt:i4>
      </vt:variant>
      <vt:variant>
        <vt:lpstr>Slide Titles</vt:lpstr>
      </vt:variant>
      <vt:variant>
        <vt:i4>35</vt:i4>
      </vt:variant>
    </vt:vector>
  </HeadingPairs>
  <TitlesOfParts>
    <vt:vector size="46" baseType="lpstr">
      <vt:lpstr>Proxima Nova</vt:lpstr>
      <vt:lpstr>Zilla Slab</vt:lpstr>
      <vt:lpstr>Proxima Nova Semibold</vt:lpstr>
      <vt:lpstr>Arial</vt:lpstr>
      <vt:lpstr>Montserrat</vt:lpstr>
      <vt:lpstr>Poppins</vt:lpstr>
      <vt:lpstr>Cambria Math</vt:lpstr>
      <vt:lpstr>Bree Serif</vt:lpstr>
      <vt:lpstr>Comic Sans MS</vt:lpstr>
      <vt:lpstr>Simple Light</vt:lpstr>
      <vt:lpstr>Wavebook v1</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Pigeonhole Principle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cp:lastModifiedBy>Abhay Mahajan</cp:lastModifiedBy>
  <cp:revision>1</cp:revision>
  <dcterms:modified xsi:type="dcterms:W3CDTF">2021-06-24T09:22:06Z</dcterms:modified>
</cp:coreProperties>
</file>