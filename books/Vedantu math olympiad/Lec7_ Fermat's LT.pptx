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ink/ink4.xml" ContentType="application/inkml+xml"/>
  <Override PartName="/ppt/notesSlides/notesSlide6.xml" ContentType="application/vnd.openxmlformats-officedocument.presentationml.notesSlide+xml"/>
  <Override PartName="/ppt/ink/ink5.xml" ContentType="application/inkml+xml"/>
  <Override PartName="/ppt/notesSlides/notesSlide7.xml" ContentType="application/vnd.openxmlformats-officedocument.presentationml.notesSlide+xml"/>
  <Override PartName="/ppt/ink/ink6.xml" ContentType="application/inkml+xml"/>
  <Override PartName="/ppt/notesSlides/notesSlide8.xml" ContentType="application/vnd.openxmlformats-officedocument.presentationml.notesSlide+xml"/>
  <Override PartName="/ppt/ink/ink7.xml" ContentType="application/inkml+xml"/>
  <Override PartName="/ppt/notesSlides/notesSlide9.xml" ContentType="application/vnd.openxmlformats-officedocument.presentationml.notesSlide+xml"/>
  <Override PartName="/ppt/ink/ink8.xml" ContentType="application/inkml+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2.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3.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4.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5.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6.xml" ContentType="application/inkml+xml"/>
  <Override PartName="/ppt/notesSlides/notesSlide24.xml" ContentType="application/vnd.openxmlformats-officedocument.presentationml.notesSlide+xml"/>
  <Override PartName="/ppt/ink/ink17.xml" ContentType="application/inkml+xml"/>
  <Override PartName="/ppt/ink/ink18.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9.xml" ContentType="application/inkml+xml"/>
  <Override PartName="/ppt/ink/ink20.xml" ContentType="application/inkml+xml"/>
  <Override PartName="/ppt/notesSlides/notesSlide27.xml" ContentType="application/vnd.openxmlformats-officedocument.presentationml.notesSlide+xml"/>
  <Override PartName="/ppt/ink/ink21.xml" ContentType="application/inkml+xml"/>
  <Override PartName="/ppt/notesSlides/notesSlide28.xml" ContentType="application/vnd.openxmlformats-officedocument.presentationml.notesSlide+xml"/>
  <Override PartName="/ppt/ink/ink22.xml" ContentType="application/inkml+xml"/>
  <Override PartName="/ppt/notesSlides/notesSlide29.xml" ContentType="application/vnd.openxmlformats-officedocument.presentationml.notesSlide+xml"/>
  <Override PartName="/ppt/ink/ink23.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24.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25.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26.xml" ContentType="application/inkml+xml"/>
  <Override PartName="/ppt/comments/comment1.xml" ContentType="application/vnd.openxmlformats-officedocument.presentationml.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ink/ink27.xml" ContentType="application/inkml+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2" r:id="rId1"/>
    <p:sldMasterId id="2147483713" r:id="rId2"/>
    <p:sldMasterId id="2147483714" r:id="rId3"/>
    <p:sldMasterId id="2147483715" r:id="rId4"/>
    <p:sldMasterId id="2147483716" r:id="rId5"/>
  </p:sldMasterIdLst>
  <p:notesMasterIdLst>
    <p:notesMasterId r:id="rId5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30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9144000" cy="5143500" type="screen16x9"/>
  <p:notesSz cx="6858000" cy="9144000"/>
  <p:embeddedFontLst>
    <p:embeddedFont>
      <p:font typeface="Bree Serif" panose="020B0604020202020204" charset="0"/>
      <p:regular r:id="rId53"/>
    </p:embeddedFont>
    <p:embeddedFont>
      <p:font typeface="Cambria Math" panose="02040503050406030204" pitchFamily="18" charset="0"/>
      <p:regular r:id="rId54"/>
    </p:embeddedFont>
    <p:embeddedFont>
      <p:font typeface="Merriweather" panose="020B0604020202020204" charset="0"/>
      <p:regular r:id="rId55"/>
      <p:bold r:id="rId56"/>
      <p:italic r:id="rId57"/>
      <p:boldItalic r:id="rId58"/>
    </p:embeddedFont>
    <p:embeddedFont>
      <p:font typeface="Montserrat" panose="020B0604020202020204" charset="0"/>
      <p:regular r:id="rId59"/>
      <p:bold r:id="rId60"/>
      <p:italic r:id="rId61"/>
      <p:boldItalic r:id="rId62"/>
    </p:embeddedFont>
    <p:embeddedFont>
      <p:font typeface="Poppins" panose="020B0604020202020204" charset="0"/>
      <p:regular r:id="rId63"/>
      <p:bold r:id="rId64"/>
      <p:italic r:id="rId65"/>
      <p:boldItalic r:id="rId66"/>
    </p:embeddedFont>
    <p:embeddedFont>
      <p:font typeface="Proxima Nova" panose="020B0604020202020204" charset="0"/>
      <p:regular r:id="rId67"/>
      <p:bold r:id="rId68"/>
      <p:italic r:id="rId69"/>
      <p:boldItalic r:id="rId70"/>
    </p:embeddedFont>
    <p:embeddedFont>
      <p:font typeface="Proxima Nova Semibold" panose="020B0604020202020204" charset="0"/>
      <p:regular r:id="rId71"/>
      <p:bold r:id="rId72"/>
      <p:boldItalic r:id="rId73"/>
    </p:embeddedFont>
    <p:embeddedFont>
      <p:font typeface="Raleway" panose="020B0604020202020204" charset="0"/>
      <p:regular r:id="rId74"/>
      <p:bold r:id="rId75"/>
      <p:italic r:id="rId76"/>
      <p:boldItalic r:id="rId77"/>
    </p:embeddedFont>
    <p:embeddedFont>
      <p:font typeface="Roboto" panose="02000000000000000000" pitchFamily="2" charset="0"/>
      <p:regular r:id="rId78"/>
      <p:bold r:id="rId79"/>
      <p:italic r:id="rId80"/>
      <p:boldItalic r:id="rId81"/>
    </p:embeddedFont>
    <p:embeddedFont>
      <p:font typeface="Zilla Slab" panose="020B0604020202020204" charset="0"/>
      <p:regular r:id="rId82"/>
      <p:bold r:id="rId83"/>
      <p: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bhay Mahaja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11.fntdata"/><Relationship Id="rId68" Type="http://schemas.openxmlformats.org/officeDocument/2006/relationships/font" Target="fonts/font16.fntdata"/><Relationship Id="rId84" Type="http://schemas.openxmlformats.org/officeDocument/2006/relationships/font" Target="fonts/font32.fntdata"/><Relationship Id="rId89"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font" Target="fonts/font1.fntdata"/><Relationship Id="rId58" Type="http://schemas.openxmlformats.org/officeDocument/2006/relationships/font" Target="fonts/font6.fntdata"/><Relationship Id="rId74" Type="http://schemas.openxmlformats.org/officeDocument/2006/relationships/font" Target="fonts/font22.fntdata"/><Relationship Id="rId79" Type="http://schemas.openxmlformats.org/officeDocument/2006/relationships/font" Target="fonts/font27.fntdata"/><Relationship Id="rId5" Type="http://schemas.openxmlformats.org/officeDocument/2006/relationships/slideMaster" Target="slideMasters/slideMaster5.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77" Type="http://schemas.openxmlformats.org/officeDocument/2006/relationships/font" Target="fonts/font25.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20.fntdata"/><Relationship Id="rId80" Type="http://schemas.openxmlformats.org/officeDocument/2006/relationships/font" Target="fonts/font28.fntdata"/><Relationship Id="rId85"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font" Target="fonts/font23.fntdata"/><Relationship Id="rId83" Type="http://schemas.openxmlformats.org/officeDocument/2006/relationships/font" Target="fonts/font31.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font" Target="fonts/font5.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font" Target="fonts/font21.fntdata"/><Relationship Id="rId78" Type="http://schemas.openxmlformats.org/officeDocument/2006/relationships/font" Target="fonts/font26.fntdata"/><Relationship Id="rId81" Type="http://schemas.openxmlformats.org/officeDocument/2006/relationships/font" Target="fonts/font29.fntdata"/><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font" Target="fonts/font3.fntdata"/><Relationship Id="rId76" Type="http://schemas.openxmlformats.org/officeDocument/2006/relationships/font" Target="fonts/font24.fntdata"/><Relationship Id="rId7" Type="http://schemas.openxmlformats.org/officeDocument/2006/relationships/slide" Target="slides/slide2.xml"/><Relationship Id="rId71" Type="http://schemas.openxmlformats.org/officeDocument/2006/relationships/font" Target="fonts/font19.fntdata"/><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font" Target="fonts/font14.fntdata"/><Relationship Id="rId87" Type="http://schemas.openxmlformats.org/officeDocument/2006/relationships/viewProps" Target="viewProps.xml"/><Relationship Id="rId61" Type="http://schemas.openxmlformats.org/officeDocument/2006/relationships/font" Target="fonts/font9.fntdata"/><Relationship Id="rId82" Type="http://schemas.openxmlformats.org/officeDocument/2006/relationships/font" Target="fonts/font30.fntdata"/><Relationship Id="rId19" Type="http://schemas.openxmlformats.org/officeDocument/2006/relationships/slide" Target="slides/slide14.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1-05-07T17:17:00.731" idx="1">
    <p:pos x="6000" y="0"/>
    <p:text>Homework, Solution at the last</p:text>
  </p:cm>
</p:cmLst>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35:27.30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8919 5554 247 0,'0'0'49'0,"0"0"6"0,0 0-16 16,0 0 11-16,0 0 9 16,0 0-10-16,0 0-10 15,0 16 22-15,0-14-5 16,0-2-2-16,0 0 22 15,0 0-5-15,0 0-4 16,0 0-12-16,0 0-7 16,0 2-23-16,0-2-10 15,0 0-1-15,0 1-10 16,0-1 0-16,0 0-1 16,0 0 2-16,0 0-4 0,0 0-1 15,0 0 4-15,0 0 2 16,0 0-2-16,0 0 19 15,0 0 10-15,0 0 6 16,0 0 3-16,0 0-9 16,0 0-4-16,0 0-5 15,0 0-6-15,0 0 2 16,0 0-6-16,0-3 1 16,0-4-2-16,0-3-3 15,0 0-10-15,-2-2 1 16,-2 0 0-16,0 0 1 15,-1-3-1-15,0 0 0 16,-2-1-1-16,0 2 1 16,-1 1-1-16,-2 4 0 0,2 2-1 15,-2 1-1-15,-2 3 2 16,-2 3 0-16,0 0-4 16,-3 0 6-16,-3 1-2 15,-1 14 0-15,-1 8-3 16,0 8 2-16,2 10 2 15,0 6-1-15,3 4 1 16,5 3 1-16,6-1-3 16,4-3 1-16,2-2 0 15,0-9 0-15,5-4 0 16,10-10 0-16,0-5-1 16,0-9-6-16,0-4 6 15,3-5-2-15,2-2 3 16,4 0 4-16,3-7-4 15,-1-11-5-15,3-4-15 0,-3-2 3 16,-2-4 1-16,-4-3 3 16,-3-2-2-16,-7-1 8 15,-5-3 3-15,-4 1 4 16,-1 6 2-16,0 3 0 16,0 7 2-16,0 6 5 15,0 2 1-15,-1 8 10 16,1 3 3-16,0 1-4 15,0 0-19-15,0 7-11 16,0 17 9-16,0 8 2 16,0 5 2-16,0 0 2 15,3-7-3-15,5 0 0 0,4-8-1 16,0-6 0 0,0-5-5-16,-1-4 3 0,1-5-7 15,4-2-15-15,3 0-2 16,0-3-14-16,-1-14-8 15,-1-5 16-15,-2-3 11 16,-3-6-1-16,-1 0 6 16,-3-4 10-16,-3-2 6 15,-3-3 0-15,-2-1 4 16,0 3-4-16,0-2 11 16,-10 8 7-16,4 6-2 15,0 8 8-15,5 9 6 16,-1 6-1-16,2 2-10 0,0 1-15 15,0 0-4-15,0 17-11 16,0 16 11-16,2 14 11 16,5 6 6-16,-4 3-7 15,-2-4-4-15,1-4-4 16,-2-4 2-16,1-9-4 16,-1-8 0-16,0-8 2 15,0-7-1-15,0-6 0 16,0-6 1-16,0 0 1 15,0 0 4-15,0-2 10 16,0-16-5-16,2-13-12 16,5-4-5-16,3 1 0 0,3 5-1 15,3 5 2 1,4 5-4-16,5 7-5 0,5 4-2 16,-2 8 6-16,1 0 3 15,-5 12 2-15,-3 11-1 16,-8 5-4-16,-6 3 8 15,-7 1-1-15,0 1 2 16,-13 0 8-16,-13-4 18 16,-3-4 8-16,-5-1-1 15,0-7-6-15,5-5-2 16,1-6-2-16,8-3-1 16,6-3-7-16,2 0-9 15,3-1-3-15,6-10-3 16,3-1-13-16,0 0-14 15,6 2-12-15,18-4-18 0,8 2 14 16,5-3-12-16,5-3 2 16,3-3 13-16,-2-2-6 15,-3-2 6-15,-5-2 11 16,-6-2 25-16,-6-1 4 16,-6 2 1-16,-5-2 3 15,-6 0 5-15,-4-1 19 16,-2 1 2-16,0-2 11 15,-2 1-22-15,-8 1 12 16,2 4-6-16,0 7-1 16,2 7 10-16,3 6-11 15,3 6 12-15,0 3-35 0,0 31-8 16,0 15 8-16,0 14 20 16,2 5-1-16,2-4-9 15,2-7-7-15,-3-6 2 16,1-7 1-16,-3-11-4 15,-1-9 3-15,0-9-5 16,0-6 6-16,0-5 2 16,0-4-5-16,0 0 8 15,0 0 12-15,0-16-2 16,0-8-21-16,5-9-1 16,4-4 0-16,4 2-3 15,2 5-3-15,0 5-3 16,2 8 2-16,-1 6-1 0,0 8 7 15,2 3-6-15,-1 0 5 16,1 18-1-16,-1 6 2 16,-4 5 2-16,-1 0 2 15,-2-4-2-15,0-3 0 16,1 0-2-16,3-5-49 16,1-6-34-16,5-2-27 15,3-7-39-15,6-2-130 16,3-5-75-16</inkml:trace>
  <inkml:trace contextRef="#ctx0" brushRef="#br0" timeOffset="839.95">10026 5634 251 0,'0'0'538'0,"0"0"-378"0,0 0-7 16,0 0-25-16,-97-51-44 15,73 71-25-15,1 12-19 16,4 8-7-16,8 6-7 15,5-3-8-15,6-6-13 16,0-10-5-16,0-8-2 16,11-8-1-16,6-7 3 15,0-4 0-15,6 0 1 16,0-16 2-16,2-9 0 16,-3-3-3-16,-4-5 0 15,-2-3-1-15,-5 0 1 0,-3 4 0 16,-4 10 1-1,-1 8 0-15,-3 8 2 0,2 6 4 16,2 0-7-16,0 13-6 16,6 9 6-16,3 6 7 15,1 1-5-15,1-7-2 16,0-4 1-16,0-5-1 16,2-5-2-16,-2-7-8 15,0-1-15-15,2 0-34 16,-1-4 6-16,0-12 10 15,-3-2 21-15,-4 2 11 16,-2 0 8-16,-3 6 3 16,-1 5 4-16,0 3-4 15,-1 2-1-15,3 0-5 0,4 4 0 16,4 9 6-16,3 3 11 16,5-3-7-16,3-4 2 15,0-5-1-15,3-4-3 16,0 0 4-16,-4 0-2 15,-3-7-2-15,-3-7 3 16,-5 0 0-16,-4-3 2 16,-3-1-1-16,-5-3 10 15,0-1 4-15,0-2-11 16,0 7 8-16,-7 3 2 16,1 7 6-16,1 7-3 15,0 1-22-15,-2 33 7 16,0 19-4-16,2 24 8 0,5 10 3 15,0 9 9 1,2 6-4-16,9 2-9 0,3 3 3 16,-4-2 18-16,-5-9-18 15,-5-17 1-15,0-18-6 16,-17-20 12-16,-8-12 6 16,-3-14 0-16,-3-15-2 15,-2-3 0-15,-3-34-4 16,4-17-7-16,5-15-7 15,10-6 3-15,10-2-4 16,7 5 12-16,0 7-17 16,22 4-1-16,10 6 1 0,7 2 0 15,3 1-8-15,-1 7-29 16,3 6-54-16,-1 5-88 16,-3 7-112-16,-6 8-317 15</inkml:trace>
  <inkml:trace contextRef="#ctx0" brushRef="#br0" timeOffset="946.53">10728 5821 1265 0,'0'0'56'15,"0"0"-12"-15,0 0-44 16,0 0-179-16,0 0-243 16</inkml:trace>
  <inkml:trace contextRef="#ctx0" brushRef="#br0" timeOffset="3663.41">11074 5675 480 0,'0'0'78'16,"0"0"-43"0,0 0 76-16,0 0-36 0,0 0 105 15,0 0-13-15,-62 0-98 16,56-16-8-16,-1-2 11 16,2-3-26-16,3-3 0 15,2 2-7-15,0-3-17 16,0 4-12-16,7 6-6 15,6 7-4-15,3 8-1 16,1 8-5-16,9 25 6 16,-1 15 0-16,0 8 4 15,-4 4 6-15,-4-2-9 16,-5-11 0-16,-5-7 1 16,-4-13-2-16,-3-10 0 15,0-8-1-15,0-4 1 0,0-3 0 16,0-2 15-16,0 0-1 15,0-20 4-15,-5-10-18 16,2-7 0-16,3-6 0 16,0 1-6-16,1 4 5 15,16 7-3-15,3 11 3 16,2 13-11-16,3 7 8 16,2 5-2-16,-1 20 0 15,2 8 4-15,-9 5 2 16,-4-2 2-16,-3-2 0 15,-5-2-2-15,-5-8 0 16,-2-5-1-16,0-6 1 0,0-6 0 16,0-3 5-16,0-2 0 15,0-2 7-15,-4 0-3 16,1-19 9-16,-2-11-18 16,5-8 0-16,0-6-4 15,0 2 3-15,16 3-2 16,3 6 0-16,-1 11 2 15,-1 10 1-15,-2 9 0 16,2 3-11-16,1 13 9 16,2 16 2-16,-2 2 6 15,-4 5 0-15,-1 1-6 16,-3-5 0-16,4 0 0 16,-1-5-3-16,2-4-60 0,5-12-86 15,4-9-103-15,4-2-62 16,2-15 13-16,-1-13 101 15,-6-10-12-15,-5-3 175 16,-7-4 37-16,-10 1 131 16,-1 4 66-16,0 10 12 15,-13 9 30-15,-3 13-7 16,0 8-68-16,-4 14-74 16,-3 18-31-16,-1 7-4 15,6 0-7-15,5-2 2 16,6-6-26-16,7-8-9 15,0-6-6-15,0-7-9 16,4-5-6-16,10-3 3 16,4-2 3-16,8-8-4 0,3-15-17 15,1-8 3-15,1-4-18 16,-7 1-8-16,-5 4 5 16,-7 12 20-16,-5 7 7 15,-4 11 10-15,4 0-6 16,1 16-16-16,7 10 24 15,5 1 10-15,2-2 1 16,4-4-4-16,3-11-1 16,3-9-4-16,-2-1 2 15,0-11-4-15,-6-13 0 16,-8-5-27-16,-8-2 2 16,-5-3 21-16,-3-2 3 15,0-3 2-15,-3-5-1 0,-11-2 0 16,0 4 7-16,0 9-6 15,6 13 14-15,3 13 12 16,4 7 0-16,1 17-27 16,0 26 0-16,0 15 4 15,0 9 12-15,3-4-3 16,4-2 3-16,-1-8-7 16,1-8-2-16,-2-13 1 15,0-10-7-15,-3-11 1 16,-1-8 2-16,1-3-4 15,-1 0 9-15,3-17 10 16,1-9-9-16,0-14-8 0,1-2-2 16,1 0-2-16,2 6-4 15,-3 12 5-15,3 10-2 16,-1 10-4-16,2 4-2 16,3 13-6-16,6 19 15 15,0 7 7-15,0 3 14 16,1-7-17-16,2-5 0 15,0-10-1-15,3-8-3 16,-3-8 0-16,1-4-2 16,1-4 1-16,-1-13-35 15,-3-4 21-15,-5-2-10 16,-8-1 8-16,-7 0 10 16,0-2 5-16,-2 4-9 15,-11 4 3-15,-4 7 6 16,4 5 0-16,-2 6 0 0,1 0-1 15,2 12 3-15,2 7 4 16,4 5-4-16,4-1 4 16,2-3-2-16,0-4 0 15,0-3-4-15,8-5 2 16,6-5-1-16,1-1 2 16,1-2 5-16,3 0-6 15,1 0-1-15,-1-7-28 16,-3-1 22-16,1 0-13 15,-5 1-2-15,1 2 14 0,-3 2-14 16,-2-1 2-16,-1 1 17 16,-3 0 3-16,-3-2 1 15,1 2 4-15,-1-1-2 16,1-2 3-16,0-2-5 16,-2 1 5-16,0-1 0 15,0 2 4-15,0 1 15 16,-4 0-16-16,-4 1 3 15,3 2-2-15,0-2-9 16,1 3 7-16,3 0-4 16,-1 1-3-16,2 0 6 15,0 0-6-15,0 0-2 16,0 0 0-16,0-2-10 16,0 2 6-16,0 0 4 15,0 0-2-15,0 0 3 0,0 0-8 16,0 0 8-16,0 0-1 15,2 0-4-15,1 0 5 16,6 0 0-16,-1 0-5 16,1 0-10-16,2 0-13 15,1-3 10-15,0 0-1 16,2 0-2-16,3-1 8 16,0-2 9-16,1-2 3 15,1-1 0-15,-1-2 1 16,-1-2 2-16,-2-2-1 15,-5 2 0-15,-7-3 1 16,-1 4 2-16,-2 0 4 0,0 2 6 16,0 2 15-16,-3 1-5 15,-4 4 6-15,1 1-12 16,2 2 14-16,-1 0-9 16,0 0-13-16,2 15-2 15,-4 18-7-15,7 16 9 16,0 12 8-16,0 13 18 15,7 6 7-15,4 3-7 16,2-1-8-16,-1-4-5 16,-2-4-18-16,-1-10 8 15,-6-5-4-15,-3-13-7 16,0-12 5-16,0-6 2 16,-12-12-1-16,2-7-4 0,0-5 0 15,-2-4-4-15,1 0 0 16,-1-16-27-16,-4-22-50 15,2-18-127-15,-1-16-80 16,-2-13-474-16</inkml:trace>
  <inkml:trace contextRef="#ctx0" brushRef="#br0" timeOffset="3773.75">12745 5296 613 0,'0'0'0'0,"0"0"-112"16,0 0-313-16</inkml:trace>
  <inkml:trace contextRef="#ctx0" brushRef="#br0" timeOffset="4204.41">13017 5536 1046 0,'0'0'41'0,"0"0"28"15,0 0 33-15,0 0-51 16,0 0-21-16,0 0 58 16,-39-77-43-16,27 77-10 0,-5 9-19 15,-7 19-15-15,0 13 2 16,3 5 2-16,7 1 6 15,11-3-5-15,3-6-3 16,0-10-1-16,13-9-2 16,4-10-2-16,3-9-6 15,5 0 2-15,2-15-23 16,0-10 8-16,-5-6-13 16,-4-2 27-16,-4-1 7 15,-7 3 4-15,-1 6-2 16,-5 6 0-16,-1 10 1 15,2 8 11-15,-1 1-14 16,5 5-13-16,-2 20-10 0,5 8 21 16,-1 3 1-1,3-3-58-15,2-4-62 0,4-8-72 16,1-11-123-16,-1-7-68 16</inkml:trace>
  <inkml:trace contextRef="#ctx0" brushRef="#br0" timeOffset="4510.35">13246 5603 503 0,'0'0'237'16,"0"0"-87"-16,0 0 0 16,0 0-79-16,0 0-47 15,0 0 25-15,33 32 36 16,-26 8-26-16,0 0-7 16,-1-9-15-16,-2-10-14 0,-1-11-11 15,0-7-2-15,1-3-4 16,2-3 13-16,4-22 32 15,4-8-23-15,-1-7-12 16,-1-2 7-16,-2 4-4 16,-2 5-6-16,2 9-8 15,-1 7-5-15,-1 14-3 16,1 3-8-16,1 12-27 16,1 20 6-16,1 7-9 15,3 3-78-15,6-6-70 16,7-5-218-16,3-11-182 15</inkml:trace>
  <inkml:trace contextRef="#ctx0" brushRef="#br0" timeOffset="5194.62">14089 5561 1083 0,'0'0'22'0,"0"0"121"16,-14-85-88-16,6 55-24 15,-2 1 17-15,-3 6 37 16,-6 5-48-16,-8 7 5 16,1 7-16-16,-6 4-26 15,1 10 0-15,7 22 0 0,2 17 2 16,5 11-2-16,11 4 6 15,6-3-4-15,0-8-2 16,7-16 0-16,17-12-1 16,4-14 0-16,3-11-23 15,-1 0-31-15,-2-11-5 16,-3-10 15-16,-8-5 18 16,-3-2 12-16,-7 1 15 15,-1 6 1-15,-2 6 1 16,-2 6-2-16,-2 4 3 15,0 4 3-15,0 1-6 16,2 0-14-16,1 0 11 0,2 0-5 16,2 0 8-16,-2-1 0 15,0-6 0-15,4-1 9 16,-2-8-2-16,2-5-4 16,-4-5 6-16,-3-9 0 15,-2-3 18-15,0-6 7 16,-22-1 4-16,-11-6-12 15,-9-4-1-15,-10-6-6 16,4 7-2-16,4 14-2 16,6 14 4-16,8 24 17 15,-1 10-15-15,3 42-13 16,3 27-3-16,3 19-2 0,12 13 6 16,10 0 1-16,0-6-4 15,8-12-4 1,17-18-1-16,4-13 1 0,1-19-4 15,1-11 0-15,-4-12-10 16,2-10-32-16,0-8-30 16,4 0-30-16,4-11-45 15,0-12-95-15,-4-10-171 16</inkml:trace>
  <inkml:trace contextRef="#ctx0" brushRef="#br0" timeOffset="6462.41">14252 5449 1059 0,'0'0'66'0,"0"0"122"15,0 0-84-15,0 0-104 16,0 0 0-16,34 91 25 16,-3-28-9-16,4 1 21 15,-3-4-7-15,0-6-15 16,0-9-3-16,-4-13-5 15,-1-15 21-15,-6-9 13 16,-2-8-24-16,1-4 4 16,0-23 13-16,1-14 0 15,-4-11-10-15,-4-12-12 16,-9-7 5-16,-4-3-7 16,0 3-10-16,-4 10 0 15,-6 18-3-15,1 16 0 0,8 16-7 16,1 11-38-16,0 8-38 15,14 22-111-15,14 15 147 16,-1 3-110-16,2 0 57 16,0-7-22-16,-1-11-26 15,-3-12 151-15,-3-11 3 16,-7-7 108-16,-7 0 9 16,-5-5-18-16,-3-15-12 15,0-4 1-15,0-6-9 16,-10-2-42-16,-4 2 15 15,-2 6-26-15,4 7-2 16,6 10 12-16,1 7-12 0,0 2-17 16,-2 28-10-1,0 16 0-15,4 11 7 0,3-1-2 16,3-6-3-16,17-8-2 16,6-11-1-16,2-8 0 15,2-9-12-15,5-11-41 16,7-3-16-16,7 0-32 15,4-13 48-15,1-6 10 16,-2-5 17-16,-11-2 23 16,-11-4 2-16,-8 2 0 15,-15 5 2-15,-7 3 0 16,0 5 1-16,-23 5 48 16,-6 6 1-16,-3 4 10 0,2 0-19 15,3 7 12-15,6 14-16 16,4 10-17-16,5 12-5 15,9 2 4-15,3 2-12 16,0-10 2-16,15-5-9 16,8-13 0-16,4-8 0 15,6-11 1-15,1-3-1 16,1-23-12-16,-4-9-10 16,-3-6 14-16,-8-6 6 15,-7-9 4-15,-10-8 0 16,-3-7 1-16,0-6-2 15,-10-5 6-15,-8-1-7 0,-2 1 7 16,1 16 3 0,6 21-4-16,6 24 17 0,4 20 2 15,0 5-19-15,-2 40-6 16,-2 19-3-16,0 20 3 16,7 7 0-16,0-3-3 15,15-3 2-15,15-7-5 16,5-13-31-16,4-13-31 15,4-17-80-15,2-14-2 16,6-15-26-16,-1-5 59 16,-5-3 70-16,-7-15 3 15,-7-6 29-15,-10-3 15 16,-6-3 6-16,-8-2 38 0,-7 0 73 16,0 1-19-1,-15 4 14-15,-8 8-20 0,0 9 4 16,-1 10-23-16,-1 0-17 15,-1 31-11-15,3 16-14 16,5 8-6-16,8 2 1 16,10-7-13-16,0-11-6 15,6-12-7-15,14-10 2 16,5-14-2-16,4-3 0 16,1-11-1-16,-3-16-13 15,-7-4 5-15,-3-3-1 16,-4-1 10-16,0 4-4 15,-4 7 2-15,-2 9 2 16,-4 10-1-16,0 5-7 0,1 11-20 16,0 15 1-16,3 5 27 15,5 1-44-15,3-6-37 16,6-8-104-16,7-9-44 16,-4-9-206-16</inkml:trace>
  <inkml:trace contextRef="#ctx0" brushRef="#br0" timeOffset="6995.16">15891 5650 404 0,'0'0'407'0,"0"0"-258"16,0 0 97-16,0 0-137 15,0 0-20-15,0 0-44 16,-16-26-15-16,18 55 33 0,7-1-23 16,-1-3-11-16,2-8-14 15,0-7-5-15,0-4-10 16,2-6 5-16,3 0-1 15,0-11 3-15,3-11-7 16,-2-5-14-16,-3-5-5 16,-3 1 8-16,-3 5 7 15,-4 8 4-15,-2 9 1 16,1 9 0-16,2 0-1 16,2 20-2-16,6 13 2 15,1 5 21-15,4 0-10 16,3-7-1-16,2-8-8 15,3-9-1-15,6-11-2 0,4-3-3 16,1-2-12 0,-4-16 6-16,-9-2-10 0,-10-8-1 15,-7-5 6-15,-6-9-5 16,0-9 8-16,0-11 2 16,-6-5 8-16,-5-4-3 15,-6 6 4-15,2 14 1 16,3 16 19-16,5 17 35 15,6 16 2-15,1 2-26 16,0 31-27-16,0 18-1 16,5 19 11-16,8 6 8 15,1-5-11-15,-3-9-10 16,1-9 0-16,-4-14-5 16,-1-7-56-16,-4-11-70 0,-3-7-142 15,0-5-185-15,-7-7-316 16</inkml:trace>
  <inkml:trace contextRef="#ctx0" brushRef="#br0" timeOffset="7396.08">16186 5561 707 0,'0'0'203'0,"0"0"-11"15,-21-103-34-15,21 74-90 16,25 2-41-16,12 6 2 16,8 3-18-16,4 4-11 15,-3 8 2-15,-4 6-2 16,-7 0-2-16,-6 5 2 15,-6 12-5-15,-3 2 4 16,-5 3-2-16,-5 5 0 0,-5 0 2 16,-2 0 1-1,-3-3 0-15,0-5-3 0,0-6 7 16,2-7-3-16,1-3-1 16,4-3-6-16,2 0-4 15,-1-12 3-15,4-10 6 16,-2-4 0-16,0 4 2 15,-4 4 5-15,1 8 27 16,-4 3 17-16,-1 7 4 16,2 0-26-16,0 15-24 15,2 12 17-15,-2 5 12 16,2-4-17-16,-3-4-9 16,2-7-7-16,-2-5 0 15,1-4-30-15,0-7-113 16,6-1-56-16,2 0-219 0,0-5-229 15</inkml:trace>
  <inkml:trace contextRef="#ctx0" brushRef="#br0" timeOffset="7830.28">17014 5375 1028 0,'0'0'71'16,"0"0"84"-16,0 0-27 15,0 0-77-15,0 0 29 16,-13-79-24-16,8 74-25 16,0 1-11-16,0 2-9 0,0-1-3 15,2 3-5-15,-3-2 1 16,3 2-2-16,0 0-3 16,1 0 3-16,-2 0-1 15,-2 0-1-15,1 0 1 16,0 3-1-16,1 1 0 15,3 3-2-15,-1-5 2 16,-1 4 0-16,-2-1 2 16,-2 4-2-16,-1 6 2 15,-4 8-2-15,2 12 3 16,0 9 6-16,3 3 6 0,6 3 9 16,1-5-10-16,0-6-2 15,3-7-11 1,11-7 2-16,-1-6-3 0,-3-8 1 15,-3-5-1-15,-2-4 2 16,-4-2 0-16,-1 0-4 16,2 0-7-16,2 0-16 15,0-3-29-15,5-9-46 16,2-1-94-16,4-7-101 16,1-1-299-16</inkml:trace>
  <inkml:trace contextRef="#ctx0" brushRef="#br0" timeOffset="8156.52">16805 5701 982 0,'0'0'73'0,"0"0"12"16,0 0 4-16,0 0-89 15,0 0-30-15,0 0-57 16,24-13-137-16,-13 6-292 16</inkml:trace>
  <inkml:trace contextRef="#ctx0" brushRef="#br0" timeOffset="9086.87">17315 5450 551 0,'0'0'364'15,"0"0"-305"-15,0 0 144 16,0 0-154-16,0 0 6 16,0 0 24-16,-89 17-21 15,76 19 1-15,5 4-15 0,5 0-11 16,3-3-14-16,0-5-4 15,16-9-13-15,11-8 2 16,6-11-1-16,2-4-3 16,-3-2-3-16,-7-15-20 15,-6-5 12-15,-9-2 10 16,-7-5 2-16,-3-1 0 16,0-3 4-16,-6 1 7 15,-18 1 1-15,-6 0-7 16,-5 5 5-16,1 3-7 15,9 7-3-15,10 6-1 16,12 2 4-16,3 2-4 0,14-2-2 16,20 1-19-1,11 1 11-15,7 6 9 0,-4 0-3 16,-2 6 4-16,-6 16-2 16,-6 9 2-16,-6 10 13 15,-8 3 2-15,-7 3 11 16,-6-4 19-16,-5-7-23 15,-2-9 0-15,0-7-6 16,0-8-5-16,-3-6 0 16,-6-6-3-16,1 0 10 15,-3 0-5-15,5-14-6 16,6-13-5-16,0-14-2 16,0-8-2-16,15-1-2 15,5 3-9-15,5 10 7 0,4 14-3 16,2 6-2-16,0 8 7 15,-3 7 2-15,-3 2-1 16,-5 9 2-16,-3 15-2 16,-6 7 3-16,-4 0 6 15,-5-7 3-15,-2-6-2 16,0-9-5-16,0-7-1 16,0-2 5-16,0-13 1 15,0-18-4-15,0-7-3 16,3 2 0-16,9 10 4 15,2 9-4-15,2 14 0 16,2 3 8-16,1 18-1 16,-3 13 6-16,-2 6 3 0,-9-4-16 15,-5-5-1 1,0-8-24-16,0-5-64 0,-2-9-222 16,-13-6-442-16</inkml:trace>
  <inkml:trace contextRef="#ctx0" brushRef="#br0" timeOffset="10486.12">19503 603 917 0,'0'0'127'0,"0"0"-106"16,0 0-6-16,0 0 20 0,0 0 64 15,0 0-10-15,0 0-38 16,-43-18-24-16,42 15 3 16,-1-2-18-16,-1-2 14 15,-3-7-14-15,2-4 2 16,-2-3 8-16,6-5-1 16,0-1-3-16,0 0-11 15,0 3 0-15,0 10-10 16,0 6 7-16,0 6-8 15,2 2 4-15,8 20-35 16,3 20 29-16,3 19 5 16,-3 15-4-16,-5 5 5 15,-5 3 0-15,-3-4 0 0,0-9 0 16,-1-13 4 0,-16-11-3-16,-3-10 3 0,-5-10 7 15,-3-2 24-15,-4-9-3 16,-1-5 3-16,3-4-6 15,1-5-8-15,3 0-1 16,1-6-7-16,4-15-11 16,-1-6 5-16,7 1-7 15,4 1-3-15,4 4 2 16,4 9-22-16,3 2-56 16,0 2-17-16,13-1-111 15,22-2-38-15,10-4-123 0,9-4-311 16</inkml:trace>
  <inkml:trace contextRef="#ctx0" brushRef="#br0" timeOffset="10836.04">19666 638 911 0,'0'0'212'0,"0"0"-200"16,0 0-11-16,-50 98 15 15,48-48 46-15,2 0 6 16,7-3-39-16,17-10-10 16,11-7-10-16,1-10-8 15,0-10 2-15,3-10 2 16,-4 0 2-16,-3-13 7 0,-2-15-6 16,-8-8-3-16,-9-4-1 15,-13-5 7-15,0-4 0 16,-25-3-5-16,-14 0 3 15,-7 1 12-15,-3 11-12 16,4 9-1-16,9 15-6 16,7 12-2-16,9 4-12 15,5 12-23-15,10 15-51 16,5 5-44-16,14 1-107 16,22-6-78-16,11-6-138 15</inkml:trace>
  <inkml:trace contextRef="#ctx0" brushRef="#br0" timeOffset="11354.73">20085 585 854 0,'0'0'233'0,"0"0"-219"16,0 0-9-16,0 0 18 15,-39 81 23-15,39-27 6 16,0 2-11-16,4-4-16 15,18-11-9-15,7-11-13 16,2-10-1-16,4-13 12 16,-1-7-3-16,1 0-9 15,-4-15 17-15,1-13-11 0,-5-6-3 16,-8-3 1-16,-10-4-1 16,-9-1-2-16,0-4-3 15,-14-4 5-15,-10 2-5 16,-6-2 8-16,0 2-7 15,2 7 7-15,-1 7 2 16,4 13 0-16,0 12 16 16,1 9-24-16,0 1-2 15,-3 27-6-15,3 7 2 16,4 9 4-16,7 0-2 16,8-2 2-16,5-6 0 15,0-5-6-15,18-5 6 0,11-7 0 16,6-3 1-1,5-4 11-15,5-7-6 0,0 4 1 16,0 1-6-16,-5 4 0 16,-4 2-2-16,-8 5 1 15,-3 2-3-15,-8 4 0 16,-4 0-13-16,-3 0-64 16,-3-2-50-16,-4-6-110 15,-1-4-285-15</inkml:trace>
  <inkml:trace contextRef="#ctx0" brushRef="#br0" timeOffset="11956.07">20606 529 1043 0,'0'0'308'16,"0"0"-308"-16,0 0-14 15,-34 85 14-15,34-27 18 16,3 6 22-16,14-2-2 16,1-11-27-16,1-5-6 15,-8-15-1-15,-2-10 1 16,-6-10-5-16,-3-6 0 16,0-4 4-16,0-1 0 0,0 0 11 15,0-17-11 1,0-11-4-16,0-8-10 0,-5-11 6 15,4-9 4-15,1-1-18 16,0 1 9-16,0 14 6 16,0 17 6-16,0 13 6 15,0 12-6-15,0 0-3 16,8 22-29-16,12 15 29 16,2 3 11-16,1 1-7 15,1-7-2-15,-5-7 0 16,-3-9-1-16,-5-7-1 15,-4-5 4-15,-4-6-3 16,1 0 2-16,1 0 11 16,0-17 33-16,3-11-31 15,2-10-9-15,-1-7 25 0,1-4-16 16,-4-4-13-16,6 8 2 16,-2 10 3-16,-2 15 1 15,-1 15 4-15,1 5-10 16,6 13-3-16,4 25-11 15,4 16 11-15,-2 10 17 16,-5 1-8-16,-5-2-3 16,-3-4-6-16,-1-5-1 15,-4-5-4-15,-2-5-67 16,0-6-75-16,0-11-146 16,2-14-454-16</inkml:trace>
  <inkml:trace contextRef="#ctx0" brushRef="#br0" timeOffset="12309.11">21435 756 1138 0,'0'0'158'16,"0"0"-154"-16,5 79-4 15,1-41 14-15,1 0 50 16,2-3 11-16,-3-9-23 16,-1-10-13-16,-2-10 26 15,-1-5-9-15,1-1 2 16,11-12 10-16,12-25-8 0,18-19-25 16,18-19-19-16,6-12-14 15,6-8 8-15,-2 2-7 16,-12 9-1-16,-13 16-4 15,-12 18-7-15,-13 20-24 16,-9 21-21-16,-8 9-102 16,-5 18-243-16,-7 16-394 15</inkml:trace>
  <inkml:trace contextRef="#ctx0" brushRef="#br0" timeOffset="13438.93">19648 1619 656 0,'0'0'306'0,"0"0"-225"0,0 0-53 16,0 0 58 0,0 0 28-16,0 0-12 0,-26-58-28 15,26 73-74-15,0 31-21 16,0 21 21-16,-1 14 34 15,-4 3-22-15,1-1-8 16,3-10-3-16,1-3-1 16,-2-12 0-16,0-9-32 15,-1-14-113-15,3-10-67 16,0-19-245-16</inkml:trace>
  <inkml:trace contextRef="#ctx0" brushRef="#br0" timeOffset="14119.38">19784 1752 436 0,'0'0'742'16,"0"0"-728"-16,0 99-10 15,0-45 5-15,2-2 40 16,6 1 12-16,1-8-10 15,-2-5-21-15,-1-7-18 16,-2-12-2-16,-4-8-8 16,0-7 0-16,0-4 2 0,0-2 4 15,0 0 8 1,0 0 4-16,0-4 6 0,0-18-5 16,-4-11-15-16,2-9 2 15,1-8-8-15,1-5 0 16,0 2 0-16,1 6 0 15,13 12 0-15,0 9-5 16,-1 12 5-16,-2 5 1 16,0 7-1-16,0 2-6 15,1 0 2-15,5 10 2 16,3 9 2-16,-1 4 6 16,2 4-1-16,-1 2-1 0,-3 1 6 15,-2-2-1 1,-4 4-2-16,-2-4 3 0,-2-1-4 15,-3-1-1-15,-1-4 4 16,3-6-6-16,-3-5 0 16,0-3-2-16,3-3 5 15,-5-2-5-15,1-3-1 16,-1 0 7-16,-1 0-1 16,2 0 2-16,-2-8 22 15,4-16 20-15,-1-13-34 16,-2-9-8-16,1-8-3 15,-2-3 9-15,0 0-2 16,0-2-4-16,-6 2-4 16,-3 7-3-16,1 10 8 15,1 10-5-15,2 10-4 0,0 11 0 16,4 8-4-16,-2 1-6 16,3 0-54-16,0 12-78 15,0 14-44-15,0 4-46 16,9-2-306-16</inkml:trace>
  <inkml:trace contextRef="#ctx0" brushRef="#br0" timeOffset="14802.09">20226 1756 847 0,'0'0'187'0,"0"0"-186"0,-5 89 9 15,5-49 54-15,7 0 31 16,6-1-35-16,-1-2-31 16,-2-7-13-16,-4-7-10 15,-1-6-2-15,-3-8-1 16,-2-5 2-16,0-4-1 16,0 0-3-16,0 0 11 15,0-2 6-15,0-18-3 16,0-12-13-16,0-8 5 15,0-9-3-15,0-2-2 16,0-2 1-16,-2 4 2 16,2 4 9-16,0 9-2 0,0 10 23 15,0 12-22 1,5 8-3-16,4 6-3 0,2 0-7 16,8 17-4-16,1 12 4 15,0 7 0-15,0 4 8 16,-5 3-5-16,-2-5 6 15,-3 1 3-15,-1-10-7 16,-6-4 8-16,1-5-8 16,-4-9-1-16,0-4 5 15,1-1-7-15,-1-6 1 16,0 0 3-16,0 0-3 16,2 0 13-16,-2-3 4 15,1-14 21-15,-1-12-27 0,0-6-12 16,0-5-1-16,0-5-1 15,7-1 4-15,4 3-6 16,3 0 2-16,3 6 0 16,-2 6-2-16,0 10 0 15,-4 8 2-15,-2 13-2 16,3 0-1-16,5 16-3 16,1 21 6-16,0 8 1 15,-4 4 2-15,-2-2 3 16,-2-5-3-16,-6-1-3 15,3 0-1-15,-5-2-1 16,-2-1-38-16,3-5-69 16,0-8-69-16,10-10-153 15,6-12-225-15</inkml:trace>
  <inkml:trace contextRef="#ctx0" brushRef="#br0" timeOffset="15118.84">20858 1799 980 0,'0'0'235'0,"0"0"-233"16,0 0-2-16,-5 80 29 15,5-39 32-15,8-1-22 16,12-6-16-16,7-5-8 16,2-11-4-16,0-9-1 15,0-8-2-15,1-1 6 0,-1-6 22 16,-1-18-4-1,-5-4 16-15,-4-8-4 0,-12-2 16 16,-7-3 2-16,-4-3-25 16,-24-1-9-16,-11-1-17 15,1 4-7-15,2 6-4 16,5 12-5-16,6 16-2 16,-2 8-11-16,2 21-94 15,0 25-41-15,3 6-71 16,1 5-254-16</inkml:trace>
  <inkml:trace contextRef="#ctx0" brushRef="#br0" timeOffset="16635.08">20047 2842 780 0,'0'0'313'0,"0"0"-225"15,0 0-64-15,0-90 28 16,0 63 50-16,0 1-36 15,0 4-30-15,-7 2 1 16,-4 1 0-16,-6 2-1 16,-1 3-28-16,-3 6-4 15,1 5 15-15,-5 3-9 16,-5 4-10-16,-2 25-3 16,-4 17 3-16,0 17 3 15,8 16 8-15,7 7-3 0,9 1 3 16,12-5 7-1,0-8-16-15,15-9 3 0,17-13-3 16,4-11-2-16,6-11 0 16,0-11-2-16,3-12 1 15,4-7-3-15,3 0-30 16,1-16-2-16,-2-6 12 16,-5-7-5-16,-9-2-2 15,-10-2 16-15,-13-5 15 16,-5-3 1-16,-9-1 3 15,0-1 1-15,-4 4 5 16,-11 4 3-16,-2 6 15 16,1 10 2-16,4 8 3 0,1 8-7 15,1 3-9 1,0 3-9-16,-4 20-8 0,3 12-5 16,1 7 5-16,6 3 2 15,4 0-2-15,0-4 0 16,8-7 0-16,11-5-4 15,1-8 3-15,6-6-34 16,3-5-12-16,3-6-22 16,3-4-25-16,-5 0-61 15,-4-1 7-15,-4-14-45 16,-6-1 38-16,-8-6 106 16,-5-3 42-16,-3-3 7 15,0-2 70-15,0-3 71 16,0 5-13-16,0 6 3 0,0 7-37 15,0 6-37-15,7 5 3 16,3 4-37-16,5 0-23 16,3 23 12-16,1 8 2 15,1 7 11-15,-3 2-9 16,-4-4-5-16,-5-8 1 16,-3-6-4-16,-2-11 5 15,-3-6-6-15,0-4-3 16,0-1 5-16,3 0 6 15,-2 0 10-15,2-15 6 16,4-11-28-16,5-12-3 16,1-6-5-16,4-1-5 15,-2 3-19-15,0 10 4 16,-5 13 25-16,-5 11-1 0,-2 8-2 16,3 0-1-16,1 12-20 15,9 12 24-15,2 7 4 16,-1-1 3-16,1-1-5 15,0-5-1-15,4-7 1 16,0-6 0-16,2-8-2 16,1-3-13-16,-1-2-24 15,2-18-13-15,-4-1-9 16,-8-3-24-16,-5-2 27 16,-6-3 32-16,-3-5 22 15,0-7 2-15,0-9 0 0,-3-5 3 16,-13-1 10-1,0 5 29-15,3 8-4 0,1 18 18 16,5 13 22-16,6 7-10 16,1 5-19-16,0 4-49 15,0 22-16-15,1 17 16 16,11 11 0-16,1 1 7 16,3-4-6-16,-5-4 0 15,1-4-1-15,-4-3-3 16,-1-4-49-16,-2-3-90 15,-3-4-89-15,-1-10-199 16</inkml:trace>
  <inkml:trace contextRef="#ctx0" brushRef="#br0" timeOffset="16970.98">20927 3006 1105 0,'0'0'191'0,"0"0"-147"0,-16-96 72 16,16 70-7-16,9 5-49 15,14 8-38-15,9 7-15 16,5 6-6-16,5 7-1 16,-1 19 3-16,-5 7-1 15,-7 3-2-15,-10 0-4 16,-8-3 4-16,-7-3-1 16,-4-3 0-16,0-2 0 15,-2-7 1-15,-10-5-2 16,4-9-5-16,3-4-27 0,0-3 19 15,3-20-46-15,2-9-60 16,0-6 14-16,0 1 11 16,16 4 9-16,4 4 62 15,0 6 14-15,3 8-19 16,-1 4 14-16,0 9-44 16,-1 2-61-16,1 0-58 15,0 0-165-15</inkml:trace>
  <inkml:trace contextRef="#ctx0" brushRef="#br0" timeOffset="17441.09">21543 2741 837 0,'0'0'288'0,"-11"-84"-230"16,-4 47 65-16,1 5 7 16,6 13-25-16,1 10-23 15,4 5-33-15,3 4-29 16,0 0-19-16,0 0-1 15,0 26-17-15,0 19 12 16,0 24 5-16,12 16 9 16,-1 7 1-16,2 7-3 15,-2-2 4-15,-3 0 1 16,-2-3-7-16,-2-5-2 16,-4-14-1-16,0-14-1 15,0-18-1-15,-17-15-15 16,-5-13 8-16,-1-10 5 15,-3-5-6-15,-4-3 3 0,1-23-7 16,6-17 9-16,4-13-13 16,9-8-9-16,8-4 13 15,2-2 11-15,3 2 1 16,18 5 8-16,4 7 4 16,3 12 14-16,4 11-4 15,0 10-3-15,-1 13 4 16,1 7-13-16,0 3-7 15,-2 6-3-15,-3 12-5 16,-3 4-1-16,-5 3-22 16,-2-1-69-16,0-4-130 15,-5-12-204-15</inkml:trace>
  <inkml:trace contextRef="#ctx0" brushRef="#br0" timeOffset="18225.82">21819 2835 639 0,'0'0'718'0,"0"0"-701"16,0 0 7-16,0 0 84 15,0 0-16-15,0 0-29 16,-42-72-46-16,41 72-17 16,-5 22-5-16,0 14 4 0,1 9 1 15,2 2 5 1,3-3-2-16,0-6-3 0,10-5 2 15,13-10-7-15,7-8 3 16,14-9-36-16,12-6-21 16,15 0-45-16,3-11 22 15,-6-9 59-15,-13-2-66 16,-16-2 22-16,-16 1 53 16,-10-3 14-16,-10 2 16 15,-3-1 19-15,-6 0 40 16,-14 9 3-16,-7 5 0 15,-1 10-27-15,1 1-7 16,2 3-14-16,3 13-13 16,7-2-8-16,7-1-9 15,6 0 0-15,2-6-6 0,0-1 2 16,7-5-24 0,11-1-13-16,2 0-13 0,5 0 6 15,0-4-39-15,-3-2-9 16,-2 2 6-16,-3 2 6 15,-1 2 30-15,-2 0 46 16,2 15 8-16,3 7 16 16,1 6 52-16,7 0 6 15,6-3-9-15,6-3-16 16,6-10-14-16,5-11 4 16,2-1 1-16,-2-13-12 15,-7-15-24-15,-7-1 9 0,-13-6-12 16,-10-2 4-1,-10-9 4-15,-3-5 15 0,0-7 0 16,-9-3-15-16,-8 1 6 16,-5 3-3-16,1 9-8 15,2 10 10-15,7 17 1 16,8 12 11-16,2 9 3 16,2 6-29-16,-2 29-16 15,2 21 16-15,0 20 15 16,0 7 9-16,0 3-5 15,2-12 3-15,7-12 0 16,1-16-9-16,2-16-9 16,0-14 1-16,2-6-4 15,0-10-1-15,5 0 0 16,3-2-37-16,3-20-59 0,0-12-95 16,-10-14-333-16</inkml:trace>
  <inkml:trace contextRef="#ctx0" brushRef="#br0" timeOffset="18360.16">22565 2674 773 0,'0'0'926'0,"0"0"-926"16,0 0-46-16,0 0 42 16,0 0-2-16,72-77-40 0,-16 68-113 15,-2 0-123 1,-14-1-371-16</inkml:trace>
  <inkml:trace contextRef="#ctx0" brushRef="#br0" timeOffset="19958.95">8401 4927 778 0,'0'0'135'0,"0"0"-115"15,0 0 71-15,0 0-36 16,0 0-1-16,0 0 58 16,-15-46-32-16,13 46 2 15,2 0-21-15,0 3-25 16,-3 38-29-16,1 33-4 16,-1 33 34-16,-1 23 8 15,4 19-7-15,0 9 6 0,0 6-34 16,0 1 12-16,0-11-12 15,0-17-8-15,5-23 1 16,6-26-3-16,-1-26-1 16,-3-24-1-16,0-17-50 15,-1-13-63-15,0-8-87 16,-1-27-85-16,0-29-175 16</inkml:trace>
  <inkml:trace contextRef="#ctx0" brushRef="#br0" timeOffset="20641.18">8593 4908 745 0,'0'0'136'0,"0"0"-124"15,0 0 26-15,0 0-20 0,0 0-8 16,0 0 68-1,-22-1 0-15,22 0-13 0,0 1 10 16,0 0-10-16,-1 0-17 16,-1 0 5-16,2 0-8 15,0 0-19-15,0 0-3 16,0 0 1-16,0 0-9 16,0 0-1-16,0 0-13 15,0 0 11-15,0 0 1 16,0 0 0-16,3 0 3 15,9 0 5-15,7 0 21 16,4 1-17-16,2 2-8 16,6 0 8-16,4 0-11 15,7-3-8-15,2 2 2 16,1-2-6-16,-3 0 3 0,-1 0-2 16,1 0 1-16,0 0-3 15,2 0 3-15,-4 0-2 16,-1 0 1-16,-6 0 1 15,-3 0 1-15,-5-3 2 16,-3 1-5-16,0 0 3 16,-1 1 1-16,1-1 0 15,0 1 2-15,-4 0-5 16,-3 0 0-16,-3-1-1 16,-2 0-1-16,-5-1-1 15,0 3 0-15,-4 0-4 0,-1 0-13 16,0 0-28-16,0 0-62 15,0 7-167-15,-11-2-285 16</inkml:trace>
  <inkml:trace contextRef="#ctx0" brushRef="#br0" timeOffset="41164.08">12055 4207 193 0,'0'0'32'0,"-29"94"0"15,17-31-19-15,0 5-12 16,4-4-2-16,1-4-38 16,0-1-86-16</inkml:trace>
  <inkml:trace contextRef="#ctx0" brushRef="#br0" timeOffset="42236.16">7699 5244 963 0,'0'0'71'0,"0"0"-2"16,0 0-21 0,0-78-31-16,0 70-8 0,0 7 17 15,10 1-26-15,6 14 1 16,11 23 1-16,7 14 47 16,-2 11-22-16,-5-2-19 15,-3-6-2-15,-7-17-3 16,-7-15 2-16,-2-16 20 15,1-6 15-15,7-4 29 16,9-32 30-16,15-19-19 16,9-20-40-16,1-14-20 15,3-1-16-15,-2 4 4 16,-5 9-8-16,-5 14-2 16,-10 17-2-16,-7 13-56 15,-4 13-143-15,-5 3-81 0,-3 0-296 16</inkml:trace>
  <inkml:trace contextRef="#ctx0" brushRef="#br1" timeOffset="125187.28">8315 4903 587 0,'0'0'44'15,"0"0"-11"-15,0 0-5 16,0 0-6-16,0 0 42 16,0 0 24-16,0 0-30 15,-24-6-8-15,20 4-10 16,2 2-2-16,-2 0-14 15,-2 0-19-15,3 0 1 0,0 0-2 16,1 0 0-16,2 0 4 16,-2 0 7-16,0 0-2 15,-1 0 0-15,2 0-12 16,-1 0 6-16,0-1 1 16,-3 1 3-16,-3 0 2 15,-2 0-10-15,0 0 0 16,0 0 0-16,5 0 1 15,-1 0 3-15,5 0 19 16,1 0 5-16,0 0 12 16,0 0-3-16,0-2 0 0,0 2-1 15,0 0-16-15,0 0 2 16,0 0-8-16,0 0-6 16,0 0-6-16,0 0-5 15,5 0 0-15,10 0 6 16,7 0-5-16,3 7 12 15,2 2 1-15,1 2-5 16,2-2 11-16,0-1-11 16,2-4 5-16,4-1 2 15,0-2-7-15,4-1 9 16,4 0 7-16,-1 0-8 16,-1 0-2-16,0 0-9 15,-1 0 6-15,-1 0 3 16,2-1-12-16,2 0 6 15,-1-2-1-15,1 1-8 0,1 1 1 16,0-2 3 0,-3 3-2-16,-2-3 0 0,-5 3 1 15,-1 0-3-15,1 0 1 16,-4 0 1-16,3 0-4 16,-2 0 6-16,1 0-4 15,0 0 0-15,-1 0 3 16,1 0-3-16,1 0 2 15,0 0-2-15,1 0 0 16,5 0 5-16,0-2-3 16,2-1 9-16,-2 2-9 15,2-1 1-15,3 2 1 0,3 0 0 16,4 0-4 0,1 0 5-16,1 0-4 0,-1 0-1 15,-2 0 2-15,-1 5-5 16,0 1 3-16,-1 1 0 15,4 1-1-15,5-3 3 16,4 1-2-16,5-3 0 16,-2 3 1-16,-1-1-1 15,-5-1 2-15,-3 3-2 16,-4-3 0-16,-2 2 3 16,0-1-3-16,-1-1 0 15,-2-2 2-15,-2-2-2 16,-2 0 1-16,1 0 0 15,-2 0-2-15,3 0 2 0,0 0-1 16,2 0 1-16,3 3 1 16,0 2-4-16,5 0 1 15,4 1 1-15,1-1-2 16,7-3 0-16,3-2 2 16,2 0 0-16,5 0 0 15,-4-2 0-15,1-4 0 16,-2 0 1-16,-4 0-4 15,-2-2 8-15,0 2-4 16,1 0-1-16,-1 0 2 16,1 0-2-16,1 0 1 15,2-1-1-15,2 2 0 16,0-1 2-16,0 2-5 0,-5-1 3 16,3 2-4-16,-1 0 4 15,-4-1-1-15,0 2 1 16,-3-1 0-16,-5 3 1 15,-1 0-1-15,0 0 0 16,2 0 0-16,3 0 0 16,2 0 3-16,6 0-3 15,-3 0 0-15,1 2 2 16,2 1-2-16,-2 0 1 16,-1-2 0-16,1 1 1 15,-5-1-2-15,-3 0 0 16,-4 3-1-16,-1-4-4 15,-1 1 4-15,4-1 1 0,2 0 0 16,0 0 0-16,2 0 0 16,0 0 0-16,1 0 0 15,-1 0-1-15,-2 0 1 16,2 0 2-16,1 4-1 16,-2 2-1-16,2-3 1 15,1 1 1-15,2 0-2 16,12-1 4-16,4 1-4 15,6 0 8-15,1 1-4 16,-3 0-3-16,4 3-1 16,3-1 1-16,2-2-1 15,-1-1 0-15,-2 2 0 0,-4-3 0 16,-7 4 0 0,-8-1-1-16,-7-2 2 0,-5-1 1 15,0-1-2-15,-1-2 1 16,1 0-1-16,0 0 1 15,-3 0 0-15,-4 0-2 16,-2 0-1-16,-8 0 2 16,-3 0-1-16,-2 0 1 15,0-2 0-15,-2-1 0 16,3 0-2-16,0-1 2 16,6-1 1-16,0 2 1 15,1 0-2-15,-1 0 0 16,-1 0-1-16,1-1 1 0,-1-1 0 15,-1 0-1-15,1 1 3 16,-1-1-1-16,-3 1-1 16,-3-1 1-16,-5 1-1 15,-2 0 0-15,-2 0 0 16,1 0 3-16,-1-1-3 16,-1 1 1-16,-6-3-1 15,-1 3 2-15,-2-1-2 16,-2 3 1-16,4 0 0 15,0-1-2-15,0 2 3 16,0-1-2-16,2 1 0 16,0 1 0-16,1 0 0 15,-1 0 0-15,0 0 0 16,-4 0-2-16,-1 0-2 0,-2 0 4 16,-2 0 0-16,-1 0-2 15,-4 0 1-15,0 0 1 16,2 0 0-16,0 0-3 15,-1 0 5-15,-1 0-2 16,1 0 1-16,-3 0 2 16,1 0-3-16,0 0 0 15,1 0 2-15,3 0-6 16,1 0 4-16,4 0 0 16,-2 0 0-16,0 0-1 15,-4 0 1-15,-2 0 3 16,-4 0-3-16,-2 0 0 0,-2 0 1 15,0 0-1-15,1 0 0 16,-1 0 2-16,0 0-4 16,0 0 2-16,0 0 0 15,0 0 0-15,0 0 1 16,0 0-1-16,0 0 0 16,0 3-7-16,0 14 7 15,0 11 0-15,0 12 6 16,0 14 7-16,0 7-11 15,0 8 7-15,0 11 3 16,0 6-9-16,-5 3 9 16,-2 1-2-16,-4-3-9 15,-1 1 3-15,-2-2 0 0,1-5-4 16,0-2 6 0,0-9-6-16,3-7 4 0,1-7-4 15,2-10 0-15,2-8 0 16,4-12-2-16,1-9 2 15,0-8 0-15,0-2-27 16,-2-3 6-16,-2-4-12 16,-7 0-13-16,-9 0-46 15,-15-11-165-15,-19-15-228 16</inkml:trace>
  <inkml:trace contextRef="#ctx0" brushRef="#br1" timeOffset="126335.53">8275 4949 250 0,'0'0'1'0,"0"0"0"0,0 0-1 16,0 0 3-1,0 0 31-15,0 0 77 0,0 0-20 16,9 0 20-16,-9 0-28 16,1-1-24-16,-1 1-3 15,0-4 12-15,2 0 28 16,-2-6 14-16,0-5-64 15,0-6-33-15,0-3 1 16,0 1 32-16,0 4-12 16,0 2 7-16,0 8-6 15,0 3 17-15,0 4-10 16,0 2-6-16,-2 14-36 16,2 28 0-16,0 32 13 15,0 26 7-15,0 22 12 0,0 21-4 16,0 10-11-16,4 4-4 15,8-4 1-15,1-14-5 16,3-19 2-16,3-14-10 16,-1-17 9-16,1-10 8 15,-1-11-12-15,-3-14 3 16,-3-16 2-16,-6-9-8 16,0-14-3-16,-3-7 2 15,-2-5-2-15,-1-2 8 16,0-1-7-16,0 0 8 15,0 0-1-15,0 0-3 0,0 0-1 16,0 0 0 0,0-3-8-16,-3-5 4 0,-5 1-49 15,1 4-37-15,6 2-78 16,1 1-40-16,0 0-199 16,12 0-166-16</inkml:trace>
  <inkml:trace contextRef="#ctx0" brushRef="#br1" timeOffset="131336.15">21186 5690 804 0,'0'0'121'0,"0"0"-113"15,0 0 6-15,-21-92 59 16,10 66 32-16,-5 0-42 16,-3 0-41-16,-5 0 9 15,-2-1 1-15,-5 3-5 16,3 7-1-16,1 8-17 15,-1 9 31-15,1 3-22 16,-3 30-17-16,-2 15 2 16,3 17-2-16,5 10 11 15,9 0 2-15,9-6-14 16,6-8 3-16,7-15-3 16,15-10 0-16,1-9-3 0,2-11 2 15,2-10 0-15,0-6 1 16,5-3 0-16,3-20-14 15,0-7-15-15,-2-5 0 16,-6-6 28-16,-7-5-9 16,-6-3 7-16,-6 0-13 15,-3 9 6-15,-5 14 10 16,0 12 2-16,0 12 8 16,0 2-5-16,0 15-5 15,0 16 0-15,-1 10 12 16,1-2-4-16,0-3-1 15,21-9-5-15,6-7-1 16,3-10 1-16,0-6 1 16,0-4 0-16,-2 0 2 15,-2-16-5-15,-7-8-3 0,-3-4-2 16,-6-7 5-16,-5-6-1 16,-5-7-1-16,0-6 1 15,0 0-4-15,-7 1-1 16,-3 13 6-16,0 13 3 15,3 11 0-15,4 16 0 16,2 0-3-16,-3 30-12 16,2 13 12-16,2 8 8 15,0 2-1-15,0-6-5 16,4-2 1-16,4-6-3 0,-3-11 0 16,-2-9 0-16,0-8 1 15,0-6 0-15,-2-5-1 16,1 0 0-16,1 0 6 15,7-14 9-15,7-10-15 16,6-3-9-16,6 3 4 16,2 6-4-16,5 7-7 15,-1 8-1-15,-2 3 11 16,-6 8 3-16,-5 14-6 16,-7 7 7-16,-11 4 2 15,-4 0 0-15,0 1 12 16,-15 0 11-16,-15-3 16 15,-3-3-3-15,-5-5-1 16,-1-5-3-16,6-5-15 0,6-4-10 16,10-9 6-16,7 0-11 15,9 0 6-15,1-10-8 16,3-14-31-16,22-3-34 16,9 1 40-16,2 7 25 15,3 4 0-15,-1 4-4 16,2 0 4-16,1 0 0 15,-2-2 2-15,-2-4-1 16,-9 0 1-16,-2-1-1 16,-10-1 2-16,-4-5-3 15,-4-2 5-15,-2-3-4 16,-6-2 3-16,0-1 0 16,0-1-1-16,-6 0 0 0,-4 0-3 15,-1 4 3-15,1 9-1 16,6 7 2-16,1 10-3 15,1 3-1-15,2 11-1 16,-1 23-13-16,-1 14 14 16,2 6 12-16,0 2-5 15,0-3-3-15,0-6-2 16,5-7 5-16,5-8-6 16,-3-8 0-16,0-8 2 15,-4-6-2-15,-2-6-1 16,1-4 4-16,-2 0-3 15,4 0 15-15,0-10-8 16,5-15 6-16,1-6-14 0,0 0-6 16,2 2 5-16,-4 9-6 15,0 8-1-15,-1 8 7 16,3 4-12-16,2 1 4 16,3 19 4-16,5 5 2 15,4 2 3-15,2-2 0 16,4-6 3-16,4-4-3 15,-1-4 0-15,7-9 0 16,-3-2-1-16,0 0-13 16,-2-11-22-16,-10-9-3 15,-5-4 11-15,-9-1 12 16,-5-3 10-16,-6-2-6 16,-2 2 11-16,-18-1 2 15,-4 6 0-15,-1 10 11 0,1 12 2 16,0 1 17-16,0 27 6 15,5 10-23-15,0 8 13 16,8-1-20-16,5-7 3 16,6-5-3-16,0-9-6 15,0-7-1-15,12-5 0 16,0-8 0-16,1-3 0 16,4 0 1-16,-2-3 4 15,1-14-5-15,0-7-17 16,-4-3 0-16,1 0-15 0,-3 3 13 15,-3 4 9 1,-3 8 10-16,0 3 1 0,-3 8 0 16,1 1-1-1,3 13-21-15,2 17 21 0,3 5 26 16,0-3-2-16,3-5-20 16,4-10 10-16,-2-5-11 15,2-6-1-15,-2-6 3 16,3 0 3-16,-1-2-1 15,-2-16 0-15,-3-3-7 16,-6-3-3-16,0 0-2 16,-2 0 0-16,-1 7-21 15,0 7 23-15,-2 5 2 16,1 5-3-16,1 0-11 16,4 1-3-16,3 10 16 0,2-1 3 15,1-3-2-15,4-4 0 16,-1-3 1-16,1 0 6 15,0 0-6-15,-6-10 6 16,-2-5-3-16,-6 0-2 16,-3 1 2-16,0-2-2 15,0 3-1-15,0 0 1 16,-3 5-1-16,-2 5 0 16,1 3-1-16,0 7-11 15,-2 25 4-15,1 16 8 16,5 13 8-16,0 14 9 15,0 9-5-15,7 1 12 0,5 4-7 16,0 0-7 0,-2-7 1-16,-7-10-2 0,-3-18 2 15,0-19 6-15,-10-15 12 16,-10-13 41-16,-7-7 9 16,-6 0-23-16,-9-9-23 15,-1-19-6-15,1-14-7 16,7-11-1-16,11-5-19 15,11 2 9-15,10 1-9 16,3 6-3-16,3 2 0 16,21-1-4-16,11 3-31 15,10-1-26-15,7 0-81 16,6 1-75-16,2 3-94 16,-3 3-286-16</inkml:trace>
  <inkml:trace contextRef="#ctx0" brushRef="#br1" timeOffset="131844.04">23010 5516 739 0,'0'0'292'16,"0"0"-278"-16,0-80 58 16,0 56 23-16,0 2 8 15,-2 7-29-15,-5 3-18 16,-4 5-17-16,-5 2-4 15,-6 2-23-15,-6 3-8 16,-6 0 1-16,-1 4-2 0,2 12 3 16,5 1 2-16,6 3-8 15,8 0 2-15,10-2-2 16,4 1-3-16,0 0 2 16,23 3 1-16,7 2 2 15,5 3 2-15,6 2 0 16,-3 0-3-16,0 3-1 15,-4-1 2-15,-9 0-3 16,-8-1 3-16,-10-2-2 16,-7 0 0-16,-4-2 1 15,-21-2 29-15,-8-4 6 16,-8-5 0-16,3-6 6 16,1-9-9-16,7 0-3 0,6-7-8 15,8-17-14-15,8-8-1 16,8-8-7-16,0-3-2 15,18 2-1-15,10 4-7 16,7 5-2-16,5 5-18 16,4 0-36-16,3 5-23 15,1 1-24-15,1 3-60 16,1 1-16-16,-1 2-59 16,-6 3-123-16,-5-1-83 15</inkml:trace>
  <inkml:trace contextRef="#ctx0" brushRef="#br1" timeOffset="132184.16">23364 5400 519 0,'0'0'275'0,"0"0"-133"16,0 0 34-16,0 0-35 16,0 0-42-16,0 0-3 15,-72-63-31-15,50 63-4 16,-2 0-14-16,-2 9-12 16,1 23-17-16,2 13-14 15,6 13 13-15,7 9-5 16,10 1-2-16,0-7 0 15,7-10-9-15,19-11 0 16,10-15-2-16,6-8 7 16,1-13-6-16,0-4 7 15,-9-2 1-15,-8-16-5 16,-6-6-2-16,-8-3 3 16,-7-2-2-16,-5-2 1 15,-7 1-3-15,-16 1 0 0,-9 5 1 16,-3 10-1-16,-2 9-26 15,-1 5-4-15,5 13-31 16,3 17-89-16,2 7-93 16,5 0-142-16,2-1-260 15</inkml:trace>
  <inkml:trace contextRef="#ctx0" brushRef="#br1" timeOffset="133100.12">22433 6598 945 0,'0'0'180'16,"0"0"-172"-16,-9-89 3 16,15 56 38-16,15 1 0 15,3 8 0-15,2 6-34 16,3 9-15-16,-1 9 0 16,-1 0-2-16,-2 15-2 15,-1 15 2-15,-8 8 4 16,-3 6 27-16,-4 3 4 15,-4-2-13-15,-5-2 9 0,0-4-13 16,0-8-4-16,0-10 2 16,-2-7-7-16,-1-8 8 15,1-4 3-15,2-2 10 16,0 0 13-16,-1 0-6 16,-3-16-2-16,2-12-23 15,-1-10-10-15,3-5 0 16,0-2-2-16,0 5-6 15,10 9 8-15,2 7-7 16,-1 11 5-16,3 8-6 16,1 5-6-16,0 0 7 15,3 21-4-15,-1 9 4 16,0 2 6-16,-4 7 1 0,-3-3 1 16,-1-5-1-16,-8-2 3 15,1-9-3-15,-2-8 2 16,0-6-2-16,0-3 3 15,0-3 6-15,0 0 15 16,0 0 9-16,0-14-7 16,0-15-13-16,0-7-13 15,2-8 2-15,4-3 0 16,4 4-2-16,2 6 4 16,3 8-4-16,3 7-2 15,1 11 0-15,1 8 2 16,0 3-9-16,2 15 1 15,1 12 4-15,-3 7 4 16,-1-3-1-16,-3 1-5 0,0 1 5 16,0-4-25-16,4-1-56 15,2-6-70-15,7-3-35 16,2-12-117-16,3-7-72 16,-1 0-62-16</inkml:trace>
  <inkml:trace contextRef="#ctx0" brushRef="#br1" timeOffset="134300.47">23314 6619 236 0,'0'0'244'15,"0"0"-55"-15,-12-88-29 16,-6 67 41-16,-6 7-38 16,-1 6-34-16,2 8-30 15,1 0-34-15,2 15-22 16,0 13-17-16,3 4 6 16,7-2-16-16,4-2-1 0,6-6-9 15,0-7-5-15,0-6-1 16,3-5-3-16,7-4 3 15,5 0 0-15,3-13-20 16,1-11-6-16,1-6-37 16,-4 0 30-16,1 1-5 15,-2 5 9-15,-3 9 14 16,-2 10 10-16,0 5 5 16,5 11 0-16,9 16 5 15,2 2 41-15,7 1-16 16,1-7-17-16,1-8-5 15,-1-8 0-15,-1-7-5 16,-3 0 3-16,-5-18 3 0,-5-8-7 16,-8-6 4-16,-5-5-5 15,-7-5 3-15,0-10-4 16,0-6-2-16,-4-5-2 16,-9 3-4-16,0 9-5 15,0 16 4-15,4 18 9 16,4 14 3-16,2 3-3 15,-1 34-15-15,1 18 15 16,1 20 30-16,2 4-7 16,0-4-2-16,2-9-11 15,9-13 4-15,-1-11-6 16,0-12-7-16,-1-12 0 0,-6-10 3 16,1-4-3-1,-3-1 11-15,3-1-2 0,2-17 10 16,-1-10-20-16,5-8-1 15,-3-6-2-15,2 0-26 16,2 7 0-16,1 9 12 16,1 11-17-16,0 13 23 15,4 2 5-15,4 24-11 16,-1 13 17-16,1 9 5 16,0-5-1-16,0-4-3 15,1-9 0-15,3-8 0 16,4-7-1-16,0-10-5 15,7-3-6-15,-3-3-31 16,-1-15-10-16,-7-1 30 0,-11-5-5 16,-7-4 5-16,-7-5 12 15,0-1-11-15,-7 7 21 16,-10 9 6-16,-4 11 40 16,3 7 6-16,2 0-30 15,-2 0 5-15,5 5-17 16,2 6-9-16,4-2 1 15,2-3-2-15,5 0-3 16,0-5 1-16,0-1-9 16,0 0-18-16,5 0 15 15,6 0 14-15,2 0 0 16,3 0 0-16,0 0-3 16,1 0-1-16,2 0-3 0,0 3 7 15,4 9 0 1,2 1-2-16,-1-2 2 0,8-2 1 15,-1-6-1-15,-1-3 4 16,-2 0-2-16,-4 0 2 16,-6-10-3-16,-4-5 0 15,-7-1 1-15,-3-4-2 16,-4-3-1-16,0-1-1 16,-7-4 2-16,-10-3-1 15,-2 6 1-15,2 5 0 16,3 10 3-16,4 10 4 15,3 0 3-15,1 16-7 0,1 22 0 16,5 20-3 0,0 13 17-16,0 15 13 0,11 10 4 15,5 5-1-15,-3 4-24 16,0 1-4-16,-1-5-3 16,0-10 1-16,-5-14-2 15,-4-20-1-15,-3-20 0 16,0-12-5-16,-10-12-23 15,-8-7-13-15,-6-6-43 16,-1-6-63-16,2-27-227 16,-1-21-431-16</inkml:trace>
  <inkml:trace contextRef="#ctx0" brushRef="#br1" timeOffset="134402.15">24203 6076 620 0,'0'0'0'16</inkml:trace>
  <inkml:trace contextRef="#ctx0" brushRef="#br1" timeOffset="134950.44">24451 6396 1085 0,'0'0'85'0,"0"0"-81"16,0 0 60-16,0-81 82 15,0 70-43-15,-10 5-55 16,-2 4-16-16,-1 2-17 16,-6 4-10-16,-4 25-3 15,-3 12-2-15,2 10 11 16,7 2-3-16,10-5-7 15,7-12 2-15,0-9-3 16,13-11 1-16,9-12-3 16,4-4 2-16,0-1-15 15,1-19 4-15,-2-6-20 0,-5-7 20 16,-3 2-3 0,-4 4-15-16,-3 8 14 0,-5 9-1 15,-2 10 10 1,3 0-2-16,-2 15-62 0,3 17 53 15,0 3 17-15,-2-1 0 16,0-4 1-16,2-6 3 16,-3-9-4-16,0-8-46 15,-2-5-65-15,2-2 51 16,0-6 49-16,6-16-1 16,0-8 8-16,2-8 4 15,-2-2 6-15,3 5-1 16,-3 9-5-16,-3 11 41 15,0 15 15-15,0 0-23 0,3 12-28 16,1 15 53-16,-3 4 8 16,-1-3-55-16,-5-6-11 15,-2-11-60-15,-2-11-228 16,-27-3-548-16</inkml:trace>
  <inkml:trace contextRef="#ctx0" brushRef="#br1" timeOffset="135373.37">21725 3563 32 0,'0'0'199'0,"0"0"-22"15,136-7-40-15,-69 7-137 16,1 0-1-16,-6 0-264 15</inkml:trace>
  <inkml:trace contextRef="#ctx0" brushRef="#br1" timeOffset="135573.43">22013 3669 528 0,'0'0'327'15,"0"0"-326"-15,0 0 33 16,0 0 59-16,0 0-12 16,0 0-58-16,-11 0-23 15,11 3-18-15,-6 9-36 16,-2 1-141-16,-7-3-204 16</inkml:trace>
  <inkml:trace contextRef="#ctx0" brushRef="#br1" timeOffset="135950.26">21931 3660 717 0,'0'0'177'15,"0"0"-145"-15,0 0 38 16,0 0 52-16,0 0-6 16,0 0-69-16,-6 14-38 15,6 44 2-15,0 24 66 0,0 13-44 16,8 7 5-16,4-2-21 15,-4-6-14-15,0-7 2 16,-2-12-4-16,0-8-1 16,1-15-11-16,3-11-79 15,3-12-50-15,6-16-165 16,-1-13-262-16</inkml:trace>
  <inkml:trace contextRef="#ctx0" brushRef="#br1" timeOffset="136993.59">22192 4229 522 0,'0'0'635'0,"0"0"-609"16,0 0-26-16,34-85 38 15,-16 60 15-15,-5-2 16 16,-2 1-29-16,-5 4-9 15,-6 2 8-15,0 2-11 16,0 2-12-16,-9 4-7 16,-6 4-4-16,-2 8 14 15,0 2-5-15,-4 28-11 16,4 12 2-16,4 7-2 16,12 2-2-16,1-8-1 0,11-6 1 15,23-6-3 1,9-13 2-16,11-14 0 0,6-4 6 15,5-10-5-15,0-17-1 16,-6-4-5-16,-12-5-13 16,-12 0 18-16,-12-1 0 15,-10-4 4-15,-6-1-4 16,-7-7 2-16,0-6 0 16,-1-5-2-16,-11-2 1 15,-1 5 0-15,-1 14-1 16,6 14 0-16,1 16 2 15,4 13 9-15,-4 0-11 0,-2 31-28 16,-2 21 28-16,-1 21 9 16,5 7 0-16,7-1-6 15,0-6 2-15,9-12-4 16,11-10 1-16,9-12-2 16,0-12 1-16,5-11-1 15,3-11 3-15,-2-5-3 16,-2 0-4-16,-3-14-18 15,-4-9 5-15,-7-6-1 16,-6-1-20-16,-7-4 33 16,-6 3 4-16,0 9-10 15,0 6 11-15,0 7 2 16,0 5-1-16,0 4-1 0,0 0-15 16,0 6-12-1,5 10 20-15,11 6 6 0,6-4 1 16,10-6-5-16,7-6 5 15,7-6-1-15,3 0 3 16,-5-7-4-16,-11-8-2 16,-10-1-18-16,-11 3 7 15,-7-3 14-15,-5-1 1 16,0-3 0-16,-4-1 1 16,-10 1-1-16,-2 0 4 15,3 7 1-15,1 6 0 16,4 7 1-16,-2 0-6 15,0 21 8-15,3 15-7 16,0 14-1-16,7 10 0 0,0 16 7 16,0 13 7-16,2 9 3 15,8 4 14-15,-1-1 2 16,-1-3-17-16,-5-9 6 16,-3-12-8-16,0-20-3 15,0-22-2-15,-1-15 30 16,-9-11 10-16,-5-7-3 15,-4-2-1-15,-4-5-18 16,-6-18-16-16,-1-7-5 16,4-11-3-16,6-7-1 15,6-8-2-15,10-1-4 16,4-4-28-16,6 3-14 16,19 2-18-16,5 3-55 0,3 4-43 15,2 5-22-15,-1 4-147 16,-3 3-50-16</inkml:trace>
  <inkml:trace contextRef="#ctx0" brushRef="#br1" timeOffset="137783.51">23290 4084 1016 0,'0'0'122'0,"0"0"-52"16,0 0-24-16,0 0-13 15,0 0 12-15,104 14 20 16,-66 10-24-16,-4 3-27 15,-7 5 1-15,-7 0-5 0,-10-5-7 16,-5-2-3-16,-5-9 2 16,0-5-2-16,0-3 30 15,-10-5 5-15,-5-3 27 16,-2 0-9-16,-2-3-18 16,3-17-12-16,4-9-18 15,5-8 6-15,7-4-11 16,0 4-5-16,6 10-17 15,13 8-15-15,10 11-43 16,8 5-23-16,1 3 21 16,2 0-15-16,2 4-38 15,0 5-25-15,2-3 9 16,-2-4 65-16,-8-2 54 16,-10 0 25-16,-13 0 7 15,-11-10 34-15,0-1 126 0,-4 0-13 16,-15 3-8-16,-3 5-37 15,-1 2-27-15,-2 1-30 16,0 1-29-16,1 21 0 16,4 6-8-16,9 2-2 15,4-3 1-15,7-3-5 16,0-6 1-16,5-6-3 16,10-4-8-16,2-7 6 15,3-1-6-15,-1 0-7 16,2-11 2-16,-4-5 8 0,-4-2-22 15,-2 0-8 1,0 3 5-16,-1 4 24 0,-2 7 2 16,-2 4-3-16,1 0-1 15,3 0 3-15,1 7 5 16,0 5-3-16,4-1 8 16,-3-5-3-16,1-1-1 15,-1-5 4-15,-2 0-3 16,0 0 9-16,-1-14-5 15,-3-3-6-15,1-2-16 16,-2-6-4-16,0 2-2 16,0 0-15-16,2 2 27 15,-3 6 10-15,0 6 4 16,-2 9 6-16,1 0-10 16,2 24 7-16,2 12 29 0,4 5 12 15,-1 0-16 1,2-8-16-16,2-6-14 0,1-9-2 15,6-9-11-15,8-9-105 16,3-5-152-16,1-21-475 16</inkml:trace>
  <inkml:trace contextRef="#ctx0" brushRef="#br1" timeOffset="137972.97">24320 3554 1240 0,'0'0'0'0,"0"0"4"16,2 124-4-16,5-54 13 15,1 6 16-15,-1 2-17 16,0-2-3-16,-3-8-5 16,-1-8-4-16,1-13-100 15,-2-16-333-15</inkml:trace>
  <inkml:trace contextRef="#ctx0" brushRef="#br1" timeOffset="138476.18">24491 3737 1138 0,'0'0'100'0,"0"0"-94"15,-17 98-6-15,17-59 1 16,0-1 7-16,0-7 4 16,0-8-3-16,7-10-8 15,-4-7 8-15,0-6-7 16,-1 0 9-16,3-1 3 16,0-19 15-16,0-9-25 15,0-7 0-15,-3-3 7 16,-2-2-8-16,0-3 6 15,0-2 2-15,0 3 13 16,0 0 11-16,-2 9-10 0,0 9-1 16,1 12 22-16,1 7-30 15,0 6 1-15,0 0-17 16,10 8-25-16,12 13 23 16,8 8 2-16,5 4 1 15,7 6-1-15,3 1 2 16,3 4-2-16,-3 0 0 15,-3 1 0-15,-8-4 0 16,-10-2 8-16,-6-11 12 16,-12-5-17-16,-6-4 0 15,0-2-3-15,-8-2 0 16,-25 4 0-16,-15 2-7 16,-7 0-56-16,-11 8-79 0,-5 0-118 15,-3-2-281-15</inkml:trace>
  <inkml:trace contextRef="#ctx0" brushRef="#br1" timeOffset="138809.44">22002 4442 1407 0,'0'0'0'15,"0"0"-44"-15,138-31 8 16,-6 23 36-16,42 5 45 16,42 0-25-16,36 2-18 15,28-1 2-15,12 1 3 16,3 1 2-16,-16 0-9 15,-36 0-4-15,-42 7 4 16,-49 7-2-16,-49-3-165 16,-48-2-127-16,-49-6-86 15,-24-3-133-15</inkml:trace>
  <inkml:trace contextRef="#ctx0" brushRef="#br1" timeOffset="139099.79">22279 4509 1311 0,'0'0'0'0,"167"0"-45"15,-11 0 45-15,39-11 18 16,32-2 7-16,16-1-6 16,3 1-11-16,-4 0-8 15,-25 2-11-15,-32 6-17 16,-49 1-92-16,-50-1-278 16,-51-3-381-16</inkml:trace>
  <inkml:trace contextRef="#ctx0" brushRef="#br1" timeOffset="139645.26">21490 3500 415 0,'0'0'88'0,"0"0"-79"15,0 0-7-15,0 0 38 16,0 0 156-16,0 0-8 16,-48 7-102-16,58-7-36 15,16 0 6-15,26-3-11 16,23-7 9-16,22-4-21 16,17-3-11-16,16-1-8 15,5 0-13-15,0 5 6 0,-11 4-7 16,-18 4-9-16,-18 5-79 15,-22 0-137-15,-21 0-125 16,-25 0-233-16</inkml:trace>
  <inkml:trace contextRef="#ctx0" brushRef="#br1" timeOffset="139983.17">21945 3483 406 0,'0'0'420'16,"0"0"-392"-16,0 0 11 16,0 0 8-16,0 0-20 15,0 0 24-15,-10 151 34 16,6-51-34-16,1 18-27 16,0 6-21-16,-4 9-6 0,0-7-9 15,1-14-160-15,-1-19-225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37:09.052"/>
    </inkml:context>
    <inkml:brush xml:id="br0">
      <inkml:brushProperty name="width" value="0.05292" units="cm"/>
      <inkml:brushProperty name="height" value="0.05292" units="cm"/>
      <inkml:brushProperty name="color" value="#FF0000"/>
    </inkml:brush>
  </inkml:definitions>
  <inkml:trace contextRef="#ctx0" brushRef="#br0">3611 3435 967 0,'0'0'94'16,"0"0"-64"-16,0 0-17 15,-94 38 17-15,68-34 2 16,-1-3 33-16,0-1 2 0,2 0-9 15,1-10-19 1,3-13-14-16,4-8-25 0,7-10-4 16,10-4 4-16,0-3 0 15,15 5 8-15,10 8-8 16,0 12-2-16,3 16-2 16,-1 7-7-16,0 18 2 15,-2 23 4-15,-3 17-2 16,-9 11 5-16,-11 4 2 15,-2-1 9-15,-9-7-8 16,-17-3 1-16,-9-5 9 16,-8-3 9-16,-9-5-3 15,-7-7 5-15,2-12-10 16,8-13 0-16,13-14 2 0,9-3 1 16,5-13 26-16,4-20-15 15,5-10-24-15,8-7-2 16,5 4 0-16,3 8 0 15,21 11-1-15,4 11 2 16,10 8-4-16,10 8 2 16,11 4-2-16,1 25 2 15,-2 10-4-15,-14 6 5 16,-7 5 2-16,-8-1-1 16,-8 1-2-16,-6 1 0 15,-8-2-23-15,-5-8-98 16,-2-10-51-16,0-17-99 15,0-14-225-15</inkml:trace>
  <inkml:trace contextRef="#ctx0" brushRef="#br0" timeOffset="636.17">4072 3346 1232 0,'0'0'94'0,"0"0"-92"0,0 0 13 15,0 0 29 1,0 0 44-16,0 0-5 0,-7 0-32 16,-9 7-18-16,-9 0-5 15,-3 2-23-15,-1-4-4 16,3-1 7-16,2-4-3 15,2 0 10-15,2 0-7 16,2-12-1-16,5-1-7 16,3 4 0-16,3 5 0 15,5 2 5-15,0 2-5 16,2 0-5-16,0 0 1 16,0 0-4-16,0 20 1 15,0 10 1-15,0 13 6 0,-2 6 0 16,-7 5 2-1,-5-1-2-15,1-8 2 0,-1-10-2 16,3-11 0-16,4-14 1 16,4-6-1-16,3-4 1 15,0 0 6-15,0-13-7 16,13-12-8-16,17-10-1 16,14-1 3-16,9 7 1 15,5 9 5-15,3 11-16 16,-3 9 2-16,-6 2 8 15,-7 22 1-15,-11 6-2 16,-15 5 4-16,-12 3-2 16,-7-2 5-16,-4 0 3 15,-23-2 0-15,-10-4 2 0,-6-2 17 16,-6-6-20 0,-2-3 16-16,5-6-14 0,4-5-4 15,7-4 0-15,8-4-34 16,12 0-51-16,15-15-124 15,0-12-86-15,27-9-398 16</inkml:trace>
  <inkml:trace contextRef="#ctx0" brushRef="#br0" timeOffset="950.85">4380 3549 1120 0,'0'0'83'0,"-27"89"-78"16,23-33 22-16,4-2 32 0,0-3-5 16,11-9-15-16,12-9-12 15,5-11-22-15,8-14 2 16,-1-8-7-16,1-6 1 16,0-20 18-16,-7-8-1 15,-6-5-1-15,-14-2 40 16,-9 1 12-16,-13 0 5 15,-23-4-45-15,-13 3-18 16,-5 2-5-16,8 6-6 16,5 6-1-16,10 16-2 0,9 9-27 15,6 2-45 1,2 24-94-16,2 14-70 0,2 6-173 16</inkml:trace>
  <inkml:trace contextRef="#ctx0" brushRef="#br0" timeOffset="2497.46">5176 3509 733 0,'0'0'124'0,"0"0"-85"0,0 0 70 15,0 0-42-15,-4-85-10 16,-1 72 36-16,-2 2-42 16,1 4 25-16,-1 4-17 15,-1 1-33-15,-2 2 6 16,-3 5-27-16,-8 22 15 16,0 18-16-16,-3 15 3 15,7 9 0-15,11 4 8 16,6-8-10-16,0-6-2 15,18-12 8-15,11-11-11 16,4-13 3-16,6-8-2 16,3-11 2-16,0-4-3 15,1 0 3-15,-3-10 2 16,-3-4-1-16,-5-1-4 0,-9 3-4 16,-6 3-45-1,-6 1-50-15,-7 3-48 0,-4-3-185 16,0-3-517-16</inkml:trace>
  <inkml:trace contextRef="#ctx0" brushRef="#br0" timeOffset="2931.23">4735 3776 1032 0,'0'0'142'16,"0"0"-79"-16,0 0 16 16,0 0-29-16,0 0 1 15,0 0 8-15,-7 0-18 0,7 0-18 16,7 0-23 0,14 0 0-16,14-1 9 0,19-7 5 15,16-3 5-15,9 1 4 16,6-2-9-16,-4 2-11 15,-4 4 1-15,-9 0-5 16,-12 4 1-16,-12 2-14 16,-11 0-76-16,-8 0-126 15,-5 0-30-15,-8 0-239 16</inkml:trace>
  <inkml:trace contextRef="#ctx0" brushRef="#br0" timeOffset="3883.21">4968 3523 1098 0,'0'0'44'16,"0"0"21"-16,0 0 10 15,0 0-19-15,-29-78 22 16,29 78-24-16,0 0-41 0,0 24-13 15,14 26 0-15,11 22 6 16,2 15 43-16,0 5-17 16,-2-2-18-16,-3-4-1 15,-4-10 4-15,-3-11-12 16,-3-18-4-16,-2-15-1 16,-4-17 2-16,-2-9 1 15,-1-6 1-15,0 0-4 16,-3-3 15-16,0-26 32 15,0-20-24-15,0-27-23 16,0-17 1-16,0-10 2 16,0 1-3-16,-4 7 1 15,-6 9-1-15,-2 18 3 16,0 20-2-16,2 16 1 0,5 20 0 16,2 11 1-16,0 1-3 15,3 12-5-15,0 26-8 16,4 25 6-16,12 18 7 15,-3 10 8-15,0-1-8 16,-3-5 4-16,-1-10-3 16,-5-18 2-16,0-17-3 15,-1-20 0-15,1-16 3 16,-3-4-2-16,1 0 0 16,-2-22 15-16,0-18-8 15,-2-21-6-15,-11-19-4 16,-3-14 4-16,-8-12-1 15,-3 1 0-15,0 14 0 0,5 17-1 16,6 29 2-16,8 24-2 16,4 17 0-16,4 7 0 15,0 35-24-15,14 21 16 16,7 21 6-16,3 10 2 16,-3 4-3-16,0-5 5 15,0-4-5-15,1-5-56 16,-2-2-89-16,-5-14-103 15,-8-18-184-15</inkml:trace>
  <inkml:trace contextRef="#ctx0" brushRef="#br0" timeOffset="4072.19">4950 3739 1222 0,'0'0'125'0,"0"0"-65"16,0 0 31-16,0 0-62 15,0 0-18-15,0 0-1 16,58-55-10-16,-4 54 1 16,11 1-1-16,7 0-7 15,5 0-96-15,0 0-109 16,-5 0-160-16,-8 0-159 16</inkml:trace>
  <inkml:trace contextRef="#ctx0" brushRef="#br0" timeOffset="5547.86">6007 3440 1285 0,'0'0'93'0,"0"0"-80"15,-93-87 69-15,70 71-30 16,3 5 14-16,7 10 26 16,0 1-55-16,-2 12-30 15,-2 30-7-15,-3 19 0 0,1 20 4 16,9 6-2-16,7 0 0 16,3-9 3-16,8-12-1 15,19-15-1-15,7-15-3 16,2-12 0-16,8-15 0 15,2-9-1-15,5 0 1 16,-1-19 0-16,-5-3-13 16,-5-4-2-16,-6 0-8 15,-4-1 1-15,-7-2 3 16,-1-3 9-16,-6 0 4 16,-4-2-1-16,-4 3 2 15,-2 4 4-15,-6 5 1 0,0 4 0 16,0 4 5-1,0 5-4-15,-9 0 14 0,-1 3-1 16,0 1 6-16,2-1-9 16,1 4-8-16,3 2 4 15,3 0 1-15,-1 0-6 16,1 0 5-16,1 0 0 16,0 0-5-16,0 0 4 15,0 0-5-15,-2 0 2 16,2 0-3-16,-1 0-6 15,-2 10 3-15,-1 13 1 16,-2 8 2-16,2 10-1 16,2 6 4-16,2-1-3 15,0 1 3-15,0-7-2 16,12-7-1-16,4-8 0 0,4-6-1 16,6-9 1-16,-1-3-10 15,3-7-1-15,0 0-22 16,1-12 10-16,-4-8-15 15,-5-1-4-15,-3-5 7 16,-7-2 10-16,-4-4 16 16,-4-4 9-16,-2-3 3 15,0 2-1-15,0 3 4 16,0 11 13-16,2 9 6 16,1 8 9-16,0 4-17 15,9 2-15-15,7 0-2 16,7 13-3-16,4 12 3 0,2 11 7 15,-5 7 8-15,-5 1-1 16,-4-2-6-16,-4-5 1 16,-8-9-3-16,1-6 2 15,-6-6 1-15,-1-8-1 16,2-4-2-16,-2-4 4 16,0 0-3-16,0 0 17 15,0-17 0-15,0-8-17 16,-9-7-6-16,3-5-1 15,1 2 2-15,3 0-2 16,2 2 0-16,0 3-1 16,0 4 1-16,2 6-10 15,12 0 5-15,0 1 3 0,4 3-5 16,-2 3-1 0,-5 3-17-16,3 2-3 0,-4 1-18 15,0 5-33-15,4-3-16 16,-1 3-42-16,0-2-53 15,4-2-108-15,-2-4-48 16,-2-7 127-16,-4-1 78 16,-8-3 141-16,-1-1 215 15,0-2 33-15,0 5-15 16,-4 3 8-16,-3 5-74 16,2 3-12-16,1 7-41 15,2 1-37-15,2 0-43 16,0 0-34-16,0 26-6 15,0 12 1-15,11 15 5 0,-1 3 19 16,-3 0-10-16,-4-5-5 16,0-4-1-16,-2-1-1 15,-1-5-4-15,0-4-1 16,0-6-64-16,-1-9-84 16,-4-12-52-16,-2-6-87 15,1-4 36-15,-3-4 139 16,-1-12 81-16,-1-5 34 15,-1-7 126-15,4-4-70 16,4-5 62-16,4 0 47 16,0 4-58-16,22 2-43 15,6 3 2-15,4 4-11 16,4 4-38-16,-3 7 16 0,0 9-1 16,-5 4 1-16,-1 3 20 15,-6 18-10-15,-5 4 4 16,-6 7-18-16,-5-2-14 15,-3-1-11-15,-2-1-4 16,0-1-6-16,0-3-111 16,0-7-108-16,0-11-181 15</inkml:trace>
  <inkml:trace contextRef="#ctx0" brushRef="#br0" timeOffset="5864.36">7248 3462 1022 0,'0'0'126'16,"0"-80"6"-16,0 38-29 15,-3 2 13-15,-7 8-18 16,2 10-27-16,1 11-15 16,3 9-10-16,1 2-32 15,2 0-10-15,1 8-4 16,0 30-14-16,0 27 14 15,0 20 4-15,14 16 3 16,-1 7 6-16,2 0-10 16,-2 2 17-16,-3 4-10 15,-1-9-9-15,-3-10-1 16,-1-18-1-16,-5-23-9 0,0-15-24 16,-5-13-44-16,-20-14-71 15,-3-12-168-15,-1-7-283 16</inkml:trace>
  <inkml:trace contextRef="#ctx0" brushRef="#br0" timeOffset="6005.6">7190 3739 1542 0,'0'0'116'0,"0"0"-93"16,0 0-21-1,0 0-2-15,0 0 0 0,109-58-9 16,-81 63-82-16,-9 16-158 15,-19 4-266-15</inkml:trace>
  <inkml:trace contextRef="#ctx0" brushRef="#br0" timeOffset="6297.12">5779 4335 1645 0,'0'0'14'0,"0"0"3"16,141-22-19-16,-26 14 4 0,26 3 8 16,12-2 41-16,11 0-17 15,7 2-4-15,-6 1 2 16,-11 4-12-16,-17 0-16 15,-22 0-4-15,-20 0-11 16,-21 0-34-16,-25 4-58 16,-17-1-171-16,-24-3-316 15</inkml:trace>
  <inkml:trace contextRef="#ctx0" brushRef="#br0" timeOffset="6963.95">8842 1244 957 0,'0'0'159'0,"0"0"-104"16,0 0-52-16,0 0 12 15,0 0-15-15,62 111 88 16,-33-45-13-16,-1-8-6 16,-3-15-7-16,0-20-9 15,-2-14 0-15,1-9 13 0,6-11 16 16,15-34-10-1,15-23-36-15,17-20-21 16,13-15-7-16,9-5-6 16,5-4-1-16,4 1 1 0,-1 11-4 15,-6 17-12-15,-10 21-36 16,-17 28-66-16,-23 27-115 16,-31 10-168-16,-20 33-662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39:20.507"/>
    </inkml:context>
    <inkml:brush xml:id="br0">
      <inkml:brushProperty name="width" value="0.05292" units="cm"/>
      <inkml:brushProperty name="height" value="0.05292" units="cm"/>
    </inkml:brush>
  </inkml:definitions>
  <inkml:trace contextRef="#ctx0" brushRef="#br0">7434 4733 667 0,'0'0'324'0,"0"0"-264"0,0 0-15 16,0 0-5-16,0 0-12 15,0 0 22-15,0 0-12 16,-3-3-28-16,3 3 2 16,0 0 1-16,0 0-7 15,0 0-3-15,0 0 1 16,0 0-1-16,13 7 19 15,8 6 19-15,0 2-17 16,1-1-16-16,-2-3-7 16,0-2 7-16,-3-5-4 15,0-2-2-15,-1-2 8 0,1 0-7 16,-1-6 7 0,1-8 0-16,0-3 1 0,-2 1 4 15,0-2 3-15,2 2-4 16,-1 1-8-16,0 2-4 15,-1 6-2-15,0 3 0 16,1 1-2-16,3 1 2 16,1 2 0-16,2 0 1 15,-2 0-1-15,2 0 3 16,-1 0-2-16,1 0 7 16,-4 2-3-16,-1-1 1 15,-4 1-1-15,-4-1-1 16,-1-1 3-16,-1 0-6 15,0 0 7-15,-1 0 2 16,1 0-4-16,3 0 6 0,1 0-2 16,3 0-6-16,1 0 6 15,4-1-7-15,2 1 8 16,1 0-4-16,5 0-7 16,0 0 6-16,1 0-2 15,0 0-4-15,-1 6 2 16,-2-1 0-16,0-2-2 15,-3 0 4-15,-1-3-4 16,1 0 4-16,-3 0-1 16,-2 0 0-16,-2 0 0 15,-2 0 0-15,-3 0-1 16,0 0 1-16,0 0-3 16,2 0 4-16,1 0 0 0,1 0-2 15,-1 0-1-15,0 0 4 16,0 0-5-16,1 0 5 15,0 0-4-15,-1 0 3 16,4 0 0-16,-1 0 1 16,1 0 3-16,1 0-7 15,2 0 9-15,-1 2-6 16,1 1-4-16,0 0 2 16,0 2-1-16,0-1 0 15,0-1-2-15,-2-3 6 16,-1 0-5-16,-2 0 4 15,-5 0-4-15,-1 0 3 16,-5 0-2-16,2 0 3 0,-3-4-4 16,-3 2-1-16,0 1 1 15,0 1-18-15,0 0-89 16,0 0-134-16,-13 0-311 16</inkml:trace>
  <inkml:trace contextRef="#ctx0" brushRef="#br0" timeOffset="6982.81">4569 9098 760 0,'0'0'346'16,"0"0"-310"-16,0 0-27 15,0 0-3-15,0 0 13 16,0 0 22-16,0 0-13 16,-12-17-15-16,27 25-8 15,10 12 26-15,2 7 4 16,-2 0-13-16,-7-5 1 15,-2-5 7-15,-8-7 15 16,-2-8 5-16,0-2-5 16,3-1 3-16,11-29 10 15,14-23 1-15,13-21-23 16,11-13-11-16,7-7-9 16,4 5-1-16,0 4-2 0,-4 12-13 15,-6 15 9-15,-13 15-9 16,-14 16 1-16,-15 14-2 15,-11 9-3-15,-6 1-12 16,0 3-19-16,3 0-50 16,3 3-54-16,1 14-90 15,-3 1-81-15,-2-6-248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40:51.807"/>
    </inkml:context>
    <inkml:brush xml:id="br0">
      <inkml:brushProperty name="width" value="0.05292" units="cm"/>
      <inkml:brushProperty name="height" value="0.05292" units="cm"/>
    </inkml:brush>
  </inkml:definitions>
  <inkml:trace contextRef="#ctx0" brushRef="#br0">7404 4742 531 0,'0'0'107'0,"0"0"-35"15,0 0-65 1,0 0 149-16,0 0-45 0,0 0-7 15,0 0-19-15,-10-8-6 16,9 8 6-16,1 0 7 16,0 0-23-16,-2 0-17 15,2 0-10-15,0 0-7 16,0 0-10-16,0 0-2 16,0 0-14-16,0 0 9 15,0 0 2-15,0 0-12 16,0 0 8-16,10 0-5 15,9 0-1-15,5 0 22 16,10 0-22-16,6 0 2 16,12 0-4-16,13-9-7 15,11-1 4-15,9-2 0 0,2-1-2 16,0 3-3 0,-2-1 4-16,-1 2-1 0,-5 1 4 15,0 1-3-15,-4 0 14 16,-1 1-3-16,-5 0-5 15,-1 3 1-15,-6-2-9 16,-8 2 6-16,-13 2-4 16,-13-1-1-16,-6 1-5 15,-6-1 2-15,-9 1 0 16,0 1-1-16,-4-2 3 16,-3 2-2-16,0 0 0 15,0 0-5-15,0 0-4 16,0 0-53-16,0 0-51 15,0 0-160-15,-6 0-594 0</inkml:trace>
  <inkml:trace contextRef="#ctx0" brushRef="#br0" timeOffset="6512.51">4035 6139 293 0,'0'0'73'0,"0"0"16"15,0 0 48-15,0 0-85 16,0 0 0-16,0 0 13 16,0 0 2-16,0 0-5 15,-15-17-26-15,15 17-26 16,7 0-8-16,5 13 21 16,3 3 14-16,0 0-10 15,0 0 5-15,-2-3-17 16,-1-3-7-16,2-3 9 15,-3-4 17-15,0-2 5 16,0-1 2-16,-1 0-9 0,0 0-8 16,2 0-5-16,3-6-7 15,2-6 5-15,1-1-7 16,2 2-5-16,-2 2 3 16,1 3-3-16,-3 2 1 15,3 2-1-15,1 2-4 16,0 0 4-16,5 0-3 15,1 0-2-15,0 10 8 16,2 2-8-16,-2 1 7 16,-3-2-7-16,-2 0 2 15,-4-2 3-15,-3-4-3 16,-3-3 1-16,-1 0 2 16,-1-2-2-16,0 0 10 15,4 0 12-15,1 0-1 16,7-3-1-16,0-5-5 0,3-1-7 15,-3 4-4-15,1 0-5 16,1 3 1-16,3 0-3 16,-1 0 1-16,1 1-1 15,3-2 1-15,1 3 0 16,-1 0-2-16,0 0 0 16,-2 6 1-16,0 10 2 15,-2 6 0-15,-1-5 0 16,-3 0 3-16,-1-2-5 15,-3-6 1-15,-2-4 0 16,0 1 2-16,0-6 2 16,2 0-4-16,3 0 7 0,3-6-1 15,2-7-1-15,2-5-3 16,0 5-3-16,-2 3 6 16,-2 1-6-16,2 3 1 15,1 3-3-15,2-1 4 16,0 1-2-16,3 2 0 15,0 1 2-15,-3 0-2 16,-2 0 0-16,-3 0 1 16,-3 0 0-16,-3 0-1 15,0 0 1-15,-4 0-2 16,-3 0 4-16,0 0-4 16,-3 0 1-16,-2 0-2 15,-1 0 2-15,0 0 0 0,-1 0-2 16,3 0-31-1,-2 0-124-15,5 0-109 0,-4 0-265 16</inkml:trace>
  <inkml:trace contextRef="#ctx0" brushRef="#br0" timeOffset="7614.27">8705 6277 419 0,'0'0'158'15,"0"0"-27"-15,0 0 11 0,0 0-11 16,0 0-17-16,0 0 16 16,-24-10-28-16,24 10-13 15,0 0-26-15,0 0-21 16,0 0-7-16,9 0-16 15,13-3 5-15,11-2 19 16,12-5-13-16,5-6 0 16,4-1-21-16,0-3-5 15,-10 5-1-15,-6 3-2 16,-10 3 1-16,-11 5-2 16,-7 3-11-16,-6 1-31 15,2 0-79-15,-1 1-62 16,0 15-19-16,-5-4-167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41:55.427"/>
    </inkml:context>
    <inkml:brush xml:id="br0">
      <inkml:brushProperty name="width" value="0.05292" units="cm"/>
      <inkml:brushProperty name="height" value="0.05292" units="cm"/>
    </inkml:brush>
  </inkml:definitions>
  <inkml:trace contextRef="#ctx0" brushRef="#br0">19233 8951 1044 0,'0'0'62'16,"0"0"-57"-16,-23-78 19 15,17 37-19-15,5-8 23 16,1-7 48-16,0-3-3 15,3-3-29-15,15-5-11 16,8-3-10-16,12-6-3 16,14-2-10-16,13 0-6 0,19 1-1 15,11 5 0 1,12 9-2-16,3 10 0 0,-1 16-1 16,-7 14-5-16,-5 18 5 15,-5 5 2-15,-4 37-2 16,-6 20-3-16,-3 17 0 15,-3 14 6-15,8 16-2 16,2 9 4-16,4 10-4 16,-3 6 3-16,-2-1 0 15,-5-6-4-15,-8-13-1 16,-6-12 0-16,-14-11 2 16,-11-15-2-16,-9-15 4 15,-9-15-3-15,-8-14 0 16,-6-11 2-16,-6-11-1 15,-3-3-1-15,0 0 8 16,0-2 11-16,0 0-4 16,-2-2 59-16,-12-17-37 0,-8-10-36 15,-7-3 3-15,-1-4 0 16,-3 2 0-16,-1-1-4 16,2 4 2-16,2 2-2 15,-2 4 2-15,4 0 0 16,0 3 0-16,6 5-1 15,3 3 0-15,8 5 0 16,5 5 3-16,2 1-4 16,2 1 0-16,2 2-3 15,0 0 1-15,0 0-7 16,0 0-3-16,0 0 1 0,0 5-9 16,9 13 20-16,5 6-5 15,7 1 5-15,3-1 0 16,5-2 1-16,0-3 1 15,-1 0-4-15,-1-5 0 16,-4-1 2-16,0-6 0 16,-4-3-4-16,-2-2 3 15,-4-2 1-15,-3 0 1 16,-2 0-1-16,-2 0 0 16,1-2 2-16,-3-11 2 15,3-3-3-15,-2-6 1 16,-2-3-2-16,2-4 3 15,-5-4-3-15,0-1-2 16,0-3 2-16,0 0 7 0,-10-1-4 16,0 6-1-16,3 10-1 15,4 8 7-15,2 13 11 16,-1 1-19-16,-5 17-13 16,-8 35-10-16,-5 31 23 15,-5 25 0-15,10 11-4 16,13-3-201-16,2-18-190 15,10-20-453-15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43:15.844"/>
    </inkml:context>
    <inkml:brush xml:id="br0">
      <inkml:brushProperty name="width" value="0.05292" units="cm"/>
      <inkml:brushProperty name="height" value="0.05292" units="cm"/>
    </inkml:brush>
  </inkml:definitions>
  <inkml:trace contextRef="#ctx0" brushRef="#br0">19016 2988 519 0,'0'0'508'0,"0"0"-477"15,0 0-3-15,0 0 17 16,0 0 48-16,0 0-58 15,0 0-1-15,-9-1 1 16,9 1 17-16,0 0-26 16,0 0-22-16,0 0-1 15,5 0 4-15,15 0-3 16,13 0 16-16,13 0-11 16,9-5-6-16,6-2 6 0,0 2-4 15,-2 1-5 1,-10 3-2-16,-10 1-1 0,-9 0 0 15,-8 0-95-15,-9 0-59 16,-8 1-123-16,-5 3-146 16</inkml:trace>
  <inkml:trace contextRef="#ctx0" brushRef="#br0" timeOffset="352.91">19351 2973 739 0,'0'0'182'16,"0"0"-165"-16,0 0-4 16,0 0 8-16,0 0-7 15,0 0 57-15,-3 122 2 0,8-69-37 16,4 1-19-16,-2-2 13 16,-3-2-1-16,-2-8 1 15,-2-6 34-15,0-4-40 16,-3-4 21-16,-13-4-11 15,-2-1 12-15,-5-5 4 16,-7-4 8-16,-2-4-17 16,-3-6 0-16,-2-1-13 15,0-3-7-15,4 0-13 16,4-3-8-16,6-9 9 16,4 0-9-16,6-2-8 15,5-5 2-15,8-3-35 0,0-3-50 16,27-6-74-16,14 0-81 15,11 0-103-15,1 2-118 16</inkml:trace>
  <inkml:trace contextRef="#ctx0" brushRef="#br0" timeOffset="595.83">19606 2999 889 0,'0'0'254'0,"0"0"-232"16,0 0-4-16,0 0-1 0,0 0-17 15,0 0 0-15,-7 114 43 16,14-57-21-16,-1-1-4 16,1-6-10-16,-2-2-7 15,0-6 0-15,-2-6-1 16,-1-5-3-16,-1-2-2 15,-1-13-202-15,0-9-257 16</inkml:trace>
  <inkml:trace contextRef="#ctx0" brushRef="#br0" timeOffset="811.41">19611 3002 1056 0,'0'0'161'0,"0"0"-151"16,0 0 18-16,0 0 50 16,0 0-43-16,0 0-28 15,115-78 4-15,-75 78-11 16,-5 0-5-16,-3 8-1 16,-12 10-9-16,-10 7-92 15,-10 3-103-15,0 2-246 16</inkml:trace>
  <inkml:trace contextRef="#ctx0" brushRef="#br0" timeOffset="980.43">19649 3242 167 0,'0'0'1121'0,"0"0"-1114"16,0 0-7-16,107-42 6 15,-60 32-3-15,3 4-6 16,-5 6 3-16,-6 0-56 15,-16 0-173-15,-20 7-385 16</inkml:trace>
  <inkml:trace contextRef="#ctx0" brushRef="#br0" timeOffset="1135.28">19638 3407 1131 0,'0'0'174'0,"0"0"-174"0,0 0 0 15,0 0 10-15,107-23-8 16,-51 15-2-16,6 1-4 16,2 2-20-16,-6-2-167 15,-7-3-251-15</inkml:trace>
  <inkml:trace contextRef="#ctx0" brushRef="#br0" timeOffset="1358.94">20104 3013 1095 0,'0'0'108'0,"0"0"-108"16,0 0-7-16,0 0 5 16,0 0 2-16,37 119 20 15,-19-69 0-15,-3-1-15 16,-3 2-2-16,-4-5-2 15,-1-2 0-15,-2-2-1 16,-3-9-80-16,-2-7-305 16</inkml:trace>
  <inkml:trace contextRef="#ctx0" brushRef="#br0" timeOffset="1568.21">20169 3028 1268 0,'0'0'46'16,"0"0"-39"-16,0 0 51 15,0 0-34-15,0 0-17 16,0 0-7-16,112-62-10 16,-84 77 4-16,-6 6-42 15,-6 3-94-15,-10 1-143 16,-6-1-143-16</inkml:trace>
  <inkml:trace contextRef="#ctx0" brushRef="#br0" timeOffset="1716.99">20250 3222 1118 0,'0'0'335'0,"0"0"-320"16,0 0-15-16,0 0 30 15,0 0-27-15,0 0-1 16,103-9-4-16,-66 11-3 15,-9 11-199-15,-14 0-252 16</inkml:trace>
  <inkml:trace contextRef="#ctx0" brushRef="#br0" timeOffset="1868.06">20335 3442 1352 0,'0'0'109'0,"0"0"-97"16,0 0-12-16,0 0 2 15,105-7 3-15,-64 3-5 16,1 4-14-16,-7 0-190 16,-13 0-181-16</inkml:trace>
  <inkml:trace contextRef="#ctx0" brushRef="#br0" timeOffset="2180.96">19393 3880 1397 0,'0'0'41'0,"0"0"-29"16,134-6-12-16,-37-3 33 15,27-4-2-15,15-4 16 16,3 1-1-16,-12 3-44 16,-22 6 1-16,-22 1-3 15,-21 3-1-15,-23-2-23 16,-15 4-87-16,-21-2-90 16,-6-3-85-16,-16-4-341 0</inkml:trace>
  <inkml:trace contextRef="#ctx0" brushRef="#br0" timeOffset="5448.07">3315 2222 796 0,'0'0'109'16,"0"0"-1"-16,0 0-56 16,0 0 16-16,0 0 28 15,0 0-47-15,0 0 10 16,-35-40-32-16,35 40-27 15,0 26-10-15,8 23 3 16,7 22 7-16,-2 8 7 0,1 6-4 16,-2 1-3-16,-2-4 1 15,0-6 2-15,-5-11-3 16,0-15-2-16,-5-9 2 16,0-11 0-16,0-9-113 15,0-14-111-15,0-7-320 16</inkml:trace>
  <inkml:trace contextRef="#ctx0" brushRef="#br0" timeOffset="5619.61">3509 2304 1139 0,'0'0'49'16,"0"0"-38"-16,0 0-11 15,0 0-3-15,0 0-3 16,0 0-11-16,-24 60-121 16,24-27-168-16</inkml:trace>
  <inkml:trace contextRef="#ctx0" brushRef="#br0" timeOffset="5769.54">3633 2768 1182 0,'0'0'17'0,"0"0"-9"0,0 0-5 16,0 0-3-16,0 0-143 15,0 0-129-15,-29-21-205 16</inkml:trace>
  <inkml:trace contextRef="#ctx0" brushRef="#br0" timeOffset="6249.14">3863 2313 1235 0,'0'0'44'16,"0"0"-36"-16,0 0 1 16,0 0 0-16,0 0-7 0,109-62 2 15,-72 62-4-15,-5 16-4 16,-8 15-2-16,-8 6 4 15,-11 4-3-15,-5 1 5 16,-4 0 2-16,-16-2 0 16,-4-3 2-16,-2-7-3 15,3-7-1-15,6-12 2 16,7-5 3-16,8-6 5 16,2 0 2-16,0-6-4 15,17-13-8-15,16-2-5 16,9 2-1-16,6 8 4 15,-2 9-14-15,-4 2 4 0,-9 5 5 16,-8 17 0-16,-6 7 3 16,-9 2-5-16,-10 4 9 15,0 0 1-15,-10-2 8 16,-14-5 50-16,-3-3 38 16,-6-6-12-16,-2-2-12 15,-4-4-32-15,3-4-18 16,4-3-12-16,6-6-11 15,7 0 0-15,5 0-8 16,6 0-88-16,4 0-100 16,3 0-171-16,1 2-368 15</inkml:trace>
  <inkml:trace contextRef="#ctx0" brushRef="#br0" timeOffset="6663.98">3539 3369 973 0,'0'0'121'16,"0"0"-87"-16,0 0 62 16,0 0-20-16,0 0-62 15,0 0-14-15,-23 21-5 16,27 20 5-16,12 9 8 15,-2 3 16-15,0 4 2 16,-2 1-18-16,-6 0 1 16,0 4-4-16,-3 4-4 15,-3 1-1-15,0-3 0 16,0-8-54-16,0-21-154 16,0-17-218-16</inkml:trace>
  <inkml:trace contextRef="#ctx0" brushRef="#br0" timeOffset="6834.21">3818 3338 948 0,'0'0'300'15,"0"0"-300"-15,0 0-15 16,0 0-96-16,0 0-165 15,0 0-103-15</inkml:trace>
  <inkml:trace contextRef="#ctx0" brushRef="#br0" timeOffset="6999.28">3948 3684 1255 0,'0'0'113'0,"0"0"-113"15,0 0 0-15,0 0 1 16,0 0-1-16,0 0-25 16,-36 45-125-16,52-45-263 15</inkml:trace>
  <inkml:trace contextRef="#ctx0" brushRef="#br0" timeOffset="7582.25">4207 3213 350 0,'0'0'803'0,"0"0"-768"15,0 0-29-15,0 0-5 16,0 0-1-16,0 0-1 15,0 34 1-15,0 1 10 16,0 2 0-16,-1 4 3 0,-11-2-9 16,-3-2 4-16,-2-2-1 15,0-8-5-15,1-9 7 16,7-7-5-16,5-7-1 16,4-4 4-16,0 0 3 15,0 0 1-15,0 0-11 16,1 0-7-16,18 0 7 15,6 0 0-15,8 7 0 16,6 0 0-16,-1 0 0 16,4-1 0-16,-2-4 1 15,-3-2 1-15,-3 0-2 16,-8-4 1-16,-7-5 0 16,-9-4 0-16,-6-7 1 0,-4-4 9 15,0-6-5 1,0-3 20-16,-14 0 4 0,-2 0 22 15,1 6-20-15,4 10 9 16,5 7 4-16,3 9 9 16,3 1-43-16,0 13-11 15,0 29-13-15,0 21 13 16,6 17 1-16,1 7-1 16,2-4 3-16,-4-5-7 15,0-7 3-15,-5-12-145 16,0-11-66-16,-7-23-320 15</inkml:trace>
  <inkml:trace contextRef="#ctx0" brushRef="#br0" timeOffset="8295.7">3228 2012 508 0,'0'0'61'0,"0"0"-17"15,0 0 110-15,0 0-81 16,0 0 27-16,0 0-20 15,-75-80-29-15,58 73-21 16,-1 2 31-16,-4 5-43 0,-5 0 16 16,-1 16-32-16,-5 11 2 15,-3 7-2-15,-1 11 0 16,3 13 3-16,2 17-2 16,10 23 2-16,10 22-4 15,12 25 5-15,8 15-4 16,28 1 3-16,13-10-5 15,14-29 3-15,7-25-3 16,7-30 0-16,7-23 2 16,1-22-2-16,-2-15 7 15,-6-7-7-15,-8-27 2 16,-11-17-1-16,-11-16-1 16,-12-11-25-16,-16-10 25 0,-15-11 0 15,-4-14 7 1,-16-10 6-16,-23-6 8 0,-11-5 9 15,-11 7 13-15,-10 6-35 16,-1 12-6-16,2 18 3 16,10 22-5-16,13 24 0 15,17 20-7-15,11 17-13 16,11 1-115-16,8 22-132 16,10 3-68-16</inkml:trace>
  <inkml:trace contextRef="#ctx0" brushRef="#br0" timeOffset="8896.45">4320 1305 197 0,'0'0'948'15,"0"0"-922"-15,0 0-3 16,0 0-5-16,0 0 27 0,0 0-45 16,-39 44 1-1,31 45-1-15,-4 25 5 0,-1 17 13 16,-2 4-5-16,-1-9-5 15,3-11-6-15,2-19 0 16,1-23 2-16,3-23-2 16,2-18-2-16,2-16 1 15,3-10 0-15,0-6 2 16,0 0 15-16,-2-7 80 16,-2-19 10-16,-2-8-90 15,-5-12-17-15,-3 0 16 16,-3 3-9-16,0-3-2 15,4 10 1-15,3 9 0 16,3 9-5-16,4 10 17 0,3 8-11 16,0 0-8-16,0 0-4 15,0 0-5-15,0 19-1 16,5 14 4-16,12 10 6 16,0 7 0-16,0-3 3 15,1-5-4-15,0-12 3 16,-2-7-1-16,2-8-1 15,2-13 1-15,4-2-1 16,5-6 7-16,3-20-3 16,3-8-3-16,-7-4-1 15,-4 4-94-15,-16 1-103 16,-8 5-349-16</inkml:trace>
  <inkml:trace contextRef="#ctx0" brushRef="#br0" timeOffset="17379.41">3848 4596 862 0,'0'0'65'15,"0"0"-40"-15,0 0 44 16,0 0-16-16,0 0-13 16,0 0-17-16,0 0-21 15,0 47 2-15,0 3 40 16,5 12-21-16,-1 6 26 16,-4-1-28-16,0 3-11 15,0-4-1-15,0-3 3 16,0-7-9-16,0-11-2 15,-4-10 0-15,-1-5 0 16,-2-7 0-16,1-5-1 16,-2-7-129-16,1-11-210 0,0-5-153 15</inkml:trace>
  <inkml:trace contextRef="#ctx0" brushRef="#br0" timeOffset="17542.78">4002 4774 1034 0,'0'0'55'0,"0"0"-43"16,0 0-12-16,0 0-158 16,0 0-32-16,-32 76-75 15</inkml:trace>
  <inkml:trace contextRef="#ctx0" brushRef="#br0" timeOffset="17700.57">4077 5205 1105 0,'0'0'61'16,"0"0"-54"-16,0 0-11 15,0 0 4-15,0 0-149 16,0 0-96-16,-39-27-243 15</inkml:trace>
  <inkml:trace contextRef="#ctx0" brushRef="#br0" timeOffset="18098.28">4236 4816 499 0,'0'0'720'0,"0"0"-717"15,0 0 2-15,0 0 5 16,0 0-7-16,106-41-3 16,-75 66 6-16,-4 12 5 15,-7 7-8-15,-12 3-2 16,-8 6 0-16,-1 6 11 16,-26 2-5-16,-11 2 7 0,-7-3-5 15,-4-10 3 1,4-14-10-16,10-16 8 0,9-17 44 15,12-3 55-15,7-20-4 16,7-13-97-16,0-7-3 16,20-2-1-16,20-1-2 15,8 7 5-15,6 9-7 16,5 12-1-16,-1 11-3 16,2 4 0-16,0 0 4 15,-4 13-1-15,-6 5-9 16,-13 2-17-16,-9 2-114 15,-7-2-26-15,-5-7-116 16,-1-8-265-16</inkml:trace>
  <inkml:trace contextRef="#ctx0" brushRef="#br0" timeOffset="18627.15">4673 4445 1007 0,'0'0'155'16,"-124"-127"-115"-16,62 73 22 16,0 1 15-16,2 6 5 15,-2 8-29-15,-2 7 0 16,1 12-6-16,-4 9-30 0,-3 11-6 16,-7 22-11-1,-8 31 3-15,-9 23-6 0,-4 21 4 16,5 24-1-16,13 15 0 15,15 15-1-15,23 6 1 16,22 6 3-16,20-6 2 16,24-9-5-16,34-11 4 15,22-23 0-15,20-20-4 16,14-29-4-16,10-25 4 16,10-23-3-16,1-17 8 15,9-20 5-15,8-33-7 16,-1-23-2-16,-6-18 4 15,-16-3 0-15,-32 2-5 16,-29 6 3-16,-27 3-1 16,-25-2 8-16,-16-9-4 0,-6-10-2 15,-36-8 4 1,-19-9 0-16,-15-2-3 0,-14 6-4 16,-7 12-1-16,-3 20 0 15,9 29 0-15,16 25 0 16,20 22-11-16,17 12 4 15,21 3-27-15,11 27-101 16,6 15-74-16,20 12-67 16,19 7-156-16</inkml:trace>
  <inkml:trace contextRef="#ctx0" brushRef="#br0" timeOffset="18947.16">5027 4606 1310 0,'0'0'72'0,"0"0"-72"16,0 0-15-16,6 77 11 15,16-10 4-15,5 7 11 16,2-3-4-16,0-7 30 15,-2-13 24-15,-6-18-50 16,-5-14 39-16,-2-17 2 0,8-7 37 16,16-40 20-1,22-29-46-15,22-29-31 0,18-21-27 16,12-20-1-16,11-11-4 16,1 0 0-16,-5 15-25 15,-17 27-46-15,-32 38-132 16,-41 36-272-16</inkml:trace>
  <inkml:trace contextRef="#ctx0" brushRef="#br0" timeOffset="21909.92">19151 1952 481 0,'0'0'34'0,"0"0"44"15,0 0 58-15,0 0-113 16,0 0 5-16,0 0 83 16,0 0 0-16,-22-73-69 15,7 64-16-15,-2 2 8 16,-5 3-2-16,-6 4-16 0,-7 0-16 15,-3 0 13-15,-4 2-4 16,5 3-6-16,3 1 1 16,8-4 0-16,6-2 1 15,7 0 7-15,6 0-2 16,5 0 10-16,2-8-8 16,0-1-6-16,0 3-5 15,0 3 5-15,0 3-6 16,0 0 0-16,0 0-16 15,0 11 13-15,0 9 3 16,-5 6 2-16,-2 1-2 16,-1 7 0-16,-4 1 0 15,-1 2 0-15,-4 0 2 0,4-6 3 16,3-5-4-16,7-9 1 16,3-7 1-16,0-3 2 15,0-7-5-15,21 0 0 16,13 0 11-16,12-11-6 15,6-1-4-15,2 0 1 16,-1 7-2-16,-1 5-2 16,-4 0 1-16,-4 25 1 15,-7 9-5-15,-9 9 3 16,-11 2-3-16,-9 0 5 16,-8-5-1-16,0-5-1 15,-20-4 2-15,-15-1 7 16,-12-1 15-16,-13-2-8 0,-7-3-11 15,-4-5-1 1,5-6 9-16,9-6-8 0,14-2 3 16,15-5-2-16,12 0-4 15,16 0-3-15,4 0-59 16,34-18-145-16,16-8-170 16</inkml:trace>
  <inkml:trace contextRef="#ctx0" brushRef="#br0" timeOffset="22259.86">19230 2173 739 0,'0'0'113'0,"0"0"-104"15,0 0-2-15,0 78 2 16,0-23 70-16,10-1-10 15,9-1-43-15,10-10-23 16,6-8 9-16,5-12-7 16,2-12 2-16,3-11 4 15,-3-2-3-15,-5-23 2 16,-7-7 14-16,-13-8 37 16,-13-5-14-16,-4-5-9 15,-13-1-4-15,-20 4-12 16,-11 6 43-16,-2 7-38 15,2 10-27-15,7 7 0 0,12 10 0 16,10 7-24-16,9 0-132 16,6 18-31-16,13 5-76 15,20-3-73-15</inkml:trace>
  <inkml:trace contextRef="#ctx0" brushRef="#br0" timeOffset="22463.82">19804 2277 932 0,'0'0'163'0,"0"0"-162"0,0 0 10 16,0 0-9-16,114-18 4 15,-47 13-5-15,8 4-2 16,2 1 0-16,-3-4-258 15,-11-3-199-15</inkml:trace>
  <inkml:trace contextRef="#ctx0" brushRef="#br0" timeOffset="23093.21">20640 2073 851 0,'0'0'116'0,"0"0"-97"16,0 0 25-16,0 0 52 16,0 0-35-16,0 0-31 15,-66-19-28-15,44 19 7 16,-5 3-3-16,-1 3 12 16,-4-1 1-16,-3-4-10 15,1-1 7-15,5 0 2 16,3 0-7-16,10-3 17 15,4-8-17-15,4 1-10 16,6 0 3-16,2 3 0 16,0 5 1-16,0 1-5 15,0 1-1-15,0 0-7 16,0 8 2-16,0 13 0 0,0 6 5 16,0 5 1-16,0-1 0 15,0 0 0-15,-2 0 4 16,-6-4-6-16,-1-4 4 15,2-6 0-15,4-8-2 16,2-4 3-16,1-3-3 16,0-2 0-16,8 0 4 15,19 0 0-15,12-12 2 16,7-2-1-16,4 2-5 16,-1 6-1-16,-2 5 1 15,-1 1 0-15,-4 0-6 16,-4 18 6-16,-9 2-2 15,-10 5-2-15,-15 0-3 0,-4-1-2 16,-6 1 9-16,-23-3 5 16,-7-1-4-16,-8-1 27 15,-8 1-4-15,-1-3 0 16,1-1-12-16,3-5-10 16,11-7 0-16,11 0-2 15,14-5-1-15,13 0-51 16,0 0-37-16,29-15-141 15,19-16-306-15</inkml:trace>
  <inkml:trace contextRef="#ctx0" brushRef="#br0" timeOffset="23393.23">20963 2170 929 0,'0'0'109'16,"0"0"-106"-16,0 0 32 15,0 0 33-15,-87 107-4 16,87-69-40-16,5-4-17 16,29-5 2-16,11-10-3 15,12-9 0-15,3-10 1 16,-3 0-3-16,-11-9 4 16,-7-14-4-16,-14-9 2 15,-15-3 0-15,-10-2 1 16,-16 1 37-16,-30 1-4 0,-15 6-39 15,-7 7 2-15,5 7 0 16,13 9-4-16,17 4 1 16,14 2-63-16,16 2-57 15,3 8-163-15,33-4-77 16</inkml:trace>
  <inkml:trace contextRef="#ctx0" brushRef="#br0" timeOffset="23646.26">21508 1859 843 0,'0'0'121'0,"0"0"-93"16,0 0-23-16,0 0-5 15,-3 114 56-15,8-36 48 16,2 12-36-16,-6 10-7 15,-1 3-20-15,0 1-32 16,0-3-7-16,0-8-2 16,0-13 0-16,0-17-1 15,-1-18-21-15,-3-24-166 16,-1-21-307-16</inkml:trace>
  <inkml:trace contextRef="#ctx0" brushRef="#br0" timeOffset="24776.36">21672 1772 878 0,'0'0'99'0,"-149"-30"-82"16,52 23 53-16,-18 1 18 15,-13 2-24-15,-11-2-17 16,-10 0-6-16,-10-2-4 16,-15 3-17-16,-14-4-18 0,-10-1-2 15,-3 1 2-15,17 0-1 16,19 0 6-16,24 2-5 16,26 1 3-16,18 0-5 15,20 1-2-15,25 1 2 16,17 1 1-16,15 2 6 15,10-2 6-15,5 2-9 16,3-1 6-16,2 2-2 16,0 0-6-16,0 0 2 15,0 0 6-15,0 0-1 16,0 0-1-16,0 0-3 16,0 0-2-16,0 0 2 15,0 0-3-15,0 0 3 16,0 0 7-16,0 0-3 0,0 0 2 15,-1 0-7-15,-1 0 1 16,-2 0-4-16,3 0 3 16,1 0-5-16,-2 0 1 15,1 0 0-15,-2 0 0 16,-4 0 4-16,-5 0-3 16,-7-1-1-16,-4 1 2 15,-9 0-3-15,-4 0 2 16,-8 0-1-16,-3 0 0 15,-3 0-2-15,3 0 2 16,7 0 0-16,6 0 2 16,10 0-2-16,3-3 1 15,5 0 0-15,-1 0-1 16,-1 0 2-16,-3 0-1 0,-2-2-1 16,-2 2-1-16,-3 0 1 15,-4 0 0-15,2-1 2 16,2 1-4-16,4 2 6 15,7-1-4-15,4 0 0 16,3 2 0-16,5 0-2 16,1 0 2-16,4 0-2 15,0 0 2-15,0 0-5 16,0 0 5-16,0 0 0 16,0 17-5-16,0 10 5 15,0 11 0-15,-1 10 1 16,1 11-1-16,0 10 4 15,0 12 0-15,0 10 13 0,3 10-12 16,1 5 13-16,-3-4 8 16,3-10-18-16,3-12-7 15,0-12 6-15,0-14-6 16,-1-13 3-16,-2-8-4 16,-1-11 8-16,0-5 8 15,-2-6 14-15,1-6-20 16,-2-5-8-16,0 0 3 15,3 0 0-15,2 0-4 16,10 0 5-16,14 0-3 16,16 0 1-16,20 0 1 15,17 0-2-15,21 0-1 0,26 0-1 16,22 4 2-16,31 6-1 16,29 1 0-16,31-5 3 15,31 0-5-15,7-5-7 16,14-1 7-16,-11 0 5 15,-25 0-5-15,-38 0-5 16,-58 0 1-16,-63 7 0 16,-50 2-78-16,-42-1-92 15,-17 0-91-15,-51-6-222 16</inkml:trace>
  <inkml:trace contextRef="#ctx0" brushRef="#br0" timeOffset="27093.36">5420 4614 1168 0,'0'0'63'16,"0"0"-8"-16,0 0-55 16,0 0-3-16,0 0 0 15,0 0 3-15,80 99 5 16,-53-51 3-16,0 0 4 15,-4-3 26-15,-3-12-22 16,-5-12-8-16,-7-10-2 0,-2-11-1 16,2 0 84-1,10-38 24-15,12-34-41 0,17-28-50 16,12-29-17-16,12-24 4 16,13-15-8-16,7-11-1 15,-4 14-4-15,-16 26-26 16,-25 38-49-16,-30 40-80 15,-16 26-54-15,-43 20-277 16</inkml:trace>
  <inkml:trace contextRef="#ctx0" brushRef="#br0" timeOffset="27742.36">4957 2170 468 0,'0'0'54'0,"0"0"-42"0,0 0-5 16,0 0-7-1,0 0 0-15,0 0 10 0,27-9 14 16,-11 29 108-16,4 8 16 15,0 10-50-15,-1 1-13 16,-4-5-6-16,-4-11 2 16,-5-13-33-16,-2-7-17 15,5-3 28-15,13-24 47 16,16-26-16-16,22-28-64 16,15-18-22-16,6-8 0 15,-1 3-3-15,-10 8 1 16,-13 21-4-16,-15 26 0 15,-17 24-15-15,-14 22-126 16,-11 28-141-16,0 30-21 0,-21 25-109 16</inkml:trace>
  <inkml:trace contextRef="#ctx0" brushRef="#br0" timeOffset="28176.17">5053 3453 813 0,'0'0'108'0,"0"0"-17"16,0 0-76-16,0 0-15 16,0 0 0-16,0 0 5 15,71 94 25-15,-41-56 65 16,-3-6-55-16,-6-11 18 15,-4-12-15-15,0-9 13 0,3-10 54 16,13-36 4-16,21-26-39 16,18-23-62-16,13-17-10 15,7-9-2-15,2 1-1 16,-9 3-1-16,-7 13-71 16,-17 18-133-16,-30 28-173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44:28.79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brush xml:id="br2">
      <inkml:brushProperty name="width" value="0.05292" units="cm"/>
      <inkml:brushProperty name="height" value="0.05292" units="cm"/>
      <inkml:brushProperty name="color" value="#7030A0"/>
    </inkml:brush>
    <inkml:brush xml:id="br3">
      <inkml:brushProperty name="width" value="0.05292" units="cm"/>
      <inkml:brushProperty name="height" value="0.05292" units="cm"/>
    </inkml:brush>
  </inkml:definitions>
  <inkml:trace contextRef="#ctx0" brushRef="#br0">7330 4231 614 0,'0'0'173'0,"0"0"-118"16,0 0-34-16,0 0 96 15,0 0-13-15,0 0-40 16,0 0-26-16,0 0 22 16,3 0-4-16,-2 0-21 15,4 0-8-15,4 0-7 16,5 0 2-16,5 0 7 16,6-7-10-16,3 3 1 15,-1-2-4-15,0 1-7 16,-2 2 9-16,3 2-7 15,-1 1-7-15,0 0 1 16,-4 0-2-16,-1 0 0 0,0 0 1 16,-1 0 0-16,1 0 0 15,-2 0 5-15,2 0-2 16,0 0 1-16,-1 0-6 16,1 0 4-16,0 0 1 15,-2 0-5-15,0 1 5 16,0 0-6-16,0 3-1 15,1-1 3-15,-4-2 1 16,4 2-4-16,-3-1 2 16,1 0-1-16,-1 2-1 15,-1-1 1-15,-1-1 2 16,1 3-2-16,2-3-1 0,1 0 6 16,2 1 2-16,-1-2 4 15,1 2-3-15,1 0-7 16,2 0 1-16,2 0 0 15,1 1 0-15,2 1 0 16,-2-1-1-16,-2 0-1 16,1-2 2-16,-1-2-2 15,3 3 1-15,1-1 0 16,-2-1 1-16,-3 2-1 16,2-3 1-16,-3 2-2 15,-3 0 3-15,3-1-3 16,0 1 3-16,2-1-1 15,1-1-1-15,3 0-2 16,0 0 1-16,2 0 0 16,-1 0 1-16,3 0-2 0,1 0 3 15,-1 0-2-15,2-4-1 16,-1 0 1-16,-2 0-1 16,3 1 0-16,-3 0 0 15,4 0 1-15,2-1 2 16,-1 1-3-16,0-1 3 15,-1 3-3-15,0-1 0 16,-2 1-1-16,0 0 0 16,4-1 2-16,-1 2 0 15,4-2 1-15,-4 1 0 16,1 1-2-16,-1 0 1 16,-3 0 1-16,1 0-1 0,-7 0 0 15,0 0 1-15,-2 0 2 16,-4 0-3-16,2 0 7 15,-2 0-1-15,1 0-1 16,-3 0-1-16,-2 0-2 16,-3 0 1-16,-9 0-4 15,-1 0 4-15,-5 0-5 16,-1 0 1-16,0 0-2 16,0 0-3-16,0 0-16 15,-17 0-93-15,-12 1-143 16,-12 1-290-16</inkml:trace>
  <inkml:trace contextRef="#ctx0" brushRef="#br0" timeOffset="9165.25">2369 5319 829 0,'0'0'84'0,"0"0"-70"15,0 0 66-15,0 0 42 16,0 0-76-16,0 0-11 15,0 0-14-15,0-17-6 16,0 17-2-16,0 0-7 16,0 0-4-16,0 0-2 15,0 0 1-15,0 0-1 16,0 0-1-16,0 9-7 16,0 19 8-16,0 15 2 15,0 22-1-15,0 18 3 16,0 10 1-16,-2 5 34 15,-1 2-19-15,-3-5-11 16,-2-6-2-16,2-8 1 16,-6-12-6-16,-2-7 9 0,1-9 48 15,-2-7-23-15,0-6-18 16,3-12-14-16,2-5 6 16,0-3-8-16,2-7-1 15,0-1-1-15,2-2 0 16,2-2 2-16,2-4-4 15,0-2-4-15,2-2-75 16,0 0-22-16,0-5-95 16,0-19-155-16</inkml:trace>
  <inkml:trace contextRef="#ctx0" brushRef="#br0" timeOffset="11465.61">2514 5218 461 0,'0'0'182'15,"0"0"-161"-15,0 0 10 16,0 0 109-16,0 0-36 16,0 0-60-16,-7-10-19 15,7 10 1-15,0 0 10 0,0 0 0 16,0 0 18-16,0 0-6 16,-1 0 12-16,-1-2-6 15,-2 2-9-15,1 0-14 16,2 0 0-16,-2 0 1 15,1 0-20-15,2 0 2 16,0 0-3-16,0 0-3 16,0 0 0-16,0 0-5 15,0 0 10-15,0 0 4 16,0 0 0-16,0 0-3 16,0 0 0-16,0 0 0 15,0 0-1-15,0 0-11 16,0 0 4-16,0 0 1 15,0 0-7-15,0 0 3 16,0 0-1-16,0 0-1 0,0 0 0 16,0 0 2-16,0 0-1 15,0 0 0-15,0 0-1 16,0 0 1-16,0 0-1 16,0 0 1-16,0 0 4 15,0 0-4-15,0 0 4 16,-4 0-5-16,0 0 5 15,-3 0 2-15,-2 0-3 16,3 0-3-16,-1 0-2 16,0 0 1-16,1 0-1 0,3 0 3 15,-1 0-3 1,1 0 4-16,3 0-3 0,-2 0 2 16,2 0-2-16,0 0 3 15,0 0-4-15,0 0 2 16,0 0 0-16,0 0 0 15,0 0 1-15,0 0 0 16,0 0 1-16,0 0-1 16,0 0-1-16,0 0 1 15,0 0-2-15,5 0-1 16,5 0 0-16,5 0 2 16,9 0 1-16,6 0 1 15,3-1-3-15,2-4 1 0,0 3-1 16,2-3-1-1,0 2 2-15,-4 0-1 0,-1 2-1 16,-4-1 2 0,-3 2-2-16,0 0 0 0,1 0 0 15,-2 0-1-15,4 0 2 16,0 0 0-16,0 0-1 16,1 0 1-16,-3 0-1 15,-1 0 0-15,-1 0 1 16,-1-2-2-16,1 2 2 15,-1 0 0-15,0-1-1 16,1-1 2-16,1 1-2 16,1 1 0-16,2 0 0 15,3-1 0-15,-3-1 0 0,4 1 0 16,0-2 0 0,0 3-3-16,-2 0 2 0,0 0 1 15,0 0-1 1,-2 0-2-16,1 0 2 0,1 0 1 15,4 4 0-15,2-1 2 16,1 0-4-16,3 0 3 16,2 0-1-16,-2-2 0 15,2-1 2-15,-2 0-2 16,-2 0 0-16,1 0 1 16,-4 0-3-16,-2 0 2 15,-1 0 0-15,4 0 2 16,-1-2-2-16,1 0 0 15,4-1 2-15,1 0 0 16,-3 2-2-16,4-2 0 0,3 0 1 16,4 1-2-16,3-1 3 15,-3-1-2-15,0 4 0 16,-4 0 3-16,-3 0-5 16,-2-2 2-16,0 0 0 15,-3-1-1-15,-2 1-2 16,-2-2 3-16,4 0 0 15,1 1-1-15,3-2-1 16,2 2 4-16,-1 0-2 16,0 3 0-16,0 0-3 15,-3 0 3-15,2 0 0 16,-4 0 3-16,-2 0-3 0,0 0 0 16,0 0 1-16,2 0-5 15,3 2 8-15,5-2-4 16,7 0 0-16,2 0 3 15,2 0-3-15,-2 0 0 16,-4 0 1-16,-3 1-2 16,-4-1 3-16,-4 3-2 15,-4-1 0-15,0 1 3 16,-2-2-3-16,4 1 0 16,1-1-2-16,3 0 1 15,-3 1-1-15,2 2 2 16,-3-2 0-16,-2 1-4 15,0 1 4-15,1-2 1 0,-3 1 0 16,3 1-2 0,-1-4 0-16,4 4 1 0,1-4 1 15,-2 2-1-15,3-1 0 16,-8 0 0-16,1 1 1 16,-3-1-1-16,1 1 1 15,3 0-1-15,2-1 0 16,0-1 1-16,0 1-1 15,1-1 0-15,2 0 0 16,2 2 0-16,0-2 0 16,-2 0 0-16,-2 1 2 15,0-1-2-15,-2 0 0 0,-1 0 2 16,-5 2-2 0,0-2 0-16,-6 0 1 0,-3 0-1 15,0 0 0-15,-5 0 0 16,1 0 0-16,-5 0 0 15,-1 0 0-15,-2 0-2 16,-2 0 0-16,-1 0 2 16,-2 0 0-16,-1 0 1 15,-3 0-1-15,1 0 0 16,-1 0 0-16,0 0-1 16,0 0 3-16,0 0-2 15,0 0 0-15,0 0 8 16,0 0-3-16,0 0-5 15,0 2 1-15,0 11-2 16,0 12-1-16,0 20 2 0,2 11 8 16,0 16-5-16,-1 9 3 15,4 8 7-15,-1 5-1 16,1-1 4-16,-2-3-15 16,0-6 13-16,1-4-6 15,-1-11-4-15,-1-6 2 16,1-7-3-16,-1-11-2 15,-2-8 1-15,2-9 0 16,1-10-2-16,-3-6 0 16,1-4 0-16,-1-5-4 15,0-1-5-15,0-2-53 16,0 0-37-16,-21-10-153 0,-14-18-397 16</inkml:trace>
  <inkml:trace contextRef="#ctx0" brushRef="#br0" timeOffset="13647.09">2292 6452 874 0,'0'0'56'15,"0"0"-54"-15,0 0 9 16,0 0 70-16,0 0-9 16,0 0-32-16,0 0-7 15,-19 3 43-15,19-3-3 16,0 0-6-16,0 0 2 0,0 0-7 16,0 0 1-16,0 0-21 15,0 0-25-15,0 0-3 16,0 0-8-16,0 0 1 15,4 0-1-15,8 0-5 16,9 1 5-16,14-1 11 16,10 0 5-16,7 0-4 15,2 0-10-15,-1-5-4 16,1-1 3-16,-2 3-7 16,-4-3 4-16,-2 2 0 15,-3 3-1-15,-3-1 1 16,-2 2-2-16,-4 0 0 15,-1 0-1-15,-3 0 4 0,-1 0-5 16,-3 3 2 0,3 3-1-16,-1 0 2 0,4 2-2 15,1-2 1-15,6 1 1 16,-3-1 0-16,5-1-1 16,-3-1 1-16,-1-1-2 15,2 2 2-15,-3-4-3 16,-1 0 0-16,1 2 1 15,-3-3 2-15,0 0 1 16,-1 0 0-16,2 0-3 16,-3 0 3-16,1 0-1 15,0 0-1-15,0 0 1 16,-1 0 0-16,3 0-1 16,-2 0 3-16,-1 0-5 0,1 0 5 15,0 0-4-15,3 0 0 16,4 0 0-16,-1 0 3 15,2 0-2-15,-1 0 0 16,-1 0-1-16,-3 0 0 16,2 0 1-16,1 0-2 15,1-3 0-15,3 3 4 16,1-2-4-16,0-1 3 16,4 1-3-16,0-2 4 15,0 1-1-15,-2 0 0 16,-3-2-2-16,-2 1 0 15,-4-1-1-15,-2-1 2 16,2 1 0-16,-3 0-2 0,0 2 3 16,-1-2-1-16,1 2 0 15,1 0 0-15,1 1 1 16,2 0-1-16,1-2-2 16,4 3 1-16,0-3 2 15,1 0-3-15,2 0 3 16,-3 1 2-16,0-1-4 15,-2 1 0-15,0-1 2 16,-2 0 0-16,1 3-1 16,-2-2 1-16,-4 1 0 15,-1 1 0-15,-2-1 0 16,-1-1 1-16,-1 2-4 0,-1-2 4 16,-1 2-2-16,-2-2 3 15,1 2-1-15,-3-1-1 16,-1 2 0-16,3 0-1 15,-3 0-1-15,5 0 0 16,0 0 0-16,3 0 1 16,3 0-2-16,0 0 3 15,3 0-6-15,-1 0 1 16,4 0 2-16,-2 0 0 16,-2 0-1-16,-3 2 1 15,0-1 0-15,-5 2-2 16,1-2 2-16,-2 2 1 15,0-2-1-15,0-1 0 0,2 0 0 16,1 0 0 0,3 0 0-16,-1 0 3 0,-2 0-4 15,0 0 2-15,-1 0-1 16,-2 0 0-16,-1 0 0 16,-1 0 1-16,2 0-1 15,0 0 0-15,0 0 0 16,2 0 1-16,-2 0 0 15,0 0-2-15,-3 0 2 16,-1 0 0-16,0 0-1 16,-1 0-1-16,0 0 1 15,0 0 0-15,0 0 0 0,2 0 0 16,1 0 0-16,-1 0 1 16,0 0-1-16,-1 0 2 15,0 0-3-15,-4 0 2 16,4-4-1-16,-3 4 0 15,1-1 0-15,1 1 0 16,0 0 0-16,-1 0 2 16,2 0-2-16,-3 0 0 15,-1 0 0-15,-2 0-1 16,-2 0 0-16,0 0 1 16,3 0 0-16,-1 0 0 15,0 1-2-15,0 3 2 16,0-2 0-16,0-1 0 15,-2-1 0-15,2 0 0 16,-1 2 0-16,-1-1 0 0,-1 1-1 16,-4-1 1-16,-1-1-1 15,-4 0 0-15,-1 0 0 16,-2 0 1-16,0 0 0 16,0 0-2-16,0 0-6 15,0 0-42-15,0 0-7 16,0 0-27-16,-15 0-77 15,-15 0-226-15</inkml:trace>
  <inkml:trace contextRef="#ctx0" brushRef="#br0" timeOffset="25561.4">5972 7223 622 0,'0'0'68'0,"0"0"-63"16,0 0-5-16,0 0 67 15,0 0 10-15,0 0 11 16,85-45-5-16,-65 28-12 15,-4 0-15-15,-4 0-4 16,-3 1 9-16,-2-2-10 16,-4-1-20-16,1-2 22 15,-1 1-36-15,0-5-9 0,-2 3-1 16,-1 0 0 0,0 4 7-16,0 2 8 0,0 4 3 15,-1 4-10-15,-2 6 8 16,0 0 3-16,3 2-8 15,-1 0-18-15,-2 7-10 16,0 26 0-16,-3 17 10 16,0 18 33-16,-1 12-13 15,0 3-13-15,4 8 4 16,0 3-2-16,3 0 5 16,0-4-6-16,-2-9-8 15,0-12 1-15,-1-8-1 16,-2-9 0-16,-3-8 0 15,-1-11-6-15,2-9-34 16,4-11-45-16,2-7-71 0,1-6-21 16,0-17 20-16,0-22-398 15</inkml:trace>
  <inkml:trace contextRef="#ctx0" brushRef="#br0" timeOffset="25861.01">6095 7214 1010 0,'0'0'118'0,"0"0"-63"15,17-79-36 1,18 59 30-16,7 9-7 0,3 11-16 16,-5 0-16-1,-3 9-4-15,-12 15 2 0,-8 3 6 16,-11 2-8-16,-6 1 9 15,0 0 5-15,-18-1-1 16,-7 1-9-16,-8-1 4 16,-1-3-14-16,3 2 15 15,2-6-12-15,9-3-6 16,8-10 0-16,11-5-104 16,1-4-41-16,6-6-98 15,19-17-198-15</inkml:trace>
  <inkml:trace contextRef="#ctx0" brushRef="#br0" timeOffset="26147.06">6560 7208 1228 0,'0'0'115'0,"0"0"-115"16,0 0-2-16,0 0 2 15,0 0 5-15,124-17-5 16,-82 17-5-16,-4 0-71 15,-10 0-159-15,-11 0-393 16</inkml:trace>
  <inkml:trace contextRef="#ctx0" brushRef="#br0" timeOffset="26328.46">6587 7384 1241 0,'0'0'0'0,"0"0"-26"0,0 0-11 16,90 0 37-16,-41 0 0 15,3-2-147-15,-4-6-249 16,-10-4-239-16</inkml:trace>
  <inkml:trace contextRef="#ctx0" brushRef="#br0" timeOffset="26711.4">7028 7018 1299 0,'0'0'49'0,"0"0"-38"15,0 0 23-15,0 0 22 16,0 0-44-16,0 0-9 15,64-5 9-15,-43 5 5 16,-1 1-6-16,-1 1 1 16,-3 0 1-16,0-2 2 15,-6 0 7-15,-2 0-5 16,-1 0 6-16,-6 0-1 16,-1 2-4-16,2 2 1 15,-2 5-7-15,1 11-9 16,-1 10 18-16,0 11 10 15,0 4-6-15,0 3-7 0,-1 2-14 16,-4 1-1 0,0 2-3-16,2-4-1 0,3 2-11 15,-2-1-67-15,1-5-105 16,-5-4-208-16</inkml:trace>
  <inkml:trace contextRef="#ctx0" brushRef="#br0" timeOffset="30412.15">1330 7297 767 0,'0'0'175'0,"0"0"-150"0,0 0-11 16,0 0 27-16,0 0 59 15,0 0-45-15,0 0-55 16,-3 0 4-16,-3 33 0 16,-8 19 41-16,-4 13-24 15,-2 11 8-15,-6 2-9 16,-2 1-2-16,-4 2-6 16,1-5-4-16,0-6-5 15,8-9-3-15,5-18-1 16,7-12-3-16,5-15-36 15,6-10-34-15,0-6-81 16,0-13-42-16,6-22-264 16</inkml:trace>
  <inkml:trace contextRef="#ctx0" brushRef="#br0" timeOffset="30694.45">1379 7333 1122 0,'0'0'126'0,"0"0"-126"15,0 0-1-15,0 0 1 0,0 0 32 16,29 108 8-16,-10-44 4 16,5 4 10-16,1 2-15 15,1-5-6-15,0-9-14 16,-4-1-13-16,-1-6-3 15,-2-3-3-15,-4-5 2 16,-4-6-2-16,-2-5-41 16,-8-4-63-16,-1-5-24 15,0-8-186-15,-10-9-190 16</inkml:trace>
  <inkml:trace contextRef="#ctx0" brushRef="#br0" timeOffset="30901.22">1339 7735 1321 0,'0'0'81'0,"0"0"-81"0,0 0-9 15,0 0 9-15,0 0 10 16,112 0-10-16,-64 0-1 15,4 0-57-15,-1-6-157 16,-10-3-338-16</inkml:trace>
  <inkml:trace contextRef="#ctx0" brushRef="#br0" timeOffset="31074.83">1797 7646 1480 0,'0'0'0'16,"0"0"-6"-16,0 0-37 16,0 0 43-16,0 0 0 15,122 8-116-15,-79 3-156 16,-11-1-162-16</inkml:trace>
  <inkml:trace contextRef="#ctx0" brushRef="#br0" timeOffset="31244.46">1785 7873 1050 0,'0'0'238'0,"0"0"-238"16,0 0-114-16,0 0 114 16,92-16 0-16,-32 5-118 15,5-2-175-15,1-1-34 16</inkml:trace>
  <inkml:trace contextRef="#ctx0" brushRef="#br0" timeOffset="31778.6">2420 7354 1112 0,'0'0'73'0,"0"0"-48"16,0 0 3-16,0 0-1 15,0 0-27-15,0 0-9 16,0 29 9-16,-8-1 14 16,-5 2-7-16,-6 3-2 15,-4 1 1-15,-2-6 11 16,-1-1 6-16,5-5-3 16,6-9-16-16,6-4-1 15,8-6-3-15,1-3-4 16,0 3-4-16,1 3 3 0,15 1 5 15,7 1 0 1,4-1 9-16,8-1-9 0,3-3 2 16,4-3-2-16,2 0 1 15,-6 0-1-15,-4-11-1 16,-9 0-9-16,-11-3-2 16,-5-2-1-16,-8-2 13 15,-1-3 3-15,0 0 3 16,0 1 1-16,-6 1 3 15,-2 5 14-15,1 3-8 16,0 5 2-16,4 3 16 16,1 3 0-16,2 0-20 15,0 11-14-15,0 21-16 16,0 16 16-16,0 9 6 0,0 3 0 16,0-1-5-16,0-1 0 15,0 1-1-15,-2-2-1 16,-1-6-76-16,0-9-66 15,1-15-173-15,2-16-255 16</inkml:trace>
  <inkml:trace contextRef="#ctx0" brushRef="#br0" timeOffset="32093.14">2870 7187 1314 0,'0'0'25'0,"0"0"-15"15,0 96-7-15,3-31 23 16,4 12 16-16,2 6 1 15,-6 5-13-15,0-1 7 16,-3 0-9-16,0-8-18 16,0-5-9-16,0-9-1 15,-6-11 0-15,-4-11-38 0,0-11-99 16,3-14-61 0,2-17-214-16,3-1-358 0</inkml:trace>
  <inkml:trace contextRef="#ctx0" brushRef="#br0" timeOffset="33026.75">2852 7083 1176 0,'0'0'112'0,"0"0"-109"0,-114-9 3 16,71 8 7-16,-7-1 62 15,-9 1-27-15,-11-2-13 16,-15 0 28-16,-12 0-11 16,-12 0-22-16,-11 2 0 15,-7-1-8-15,1-1 4 16,4 3 0-16,8-2-4 15,4 1-13-15,5 0 8 16,5 1-2-16,6 0-1 16,12 0-14-16,13 0 6 0,14 0-2 15,13 0-3 1,12 0 2-16,8 0 2 0,4 0-4 16,8 0 4-16,0 0-5 15,3 0 6-15,0 0 4 16,1 0-6-16,-1 0 4 15,0-4-4-15,0 1-2 16,-2-1 3-16,0 0-5 16,1 2 1-16,2 0-1 15,0 1-1-15,5 1 1 16,1 0 0-16,0 0-3 16,0 0 3-16,0 0-12 15,0 0 6-15,0 1-3 16,0 25 2-16,0 18 1 15,0 17 5-15,3 14 1 0,8 14 1 16,0 14 1 0,0 6 1-16,-1 9-2 0,-3 0-1 15,2-2 0-15,-5-11 1 16,0-9 0-16,-2-14-2 16,-2-16 3-16,0-12-3 15,0-15 2-15,0-15 1 16,0-9-2-16,0-8 0 15,0-5-4-15,0 0 1 16,0-2 1-16,0 1 2 16,1-1 1-16,1 2-1 15,6-2 0-15,11 0 1 16,11 0-1-16,18 2 9 16,14-2-7-16,14 2 2 0,12 0-1 15,14 0-2-15,13-1-1 16,11 0 5-16,4-1-4 15,4 3 3-15,0 1-4 16,-14 0 3-16,-13 0-3 16,-19 0-3-16,-17-4 3 15,-9 0 0-15,-8 0 0 16,-11 0-1-16,-7 0 3 16,-8-7-3-16,-7 3 1 15,-6-1-1-15,-5 1-14 16,-1 1-14-16,-3-1-35 0,4-1-85 15,-2-1-141 1,-1 0-317-16</inkml:trace>
  <inkml:trace contextRef="#ctx0" brushRef="#br0" timeOffset="35458.64">1636 9390 304 0,'0'0'688'0,"0"0"-634"0,0 0-43 16,0 0 1-16,0 0-12 15,0 0 5-15,0 0-5 16,-7 70 59-16,-4-29-3 15,-4 5-21-15,-5-5-24 16,-2-1-6-16,-1-7-2 16,0-3 2-16,-1-6-3 15,4-7 1-15,6-5 1 16,4-6-3-16,6-5 3 16,4-1 2-16,0 0-1 15,0 0-5-15,0 0-6 16,0 0-7-16,4 0-2 15,8 5 15-15,8 2 2 0,6 2 3 16,3-6-3-16,7 0 0 16,0-3 4-16,-2 0-4 15,-3 0-2 1,-5-1-6-16,-7-7 2 0,-3-2 8 16,-6 1-2-16,-2-3 5 15,-4 0-7-15,0-3 6 16,-4-1 0-16,0 0-1 15,0-1 8-15,0 1 21 16,0 2 9-16,0 1 1 16,-4 7-9-16,0 3 13 15,2 3-17-15,1 0-8 0,-1 0-23 16,2 6-6 0,-2 19 6-16,1 13 1 0,-1 11 12 15,-2 12 14-15,4 3-15 16,-1 1-7-16,-1-3 0 15,1-6 0-15,-1-8-5 16,1-6 0-16,-2-8-3 16,-1 0-6-16,-3-6-103 15,2-5-56-15,0-13-96 16,3-10-359-16</inkml:trace>
  <inkml:trace contextRef="#ctx0" brushRef="#br0" timeOffset="36144.4">2178 8969 1024 0,'0'0'47'16,"0"0"-24"-16,0 0 18 15,0 0 40-15,0 0-33 16,0 0-21-16,-28-5 29 16,16 5 12-16,-2 0-34 15,-7 1-20-15,-3 14 6 16,-1 7 9-16,1 11-5 15,-2 11-8-15,4 6-13 0,8 4 13 16,3 0-3-16,11-8-5 16,0-4-7-16,15-8 1 15,8-8-2-15,5-8 0 16,0-10 0-16,-1-5 0 16,0-3 6-16,-2 0 5 15,-5-8-5-15,-4-6-1 16,-6-1 3-16,-4-2 1 15,-6 1-9-15,0-3 10 16,0 3-1-16,-17-1 6 16,-4 1 1-16,0 1-11 15,3 3 6-15,2 6-11 16,5 6-2-16,1 0 2 16,0 0-7-16,-2 18-24 0,5 9-55 15,5 5-42-15,2 2-68 16,0-3-138-16,16-9-162 15</inkml:trace>
  <inkml:trace contextRef="#ctx0" brushRef="#br0" timeOffset="37475.11">2457 9629 646 0,'0'0'164'16,"0"0"-109"-16,0 0 40 15,0 0 32-15,0 0-30 16,0 0-53-16,0 0 12 15,7-7-14-15,12 6-27 0,11-3 5 16,9-1 1 0,10-2-5-16,3-1-10 0,-1-1-5 15,0 0-1-15,-6 2-15 16,-12 6-130-16,-9 1-97 16,-19 0-225-16</inkml:trace>
  <inkml:trace contextRef="#ctx0" brushRef="#br0" timeOffset="37653.69">2574 9697 1080 0,'0'0'270'0,"0"0"-270"0,0 0-83 15,0 0 83-15,102 0 11 16,-45 0-5-16,4 0-6 15,-6 0-7-15,-12 0-190 16,-14 0-377-16</inkml:trace>
  <inkml:trace contextRef="#ctx0" brushRef="#br0" timeOffset="37833.51">2539 9924 898 0,'0'0'359'0,"0"0"-359"0,0 0-86 16,92-16 86-16,-40 16 4 15,8 0-4-15,5 0-143 16,0 1-148-16,-6-1-146 16</inkml:trace>
  <inkml:trace contextRef="#ctx0" brushRef="#br0" timeOffset="38394.19">3452 9661 1082 0,'0'0'179'0,"0"0"-178"15,0 0 1-15,0 0 20 16,64-87 30-16,-46 66-35 16,-3 3-4-16,-5 1 45 15,-3 2-6-15,-4 4-27 16,-3-2 8-16,0 2 14 16,0 3-5-16,0 0-7 15,0 5-10-15,0 3-12 16,0 0 1-16,0 0-14 15,0 0 0-15,0 0-4 0,-1 12-7 16,-1 14 11-16,-2 10 6 16,4 9-3-16,0 6-3 15,0 3 3-15,0 7-3 16,0-2 1-16,2 0 0 16,0-6-1-16,-2-8-1 15,0-11 0-15,0-8-13 16,-14-7-26-16,-4-4 7 15,-4-6 21-15,-2-5-8 16,1-4 0-16,3 0 20 16,2-9 7-16,4-8-3 15,8 1 0-15,6 1-4 16,0-2-2-16,19 0-1 16,10 2 2-16,13 3-4 0,5 2 5 15,4 3-3-15,5 5-30 16,2 0-40-16,1 2-44 15,-4 0-86-15,-6-3-255 16</inkml:trace>
  <inkml:trace contextRef="#ctx0" brushRef="#br0" timeOffset="38758.4">4206 9316 1203 0,'0'0'74'0,"0"0"-59"15,0 0 40-15,0 0 44 16,0 0-73-16,0 0-26 15,-28 23-1-15,18 19 1 16,0 15 36-16,0 6-6 16,4 4-13-16,3 0 19 0,3 2-6 15,0-1-27 1,0-1-3-16,7-2-1 0,6-9-17 16,2-7-74-16,2-10-36 15,2-12-28-15,0-12-127 16,-2-14-233-16</inkml:trace>
  <inkml:trace contextRef="#ctx0" brushRef="#br0" timeOffset="40160.54">4313 9615 1104 0,'0'0'100'0,"0"0"-94"16,0 0-3-16,0 0 22 16,0 0-16-16,0 0-8 15,82-14 1-15,-60 39 14 16,-2 8-7-16,-4 3 13 16,-2 3-10-16,-6-1 2 15,0-4 11-15,-4 0-10 16,-1-4-15-16,-1-7 3 15,-2-8-3-15,0-6 3 16,0-4 0-16,0-5-3 16,0 0 11-16,0 0 2 15,0-5 8-15,0-18 23 0,0-11-40 16,0-7-3 0,0-3 6-16,0 4-4 0,0 4-1 15,0 4-1-15,0 6-1 16,3 7-5-16,4 5 5 15,-1 9-2-15,3 3-6 16,1 2 8-16,3 0-4 16,3 16 4-16,-2 10 1 15,2 10 8-15,-3 2 7 16,0 4 0-16,-3-3 3 16,2-2-6-16,-2-5-5 15,-1-5-6-15,-1-4-2 16,-3-7 1-16,2-7-2 15,-4-5 2-15,-3-4-1 16,1 0 2-16,3 0 1 0,2-18 0 16,4-14-3-16,2-12-9 15,0-4 8-15,-4 3-1 16,-2 1-13-16,0 10 14 16,-1 5 1-16,0 9 1 15,-2 9 2-15,1 5 2 16,-2 6 13-16,1 0-17 15,2 1-1-15,5 15 0 16,3 10 11-16,1 1 4 16,-1 2-2-16,-2-2-13 15,1-3 3-15,0-3-2 16,-2-6-1-16,2-3 0 0,0-3-9 16,1-5-33-1,3-2-29-15,0-2-45 0,0 0 28 16,1-16 28-16,-4-5 42 15,-4-2 18-15,-2-1 4 16,-6 1-2-16,-1 5 7 16,0 5 12-16,0 7 26 15,0 3 28-15,0 3-3 16,0 0-47-16,0 0-25 16,3 14-1-16,4 10 1 15,3-1 5-15,1 3-1 16,3-2-2-16,1-6-2 15,4-2 0-15,-1-7 1 0,1-9 1 16,-3 0 4 0,0 0-3-16,-3-7 5 0,-2-6-4 15,-4-5 1-15,-7-1 0 16,0 2 23-16,-3-6 19 16,-19 0-14-16,-5 1-9 15,-1 2 2-15,1 5-8 16,7 6-18-16,9 6 0 15,7 3-4-15,4 0 3 16,0 0-7-16,0 12-35 16,8 8 24-16,11 1-13 15,7-3-15-15,5-7 3 16,3-3-21-16,2-6 20 16,-3-2 6-16,-1 0 23 0,-7-4 15 15,-8-2 0-15,-8 1 1 16,-2 1 3-16,-5 4-1 15,-2 0 9-15,0 0 3 16,0 0-9-16,4 9-1 16,-1 11 4-16,3 7 37 15,1 4-25-15,2-2-13 16,2-3 1-16,1-8-1 16,1-7-6-16,3-8 3 15,-3-3 4-15,4-11 13 16,-1-18-5-16,-3-5 3 15,-6-3 16-15,-7 0 3 16,0 2 12-16,-11 0 16 0,-14 1-32 16,-7-3-1-16,-4 3-17 15,5 2 7-15,1 4-20 16,6 10 1-16,9 4-4 16,5 8 0-16,7 2-19 15,-1 4-29-15,4 0-35 16,0 14-62-16,0 9 26 15,0 4-61-15,9-5-202 16,8-4-233-16</inkml:trace>
  <inkml:trace contextRef="#ctx0" brushRef="#br0" timeOffset="40541.12">5639 9562 1423 0,'0'0'60'0,"0"0"-31"15,0 0 45-15,0 0-11 16,0 0-62-16,0 0 2 16,45-6 11-16,-19 6-3 15,2 0-7-15,-2 0-2 16,1 0 0-16,2-6 1 15,-3 0-3-15,-4 1 3 0,-4 0-2 16,-8 3-1-16,-5 0 0 16,-5 2 2-16,0 0-1 15,0 0 1-15,0 4-2 16,0 18 0-16,0 13 19 16,0 8 8-16,-6 5-18 15,2 4-9-15,3 0 0 16,-1 1 0-16,2-4-14 15,0 0-50-15,0-10-86 16,0-9-116-16,0-12-276 16</inkml:trace>
  <inkml:trace contextRef="#ctx0" brushRef="#br0" timeOffset="40824.68">6114 9263 1529 0,'0'0'43'16,"0"0"-37"-16,0 0-4 16,0 0 9-16,63 90 29 15,-19-24 13-15,-8 8-36 16,-6 3-5-16,-9 1 17 15,-14-2-17-15,-7-1-10 16,-2-4-2-16,-24-2 4 0,-7-5-8 16,-15-6-27-16,-14-3-76 15,-15-9-165-15,-14-8-247 16</inkml:trace>
  <inkml:trace contextRef="#ctx0" brushRef="#br0" timeOffset="41708.03">1130 8904 734 0,'0'0'137'0,"0"0"-60"16,0 0 20-16,0 0 12 15,0 0-32 1,0 0-18-16,0-32-23 0,0 32-33 16,0 32-3-1,0 28 0-15,5 31 46 0,6 26 20 16,6 16-6-16,-3 9-18 16,-3 3 3-16,-7 2-13 15,-4-5-4-15,0-16-11 16,0-17-14-16,0-21 5 15,-4-16-7-15,-2-16-1 16,1-14 2-16,-2-12-2 16,3-12-9-16,3-8-62 15,-1-6-76-15,2-4-130 16,0-21-88-16</inkml:trace>
  <inkml:trace contextRef="#ctx0" brushRef="#br0" timeOffset="43442.34">1228 8891 905 0,'0'0'25'16,"0"0"-14"-16,0 0 2 15,0 0 68-15,0 0 1 16,0 0-57-16,-28-7 11 15,26 7 36-15,2 0-25 16,0 0-13-16,0 0-13 16,0 0 4-16,0 0 5 15,0 0-13-15,0 0-6 16,0 0 10-16,0-2 3 0,0 0 19 16,0 1 0-16,0 1-16 15,0 0-11-15,3 0-6 16,4 0-2-16,6 0-2 15,13 0 1-15,6 0 6 16,7 0 4-16,7 0-6 16,-1 0-2-16,2 0 0 15,-4 0-6-15,-1 0 8 16,0 0-11-16,-3 0 6 16,-3 0 1-16,-3 0-5 15,1 0 2-15,-1 0 1 16,3 3-1-16,0 2 3 0,1-1-6 15,3 0 5 1,-3 0-3-16,0-1-1 0,-4-1 2 16,-1 0-3-16,0-2 0 15,-5 0-1-15,-2 0 5 16,-4 0-2-16,-2 0-1 16,-1 0 1-16,0 0 0 15,-1 0-2-15,3-2 0 16,4 2-1-16,1-2 4 15,5 0-4-15,3 1 2 16,1-1-2-16,1 0 1 16,2 2-1-16,-2 0 0 15,1 0 0-15,1 0 3 16,4 0-3-16,0 0 0 0,5-4 1 16,0 1 0-16,-1-1 1 15,0-1-2-15,1 1 0 16,-4 2 2-16,-3 2-2 15,2-1 0-15,-5-1-2 16,3 0 2-16,1 1 1 16,4-4 2-16,5 2-3 15,3-2 3-15,3-3-3 16,3 0 0-16,-5 2 0 16,-3 4-1-16,-3 0-3 15,-5 2 4-15,3 0 0 16,0 0 0-16,5 0-2 15,4 0 2-15,-1 0 0 0,2 0 1 16,-1 0 0-16,1-2-1 16,0 1 0-16,0-2 2 15,-1 2-2-15,-1-1 0 16,-2 0 1-16,-1 1-1 16,-2-1 0-16,-1 2 1 15,-2 0 0-15,2-1 1 16,-1 1-2-16,3 0 2 15,3 0-1-15,2 0-1 16,-1-3 0-16,1-2 0 16,-5 3 0-16,0-4-3 15,-1 2 1-15,0 3 2 16,1-1 0-16,3 0-1 16,0 2-2-16,0 0 3 0,2 0 0 15,2 0 3-15,5-2-2 16,-1 0-1-16,0 1 1 15,-5 1-2-15,-3 0 2 16,-5 0-1-16,-4 0 0 16,-1 0 1-16,-3 0-1 15,-1 1 0-15,0 1 1 16,3 0-1-16,2-2 3 16,1 0-3-16,2 0 0 15,-1 2 1-15,-1 0-2 16,-4-1 0-16,-3 1 0 15,-2 0-2-15,0-2 2 16,2 0 1-16,1 0 0 16,2 0 0-16,1 0 0 0,-3 0 0 15,-3 0 0-15,-3 0-1 16,-4 0 2-16,-3 0-1 16,-1 0 0-16,-5 0-1 15,-3 0 1-15,-1 0 0 16,-4 0 0-16,1 0 0 15,0 0 2-15,-2 0-2 16,-3 0 1-16,-4 0-1 16,-3 0-1-16,0 0-2 15,0 0 3-15,0 0-1 16,0 0 4-16,0 0-2 0,0 4 1 16,0 6-1-1,2 7-1-15,0 10 13 0,-2 10 4 16,0 12-2-16,0 12-4 15,0 12 9-15,0 8-4 16,0 8-3-16,0 8 6 16,0 5 2-16,0 4 1 15,0 6-4-15,-2 3-9 16,-2-2 5-16,1-3 0 16,0-8-5-16,-1-13-2 15,1-16-7-15,0-12 0 16,-1-23 0-16,4-13 0 15,0-14 0-15,0-6 0 16,0-5 0-16,0 0-19 16,-5 0-28-16,-6-13-42 0,-15-22-110 15,-15-16-755-15</inkml:trace>
  <inkml:trace contextRef="#ctx0" brushRef="#br0" timeOffset="45626.16">1240 10566 124 0,'0'0'255'15,"0"0"-236"-15,0 0 2 16,0 0 109-16,0 0 1 16,0 0-31-16,-7 0-7 15,7 0 19-15,-1 0-23 16,-1-1 7-16,2 1-35 16,-2 0-7-16,2 0-10 15,-1 0-16-15,-5 11-20 16,2 2 13-16,-2 1 0 15,3-1-16-15,2 1 7 0,1-2 5 16,0-2 0-16,0-3 2 16,0 1-11-16,0-3 10 15,0-5 5-15,0 0 1 16,1 0 7-16,5 0 3 16,1 0-8-16,9 0-2 15,6-4 4-15,8-1-3 16,3-4-9-16,4-1-10 15,5 3-4-15,0 3 4 16,-1-4-6-16,0 5 5 16,-3 2 1-16,1 1-2 15,-5 0 1-15,-2 0-5 16,-2 0 8-16,-3 0 0 16,2 0-4-16,-3 0 6 0,1 0-5 15,-1 0-1-15,0 0-3 16,0 0 1-16,2 0 1 15,-2 0-1-15,1 0-1 16,-1 0 3-16,2-2-1 16,-1-2 2-16,4-1-5 15,-1 1 4-15,2-4-3 16,-2 3 0-16,-4 1 1 16,-1 1-3-16,-1 2 1 15,-2-1 0-15,-2 2 0 16,-4 0-1-16,3 0 1 15,0 0 0-15,0 0 1 16,5 0-1-16,-1 0 1 0,2 0 0 16,2 2 0-16,-2-2 0 15,1 1-1-15,2-1 5 16,0 3-4-16,-1-3 2 16,1 0-1-16,2 0-2 15,2 1 3-15,3-1-2 16,-1 0 1-16,-1 0 0 15,-1 0-1-15,0 0 2 16,-1 2-2-16,1-2-1 16,-2 0 0-16,-2 1 4 15,1-1-4-15,0 0 2 16,2 0-2-16,1 0 2 0,3 0-1 16,2 0 2-16,3 0-2 15,0 0 1-15,0 0 0 16,2-1 1-16,-2-2-2 15,-1 0-1-15,-4 0 1 16,0 0 0-16,-2 2-1 16,-1-1 1-16,0 1 0 15,-2-3 0-15,0 1 2 16,0 0 1-16,0 2-2 16,2-1 0-16,-2 1 3 15,0-2-5-15,0 0 6 16,1 0-3-16,-2 2-1 15,0-3 2-15,3 1-4 0,-1 1 3 16,6 0-2-16,2-1 0 16,1 1 0-16,-1 1-1 15,3 1 0-15,0 0 1 16,-1 0 0-16,0 0-1 16,-4 0 0-16,0 0 3 15,-4 0-2-15,-1 0-1 16,2 0 2-16,1 0 0 15,-1-1-2-15,4-1 2 16,-2-2-1-16,3 4 1 16,-3-3-1-16,-1-1-1 15,1 0 0-15,-3 2-2 0,5-2 1 16,1 1 1 0,3-1-1-16,-2 2 4 0,2-1-3 15,-4 2 0-15,2-3-1 16,-3 1 1-16,-4 0-1 15,1 0 1-15,-4 2 1 16,0-1 0-16,2 1 3 16,3-2-4-16,2 0 2 15,3 0 0-15,0-2 0 16,2 1 0-16,1 1 0 16,-1 1-1-16,0 0 1 15,-2 2-2-15,-3-2 1 16,-2 0 0-16,-4 0 0 15,0 0 2-15,-3 0-2 16,3 1-1-16,-3-3 2 0,2 4-1 16,-3-2-1-16,-1 2 1 15,1-2-1-15,0 2 0 16,-2 0 1-16,2 0-2 16,-2 0 0-16,0 0 1 15,0 0-1-15,1 0-2 16,0 0 3-16,-1 0 0 15,2 0 0-15,1 0 0 16,2 0 0-16,5 2-1 16,1 0-2-16,-1 0 2 15,-1-2 1-15,0 0 2 16,-2 0-2-16,-5 0 1 0,-2 0-1 16,-4 0 0-16,-2 0 1 15,-1 0-1-15,0 0 0 16,-1 0 3-16,-2 0-3 15,-3 0-1-15,-2 0 1 16,-2 0 2-16,-3 0-1 16,0 0-1-16,-3 0 0 15,-2 0 0-15,2 0 0 16,-2 0-2-16,0 0 1 16,0 0-4-16,0 0-27 15,-4 3-28-15,-23 7-46 16,-12-6-158-16,-22-4-669 0</inkml:trace>
  <inkml:trace contextRef="#ctx0" brushRef="#br1" timeOffset="80483.53">15063 3082 824 0,'0'0'291'0,"0"0"-262"15,0 0-24-15,52-76 13 16,-35 49 50-16,1 0-8 16,-3-1-48-16,2-4 7 15,-4-1-17-15,-3-3 0 16,-1-3 4-16,-4-5 2 15,-2-2-6-15,-3 0-4 16,0 1 5-16,0 2-3 16,-7 3 2-16,-4 7 1 0,2 11-3 15,1 10 31-15,1 10-19 16,2 2-6-16,-3 14 0 16,-4 25 0-16,-1 20-4 15,0 18 2-15,1 10-4 16,8 5 3-16,3 3-1 15,1 4 1-15,0 0 5 16,0-5-5-16,0-8-1 16,0-11-2-16,0-7 0 15,0-13-3-15,0-7 2 16,0-13-16-16,0-11-99 16,0-9-116-16,1-13-133 0,-1-2-162 15</inkml:trace>
  <inkml:trace contextRef="#ctx0" brushRef="#br1" timeOffset="80740.3">15132 2881 995 0,'0'0'128'0,"0"0"-118"15,62-100 7-15,-26 82 26 16,1 12 12-16,0 6-6 15,-5 22-42-15,-7 16 2 16,-5 5-2-16,-15 4 0 0,-5 1-7 16,-4 1 0-16,-22 1 3 15,-4-2-3-15,-5-4 7 16,3-8-2-16,6-11-5 16,8-6-80-16,8-12-42 15,7-7-116-15,3-2-196 16</inkml:trace>
  <inkml:trace contextRef="#ctx0" brushRef="#br1" timeOffset="80922.74">15566 2970 1123 0,'0'0'225'0,"0"0"-225"0,0 0-17 15,89-38 17-15,-39 31 0 16,3 4-2-16,-2 0-179 16,-16 1-282-16</inkml:trace>
  <inkml:trace contextRef="#ctx0" brushRef="#br1" timeOffset="81083.36">15622 3184 910 0,'0'0'508'0,"0"0"-508"16,0 0-45 0,0 0 45-16,88-12-9 0,-14-1 6 15,11-6-167-15,-2-2-118 16,-14-5-251-16</inkml:trace>
  <inkml:trace contextRef="#ctx0" brushRef="#br1" timeOffset="81449.37">16173 2744 674 0,'0'0'499'0,"0"0"-469"16,0 0-29-16,0 0 5 15,0 0 25-15,0 0-21 16,41-10 20-16,-5 10-5 0,4 0-2 15,1-3-16-15,-5-5-3 16,-2-2 4-16,-6 0-8 16,-6 1 8-16,-7 2 5 15,-8 3 3-15,-4 0 26 16,-2 4 0-16,-1 0-18 16,0 0-21-16,0 8-3 15,0 16 0-15,0 12 50 16,0 5-18-16,0 7-19 15,0 4-10-15,-1 1 0 16,-8 0-3-16,-2-2-5 16,-1-1-9-16,2-5-172 15,1-9-99-15,5-10-412 0</inkml:trace>
  <inkml:trace contextRef="#ctx0" brushRef="#br1" timeOffset="81687.53">16742 3153 913 0,'0'0'583'16,"0"0"-565"-16,0 0-16 15,0 0-4-15,0 0 4 16,-7 104 3-16,-1-63-5 16,-1 5-2-16,-4-6-220 15,-4-4-343-15</inkml:trace>
  <inkml:trace contextRef="#ctx0" brushRef="#br1" timeOffset="83532.28">14844 3821 765 0,'0'0'287'0,"0"0"-228"16,0 0-22-16,0 0 41 15,0 0 44-15,0 0-99 16,-9-25-23-16,9 77 0 15,0 19 5-15,-7 10 12 16,-7 2-10-16,-4 0-6 0,-6-2 2 16,-2-1 2-1,-3-10-4-15,1-9-1 0,5-17 3 16,4-16-8-16,9-15 3 16,7-9 2-16,3-4 7 15,0-8 5-15,0-20-10 16,8-14-2-16,3-6 0 15,2 2 5-15,-4 6-3 16,1 15-2-16,0 13-2 16,2 12-17-16,6 0 10 15,6 23 5-15,6 7 4 16,3 3 6-16,6-3-5 16,3-3-1-16,1-9 0 15,2-6 0-15,-1-9-1 0,-9-3 1 16,-5 0 2-1,-8-13 6-15,-5-7-4 0,-7-3 3 16,-6-4 0-16,-4-6-1 16,0-3 1-16,0-6-7 15,-13 2 4-15,-2-1 1 16,-2 6-3-16,6 11 3 16,1 11 8-16,3 10 16 15,2 3-8-15,0 20-21 16,1 23 0-16,1 10 4 15,3 4 2-15,0-5-6 16,18-10 2-16,9-8-1 16,7-9-1-16,5-10 0 0,4-9-3 15,2-6 2-15,3-3-31 16,-1-16-39-16,-5-9-12 16,-8-5 12-16,-10-4 38 15,-9-7 31-15,-6-3 2 16,-8-6 5-16,-1 1 1 15,0 1 0-15,-10 1 7 16,-3 8 18-16,0 9 21 16,1 15-1-16,5 11 10 15,4 7 0-15,-2 18-61 16,5 22-8-16,0 17 8 16,0 7 10-16,0-4-5 15,7-3-5-15,6-4-4 16,1-9 3-16,-3-1-2 0,-1-8-104 15,-2-7-125-15,-1-13-205 16</inkml:trace>
  <inkml:trace contextRef="#ctx0" brushRef="#br1" timeOffset="83667.38">15453 4248 1054 0,'0'0'137'0,"0"0"-137"15,0 0-15-15,0 0 15 16,0 0 0-16,125-39-145 16,-71 23-236-16</inkml:trace>
  <inkml:trace contextRef="#ctx0" brushRef="#br1" timeOffset="83846.82">15862 3835 409 0,'0'0'648'0,"0"0"-632"16,0 0 6-16,0 0 22 16,0 0-19-16,0 0-17 15,-32 33-8-15,32 1 0 16,2-1-8-16,7 6-87 16,-2-4-119-16,-1-3-244 15</inkml:trace>
  <inkml:trace contextRef="#ctx0" brushRef="#br1" timeOffset="84175.31">16033 4077 1041 0,'0'0'80'0,"0"0"-71"15,0 0 4-15,0 0 12 16,0 0-13-16,0 0-11 15,-52 92 12-15,52-55 2 16,0-3-8-16,0-3 5 16,8-5-11-16,6-7 6 0,-1-5 19 15,-2-6-14-15,-4-3 0 16,-5-3-2-16,-2-2 43 16,0 0 60-16,0 0 2 15,-3 0-52-15,-14 0-23 16,1-2-40-16,-3-4 3 15,0 3-3-15,6 2-2 16,3 1-61-16,7 0-123 16,3 0-79-16,6 0-402 15</inkml:trace>
  <inkml:trace contextRef="#ctx0" brushRef="#br1" timeOffset="85016.18">16856 4000 1044 0,'0'0'180'16,"0"0"-180"-16,0 0 36 16,-86-36 54-16,61 36-18 15,-2 8-47-15,-6 20-19 16,0 11 4-16,1 8 5 15,6 5-3-15,15 0 8 16,5-2-2-16,6-4-6 0,3-7-9 16,23-9-2-1,11-9-1-15,10-7 0 0,6-7 0 16,4-7-10-16,-4 0-32 16,-1-4-51-16,-7-14 51 15,-4-5 23-15,-6-5-26 16,-5-4 43-16,-5 2 2 15,-5 4 4-15,-9 8-3 16,-4 7 5-16,-3 10 8 16,-2 1-14-16,1 7-5 15,6 11 5-15,2 6 18 16,4-4-10-16,5-2-3 16,2-4 1-16,-1-6-3 15,-3-5-2-15,-7 0 1 0,-6-3 6 16,-4 0 1-1,-1-3 10-15,0-12 3 0,-1-4-22 16,-15-6 11-16,-8-1-1 16,-4-4 2-16,4 2-8 15,4 2-3-15,7 7 3 16,9 4 0-16,4 0 9 16,0 2-13-16,23 0-9 15,11 2 3-15,6 8 2 16,2 3 2-16,-3 8 1 15,-4 22-7-15,-7 9 8 16,-4 6 5-16,-4 2-2 16,-6-5 11-16,-2-3 7 0,-2-9-11 15,-4-10-6 1,-5-9-3-16,1-4 3 0,-2-7 0 16,1 0-2-16,2-7 18 15,4-19-2-15,2-14-17 16,4-10 5-16,0-5-6 15,0 1 0-15,3 8 3 16,-1 14-3-16,-4 14 0 16,-1 10 4-16,2 8-2 15,2 0-2-15,6 24-1 16,2 10 1-16,1 7 0 16,2 4 1-16,2-4-3 0,-1-1 2 15,6-9-29 1,3-7-146-16,7-12-138 0,3-12-183 15</inkml:trace>
  <inkml:trace contextRef="#ctx0" brushRef="#br1" timeOffset="85366.94">18121 4082 577 0,'0'0'394'0,"0"0"-327"16,0 0 77-16,-57-85 15 15,42 78-50-15,-5 5-72 16,2 2-27-16,-1 0 2 15,1 3-9-15,4 9-3 16,3 3 0-16,0 0-1 16,10 4-4-16,1-3 3 15,0 0-1-15,7 3 1 0,15-3 2 16,6 2-5-16,6 0 5 16,2 0-4-16,-1-3 9 15,-5 2 2-15,-4-4-6 16,-11 0 4-16,-5-4-5 15,-9-1 1-15,-1-1 8 16,0 2 23-16,-13 1-5 16,-17 2 47-16,-12 2-44 15,-2-3-12-15,3-4-17 16,6-3 1-16,6-4-4 16,10 0-25-16,13-11-170 15,6-19-98-15,6-13-650 0</inkml:trace>
  <inkml:trace contextRef="#ctx0" brushRef="#br1" timeOffset="85532.3">18381 3904 1202 0,'0'0'63'0,"0"0"-51"15,0 122-11-15,0-65 30 16,6 0-11-16,9-3-15 15,2-8-5-15,0-9-5 16,-4-13-188-16,-3-15-436 16</inkml:trace>
  <inkml:trace contextRef="#ctx0" brushRef="#br1" timeOffset="85675.89">18491 3896 789 0,'0'0'528'0,"0"0"-528"16,0 0-85-16,0 0 39 16,0 0-82-16,43 80-216 15</inkml:trace>
  <inkml:trace contextRef="#ctx0" brushRef="#br1" timeOffset="86431.35">18808 4083 587 0,'0'0'599'0,"0"0"-594"16,-90-6 12-16,65 24 57 16,5 20-26-16,7 10-13 15,9 2 24-15,4-3-35 16,5-10-18-16,20-14-3 16,8-12 1-16,8-11-4 15,4-11 16-15,-2-20 0 16,-8-11-16-16,-6-7-3 15,-12-1 3-15,-6-9 2 16,-7-2 1-16,-4-9 2 16,0-2-1-16,-2 2 13 15,-14 6 4-15,2 16 7 0,-1 18-2 16,5 19 1-16,0 11-12 16,-6 26-15-16,-1 28-7 15,-1 17 4-15,11 6-3 16,7-4 1-16,4-9 5 15,20-12 0-15,6-13-5 16,3-14 2-16,2-9-12 16,4-13-32-16,-3-3 34 15,-2-8 3-15,-6-12-11 16,-6-2 6-16,-10-2 12 16,-4 3 2-16,-8 4 1 15,0 8 0-15,0 5 0 0,0 4 16 16,0 0-8-16,0 17-8 15,0 14-11-15,9 9 11 16,7 0 16-16,7-6-9 16,4-12-4-16,-2-9-2 15,1-10 3-15,-1-3 7 16,-5-3-7-16,0-17 6 16,-5-2-3-16,0-3-4 15,0-1-3-15,7 2 0 16,6 5-21-16,6 9-55 15,2 10-11-15,1 0 47 16,-7 15 29-16,-3 11 11 16,-12 7 0-16,-5 1 5 0,-10 1 15 15,0-5 72 1,0-9-40-16,-3-7 4 0,-9-11 8 16,-6-3 4-16,-7 0 8 15,-2-13-53-15,3-17-13 16,10-12-7-16,14-7-3 15,0-4-20-15,13 6-37 16,13 9-34-16,7 7-60 16,1 4-141-16,-4-2-451 15</inkml:trace>
  <inkml:trace contextRef="#ctx0" brushRef="#br1" timeOffset="87348.11">20226 4136 336 0,'0'0'605'16,"0"0"-574"-16,0 0-16 15,100-70 117-15,-72 41-57 16,-4-2-30-16,-7-3 17 16,-6-7-37-16,-5-5 13 15,-6-7-8-15,0-1-7 0,-2-2 20 16,-15 5-22-16,-2 5-4 15,3 15 9-15,3 13-12 16,4 10 47-16,6 8-51 16,1 0-10-16,-4 22-19 15,-1 28 11-15,-2 29 8 16,8 25 0-16,1 16 3 16,0 16-2-16,0 1-1 15,8-2 3-15,7-12-7 16,7-23 3-16,5-25 1 15,6-23-2-15,1-22-1 16,0-20-3-16,2-10 9 16,-6-10-3-16,-5-20 5 0,-7-11 0 15,-8-7 0 1,-10-8-1-16,0-4 2 0,-29-2 11 16,-13-1-6-16,-7-1-9 15,-5 4-1-15,8 10 0 16,7 15 4-16,16 13-4 15,13 13 2-15,10 6-6 16,0 3-24-16,8 0-85 16,26 0-40-16,9 2 109 15,14-2-40-15,0 0-40 16,-9-11 36-16,-8-8 72 16,-16-4 15-16,-14 2 19 15,-10 2 67-15,0 4 44 16,0 4-7-16,-5 5-14 0,0 4-59 15,3 2-21-15,-1 3-29 16,3 20-14-16,0 7 12 16,0 6-2-16,3 0 4 15,13-5 0-15,6-3-6 16,5-7-45-16,7-10-137 16,-3-11-178-16</inkml:trace>
  <inkml:trace contextRef="#ctx0" brushRef="#br1" timeOffset="87478.03">20685 3828 651 0,'0'0'150'16,"0"0"-150"-16,0 0-139 16,0 0-48-16,0 0 91 15</inkml:trace>
  <inkml:trace contextRef="#ctx0" brushRef="#br1" timeOffset="88036.28">20844 4011 710 0,'0'0'229'16,"0"0"-207"-16,0 0 46 16,0 0 32-16,0 0-68 15,0 0-25-15,76 9-5 0,-53 20 11 16,-1 4 18-16,-5 0-9 15,-4-4-11-15,-8-7-8 16,-2-9 6-16,-3-5 42 16,0-8 3-16,0 0 0 15,-8 0 39-15,-5-9-20 16,1-12-61-16,7-9-7 16,5-7-5-16,1-4-66 15,26-2-34-15,12 9-10 16,8 10-8-16,6 13-63 15,1 11 30-15,-8 6 74 16,-5 21 71-16,-7 5 1 16,-3-1 2-16,-10 2 3 0,-7-9 7 15,-9-5 2 1,-5-6 39-16,0-8 42 0,0-4 1 16,0-1 56-16,-4 0 16 15,-8-4-52-15,2-13-73 16,0-7-20-16,6-13 6 15,4-10 0-15,0-13-22 16,0-7 2-16,4 6-4 16,12 6 3-16,2 14-3 15,4 10 0-15,0 10 1 16,0 12-3-16,2 9 2 16,1 0-6-16,4 30 5 15,0 18-7-15,-6 11 6 16,-7 6 2-16,-4 0-1 0,-5-7 1 15,-2-7-20-15,-5-10-200 16,0-12-428-16</inkml:trace>
  <inkml:trace contextRef="#ctx0" brushRef="#br1" timeOffset="88167.36">21432 4012 1511 0,'0'0'0'0,"0"0"-35"15,0 0 27-15,89-48 4 16,-22 45-100-16,7 3-104 16,-7-2-279-16</inkml:trace>
  <inkml:trace contextRef="#ctx0" brushRef="#br1" timeOffset="88581.8">22375 3704 1293 0,'0'0'14'15,"0"0"18"-15,0 0 86 0,0 0-50 16,-103 21-56-16,73 21 3 15,2 14 7-15,6 6-8 16,14-1-2-16,8-5-3 16,0-8-5-16,16-11-4 15,14-8-4-15,9-9 4 16,3-12 3-16,1-8-1 16,-5 0 11-16,-7-8-3 15,-11-9 0-15,-12-2 9 16,-8-2-12-16,0-4 44 15,-27 0-12-15,-6-2-30 16,-9 7-1-16,4 8-8 16,5 12-1-16,5 0-2 15,14 20-89-15,7 8-64 0,7 0-105 16,8-3-239-16</inkml:trace>
  <inkml:trace contextRef="#ctx0" brushRef="#br1" timeOffset="90648.33">14650 5241 220 0,'0'0'393'15,"0"0"-331"-15,0 0-51 16,0 0 96-16,0 0 91 16,0 0-58-16,-8 0-61 0,3-3 1 15,-1-4-2-15,0-7-28 16,1-3-5-16,2-5-12 16,3-9-3-16,0-4-18 15,8-6-7-15,16 5-5 16,2 7-1-16,4 11 1 15,2 16 0-15,0 2-11 16,-4 27 10-16,-1 15-3 16,-5 9 4-16,-8 7 0 15,-7-1 0-15,-3 0 5 16,-4-4 0-16,0-8-3 16,0-5 0-16,-5-9-1 0,-4-8 0 15,5-12 2-15,0-3-2 16,2-6 5-16,2-2 4 15,0-2-3-15,0-22 45 16,0-11-48-16,6-11-2 16,5-4-2-16,4-2 0 15,2 5-3-15,0 10 2 16,-1 8-4-16,3 14 3 16,-3 8-3-16,3 7-1 15,1 8 4-15,-1 23 1 16,1 4 1-16,-2 6 1 15,-1-1 2-15,-6-2-3 16,-1-5 2-16,-5-6-2 16,-3-7 0-16,0-5 0 15,-2-7 0-15,0-5 2 0,0-2-1 16,0-1 8-16,0-1-1 16,5-23-6-16,3-13-2 15,5-9-1-15,4-6 1 16,0 1 0-16,1 5-1 15,2 9 1-15,-1 11 0 16,-3 11-3-16,-1 15-1 16,2 0-2-16,-2 21 6 15,3 13 0-15,0 7 2 16,-4 1 2-16,2-3-1 0,-2-3 0 16,0-5-6-16,-1-3 2 15,2-9 1-15,4-2-1 16,3-8-63-16,-1-8-91 15,6-1-19-15,-2-10 4 16,0-16 41-16,-7-7 44 16,-6-1 85-16,-7-4 1 15,-5-1 6-15,0 1 57 16,0 4 61-16,-7 9-33 16,1 8 13-16,2 12-27 15,4 5 8-15,0 12-71 16,0 24-7-16,0 10-8 15,5 3 30-15,12-5-15 16,8-8 0-16,7-10-11 16,3-8 2-16,4-13-5 0,-1-5 1 15,-3 0 1-15,-3-19 3 16,-5-7 2-16,-7-5-4 16,-9-3-3-16,-4-4 6 15,-7 0-1-15,0 3-4 16,0 10 7-16,0 10-3 15,0 9 24-15,0 6-23 16,0 0-7-16,0 11-13 16,0 13 13-16,7 1 0 15,8-1 0-15,0-3 0 16,5-6-6-16,2-2 3 16,3-6-4-16,5-5-2 0,2-2-65 15,1 0-28 1,-1-19 34-16,-6-5-5 0,-7-7 64 15,-6-6 6-15,-6-2 3 16,-7-5 4-16,0 0 3 16,-7 1 18-16,-5 12 36 15,1 11 5-15,4 13 2 16,4 7-11-16,-1 3-52 16,4 28-4-16,0 16-1 15,0 10 6-15,0-1 1 16,0-5-3-16,12-4 0 15,1-10-3-15,3-5 2 16,2-8-5-16,3-9 2 16,7-6-7-16,0-6 7 15,4-3-2-15,-3 0-13 0,-1-18-3 16,-5-6-20-16,-4-7 36 16,-6-11 2-16,-5-7-8 15,-5-8 4-15,-1-2 4 16,-2 2 3-16,0 4 2 15,-6 13-1-15,-4 13 21 16,3 12 14-16,4 11 3 16,3 4 2-16,0 19-44 15,0 26-14-15,0 18 13 16,8 8 2-16,4-4 1 16,1-8-2-16,2-11-1 15,-1-6 1-15,-3-9-4 0,-1-4-67 16,-7-8-91-16,-3-8-159 15,0-9-221-15</inkml:trace>
  <inkml:trace contextRef="#ctx0" brushRef="#br1" timeOffset="90982.48">16390 5215 1053 0,'0'0'70'0,"0"0"-51"15,0 0 116-15,0 0-66 16,0 0-66-16,0 0-2 15,129-72 5-15,-78 56-3 16,-8 2-1-16,-8 1 0 16,-12-1-1-16,-7 1 1 0,-8-4 0 15,-8 1 2-15,0-3-4 16,0 3 5-16,-7 2 0 16,-1 7 19-16,2 4 15 15,3 3-6-15,2 0-17 16,1 10-16-16,0 28-6 15,0 19 6-15,0 19 65 16,4 2-39-16,7 3 19 16,1 1-13-16,-1-2-20 15,3-4-8-15,-6-3-4 16,-5-10 0-16,-1-6-10 16,-2-8-124-16,0-15-177 0,0-14-311 15</inkml:trace>
  <inkml:trace contextRef="#ctx0" brushRef="#br1" timeOffset="91225.55">16700 5283 1019 0,'0'0'166'16,"0"0"-138"-16,0 0 43 15,0 0-25-15,88-65-2 16,-50 82-4-16,-4 12-10 15,-3 3-7-15,-7 6-9 16,-8 1-8-16,-10-1 4 0,-6-3-10 16,0-4 6-16,-1-7 0 15,-8-4-6-15,1-8-10 16,4-9-160-16,4-3-70 16,0-20-89-16,0-20-431 15</inkml:trace>
  <inkml:trace contextRef="#ctx0" brushRef="#br1" timeOffset="92070.37">16989 4924 1030 0,'0'0'215'15,"0"0"-159"-15,0 0-1 16,0 0-50-16,10 82-4 16,2-6 116-16,1 2-79 15,-1-5-23-15,3-8 31 0,0-7-23 16,0-9-18-16,5-14-1 15,-2-15-2-15,3-10-4 16,0-10 1-16,0 0-3 16,0-20-18-16,-2-12-5 15,-4-8-8-15,-4-8-6 16,-8-4-10-16,-3-1-3 16,0 9 40-16,-3 14 6 15,-7 13 8-15,5 11 7 16,2 6 29-16,1 5-36 15,2 20-4-15,0 15 4 16,0 4 17-16,17 0-7 16,6-3 9-16,4-10-19 0,3-8 2 15,0-10-4-15,-1-11 4 16,-3-2 3-16,-2-2 6 16,-6-14-11-16,-5-4-1 15,-3-4 1-15,-1-4 2 16,-4-2-2-16,-2-2-11 15,-1 3 5-15,0 5-4 16,-1 10 6-16,5 8 2 16,4 6-13-16,4 3-2 15,7 14 15-15,0 7 4 16,3 3-2-16,-6 2 8 16,-2-2-2-16,-3-1 19 0,-10-4-7 15,-3-3 17 1,0-4 0-16,0-5-10 0,-5-4-1 15,0-3 3-15,-1-2 1 16,2-1-7-16,-5 0-10 16,-1 0-3-16,0 0-6 15,-2 0 1-15,4 0-3 16,2 0 0-16,3 0 1 16,0 0 1-16,3 0 1 15,0 0 2-15,0-7-5 16,0 1 0-16,0-1 0 15,0 0-1-15,0 3-1 16,3 0-3-16,1 0 2 16,3-1 3-16,-2 5 0 0,2-2-5 15,-1 0 5-15,-2 1 0 16,-1 1 2-16,-1-2-2 16,-2 2 1-16,0 0-1 15,0 0 0-15,0 0 1 16,0 0 1-16,0 0-2 15,0 0-1-15,0 0 0 16,0 0-6-16,0 0-55 16,0 0-43-16,0 0-79 15,1 0-127-15,6 0-57 16,3 0-123-16</inkml:trace>
  <inkml:trace contextRef="#ctx0" brushRef="#br1" timeOffset="92814.69">17671 5334 987 0,'0'0'98'0,"0"0"-84"16,0 0 65-16,0 0-6 15,0 0-30-15,32-89-6 16,-22 72-22-16,-3-2 23 16,-3 3-6-16,-4 1-28 15,0 1 11-15,0 4 7 16,-7 3-13-16,-2 6-4 16,1 1-2-16,-3 0-1 0,3 14 2 15,2 8-4 1,-1 8-1-16,5 2-1 0,2 0 4 15,0-1 1-15,3-4-3 16,16-5 0-16,10-9 0 16,7-9 1-16,4-4 2 15,4-8 1-15,-8-11-4 16,-4-2 5-16,-9 0-4 16,-6-3 1-16,-5 0-2 15,-5 0 3-15,-4 3-2 16,-1 3 2-16,-1 6-2 15,2 5-1-15,-2 4 0 0,2 3-2 16,6 0-7 0,4 10-12-16,4 13 21 15,5 5-2-15,-1-2 4 0,-4-1-2 16,-2-6 0-16,-9-5 0 16,-6-2 0-16,0-3 2 15,-6 0 15-15,-21-1 26 16,-5-2-7-16,-1-3-5 15,3-1-20-15,8-2-10 16,9 0-2-16,7-2-4 16,6-13-106-16,4-6-163 15,20-8-436-15</inkml:trace>
  <inkml:trace contextRef="#ctx0" brushRef="#br1" timeOffset="93347.57">18736 5178 872 0,'0'0'302'15,"0"0"-283"-15,0 0-14 16,0 0 19-16,0 0 85 16,0 0-68-16,-13 22-21 15,6-22 25-15,-6-4 24 16,-9-11-17-16,-3-9-47 15,0-6-1-15,6-11 3 16,9-5 17-16,7-6-20 0,3 1 4 16,0 9-8-16,16 9-2 15,7 11 1 1,0 10-17-16,2 10 8 0,0 2 6 16,-1 14 4-16,1 17-4 15,-4 14-1-15,0 12 4 16,-7 13 1-16,-8 4 0 15,-6 2 4-15,0 7-3 16,-19 1 3-16,-4-2 1 16,0-8-5-16,6-16 2 15,8-22 0-15,7-19 0 16,2-10 0-16,7-7 17 16,14 0 13-16,2-7-11 15,-3-9 6-15,-7-2-5 0,-4-1-5 16,-9-6-10-16,0-4 1 15,-9-2-4-15,-14-2 1 16,-3 4-5-16,3 5-1 16,5 8-1-16,8 5 1 15,3 6-47-15,7 3-40 16,0-2-73-16,0 0-98 16,22-5-309-16</inkml:trace>
  <inkml:trace contextRef="#ctx0" brushRef="#br1" timeOffset="93880.65">19189 4844 1180 0,'0'0'86'0,"0"0"-53"0,0 0 91 15,0 0-32-15,0 0-78 16,0 0-14-16,-1-44-6 15,9 68 6-15,-6 6 0 16,-2 11 2-16,0 4-2 16,-14 5 3-16,-5-3 4 15,-2-4-3-15,-4-8-3 16,3-11 0-16,6-8 2 0,6-9 1 16,7-7-4-1,3 0 7-15,0 0 3 0,3-8-1 16,11-4-9-16,7 0-5 15,-1 7 1-15,2 4 4 16,2 1 1-16,3 0 0 16,1 0-1-16,7 0 2 15,1 0 0-15,-3 0 1 16,-1 0 1-16,-10-11-3 16,-9-3 4-16,-4-10-1 15,-4-1 1-15,-5-1 3 16,0-1 10-16,0 5 22 15,0 0-29-15,-10 6-5 16,3 7-6-16,0 6 2 16,2 3 1-16,0 23-3 15,-3 26-13-15,-2 19 13 16,0 10 7-16,1 0-5 0,6-5 1 16,3-6-3-16,0-8-5 15,0-11-73-15,10-12-145 16,8-15-178-16,2-13-126 15</inkml:trace>
  <inkml:trace contextRef="#ctx0" brushRef="#br1" timeOffset="93968.36">19430 5524 130 0,'0'0'732'16,"0"0"-388"-16,0 0-140 15,0 0-66-15,0 0-79 16,18-81-57-16,-18 73-2 16,0 0-191-16,-4 3-380 0</inkml:trace>
  <inkml:trace contextRef="#ctx0" brushRef="#br1" timeOffset="97148.02">22220 4417 488 0,'0'0'154'16,"0"0"-118"-16,0 0 11 15,0 0 105-15,0 0-8 16,0 0-19-16,0 0-56 16,-28-23-22-16,28 23-12 15,0 0-15-15,12 0-8 16,13 0 38-16,14 5-9 16,16-4 0-16,10-1-23 15,-2 0-17-15,-3 2-2 16,-11-1-2-16,-17 5-16 0,-16 3-179 15,-16 0-143 1,-12 2-144-16</inkml:trace>
  <inkml:trace contextRef="#ctx0" brushRef="#br1" timeOffset="98765.86">8882 6374 433 0,'0'0'278'0,"0"0"-227"16,0 0-20-16,0 0 28 15,0 0 27-15,0 0 7 16,0 0-76-16,10-40-17 0,-10 55 0 15,0 10 41-15,-13 3 4 16,-4 4-22-16,-1-1-13 16,-3-2-6-16,5-5-1 15,1-3-1-15,3-2-1 16,6-6-1-16,0-1 1 16,5-2-1-16,1 4 0 15,0 0-1-15,5 4 0 16,17 1 0-16,6-1 1 15,5-4 11-15,4-5-10 16,4-5 2-16,-3-3 2 16,-3-1-5-16,-5 0 7 15,-4 0-4-15,-10-3-1 16,-3-7 0-16,-6-5-1 16,-2-3 6-16,-5-6 0 0,0-5-6 15,0-1 2-15,-12 0 1 16,-3 5 8-16,2 3 11 15,3 5-8-15,3 10 22 16,2 4 9-16,5 3-20 16,0 6-26-16,0 26-10 15,0 17 10-15,2 8 15 16,1 5-12-16,2-3-3 16,-1-3 1-16,-1-5-1 15,1-5-2-15,-3-3-3 16,-1-9-27-16,0-7-145 15,0-13-202-15,0-14-367 0</inkml:trace>
  <inkml:trace contextRef="#ctx0" brushRef="#br1" timeOffset="98934.21">9283 6697 978 0,'0'0'70'16,"0"0"-70"-16,0 0-44 16,0 0 10-16,0 0-83 15,0 0-316-15</inkml:trace>
  <inkml:trace contextRef="#ctx0" brushRef="#br1" timeOffset="99155.17">9500 6378 402 0,'0'0'790'0,"0"0"-731"16,0 0-59-16,0 0 0 16,-14 92 42-16,25-25 19 15,1 8-37-15,0-4-18 16,-1-2-4-16,-1-8-4 0,-3-6 2 15,-4-5-32-15,-3-6-180 16,-3-10-278-16</inkml:trace>
  <inkml:trace contextRef="#ctx0" brushRef="#br1" timeOffset="99963.86">8823 7613 324 0,'0'0'155'0,"0"0"-152"0,0 0-2 16,0 0 5-16,0 0 70 16,0 0-14-16,22-74-20 15,-16 74-3-15,-3 0 0 16,1 9-28-16,-4 15 42 16,0 9 4-16,0 5 21 15,-7 1-34-15,-11 0-21 16,-2-1 2-16,-4-1-1 15,-1-4-18-15,-1-5 6 16,3-5-8-16,8-9-1 16,5-7-1-16,8-7 4 15,2 0 3-15,2-1 30 16,18-13-39-16,8-1 3 0,4 5-3 16,2 4 1-16,1 3 1 15,-2 0-2-15,-1 2-1 16,1-1 0-16,-2-4 2 15,-5-1-1-15,-3-3 0 16,-7 0 2-16,-8-2 0 16,-5-3 4-16,-3-1-1 15,0-4 2-15,0-1 0 16,-7 1 13-16,0 3-7 16,-2 5 9-16,5 7 24 15,1 2 13-15,3 3-13 16,0 0-46-16,0 19-7 15,-1 16 7-15,-1 9 13 16,-1 8 7-16,-1 0-13 0,1 2-2 16,0-1-5-16,-1 0 0 15,1 0-4-15,1-4-8 16,1-10-200-16,1-13-349 16</inkml:trace>
  <inkml:trace contextRef="#ctx0" brushRef="#br1" timeOffset="100107.81">9225 7900 1096 0,'0'0'6'0,"0"0"-6"16,0 0-140-16,0 0 77 15,0 0-195-15</inkml:trace>
  <inkml:trace contextRef="#ctx0" brushRef="#br1" timeOffset="100463.24">9438 7679 1147 0,'0'0'101'0,"0"0"-68"0,0 0-29 16,93-23 6-1,-46 31 25-15,0 17-23 0,-7 10-10 16,-14 2-3-16,-13 0 1 16,-13 1-3-16,0-1-1 15,-17-3 4-15,-22-2 12 16,-5-3 11-16,-6-8-14 16,7-8-3-16,11-5 3 15,12-8 23-15,12 0 29 16,8 0 5-16,0 0-11 15,10-12-35-15,20-4-18 16,10 3-1-16,10 4-1 16,1 6-3-16,4 2 1 15,0 1-24-15,0 0-145 16,-3 0-46-16,-10 10-311 0</inkml:trace>
  <inkml:trace contextRef="#ctx0" brushRef="#br1" timeOffset="101296.5">9131 8512 911 0,'0'0'115'0,"0"0"-93"16,0 0-11-16,0 0-4 16,-28 89 67-16,16-24-31 15,-1 2-39-15,-2 1 0 16,-7-5 2-16,-3-6-4 16,0-4 3-16,3-12-3 15,5-13-1-15,7-10-1 16,7-10 1-16,3-8 0 15,0 0 7-15,0-17-8 16,13-6-53-16,6 2 52 16,4 6-1-16,3 4 2 0,3 4 0 15,3 5-1-15,0 2 2 16,-2 0-1-16,0 0 3 16,-1 0-2-16,-3 1-1 15,-6-1 0-15,-6 0 1 16,-7-5-1-16,-4-13 8 15,-3-5-2-15,0-3 0 16,-3-1-6-16,-11 0 21 16,4 4 2-16,2 6-13 15,2 6 17-15,3 7 26 16,3 4-7-16,0 4-46 0,0 24-8 16,0 14 8-1,0 10 10-15,2 4-9 0,-1 1 3 16,-1 0-2-16,0-1-2 15,0-3-2-15,0-9-29 16,0-10-345-16,3-12-590 16</inkml:trace>
  <inkml:trace contextRef="#ctx0" brushRef="#br1" timeOffset="101428.55">9434 9051 1219 0,'0'0'97'0,"0"0"-97"16,0 0-75-16,0 0 68 16,0 0-181-16,0 0-241 15</inkml:trace>
  <inkml:trace contextRef="#ctx0" brushRef="#br1" timeOffset="101864.48">9700 8667 1226 0,'0'0'12'15,"0"0"-10"-15,0 0 3 0,111-44 29 16,-79 60-25-16,-6 15-9 16,-6 9-5-16,-14 3 4 15,-6 1-2-15,-4 1 3 16,-22-3 3-16,-6-5-2 15,1-4 8-15,4-5 8 16,8-9-16-16,8-7 1 16,8-6-2-16,3-6 0 15,0 0 0-15,0 0-27 16,16-4-13-16,10-4 24 16,-2 5 16-16,4 3 1 15,-7 0-1-15,-4 0 1 16,-7 6-1-16,-5 6 2 0,-5 2 17 15,0 5 15-15,0-1 8 16,-19-2 55-16,-4 1-38 16,-6-5-16-16,1 0-14 15,0-1-8-15,-1-4-9 16,4 4-12-16,4-2-2 16,-1 5-13-16,-1 2-109 15,2 6-113-15,-2 4-160 16</inkml:trace>
  <inkml:trace contextRef="#ctx0" brushRef="#br1" timeOffset="102448.19">9172 9659 939 0,'0'0'115'0,"0"0"-84"15,0 0-31 1,0 0 2-16,0 0 38 0,0 0 0 15,-57 115-27-15,33-76-11 16,1 0 4-16,-1-7-4 16,3-5 2-16,4-8-1 15,5-8-2-15,7-3 1 16,5-7-2-16,0-1 0 16,3 0-3-16,19 0 3 15,10 0 8-15,8-6-4 16,4 1-4-16,-2-1 1 15,-6 1-2-15,-3-1 1 16,-7 1 0-16,-11-3-5 16,-5-1 5-16,-7-1 6 15,-3-4 3-15,0 1-2 16,0 0-3-16,-2 0 20 16,-6 7 3-16,2 1-15 0,0 5 22 15,2 0 11-15,0 2-8 16,-4 30-34-16,-1 14-3 15,2 10 37-15,1 4-11 16,5-1-17-16,-3 3-9 16,1-1 2-16,-3 1-2 15,3-3-4-15,0-9-156 16,2-13-242-16</inkml:trace>
  <inkml:trace contextRef="#ctx0" brushRef="#br1" timeOffset="102566.31">9367 10160 481 0,'0'0'0'16</inkml:trace>
  <inkml:trace contextRef="#ctx0" brushRef="#br1" timeOffset="103046.39">9621 9726 1180 0,'0'0'86'0,"0"0"-86"16,0 0-6-16,0 0 3 15,0 0 3-15,0 102 4 16,-8-61-2-16,-2-5 2 15,-3-4-1-15,-3-3-2 16,1-8 1-16,2-2-1 16,3-6 4-16,5-5-5 15,5-4-4-15,0-4-18 16,4 0-57-16,15 0 50 16,11 0 22-16,7-3 0 15,0-9-3-15,-4-1-15 16,-6-6 25-16,-5 3 6 0,-6-2 3 15,-6 1-2 1,-4 1 31-16,-6-1 30 0,0 2-9 16,0-1-9-16,-9 0-7 15,1 5 6-15,2 4-1 16,2 1-5-16,4 6 1 16,0 0-29-16,0 13-15 15,0 23-15-15,0 18 15 16,0 10 0-16,0 4 0 15,0 1 1-15,1 2-2 16,-1 1-94-16,0-1-177 16,-13-6-211-16</inkml:trace>
  <inkml:trace contextRef="#ctx0" brushRef="#br1" timeOffset="103628.68">9079 10729 1153 0,'0'0'66'0,"0"0"-63"16,0 0-3-1,0 0-6-15,0 0 6 0,-30 113 15 16,15-55-9-16,-3-3-5 16,-2-3 8-16,0-5-3 15,2-10-4-15,4-10 0 16,7-10-1-16,6-12-1 16,1-5 0-16,0 0-1 15,0-19-6-15,12-3-5 16,2 1 4-16,5-1 5 15,1 8 0-15,2 6 3 16,1 1 0-16,2 5 0 16,2 2-5-16,-1 0 1 15,5 0 4-15,-6 0 0 16,-3 0 0-16,-7 0-4 0,-8-4-7 16,-6-8 11-16,-1-2 8 15,0-3-7-15,0 3-1 16,-5 3 18-16,-3 2-3 15,1 3 8-15,0 5 24 16,2 1-7-16,2 0 13 16,-4 18-37-16,2 20-15 15,0 16 18-15,4 11-1 16,1-1 1-16,0-1-8 16,0-3-11-16,0-3 0 15,0-6-1-15,0-4-105 16,0-11-185-16,1-15-380 0</inkml:trace>
  <inkml:trace contextRef="#ctx0" brushRef="#br1" timeOffset="103752.81">9314 11290 1191 0,'0'0'159'0,"0"0"-159"15,0 0-17-15,0 0-68 16,0 0-126-16,0 0-194 15</inkml:trace>
  <inkml:trace contextRef="#ctx0" brushRef="#br1" timeOffset="104330.36">9855 10887 1256 0,'0'0'142'0,"0"0"-132"16,0 0 11-16,0 0 34 15,0 0-14-15,0 0-27 16,-82-15-13-16,67 15 0 16,0 0 2-16,4 0-3 15,-3 0 1-15,4 0 1 0,2 0 3 16,1 0-4-1,4 0 0-15,0 0-1 0,1 0 0 16,0 0 0-16,-3 9-4 16,-2 10-3-16,-3 3 3 15,0 6 4-15,1 2 0 16,2-1 0-16,0-2 2 16,2-5-1-16,0-5-1 15,3-10 1-15,2-4-1 16,0-3-6-16,0 0 0 15,0 0 1-15,13-4 5 16,14-10 6-16,7 1 2 16,1 4-8-16,2 9 0 15,-2 0-3-15,-3 6-3 16,-6 18 4-16,-7 0 1 0,-8 6 0 16,-7 0 1-1,-4-2 10-15,0-2 18 0,-15-3-1 16,-7-3 4-16,-3-3-5 15,-2-2-17-15,0 0-6 16,0-1-3-16,1-1-3 16,-4 0-34-16,-1 4-147 15,1 0-148-15,1 2-290 16</inkml:trace>
  <inkml:trace contextRef="#ctx0" brushRef="#br1" timeOffset="104913.99">9208 11915 978 0,'0'0'153'15,"0"0"-153"-15,0 0-12 16,0 0 12-16,0 0 93 16,4 113-5-16,-4-72-52 15,-2-7-21-15,-10-3 8 16,-3-6-4-16,-2-4-12 16,4-7-1-16,-2-8-2 0,5-6 2 15,2 0-4-15,1 0 6 16,2-11-7-16,2-4-1 15,3 4-23-15,0 1-10 16,0 7 23-16,3 3 6 16,16 0 3-16,5 0 2 15,7 11 1-15,4 4 2 16,0-2-3-16,2 1 1 16,-2-10-2-16,-5 0-1 15,-4-4-1-15,-7-4-40 16,-6-9 17-16,-4-7 25 15,-5-1 4-15,-4 2-1 0,0 1 6 16,0 4 10-16,0 5-3 16,0 6-2-16,0 3 31 15,-1 0-25-15,1 0-20 16,-3 23-1-16,-2 14 1 16,0 13 31-16,-2 7-20 15,3 0-6-15,1-4-2 16,0-2-1-16,-1-8-2 15,1-7-1-15,-2-8-7 16,5-12-151-16,0-8-235 16,0-8-172-16</inkml:trace>
  <inkml:trace contextRef="#ctx0" brushRef="#br1" timeOffset="105034.4">9479 12335 387 0,'0'0'513'0,"0"0"-513"0,0 0-153 16,0 0-55-16,0 0-35 16</inkml:trace>
  <inkml:trace contextRef="#ctx0" brushRef="#br1" timeOffset="105411.26">9897 12016 585 0,'0'0'658'16,"0"0"-615"-16,0 0-32 15,-95-10 63-15,78 31 12 16,2 12-38-16,0 16-19 16,3 12 7-16,4 3 21 15,8 2-13-15,0-8-17 16,10-11-20-16,17-15-3 15,6-14-3-15,11-14-1 16,2-4 1-16,5-17-2 16,-9-10-13-16,-12-3 1 15,-14 0 13-15,-16-2-2 0,0 2 4 16,-19 2-2 0,-15 0 3-16,-8 7 2 0,-2 5-5 15,4 5 3-15,5 11-8 16,7 0 5-16,6 14-3 15,8 7-53-15,8 3-114 16,6 2-168-16,0-10-348 16</inkml:trace>
  <inkml:trace contextRef="#ctx0" brushRef="#br1" timeOffset="106499.93">9904 6444 769 0,'0'0'240'16,"0"0"-210"-16,0 0-29 16,0 0 89-16,0 0-42 15,94-19-32-15,-53 8-3 16,-1 2 1-16,0 2-9 0,-1 0-5 16,-2 5-1-16,-3 0-9 15,-2-1-119-15,-8 3-168 16,-12 0-90-16</inkml:trace>
  <inkml:trace contextRef="#ctx0" brushRef="#br1" timeOffset="106716.02">9921 6641 628 0,'0'0'487'0,"0"0"-487"0,0 0 18 16,0 0-18-16,111 4 60 16,-45-4-18-16,2 0-30 15,-2 0-12-15,-5 4-1 16,-4 1-9-16,-10-1-159 16,-15-4-267-16</inkml:trace>
  <inkml:trace contextRef="#ctx0" brushRef="#br1" timeOffset="106956.28">9977 6874 866 0,'0'0'321'0,"0"0"-321"16,0 0 8-16,0 0-8 16,131 6 27-16,-75-4-19 15,5 1-8-15,-1 1-1 16,-2-1-259-16,-4-3-375 16</inkml:trace>
  <inkml:trace contextRef="#ctx0" brushRef="#br1" timeOffset="109227.4">11128 6318 454 0,'0'0'93'0,"0"0"49"0,0 0-34 16,0 0 15-16,0 0-4 16,0 0-21-16,-2-47-57 15,2 47-29-15,0 6-12 16,-2 22 0-16,-3 12 34 16,-5 8 3-16,-3 2-24 15,-4-3-5-15,-7-1-7 16,-3-5 1-16,-2-6 2 0,2-8-2 15,5-8-2-15,9-9 0 16,7-5 2-16,3-5 7 16,3 0-6-16,0-8-3 15,0-8-42-15,16-3 21 16,2 8 21-16,4 2 0 16,1 3-3-16,5 3 3 15,4 0 0-15,7-3 1 16,0-1 1-16,-1 0-2 15,-1-3 1-15,-9 0 0 16,-7 0 0-16,-7-2 1 16,-9-1 2-16,-5-1-3 15,0-2-1-15,-7 0-1 16,-9-2 1-16,0 4 4 16,2 3 5-16,2 4 8 0,5 3-1 15,1 4 7-15,2 6-18 16,-1 24-1-16,2 14 4 15,1 11 12-15,2 4-7 16,0 0-4-16,0-2-9 16,0-6 0-16,4-3 1 15,2-6-2-15,-1-4 1 16,0-10-22-16,2-4-109 16,1-11-145-16,4-13-185 15</inkml:trace>
  <inkml:trace contextRef="#ctx0" brushRef="#br1" timeOffset="109566.68">11629 6180 969 0,'0'0'114'0,"0"0"-91"15,0 0-20 1,0 0 46-16,-76 100 3 0,73-47-28 16,3 7 25-1,0 6-23-15,0 4-6 0,0-3 10 16,9-2-12-16,1-8-11 15,3-9-7-15,-1-11-2 16,2-8 0-16,-1-7-8 16,2-11-98-16,5-6-98 15,1-5-160-15,0-3-85 16</inkml:trace>
  <inkml:trace contextRef="#ctx0" brushRef="#br1" timeOffset="110843.73">11699 6416 796 0,'0'0'96'0,"0"0"-66"16,0 0-26-16,0 0 30 16,0 0 35-16,117-6-31 15,-85 36-5-15,-3 6 7 16,-8 8-5-16,-6 0 1 15,-3 4-19-15,-7-8 9 16,-5-7-8-16,0-7 11 16,0-10-23-16,0-8-4 15,0-6 0-15,0-2 7 16,0 0-2-16,0 0 5 16,0-2 19-16,-5-19-27 0,0-14-4 15,1-10-10-15,4-5 4 16,0 0-15-16,0 4 21 15,10 11-1-15,6 11-17 16,-1 14 13-16,3 10 3 16,-1 0-9-16,0 23 11 15,0 8 2-15,-3 8 0 16,0 1 3-16,-3 0-1 16,-2-4 0-16,-4-8-1 15,-3-5-1-15,-2-7-1 0,0-5 4 16,0-3-1-1,0-4-2-15,0-3 5 0,0-1-2 16,0 0 4-16,0 0 5 16,3-5 35-16,4-21-6 15,1-10-43-15,4-9 5 16,1 2-4-16,0 9 0 16,1 7-2-16,1 9 3 15,0 7-5-15,2 4-3 16,1 4 6-16,-1 3 0 15,-3 0-2-15,0 12 2 16,-2 12 2-16,0 5 2 16,-2 3 9-16,-2 3-5 0,-1-2-8 15,-1-3 0 1,-1-3 0-16,1-5 0 0,-3-2 0 16,0-7-20-16,2-6-112 15,4-7-40-15,2 0-105 16,3-6 27-16,-1-13 26 15,-5-5 150-15,-5 1 74 16,-3 1 16-16,0 4 56 16,0 5 29-16,0 9 88 15,0 4 4-15,-1 0-85 16,1 17-93-16,0 6 38 16,0 1 0-16,0-1-19 15,3-6-13-15,11-7-14 16,2-6 14-16,3-4 5 0,-3 0 0 15,0 0-8 1,-3-13-11-16,-3-7 8 0,-3-4 6 16,-4-4 3-16,-3-3 32 15,0-6-31-15,-7 1 6 16,-11-2-2-16,-4 2-23 16,-3 6 11-16,3 9-3 15,7 9-1-15,7 8-13 16,5 4-5-16,3 0 4 15,0 5-14-15,0 14 3 16,1 1 11-16,11-4-17 16,1-2-17-16,4 1-8 15,1-4 3-15,2 0-20 16,4-4 15-16,-1-2-15 16,2-4 3-16,-3 2 53 0,-5 0 4 15,-4 5 2-15,-3 5-1 16,0 7 11-16,-1 7 5 15,-1 2-5-15,2 1 2 16,-2-3-12-16,4-4 2 16,0-9 6-16,-5-5-4 15,1-5 13-15,-5-3 1 16,0-1 13-16,1-6 51 16,-1-15 28-16,2-12-77 15,-4-6 7-15,-1-3-7 16,0-1 1-16,-11 3-10 15,-7 1-21-15,-4 2 2 0,1 2-2 16,4 9-5-16,3 10-6 16,7 8-8-16,6 7 7 15,1 1-59-15,0 0-84 16,0 2-42-16,1 9 57 16,11-2-323-16</inkml:trace>
  <inkml:trace contextRef="#ctx0" brushRef="#br1" timeOffset="111162.99">12828 6325 909 0,'0'0'281'0,"0"0"-239"0,0 0-39 16,0 0 43-16,0 0-17 15,0 0 22-15,118-13-26 16,-74 4-22-16,-6-3 3 15,-6 1-4-15,-10 4-2 16,-10 1 5-16,-7 3-4 16,-5 1 9-16,0 2-5 15,0 3 0-15,0 21-5 16,0 11 39-16,0 6-11 16,0 4-20-16,-7 1-7 0,-3 5 5 15,0 0-6 1,-2-1 0-16,5-4-3 0,6-9-29 15,1-9-160-15,0-12-139 16,1-12-277-16</inkml:trace>
  <inkml:trace contextRef="#ctx0" brushRef="#br1" timeOffset="111412.23">13225 6029 1127 0,'0'0'109'15,"0"0"-106"-15,0 0-2 0,0 0 31 16,125 122 36 0,-84-46-40-16,-6 12-7 0,-11 4 42 15,-13-1-34-15,-7-2-19 16,-4-2-10-16,-15-4-4 15,-20-5 3-15,-19-3-108 16,-13-8-206-16,-13-9-344 16</inkml:trace>
  <inkml:trace contextRef="#ctx0" brushRef="#br1" timeOffset="112086.18">10186 7637 746 0,'0'0'269'16,"0"0"-208"-16,0 0-9 15,0 0 8-15,0 0-19 16,0 0-11-16,113-6 13 16,-62 5-16-16,5-5-24 15,0 2-3-15,-5 0 0 0,-10-1-102 16,-17 2-216 0,-23 2-198-16</inkml:trace>
  <inkml:trace contextRef="#ctx0" brushRef="#br1" timeOffset="112274.32">10212 7770 789 0,'0'0'443'16,"0"0"-443"-16,88-6 0 15,-31 3 5-15,6 1 6 0,-1 2-5 16,-2 0-6-1,-11 0-84-15,-16 2-234 0,-23 0-240 16</inkml:trace>
  <inkml:trace contextRef="#ctx0" brushRef="#br1" timeOffset="112438.41">10202 8022 1216 0,'0'0'9'16,"0"0"-1"-16,85 4-8 16,-29 0 1-16,7-3-1 0,-4 2-183 15,-10-3-332 1</inkml:trace>
  <inkml:trace contextRef="#ctx0" brushRef="#br1" timeOffset="114776.27">11176 7779 847 0,'0'0'203'0,"0"0"-188"0,0 0-7 15,0 0 13-15,0 0 32 16,40-87-44-16,-21 62-2 15,-5-1-2-15,0 2 8 16,-6 3 32-16,-4 3-18 16,-3 0 18-16,-1 0 9 15,0 5-26-15,0 2-11 16,0 8 5-16,0 2 9 16,0 1-29-16,0 4-2 15,-3 21 0-15,-7 13 7 16,0 11-3-16,5 1 4 15,5 5-2-15,0 3 6 0,0 6-4 16,13-1-6-16,1-2 4 16,-1-5-6-16,-1-11 0 15,-2-12 0-15,-6-12 0 16,-1-9 1-16,-3-4 0 16,0-6 3-16,-6 0-4 15,-10-2 2-15,-10 0 1 16,-1 0-2-16,-8-11 0 15,4-3-1-15,0-4 3 16,5-1 0-16,10 3-3 16,6 4 2-16,8 4 0 0,2 3-1 15,0 3 2 1,16 1-3-16,9 1 0 0,9 0-1 16,3 0 0-16,3 8-2 15,8-2-9-15,6-1-130 16,-1-5-42-16,-1 0-227 15,-10-3-345-15</inkml:trace>
  <inkml:trace contextRef="#ctx0" brushRef="#br1" timeOffset="115071.83">11835 7427 1088 0,'0'0'118'0,"0"0"-92"16,0 0-22-16,0 0 27 16,0 0 18-16,-91 71-14 15,88-10-1-15,3 2 16 16,0 3-14-16,0-1-17 15,0-2-11-15,2-2-3 16,6-5-3-16,2-8-2 16,3-6-4-16,6-8-83 0,3-9-102 15,4-12-175 1,0-10-227-16</inkml:trace>
  <inkml:trace contextRef="#ctx0" brushRef="#br1" timeOffset="116242.37">11982 7689 941 0,'0'0'125'0,"0"0"-78"16,0 0-40-16,0 0 39 16,0 0-35-16,0 0 9 15,97 40-19-15,-70 5 21 16,-7 9 6-16,-6 0-5 15,-3-3-5-15,-6-4-2 0,-2-7 0 16,-3-9-1-16,2-9-14 16,-1-10 2-16,-1-8-3 15,2-2 6-15,0-2-5 16,-2 0 10-16,5-12 1 16,0-16-10-16,1-10 0 15,4-9 2-15,2-4-4 16,0-1-1-16,2 6-1 15,-3 14 0-15,-1 10 0 16,-3 12-3-16,1 10 1 0,-1 0-1 16,3 26 5-16,2 12 2 15,1 11 21 1,2 2-6-16,-1-4-7 0,-3-6 4 16,-1-9-14-16,-2-8 6 15,1-10-6-15,-4-9-3 16,0-3 1-16,-2-2-5 15,5 0 7-15,2-15 9 16,2-9-9-16,0-9 0 16,-1-8-4-16,-1-7-15 15,-1 0 0-15,-2 8 13 16,-4 11 6-16,-1 17 8 16,-2 10 12-16,0 2-6 15,1 5-14-15,3 16 0 16,2 7 14-16,1 1-2 0,3-2-11 15,2-3 0-15,0-7-1 16,2-7 0-16,0-4 0 16,6-5-8-16,0-1-11 15,5 0-34-15,0-9-17 16,0-9 6-16,-3-1 17 16,-4-2 15-16,-1 0-22 15,-5 4 27-15,-2 6 27 16,-5 6 4-16,0 5 4 15,1 0 11-15,3 5-18 16,3 16 45-16,-1 4-7 16,6-1-13-16,2-5-5 0,0-5-12 15,3-8-1 1,-5-6-4-16,0 0 9 16,-5-6 4-16,-6-11 15 0,-2-1 5 15,-4-4 2-15,0 0 5 16,-6 5 3-16,-14-3-30 15,-6 2-12-15,-1 3-3 16,2 4 9-16,5 1-11 16,10 7 0-16,5 3-5 15,5 0 1-15,0 0-2 16,0 0-26-16,2 5-8 16,15 5-25-16,9-1-28 15,2-3-20-15,4-1 46 16,-2-2 39-16,-1 3 24 15,-8 1 8-15,0 3 1 0,-4-2 8 16,-1 0-1-16,0 0 4 16,-2-2 0-16,-4-5 0 15,-4 1 4-15,0-2-7 16,-5 0 14-16,-1 0 42 16,0-3 40-16,0-14 17 15,0-9-84-15,0-6-13 16,-10-3 16-16,-7-8-27 15,-2-3-4-15,-4-4 1 16,0 2-10-16,5 6-2 16,4 12-3-16,4 14 0 15,7 11-3-15,3 5-15 16,0 5-13-16,0 12-77 0,0 9 34 16,10 1-104-16,9-7-73 15,4-7-253-15</inkml:trace>
  <inkml:trace contextRef="#ctx0" brushRef="#br1" timeOffset="116542.54">13247 7515 1039 0,'0'0'231'16,"0"0"-216"-16,0 0-14 15,0 0 31-15,0 0 5 16,0 0-12-16,113-3-9 0,-82 5-4 15,-3-2-7 1,-1 0 0-16,-2 0-5 0,-5 0 4 16,-1 0-3-16,-7 0 3 15,-5 0-4-15,-6 0 0 16,-1 0-7-16,0 18 7 16,0 9 13-16,0 9 20 15,0 8-12-15,-7 3-16 16,-1 3 3-16,-2 2-6 15,-2-1-2-15,0-4-2 16,2-3-11-16,3-10-219 16,1-12-251-16</inkml:trace>
  <inkml:trace contextRef="#ctx0" brushRef="#br1" timeOffset="116811.69">13582 7282 1169 0,'0'0'72'0,"0"0"-61"16,0 0-11-16,75 89 58 15,-38-19-3-15,-4 13-29 16,-3 4-1-16,-9 2 44 15,-10-3-36-15,-8-2-10 0,-3-5-10 16,0-9-13-16,-20-7-2 16,-13-6-3-16,-15-7-151 15,-21-8-211-15</inkml:trace>
  <inkml:trace contextRef="#ctx0" brushRef="#br1" timeOffset="117479.5">10329 8807 1246 0,'0'0'71'0,"0"0"-22"16,0 0-40-16,0 0 55 16,0 0-40-16,94-7 0 15,-35 7-5-15,-1 0-14 16,-4 0-5-16,-7 0-1 16,-12 0-46-16,-12 1-189 15,-17 2-260-15</inkml:trace>
  <inkml:trace contextRef="#ctx0" brushRef="#br1" timeOffset="117649.76">10357 8991 950 0,'0'0'419'16,"0"0"-419"-16,0 0-5 15,142 0 5-15,-72 0 8 16,4 0-8-16,-7 0 0 15,-12 0-118-15,-18 2-223 16,-22 0-416-16</inkml:trace>
  <inkml:trace contextRef="#ctx0" brushRef="#br1" timeOffset="117824.51">10402 9162 574 0,'0'0'783'0,"0"0"-783"16,0 0-20-16,131 0 20 16,-70 0 4-16,1 0-4 15,-3 6-115-15,-14-2-220 16,-15-2-374-16</inkml:trace>
  <inkml:trace contextRef="#ctx0" brushRef="#br1" timeOffset="120131.33">11609 8608 693 0,'0'0'117'16,"0"0"-97"-16,0 0 3 15,0 0 104-15,0 0-2 16,0 0-78-16,0 0-2 15,0 0 15-15,0 0 8 16,0 0-13-16,-17 0-15 16,-9 3-26-16,-8 3-8 15,-4 5-4-15,-4-2 6 16,-2-2-7-16,-1-1 3 16,7-4 9-16,6 0 11 15,7-2 0-15,10 0-16 16,7 0-6-16,6 0 13 15,2 0 27-15,0 0-29 0,0 0-12 16,0 0 0-16,0 0-1 16,0 0 10-16,0 0-10 15,0 0 0-15,0 3-5 16,0 13 3-16,0 6 2 16,0 6 0-16,-4 2 4 15,3 0-2-15,-1-3-1 16,1-3-1-16,-1-7 1 15,0-4-1-15,2-7 0 16,0-3 0-16,0-3 0 16,0 0 0-16,2 0-9 15,18-7 9-15,10-10 6 0,5-1-4 16,3 3-2-16,0 4-3 16,0 7 2-16,-3 4-9 15,-5 0-1-15,-5 10 7 16,-7 14-5-16,-4 3 7 15,-8 6-1-15,-6 0 4 16,0-1-1-16,-7 1 7 16,-19 2-4-16,-4-3 4 15,-5-1-1-15,1-5-2 16,3-5-1-16,4-4-2 16,9-7-1-16,6-4 1 15,7-3-2-15,5-1-27 16,0-2-127-16,4 0-46 0,15-19-327 15</inkml:trace>
  <inkml:trace contextRef="#ctx0" brushRef="#br1" timeOffset="120465.67">11968 8555 410 0,'0'0'624'0,"0"0"-585"0,0 0-18 16,0 0 40-16,0 0 34 15,-93 40-58-15,85 9-4 16,8 10 6-16,0 4 7 15,0-1-1-15,4-5-37 16,8-3-4-16,3-5-4 16,2-6 0-16,1-5 0 15,4-5-9-15,-2-8-96 16,2-5-48-16,-2-8-101 16,-4-8-227-16</inkml:trace>
  <inkml:trace contextRef="#ctx0" brushRef="#br1" timeOffset="121625.52">12120 8710 897 0,'0'0'93'15,"0"0"-93"-15,0 0 0 16,0 0 14-16,51 106 47 15,-31-63-39-15,-5 2-4 16,-1-4 7-16,-7-4 19 0,-3-1-26 16,-2-8-1-16,-2-7-9 15,0-6 3-15,0-8-6 16,0-3 1-16,0-3-5 16,0-1 7-16,0 0 2 15,0-15 47-15,0-13-57 16,0-13 6-16,8-3-6 15,0 1 4-15,6 4-4 16,-1 10-10-16,2 9 10 16,0 10 0-16,-1 9 2 15,0 1-4-15,0 10-1 16,-1 15 3-16,1 7 6 16,-3 1 8-16,-1 0 3 15,-1-1-10-15,-1-5-4 16,-3-4 2-16,-1-9-3 0,-1-4-2 15,-1-7 2 1,-1-3-1-16,1 0 1 0,2 0 5 16,2-5-1-16,4-13 11 15,5-10-16-15,2-5 2 16,-4-5-3-16,1 0 2 16,-4 2-2-16,-4 10 1 15,-3 12 0-15,1 8 8 16,-4 6 14-16,2 0-23 15,2 7-3-15,5 13 3 16,4 4 23-16,6 1-10 16,1-4-13-16,0-3 1 15,3-6 0-15,0-3-2 16,1-4 1-16,0-5-14 0,1 0-25 16,-1 0-22-16,-2-9-16 15,-3-5 10-15,-8 1 38 16,-4 4 29-16,-5 4 5 15,-2 2 2-15,0 3 13 16,0 0-8-16,0 3-12 16,7 10 5-16,2 1 2 15,5-5 3-15,2-3 2 16,3-5 6-16,0-1 8 16,-5 0 2-16,-4 0-12 15,-1-2 5-15,-6-6-2 16,-3 1 5-16,0-4 13 15,0 1-6-15,0-1 3 0,-13-3-2 16,-10 3-24 0,-1-3-3-16,-3 2-2 0,6 3 0 15,7 2-3-15,6 3 2 16,6 3-4-16,2 1-8 16,0 0-16-16,17 0-14 15,10 6 33-15,5 2-59 16,8-4 5-16,3 0-1 15,-2 4 23-15,-2 3 11 16,-5 2 26-16,-9 2 2 16,-6 2 1-16,0-2 2 0,-3-3 1 15,-5-4-3-15,-1-2 8 16,-2-4 1-16,-2-2 7 16,-3 0 21-16,-2 0 22 15,1-6 35-15,-2-12-16 16,0-5-36-16,0-5 0 15,0-6-15-15,-15-6-6 16,-4-4-6-16,-1 0-16 16,-5 1 1-16,4 9-3 15,4 12 0-15,3 9-1 16,10 7 0-16,2 6 2 16,2 0-12-16,0 0-111 15,0 9-42-15,10 7 54 16,7-8-166-16,4-3-223 0</inkml:trace>
  <inkml:trace contextRef="#ctx0" brushRef="#br1" timeOffset="121924.71">13338 8599 1156 0,'0'0'98'16,"0"0"-74"-16,0 0-9 15,0 0 20-15,0 0 26 16,91 32-28-16,-52-22-26 15,0-2 1-15,-4-5 0 16,-6-1-4-16,-10-1-4 16,-5-1 4-16,-9 0-2 0,-5 0 4 15,0 0-1-15,0 2 6 16,0 1 46-16,0 11-43 16,0 10-7-16,-9 11-2 15,-1 9-3-15,2-2 3 16,1 0-5-16,6-1-1 15,1-4-1-15,0-2-10 16,0-3-159-16,0-9-70 16,0-8-256-16</inkml:trace>
  <inkml:trace contextRef="#ctx0" brushRef="#br1" timeOffset="122191.36">13701 8455 1022 0,'0'0'96'15,"0"0"-32"-15,0 0-55 16,0 0 2-16,0 0 39 16,110 61 11-16,-70-2-39 15,-5 13 41-15,-10 2 1 16,-11 2-7-16,-12-1-31 15,-2-3 4-15,-12-1-22 16,-18-4-8-16,-11-2-3 16,-9-3-2-16,-10-10-183 15,-10-10-327-15</inkml:trace>
  <inkml:trace contextRef="#ctx0" brushRef="#br1" timeOffset="124230.35">10355 9911 1071 0,'0'0'111'0,"0"0"-34"15,0 0-15-15,0 0 2 16,0 0-37-16,0 0-23 16,42-14 5-16,-6 11-5 15,5 3-3-15,-2 0-1 16,-1 0 0-16,-3 0-3 16,-5 0-64-16,-10 6-162 15,-10 2-209-15</inkml:trace>
  <inkml:trace contextRef="#ctx0" brushRef="#br1" timeOffset="124424.33">10281 10075 1075 0,'0'0'156'15,"0"0"-156"-15,0 0-1 16,103 0 1-16,-35 0 9 15,6 0-9-15,-2 0-1 16,-11 0-86-16,-12 0-227 16,-19 0-291-16</inkml:trace>
  <inkml:trace contextRef="#ctx0" brushRef="#br1" timeOffset="124578.38">10447 10167 1176 0,'0'0'143'16,"0"0"-143"-16,0 0-67 15,89 4 67-15,-26 2 0 16,9-3-107-16,-3-3-278 16</inkml:trace>
  <inkml:trace contextRef="#ctx0" brushRef="#br1" timeOffset="125840.19">11313 9939 677 0,'0'0'153'16,"0"0"-35"-16,0 0-44 16,17-82 38-16,-2 56-19 0,8 4-31 15,6 2-31-15,6 8-11 16,0 9-8-16,-1 3-8 16,-4 8-3-16,-8 22 2 15,-9 8 4-15,-9 8 0 16,-4 5-7-16,-11 0 2 15,-21-1 11-15,-11-4 5 16,-6-4-10-16,1-7 6 16,3-6-6-16,10-11 2 15,13-9 1-15,10-6 7 16,12-3 35-16,0-3 16 16,0-20-46-16,25-4-23 15,10-5-2-15,10 10 2 16,4 6 0-16,-4 11-1 15,-2 5 1-15,-1 0 0 0,-3 5-3 16,-4 10 0-16,0-1 1 16,-3 1-6-16,-2 1-88 15,2-5-32-15,-2-3-31 16,-1-8-180-16,-3 0-177 16</inkml:trace>
  <inkml:trace contextRef="#ctx0" brushRef="#br1" timeOffset="126126.12">12082 9641 1112 0,'0'0'100'15,"0"0"-69"-15,0 0-28 16,0 0 47-16,0 0 44 15,0 0-70-15,-97 34-15 16,86 19 12-16,2 12 3 16,5 6-2-16,4 4-5 15,0-5 1-15,0-9-12 16,4-2-5-16,15-7-2 16,6-3 1-16,3-8-1 15,6-9-40-15,2-10-147 16,1-13-71-16,0-9-251 0</inkml:trace>
  <inkml:trace contextRef="#ctx0" brushRef="#br1" timeOffset="127310.8">12221 9982 407 0,'0'0'483'0,"0"0"-379"15,-23-85-25-15,23 70-24 16,8 9 24-16,12 6-60 15,5 8-15-15,5 23 0 16,0 8 4-16,-3 10 0 16,-5-1-6-16,-4-6 6 0,-6-4-2 15,-2-7-4 1,-4-7 0-16,-2-6 0 0,-1-7 0 16,-3-8-2-16,0-2 0 15,0-1 3-15,2 0 10 16,0-19 54-16,-1-12-56 15,3-7-9-15,-1-8-1 16,3-2-1-16,3 2 0 16,1 5-2-16,0 11 1 15,-3 14-7-15,1 14 8 16,2 2-4-16,0 13-6 16,5 18 10-16,-1 3 4 15,-4 2 1-15,-2-3-2 16,-2-4-2-16,-2-7 1 15,-1-6-1-15,-1-5 0 0,-1-5-1 16,1-4 2-16,0-2-1 16,1 0 9-16,6-11 37 15,6-13 5-15,2-10-50 16,1-7 0-16,0-4 2 16,-1 2-3-16,-4 4 1 15,-2 13 0-15,-7 13 9 16,-2 9 11-16,0 4-16 15,1 6-6-15,6 21-4 16,2 9 4-16,3 3 11 16,0-2-8-16,2-1-3 15,2-8 0-15,-1-2 0 0,3-7 0 16,0-6-5-16,0-9-108 16,5-4-29-16,2 0-100 15,1-15 2-15,-2-9 55 16,-7 0 107-16,-5-2 78 15,-6 2 3-15,-6 7 35 16,-2 5 112-16,0 8 53 16,0 3-39-16,0 1-87 15,0 0-77-15,0 8 2 16,6 5-2-16,1 0 3 16,6-4-1-16,5-6 0 15,1-3 9-15,3 0-2 16,-4 0 15-16,-1-13 14 0,-5-4-7 15,-6-2 16-15,-4-1 21 16,-2-3-2-16,-2 3-8 16,-20-2-32-16,-6 6-2 15,-3 4-2-15,0 4-22 16,7 8 5-16,5 0-4 16,6 4-1-16,3 10-9 15,7 1-1-15,3-1-43 16,0-3-58-16,9-2 40 15,17-7-7-15,8-2-14 16,8 0-19-16,2-2 56 16,-2-7 17-16,-7 4 22 0,-5 3 16 15,-7 2 5 1,-4 0-5-16,-6 7 5 0,0 9 3 16,-3 6 10-16,4 2-6 15,-2 1 2-15,2-5-5 16,1-3 12-16,1-5-2 15,-5-4 10-15,-4-4 29 16,-2-4-5-16,-5 0 41 16,0 0 43-16,0-15-8 15,0-9-88-15,-2-7-33 16,-6-4 19-16,-2-3 11 16,-3-4-21-16,-1-1-6 15,-1 1-4-15,0 5-3 0,2 9-4 16,3 10 0-1,3 10-5-15,5 3 3 0,2 5-59 16,0 0-80-16,3 11-13 16,13 6 62-16,6-4-158 15,-1-2-125-15</inkml:trace>
  <inkml:trace contextRef="#ctx0" brushRef="#br1" timeOffset="127609.13">13555 9747 937 0,'0'0'203'16,"0"0"-99"-16,0 0-1 16,0 0 21-16,0 0-83 0,0 0-41 15,25-9 0-15,-3 6 9 16,5 2 2-16,-2-1-6 16,-2 2-4-16,-5 0 2 15,1 0-1-15,-6 4-1 16,0 11 0-16,-1 6 0 15,-3 6 3-15,-1 7 3 16,-2 2-6-16,-5 1 0 16,-1-1 2-16,0 1 0 15,0-3-5-15,-7-1 2 16,-1-3-5-16,1-4-33 16,2-5-115-16,0-3-108 15,4-11-241-15</inkml:trace>
  <inkml:trace contextRef="#ctx0" brushRef="#br1" timeOffset="127890.15">13818 9580 1255 0,'0'0'79'0,"0"0"-47"15,0 0-29-15,0 0 3 16,0 0 36-16,75 81 8 16,-31-14-23-16,-3 9 4 0,-6 4 1 15,-10-2 24 1,-8-6-33-16,-14-4-13 0,-3-3-4 16,-7-4-5-16,-22-2 1 15,-11-6-2-15,-14-5-11 16,-6-4-103-16,-9-4-117 15,-13-10-285-15</inkml:trace>
  <inkml:trace contextRef="#ctx0" brushRef="#br1" timeOffset="129185.56">10362 10897 947 0,'0'0'208'0,"0"0"-160"0,0 0-40 15,0 0-4 1,0 0 2-16,0 0-5 0,61-9 14 15,-20 9-11-15,4 0-3 16,2 0-2-16,-2-1 1 16,-5-2-139-16,-8-2-138 15,-14 3-157-15</inkml:trace>
  <inkml:trace contextRef="#ctx0" brushRef="#br1" timeOffset="129365.64">10320 11078 1099 0,'0'0'138'0,"0"0"-132"0,92-22-6 16,-27 15 4-16,7 0 2 16,0 3-6-16,-2 4-12 15,-10 0-183-15,-15 0-212 16</inkml:trace>
  <inkml:trace contextRef="#ctx0" brushRef="#br1" timeOffset="129538.63">10449 11198 920 0,'0'0'278'0,"0"0"-278"16,0 0-11-1,88 24 11-15,-34-18 0 0,8 2-49 16,5-5-251-16,-1-3-85 16</inkml:trace>
  <inkml:trace contextRef="#ctx0" brushRef="#br1" timeOffset="130257.5">11350 10878 675 0,'0'0'102'0,"0"0"-79"16,0 0 37-16,0 0 70 15,0 0-16-15,0 0-60 16,-52-17-26-16,34 20-16 15,-9 17 16-15,-1 6 25 16,1 10-11-16,0 11-13 16,8 11-11-16,6 3 41 0,9-1-51 15,4-2-4 1,0-6-1-16,13-5-3 0,13-11-1 16,7-7 1-16,5-13 0 15,2-10-9-15,-2-6 4 16,1-6-31-16,-7-17-40 15,-8-8 6-15,-12-6 70 16,-12 3 3-16,0 5 5 16,-20-2 8-16,-15 2 14 15,-10 4-15-15,-2 6-5 16,3 7-10-16,11 10 5 16,8 2-8-16,8 14 3 15,5 12-6-15,9 9-7 16,3 1-81-16,10-3-195 15,17-12-106-15</inkml:trace>
  <inkml:trace contextRef="#ctx0" brushRef="#br1" timeOffset="130572.52">11754 10835 969 0,'0'0'206'0,"0"0"-188"0,0 0-6 16,0 0 19-16,-85 0 10 16,77 33-19-16,3 14-11 15,2 13-4-15,3 7 3 16,0-1 24-16,0-5-26 15,1-5-1-15,12-5-6 16,3-8-1-16,4-3 0 16,5-10-3-16,7-9-6 15,4-9-145-15,6-9-154 16,0-3-194-16</inkml:trace>
  <inkml:trace contextRef="#ctx0" brushRef="#br1" timeOffset="131739.35">11955 11013 332 0,'0'0'808'16,"0"0"-791"-16,0 0-14 16,0 0 5-16,0 0-7 15,0 0 18-15,71 21-13 16,-47 11-3-16,-2 2-1 15,-5 4 2-15,-9-5 0 16,-3-1 0-16,-5-5-4 16,0-1 3-16,0-11 2 0,-1-4-5 15,-3-3 2 1,2-6-2-16,2-2 3 0,0 0 5 16,0-2-4-16,0-19-4 15,0-9-1-15,2-11-2 16,10 2 3-16,-1 5 2 15,5 9-1-15,-3 9-1 16,-1 10 2-16,1 6-1 16,-1 0-1-16,1 13 0 15,4 12 3-15,-2 4 6 16,1 4 1-16,0-2 0 16,-4-6-9-16,-2-3 3 15,-4-7 0-15,-1-6-3 0,-3-4 1 16,-1-5-2-1,-1 0 1-15,0 0 8 0,4 0 3 16,-1-14 61-16,4-12-69 16,0-7 0-16,1-10-2 15,4 2 0-15,-4-2-1 16,2 12-1-16,-3 11 3 16,-2 10-3-16,0 10 22 15,2 1-22-15,1 19 0 16,5 6 6-16,1 5 4 15,-3-5-6-15,2-2-2 16,-1-7-2-16,2-8 0 16,1-1-2-16,0-1 1 15,3-7-7-15,2 0-20 0,3-11-26 16,1-9 7-16,-4-1 20 16,-1-2 4-16,-8 2 17 15,-2 8 1-15,-6 7 5 16,-2 3 3-16,-1 3-3 15,0 13-15-15,0 17 15 16,3 4 22-16,3-3-13 16,4-2-3-16,9-11 1 15,1-7 3-15,0-7 9 16,-1-4-5-16,-3 0 13 16,-6-14 11-16,-4-5 12 15,-4 0 13-15,-2-8-1 16,0 2-31-16,-15 0-2 0,-4 0-16 15,1 3 0 1,4 4-10-16,7 5-1 0,1 9-4 16,6-2 1-16,0 6-9 15,0 0-30-15,13 3-42 16,13 11 59-16,7-3-15 16,4-1-43-16,3-1-10 15,1-5-15-15,-1-2-56 16,-7 2 133-16,-8 4 29 15,-5 4 6-15,-4 4 4 16,0-2 0-16,-3 3 3 16,0 0 1-16,-1-4 3 0,-2-8 33 15,-5 1-11 1,-1-6 31-16,-4 0 28 0,0 0 46 16,0-15-9-16,0-9-88 15,-9-5-31-15,-6-5 23 16,-2-10-26-16,-1-5-1 15,-2 1-6-15,-1 0-4 16,-1 12-2-16,3 10 0 16,6 8-2-16,4 12 2 15,8 3-10-15,1 3-19 16,0 0-83-16,0 9-56 16,3 9 103-16,16 3-137 15,4-5-219-15</inkml:trace>
  <inkml:trace contextRef="#ctx0" brushRef="#br1" timeOffset="132039.43">13225 10816 1128 0,'0'0'107'0,"0"0"-56"16,0 0 2-16,0 0-42 15,0 0-10-15,0 0 4 16,68-1 4-16,-42 7-1 15,1-3-6-15,-2 0 5 16,-5-3-5-16,-1 0 13 16,-4 0 12-16,-5 0 7 15,-6 0-8-15,-1 0-8 0,-3 1-10 16,0 13-6-16,0 6 2 16,0 11 7-16,0 7 0 15,0 2-9-15,0 4 0 16,0-3-1-16,-6-1-2 15,3-1 0-15,2-8-110 16,1-4-60-16,0-11-322 16</inkml:trace>
  <inkml:trace contextRef="#ctx0" brushRef="#br1" timeOffset="132288.82">13562 10637 1182 0,'0'0'125'0,"0"0"-115"15,0 0-9-15,0 0 6 16,0 0 17-16,88 100 14 16,-53-24-21-16,-9 11-9 15,-14 5 18-15,-11 0-9 16,-1-7-14-16,-10-5-3 15,-22-6-3-15,-11-7-14 16,-14-7-196-16,-13-13-268 16</inkml:trace>
  <inkml:trace contextRef="#ctx0" brushRef="#br1" timeOffset="133033.53">10420 12189 789 0,'0'0'387'0,"0"0"-338"15,0 0-44-15,0 0 7 16,0 0 36-16,0 0-19 16,74-6-1-16,-35 6-5 15,0 0-21-15,0 0 5 16,-4 0-7-16,-2 0-1 15,-2-3-10-15,-8-3-164 16,-6 2-171-16,-11 1-282 16</inkml:trace>
  <inkml:trace contextRef="#ctx0" brushRef="#br1" timeOffset="133250.15">10420 12334 959 0,'0'0'291'15,"0"0"-291"-15,0 0 0 16,0 0 2-16,110 0 18 16,-61 0-4-16,2 1-16 15,-5 1-1-15,-5-2-20 0,-14 0-273 16,-11 0-262-16</inkml:trace>
  <inkml:trace contextRef="#ctx0" brushRef="#br1" timeOffset="133427.18">10374 12519 1302 0,'0'0'0'0,"0"0"-40"15,0 0 40-15,0 0-1 16,130 6 1-16,-66-6-187 0,1-4-150 16,-7-12-92-1</inkml:trace>
  <inkml:trace contextRef="#ctx0" brushRef="#br1" timeOffset="134088.6">11168 12033 1289 0,'0'0'41'0,"0"0"-29"16,0 0-2-16,0 0 38 15,0 0-21-15,0 0-23 16,119-38-1-16,-85 41-3 15,-6 12-2-15,-9 2-4 16,-7 2 2-16,-8 1 4 16,-4-2 2-16,-4 8 0 15,-18-5 8-15,-6 4 1 16,-4-1-5-16,2-3-1 0,5-1 0 16,5-11-4-16,10-2 1 15,4-4-1-15,6-3-1 16,0 0 0-16,4 0-8 15,21-9 5-15,10-1 1 16,12-1 2-16,3 9-4 16,-3 2-9-16,-3 0-4 15,-9 7 10-15,-12 12 2 16,-6 1-2-16,-11 4 5 16,-4 2 2-16,-2-2 5 15,-2 0 15-15,-17 2 29 16,-5-6 4-16,-6 0 0 15,-4-4-19-15,-2-2-13 0,1 3-14 16,0-7-5-16,5-3-1 16,4 0-2-16,8-7-8 15,3 0-79-15,10-7-87 16,5-17-121-16,0 0-390 16</inkml:trace>
  <inkml:trace contextRef="#ctx0" brushRef="#br1" timeOffset="134388.23">11875 11935 1160 0,'0'0'112'16,"0"0"-100"-16,0 0 26 15,0 0 72-15,0 0-36 16,0 0-57-16,-91 38-16 16,75 11 9-16,2 16-9 15,6 7 11-15,6 3 4 16,2-2 25-16,0-8-35 16,6-9-4-16,14-6 0 15,6-3-2-15,6-10-9 16,4-7-123-16,2-14-80 0,-4-12-248 15</inkml:trace>
  <inkml:trace contextRef="#ctx0" brushRef="#br1" timeOffset="135589.26">12014 12106 1044 0,'0'0'175'0,"0"0"-163"15,0 0 17-15,0 0 31 16,0 0-42-16,0 0-13 16,73-16-4-16,-43 52 5 0,-3 5 6 15,-5 5-7 1,-6-2 0-16,-4-7-3 0,-5-4 0 16,-4-5 3-16,-3-9-5 15,0-5 2-15,0-6-1 16,0-3 1-16,0-5 2 15,0 0-1-15,0 0 10 16,0-3 44-16,-3-14-36 16,-6-14-21-16,5-8-1 15,4-9-1-15,0-2-10 16,1 4-6-16,18 5 6 16,3 11-1-16,-1 16 10 15,0 8 2-15,-4 6 1 16,0 6-7-16,0 21 5 15,-2 10 2-15,-3 4 9 0,-2-1-2 16,-4-4-2-16,0-5 6 16,-3-2 5-16,-2-8-5 15,-1-4-7-15,2-10-2 16,-2-1-1-16,0-6 0 16,2 0-1-16,0 0 5 15,2 0 6-15,6-19-5 16,2-13 4-16,4-8-8 15,-3 0-4-15,-3 4 2 16,-2 9-1-16,0 6 1 16,-3 9 0-16,-1 8-1 15,-1 4 0-15,4 0-8 0,1 3 2 16,4 21 3-16,1 2 4 16,-1 8 9-16,-4-4-7 15,1 0 0-15,-1-6-1 16,0-4 1-16,1-4-2 15,1-8 0-15,3-5-1 16,7-3-3-16,2 0-14 16,6-20-64-16,4-7-3 15,-2-6-15-15,-3 1 51 16,-9 7 34-16,-4 4 2 16,-7 12 13-16,-3 4 5 15,0 5-4-15,-1 2 0 16,2 18 5-16,0 2 42 0,1 2-17 15,3-4-16-15,1-6-1 16,3-2-9-16,3-8 11 16,2-4 6-16,2 0-2 15,-2-10-2-15,-3-6-9 16,-5 2 0-16,-4 1 6 16,-6-1 21-16,0-2 0 15,0-1-2-15,0-3-24 16,-6 3 3-16,0 3-4 15,2 2-4-15,3 8-1 16,1 4 6-16,0 0-5 16,0-3-5-16,0 3-4 0,0-4-2 15,0-3 5 1,3 4 1-16,5-4 1 0,-1 5-1 16,0 2 0-16,1 0-4 15,2 0-6-15,4 15 6 16,2 9-4-16,3 3 4 15,0 6 2-15,-3 0 1 16,-1-2 2-16,-2-11-1 16,-1-3 1-16,-3-11 1 15,-3-3-1-15,-2-3 0 16,2 0 3-16,1-3 13 16,-1-14 29-16,-2-8 30 15,-4-5-2-15,0-7-19 16,-20-4-19-16,-7-6-15 15,-7 4-13-15,1 5-1 0,0 5-5 16,6 4-2-16,10 11 0 16,7 8-7-16,7 4-30 15,3 6-52-15,0 0-96 16,19 0-125-16,4 0 67 16,5 0-163-16</inkml:trace>
  <inkml:trace contextRef="#ctx0" brushRef="#br1" timeOffset="135871.95">13229 11946 742 0,'0'0'416'0,"0"0"-416"0,0 0 9 15,0 0 11-15,0 0 93 16,89 13-59-16,-57-10-37 16,-1-3-2-16,-6 0 15 15,-5 0-4-15,-8 0-11 16,-5 0-6-16,-2 3 17 15,-2 8-7-15,1 8-14 16,-3 8 16-16,1 14 1 16,-2 5 3-16,0 6-11 15,0 3-10-15,0-4-3 16,-3-4 0-16,-3-6-1 16,3-8-3-16,1-6-44 15,1-8-166-15,1-13-186 16</inkml:trace>
  <inkml:trace contextRef="#ctx0" brushRef="#br1" timeOffset="136155.53">13630 11747 1361 0,'0'0'8'0,"0"0"7"16,0 0-15-16,107 57 8 16,-62-6 39-16,-3 5-3 0,-7 9-36 15,-6-1 28 1,-15 2-7-16,-8 2 5 0,-6-2-16 16,-6-6-5-16,-21-2-1 15,-12-11-5-15,-9-1-7 16,-10-5 0-16,-8-1-7 15,-10-4-215-15,-9-12-273 16</inkml:trace>
  <inkml:trace contextRef="#ctx0" brushRef="#br2" timeOffset="150368.06">1822 11261 709 0,'0'0'144'0,"0"0"-132"15,0 0-5-15,0 0 82 16,0 0-25-16,0 0-37 15,15-27 2-15,-12 18 9 16,0-3 7-16,-1 1-14 16,0-2-7-16,-2 0 5 15,0-4 3-15,0 0 1 16,0-2-18-16,0 1-10 16,-12-3 14-16,-1 3 8 0,-2 5 5 15,-2 2-19 1,1 3-7-16,-1 8-5 0,2 0-1 15,-2 0-1-15,-2 6-2 16,-3 18 3-16,1 8-4 16,-1 10 3-16,6 3-3 15,3 6 2-15,6 0 0 16,7-4 2-16,0-7-2 16,0-5 1-16,4-8-1 15,9-7 1-15,-2-7 0 16,-1-4 0-16,0-4 0 15,-3-3-2-15,3-2 2 0,0 0-2 16,1 0-12 0,3-14 3-16,3-12-1 0,1-10-23 15,2-4 3-15,-2-1-14 16,-2 2 25-16,-3 4 8 16,-4 5 3-16,-3 4 7 15,-1 8 4-15,-2 5 1 16,-1 6 5-16,-2 5 7 15,0 2 19-15,0 0-27 16,0 5-5-16,3 16-12 16,4 13 12-16,1 8 16 15,4 2-8-15,1 1-8 16,4-3 2-16,4-6-2 16,0-4-1-16,6-13-108 15,3-14-231-15,0-5-375 0</inkml:trace>
  <inkml:trace contextRef="#ctx0" brushRef="#br2" timeOffset="150554.72">2238 11195 1192 0,'0'0'252'16,"0"0"-252"-16,0 0-98 15,0 0 98-15,0 0 9 16,114 0-6-16,-57 0-3 0,-1 0-139 16,-11-2-156-1,-17-4-467-15</inkml:trace>
  <inkml:trace contextRef="#ctx0" brushRef="#br2" timeOffset="150721.85">2238 11365 1217 0,'0'0'42'0,"0"0"-42"15,0 0-63-15,0 0 63 16,119 31 0-16,-54-27-102 16,2-4-215-16,-5 0-185 0</inkml:trace>
  <inkml:trace contextRef="#ctx0" brushRef="#br2" timeOffset="152068.38">2957 10969 324 0,'0'0'410'0,"0"0"-359"15,0 0-43-15,0 0 65 16,0 0 18-16,0 0-45 16,-11-32-36-16,9 32-3 15,2 0 19-15,-2-2-5 16,2 2-4-16,-2 0 6 16,2 0 9-16,0-1 6 15,0 1-8-15,0 0-5 16,0 0 1-16,-1 0-1 15,-1-3-5-15,0 3-5 16,2 0-13-16,-1 0 3 0,1 0-4 16,0 0-1-16,-2 0 2 15,2 0-1-15,0 0 0 16,0 0-1-16,0 0 2 16,0 0-2-16,0 0 1 15,0 0-1-15,0 0 1 16,0 0 0-16,0 0-1 15,0 0 1-15,0 0 1 16,0 0-1-16,0 0-1 16,0 0 0-16,0 0 0 15,0 0 1-15,0 0 0 16,0 0-1-16,0 0 2 16,0 0-1-16,0 0 2 0,0 0-2 15,0 0 3-15,0 0 27 16,0 0 3-16,0 0-18 15,0 0-15-15,0 0 2 16,0 0-3-16,0 0-2 16,0 0 0-16,0 0 0 15,0 0 2-15,0 0-1 16,0 0 3-16,0 0-2 16,0 0 3-16,0 0-1 15,0 0 1-15,0 0 2 16,0 0 0-16,0 0-1 15,0 0-4-15,0 0 4 0,0 0-1 16,-2 0 2 0,2 0 1-16,0 0-5 0,0 4-1 15,-3 21-5-15,1 8 3 16,-1 10 0-16,3 0 2 16,0 1-1-16,0-2 1 15,0-5 0-15,0 0 3 16,0-4-2-16,0-6 1 15,0-8-2-15,2-8 0 16,-2-5 1-16,0-5-1 16,0-1 0-16,0 0 3 15,0 0 6-15,0 0-8 16,0-7 10-16,0-16-11 16,0-3-11-16,6-2-7 0,10 1 15 15,4 6-10-15,5 6-19 16,5 8-1-16,0 7 19 15,-1 0 2-15,0 14 8 16,-2 15 1-16,-7 2 1 16,-5 3 2-16,-8-1-5 15,-7-3 5-15,0-3 6 16,0-4-2-16,-15-4 10 16,-7-2 24-16,-3-6-12 15,0-4-6-15,-2-5-6 16,4-2-5-16,0 0-3 15,-1-11-4-15,4-4-2 16,5-8-38-16,5 5-46 0,7 5-7 16,3 4-105-16,0-1-152 15,16 6-33-15</inkml:trace>
  <inkml:trace contextRef="#ctx0" brushRef="#br2" timeOffset="152435.19">3443 10872 744 0,'0'0'230'0,"0"0"-176"0,0 0 38 16,0 0 15-16,0 0-45 15,0 0-42-15,-90 35-11 16,73 9 15-16,3 10 3 16,2 7 11-16,7 4-3 15,5 4-17-15,0 0-2 16,0-3-8-16,11-1-6 15,8-6-1-15,4-6-1 16,1-9-2-16,-1-12-75 16,1-10-72-16,1-19-90 0,0-3-227 15</inkml:trace>
  <inkml:trace contextRef="#ctx0" brushRef="#br2" timeOffset="153636.54">3516 11165 1007 0,'0'0'170'15,"0"0"-170"-15,0 0-6 16,0 0 6-16,0 0 3 16,46 76 8-16,-24-37-7 15,-4-2 0-15,-4-2 7 0,-6-7-4 16,-5-5-1-16,0-7-2 15,-3-5 6-15,0-8 10 16,0-3-12-16,0 0 4 16,0 0 3-16,0-6 5 15,0-18-20-15,0-9 0 16,0-8-1-16,0-3-9 16,7 0 5-16,9 9 3 15,0 11-7-15,4 7 7 16,0 10 2-16,-1 7-7 15,-3 7 5-15,1 17-3 16,0 6 5-16,-3 7 1 16,-3-6 2-16,-5-3-1 0,-2 0 6 15,-4-8 2-15,0-3-6 16,0-7 5-16,0 0-3 16,0-10 3-16,0 3-5 15,0-3 14-15,0 0-4 16,0-20 0-16,0-7-14 15,0-14-11-15,0 2 8 16,7 4 3-16,1 6-11 16,1 10 11-16,-1 4 2 15,-3 6-1-15,0 5-1 16,0 4 1-16,0 0-1 16,3 0-2-16,2 11 2 0,2 8 5 15,2 1-2-15,-1 4-1 16,-1-5-1-16,2 3 0 15,0-6-1-15,1-3 0 16,0-5-1-16,3-7-1 16,4-1-48-16,3 0-74 15,0-18 11-15,-4 0 15 16,-5 1 48-16,-4 4 25 16,-7 2 25-16,-3 9 7 15,-2 2 23-15,0 0 19 16,0 17-7-16,0 12 43 15,0 4-25-15,0 2-36 0,4-5-5 16,8-6-10 0,2-9-3-16,1-7-3 0,-2-8 2 15,2 0 6-15,-2-9 10 16,1-9-8-16,-6-6-3 16,-1-2 0-16,-7 2 42 15,0-2-25-15,-4 5 12 16,-16 0-1-16,-2 3-13 15,1 6-17-15,4 6-4 16,6 0-2-16,5 6-3 16,3 0 1-16,3 3-8 15,0 9-3-15,0 6-10 16,13-1-38-16,15-8-3 16,5-5-49-16,5-4-76 15,2 0 99-15,-5 0 37 0,-8 0 50 16,-8 0 1-16,-8 0 1 15,-4 3 8-15,0 8 32 16,-4 5 27-16,2 1-19 16,-2 1-1-16,3-2-24 15,-3-2-7-15,0-4-3 16,-2-7-2-16,3-1 0 16,-2-2 2-16,3 0 34 15,3-11 7-15,2-10-30 16,2-10-13-16,1-5-5 15,-3-5-1-15,-6-2 6 16,-4-7 18-16,0 2 2 0,-10 3 0 16,-9 6-13-16,2 13 15 15,1 13-3-15,3 9-22 16,0 4-8-16,2 4-2 16,1 18-3-16,0 8-2 15,8 8-87-15,2-4-62 16,2-1-55-16,16-6-154 15</inkml:trace>
  <inkml:trace contextRef="#ctx0" brushRef="#br2" timeOffset="154201.25">4781 11186 827 0,'0'0'157'15,"0"0"-145"-15,0 0 2 16,-10 90 5-16,12-79 23 16,5-6-2-16,0-5-16 15,0 0 5-15,2-10 23 0,0-11-32 16,-2-6-6-1,0-3-11-15,0-3-1 0,1 2 12 16,1 3-10-16,-1 7-2 16,4 8 5-16,-4 4-6 15,2 4-1-15,0 5 0 16,0 5-15-16,1 17 15 16,-1 5 6-16,1-1 2 15,1-5-2-15,-2-8-6 16,-4-5 1-16,-2-5 0 15,-2-3 1-15,-2 0 0 16,0-4 5-16,0-10-7 16,0-4-14-16,-12 0 10 15,-4 4-2-15,-1 4 3 16,0 4 6-16,2 6 6 16,-1 0-4-16,2 13-4 15,0 14 0-15,2 10 15 0,3 6 2 16,3 1 16-1,6-1-9-15,0-9-12 0,7-8-6 16,15-9-2-16,4-12-2 16,6-5 1-16,10-5-8 15,5-17-81-15,0-6-133 16,-2-2-321-16</inkml:trace>
  <inkml:trace contextRef="#ctx0" brushRef="#br2" timeOffset="154435.25">5133 10846 1352 0,'0'0'154'0,"0"0"-145"16,0 0-9-16,0 0-3 16,0 0 3-16,72 91 11 15,-30-33 3-15,-6 9-9 16,-17 0 0-16,-12 4 4 15,-7 1-8-15,-18-1 4 16,-26-1-5-16,-17 0-8 16,-18-6-67-16,-8-6-193 15,-11-15-414-15</inkml:trace>
  <inkml:trace contextRef="#ctx0" brushRef="#br2" timeOffset="156050.88">1790 12237 545 0,'0'0'111'16,"0"0"-87"-16,0 0 18 16,0 0 95-16,0 0-9 15,0 0-74-15,-16-63-15 16,7 61 27-16,-1 2-24 15,-2 0-30-15,-2 15-4 16,-6 22-4-16,-1 6-1 0,3 11 4 16,6 6 11-16,9-10-11 15,3-6-4-15,0-7-3 16,13-13 0-16,6-8 0 16,4-13 2-16,0-3-2 15,1-9 16-15,-3-18-11 16,-2-8-3-16,-4-9-2 15,-8-2-23-15,-6-13 7 16,-1-9 15-16,0-3 0 16,-7-2 2-16,-8 6 4 15,-1 4 0-15,-2 10 22 16,2 6-7-16,3 16 0 16,4 6 17-16,6 16-2 0,2 9 19 15,1 0-54 1,0 3 0-16,0 28-26 0,0 9 26 15,11 14 1-15,4 6-1 16,2 0-47-16,3 4-66 16,5-8-47-16,0-6-264 15</inkml:trace>
  <inkml:trace contextRef="#ctx0" brushRef="#br2" timeOffset="156231.69">2092 12216 481 0,'0'0'869'0,"0"0"-869"15,0 0-44-15,0 0 44 16,0 0 1-16,100 2-1 16,-69 7-86-16,-3-3-144 15,-7 1-279-15</inkml:trace>
  <inkml:trace contextRef="#ctx0" brushRef="#br2" timeOffset="156403.88">2051 12451 917 0,'0'0'561'0,"0"0"-561"0,0 0-81 15,0 0 81-15,0 0 3 16,92-11-3-16,-39 10-129 15,4-1-123-15,-1-4-293 16</inkml:trace>
  <inkml:trace contextRef="#ctx0" brushRef="#br2" timeOffset="156785.26">2651 12401 1256 0,'0'0'98'0,"0"0"-98"0,0 0-8 16,0 0 8-16,0 0 12 15,94-60-7-15,-66 37 2 16,-3-8-4-16,-8 1 2 16,-7 0 0-16,-5-1 3 15,-5 2-7-15,0-1 4 16,0 6 1-16,-13 7 5 15,-3 3 4-15,-2 5 3 16,0 8 2-16,-1 1-14 16,-1 4 0-16,2 20-7 15,3 13 1-15,3 6 0 16,11 7-2-16,1 1 3 16,0-1-1-16,15-7 3 15,4-2-3-15,7-8-1 16,2-3 0-16,5-11-47 0,5-4-64 15,0-12-167-15,3-3-252 16</inkml:trace>
  <inkml:trace contextRef="#ctx0" brushRef="#br2" timeOffset="157086.82">3395 12047 1061 0,'0'0'165'0,"0"0"-163"16,0 0 7-16,0 0 52 16,-100 16 12-16,85 14-41 15,3 10-18-15,4 10 14 16,3 7-1-16,5 0-16 15,0 1-1-15,0-8-4 16,6-4-5-16,11-2-1 16,8-11-7-16,5-9 5 15,5-5-40-15,1-15-72 16,-3-4-33-16,1 0-147 16,-8-10-190-16</inkml:trace>
  <inkml:trace contextRef="#ctx0" brushRef="#br2" timeOffset="158203.15">3526 12314 624 0,'0'0'440'0,"0"0"-308"15,0 0-60-15,0 0 34 16,0 0-40-16,0 0-57 16,-2-36-9-16,24 52 0 15,0 10 2-15,-4 4 2 16,-2 1-2-16,-2 0 2 15,-4-6 0-15,-3-1-3 16,-3-4 2-16,0-6 0 0,-4-4-3 16,0-3-1-16,0-7 1 15,0 0 4-15,2 0 1 16,-1-10 0-16,2-14-5 16,3-9-26-16,2-5-1 15,2 3 21-15,4 7-5 16,-1 7 4-16,0 12 4 15,0 6-1-15,1 3 1 16,-1 9-3-16,2 15-2 16,2 4 7-16,-4 5 2 15,3-4 8-15,-5-2-5 16,1-4 2-16,-2-10-5 16,-4-2 3-16,1-7-3 15,0-4 3-15,1 0-4 16,2-4 12-16,3-16-1 0,3-7-10 15,-3-9-1-15,3-1-6 16,-5-4-2-16,-3 5-15 16,-1 12 23-16,-6 14 3 15,-1 10 7-15,0 0-10 16,4 14 3-16,1 16-3 16,2 7 33-16,1 1-19 15,2-3-8-15,4-7-6 16,1-9 3-16,3-5-3 15,0-4-1-15,4-10 1 0,-1 0-9 16,3 0-54 0,0-10-21-16,-1-10-18 0,-4-1 8 15,-6-2 18-15,-3 2 51 16,-2 4 20-16,-3 8 5 16,-2 2 3-16,-3 7 13 15,4 0 13-15,2 0-17 16,4 14 1-16,6 3 33 15,-1-1-22-15,2 0-9 16,3-5-3-16,-2-5-3 16,-1-1 4-16,-4-5 3 15,-6 0 11-15,-4 0 39 16,-3-11-1-16,0 0 4 16,0-2-23-16,-10-1-12 15,-9 2 4-15,1 2-2 0,-3-6-26 16,4 2-4-16,3 0-6 15,7 5-13-15,6 5-4 16,1 4-16-16,1 0-27 16,18 0 1-16,10 0 14 15,4 7-29-15,2 2-53 16,0 2 35-16,-2 3 56 16,-6 2 24-16,-5 1 12 15,-6 2 1-15,-2-3 0 16,-4-1 7-16,0-2 10 15,-2 0 8-15,-1-9-1 16,3-1-12-16,2-3 6 0,1 0 11 16,4-7 1-16,1-6-14 15,-6-7-5-15,-5-3 44 16,-7 3 17-16,0-8 22 16,-17-5-26-16,-11 0 8 15,-6-4-21-15,-1 0-24 16,7 11-9-16,6 6-5 15,7 9-11-15,7 7-7 16,4 4-1-16,1 0-5 16,3 0-7-16,0 0-78 15,0 11-84-15,3 2-4 16,14-6-56-16,2 2-230 16</inkml:trace>
  <inkml:trace contextRef="#ctx0" brushRef="#br2" timeOffset="158819.95">4826 12314 734 0,'0'0'198'16,"0"0"-185"-16,0 0-10 15,0 0 35-15,0 0 21 0,0 0-30 16,-4 74 19 0,4-64-9-16,6-1 10 0,-5-6-21 15,3-3 27-15,-2 0-12 16,-1 0 10-16,4 0-13 16,0 0-16-16,2-3-1 15,0-14-3-15,1-1-10 16,1-13-2-16,1-3-8 15,0-6 2-15,3 0-1 16,0 7-1-16,-1 11 0 16,-1 8 0-16,0 12-1 15,0 2 0-15,3 7-11 16,4 13 12-16,-1 4 0 16,-1-4 5-16,3-4 0 15,-6-5-4-15,-1-5 1 0,-4-5 1 16,-4-1-2-16,-2 0 7 15,-2-7 2-15,0-10-7 16,0-4-3-16,-2-1-2 16,-10-2-14-16,-5 1-5 15,-1 9-2-15,3 4 5 16,0 10 14-16,1 0 2 16,4 17 2-16,0 13 0 15,6 7 3-15,4 5 10 16,0-1 3-16,0-4-7 15,16-6-3-15,9-8-2 16,5-10-4-16,6-6-3 0,0-3-2 16,1-4-66-1,-2-4-83-15,-3-12-188 0,-7-5-180 16</inkml:trace>
  <inkml:trace contextRef="#ctx0" brushRef="#br2" timeOffset="159037.32">5318 11965 1215 0,'0'0'262'15,"0"0"-249"-15,0 0-13 16,0 0 0-16,0 0 14 16,107 107 27-16,-72-42-8 0,-10 5-8 15,-13 0-11-15,-12-3-11 16,0-6-3-16,-32-5-2 15,-18-5-12-15,-15-5-113 16,-17-5-119-16,-19-9-271 16</inkml:trace>
  <inkml:trace contextRef="#ctx0" brushRef="#br2" timeOffset="160300.07">1902 13408 527 0,'0'0'445'0,"0"0"-400"15,0 0-28-15,0 0 29 16,2-87 41-16,1 65-42 16,-1 1-14-16,-2-2 24 15,0 7 3-15,0-2-12 16,-8 2 11-16,-8 1 4 15,2 6-28-15,-3 7-18 16,-2 2 2-16,3 2-17 16,-6 22-13-16,2 10 13 15,3 16 1-15,4 13-1 16,8 4 0-16,5 4 0 16,0-11 0-16,12-10 0 15,6-17-7-15,4-15 0 0,-3-18-5 16,3-5 10-16,0-24-1 15,-2-18-11-15,-2-4-15 16,-4-12 26-16,-6-1 3 16,-5 4 1-16,0 11 3 15,-3 14-1-15,0 16 6 16,0 12 17-16,0 7-14 16,0 0-12-16,4 17-19 15,6 19 15-15,4 14 4 16,3 4 4-16,7-3-4 15,8-4-4-15,7-11-84 16,3-12-78-16,-3-11-127 0,2-13-218 16</inkml:trace>
  <inkml:trace contextRef="#ctx0" brushRef="#br2" timeOffset="160666.79">2331 13258 1047 0,'0'0'180'15,"0"0"-167"-15,0 0 38 16,-88 54 7-16,76-17-17 16,8 9-17-16,2 3-1 15,2-7-11-15,0-5-8 16,9-10-3-16,5-7-1 16,3-13-2-16,1-7 2 0,1 0 12 15,-1-21-3 1,-3-14-5-16,-3-9 0 0,-4-5 2 15,-6-6-2 1,-2-2-4-16,0 3 4 0,-12 1-1 16,-6 5 5-16,-4-2 35 15,2 6-18-15,0 11 2 16,5 10-7-16,6 8 6 16,5 15-3-16,4 0-23 15,0 8-15-15,0 19-7 16,6 16 18-16,9 3-44 15,9-2-98-15,6-7-45 0,3-4-111 16,1-9-203 0</inkml:trace>
  <inkml:trace contextRef="#ctx0" brushRef="#br2" timeOffset="160809.84">2586 13302 1045 0,'0'0'163'0,"0"0"-161"15,0 0-2-15,95 6 4 16,-50-2 1-16,2 3-2 16,-2-5-3-16,-10 6-142 15,-13-5-391-15</inkml:trace>
  <inkml:trace contextRef="#ctx0" brushRef="#br2" timeOffset="160950.35">2633 13573 859 0,'0'0'58'16,"0"0"-58"-16,0 0-8 15,116-34 6-15,-68 18-249 16</inkml:trace>
  <inkml:trace contextRef="#ctx0" brushRef="#br2" timeOffset="161667.04">3143 13152 806 0,'0'0'140'0,"0"0"-52"16,0 0 23-16,0 0-69 16,0 0-42-16,0 0-3 15,-7 22 3-15,9 9 13 16,1 3 7-16,-3 5 4 15,0 2-1-15,0-1-9 16,0-4-7-16,0-3-4 16,-2-12 0-16,1-7-2 15,-1-11 0-15,2 0 2 16,0-3 1-16,0 0 3 16,0-17 9-16,0-12-5 0,5-10-11 15,12 1-7 1,5 11 6-16,3 7-3 0,3 13 4 15,2 7-5-15,2 7 1 16,-4 23-2-16,-1 3 6 16,-5 8-1-16,-7 0 1 15,-11-2 6-15,-4-5 7 16,0-3 23-16,-17-2 32 16,-14-4-20-16,0-3-2 15,-4-9 4-15,8-10-13 16,6-3-6-16,7 0-18 15,4-7-9-15,6-18-4 16,4-6-94-16,2 2-19 0,27 4 2 16,9 4-2-16,11 5 21 15,-1-1-23-15,2 0 15 16,-3-2 45-16,-4-6 55 16,-1-1 1-16,-5-4 29 15,-7-1 24-15,-13 8 23 16,-9 3 26-16,-8 10 19 15,0 4 0-15,-7-1 6 16,-13 4-43-16,-2 3-39 16,1 0-18-16,2 0-16 15,1 13-3-15,7 5-5 16,2 11-4-16,9 2-1 16,0 8 1-16,5 2 1 0,13-4 0 15,4-1-2-15,1-2-1 16,3-11-2-16,-1-6-29 15,1-7-75-15,1-10-98 16,2 0-191-16,-4-10-454 16</inkml:trace>
  <inkml:trace contextRef="#ctx0" brushRef="#br2" timeOffset="161950.22">4039 13061 1008 0,'0'0'229'0,"0"0"-188"0,0 0 81 16,0 0 15-16,0 0-95 16,0 0-34-16,-49 6-5 15,39 22-2-15,2 12 10 16,3 4 0-16,2 6-11 15,3 4 11-15,0 1-11 16,3 2-2-16,14-6-1 16,5-1-57-16,3-9-116 15,3-11-75-15,-3-14-347 16</inkml:trace>
  <inkml:trace contextRef="#ctx0" brushRef="#br2" timeOffset="162866.28">4178 13158 997 0,'0'0'222'0,"0"0"-196"15,0 0 25-15,0 0-29 16,0 0-12-16,0 0 3 16,77 43 20-16,-59-5-10 15,-3-2-6-15,-3 1 10 16,-5 0 9-16,-4-7-24 15,0-3-3-15,-3-8-9 0,0-5 5 16,0-4-3 0,0-7 8-16,0-3-4 0,0 0 17 15,0 0 3-15,-3-8-6 16,0-21-20-16,0-13 0 16,3 1-17-16,0 4 1 15,7 4 2-15,10 5 14 16,0 8 0-16,1 7-1 15,-1 8 1-15,0 5 0 16,0 0-5-16,-3 2 4 16,0 21-1-16,-4 11 0 15,0 6 2-15,-3 3 12 16,-3 3-5-16,2-5 8 16,-3-6-12-16,0-9 1 15,1-10-4-15,-3-12 0 16,1-4-1-16,-2 0 2 0,2 0 2 15,1-16 6-15,1-15-9 16,0-20-22-16,2-1 13 16,-2-2-28-16,3 0-48 15,3 13 39-15,-2 11 46 16,-1 14 4-16,-2 7-2 16,-1 9 10-16,2 0 4 15,1 16-16-15,4 14 47 16,3 6-7-16,0 8-12 15,-1-3-21-15,1-4-7 16,5-3 4-16,0-8-4 0,-1-6-5 16,3-11-83-16,3-9-44 15,0 0-77-15,2-22-43 16,-4-9 8-16,-7-2 136 16,-5 0 67-16,-5 5 41 15,-4 5 21-15,-1 10 205 16,0 6 22-16,0 7-137 15,0 0-12-15,0 3-78 16,4 14-20-16,4 0 7 16,6 3 4-16,1-11-4 15,2-1-2-15,1-8 0 16,-3 0-2-16,-2 0 3 0,-4-10 2 16,-4-4 3-1,-5 1 61-15,0-1 22 16,0-2-25-16,-17-1 19 0,-3 1-38 15,-6-1-21-15,7 6-30 16,2 6 2-16,9 5-8 16,4 0 6-16,4 5-42 15,0 8-44-15,2 7-32 16,17-3 5-16,5-6-31 16,8-5-51-16,5-6-96 15,7 0-12-15</inkml:trace>
  <inkml:trace contextRef="#ctx0" brushRef="#br2" timeOffset="163150.21">5137 13258 400 0,'0'0'113'0,"0"0"-36"16,0 0 57 0,0 0 6-16,0 0 25 0,0 0-61 15,12 101-37-15,-12-57-12 16,0-1-20-16,10-3-15 16,7-7-13-16,1-13-3 15,-1-9 3-15,-4-8-4 16,-3-3 6-16,-3-10 49 15,-1-18 48-15,-2-10-8 16,-4-9-23-16,0-1-12 16,-5-2-17-16,-14 1-18 15,-3 4-11-15,-1 1-8 0,1-1-9 16,6 10 0 0,5 12-2-16,4 6-6 0,5 14-6 15,2 3-44-15,0 0-54 16,0 13-65-16,13 8 75 15,2 5-165-15,2-5-246 16</inkml:trace>
  <inkml:trace contextRef="#ctx0" brushRef="#br2" timeOffset="163598.76">5672 13152 985 0,'0'0'327'0,"0"0"-300"0,0 0 88 16,0 0 8-16,-93-10-52 15,78 20-45-15,-1 15-18 16,5 5-4-16,2 5 5 15,4 4-6-15,5-1 2 16,0-5-5-16,7-9-1 16,20-8 1-16,6-9 0 15,7-7-1-15,5 0-31 16,0-9-121-16,-4-11-91 16,-8-1-275-16</inkml:trace>
  <inkml:trace contextRef="#ctx0" brushRef="#br2" timeOffset="163835.06">5875 12904 1455 0,'0'0'129'15,"0"0"-129"-15,0 0-8 16,0 0 8-16,100 100 6 15,-54-47 6-15,-7 4-7 16,-17 3 0-16,-15 0-1 16,-7 5 6-16,-27 12 1 15,-28-1-8-15,-21 2-3 16,-14-2-3-16,-17-11-203 16,-15-10-396-16</inkml:trace>
  <inkml:trace contextRef="#ctx0" brushRef="#br2" timeOffset="169726.13">8424 6617 888 0,'0'0'83'0,"0"0"-83"15,0 0-7 1,0 0-26-16,0 0 15 0,0 0-36 16,0 0-55-16,0 0-189 15</inkml:trace>
  <inkml:trace contextRef="#ctx0" brushRef="#br2" timeOffset="170103.07">8495 7727 957 0,'0'0'30'0,"0"0"-30"0,0 0-306 16,0 0 51-16,0 0-24 15</inkml:trace>
  <inkml:trace contextRef="#ctx0" brushRef="#br2" timeOffset="170471.81">8668 8841 1045 0,'0'0'61'0,"0"0"-61"16,0 0-213-16,0 0 52 0,0 0 21 16,0 0-88-16</inkml:trace>
  <inkml:trace contextRef="#ctx0" brushRef="#br2" timeOffset="170801.25">8670 10096 979 0,'0'0'0'16,"0"0"-51"-16,0 0-133 16,0 0-11-16,0 0 67 15</inkml:trace>
  <inkml:trace contextRef="#ctx0" brushRef="#br2" timeOffset="171101.79">8658 11140 1112 0,'0'0'0'0,"0"0"-226"16,0 0 73-16,0 0 100 16,0 0 48-16,0 0-311 15</inkml:trace>
  <inkml:trace contextRef="#ctx0" brushRef="#br2" timeOffset="171280.98">8751 12189 826 0,'0'0'536'15,"0"0"-536"-15,0 0-391 16,0 0-119-16</inkml:trace>
  <inkml:trace contextRef="#ctx0" brushRef="#br2" timeOffset="172600.31">15865 6567 969 0,'0'0'111'0,"0"0"-94"16,0 0-17-16,0 0 9 15,0 0 22-15,0 0 46 16,-17 124-32-16,-5-66-14 16,-5 1-8-16,-2-5-9 15,-3-4 8-15,-1-7-14 16,5-8-4-16,5-12 1 15,9-11-5-15,9-8 0 16,5-4 11-16,0 0-1 0,0-4 5 16,0-11-15-16,2 0-16 15,5 0 5-15,4 10 8 16,4 3 1-16,5 2-7 16,5 0 4-16,8 2 4 15,6 7-1-15,4-1 2 16,1-4 1-16,-2-4 1 15,-7 0-3-15,-12 0 1 16,-4 0-15-16,-9-7 15 16,-5-7 7-16,-2-4 0 15,-3-4 5-15,0-4 3 16,0 0 10-16,0 4-4 16,-3 7 8-16,-2 6 17 15,2 7 10-15,-1 2-36 0,-1 21-20 16,-2 20 0-16,-1 17 6 15,1 9 8-15,3 0-13 16,4 2 3-16,0-7-3 16,0-8-1-16,0-10-8 15,0-11-58-15,6-9-68 16,-3-7-28-16,-1-11-207 16,-2-6-291-16</inkml:trace>
  <inkml:trace contextRef="#ctx0" brushRef="#br2" timeOffset="173082.56">16367 6189 848 0,'0'0'265'0,"0"0"-242"16,0 0 8-1,0 0 59-15,0 0 1 0,-105-43-55 16,80 73-11-16,2 12-18 15,2 11 15-15,6 5 5 16,7-3-14-16,8-5-2 16,0-10-8-16,6-7 0 15,16-11-6-15,4-11 1 16,2-11 2-16,2 0 9 16,-3-6 10-16,-8-14-12 15,-6 2 2-15,-12-2 1 16,-1 3 9-16,0 3 10 15,-10 5-9-15,-7 7-12 16,1 2-8-16,-1 1-6 0,-2 26 5 16,6 16-41-16,5 12-108 15,8 6-118-15,0 3-353 16</inkml:trace>
  <inkml:trace contextRef="#ctx0" brushRef="#br2" timeOffset="173219.78">16439 7061 1387 0,'0'0'31'0,"0"0"-31"16,0 0-15-16,0 0 7 16,0 0-222-16,0 0-552 0</inkml:trace>
  <inkml:trace contextRef="#ctx0" brushRef="#br2" timeOffset="175350.18">16701 6574 531 0,'0'0'217'0,"0"0"-187"16,0 0-20-16,0 0 67 15,0 0 11-15,0 0-23 16,0-10-10-16,0 10 12 16,0 0 5-16,0 0-7 15,0 0-21-15,-1 0-5 16,-6 0-13-16,-3 8-7 16,-3 4 6-16,-2 2-9 15,3-2-6-15,4 1-3 0,-1 1 4 16,3-2 0-16,2 0-2 15,1-5-8-15,3-2 2 16,0-4-3-16,0-1 1 16,0 2 5-16,-2 4-5 15,2 4 0-15,-1 9 3 16,1 3-3-16,0 6 6 16,0 7 1-16,0 3 0 15,0 4 8-15,6 3-1 16,7 0-3-16,0-3-2 15,-2-1-10-15,3-5 4 16,-4-5-3-16,1-3-1 0,-2-3 0 16,-1-4 1-16,0-3-4 15,2-3-8-15,3-6-94 16,1-3-18-16,3-2-74 16,0-4-156-16,-1-6-129 15</inkml:trace>
  <inkml:trace contextRef="#ctx0" brushRef="#br2" timeOffset="175612.69">16867 6688 937 0,'0'0'231'0,"0"0"-169"0,0 0-51 15,0 0 12-15,0 0-9 16,0 0 49-16,12 111-4 16,-4-64-29-16,0-4-11 15,-2 0-8-15,-5-5-6 16,-1-1 0-16,0-3-5 16,0 1-9-16,0-2-129 15,0-5-188-15,0-9-346 16</inkml:trace>
  <inkml:trace contextRef="#ctx0" brushRef="#br2" timeOffset="175753.8">17109 7028 1185 0,'0'0'98'0,"0"0"-96"15,0 0-4-15,0 0-13 16,0 0-224-16,0 0-340 15</inkml:trace>
  <inkml:trace contextRef="#ctx0" brushRef="#br2" timeOffset="176099.11">17335 6679 328 0,'0'0'1000'0,"0"0"-936"0,0 0-57 15,0 0 18-15,0 0 15 16,0 0-19-16,102-23 0 16,-78 55-7-16,-11 4-7 15,-6 2-3-15,-7 2-3 16,-6 2-1-16,-20-1 4 16,-7-4 1-16,-8-2-5 15,3-8 1-15,8-9 6 16,10-9-5-16,11-7-1 15,9-2 15-15,0 0-1 16,12-14 4-16,13-2-18 0,11-3 3 16,3 8-3-16,3 4-1 15,1 7-1-15,2 0-1 16,1 0-89-16,-1 13-67 16,-1 0-58-16,-6 1-227 15</inkml:trace>
  <inkml:trace contextRef="#ctx0" brushRef="#br2" timeOffset="176229.27">17766 7011 826 0,'0'0'55'16,"0"0"-55"-16,0 0-20 16,0 0-15-16,0 0-168 15,34-76-124-15</inkml:trace>
  <inkml:trace contextRef="#ctx0" brushRef="#br2" timeOffset="176667.33">17941 6728 1098 0,'0'0'200'0,"0"0"-178"16,0 0 28-16,0 0-8 15,85-51-12-15,-50 51-18 16,-3 0-11-16,-7 3-1 15,-7 16 0-15,-8 3-1 16,-7 2-12-16,-3 3 13 16,-3 2 5-16,-15-2 2 0,-6-1-1 15,-1-3 0-15,3-5-6 16,3-4 0-16,2-5 2 16,7-5 3-16,6-4-2 15,4 0 0-15,0 0-3 16,5 0-17-16,14-5 5 15,4-3 7-15,9 4-1 16,-2 4 0-16,3 0-3 16,-1 3 9-16,-7 8-2 15,-5 2 0-15,-8 1 2 16,-8-1 6-16,-4 0 35 16,0 4-3-16,-19-1 12 15,-8 3 0-15,-6-3-12 0,-1-3-29 16,2 1-1-16,5-2-8 15,8-2-34-15,6-4-174 16,10-6-180-16,3 0-412 16</inkml:trace>
  <inkml:trace contextRef="#ctx0" brushRef="#br2" timeOffset="176800.77">18385 6918 1014 0,'0'0'273'0,"0"0"-273"16,0 0-13-16,0 0-11 0,0 0-147 16,0 0-292-16</inkml:trace>
  <inkml:trace contextRef="#ctx0" brushRef="#br2" timeOffset="177266.5">18643 6615 1193 0,'0'0'198'0,"0"0"-194"16,0 0-2-16,0 0-2 15,0 0 3-15,0 0 6 16,-3 89 13-16,-6-58-14 16,-3-6 7-16,1-6-13 0,-3-2 0 15,4-5-2 1,2-5 0-16,4-3-12 0,4-4-33 15,0 0 34-15,0 0-6 16,0 0-3-16,4 0-3 16,12 0 8-16,6 1 10 15,8 7 4-15,5-1-1 16,5 2-2-16,-1-3 4 16,-4-4 0-16,-9-2-50 15,-7 0 7-15,-10 0 33 16,-8-6 10-16,-1-5 3 15,0-4 1-15,0 0 8 0,-8 0 36 16,-2 2 3 0,2 4 11-16,4 3 5 0,1 5 4 15,3 1-13-15,0 4-58 16,0 18 6-16,0 11-6 16,1 5 10-16,6 1-4 15,0-3-6-15,3-3-2 16,0 0-95-16,0-4-96 15,0-8-200-15</inkml:trace>
  <inkml:trace contextRef="#ctx0" brushRef="#br2" timeOffset="177390.06">19051 7005 1233 0,'0'0'0'0,"0"0"-4"16,0 0-25-16,0 0-138 15,0 0-372-15</inkml:trace>
  <inkml:trace contextRef="#ctx0" brushRef="#br2" timeOffset="177981.92">19444 6626 1298 0,'0'0'66'0,"0"0"-58"16,0 0 67-16,0 0 4 15,0 0-41-15,0 0-11 16,-19-1 9-16,2 1-6 16,-5 0-19-16,2 0-4 15,4 0 1-15,3 0-7 16,3 0-1-16,3 0 3 15,0 0-3-15,4 0-3 16,-2 0-2-16,3 0 0 16,2 0 3-16,0 0-16 15,0 0 5-15,0 0-9 16,0 0-15-16,0 0 14 16,0 13 18-16,-5 8 5 0,-4 5 6 15,-1 1-5 1,0-2 5-16,3-3-6 0,1-7 4 15,3-7-3-15,1-1 2 16,2-4 7-16,0-3 1 16,0 1-11-16,0 2-4 15,7 0 4-15,10 3 12 16,3-1-6-16,3 2-5 16,4 2 0-16,-2 0-1 15,-2 4 3-15,-2-2-4 16,-8 3 2-16,-3 1 0 15,-7-1 10-15,-3-1 11 16,0-2 0-16,0-1 21 16,-13-3-7-16,-6-1 7 0,1 2-25 15,-7-3-13-15,1 0-5 16,1 0-11-16,3-2-57 16,7 2-99-16,4-5-231 15,9 0-440-15</inkml:trace>
  <inkml:trace contextRef="#ctx0" brushRef="#br2" timeOffset="178117.76">19639 6918 1219 0,'0'0'0'0,"0"0"-82"15,0 0 56-15,0 0-119 0,0 0-371 16</inkml:trace>
  <inkml:trace contextRef="#ctx0" brushRef="#br2" timeOffset="178453.96">19956 6543 1058 0,'0'0'252'0,"0"0"-232"0,0 0 18 15,0 0 98 1,0 0-94-16,0 0-19 0,-81 86 8 16,74-35 0-16,5 1-17 15,2-7-11-15,4-8-3 16,17-7 0-16,5-10-7 16,-3-8 6-16,-3-8-5 15,-5-4 3-15,-2 0 3 16,-4 0 10-16,-2-4-1 15,-7-7-1-15,0 1-5 16,0-1 13-16,-17 2-16 16,-2 0-3-16,-3 3-17 15,4 1-34-15,5 4-54 16,3-2-155-16,8-3-341 16</inkml:trace>
  <inkml:trace contextRef="#ctx0" brushRef="#br2" timeOffset="178749.55">19973 6218 125 0,'0'0'1213'15,"0"0"-1213"-15,0 0-10 16,0 0 10-16,99 55 31 15,-46-1 33-15,-1 6-43 0,-7 1 29 16,-13 3-3 0,-10 2-9-16,-14 3-3 0,-8 3-3 15,0 2 3-15,-21-6-28 16,-9-3 0-16,-4-11-1 16,1-3-6-16,4-11-13 15,6-7-116-15,6-11-135 16,5-15-297-16</inkml:trace>
  <inkml:trace contextRef="#ctx0" brushRef="#br2" timeOffset="178950.02">20552 6637 453 0,'0'0'1174'16,"0"0"-1174"-16,0 0-41 16,85 0 41-16,-41 0 0 15,1 0-29-15,-9 0-226 16,-14 0-451-16</inkml:trace>
  <inkml:trace contextRef="#ctx0" brushRef="#br2" timeOffset="179099.81">20614 6761 1578 0,'0'0'0'0,"0"0"-30"0,0 0 27 16,112-7-3-16,-49-2-56 16,1 1-154-16,-19 3-333 15</inkml:trace>
  <inkml:trace contextRef="#ctx0" brushRef="#br2" timeOffset="180264.77">21147 6146 787 0,'0'0'191'15,"0"0"-118"-15,0 0-9 16,0 0 32-16,0 0-1 15,0 0-54-15,-20-1-24 0,3 39-7 16,-3 19 5 0,0 16 40-16,5 10-27 0,8 1 4 15,7 0-8-15,0-3-9 16,19-10-13-16,13-9-2 16,10-14-7-16,1-10-1 15,4-13-54-15,-2-6-48 16,-2-10-75-16,-6-9-175 15,-9 0-352-15</inkml:trace>
  <inkml:trace contextRef="#ctx0" brushRef="#br2" timeOffset="180488.77">21425 6396 686 0,'0'0'624'0,"0"0"-624"16,0 0-1-16,0 0 1 16,-9 110 49-16,9-62-9 15,0 0-26-15,2-1-4 16,0-4-8-16,-1-5-1 16,-1-6-1-16,2-1-39 15,0-7-117-15,1-10-254 16</inkml:trace>
  <inkml:trace contextRef="#ctx0" brushRef="#br2" timeOffset="180638.33">21627 6652 1318 0,'0'0'30'15,"0"0"-26"-15,0 0-8 16,0 0-2-16,0 0-241 15,0 0-176-15</inkml:trace>
  <inkml:trace contextRef="#ctx0" brushRef="#br2" timeOffset="180982.46">21854 6436 1332 0,'0'0'87'0,"0"0"-75"15,0 0 4-15,0 0 14 16,0 0-10-16,117-33-14 16,-86 53-6-16,-11 4 0 15,-7 5-3-15,-10 0 2 16,-3 0 0-16,-9 4-3 16,-20-5 4-16,-8 0-3 15,-5-1 15-15,4-6-9 16,8-6 0-16,9-7 2 15,13-5 6-15,8-3-5 16,0 0 26-16,0 0 10 16,8-9-24-16,13-3-16 0,0 3 7 15,6 3-4-15,3 4-5 16,6 2-7-16,5 0 4 16,5 3-143-16,2 3-89 15,-3-1-272-15</inkml:trace>
  <inkml:trace contextRef="#ctx0" brushRef="#br2" timeOffset="181109.77">22246 6645 371 0,'0'0'593'0,"0"0"-593"16,0 0-226-1,0 0 125-15,13-90-149 0</inkml:trace>
  <inkml:trace contextRef="#ctx0" brushRef="#br2" timeOffset="181520.76">22428 6270 1208 0,'0'0'167'0,"0"0"-167"15,0 0 2-15,0 0 13 16,95-28 8-16,-68 33-21 15,-7 13-1-15,-7 2-1 16,-8 2-6-16,-5 2 2 0,0 2-4 16,-12-2 8-16,-11 0 10 15,0-2-9-15,-2-6 7 16,6-4-6-16,8-5-2 16,4-4 3-16,7-1-3 15,0-2-1-15,0 0-19 16,11 0 13-16,11 0 7 15,7 0 4-15,2 0-2 16,1 4-3-16,-3 4 4 16,-7 3-3-16,-8 2 0 15,-7-2 0-15,-7 5 5 16,0-3 17-16,0 2 0 16,-17 2 27-16,-4-2-20 15,-6 2-5-15,0-3-20 16,5-3-4-16,2 2-15 0,6-4-132 15,3-5-141-15,10-4-433 16</inkml:trace>
  <inkml:trace contextRef="#ctx0" brushRef="#br2" timeOffset="181642.66">22744 6554 1028 0,'0'0'78'16,"0"0"-78"-16,0 0-18 15,0 0-83-15,0 0-264 16</inkml:trace>
  <inkml:trace contextRef="#ctx0" brushRef="#br2" timeOffset="182112.44">22998 6186 1291 0,'0'0'41'0,"0"0"-35"16,0 0-5-16,0 0 24 16,0 0-22-16,0 0 5 15,-22 70-7-15,11-44 1 16,-3-1-2-16,1-7-1 16,1-3-5-16,2-4-35 15,1-6 2-15,6-3 17 0,3-2 8 16,0 0 12-16,0 0-9 15,0 0-15-15,9 5 15 16,6-1 11-16,3 3 0 16,4 5 2-16,6-4 1 15,4 0 0-15,2-3-1 16,-2-4 2-16,-6-1-4 16,-9 0 0-16,-4 0-11 15,-4 0-6-15,-5-10 17 16,-2-2 7-16,-2-4 17 15,0 3 19-15,0 2 25 16,-3 5 21-16,0 5-2 0,-1 1-26 16,-1 9-48-1,-2 20-9-15,1 12 3 0,4 3-3 16,2 4-2-16,0 0-2 16,0-5-1-16,2-3-102 15,11-7-94-15,0-10-243 16</inkml:trace>
  <inkml:trace contextRef="#ctx0" brushRef="#br2" timeOffset="182233.4">23263 6655 991 0,'0'0'114'0,"0"0"-114"16,0 0-5-16,0 0-7 15,0 0-280-15,41-84-434 0</inkml:trace>
  <inkml:trace contextRef="#ctx0" brushRef="#br2" timeOffset="182612.13">23519 6312 1219 0,'0'0'116'15,"0"0"-114"-15,0 0 26 16,0 0 70-16,0 0-58 15,0 0-40-15,-26 12 8 16,22 3 11-16,2-5-4 16,1-1 10-16,-1 0-7 0,2-2-15 15,0-1 1-15,0 3-4 16,2-2-9-16,11 4 8 16,6 0 2-16,4-2 4 15,4 4-5-15,3-1-7 16,1 0 5-16,0 1 2 15,-6-1 0-15,-7 4 0 16,-6 0-2-16,-7 0 2 16,-5 1-2-16,0 0 2 15,-1-1-1-15,-16 1 1 16,-8-4 0-16,-2-4-41 16,-3-7-96-16,1-2-163 15,1-16-385-15</inkml:trace>
  <inkml:trace contextRef="#ctx0" brushRef="#br2" timeOffset="182715.23">23623 6289 1191 0,'0'0'0'0,"0"0"-60"16,0 0-25-16,0 0 64 16,0 0-290-16</inkml:trace>
  <inkml:trace contextRef="#ctx0" brushRef="#br2" timeOffset="182862.74">23787 6448 1370 0,'0'0'126'0,"0"0"-123"0,0 0 8 16,0 0 5-16,0 0-16 16,0 0-111-16,23-8-156 15,-1-5-298-15</inkml:trace>
  <inkml:trace contextRef="#ctx0" brushRef="#br2" timeOffset="183171.77">24013 6193 1227 0,'0'0'115'0,"0"0"-111"16,0 0 58-16,0 0 24 15,0 0-59-15,0 0-8 16,-74 99-10-16,69-55 4 16,5-2-4-16,0-4-7 15,5-7-2-15,12-7-4 16,3-6 4-16,3-9-1 16,-1-4-6-16,-2-5 7 15,-7 0 2-15,-4 0 5 16,-6-2 2-16,-3-5-7 15,0-6-2-15,-12 2-3 0,-9-4-68 16,-10-2-60-16,0 2-142 16,-1-3-195-16</inkml:trace>
  <inkml:trace contextRef="#ctx0" brushRef="#br2" timeOffset="183445.3">24153 5971 1284 0,'0'0'33'0,"0"0"-30"16,0 0-3-1,91 105 41-15,-60-35 58 0,-1 17-40 16,-4 7-3-16,-10 4-24 15,-11 0-18-15,-5 0 6 16,-8-5-17-16,-23-4-3 16,-9-9-2-16,-13-8-89 15,-10-16-107-15,-9-15-202 16</inkml:trace>
  <inkml:trace contextRef="#ctx0" brushRef="#br2" timeOffset="183911.09">22710 6997 343 0,'0'0'893'16,"0"0"-795"-16,0 0-93 15,0 0 23-15,-90-20 45 16,72 54-36-16,4 14-25 16,5 13 3-16,3 3-14 15,6 3 9-15,0 0-10 16,0-3-1-16,15-3-1 15,5-2-72-15,4-9-31 0,1-4-57 16,-3-13-162 0,-4-14-120-16</inkml:trace>
  <inkml:trace contextRef="#ctx0" brushRef="#br2" timeOffset="184879.84">22797 7322 1016 0,'0'0'112'15,"0"0"-91"-15,0 0 43 16,0 0 22-16,0 0-46 16,0 0-33-16,99-51-3 15,-72 85 38-15,-4 6 17 16,-1 4-23-16,-7-1-22 0,-4-2 10 16,-2-6-4-1,-4-8-10-15,-3-13-3 0,-2-6-3 16,0-5-3-16,0-3 1 15,0 0 15-15,0 0-7 16,0-17 5-16,0-14-15 16,4-14-26-16,3-5 7 15,2 0-40-15,3 8 7 16,-1 12 50-16,4 12 1 16,0 11-4-16,0 7-2 15,0 3 2-15,-1 21 5 16,1 6 21-16,-4 6 9 15,-1 2-10-15,2-5-8 16,-4-2 6-16,-1-7-9 0,-2-7-6 16,-2-8-1-16,-1-8-2 15,-2-1 7-15,0 0 3 16,4 0-1-16,-1-14 18 16,2-14-8-16,5-6-18 15,3-5 1-15,1 1-2 16,0 10 0-16,2 7 1 15,-5 11-1-15,0 6 0 16,-1 4-3-16,0 0-2 16,1 14 5-16,4 5 1 15,2 6 4-15,1-5-5 16,4-2 0-16,0-4-2 16,5-5-20-16,-1-7-68 0,3-2-8 15,-2 0-4 1,-2-9 0-16,-2-8 30 0,-6-2 27 15,-4 3 45-15,-6 4 11 16,-4 6 18-16,-3 6 52 16,0 0 1-16,0 0-38 15,3 6-34-15,4 11-6 16,2 2 20-16,4 1-11 16,2-3-9-16,5-2 1 15,3-6 1-15,3-5 0 16,-5-4 1-16,-6 0-5 15,-6 0 0-15,-8 0 4 16,-1-2 2-16,0-9 10 0,0-6 18 16,-4-4 33-16,-12-3-41 15,-2-7-16-15,-4 2 8 16,2-2-8-16,0 6-3 16,3 5 10-16,6 9-4 15,4 4-7-15,7 5-6 16,0-2-2-16,2-2-29 15,16-3-20-15,5-3-6 16,4-1 23-16,-2 5-19 16,-5 2-6-16,-8 3 38 15,-5 3 15-15,-3 0 0 16,2 0 1-16,0 3-5 16,3 3-4-16,1 1-47 15,1 1-23-15,2 0-77 0,0-4-134 16,-4-1-91-16</inkml:trace>
  <inkml:trace contextRef="#ctx0" brushRef="#br2" timeOffset="185265.4">24013 7178 797 0,'0'0'370'0,"0"0"-307"0,0 0-19 16,0 0 104-16,0 0-39 15,0 0-76-15,-9-10-26 16,23 10-3-16,8 0 11 16,9 0-2-16,7 0-4 15,-3 0-9-15,1-2 4 16,-8 0-3-16,-4 2 1 15,-5 0-2-15,-5 0 2 16,-4 0-2-16,-5 0 1 16,1 13 9-16,-3 9 11 15,0 11 12-15,0 6-18 16,-3 4 1-16,0 6-14 16,0 4 2-16,-3 1-4 0,-6 0-2 15,-1-6-44 1,-3-7-51-16,-3-11-117 0,-3-10-134 15,-6-11-343-15</inkml:trace>
  <inkml:trace contextRef="#ctx0" brushRef="#br2" timeOffset="185797.82">21722 6909 366 0,'0'0'709'16,"0"0"-484"-16,0 0-193 16,0 0 66-16,0 0 39 15,122-114-111-15,29 27-5 16,41-13 27-16,37-15-15 16,28-12-15-16,16 1-4 15,1 7-5-15,-18 17 6 16,-30 24-12-16,-44 17-6 15,-52 23 3-15,-51 21-37 16,-45 10-118-16,-34 7-110 0,-19 3-43 16,-42 10-170-16</inkml:trace>
  <inkml:trace contextRef="#ctx0" brushRef="#br2" timeOffset="186594.3">17196 6975 536 0,'0'0'13'0,"0"0"-13"15,0 0 0-15,0 0 5 16,0 0 120-16,0 0 15 15,-8 0-43-15,6 0 7 16,2 0-6-16,0 0-12 16,0 0-24-16,0 0 2 15,0 0-3-15,0-2-1 16,22-9 2-16,43-16-18 16,46-19-27-16,54-21 25 15,49-18 21-15,37-13-11 16,22-5-8-16,7-6-28 15,-17 0-8-15,-29 7 2 16,-40 13 4-16,-45 20 11 16,-44 22-25-16,-40 18-1 0,-36 13-7 15,-19 8-39-15,-10 5-31 16,-19 3-55-16,-24 2-184 16,-19 15-290-16</inkml:trace>
  <inkml:trace contextRef="#ctx0" brushRef="#br2" timeOffset="187627.16">14964 8202 1285 0,'0'0'109'0,"0"0"-104"0,0 0-5 15,0 0 0-15,0 0 10 16,-16 96 46-16,3-42-34 15,-6 1-16-15,-3-6 1 16,-5-5-4-16,1-8 2 16,-1-7-2-16,2-5-2 15,6-9-1-15,8-8 0 16,6-4-2-16,5-3-7 16,0 0 4-16,3-1-30 15,20-14-6-15,11 0 23 16,6 2 13-16,5 8 4 15,2 2-1-15,0 2 2 0,-1-3 0 16,-4-2 0 0,-4-1 3-16,-12-3-1 0,-9 2-2 15,-8-2 4-15,-9-2 2 16,0-2 4-16,0-6-3 16,-4-1 12-16,-8 1 3 15,0 3-11-15,2 5 16 16,6 7 4-16,0 5 11 15,2 0-7-15,2 22-35 16,-1 20 0-16,1 20 18 16,0 9 4-16,0 3-13 15,0-1-2-15,4-4-6 16,0-7 0-16,-2-11-1 16,-2-10-9-16,0-12-73 0,0-7-102 15,0-15-116-15,3-7-349 16</inkml:trace>
  <inkml:trace contextRef="#ctx0" brushRef="#br2" timeOffset="188027.72">15553 7977 1363 0,'0'0'88'0,"0"0"-80"0,0 0 2 15,0 0 71-15,-87-6-27 16,72 12-39-16,-5 19-5 16,-6 16 0-16,2 11 11 15,0 4 3-15,10-3-13 16,8-5-5-16,6-9-6 15,12-12 0-15,18-10 0 16,9-10 1-16,4-7-1 16,-1 0 4-16,-7-16-2 0,-7-3-2 15,-11 1 3 1,-12 3 3-16,-5 1-6 0,0 2 0 16,-17 2-3-1,-6 6 1-15,-2 4-14 0,-2 0-17 16,2 17-41-16,5 13-69 15,5 9-70-15,9 0-145 16,6-3-127-16</inkml:trace>
  <inkml:trace contextRef="#ctx0" brushRef="#br2" timeOffset="188224.86">15640 8547 1555 0,'0'0'9'0,"0"0"5"16,89-33-14-16,-29 20 17 15,5 4-11-15,-2 4-6 16,-4 1-40-16,-14 4-142 16,-17 0-187-16,-15 0-547 15</inkml:trace>
  <inkml:trace contextRef="#ctx0" brushRef="#br2" timeOffset="188388.75">15655 8726 1565 0,'0'0'0'0,"0"0"-113"0,119-1 113 15,-42-7 16-15,5 3-16 16,-7 3-163-16,-17 0-217 15,-26 2-358-15</inkml:trace>
  <inkml:trace contextRef="#ctx0" brushRef="#br2" timeOffset="188542.68">15735 8888 1089 0,'0'0'302'16,"0"0"-302"-16,0 0-85 15,113-6 85-15,-42-3 0 0,13 0-58 16,-2-4-268-16,-7-4-143 16</inkml:trace>
  <inkml:trace contextRef="#ctx0" brushRef="#br2" timeOffset="189028.39">16642 8520 1145 0,'0'0'164'15,"0"0"-163"-15,25-100 14 16,-11 63 68-16,0-1 12 0,-4 7-53 16,-3 3-12-16,-2 9 35 15,-4 7-19-15,-1 6-10 16,0 5 7-16,0 1-8 15,0 0-20-15,0 7-15 16,0 23-7-16,0 17 7 16,0 10 5-16,7 6 0 15,3-1-5-15,0-2 1 16,0-1 0-16,0-1-2 16,-5-7-4-16,-3-7 4 15,-2-9-13-15,0-12-20 16,-17-5-2-16,-2-8 9 0,-5-7 12 15,-5-3 8-15,-5 0 7 16,-5-3 3-16,2-10-3 16,3 0 5-16,11 2-4 15,11 6 10-15,9 1 12 16,3 3-5-16,0 0-15 16,10-1-3-16,18-1 2 15,14 1-2-15,10 1 0 16,8-4-24-16,4 1-65 15,5-6-45-15,-3-1-131 16,-1-5-221-16</inkml:trace>
  <inkml:trace contextRef="#ctx0" brushRef="#br2" timeOffset="189311.1">17352 8176 1202 0,'0'0'138'0,"0"0"-97"15,0 0 26-15,0 0 77 16,0 0-109-16,0 0-29 16,-60 84 27-16,60-21-11 15,0 1 2-15,0 1-2 16,0-3-16-16,10-4-5 15,1 0 0-15,3-4-2 16,3-8-35-16,1-6-85 0,2-13-100 16,0-8-69-16,-2-13-304 15</inkml:trace>
  <inkml:trace contextRef="#ctx0" brushRef="#br2" timeOffset="190327.77">17486 8322 1209 0,'0'0'174'0,"0"0"-154"0,0 0-11 15,0 0-5 1,0 0 47-16,66 97 1 0,-34-46-37 16,-6-1-3-16,-6-5 6 15,-5-7-5-15,-5-8-1 16,-7-6-11-16,-2-8 5 15,-1-5-4-15,0-9-1 16,0-2 4-16,3 0 1 16,0-13 3-16,1-12-9 15,3-13-50-15,0-2 31 16,-1-3 16-16,1 6-14 16,2 5 4-16,-4 11 12 15,2 9 0-15,-3 9 0 16,3 3-6-16,3 1 5 0,2 19 2 15,1 9 29 1,-1 2 5-16,-1 2-15 0,1-3-10 16,-2-4-2-16,-1-7-6 15,-2-7 2-15,-1-7 2 16,-2-3-5-16,-1-2 4 16,1 0 3-16,3-17 2 15,4-6-7-15,-3-5 3 16,0-4-4-16,0-2 0 15,-1 1 0-15,-2 7-1 16,-1 9 2-16,-1 11-1 16,-3 6 6-16,3 0-7 15,1 16 1-15,4 13 16 0,2 4 19 16,1 2-22 0,5-3-14-16,0-8 2 0,4-4-4 15,4-7 1-15,1-9-35 16,3-4-9-16,1 0-38 15,-4-9 5-15,-4-12-34 16,-2-1 39-16,-3-2 38 16,-7 0 10-16,-2 1 23 15,-4 9 2-15,-1 3 11 16,-2 6 23-16,0 5 22 16,0 0-21-16,0 6-33 15,3 13 4-15,2 7 21 16,4-3-8-16,2-5-8 15,5-5-6-15,0-4-3 0,1-5 2 16,-2-4 1-16,0 0-5 16,0-6 0-16,-2-8-15 15,-1-1-1-15,-1-5-1 16,0 4 13-16,-4 1-1 16,-4 6 0-16,-2 4 5 15,-1 3 10-15,0 2 0 16,0 0-10-16,6 0-13 15,2 0 4-15,2 9 9 16,5-1 1-16,0-4 0 16,3-1-2-16,1-3-3 15,-1 0-2-15,-4 0 6 16,-6-10 5-16,-3-2 8 0,-4-3 13 16,-1-3 27-16,0-5 60 15,-20-2-23-15,-5-3-39 16,-6-1-5-16,-4 2-5 15,5 5-21-15,8 9-19 16,9 7 1-16,7 5-4 16,6 1-13-16,0 0-82 15,12 11-177-15,13 0 36 16,5-4-402-16</inkml:trace>
  <inkml:trace contextRef="#ctx0" brushRef="#br2" timeOffset="190627.39">18698 8232 1246 0,'0'0'246'0,"0"0"-240"15,0 0 13-15,0 0 13 16,0 0-25-16,0 0 5 16,121 6-3-16,-82-6-2 15,-7 0-4-15,-5 0 1 16,-9 0 4-16,-5-2 2 15,-6-2 19-15,-5 3-1 16,-2 1 7-16,0 0-6 16,0 14-22-16,0 15-4 15,0 15 20-15,0 6-9 0,0-1-12 16,0 0 2-16,0-5-6 16,0 0 2-16,0-4-60 15,0-6-61-15,0-10-165 16,0-12-354-16</inkml:trace>
  <inkml:trace contextRef="#ctx0" brushRef="#br2" timeOffset="190881.56">19046 8017 1449 0,'0'0'69'0,"0"0"-56"16,0 0-13-16,106 27 40 0,-55 14 3 16,-6 13-32-16,-12 8 10 15,-16 9 28-15,-17-1-27 16,0 1-7-16,-22-5-11 16,-10-4-4-16,-2-7-3 15,-2-2-38-15,8-11-92 16,5-16-185-16,4-16-397 15</inkml:trace>
  <inkml:trace contextRef="#ctx0" brushRef="#br2" timeOffset="191163.34">19524 7898 1483 0,'0'0'110'0,"0"0"-110"15,0 0 0-15,-15 112 32 16,15-31 33-16,10 10-42 16,5 6-8-16,-5 0 8 15,-9 0-5-15,-1 0-13 16,0-10-5-16,-4-12 0 15,-8-15-29-15,2-21-53 0,3-21-118 16,0-16-152-16,5-4-422 16</inkml:trace>
  <inkml:trace contextRef="#ctx0" brushRef="#br2" timeOffset="192287.3">19664 7617 1076 0,'0'0'297'0,"0"0"-264"16,0 0-25-16,0 0 75 15,0 0 8-15,0 0-65 16,-22-6-20-16,2 29 16 15,-12 6 48-15,-7-4-38 16,-10-3 7-16,-6-5-5 16,-9-7-3-16,-8-3-9 15,-8-7-16-15,-14 0 5 16,-14 0-11-16,-19-5 3 16,-24-7-2-16,-16-6 5 15,-15 0-5-15,-12-5 4 16,-3 2 1-16,-11 0-3 15,-16 2-3-15,-8 2-1 0,-6 3 1 16,4 7 8-16,14 4 1 16,11 3-5-16,7 0-4 15,7 0 0-15,10 6-2 16,16 3 6-16,17 2 1 16,20-2 1-16,18-2-6 15,17-1-3-15,12-1 3 16,9-1 0-16,5-3 0 15,-1 1-2-15,5-2 2 16,4 0 2-16,4 0 0 16,1-2 0-16,4-3-2 15,4-1 1-15,5 3-2 16,7-2 5-16,2 2-4 16,3-1 1-16,-2-2-1 0,1 1 0 15,3 1 3-15,5-1-3 16,4 3 0-16,6-1 0 15,4 2 0-15,2 1 0 16,5 0 0-16,2-3-1 16,1 3 2-16,1-1 1 15,1 1-2-15,0 0 0 16,-2-2 1-16,2 2 0 16,0-1 3-16,0 1-3 15,0 0 3-15,-2 0-2 16,2 0-4-16,0 11-14 0,0 30 5 15,14 33 11 1,6 33 4-16,5 21-3 0,0 16 0 16,-4 9 0-16,-1 5-2 15,-4 6 4-15,-4-8-4 16,-5-11 1-16,-1-16 0 16,-5-20 0-16,-1-19 1 15,0-19-1-15,-1-20 0 16,-8-20 3-16,6-14-3 15,-1-10 0-15,4-4 0 16,0-3 8-16,0 0-8 16,0 0 0-16,0 0-1 15,22 0 1-15,24-3 0 16,27-9 11-16,31 0-5 16,26 1 0-16,29 2-6 0,40 2 4 15,40-2 1-15,53 0-3 16,48-7-1-16,39-4 6 15,26-1-2-15,0 0 0 16,-20 6-5-16,-42 2 0 16,-50 4 5-16,-57 1-5 15,-52-3-3-15,-45-1 1 16,-42 2 0-16,-38-1 1 16,-28 2 2-16,-20 0 1 15,-11 1-2-15,0 3-7 16,0-3 1-16,0 5-13 15,0 2-12-15,0 1-22 16,0 0-50-16,0-6-210 0,2-7-458 16</inkml:trace>
  <inkml:trace contextRef="#ctx0" brushRef="#br3" timeOffset="-213274.61">9927 5501 1078 0,'0'0'39'0,"0"0"-38"15,0 0 2-15,0 0-3 16,0 0 5-16,-42-90 26 0,42 35 19 15,16-16 4-15,15-21-27 16,11-17-9-16,10-20-4 16,13-24-11-16,14-27 3 15,18-33-1-15,16-30-4 16,20-19 2-16,12-5-2 16,9-4 0-16,13 11-1 15,20 8 0-15,17 19 3 16,24 25-3-16,10 23 0 15,0 21-1-15,-4 23-4 16,-11 17 5-16,-19 19 2 16,-14 20-2-16,-23 16-3 15,-30 20 1-15,-28 18 2 16,-35 18-3-16,-29 10-8 0,-24 3 3 16,-12 0-10-16,-9 0 10 15,0 0 8-15,0 0 9 16,0 0 1-16,0 0 1 15,0 0-7-15,0 0 16 16,0 0-8-16,0 0-6 16,0 0 1-16,0 0-5 15,0 0 1-15,-7 0-3 16,-2 0 0-16,3 0 0 16,-2-2 1-16,-3-2 0 15,-2 4-2-15,-4-3 1 16,-5-1-2-16,-2 4 2 15,-7 0-9-15,-3 0 9 0,-4 5-12 16,2 6 7-16,4-3 2 16,9 0 6-16,10-4 1 15,7-2 0-15,6-2-3 16,0 0 0-16,0 0 2 16,0 0-3-16,0 0-4 15,0 2-5-15,3 1-1 16,16 5 8-16,10 1 4 15,7-1 3-15,6 3-5 16,-6-1 8-16,-8 2-8 16,-14 7-2-16,-11 3-8 15,-3 7 9-15,-4 5-4 0,-18 3-2 16,-6 4-105-16,-6-8-208 16,-3-8-229-16</inkml:trace>
  <inkml:trace contextRef="#ctx0" brushRef="#br3" timeOffset="-211741.79">14054 701 527 0,'0'0'154'0,"0"0"-128"16,4-109 19-16,-4 66 48 16,0-4-11-16,0-9-17 15,-13-7-16-15,-4-4-24 16,-3-1 11-16,2 9 9 15,-2 18-15-15,1 17 5 0,1 19 11 16,-2 5-38-16,-7 36 9 16,-6 33-17-16,-6 29 0 15,3 19 4-15,5 12-2 16,10-4 7-16,12-6-9 16,9-15-2-16,4-21 2 15,19-23-5-15,9-18 5 16,5-17 3-16,8-11-3 15,2-10 0-15,2-4-1 16,3-13 6-16,0-16-13 16,-4-10-9-16,-7-7 5 15,-13-7 8-15,-7-10 4 16,-13-13 6-16,-6-12-6 0,-2-11 1 16,-6-7-2-16,-14-10 1 15,-6-3 0-15,-4 5 4 16,-1 24-4-16,-2 34-1 15,4 29-1-15,6 25 4 16,-2 2 3-16,-2 22-5 16,1 40-5-16,1 32 3 15,11 19 2-15,14-5-6 16,2-17-10-16,30-21-77 16,13-18-34-16,12-21-52 15,3-19-6-15,1-12-4 16,-5-15 64-16,-9-19-151 15</inkml:trace>
  <inkml:trace contextRef="#ctx0" brushRef="#br3" timeOffset="-210958.31">14355 338 236 0,'0'0'139'0,"0"-119"18"15,-3 89 50-15,-1 23-25 16,-3 14-60-16,-3 46-104 16,-2 27-18-16,2 16 43 15,2 4 2-15,8-4-32 16,0-11-4-16,0-8-2 15,8-15-5-15,-1-21 4 16,-2-15-6-16,-3-12 1 16,-1-11-1-16,-1-3 3 15,0-5 20-15,2-22 20 16,1-15-39-16,2-17-8 0,3-10-2 16,9-3 6-16,7 3-87 15,6 13 60-15,6 20 2 16,6 18-11-16,0 18 16 15,0 18 17-15,-2 27 4 16,-5 12-1-16,-6 4 13 16,-11 0 0-16,-8-5 8 15,-10-8 0-15,0-8-9 16,-3-6 8-16,-19-6 15 16,-8-6 4-16,-5-5-1 15,-4-5-23-15,4-5 2 16,10-7-10-16,8 0-5 15,9-21-2-15,8-10-46 0,0-5-63 16,20-3 34 0,13 2 14-16,8-1 12 0,7-1-7 15,2-3-32-15,4-2 82 16,1-1 6-16,-2 2 14 16,-6 1 33-16,-9 5-3 15,-12 9-13-15,-13 4 2 16,-13 4 20-16,0 5 16 15,-7 3-2-15,-11 6-26 16,-3 6-20-16,-3 0-11 16,2 12-6-16,6 9-3 15,4 1-1-15,7 5 0 16,5 4-3-16,0 3-3 16,20 1 2-16,8-1 3 0,6-1 1 15,-1 2 4-15,-4-7-3 16,-7-2 1-16,-8-6 1 15,-11-5-2-15,-3-4 3 16,0-2 8-16,-6-4 35 16,-19 3 45-16,-13 1-25 15,-6-2-40-15,2-2-20 16,9-5-5-16,10 0 2 16,11 0-4-16,7-15-26 15,5-3-68-15,1-2-19 16,25 4-48-16,12 2 60 0,9 5 31 15,8 3-30 1,5 2-102-16,3-4-79 0</inkml:trace>
  <inkml:trace contextRef="#ctx0" brushRef="#br3" timeOffset="-210656.66">15347 630 379 0,'0'0'249'0,"0"0"17"16,0 0-49-16,0 0-77 15,0 0-22-15,0 0-41 16,20-74-35-16,-28 60-29 15,-1-1-12-15,2-5 1 16,-2 2-2-16,2 2 0 16,-3 1 0-16,4 8-3 0,-3 5-12 15,2 2 13 1,1 0-1-16,-5 15-8 0,-2 11 11 16,1 7 0-16,2 4 0 15,7 0 0-15,3 2 0 16,0 0 0-16,0-2-2 15,3 0-1-15,11-7 2 16,3-8-1-16,3-7-20 16,5-6-18-16,3-7-2 15,6-2-19-15,-1-2-46 16,-3-11-92-16,-3-7-153 16,-9 1-265-16</inkml:trace>
  <inkml:trace contextRef="#ctx0" brushRef="#br3" timeOffset="-210191.84">15663 501 744 0,'0'0'322'0,"0"0"-276"16,0 0-46 0,0 0-22-16,0 0 22 0,42 88 28 15,-9-29 3-15,3 3-14 16,2-3-10-16,-2-7 1 15,-7-10-2-15,-3-12-1 16,-13-12 3-16,-5-9 14 16,-6-7 20-16,-2-2 44 15,0 0 48-15,0-12-5 16,0-15-56-16,-2-14-59 16,-3-6 6-16,2-10-17 15,1 1-2-15,2-1-1 16,0 8-9-16,0 15-31 15,12 9-55-15,13 18-53 16,5 7-48-16,9 4-3 0,0 18-2 16,0 2-117-1,-2-1-176-15</inkml:trace>
  <inkml:trace contextRef="#ctx0" brushRef="#br3" timeOffset="-209965.33">16317 642 740 0,'0'0'252'16,"0"0"-201"-16,0 0-6 15,0 0 53-15,0 0-16 16,0 0-31-16,-2-59-32 16,-1 55-13-16,0 1-3 15,1 0 1-15,-1 1-4 16,-1-1-4-16,3 0 1 0,-1 2-4 16,0 1-9-16,2 0-20 15,0 0-22-15,-1 0 16 16,-1 0-32-16,-1 0-17 15,-3 6-61-15,3 0-86 16,0-2-37-16</inkml:trace>
  <inkml:trace contextRef="#ctx0" brushRef="#br3" timeOffset="-209240.44">15637 571 583 0,'0'0'259'15,"0"0"-227"-15,0 0-32 16,0 0-37-16,0 0 37 16,0 0 0-16,40 76 26 15,-17-35-11-15,0 3-9 16,-4-3 3-16,-7-6-1 15,-8-5 8-15,-4-13 7 16,0-6 42-16,0-8 27 16,0-3 42-16,-7 0 11 15,-3 0-32-15,-1-6-40 16,4-14-44-16,3-7-18 0,4-6-10 16,0-5-1-16,0-2-21 15,13 4-52-15,7 5-52 16,8 10-117-16,8 1-199 15</inkml:trace>
  <inkml:trace contextRef="#ctx0" brushRef="#br3" timeOffset="-209113.26">16176 641 437 0,'0'0'0'15,"0"0"-175"-15</inkml:trace>
  <inkml:trace contextRef="#ctx0" brushRef="#br3" timeOffset="-200323.97">10751 6730 524 0,'0'0'288'16,"0"0"-288"-16,0 0-10 15,0 0-13-15,0 0 23 16,0 0 0-16,0 0-3 15,0 0-16-15,17 93-16 16,-13-70-44-16,-4 4-53 16,0 2-33-16,-7-1-172 0</inkml:trace>
  <inkml:trace contextRef="#ctx0" brushRef="#br3" timeOffset="-200161.07">10703 7135 338 0,'0'0'118'16,"0"0"9"-16,0 0-40 15,0 0-33-15,0 0 5 16,0 0-6-16,43 79-35 16,-29-66-13-16,1 2-4 15,2-1-1-15,-3 3-104 16,1 2-56-16,-6 3-10 16,-8 3-115-16</inkml:trace>
  <inkml:trace contextRef="#ctx0" brushRef="#br3" timeOffset="-200031.58">10808 7494 330 0,'0'0'216'0,"0"0"-131"16,0 0-30-16,0 0-33 16,0 0-6-16,-3 87-3 15,3-66-10-15,5 3-6 16,3 0-74-16,-1 1-63 16,-1 0-55-16</inkml:trace>
  <inkml:trace contextRef="#ctx0" brushRef="#br3" timeOffset="-199890.4">10863 7900 581 0,'0'0'192'0,"0"0"-174"0,0 0-18 15,0 0 5-15,0 0 23 16,-18 86-22-16,14-65-6 16,3-2-28-16,1 1-171 15,0-2-96-15</inkml:trace>
  <inkml:trace contextRef="#ctx0" brushRef="#br3" timeOffset="-199753.06">10844 8240 697 0,'0'0'121'0,"0"0"-121"0,0 0 0 16,0 0 0-16,0 0 0 15,-48 82-93-15,44-63-170 16</inkml:trace>
  <inkml:trace contextRef="#ctx0" brushRef="#br3" timeOffset="-199576.25">10803 8553 805 0,'0'0'42'15,"0"0"-41"-15,0 0 1 16,0 0 0-16,0 0-2 15,0 90 0-15,0-59-57 16,0 7-138-16,0 3-59 16</inkml:trace>
  <inkml:trace contextRef="#ctx0" brushRef="#br3" timeOffset="-199423.88">10855 9072 566 0,'0'0'259'0,"0"0"-250"15,0 0-5-15,0 0 13 16,0 0 47-16,-18 76-57 16,16-52-7-16,2 4-33 15,0 1-95-15,-1 5-98 16,-2 1-209-16</inkml:trace>
  <inkml:trace contextRef="#ctx0" brushRef="#br3" timeOffset="-199261.86">10863 9612 496 0,'0'0'378'16,"0"0"-370"-16,0 0-6 15,0 0 4-15,0 0-3 16,0 0 3-16,-22 85-6 16,22-67-48-16,0 1-80 15,0 1-44-15,0 4-35 16</inkml:trace>
  <inkml:trace contextRef="#ctx0" brushRef="#br3" timeOffset="-199094.67">10875 10075 466 0,'0'0'260'0,"0"0"-228"0,0 0-6 16,0 0-2-16,0 0 29 15,0 0-32-15,0 70-15 16,0-53-6-16,0 2-46 15,0 3-194-15,0-2-362 16</inkml:trace>
  <inkml:trace contextRef="#ctx0" brushRef="#br3" timeOffset="-198930.74">10895 10609 1232 0,'0'0'79'15,"0"0"-79"-15,0 0-31 16,0 0 16-16,-35 84-19 16,35-66-95-16,5 3-160 15,5 0 11-15,-3-3 22 16</inkml:trace>
  <inkml:trace contextRef="#ctx0" brushRef="#br3" timeOffset="-198763.94">10870 11152 116 0,'0'0'645'0,"0"0"-615"15,-20 87-30-15,20-61 4 16,0 1-1-16,5-1-6 16,7 3-85-16,0-2-51 15,-4 2-13-15</inkml:trace>
  <inkml:trace contextRef="#ctx0" brushRef="#br3" timeOffset="-198570.55">10917 11771 1290 0,'0'0'72'0,"0"0"-71"15,0 0-1-15,0 0 0 16,0 0 0-16,8 82-1 15,9-64-43-15,-2 4-18 16,-3 4-45-16,-4-2-106 16,-1-2-31-16,-2 6 4 15</inkml:trace>
  <inkml:trace contextRef="#ctx0" brushRef="#br3" timeOffset="-198336.61">10992 12431 1481 0,'0'0'87'0,"0"0"-85"15,0 0-3-15,-55 81 1 16,59-61-2-16,14 0 1 16,5 1-35-16,-3-2-16 15,-1 1-14-15,-2-1-30 16,-4-5-17-16,0 3-7 15,2-2-7-15,0 1-74 16,0-3-81-16,0 4-2 16</inkml:trace>
  <inkml:trace contextRef="#ctx0" brushRef="#br3" timeOffset="-198169.92">11235 12765 627 0,'0'0'177'0,"0"0"-155"0,0 0 24 16,0 0 13-16,0 0-8 15,0 0-14-15,101 13-32 16,-82-11 3-16,-2-2-8 16,1 0 1-16,-3 0-2 15,4 0-57-15,0-7-103 16,1-7-128-16</inkml:trace>
  <inkml:trace contextRef="#ctx0" brushRef="#br3" timeOffset="-197994.61">11628 12615 1084 0,'0'0'201'0,"0"0"-192"0,0 0 10 15,0 0-5-15,0 0-14 16,0 0-4-16,33-74-61 16,-17 54-1-16,-2-2-69 15,1-2-78-15,-5-6-83 16,0-5-173-16</inkml:trace>
  <inkml:trace contextRef="#ctx0" brushRef="#br3" timeOffset="-197543.52">11761 12129 898 0,'0'0'173'0,"0"0"-157"0,0 0 36 16,-33-89 13-16,30 68-29 15,3-3-36-15,0-3-6 16,0-5-26-16,0 1-43 15,0-3-58-15,4-3-59 16,5 4 3-16,-4-4 4 16,-4 4 9-16,-1-1 136 15,0 1 40-15,0 3 186 16,-8 3-50-16,-2 1 0 16,2-2-29-16,-1 5 12 15,1-1-30-15,1 5-8 16,2-3-9-16,0 3-26 15,4-2-19-15,-1 2-8 16,2 0-18-16,0-3-1 0,0 0-58 16,2 1-43-1,3-5-72-15,-2 1-57 0,-3-3-5 16,0 0 74-16,0-4 52 16,0 1 109-16,-10-3 234 15,0 0 30-15,0 5-16 16,0 5-79-16,3 2-58 15,2 2-37-15,3 6-31 16,2-3-20-16,0 3-23 16,0-3-8-16,4-4-51 15,8-1-42-15,-1-2-133 16,1 4-101-16,-4 1-86 16</inkml:trace>
  <inkml:trace contextRef="#ctx0" brushRef="#br3" timeOffset="-197392.81">11703 10728 688 0,'0'0'266'0,"0"0"-183"16,0 0-16-16,-24-84 14 16,22 65-7-16,2 0-58 15,0-1-16-15,0-1-3 16,0 1-44-16,0-6-40 16,0 5-66-16,2-4-98 15,0 1-63-15</inkml:trace>
  <inkml:trace contextRef="#ctx0" brushRef="#br3" timeOffset="-197234.47">11711 10267 875 0,'0'0'228'15,"0"0"-125"-15,0 0-19 16,0 0-31-16,-13-83-15 16,13 67-30-16,0-2-8 15,10-3-47-15,1-5-55 16,-1 1-65-16,0-4-166 15,-3 2-247-15</inkml:trace>
  <inkml:trace contextRef="#ctx0" brushRef="#br3" timeOffset="-197078.05">11786 9869 1134 0,'0'0'73'0,"0"0"-5"0,0 0 7 15,-13-87-23 1,13 64-30-16,0-4-22 0,5-5-51 15,7-1-41-15,0 0-93 16,-4-2-156-16,-5 4-151 16</inkml:trace>
  <inkml:trace contextRef="#ctx0" brushRef="#br3" timeOffset="-196935.08">11813 9363 1026 0,'0'0'52'16,"0"0"19"-16,0 0 8 15,0 0 8-15,0-91-60 16,0 66-27-16,0-2-5 0,0-2-58 16,0-5-113-16,6-1-190 15,-2 1-327-15</inkml:trace>
  <inkml:trace contextRef="#ctx0" brushRef="#br3" timeOffset="-196774.26">11826 8805 1099 0,'0'0'79'0,"0"0"-64"16,0 0-9-16,-31-93 56 15,31 67-62-15,1 0-4 16,11-4-87-16,-1-2-91 0,-5 0-142 16,-6 2-242-16</inkml:trace>
  <inkml:trace contextRef="#ctx0" brushRef="#br3" timeOffset="-196633.42">11803 8324 910 0,'0'0'107'0,"0"0"-83"15,0 0 1-15,-15-90 47 16,15 64-17-16,0 0-55 16,0-3 0-16,0-2-73 15,0 0-120-15,0 1-206 16</inkml:trace>
  <inkml:trace contextRef="#ctx0" brushRef="#br3" timeOffset="-196484.42">11708 7864 61 0,'0'0'990'0,"0"0"-955"0,0 0-25 16,-35-83 7-16,31 64 34 15,4-2-48-15,0-3-3 16,0-2-98-16,0-4-128 15,0 1-171-15</inkml:trace>
  <inkml:trace contextRef="#ctx0" brushRef="#br3" timeOffset="-196328.03">11601 7358 1022 0,'0'0'39'0,"0"0"-31"16,-19-82-7-16,19 53 8 15,0 4-9-15,0 2-10 16,5 2-88-16,0 3-102 16,-3-2-132-16</inkml:trace>
  <inkml:trace contextRef="#ctx0" brushRef="#br3" timeOffset="-195743.43">11553 6832 699 0,'0'0'90'16,"0"0"-78"-16,0 0-12 0,0 0 0 16,-14-87-3-16,14 61-1 15,0 2-61-15,1 0-13 16,-1 0 44-16,0 2 34 16,0-1-2-16,0-2 2 15,0-4-1-15,-6-5 1 16,-6-4 1-16,1-4-1 15,1-2 0-15,0 2 2 16,3 3 11-16,0 1 10 16,2 5 12-16,0 0 3 15,0 3 50-15,-1-2-14 16,0-1-20-16,3 1-42 16,3-2-3-16,0 1-8 15,-1 3 3-15,-3 1-4 0,-1 4-2 16,-2 4-3-16,-1 3-3 15,-3 0 1-15,0 3-3 16,-2-3-14-16,-4-1 8 16,0 2-41-16,0-1 11 15,-2-1 22-15,-1 6 24 16,-2 2 0-16,0 4 0 16,-3 2-6-16,0 1 12 15,0 3 0-15,-1 1 2 16,0 0 7-16,3 0 11 15,-3 0-15-15,3 8 9 16,4 1-9-16,3-1-2 16,6-1-6-16,3-1-2 0,2 1-2 15,0 2-4-15,2 4 5 16,-2 2 0-16,-2 3-8 16,-1 8-18-16,-1 0-55 15,-4 7-88-15,0 1-74 16</inkml:trace>
  <inkml:trace contextRef="#ctx0" brushRef="#br3" timeOffset="-195630.38">10875 6089 193 0,'0'0'250'15,"0"0"-192"-15,0 0-45 0,0 0 22 16,0 0 2 0,0 0 9-16,-55 100-3 0,50-63-43 15,-4 2-24-15,-4 0-211 16</inkml:trace>
  <inkml:trace contextRef="#ctx0" brushRef="#br3" timeOffset="-195478.56">10782 6578 1294 0,'0'0'41'0,"0"0"-41"15,0 0-36-15,0 0 25 16,-74 93-52-16,74-49-80 15,12 0-251-15</inkml:trace>
  <inkml:trace contextRef="#ctx0" brushRef="#br3" timeOffset="-184631.24">22323 4444 333 0,'0'0'84'0,"0"0"-43"16,0 0-11-16,0 0 55 16,0 0 29-16,0 0-15 15,0 0-37-15,-68-15-11 16,67 15-28-16,-3 0-2 0,0 0 7 16,-2 5 13-16,-1 2 3 15,1-3-4-15,1 0-9 16,2-3 13-16,1-1-17 15,2 0 8-15,0 1 9 16,0-1-15-16,0 0 4 16,0 2-15-16,2-1-16 15,15 4 21-15,9-2-12 16,9 1 1-16,8-1-5 16,8-1-4-16,1-1 7 15,1-1-4-15,-1 0-2 16,-5 0-3-16,-8 0 4 15,-11 0-4-15,-13 0 6 0,-9 0-7 16,-6 0 8-16,0 0 2 16,0 0-8-16,0 0 6 15,0 0-2-15,0 0-5 16,0 0-2-16,0 0-55 16,0 0-64-16,-6 0-92 15,-9 0-149-15,-3 0-129 16</inkml:trace>
  <inkml:trace contextRef="#ctx0" brushRef="#br3" timeOffset="-120025.34">22755 3563 483 0,'0'0'99'0,"0"0"-59"0,-24-95 5 15,15 62 15 1,-1 0 19-16,0 3 16 0,-5 2-28 16,-2 0-10-16,-3 1-16 15,-3-2-20-15,-1 2 4 16,0-1-7-16,-4 2-11 15,4 0 27-15,-2 4-13 16,1 4-3-16,0 4 19 16,-5 6-22-16,0 6-2 15,-5 2-4-15,-2 0-4 16,-3 15-5-16,-6 7 7 16,0 8-6-16,-5 5 5 15,0 5-3-15,1 5 9 16,1 8-1-16,4 6-10 15,3 7 11-15,6 8-1 16,5 3 7-16,8 4 4 16,8 2-12-16,7 3 3 0,6 1 3 15,2-5-3-15,2 1 6 16,18 0-9-16,8-4-6 16,4-1 3-16,7-7-6 15,6-6 6-15,8-8-3 16,9-7 1-16,3-10 0 15,5-10-2-15,4-9-2 16,5-9 7-16,5-12-8 16,7 0 8-16,-1-16 5 15,1-18-10-15,-4-7 5 16,-4-12-1-16,-6-10 1 16,-12-14 4-16,-10-14-12 0,-13-12 10 15,-11-19-7-15,-10-12 0 16,-11-4 1-16,-10 1-4 15,-8 15-3-15,-29 14 3 16,-15 16-9-16,-11 21 6 16,-9 15 1-16,-5 18-13 15,0 19 11-15,2 16-37 16,3 3-57-16,13 23-44 16,11 16-145-16,14-2-114 15</inkml:trace>
  <inkml:trace contextRef="#ctx0" brushRef="#br3" timeOffset="-118411.6">18339 3059 726 0,'0'0'107'0,"0"0"-72"16,0 0 0-16,0 0 10 15,0 0 29-15,0 0-12 16,95-93-4-16,-54 58-19 16,-2-4-14-16,-4-5-17 0,-7-6 4 15,-3-5-3-15,-8-2-5 16,-7-4 1-16,-8 5-3 15,-2 7-1-15,-2 5 5 16,-13 7-1-16,-1 5 11 16,-1 7-15-16,3 8 2 15,6 10 2-15,3 5 6 16,1 2-11-16,1 19-3 16,-5 22 3-16,-2 21 4 15,2 18 15-15,4 13-5 16,4 6-8-16,0-1-4 15,7-5 6-15,8-15-8 16,2-6 5-16,-4-8-6 0,-1-14 1 16,-4-11-14-16,-6-8-47 15,-2-8-99-15,0-9-56 16,0-14-109-16</inkml:trace>
  <inkml:trace contextRef="#ctx0" brushRef="#br3" timeOffset="-118164.37">18641 2740 921 0,'0'0'117'16,"0"0"-79"-16,0 0-34 0,92-34 68 16,-59 34 0-16,-7 21-37 15,-8 13-13-15,-12 6-20 16,-6 6 21-16,-1 2-14 15,-24-2-2-15,-7-6 0 16,-1-6 0-16,-1-6-7 16,7-8-43-16,6-5-43 15,6-5-87-15,11-9-66 16,4-1-69-16,5-11-126 16</inkml:trace>
  <inkml:trace contextRef="#ctx0" brushRef="#br3" timeOffset="-117991.41">18899 2949 450 0,'0'0'389'0,"0"0"-319"0,0 0-58 15,97-24 94-15,-54 15-19 16,2 0-33-16,4 3-41 16,0-3-9-16,0 5-4 15,-2-1-31-15,-7 2-110 16,-7-2-158-16,-4-7-85 15</inkml:trace>
  <inkml:trace contextRef="#ctx0" brushRef="#br3" timeOffset="-117811.52">19428 2556 866 0,'0'0'95'0,"0"0"-53"0,0 0-15 15,0 0-10-15,0 0 48 16,-30 113-10-16,28-46-20 15,2 3-15-15,0-4-15 16,0-4-5-16,11-4-11 16,2-3-96-16,2-11-67 15,0-13-184-15</inkml:trace>
  <inkml:trace contextRef="#ctx0" brushRef="#br3" timeOffset="-117632.06">19677 2797 1064 0,'0'0'64'0,"0"0"-64"16,0 0 0-16,91-37 3 16,-45 32-3-16,-1 5-26 15,-6 0-177-15,-12 5-200 16</inkml:trace>
  <inkml:trace contextRef="#ctx0" brushRef="#br3" timeOffset="-117478.34">19707 3033 1168 0,'0'0'0'0,"0"0"-52"0,0 0 4 15,0 0 39-15,142-30 4 16,-64 18-161-16,9-4-98 15,1 0-99-15</inkml:trace>
  <inkml:trace contextRef="#ctx0" brushRef="#br3" timeOffset="-117189.92">20502 2638 874 0,'0'0'138'15,"0"0"-83"-15,0 0 34 16,-104-62 14-16,76 66-30 15,-4 34-28-15,5 19-38 16,5 15 18-16,16 0-1 16,6-3-21-16,22-14 0 0,20-11 9 15,6-14-12-15,5-12 8 16,-6-14-3-16,-7-4 5 16,-10-7 2-16,-11-13-8 15,-13-2 11-15,-6-3-1 16,-2-2 14-16,-22 3-28 15,-8 5-3-15,0 8 1 16,2 11-4-16,2 2-57 16,2 28-73-16,5 13-74 15,6 9-229-15</inkml:trace>
  <inkml:trace contextRef="#ctx0" brushRef="#br3" timeOffset="-103103.28">11515 8232 506 0,'0'0'138'16,"0"0"-94"-16,0 0 8 16,0 0-21-16,0 0 18 15,0 0 32-15,0 0-4 16,0 0 2-16,0-25-19 16,0 25-21-16,0 0-27 15,0 0-9-15,0 0-3 16,0 0-3-16,2 0-83 0,6 0-152 15,1 0-126-15</inkml:trace>
  <inkml:trace contextRef="#ctx0" brushRef="#br3" timeOffset="-102686.45">11631 9782 877 0,'0'0'171'0,"0"0"-75"0,0 0-53 16,0 0-41-1,0 0 9-15,0 0 15 0,-13-28-12 16,13 28-14-16,0-1-28 16,1 1-108-16,12 0-109 15,-1 0-207-15</inkml:trace>
  <inkml:trace contextRef="#ctx0" brushRef="#br3" timeOffset="-102146.05">11233 12584 954 0,'0'0'250'16,"0"0"-202"-16,0 0-2 15,0 0-29-15,0 0 24 16,0 0 7-16,20 8-19 15,-14-5-17-15,1 1-9 16,-2-4 1-16,-1 0-4 16,-3 2-17-16,1-2-8 0,-2 0-12 15,0 0-20-15,0 0-24 16,0 0-52-16,0 0-38 16,0 0-39-16,0-2-45 15</inkml:trace>
  <inkml:trace contextRef="#ctx0" brushRef="#br3" timeOffset="-101297.83">11044 7314 1033 0,'0'0'78'16,"0"0"-21"-16,0 0-53 15,0 0 14-15,0 0 13 16,91-71 26-16,-28 46-15 15,15 0-24-15,4 1-8 16,-8 4-9-16,-17 8 0 16,-21 4-2-16,-19 5 1 0,-10 1-7 15,-7 2-20 1,-5 0-17-16,-27 2 44 0,-21 16-1 16,-21 9 2-16,-6 1-2 15,3 0 3-15,15-9-2 16,22-9 2-16,17-6 1 15,14-4 5-15,9 0 16 16,0-2-18-16,27-16-6 16,13-5-65-16,12 1-3 15,6 4-56-15,-2 5-149 16,-11 5-275-16</inkml:trace>
  <inkml:trace contextRef="#ctx0" brushRef="#br3" timeOffset="-100713.39">11168 9557 833 0,'0'0'146'0,"0"0"-75"0,0 0-47 15,0 0 49 1,0 0 27-16,0 0 4 0,78-15-36 15,-17 7-15-15,7-3-22 16,3 0-10-16,-8 0-14 16,-12 0-6-16,-15 3 1 15,-18 4 2-15,-11 2-3 16,-7 2-2-16,0 0-7 16,-20 0 3-16,-15 0-7 15,-9 8-37-15,-1 2-22 16,1-1-13-16,9 5-26 15,10 5-70-15,4 10-144 16,4 9-43-16</inkml:trace>
  <inkml:trace contextRef="#ctx0" brushRef="#br3" timeOffset="-100315.92">11198 11651 746 0,'0'0'284'16,"0"0"-220"-16,0 0-28 16,0 0 42-16,0 0 28 15,0 0 1-15,54 17-31 16,-21-30-14-16,10-8-29 15,7-3-16-15,-1 0-17 16,-4-1-9-16,-8 1-31 16,-2-1-47-16,-3 0-97 15,-10 1-314-15</inkml:trace>
  <inkml:trace contextRef="#ctx0" brushRef="#br3" timeOffset="-91684">24458 6975 435 0,'0'0'428'15,"0"0"-327"-15,0 0-75 16,0 0-15-16,0 0 22 16,0 0 40-16,0 0-22 15,0 0-22-15,28-54-21 16,-10 59-3-16,1 22 2 16,-1 7 2-16,-4 12 1 15,-7 8 17-15,-7 7 0 16,0 2-16-16,-7-4-5 15,-12-7-6-15,-6-8 4 0,-3-9-8 16,-10-2 1-16,-10-3-70 16,-8-3-158-16,-6-13-263 15</inkml:trace>
  <inkml:trace contextRef="#ctx0" brushRef="#br0" timeOffset="-74753.42">10756 6102 492 0,'0'0'111'16,"0"0"-78"-16,0 0 40 16,0 0 29-16,0 0 11 15,0 0 8-15,0 0-48 0,0 0-36 16,-10-32 3-16,10 24-5 16,0-1 2-16,0 4 15 15,0 1 3-15,0 3 9 16,0 1-12-16,0 0-25 15,0 0-10-15,0 0-11 16,0 0-1-16,0 0-3 16,0 0-2-16,0 1 0 15,0 16 7-15,-2 2 10 16,-1 5 7-16,0 2-14 16,-1 4 3-16,1 2 1 15,2 3 4-15,1 3-9 0,0-3-1 16,0-2-4-16,0-5 4 15,0 0-4-15,0-1 2 16,0-1 3-16,0 0-3 16,0 3 9-16,0-3 0 15,0 5-9-15,0-1 1 16,0 0-6-16,0-1 4 16,0-4-3-16,1-1-1 15,1-1 1-15,-1-3-2 16,2-3 0-16,-3-1 0 15,0 2 1-15,0-1-1 16,0 4 2-16,0 1-2 16,0-1 2-16,0 0-2 0,0-1 0 15,0 1 2 1,0 1-1-16,0 2 0 0,0 0 3 16,-3 1-2-16,0-1-1 15,0-2 2-15,2-1 0 16,-5 0 4-16,3 0-6 15,-2 2 4-15,-2-1 0 16,4 1-3-16,-1-1 2 16,1 4-3-16,2 1 3 15,1 2-1-15,0-1-1 16,0 2-1-16,0-1 0 16,0-1 1-16,0 2 2 0,0 1-3 15,-2 2 1 1,2-2 1-16,-2 0 0 0,0-5 2 15,1 2-2-15,-1-2-3 16,1 1 4-16,-3-1-2 16,1-2 0-16,0-2-2 15,-1-2 3-15,1-2-3 16,1 0 3-16,-1-1-1 16,-1 1 3-16,-1 2-1 15,2-3-1-15,-2 4 0 16,2 1-1-16,-3 1 0 15,3 3-1-15,-1 3 0 16,-2-2 0-16,2 2 0 16,0-2-1-16,1-2 0 15,0-1 3-15,-1-2-3 16,2 0 2-16,1 0-1 0,-1 1 2 16,-1-3-1-16,-1 2 0 15,2-3 1-15,1 1-1 16,1 0 2-16,-2 2-1 15,2 1-1-15,-1-1 0 16,1 1-1-16,0 0 0 16,0 4 1-16,0 1-1 15,0 4-1-15,0-1 4 16,0 4-4-16,0 1 3 16,0 2-3-16,0 1 1 15,0 0-1-15,0 0 4 0,0-3-3 16,0 0 0-16,0-6-1 15,0 0 1-15,1-3-1 16,2-2 1-16,-1 1-1 16,0-1 2-16,1-1-2 15,1 3 2-15,-3 0-1 16,3 3 2-16,-1 1-2 16,0 3 1-16,1-3 0 15,-1 1 1-15,2-3 0 16,0 2-1-16,0-3 0 15,0-1-1-15,0-2 1 16,-2 0-2-16,1-3 0 16,-1-2 4-16,0 0-4 0,-1-2 0 15,0-3 0 1,0-2 0-16,-1-1 1 0,-1 2-1 16,2-4 0-16,-1 2 1 15,1 1-1-15,2-2 0 16,-3 2 1-16,1 0-2 15,1 3 2-15,-1-1 0 16,1 1-1-16,-1 0 1 16,-1 0-1-16,3-1 2 15,-2 2-2-15,1 0 0 16,0 2 0-16,1 0 0 16,-1 2 0-16,0 2 2 15,3 1-2-15,-3-2 0 16,0 2 0-16,1 0 1 0,0 0-1 15,-2-1 0-15,2 1-1 16,-3 1 2-16,-1-2-1 16,0-2 2-16,0-2-2 15,0-2 6-15,0 0 0 16,0-4-2-16,0-1 1 16,0-2-4-16,0-4 6 15,0-1-7-15,0-4 0 16,0 1 0-16,0-2 2 15,0 2-1-15,0-2-1 16,0 1 0-16,0-1 0 0,0 3 0 16,0 4 0-1,0 0 0-15,0 2 1 0,0 0-1 16,3 0 0-16,-1 0 1 16,-2-4-1-16,1 1 1 15,-1-1-1-15,0-1 0 16,2 0 0-16,-2-1 1 15,0 1-1-15,0 0 0 16,2-2 0-16,-2 0 1 16,0-2-1-16,0 0-2 15,0 0 2-15,2 1 0 16,-2-1-2-16,0 4 3 0,0-2-1 16,0 4 1-1,1 2 0-15,-1 1-2 0,2 0 2 16,-2 2-1-16,2 2 0 15,-2 3-1-15,1 4 1 16,1 1 0-16,-2 2 2 16,2 0-2-16,0-1 0 15,-2-1 0-15,1 2 0 16,1-2 1-16,1 5-1 16,-1 1 2-16,0-1-1 15,-2 2 1-15,1 5 1 16,1 1-1-16,-1 2 4 15,1 1-5-15,2-2 9 16,-1-5-8-16,-2-2-1 16,5-3 2-16,-5-4-3 0,4 1 1 15,-1-2-1 1,0 1 5-16,0-1-5 0,-1-1 0 16,1 2 0-16,-1 0 0 15,1 1 0-15,0 3 0 16,2 0 0-16,-3-1 0 15,1 5 0-15,3 0 0 16,-2 0 0-16,2-3 0 16,0-2 0-16,-2-3 0 15,0 2 0-15,0-2 0 16,-4-1 0-16,1-4 0 16,-2 4 0-16,0-4 0 0,0 2 0 15,0 2 0 1,0 4 0-16,0 3 0 0,0 2 0 15,0 2 0-15,0-1 0 16,0-1 0-16,0-1 0 16,0 1 0-16,0 1 0 15,0 0 0-15,0 1 0 16,0 2 0-16,0-3 0 16,4 1 0-16,-1-4 0 15,0-1 0-15,1 1 0 16,-3-3 0-16,-1 3 0 15,2 3 0-15,-2-2 0 16,0 4 0-16,0-8 0 16,0-4 0-16,0-1 0 15,-5-9 0-15,0-1-3 0,0 2-22 16,0-7-13-16,-2-4-22 16,-1 0-14-16,-2-20-56 15,-3-27-203-15,-3-17-422 16</inkml:trace>
  <inkml:trace contextRef="#ctx0" brushRef="#br0" timeOffset="-73453.69">8343 6810 742 0,'0'0'44'0,"0"0"-25"15,0 0-13-15,0 0-1 16,0 0 19-16,0 0 47 15,0 0-7-15,-81-62-17 16,79 59-16-16,2 3-9 16,0 0-7-16,0 0-5 15,0 0-6-15,0 0-4 0,0 16 0 16,-3 16 7-16,1 9 33 16,2 11-16-16,0 8 3 15,5 12 10-15,16 16-1 16,3 17 5-16,3 29 5 15,3 23 1-15,0 17-11 16,0 7-8-16,1-11-18 16,-5-13-5-16,-2-15-1 15,-6-18 8-15,-8-9 18 16,-10-12-8-16,0-14-7 16,-6-18 13-16,-8-20 3 15,2-22-9-15,6-16-8 16,2-8-2-16,4-5-11 0,0 0 9 15,0 0-10-15,0-6-7 16,0-23-78-16,20-16-221 16,15-18-191-16</inkml:trace>
  <inkml:trace contextRef="#ctx0" brushRef="#br0" timeOffset="-71501.68">10867 5981 764 0,'0'0'111'0,"0"0"-94"15,0 0 43-15,0 0 79 16,0 0-46-16,0 0-32 16,-74-56-12-16,73 47 9 15,1 3-3-15,0 4-7 16,0-3-9-16,0 1-18 15,14-3-10-15,7 3-3 16,7 2-1-16,6 2-5 16,4 0 8-16,2 6 4 15,2 3 3-15,3-2-5 16,0-2-2-16,2-5 3 16,1 0 0-16,0 0-6 0,-7-5 11 15,-6-3-2 1,-4 0-11-16,-10 0 1 0,-7 4 3 15,-6 1-2-15,-3 1 4 16,-5 2-10-16,3-1 9 16,-3 1-1-16,0 0 1 15,0 0 1-15,0 0-5 16,0 0-4-16,4 0-2 16,0 5 5-16,5 8-5 15,1 7 15-15,0 2-11 16,2 2 0-16,-1 5-1 15,-2 3 2-15,1 2 3 16,-2 6-4-16,-1 2 8 0,0 7-6 16,-1 9 1-1,1 2-1-15,1 4 1 0,1 4 1 16,-1-2-2 0,2 2-3-16,-2 3-1 0,2 1 3 15,-1-5-3-15,-1-4 8 16,-1-2-4-16,-6-8 0 15,3 0 7-15,-4-3-12 16,0-2 8-16,2-1 0 16,-2-1-3-16,0-3 4 15,0-2-8-15,3-2 1 16,0-1 2-16,4 0 0 16,-3 0-3-16,3 0 1 15,0 2-1-15,-2-2 1 0,2 0 0 16,-2-5-1-16,-1 0 4 15,-1-1-5-15,-3-2-1 16,0-2 7-16,0 0-7 16,0 0 3-16,0 1-3 15,0 1 3-15,0 3 1 16,0 1 2-16,-2 0-3 16,-3 1-1-16,2-1-2 15,-1-1 4-15,1 0 3 16,1 0-6-16,0-1-1 15,-1 0 4-15,2-1-2 16,-2 0-2-16,3-1 4 16,-1 2-2-16,1 0 0 0,0 1 5 15,0 1-5 1,0 4-2-16,0-2 5 0,0-1-5 16,0 1 0-16,0-2 0 15,0 3 0-15,0 7 0 16,0 2 0-16,0 3 0 15,0 1 0-15,-3-2 0 16,1-1 0-16,1 0 0 16,-3-1 0-16,2 0 0 15,1 2 0-15,-1-1 0 16,1 2 0-16,-1-2 0 16,2-2 0-16,0-1 0 15,0-4 0-15,0-3 0 16,0-1 0-16,0-1 0 0,0-1 0 15,0-1 0-15,-2 0 0 16,2-1 0-16,0 1 0 16,-2 0 0-16,2-1 0 15,-1-1 0-15,1-2 0 16,0-1 0-16,0 3 0 16,0-1 0-16,0 4 0 15,0 6 0-15,0 6 0 16,0 5 0-16,0-1 0 15,0-1 0-15,0-4 0 0,0-1 0 16,0-2 0 0,7 1 0-16,0-5 0 15,0 0 0-15,-1 1 0 0,0-5 0 16,-1 1 0-16,2-1 0 16,-3-4 0-16,0 0 0 15,2-2 0-15,0 1 0 16,-1-1 0-16,1 2 0 15,0 0 0-15,0 2 0 16,1 0 0-16,0-2 0 16,-2 3 0-16,2-2 0 15,-3 4 0-15,2 2 0 16,-2-2 0-16,2 4 0 16,-3-2 0-16,3 1 0 15,0 2 0-15,1-2 0 0,-1 3 0 16,2 0 0-16,1-5 0 15,-1 2 0-15,0-9 0 16,-1-1 0-16,-2-7 0 16,-3 1 0-16,-2 0 0 15,0 0 0-15,0 2 0 16,0-1 0-16,-5 0-45 16,-2 1-20-16,-1 0-17 15,-2-4-43-15,-7-5-176 16,-7-7-359-16</inkml:trace>
  <inkml:trace contextRef="#ctx0" brushRef="#br0" timeOffset="-70354.33">10805 11697 526 0,'0'0'239'0,"0"0"-226"15,0 0-12-15,0 0 36 16,0 0 73-16,0 0-28 0,33-10-14 16,-21 22 4-1,-4 7 10-15,-1 7 0 0,0 9-11 16,-2 4-1-16,0 5-22 16,0 5-1-16,1 2-14 15,1-3-12-15,-2 5-6 16,2-3-7-16,-4-2 5 15,1 2 2-15,-4-4 4 16,0 5 2-16,0-1 0 16,-5-7-4-16,-6-2-1 15,5-5-4-15,-1-2-3 16,0-5 0-16,3-2-6 0,-3-3 5 16,4-1-2-1,-3-2-4-15,1-2 1 0,4-5-1 16,-1-4-1-16,2-3-1 15,0 0-1-15,0-1 1 16,7 4 4-16,3 1 1 16,3-1 1-16,2 3-5 15,2-3 2-15,3 2 2 16,0-1-3-16,2-1 2 16,1 1-1-16,-1-2 0 15,-2 2 3-15,0-1-4 16,-3 2 0-16,-1-5 4 15,3 0-5-15,-4-4 2 16,3 1-3-16,4-4 0 16,1 0 4-16,4 0-1 15,4 0-2-15,0 0-1 0,0 0 3 16,0 0-2-16,-1 0-1 16,0 0-1-16,-2 0 1 15,2 0 0-15,1-6 0 16,-3-5-2-16,0-2 2 15,1 0-2-15,0-4 2 16,-1 1 0-16,-1 2 1 16,-1-3-1-16,-2-1 1 15,-1 2-1-15,-2 3 2 16,-5-4-2-16,-5-6 1 16,0 2 3-16,-1-5-2 0,-2-1 5 15,-3-3 3 1,0-4-10-16,-2-6 2 0,-1-8 4 15,-2-4-6-15,0-9 1 16,0-6-3-16,-15-10 2 16,-10-10 0-16,-6 0 0 15,-7-3-4-15,0-1 2 16,0-2-4-16,6-2-4 16,7 2-4-16,6-2-9 15,9 6-17-15,10 11-57 16,0 12-69-16,12 12-70 15,10 10-149-15,-4 11-494 16</inkml:trace>
  <inkml:trace contextRef="#ctx0" brushRef="#br0" timeOffset="-59657.35">7023 2451 420 0,'0'0'404'0,"0"0"-291"0,0 0-71 16,0 0 18-16,0 0 51 16,0 0-18-16,0 0-85 15,0 0-8-15,0-13 0 16,0 55 7-16,-1 7 5 16,-9 4-4-16,-6 1-8 15,-2-1 0-15,-9-4 0 16,-3-9 9-16,2-12-4 15,4-9-3-15,9-14-1 16,4-5 4-16,2 0 6 16,2-11-11-16,1-3-10 0,4 2 1 15,2 4-4 1,0 7 3-16,0 1 0 0,2 0-25 16,17 13 27-16,7 4 8 15,7-2 1-15,5-2-1 16,-2-5 0-16,-3-5-27 15,-8-3 6-15,-5 0-39 16,-6 0 60-16,-8-11 0 16,-4-6 4-16,-2-2 8 15,0-2 1-15,-3 3 29 16,-6 5 12-16,3 6-9 16,1 1 5-16,3 5-20 15,2 1-30-15,0 14-5 16,0 22-14-16,0 15 19 15,0 13 7-15,0 1-5 0,0 0 1 16,0-7 1-16,0-5-3 16,-7-3 0-16,-3-9-1 15,-2-6-6-15,2-9-147 16,4-15-112-16,6-11-173 16</inkml:trace>
  <inkml:trace contextRef="#ctx0" brushRef="#br0" timeOffset="-59551.56">7105 3012 535 0,'0'0'0'0,"0"0"-135"16</inkml:trace>
  <inkml:trace contextRef="#ctx0" brushRef="#br0" timeOffset="-59086.97">7500 2853 996 0,'0'0'118'16,"0"0"-102"-16,0 0 29 15,0 0 60-15,0 0-28 16,3-87-52-16,-3 73 4 0,-8 5 1 15,-6 3-12-15,-1 6-1 16,-5 0-11-16,-2 7 6 16,-2 21-12-16,0 10-1 15,4 3 1-15,5 5 0 16,10-2-1-16,5-7-4 16,0-7 4-16,6-8-3 15,10-7-1-15,0-7-8 16,-1-7-5-16,0-1-24 15,1 0 14-15,-2-13 21 16,0-9 6-16,-4-7 1 16,-2-6 1-16,-1-1-1 15,-1 0 0-15,0 6 1 0,-2 12 2 16,-2 8-2-16,2 10 10 16,1 0-11-16,3 11-20 15,5 15 19-15,4 7 1 16,1 1 4-16,4-1-3 15,5-4-2-15,5-7-136 16,4-7-204-16,0-11-247 16</inkml:trace>
  <inkml:trace contextRef="#ctx0" brushRef="#br0" timeOffset="-58881.87">7941 2815 145 0,'0'0'1158'0,"0"0"-1103"0,0 0-52 15,0 0-3-15,0 0 23 16,119-22-13-16,-78 17-10 16,3 2-7-16,-5-1-110 15,-9-1-163-15,-11 2-342 16</inkml:trace>
  <inkml:trace contextRef="#ctx0" brushRef="#br0" timeOffset="-58199.02">7190 3104 61 0,'0'0'753'0,"0"0"-634"16,0 0-107-16,0 0-8 16,0 0 10-16,0 0 12 15,0 2-3-15,0-2-11 16,0 0-2-16,0 0 21 16,0 0 65-16,0 0-11 15,0-2-12-15,-1-5-43 16,-1-1-25-16,2 1 0 15,0 3-5-15,0 1-9 0,0 2-23 16,0 1-62-16,2-2-141 16,15 1-234-16</inkml:trace>
  <inkml:trace contextRef="#ctx0" brushRef="#br0" timeOffset="-57797.44">8032 2987 930 0,'0'0'279'0,"0"0"-242"0,0 0-28 15,0 0-9-15,0 0 35 16,97-9-18-16,-48 9-13 16,-2 0-4-16,-2 0-6 15,-7 0-165-15,-10 0-161 16,-17 0-263-16</inkml:trace>
  <inkml:trace contextRef="#ctx0" brushRef="#br0" timeOffset="-57590.87">8016 3110 1060 0,'0'0'111'0,"0"0"-108"15,0 0-3-15,97 0 18 16,-54 0-1-16,6 2-17 15,1-1-6-15,-8 1-196 16,-7-2-306-16</inkml:trace>
  <inkml:trace contextRef="#ctx0" brushRef="#br0" timeOffset="-57119.5">8538 2808 1154 0,'0'0'120'0,"0"0"-120"16,0 0 0-16,0 0 16 16,0 0 1-16,110 2-3 15,-58 20-9-15,-4 6 3 0,-6 7-8 16,-12 4 1-16,-10 2 0 16,-9-3-1-16,-11-3 0 15,0-6 5-15,-7-8-5 16,-14-6 13-16,0-8 10 15,-4-5 36-15,0-2-5 16,2-12-8-16,3-18-7 16,4-15-1-16,13-8-34 15,3-1-4-15,5 6-3 16,20 9 0-16,3 10-5 16,11 7-12-16,7 5-71 15,8 5-57-15,7 3-34 16,-1 4-205-16,-5-1-149 0</inkml:trace>
  <inkml:trace contextRef="#ctx0" brushRef="#br0" timeOffset="-56879.46">9303 2534 1086 0,'0'0'126'16,"0"0"-112"-16,0 0 52 15,0 0 38-15,0 0-93 16,0 0-4-16,-46 82-7 16,41-17 31-16,0 3-20 15,5 0-10-15,0-1 3 0,0-1-4 16,20-6 0-16,3-9 0 16,6-11-100-16,-3-10-72 15,-4-11-162-15,-3-13-138 16</inkml:trace>
  <inkml:trace contextRef="#ctx0" brushRef="#br0" timeOffset="-56041.73">9425 2747 1095 0,'0'0'110'15,"0"0"-104"-15,0 0 4 0,0 0 0 16,0 0-1-16,0 0 7 15,106 106 20-15,-85-55-21 16,-4-1-10-16,-5-5 6 16,-5-5-4-16,-2-10 0 15,-5-8-1-15,1-12 1 16,1-7-7-16,-2-3 9 16,0 0 2-16,0-15 57 15,4-15-43-15,-1-14-24 16,0-6 8-16,2-5-9 15,4 8-2-15,0 11 1 16,5 14-2-16,-1 11-5 16,1 11 7-16,3 0-11 15,-1 21 3-15,1 14 9 0,-2 7 4 16,-1 3 3-16,-3-1-6 16,-1-6 3-16,-2-6-3 15,1-9 1-15,-6-8-2 16,2-9 0-16,-2-6 0 15,4 0 0-15,2-11-18 16,1-16 6-16,-1-11-10 16,0-6 20-16,-4-5 2 15,0 3 3-15,-4 11-1 16,1 13 5-16,0 13 13 16,0 7 11-16,-1 2-31 15,4 5-3-15,2 14-8 16,5 8 11-16,1 5 6 0,1-3-4 15,4-3 0 1,0-4-2-16,5-6 0 0,1-7-37 16,0-6-51-16,1-3-10 15,-1 0 5-15,-2-9 16 16,-5-3 46-16,-8 2 31 16,-3 2 6-16,-5 5-6 15,-1 3 3-15,3 0-3 16,-2 3 5-16,2 11 2 15,4 3 42-15,4 2-24 16,2-6 0-16,5-4 7 16,4-6 3-16,3-3-1 15,-2-10-3-15,0-16 7 16,-4-7 8-16,-9-2 17 0,-8 0 18 16,-2 4 12-16,-7 1-25 15,-15 4-21-15,-6 0-23 16,-1 5-11-16,4 7-13 15,8 6 7-15,9 7-7 16,8 1-15-16,0 7-52 16,0 12-64-16,4 0-72 15,14-3-49-15,6-7-146 16,0-5-80-16</inkml:trace>
  <inkml:trace contextRef="#ctx0" brushRef="#br0" timeOffset="-55604.12">10370 2797 396 0,'0'0'297'0,"0"0"-243"16,0 0-4-16,0 0 80 16,0 0-14-16,0 0-72 15,0-4-29-15,0 2 5 16,0 2-3-16,0 0-17 16,0-1 9-16,2 1 5 15,-2-2-6-15,0 2 5 16,0-1 3-16,0-1 19 15,0 1-3-15,0-2-11 16,0 3-9-16,0 0 0 0,0-2-9 16,0-1-1-1,0-1-2-15,0 0 0 0,0 0-1 16,0 0-1-16,2 1 2 16,-1 1-4-16,-1 2 4 15,0 0 0-15,0 0-6 16,0 0 3-16,0 0-6 15,0 0-2-15,0 0 6 16,0 0 5-16,0 0-6 16,0 0 6-16,0 0-13 15,0 0 13-15,0 0-2 16,0 0-7-16,0 0 1 16,0 0 3-16,0 0 4 15,0 5 0-15,0 1-64 16,0 0-55-16,2 0-86 0,-2 1-79 15,0-1-43 1</inkml:trace>
  <inkml:trace contextRef="#ctx0" brushRef="#br0" timeOffset="-54637.81">10471 2879 355 0,'0'0'317'16,"0"0"-220"-16,0 0-50 15,0 0 107-15,0 0 20 16,0 0-89-16,-27-26-69 0,19 44-13 15,-1 8 1-15,1 8 12 16,5 0-5-16,3-7-8 16,0-4 2-16,6-8-5 15,9-9 5-15,0-6 1 16,2 0 10-16,1-21 24 16,-3-9-13-16,-3-10-7 15,-10-2 10-15,-2-2 27 16,-5-5-30-16,-19 2 3 15,-6 0 12-15,-5 0-22 16,1 9-13-16,8 7-6 16,6 13-1-16,10 9 0 15,4 9-12-15,3 6-7 16,3 18-80-16,0 8-25 0,22-1-62 16,13-5-247-16,4-5-153 15</inkml:trace>
  <inkml:trace contextRef="#ctx0" brushRef="#br0" timeOffset="-54374.6">10606 2730 935 0,'0'0'132'0,"0"0"-127"16,0 0 73-16,0 0 3 16,0 0-30-16,0 0-34 15,67-40-14-15,-47 35 5 16,0-1 4-16,-3 4-8 15,-4 2 5-15,-5 0 2 0,3 0 3 16,-3 12 1-16,0 13 7 16,0 8 4-16,-2 8-3 15,-2 3-2-15,-2-1-9 16,-2 1-7-16,0-4-5 16,2-5-1-16,0-10-176 15,1-11-154-15,-2-12-455 16</inkml:trace>
  <inkml:trace contextRef="#ctx0" brushRef="#br0" timeOffset="-54124">10851 2445 1247 0,'0'0'99'16,"0"0"-99"-16,0 0-8 15,0 0 8-15,0 0 52 16,111 118-5-16,-67-41-7 16,-11 1-18-16,-11 2-6 15,-14 5 30-15,-8-2-22 16,-3-4-20-16,-24-5 4 16,-9-9-8-16,-8-11-3 15,-10-13-141-15,-10-17-245 16</inkml:trace>
  <inkml:trace contextRef="#ctx0" brushRef="#br0" timeOffset="-53475.94">6575 1510 268 0,'0'0'32'0,"0"0"-18"0,22-96-10 15,7 69-2-15,5-4-1 16,7-6 2-16,2-5-1 15,-1-7-2-15,-4-3-221 16</inkml:trace>
  <inkml:trace contextRef="#ctx0" brushRef="#br0" timeOffset="-52724.99">6786 157 475 0,'0'0'0'16,"0"0"0"-16,-17 119 56 15,7-69 37-15,0-8-1 16,0-7-23-16,0-5-61 16,0-9-7-16,3-8 3 15,2-6-4-15,3-3-4 16,2-4-1-16,0 0-5 15,0 0 10-15,0 0 4 0,0 0-4 16,0 0-14-16,10 4 1 16,4 7 13-16,4 6 1 15,4 0 0-15,5 1 1 16,1 1-1-16,1-4-1 16,1-6 0-16,-4-5-4 15,-2-4 4-15,-7 0 10 16,-6 0 11-16,-6-4 29 15,-1-11 23-15,-4-3 19 16,0-3-28-16,0 1 16 16,0 4-38-16,-4 7-11 15,2 4 15-15,1 5-9 0,1 0-36 16,-2 3-1-16,2 15-1 16,0 9-4-16,-1 6 9 15,1 3-10-15,-2 1 10 16,-2 3-9-16,1-2-153 15,2 0-110-15,-1-3-123 16</inkml:trace>
  <inkml:trace contextRef="#ctx0" brushRef="#br0" timeOffset="-52599.16">7103 728 13 0,'0'0'143'0,"0"0"-143"16</inkml:trace>
  <inkml:trace contextRef="#ctx0" brushRef="#br0" timeOffset="-52125.02">7271 317 1134 0,'0'0'99'0,"0"0"-99"0,0 0-3 15,0 0 3 1,-7 110 8-16,17-67 5 0,0 4-6 16,-3-2 5-16,-4-1-10 15,-1-8 6-15,-2-9-7 16,0-12 3-16,0-6-4 15,0-7 3-15,0-2-3 16,0 0 8-16,0 0-7 16,3-8 18-16,5-13-10 15,5-11-9-15,6 3-2 16,6 1-2-16,4 11-15 16,-1 8 7-16,6 9 12 15,-4 7-9-15,3 20 2 16,-3 10-1-16,-6 7 8 15,-8 1 0-15,-8-4 0 0,-8-5 0 16,0-9-1-16,0-7 1 16,-14-8 7-16,-5-7 2 15,-6-2 14-15,-3-3-12 16,-7 0-11-16,-2 0-4 16,0-13-49-16,4-6 5 15,7-9-144-15,11-5-72 16,8-1-110-16</inkml:trace>
  <inkml:trace contextRef="#ctx0" brushRef="#br0" timeOffset="-51909.02">7825 536 1221 0,'0'0'206'0,"0"0"-206"16,0 0 0-16,124-14 8 15,-67 8-6-15,2 1-2 16,-6 4-68-16,-13-1-150 16,-16 1-324-16</inkml:trace>
  <inkml:trace contextRef="#ctx0" brushRef="#br0" timeOffset="-51736.28">7932 720 1335 0,'0'0'216'0,"0"0"-216"16,0 0-36-16,0 0 36 15,126-38 0-15,-76 31-1 16,-5 4-174-16,-11 0-127 15,-20 3-426-15</inkml:trace>
  <inkml:trace contextRef="#ctx0" brushRef="#br0" timeOffset="-51524.63">7942 889 1271 0,'0'0'0'0,"0"0"10"16,0 0-10-16,111 0 18 15,-51-4 1-15,2-5-19 16,-8-1 0-16,-11 4-78 16,-16 0-243-16,-12 1-213 15</inkml:trace>
  <inkml:trace contextRef="#ctx0" brushRef="#br0" timeOffset="-51058.58">8489 621 595 0,'0'0'502'0,"0"0"-409"16,0 0-86-16,0 0-7 15,0 0 20-15,89 0 3 16,-49 22-7-16,0 7-6 15,-5 1-8-15,-9-2 0 16,-13 2-2-16,-8-8 4 16,-5-3 2-16,0-5 3 15,-4-6 37-15,-3-7 12 16,-3-1-10-16,-1 0 19 16,-1-10-13-16,-1-15-34 15,3-4 3-15,3-10-10 16,7 0-12-16,0-1-1 0,4 7-14 15,14 7-5 1,4 10-51-16,8 7-59 0,10 2-64 16,6 5-176-16,5-2-91 15</inkml:trace>
  <inkml:trace contextRef="#ctx0" brushRef="#br0" timeOffset="-50723.4">9247 311 804 0,'0'0'307'0,"0"0"-258"16,0 0-9-16,0 0 57 15,0 0 0-15,0 0-56 16,-45 3-28-16,28 27-13 16,-3 15 13-16,1 14 7 15,7 9-9-15,8 2 6 16,4 2 4-16,0-9-13 16,11-8-8-16,13-10 0 15,7-9 0-15,3-8-4 0,1-10-38 16,2-8-73-16,-2-9-67 15,-5-1-141-15,-5-9-272 16</inkml:trace>
  <inkml:trace contextRef="#ctx0" brushRef="#br0" timeOffset="-50025.92">9355 510 1116 0,'0'0'83'0,"0"0"-83"16,0 0 1-16,0 0 14 16,0 0-8-16,0 0-7 15,86-8-5-15,-53 40 5 16,-1 8 5-16,-2 3 2 15,-8-2-4-15,-6-1-2 16,-7-6 19-16,-6-4 5 16,-3-7-16-16,0-9 6 15,0-6-8-15,0-7-4 16,0-1 29-16,0 0 39 16,0-7 0-16,-3-14-32 15,-4-10-35-15,4-10 2 16,-1-7-6-16,4-2-3 0,0 5-26 15,0 9-36 1,17 12 32-16,4 13-20 0,4 11-3 16,1 0-7-16,1 23 61 15,-4 13-5-15,-3 5 5 16,-5 3 2-16,-2 0 2 16,-4-6 12-16,-4-4 1 15,-5-8 12-15,0-8-15 16,0-5-10-16,0-9 17 15,0-4 20-15,-2 0 26 16,-1 0-14-16,0-12-24 16,-1-11-9-16,2-10-6 15,2-7-2-15,0-4-10 16,2 3-4-16,12 4-1 0,6 8 2 16,5 9-5-16,0 9 0 15,3 9 3-15,1 2 1 16,-3 11 1-16,3 15-4 15,-4 2 7-15,-3 2 0 16,-4 0 1-16,-1-3-3 16,-2-4 2-16,-2-4-1 15,2-4-93-15,2-9-91 16,5-6-109-16,0 0-104 16,1-19 2-16</inkml:trace>
  <inkml:trace contextRef="#ctx0" brushRef="#br0" timeOffset="-49475.32">10229 586 436 0,'0'0'314'0,"0"0"-263"16,0 0-23-16,0 0 109 16,4 80-52-16,8-58-49 15,3-3-32-15,3-6 8 16,4-7-6-16,1-6 11 16,1 0 6-16,-4 0 6 15,-2-14 5-15,-6 0 16 16,-5-2-10-16,-5 0 29 15,-2 0 8-15,-4-3-39 16,-16 0 17-16,-7-4-29 0,1 2-23 16,4 4 5-1,7 9-5-15,8 3-3 0,5 3 0 16,2 2-62-16,0 0-53 16,0 0 3-16,19 0-22 15,8 2-124-15,6-2 18 16,4 0 2-16,0-3 152 15,-6-5 86-15,-4 6 138 16,-5 0 58-16,-5 2-38 16,-1 0-4-16,1 11-62 15,-1 6-41-15,3 5-23 16,0 2-18-16,-3 0-2 16,-1-2-3-16,-1-5-1 0,-4-6 1 15,-4-6-5 1,-2-3 5-16,-3-2 38 0,-1 0 35 15,0 0 31 1,0 0 16-16,0-12-40 0,-5-9-37 16,-5-4-32-16,-3-7-2 15,-2-3 5-15,2-1-18 16,-1-1-1-16,4 1-2 16,7 4-8-16,1 8-41 15,2 6-45-15,0 6-65 16,5 4-45-16,13 2-166 15,4-1-2-15</inkml:trace>
  <inkml:trace contextRef="#ctx0" brushRef="#br0" timeOffset="-49223.32">10750 279 353 0,'0'0'426'0,"0"0"-198"0,0 0-119 16,0 0-61-16,0 0 2 16,0 0-4-16,80 7-12 15,-55 3-6-15,2 4-14 16,-2-4-7-16,-1-3 7 15,-5-1 5-15,1-2-3 16,-4-3 32-16,-3 3-11 16,-3 0-13-16,-2 1-12 15,-3 8-12-15,1 5-2 16,-5 7 2-16,-1 7 6 16,0 6 2-16,-5 7-6 15,-10 3 1-15,0 2 7 0,1-4-9 16,6-5-2-1,6-11-125-15,2-13-145 0,0-13-325 16</inkml:trace>
  <inkml:trace contextRef="#ctx0" brushRef="#br0" timeOffset="-48975.43">11269 39 1277 0,'0'0'92'0,"0"0"-92"16,0 0 0-1,115 109 4-15,-75-38 43 0,-4 18 15 16,-9 7 0-16,-13 7-31 16,-14 2-6-16,-9 0-12 15,-24-7-3-15,-11-11-4 16,-11-12-6-16,-10-11-28 15,-17-13-191-15,-17-15-303 16</inkml:trace>
  <inkml:trace contextRef="#ctx0" brushRef="#br0" timeOffset="-43190.57">1453 2677 879 0,'0'0'169'16,"0"0"-152"-16,0 0-4 0,6-77-3 15,-2 49 41 1,-3 2 27-16,-1 5-28 0,0 3 2 15,0 4-9-15,-3 4-19 16,-7 3-6-16,-4 7-10 16,-1 0 7-16,-3 5-15 15,-4 27-7-15,-1 16 3 16,-1 14 3-16,6 5 0 16,8 0-1-16,7-10 1 15,3-15 1-15,0-14-2 0,8-8-8 16,5-8 3-1,4-4 2-15,0-8-12 0,3 0 3 16,3-8-5 0,4-20 1-16,1-6 5 0,-2-8 8 15,-3-3 5-15,-8 0 4 16,-2 2-4-16,-4 12 7 16,-4 10-1-16,-3 10 12 15,-2 11 21-15,0 0-39 16,0 9-19-16,0 19 13 15,0 6 3-15,0 6 3 16,0-1 0-16,1-4-116 16,6-4-94-16,3-9-139 15,3-7-136-15</inkml:trace>
  <inkml:trace contextRef="#ctx0" brushRef="#br0" timeOffset="-43031.37">1712 2812 949 0,'0'0'23'16,"0"0"-18"-16,-28 102 2 16,21-66 0-16,1-2 15 15,5-1-19-15,1-6-3 16,0-5-57-16,1-10-114 16,12-12-189-16</inkml:trace>
  <inkml:trace contextRef="#ctx0" brushRef="#br0" timeOffset="-42560.4">1812 2495 1086 0,'0'0'74'0,"0"0"-41"0,0 0-22 15,0 0-11-15,0 0 8 16,10 93 21-16,5-30 33 15,-2 2-38-15,-2-2-15 16,-5-7 1-16,-1-11-8 16,-3-8 3-16,-2-11-5 15,0-10 0-15,0-6 6 16,0-6-4-16,-2-4 2 16,-3 0 20-16,-1-12-6 15,0-15-12-15,5-10-6 0,1 0-18 16,3 0 13-16,21 7 1 15,9 10-3-15,7 10 0 16,0 10 3-16,0 0 3 16,-6 24-6-16,-6 7-6 15,-6 5 7-15,-7 2 6 16,-7-5 3-16,-6-4 10 16,-2-8-1-16,0-4 32 15,-9-5 2-15,-9-1-5 16,-9-5-7-16,-3-1-19 15,-3-3-8-15,-9-2-7 0,4 0-20 16,2-7-56-16,8-4-67 16,17-4-80-16,11-1-134 15</inkml:trace>
  <inkml:trace contextRef="#ctx0" brushRef="#br0" timeOffset="-42260.25">2517 2536 843 0,'0'0'362'16,"0"0"-348"-16,0 0 12 0,-98-19 51 15,78 19 37-15,0 14-65 16,3 18-40-16,2 14-6 15,6 13 11-15,9 5-2 16,0-3-4-16,12-7-3 16,14-11-4-16,4-9 5 15,6-10-6-15,6-10 0 16,2-7-6-16,-1-7-21 16,-1 0-51-16,-6-11-59 15,-7-9-99-15,-14-4-274 16</inkml:trace>
  <inkml:trace contextRef="#ctx0" brushRef="#br0" timeOffset="-42104.35">2414 2806 1204 0,'0'0'152'0,"0"0"-152"16,0 0-72-16,0 0 72 15,0 0 10-15,105-3-9 16,-48 3-2-16,6-2-101 15,-4-8-107-15,-7-3-291 16</inkml:trace>
  <inkml:trace contextRef="#ctx0" brushRef="#br0" timeOffset="-41540.45">3001 2378 1033 0,'0'0'301'16,"0"0"-287"-16,0 0-4 16,0 0 44-16,0 0 24 15,-87-26-63-15,81 32-15 16,5 9-6-16,1 1-1 16,0 2 6-16,0-3-3 15,11-1-4-15,6 0 8 16,4-1-1-16,0 2 1 15,3 0 0-15,-4 2-1 0,-4-2-6 16,-2 2-17 0,-9-1-1-16,-5 5 5 0,0 7 8 15,-22 6 0-15,-15 3 12 16,-10 4 10-16,1-8-7 16,4-9-2-16,13-10 6 15,14-10-2-15,11-4-2 16,4 0 5-16,0-3-8 15,7-12-54-15,14-4-42 16,6 2 76-16,-1 0 20 16,1 1 0-16,-3 3 1 15,-4 2 0-15,-9 5 0 16,-4 6-1-16,-5 0-4 16,-2 6-11-16,0 17 2 0,0 8 13 15,-4 8 46-15,-6 4-11 16,5 1 1-16,5-3-13 15,0-7 3-15,7-3-8 16,13-8-12-16,5-3-6 16,5-4-1-16,5-9 0 15,3-7-45-15,4 0-79 16,0-3-95-16,-3-16-309 16</inkml:trace>
  <inkml:trace contextRef="#ctx0" brushRef="#br0" timeOffset="-41331.03">3362 2456 1264 0,'0'0'134'0,"0"0"-134"16,0 0-9-16,0 0 9 15,0 0 18-15,18 97 17 16,-3-46-21-16,-5 5-6 15,-2 2-4-15,1-2-4 16,-4-1-64-16,0-9-143 16,-1-9-218-16</inkml:trace>
  <inkml:trace contextRef="#ctx0" brushRef="#br0" timeOffset="-41141.52">3640 2665 842 0,'0'0'576'16,"0"0"-568"-16,0 0-1 16,0 0-6-16,-24 120 27 15,24-70-9-15,0-1-13 16,0-5-6-16,14-6-6 16,5-7-128-16,3-9-167 15,-2-17-356-15</inkml:trace>
  <inkml:trace contextRef="#ctx0" brushRef="#br0" timeOffset="-40792.73">3841 2542 1300 0,'0'0'151'16,"0"0"-132"-16,0 0 0 15,0 0 9-15,0 0-14 16,0 0-13-16,97-29 1 15,-73 50-2-15,-9 8-18 16,-13 5 16-16,-2 9-2 16,-19 2 3-16,-13 0 1 15,-4-3 6-15,1-11 0 16,5-9-6-16,11-9 3 0,10-10-3 16,8-3 7-16,1 0 8 15,1 0-11-15,20 0 2 16,7-7-6-16,7 2 0 15,7 3 1-15,0 2-2 16,-2 0 0-16,1 8-10 16,-2 5-66-16,0 1-73 15,-6-5-134-15,-4-3-461 16</inkml:trace>
  <inkml:trace contextRef="#ctx0" brushRef="#br0" timeOffset="-40631.28">4298 2741 1354 0,'0'0'117'16,"0"0"-117"-16,0 0 0 15,0 0 2-15,-12 93 9 16,12-58-8-16,4 0-3 16,7-5-17-16,2-5-109 15,0-9-157-15,-5-9-396 16</inkml:trace>
  <inkml:trace contextRef="#ctx0" brushRef="#br0" timeOffset="-40244.03">4437 2512 1396 0,'0'0'95'0,"0"0"-87"15,0 0 44-15,0 0-3 16,0 0-43-16,0 0-6 15,36-62-5-15,-22 72-6 16,-2 10 4-16,-6 0 3 16,-4 6-3-16,-2 2 5 15,0-3 2-15,0-4 5 16,-6-3-5-16,4-4-5 16,2-4-7-16,0 1-2 15,3-4-9-15,13-1 4 16,8-2 9-16,8 0 10 15,2-1 9-15,-3-1-5 0,-6 5-1 16,-10-4-1 0,-10 2 11-16,-3-1 11 0,-2 1-6 15,0 2-7 1,-3 5 10-16,-17 7-9 0,-6 6 3 16,-3 0-15-16,-2 1-61 15,10-5-96-15,4-8-167 16,9-8-308-16</inkml:trace>
  <inkml:trace contextRef="#ctx0" brushRef="#br0" timeOffset="-40091.09">4793 2776 1280 0,'0'0'37'0,"0"0"-33"15,0 0 21-15,-13 103 27 16,9-79-40-16,4-1-12 15,0-4-47-15,0-7-142 16,2-8-405-16</inkml:trace>
  <inkml:trace contextRef="#ctx0" brushRef="#br0" timeOffset="-39660.39">4950 2491 1302 0,'0'0'90'16,"0"0"-89"-16,0 0-1 0,0 0-9 16,0 0 9-16,0 0 10 15,0 70-6-15,-2-43-2 16,-1-3-2-16,1-4 0 16,-1-2 0-16,2-5-25 15,-2 1 6-15,3-4 18 16,0 1-8-16,0-2 9 15,9 0-7-15,11-2 1 16,9-3 2-16,6-4 4 16,0 0-1-16,-2-9-5 15,-8-8-20-15,-8-5 26 16,-9 3 2-16,-3-3 1 0,-5 0 5 16,0 0-2-1,0 4 18-15,0 5 19 0,0 5 28 16,-3 7-6-16,1 1-23 15,2 0-42-15,-1 25-7 16,1 14 3-16,0 12 4 16,0 7 0-16,0-4 0 15,0 1-8-15,0-1-88 16,1-3-80-16,8-8-293 16</inkml:trace>
  <inkml:trace contextRef="#ctx0" brushRef="#br0" timeOffset="-39506">5302 2873 881 0,'0'0'467'0,"0"0"-467"0,0 0-5 16,0 0-13-16,0 0 18 16,0 0 0-16,31 77-12 15,-16-60-201-15,-3-9-145 16</inkml:trace>
  <inkml:trace contextRef="#ctx0" brushRef="#br0" timeOffset="-39141.07">5499 2550 1013 0,'0'0'136'0,"0"0"-136"15,0 0 0-15,0 0 1 16,0 0 36-16,0 0-19 16,-26 57 1-16,26-40 28 15,0-3-6-15,0-2-18 16,0-2-12-16,9 0 15 16,6 3-5-16,3-4-12 15,8-2 6-15,1 1 2 16,4-1 0-16,-3-1-1 15,-1 2 3-15,-4 0 22 16,-6-1-24-16,-4 2 13 0,-4 0-20 16,-9 2-9-16,0 4-1 15,-6 4 3-15,-20 4 0 16,-13-2-3-16,-6-5-1 16,0-3-114-16,5-11-83 15,7-2-346-15</inkml:trace>
  <inkml:trace contextRef="#ctx0" brushRef="#br0" timeOffset="-39004.48">5596 2517 1363 0,'0'0'156'16,"0"0"-154"-16,0 0-4 0,0 0 0 16,88-26-8-1,-63 48-86-15,-3 11-144 0,-5 4-174 16</inkml:trace>
  <inkml:trace contextRef="#ctx0" brushRef="#br0" timeOffset="-38841.61">5826 2829 920 0,'0'0'477'0,"0"0"-461"16,0 0-10-16,-12 79 40 15,8-53 5-15,0 1-31 16,4-1-19-16,0-2-1 15,0-3-65-15,0-9-150 0,8-11-297 16</inkml:trace>
  <inkml:trace contextRef="#ctx0" brushRef="#br0" timeOffset="-38544.48">5978 2526 1234 0,'0'0'240'0,"0"0"-240"16,0 0-3-16,-55 116 3 15,52-59 33-15,3 1-9 0,1-10-6 16,18-9-17 0,3-15-1-16,4-12 0 0,0-8 4 15,-3-4-1-15,-3 0 5 16,-8-11 11-16,-8-2-10 15,-4 1 4-15,-4 0-1 16,-23 1-12-16,-7-2-9 16,-6 2-36-16,2 4-69 15,4-3-126-15,11-6-361 16</inkml:trace>
  <inkml:trace contextRef="#ctx0" brushRef="#br0" timeOffset="-38077.15">6083 2447 1504 0,'0'0'0'0,"0"0"5"15,0 0-5-15,0 0 49 16,0 0-28-16,97-54-21 16,-83 54 0-16,-6 14-1 15,-6 10 1-15,-2 10 12 16,0-1-6-16,0 1 11 15,0-3-9-15,0-7-7 16,2-4 0-16,7-11-1 16,0-2-2-16,1-6-20 15,-3-1 6-15,-4 0 16 16,-3 0 2-16,0 0 2 0,0 1 3 16,0-1-4-16,0 2-2 15,0 0-1-15,0 2-21 16,0 7-12-16,0 7-19 15,0 9 52-15,0 6 0 16,0 5 0-16,12 3 1 16,3 3-1-16,3 1 3 15,2 0-1-15,-1-5 1 16,-6-7-3-16,-3-11 14 16,-8-11 12-16,-2-5 19 15,0-5 3-15,-7 4-5 16,-21 1-2-16,-13 3-21 15,-7 1-20-15,-4 0-13 16,-3-1-94-16,2-7-186 16,-2-2-381-16</inkml:trace>
  <inkml:trace contextRef="#ctx0" brushRef="#br0" timeOffset="-35745.21">10243 4227 830 0,'0'0'234'16,"0"0"-170"-16,0 0-29 15,0 0-14-15,0 0 36 16,0 0-3-16,-45 104-16 16,28-62-24-16,-1-3-10 15,-4-1 12-15,0-3-5 16,-1-5-5-16,3-8-1 0,5-7-4 16,7-7 1-16,5-7-2 15,3 3-7-15,3-4-23 16,21 4 29-16,11-3 1 15,6-1 0-15,2 0 0 16,1 0-5-16,-3 0-4 16,0-5 9-16,-9-4 1 15,-9-2 1-15,-8-2 1 16,-7 0 7-16,-6-2-4 16,-2-3 19-16,0-2 6 15,-3-1 3-15,-11 1-10 16,3 6 0-16,1 2 2 0,3 6 1 15,2 4-7-15,3 2 9 16,0 8-29-16,2 22 1 16,0 13 4-16,0 12 11 15,0 0-4-15,0 2-6 16,0 0-5-16,4-7-2 16,1-3 0-16,0-10-25 15,1-6-74-15,3-13-109 16,-2-14-253-16</inkml:trace>
  <inkml:trace contextRef="#ctx0" brushRef="#br0" timeOffset="-35457.91">10676 4172 1254 0,'0'0'101'16,"0"0"-81"-16,0 0 25 15,0 0 37-15,-27 133-1 16,21-62-32-16,-1 2-19 16,1-4-2-16,-3-3-8 15,2-5-18-15,3-5 3 16,4-7-5-16,0-7-16 15,0-11-44-15,10-8-62 0,7-8-64 16,9-12-92-16,0-3-141 16</inkml:trace>
  <inkml:trace contextRef="#ctx0" brushRef="#br0" timeOffset="-35076.56">10977 4453 894 0,'0'0'218'0,"0"0"-150"16,0 0 65-16,-102-84 26 15,77 84-79-15,0 4-39 16,0 26-23-16,3 12-1 0,4 9 11 16,4 5-13-1,8-2-5-15,6-4-5 0,0-13-4 16,10-8 0-16,13-12-1 15,6-13-2-15,6-4 1 16,5-7-22-16,0-20-22 16,-3-6-9-16,-7-7 11 15,-12-2 19-15,-6 2 2 16,-5 4 22-16,-6 12 4 16,-1 10 2-16,0 9 33 15,0 5-12-15,0 0-27 16,6 21-15-16,0 10 15 0,2 2 1 15,4-2-1 1,0-3-57-16,-1-2-158 0,1-9-179 16</inkml:trace>
  <inkml:trace contextRef="#ctx0" brushRef="#br0" timeOffset="-34902.82">11138 4650 1268 0,'0'0'75'16,"0"0"-55"-16,0 0-15 16,115-36 37-16,-51 21-21 15,4 0-21-15,-4 3-6 0,-8-4-77 16,-5 1-134 0,-9-2-190-16,-12-3-250 0</inkml:trace>
  <inkml:trace contextRef="#ctx0" brushRef="#br0" timeOffset="-34511.98">11596 4297 962 0,'0'0'156'0,"0"0"-69"15,0 0-19-15,0 0-40 16,-10 81 53-16,10-28-13 16,0-1-44-16,1-5-11 15,3-7-2-15,-3-8-2 16,-1-9-7-16,0-9 1 0,0-8-1 15,0-4 0-15,0-2 8 16,0-2 2-16,0-15-3 16,2-11-9-16,3-2-11 15,5 1 0-15,3 3-17 16,8 5 10-16,2 5 1 16,9 9-15-16,-1 7 13 15,1 0 18-15,-3 9-2 16,-4 14 3-16,-7 2 0 15,-6 3 2-15,-7 0 15 16,-5-4 14-16,0-2 7 16,-22-3-1-16,-10-2 7 15,-7-3-1-15,-5-2-29 16,2-4-9-16,5-7-5 0,11-1-44 16,7 0-68-1,9-12-93-15,8-18-323 0</inkml:trace>
  <inkml:trace contextRef="#ctx0" brushRef="#br0" timeOffset="-34293.02">11841 4199 1127 0,'0'0'143'0,"0"0"-134"15,81 90 17-15,-46-36 72 16,-5 5-45-16,-5 0-14 0,-10 1-2 15,-9-3-19 1,-6-1-8-16,-3-1-8 0,-23-5-2 16,-8-5-2-16,-1-9-45 15,3-13-108-15,7-16-74 16,8-7-235-16</inkml:trace>
  <inkml:trace contextRef="#ctx0" brushRef="#br0" timeOffset="-34107.64">12198 4499 1313 0,'0'0'179'0,"0"0"-179"16,0 0 0-16,112 4 11 15,-62-3-7-15,3-1-4 16,-3 0-68-16,-11 0-203 15,-16-10-473-15</inkml:trace>
  <inkml:trace contextRef="#ctx0" brushRef="#br0" timeOffset="-33940.45">12320 4602 1466 0,'0'0'0'0,"0"0"20"15,0 0-20-15,97 3 23 16,-56 0-23-16,0 3-43 16,-13-2-189-16,-17 1-346 15</inkml:trace>
  <inkml:trace contextRef="#ctx0" brushRef="#br0" timeOffset="-33793.9">12243 4846 403 0,'0'0'1049'16,"0"0"-1046"-16,0 0 16 16,0 0-19-16,87-3 10 15,-34-3-10-15,5-2-136 16,-2-1-124-16,-8-2-369 0</inkml:trace>
  <inkml:trace contextRef="#ctx0" brushRef="#br0" timeOffset="-33479.04">12773 4602 1262 0,'0'0'52'0,"0"0"-37"16,0 0-4-16,-5 90 43 15,21-54-18-15,7-5-18 16,3-7-9-16,-1-10-3 0,0-8-1 15,-3-6 4-15,-4 0-6 16,-1-16 9-16,-4-6 8 16,-4-2 31-16,-5-7-5 15,-4 0-27-15,0-5 7 16,-16 1-9-16,-11 1-17 16,-3 8-3-16,2 6-4 15,2 11-41-15,8 9-33 16,7 0-64-16,7 6-106 15,4 8-120-15,4-5-164 16</inkml:trace>
  <inkml:trace contextRef="#ctx0" brushRef="#br0" timeOffset="-33220.84">13134 4331 1221 0,'0'0'110'0,"0"0"-45"16,0 0 82-16,0 0-40 16,0 0-51-16,0 0-56 15,-59 40 4-15,54 26 32 16,2 8-12-16,3-3-16 16,0-3 0-16,0-3-5 15,10-10-2-15,3-5-1 0,4-11-7 16,0-8-53-1,3-10-79-15,0-10-102 0,0-11-243 16</inkml:trace>
  <inkml:trace contextRef="#ctx0" brushRef="#br0" timeOffset="-32229.64">13274 4539 1214 0,'0'0'180'15,"0"0"-143"-15,0 0 60 16,0 0-37-16,0 0-60 16,0 0 15-16,54 66 18 15,-29-19-19-15,-7 4-13 16,-3-4 6-16,-5-9 1 0,-3-6-4 16,-4-9 1-16,-3-12-4 15,0-4 0-15,0-7 2 16,0 0 1-16,0 0 11 15,0-14-2-15,0-13-11 16,0-12-1-16,0-8-1 16,0 1-4-16,0 3-9 15,10 10 11-15,0 14 1 16,3 8-5-16,3 11-7 16,0 0 8-16,4 21 0 15,1 10 1-15,-3 4 4 16,-1 3 0-16,-4-3 0 0,1-7 0 15,-4-6 1 1,-4-9-1-16,-1-6 2 0,-3-3-2 16,-1-4 3-16,1 0-1 15,0-5 9-15,3-14-7 16,2-8-1-16,-2-4-3 16,2 3 0-16,-3 3 0 15,-1 7 0-15,3 7 2 16,-2 4 5-16,3 3 5 15,4 2-6-15,0 2-2 16,6 0-3-16,-1 0 0 16,0 0-2-16,-1 2-1 15,-1 4 2-15,0-1-1 16,1-1-14-16,0-4-16 16,4 0-33-16,1 0-33 0,0-6-5 15,-5-1 32-15,-5-1 45 16,-7 5 25-16,-3 3 1 15,0 0 13-15,0 0 19 16,0 0 2-16,0 0 5 16,0 0-12-16,0 0-6 15,-5 2 6-15,-2 9 13 16,-3 4 7-16,4 1-25 16,3 0-1-16,0-1-3 15,3 0-16-15,0-1 2 16,0-4 1-16,4-1-6 15,3-1 2-15,-1-5-2 0,3-1-1 16,-1-2-1-16,-1 0 2 16,1 0 0-16,-3 0 6 15,0-1-2-15,0-11 0 16,-3-2-1-16,0-2-1 16,-2 0-2-16,0-4 3 15,0 3-3-15,-2-3 0 16,-3 2 1-16,-4-4-2 15,1 1 1-15,-2 0 0 16,2 7 0-16,1-1 3 16,2 6-4-16,3 4 1 15,1 2-1-15,1 3-7 16,-2 0-38-16,2 0-37 0,0 0-15 16,0 0-49-1,0 0-36-15,0 10-13 0,0 5 51 16,5 1-75-16,3-3-59 15</inkml:trace>
  <inkml:trace contextRef="#ctx0" brushRef="#br0" timeOffset="-31911.61">13944 4615 118 0,'0'0'540'15,"0"0"-513"-15,0 0 22 16,0 0 55-16,38 92 16 0,-25-66-60 15,0-4-5-15,4-5 6 16,-2-5-23-16,0-8 25 16,3-4-13-16,-1 0 21 15,-2-14 8-15,-1-10-8 16,-6-5 1-16,-5-3-3 16,-3-2-13-16,0-2-3 15,-8 4-25-15,-9-1-11 16,-5 1-12-16,2 2-3 15,-2 1-2-15,4 6 0 16,7 4-4-16,2 9-21 16,4 7-29-16,3 3-40 15,2 6-86-15,0 14 75 16,0 2-25-16,0-4-170 16,0-5-169-16</inkml:trace>
  <inkml:trace contextRef="#ctx0" brushRef="#br0" timeOffset="-31529.04">14262 4356 922 0,'0'0'162'0,"0"0"-145"0,0 0 95 16,0 0 12-1,0 0-71-15,0 0-31 0,7-7-12 16,7 7 33-16,4 0-1 16,0 0-22-16,1 0-10 15,-1 0 7-15,-2 0-2 16,-2 0 1-16,-2 0 2 16,-6 0-1-16,3 2-5 15,-2 5-1-15,1 8-9 16,2 14 3-16,-3 9 5 15,-4 11 13-15,-2 5-2 16,-1 2-5-16,0 1-8 16,-1-3-4-16,-8-5-4 15,1-8-9-15,0-5-94 16,-1-13-91-16,1-9-172 0,2-14-521 16</inkml:trace>
  <inkml:trace contextRef="#ctx0" brushRef="#br0" timeOffset="-31261.21">14517 4116 1298 0,'0'0'91'16,"0"0"-77"-16,0 0-1 0,111 52 85 15,-67 0-40-15,-4 14-9 16,-6 11-11-16,-11 4 25 16,-13 7-12-16,-10 2-26 15,0-6 0-15,-19-3-8 16,-9-7-15-16,-9-7-2 16,-5-7-5-16,-7-5-54 15,-9-14-158-15,-5-13-413 16</inkml:trace>
  <inkml:trace contextRef="#ctx0" brushRef="#br0" timeOffset="-28995.76">13600 3328 105 0,'0'0'349'0,"0"0"-338"15,0 0-11-15,0 0 0 16,0 0 0-16,0 0 2 15,0 0 10-15,-67 65 37 16,63-65 102-16,-2 0 12 16,3 0-12-16,-4 0-42 15,3-3 10-15,2-13-43 16,2-8-14-16,0-7-23 16,18-14-20-16,25-18 1 15,26-22 0-15,33-22 3 0,40-28-1 16,35-18-11-16,39-9 12 15,21-7-16-15,11 4-4 16,9 1-3-16,8-4 2 16,11-5 6-16,6 4-7 15,-6 8 0-15,-14 17 2 16,-23 20-1-16,-25 25 0 16,-30 20 13-16,-37 17-8 15,-41 18 0-15,-44 17-4 16,-30 12 0-16,-23 7 11 15,-7 1 12-15,-2 1 13 16,0 0-17-16,0 1-19 0,0 1 0 16,0 3 5-16,0 1-3 15,0-2-4-15,0 2 1 16,0 0 0-16,-2 0-2 16,-7 0 0-16,-7-2-3 15,-4 0 1-15,-6 0 2 16,2-1 1-16,3-3 2 15,2-1-1-15,4 3 0 16,7-1-2-16,1 1 1 16,5 2 0-16,2 1-1 15,0 1 0-15,0 0-4 16,0 0-1-16,0 0-11 16,0 0-62-16,5 16-8 0,10 6-29 15,10 0-64 1,5-7-176-16,4-11-115 0</inkml:trace>
  <inkml:trace contextRef="#ctx0" brushRef="#br0" timeOffset="-28495.69">17611 435 903 0,'0'0'128'16,"0"0"-112"-16,0 0 63 15,0 0 55-15,0 0-32 16,0 0-31-16,-8-12-46 15,8 12-25-15,10 0 0 16,10-3 13-16,9-1-2 16,7-1 7-16,7-2-11 15,6-3 12-15,-2-2-10 16,-4 1-2-16,-6 2 1 0,-12 5-5 16,-10 1 0-1,-10 3 0-15,-5 0 1 0,0 0 10 16,0 0 11-16,0 0-11 15,0 0-13-15,0 4-1 16,0 22-11-16,-6 12 11 16,1 13 5-16,-5 7 6 15,-3 4-7-15,2-1-3 16,-2-2-1-16,1-6-29 16,7-8-42-16,5-9-37 15,0-8-77-15,10-19-163 16,12-9-231-16</inkml:trace>
  <inkml:trace contextRef="#ctx0" brushRef="#br0" timeOffset="-28129.83">18305 139 974 0,'0'0'127'16,"0"0"-114"-16,0 0 24 0,0 0 28 15,0 0-52 1,-2 79-5-16,2-8 65 0,0 13-27 15,8 4 19-15,-1 2-20 16,-3-3-21-16,-1-2-4 16,-1-4-11-16,1-9-1 15,-1-11-4-15,-1-12-4 16,-1-6-30-16,2-10-64 16,-1-8-68-16,2-13-182 15,3-12-224-15</inkml:trace>
  <inkml:trace contextRef="#ctx0" brushRef="#br0" timeOffset="-27445.01">18947 349 1043 0,'0'0'171'15,"0"0"-161"-15,0 0 3 16,0 0 67-16,0 0-56 16,0 0-24-16,-12 9-6 15,9 16 6-15,-3 3 28 0,-3 0-10 16,-3-1 6-1,-5-2 1-15,-3 0-13 0,-1-5 10 16,0-3-12-16,7-8-6 16,5-4 1-16,6-5-3 15,3 0 8-15,0 0 4 16,0 0-14-16,0-9-4 16,0-2-10-16,0 4 14 15,0 3 1-15,0 3 0 16,0 1-1-16,0 0 0 15,0 0-29-15,6 0 10 16,11 12 19-16,7 3 1 0,4 3 3 16,7-1-4-16,6-4 2 15,0-3-1-15,1-3-1 16,-4-5 2-16,-7-2 0 16,-10 0 1-16,-6 0 11 15,-5-12-9-15,-7-5 7 16,-3-1-5-16,0-4-3 15,0 2 1-15,-8-2-5 16,-2 5 0-16,2 3 12 16,3 7-8-16,3 4 1 15,0 3-2-15,2 0-3 16,0 9-18-16,0 18 2 16,0 13 16-16,0 8 4 15,0 2 2-15,0 3-3 16,4-7-2-16,-1-1 2 0,2-4-6 15,-1-7-46-15,2-6-111 16,1-12-74-16,5-13-197 16</inkml:trace>
  <inkml:trace contextRef="#ctx0" brushRef="#br0" timeOffset="-27195.64">19321 275 994 0,'0'0'222'0,"0"0"-205"0,0 0-11 16,0 0-5-16,0 0 25 16,-13 129 61-16,13-64-34 15,0 2-33-15,3 2-16 16,7-3 14-16,0-1-14 15,4-9-4-15,3-5-7 16,3-9-102-16,1-10-58 16,4-15-116-16,2-14-161 15</inkml:trace>
  <inkml:trace contextRef="#ctx0" brushRef="#br0" timeOffset="-26796.83">19735 517 916 0,'0'0'211'0,"0"0"-171"15,0 0 43-15,-74-84 38 16,62 78-19-16,2 6-63 16,-5 4-31-16,-7 23-8 15,-3 11 0-15,2 8 5 16,6-2 0-16,11-1-5 15,6-6 5-15,0-8-5 16,6-8 0-16,12-8-1 0,4-6-3 16,1-7 3-16,1 0-8 15,-3-8-4-15,-2-13 11 16,-2-4 0-16,-5-6 2 16,-4 2 0-16,-2 7 4 15,0 7 0-15,-5 9-2 16,1 4 0-16,-2 2-2 15,3 5-24-15,4 20-2 16,5 11 21-16,1 3 5 16,7-2-1-16,2-4-38 15,5-6-104-15,-1-8-126 16,-1-10-205-16</inkml:trace>
  <inkml:trace contextRef="#ctx0" brushRef="#br0" timeOffset="-26264.33">19980 678 1176 0,'0'0'194'16,"0"0"-194"-16,0 0 0 15,0 0 4-15,104-17 35 16,-41 11-13-16,6 2-21 16,-4-2-5-16,-8 2-42 15,-10 1-71-15,-9-6-11 16,-11 0-24-16,-12-4-3 15,-9 0 95-15,-6-2 56 16,0-2 19-16,-3-1 45 16,-7 1 10-16,2 6-8 0,3 3 26 15,3 8-21-15,1 0-33 16,-5 9-38-16,3 18 2 16,-2 8 32-16,3 4-9 15,2-2-7-15,0-1-3 16,0-11-12-16,0-4 4 15,0-8-1-15,0-7-3 16,0-4 1-16,0-2 0 16,2 0 9-16,6-4 4 15,6-14-9-15,4-8-8 16,6-1-9-16,1 2-16 16,2 8-14-16,1 6-4 15,2 6 39-15,-2 5 1 0,-3 2 3 16,-3 18 4-16,-8 4 12 15,-6 4-7-15,-8-1 14 16,0 1 14-16,-7-6 0 16,-13 0 7-16,-5-6-21 15,-6-5-13-15,-1 0-10 16,2-5 0-16,1-5-152 16,6-1-89-16,4-8-352 15</inkml:trace>
  <inkml:trace contextRef="#ctx0" brushRef="#br0" timeOffset="-26045.93">20758 260 1018 0,'0'0'240'0,"0"0"-235"15,73 104-5-15,-41-48 37 16,-7 8 25-16,-8 5-12 15,-14 7-9-15,-3 2-20 16,-10 3-9-16,-20-4-7 16,-10-8-5-16,-7-8-84 15,-10-5-61-15,-5-12-119 16,-10-13-199-16</inkml:trace>
  <inkml:trace contextRef="#ctx0" brushRef="#br0" timeOffset="-22113.56">17578 1479 1045 0,'0'0'151'0,"0"0"-148"16,0 0 2-16,0 0 13 16,0 0 17-16,0 0-18 15,0 0 30-15,122-10 3 16,-63 7-31-16,-3-5-3 16,-9 4-3-16,-10 3-8 0,-11 1 7 15,-9 0-9-15,-10 0-2 16,-5 0-1-16,-2 0 0 15,0 2 10-15,-6 18 19 16,-7 15 15-16,-7 11-6 16,0 5-24-16,0 2-8 15,3-3-6-15,3 1 5 16,1-3-5-16,7-4 0 16,4-7-26-16,2-10-58 15,2-8-71-15,20-12-65 16,4-7-196-16,3-11-90 15</inkml:trace>
  <inkml:trace contextRef="#ctx0" brushRef="#br0" timeOffset="-21831">18173 1271 1083 0,'0'0'94'0,"0"0"-94"16,0 0 0-16,0 91 69 15,0-15 47-15,0 9-54 16,10-1-18-16,5-6-12 16,-2-5-8-16,1-2-5 15,-6-6-12-15,-3-4-4 0,-4-6-3 16,-1-10-4-16,0-3-43 15,0-11-88-15,0-10-20 16,0-12-177-16,9-9-81 16</inkml:trace>
  <inkml:trace contextRef="#ctx0" brushRef="#br0" timeOffset="-21264.19">18497 1421 1020 0,'0'0'167'16,"0"0"-167"-16,0 0 0 15,0 0 3-15,0 0 53 16,0 108-2-16,0-66-24 15,0-2-6-15,-3-6-7 16,-6-3-10-16,-2-6 1 16,-4-6-7-16,2-4 2 15,-1-5 0-15,2-7 0 16,6-3 0-16,0 0 1 0,3 0-4 16,2-3-34-16,1-5 18 15,0 1-4 1,0 5-1-16,16 0 12 0,10 2 9 15,7 0 3-15,5 0 0 16,4 6-6-16,7-3 8 16,-4-3-5-16,-2 0 4 15,-8 0-3-15,-13-6 2 16,-7-7 4-16,-10-5 3 16,-5-4 14-16,0-4-8 15,-5 0 5-15,-12 5 20 16,-1 3-7-16,3 9-5 15,6 6 13-15,1 3-15 0,3 13-27 16,-3 20 5 0,-1 18-5-16,3 9 0 0,2 7 3 15,2 0-6-15,2-2-26 16,0-4-32-16,0-7-96 16,2-8-33-16,-2-8-191 15,-6-11-127-15</inkml:trace>
  <inkml:trace contextRef="#ctx0" brushRef="#br0" timeOffset="-20942.12">18044 1925 1228 0,'0'0'170'16,"0"0"-170"-16,0 0 0 16,0 0 17-16,77 89 61 15,-15-35-27-15,13 1-26 16,10 0-12-16,2-5-8 15,-6-1-5-15,-13-3-1 16,-14 0-32-16,-16-8-53 0,-13-5-96 16,-13-14-144-16,-12-16-261 15</inkml:trace>
  <inkml:trace contextRef="#ctx0" brushRef="#br0" timeOffset="-20761.73">18367 1995 1336 0,'0'0'150'0,"0"0"-147"16,-122 28 10-16,83 24 40 15,-1 16-3-15,2 8-19 16,6 4-30-16,2 2-1 16,8 2-34-16,2 4-97 15,2-8-150-15,-1-12-293 0</inkml:trace>
  <inkml:trace contextRef="#ctx0" brushRef="#br0" timeOffset="-19344.1">8006 5193 1058 0,'0'0'166'16,"0"0"-65"-16,0 0-11 0,0 0-30 16,0 0 15-1,0 0-4-15,0 0-14 0,136-18 4 16,-45 9-28-16,10-2-8 16,6 2-11-16,-4-1-5 15,-9 1-4-15,-17 3-3 16,-18 2-2-16,-21 4-20 15,-15 0-94-15,-18 0-175 16,-6 10-310-16</inkml:trace>
  <inkml:trace contextRef="#ctx0" brushRef="#br0" timeOffset="-17049.54">20143 1463 912 0,'0'0'185'0,"0"0"-168"15,0 0-9-15,0 0 38 16,0 0 51-16,0 0-9 16,0 0-38-16,-41-25-32 15,41 23 1-15,0 1-8 16,0-1-4-16,2 0 13 16,6 0-20-16,5-2 13 15,8 3 14-15,7-2-25 16,4 2 15-16,5-5-9 15,3 4-1-15,-2-5-2 0,-5 3 0 16,-6 0-3 0,-12 1 1-16,-8 1-1 0,-4 2-2 15,-3 0 2 1,0 0 4-16,0 0-6 0,0 19 9 16,-1 11-8-16,-4 13 20 15,1 11-14-15,-1 6 0 16,0-1-5-16,0-3-2 15,0-10 0-15,0-5-10 16,2-7-22-16,2-5-24 16,1-6-63-16,0-10-79 15,7-11-173-15,9-2-137 16</inkml:trace>
  <inkml:trace contextRef="#ctx0" brushRef="#br0" timeOffset="-16779.21">20620 1258 1040 0,'0'0'182'0,"0"0"-182"15,0 0 0-15,0 0 16 16,0 104 106-16,0-33-20 15,7 10-64-15,2 3 10 16,-1 1-20-16,-1-7-18 0,1-6-6 16,-3-4-3-1,0-3 0-15,-3-6-1 0,-2-11-60 16,0-4-61-16,0-15-122 16,0-14-235-16</inkml:trace>
  <inkml:trace contextRef="#ctx0" brushRef="#br0" timeOffset="-16298.28">21097 1589 1064 0,'0'0'156'0,"0"0"-137"0,0 0 45 16,-52-90 55-16,39 77-44 16,-2 5-20-16,-2 8-19 15,-1 4-22-15,-6 24-12 16,-1 15 7-16,-2 13-6 16,7 2 6-16,6-3-1 15,3-7-1-15,11-9-7 16,0-9-3-16,8-7 3 15,16-10 0-15,4-9-6 16,11-4 4-16,6 0-1 16,1-15-28-16,-2-5-16 0,-8-8-14 15,-13-6 38 1,-7-3 14-16,-6-6 8 0,-7 2 1 16,-3 9 2-16,0 10 3 15,0 13 27-15,0 5-4 16,0 4-28-16,-4 6-2 15,1 18-16-15,1 8 18 16,2 3 0-16,0-1-64 16,9-5-58-16,12-4-94 15,3-10-104-15,-3-6-126 16</inkml:trace>
  <inkml:trace contextRef="#ctx0" brushRef="#br0" timeOffset="-16157.34">21355 1738 1146 0,'0'0'117'0,"0"0"-117"0,0 0 0 16,0 0 19-16,97-6 14 15,-44 3-28-15,7 0-5 16,2 2-55-16,-4-4-180 16,-6-4-122-16</inkml:trace>
  <inkml:trace contextRef="#ctx0" brushRef="#br0" timeOffset="-15730.27">21822 1430 674 0,'0'0'297'0,"0"0"-195"0,0 0-24 16,0 0-56 0,0 0 43-16,-24 90-13 0,24-39-15 15,0 0-14-15,0-8-8 16,1-7-14-16,1-11 4 15,-2-6-2-15,0-9-2 16,0-7 2-16,0-3 1 16,1 0 11-16,3 0 7 15,2-15-16-15,4-9-6 16,4-3 0-16,3 0-18 0,1 4 8 16,7 10-29-1,0 6 17-15,4 7 3 0,-3 0 5 16,0 13 8-16,-3 9 5 15,-6 8 2-15,-9-1-3 16,-7-2 6-16,-1-1 3 16,-4-7 31-16,-15-3 15 15,-7-4 22-15,-6-1-10 16,-3-1-19-16,-1-3-25 16,8-4-20-16,4-3 5 15,6 0-6-15,7 0-54 16,1 0-95-16,3 0-112 15,4 0-306-15</inkml:trace>
  <inkml:trace contextRef="#ctx0" brushRef="#br0" timeOffset="-10399.33">3277 3268 919 0,'0'0'116'0,"0"0"-83"16,0 0-19-16,0 0 62 16,0 0 13-16,0 0-31 0,0 0-27 15,-4-12-15-15,4 18-9 16,4 11-4-16,16 2 7 16,3 0 1-16,2 0 3 15,0-5-6-15,-1-2 0 16,-2-2-6-16,-5-6 1 15,0-2 0-15,-3-2 1 16,-3 0 8-16,-1 0-5 16,2 0-7-16,-2-11 15 15,3-6-9-15,3 1 5 16,0-3-5-16,0 2-5 16,-2 5 4-16,2 5-2 0,0 7 0 15,4 0-2-15,7 0 7 16,4 19 14-16,5 7 4 15,1 0-11-15,1 2-2 16,-3-6-10-16,-3-4 5 16,-7-7-1-16,-5-5-3 15,-5-6 3-15,-1 0 3 16,2 0-7-16,3-10 18 16,2-10-10-16,3-4-4 15,0-4-2-15,-3-1-2 16,1 5 1-16,0 3-4 15,1 7-1-15,2 5 0 16,2 6-4-16,5 3-1 16,1 1 5-16,4 16 1 15,0 1 2-15,-1-1 10 0,-1-4-12 16,-5-3 6 0,-5-3-1-16,-5-5-2 0,-1-2 2 15,-4 0-1-15,0 0 3 16,0-1 1-16,2-11-7 15,-2 0 6-15,-1-1-3 16,2 4-3-16,3 2-1 16,2 3-2-16,7 3-2 15,2 1 3-15,5 0-3 16,6 0 4-16,2 0 0 16,2 0 1-16,1 0-1 15,-3 0 0-15,-5-5 4 0,-3 2-4 16,-3 3-2-1,-2 0 2-15,1 0 0 0,-1 0-1 16,5 0 0-16,3-3 1 16,4-2-1-16,2 2-1 15,-1 0-2-15,-3 3 3 16,-3 0 0-16,-2 0-2 16,4 0-2-16,-4 6 5 15,-2-1 1-15,2-4-1 16,-5 2 2-16,-3-1-2 15,-4-1 2-15,-4-1-2 16,-1 0 4-16,-1 0-2 16,-1-3 5-16,-2-6-2 0,-1 3-2 15,-4 0-6-15,-3 3 1 16,0 3-82-16,-5 0-192 16,-1 8-303-16</inkml:trace>
  <inkml:trace contextRef="#ctx0" brushRef="#br0" timeOffset="-10031.33">22006 2031 242 0,'0'0'0'16,"0"0"0"-16</inkml:trace>
  <inkml:trace contextRef="#ctx0" brushRef="#br0" timeOffset="-8988.29">22316 1511 995 0,'0'0'172'16,"0"0"-94"-16,0 0 2 15,0 0-32-15,0 0-18 16,115-29 35-16,-57 26-16 16,0 3-15-16,-9 0-6 15,-4 0-25-15,-3 0 3 16,-3 3-6-16,-4-3-2 16,-3 4 2-16,-11-3-54 0,-7 3-48 15,-7 1-66 1,-7 3-63-16,-4 2-118 0,-23 5 14 15</inkml:trace>
  <inkml:trace contextRef="#ctx0" brushRef="#br0" timeOffset="-8786.5">22337 1765 502 0,'0'0'358'16,"0"0"-266"-16,132-36 45 16,-54 18 5-16,10-2-88 15,4-1-30-15,-2 3-24 0,-14 4-38 16,-17 0-164-16,-18-3-236 16</inkml:trace>
  <inkml:trace contextRef="#ctx0" brushRef="#br0" timeOffset="-8517.23">22762 1314 1058 0,'0'0'147'16,"0"0"-98"-16,0 0 18 0,0 0-7 16,0 0-59-1,0 0 0-15,35 35 52 0,9 5-12 16,2 7-17-16,-2 8 1 15,-13 1-10-15,-12 0 1 16,-17-2-1-16,-2-3-5 16,-28-7 17-16,-16-5 5 15,-5-6-30-15,3-6 3 16,4-4-5-16,9-5-38 16,11-5-56-16,10-4-120 15,12-9-233-15</inkml:trace>
  <inkml:trace contextRef="#ctx0" brushRef="#br0" timeOffset="-8029.67">23448 1532 1111 0,'0'0'235'0,"0"0"-221"16,0 0 0-16,0-96 46 16,0 74 14-16,-5 6-25 15,-6 2 7-15,-2 5-30 16,-8 4-8-16,-8 5-9 16,-8 0-3-16,-3 22 1 0,0 19 10 15,5 15-12-15,8 8 7 16,9 2-8-16,11-7-1 15,7-12-6-15,0-14 0 16,23-9 3-16,3-10 0 16,6-9-5-16,4-5 4 15,3 0-17-15,0-18-6 16,-1-10-5-16,-8-7-9 16,-9-9 21-16,-6-6 17 15,-6-3-6-15,-6 8 6 16,-3 13 1-16,0 15 4 15,0 13 13-15,0 4-16 16,0 3-2-16,5 26-21 16,3 11 21-16,8 11 2 15,2-2-2-15,4-5-19 0,4-9-86 16,3-9-113 0,-1-13-163-16,-1-8-356 0</inkml:trace>
  <inkml:trace contextRef="#ctx0" brushRef="#br0" timeOffset="-7855.52">23736 1528 1069 0,'0'0'423'16,"0"0"-423"-16,0 0 11 0,0 0-11 16,0 0 20-1,120-26 7-15,-65 26-27 0,-5 0-12 16,-9 6-168-16,-10 5-131 15,-18-1-316-15</inkml:trace>
  <inkml:trace contextRef="#ctx0" brushRef="#br0" timeOffset="-7714.44">23752 1772 1208 0,'0'0'0'0,"0"0"-36"16,0 0 36-16,100-14 14 15,-41 2-14-15,-1-2-67 16,4-1-166-16,-4-1-150 16</inkml:trace>
  <inkml:trace contextRef="#ctx0" brushRef="#br0" timeOffset="-7284.46">24235 1380 920 0,'0'0'100'15,"0"0"-50"-15,0 0-16 16,0 0 74-16,-20 91 10 16,20-43-52-16,0 2-25 15,0-4-30-15,0-4 8 16,0-7 1-16,-5-11-19 16,0-10 15-16,2-7 0 0,1-6-4 15,2-1 0-15,0 0-6 16,0 0 15-16,0-15 7 15,13-8-28-15,8-1-28 16,3 2 12-16,4 10-9 16,5 11-18-16,-5 1 2 15,-1 13 35-15,-4 14 0 16,-6 3-2-16,-2 4 8 16,-5-3 0-16,-7 0 1 15,-3-2 29-15,0-1-5 16,-15-2 7-16,-6-3 13 15,-5-5-12-15,-6-3 6 16,-1-4-1-16,-3-2-17 0,-2-2-13 16,7-4-5-1,4-3-6-15,5 0-34 0,2 0-104 16,0-4-120-16,5-7-296 16</inkml:trace>
  <inkml:trace contextRef="#ctx0" brushRef="#br0" timeOffset="-6801.65">24379 2184 1081 0,'0'0'75'15,"-89"44"-47"-15,33-27 65 0,-8-5 57 16,-7-3-28-16,-4-4-47 15,-9-5-30-15,-7 0-26 16,-6 0-2-16,-5-4-16 16,2-12 7-16,6-7 0 15,8-10-7-15,11-8 7 16,14-16-4-16,10-19-4 16,14-19 0-16,19-22-15 15,18-19 4-15,10-3 8 16,39-3-25-16,17 16 15 15,22 19-38-15,10 18 32 16,13 21-2-16,14 22 2 16,9 18 19-16,11 19-5 0,7 9 14 15,-4 39-13-15,-13 22 4 16,-15 27 0-16,-19 15 0 16,-25 10 0-16,-22 15-5 15,-29 9 3-15,-25 0 3 16,-22-1-1-16,-24-18 2 15,-13-20-1-15,-5-17 2 16,-6-17 4-16,-10-13-3 16,-10-11-4-16,-7-9-104 15,-9-14-123-15,-7-13-453 16</inkml:trace>
  <inkml:trace contextRef="#ctx0" brushRef="#br0" timeOffset="36673.86">2797 6534 712 0,'0'0'151'16,"0"0"-115"-16,0 0-19 15,0 0 4-15,0 0 25 16,0 0 30-16,0 0-13 16,0-34-30-16,1 34-20 15,-1 0-13-15,3 0-3 16,3 0-2-16,5 10 5 16,3 10 7-16,1 2 13 0,0 1 1 15,-4-2-10 1,-1-5-3-16,-1-7-6 0,-4-2 14 15,-1-5 5-15,-3-2 4 16,1 0 11-16,1 0-1 16,5 0 4-16,7-13 8 15,9-16-12-15,6-9-9 16,4-9-18-16,1-3 1 16,1 0-8-16,1 1 0 15,1 4 3-15,-2 6-4 16,-11 11-8-16,-7 11-32 15,-11 9-59-15,-4 8-73 16,-3 0-157-16,0 0-122 16</inkml:trace>
  <inkml:trace contextRef="#ctx0" brushRef="#br0" timeOffset="36974.79">3212 6244 798 0,'0'0'109'16,"0"0"-100"-16,0 0-9 15,0 0 0-15,0 0 10 16,13 107 10-16,0-57 4 0,4-3 0 16,-4-2 2-1,-1-16-1-15,-4-11-2 0,-5-10 16 16,1-6 40-16,-2-2 60 15,1 0-17-15,4-8-58 16,5-17-37-16,7-13-23 16,5-7-4-16,4 0 0 15,2-4 0-15,2 7-4 16,4 6-75-16,6 9-71 16,4 10-112-16,-1 8-271 15</inkml:trace>
  <inkml:trace contextRef="#ctx0" brushRef="#br0" timeOffset="47070.97">8774 4194 387 0,'0'0'346'15,"0"0"-293"-15,0 0-51 0,0 0 2 16,0 0 66-16,0 0 49 15,0 0-15-15,-9 0-17 16,2 0-17-16,-3-4-28 16,-3-4-20-16,-7-1 10 15,-2-3 12-15,-8 0-7 16,-3-1-12-16,-2-2-11 16,-4 0 13-16,-2 1-1 15,0-1-5-15,1 4 5 16,0-1-5-16,2 7 1 15,-1 5 1-15,1 0-15 16,-1 0 6-16,4 1-6 16,2 9-6-16,1 3 1 0,3 4-1 15,-1 2-1 1,0 5-1-16,-1 5 5 0,2 5-4 16,-1 6 5-16,4 4-2 15,0 1 0-15,3 5-1 16,3 0 2-16,3 3 7 15,6 0-8-15,2 1 11 16,5-1-5-16,4 2-4 16,0 2 1-16,3-1 1 15,13 0 2-15,4-7-4 16,5 0-6-16,4-4 5 16,4 1-2-16,2-2-1 15,2-3 2-15,1-6-3 16,4-7-1-16,1-6 0 0,5-7 3 15,4-6-3-15,1-9 2 16,4 0-1-16,2-3 4 16,5-16-5-16,7-8 1 15,5-7 0-15,-2-10 1 16,-2-5-4-16,-7 0-4 16,-8-2 6-16,-2 3-1 15,-5-2 1-15,-5 2 0 16,-6-1 1-16,-9-3 0 15,-10-1-1-15,-9-2 1 16,-9-5-1-16,-2-3 3 16,-9-3 1-16,-17-1-1 0,-9 0-3 15,-4 0 6-15,-2 7-6 16,-4 5 2-16,1 6-2 16,2 6 5-16,0 5-5 15,4 7 0-15,1 6 0 16,2 8 0-16,3 9-1 15,1 8-4-15,3 0-26 16,1 8-37-16,3 16-44 16,6 9-70-16,5 4-39 15,4 4-169-15,3-5-293 16</inkml:trace>
  <inkml:trace contextRef="#ctx0" brushRef="#br0" timeOffset="47587.01">8304 5380 1065 0,'0'0'156'0,"0"0"-1"16,0 0-130-16,0 0 45 0,0 0 18 15,0 0-25 1,28-26-22-16,51 9-8 0,35-1 12 15,21-3-21-15,18-3-17 16,8-1-7-16,-12 4-7 16,-20 5-1-16,-29 12-49 15,-33 4-109-15,-35 3-147 16,-32 14-263-16</inkml:trace>
  <inkml:trace contextRef="#ctx0" brushRef="#br0" timeOffset="47789.53">8673 5513 1671 0,'0'0'19'0,"0"0"-19"16,97-24-18-16,-6 5 18 15,22-13 50-15,16-4-32 16,8-1-8-16,-8 6-4 15,-17 8-6-15,-27 14-43 16,-26 7-203-16,-33 2-246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52:38.250"/>
    </inkml:context>
    <inkml:brush xml:id="br0">
      <inkml:brushProperty name="width" value="0.05292" units="cm"/>
      <inkml:brushProperty name="height" value="0.05292" units="cm"/>
      <inkml:brushProperty name="color" value="#FF0000"/>
    </inkml:brush>
  </inkml:definitions>
  <inkml:trace contextRef="#ctx0" brushRef="#br0">5769 5099 453 0,'0'0'129'0,"0"0"-105"0,0 0 35 16,0 0 5-16,0 0 41 15,0 0 25-15,0 0-48 16,0 0 2-16,0-34 1 16,0 34-21-16,0 0-15 15,0 0-9-15,0 0-13 16,0 0-6-16,0 0-8 15,2 10-6-15,-1 6 7 16,3 3-2-16,-2 4 12 16,-1-1-11-16,1-2-4 0,-1 1 12 15,1-2-5 1,0-1-6-16,-2 1 1 0,0-5-9 16,2-2 5-16,-1-3 0 15,1-2-4-15,-2-5 8 16,0 0-1-16,0-2 2 15,0 0 7-15,0 0-5 16,0 2 3-16,0-2-3 16,0 0-5-16,0 0 3 15,2 0 0-15,-2 0 0 16,1 0 4-16,-1 0-7 16,2 0 6-16,0 0-1 15,-2 0-5-15,0 0 5 16,0 0-2-16,0 0-2 15,0 0-3-15,0 0-6 0,0 0 4 16,0 0-1 0,0 0-2-16,2 0-2 0,-2 0 0 15,0 0 1-15,4 0-2 16,5 0-2-16,4 0 3 16,9 0 3-16,8 0-2 15,5 2 0-15,7 5 1 16,11-1-1-16,8 0-1 15,10 3-3-15,13-2 3 16,10-1 0-16,10-1-2 16,0-1 1-16,0-2 2 15,-7-2 0-15,-13 0-1 0,-12 0 2 16,-14 0-2 0,-11 0 2-16,-7 0-2 0,-8 0 0 15,-5 0 0-15,-8 0 0 16,-5 0 0-16,-2 0 1 15,-4 0-1-15,-1 0 0 16,-2 0 1-16,0 2-2 16,-4-2 1-16,1 0 0 15,-2 0 0-15,0 0 2 16,0 0-2-16,0 0 2 16,0 0 0-16,0 0 11 15,0-4 4-15,0-14-2 16,0-6-15-16,0-4 1 0,0 1-1 15,-3 0 1 1,0 1 0-16,0 3-2 0,-1 6 1 16,2 8-5-16,-1 3-11 15,3 6-40-15,0 0-36 16,0 0-207-16,0 4-353 16</inkml:trace>
  <inkml:trace contextRef="#ctx0" brushRef="#br0" timeOffset="3390.33">14408 3191 853 0,'0'0'174'0,"0"0"-168"15,0 0 6 1,0 0 81-16,0 0-18 0,0 0-66 15,0 0-4-15,0 55-5 16,-17 8 23-16,-6 9-1 16,-4 0-13-16,0-4-3 15,0-5-5-15,4-9 1 16,1-8 0-16,4-8 1 16,3-11-3-16,5-9 0 15,7-10-3-15,3-8 2 16,0-2-47-16,10-25-52 15,13-14-57-15,7-10 5 16,0-10 139-16,-3-4 13 16,-7-4 4-16,-7 0-1 15,-4-1 37-15,-3 6 56 0,2 8-18 16,3 16-11 0,-3 15 4-16,-1 13 13 0,-5 9-32 15,-2 3-20-15,4 0-29 16,3 9-2-16,8 17 17 15,5 17 12-15,3 13-8 16,1 10 3-16,0 7-4 16,-3-3-14-16,-3-1-6 15,-1-5-1-15,-2-6 0 16,-5-8-4-16,-4-6-127 16,-6-10-77-16,0-13-222 15</inkml:trace>
  <inkml:trace contextRef="#ctx0" brushRef="#br0" timeOffset="3553.71">14251 3632 1136 0,'0'0'154'16,"0"0"-149"-16,0 0-5 15,0 0 4-15,127-36-4 16,-59 28-2-16,0-1-131 15,-6-2-231-15</inkml:trace>
  <inkml:trace contextRef="#ctx0" brushRef="#br0" timeOffset="3822.23">14916 3625 690 0,'0'0'651'0,"0"0"-638"0,0 0-13 15,0 0 0-15,0 0 4 16,-10 110-2-16,10-67-1 15,0-6-2-15,12-8-163 16,1-13-272-16</inkml:trace>
  <inkml:trace contextRef="#ctx0" brushRef="#br0" timeOffset="4209.17">15143 3244 1277 0,'0'0'160'0,"0"0"-153"15,86-81 2-15,-41 68 13 0,2 11 28 16,-6 2-31-16,-4 8-16 16,-10 20 1-16,-16 10-4 15,-11 9 4-15,-7 10 3 16,-31 4-1-16,-14 0-4 15,-10 0 2-15,-6-7-3 16,10-16-1-16,14-12-1 16,23-15 1-16,14-11 6 15,7 0 1-15,0-20 1 16,18-4-8-16,13-3-5 16,11 5 5-16,4 5-1 15,8 3 1-15,-1 7-3 0,-1 3-15 16,-2 4-12-1,-3 0-51-15,0 0-64 0,-1 7-86 16,0-4-249-16</inkml:trace>
  <inkml:trace contextRef="#ctx0" brushRef="#br0" timeOffset="4575.43">15812 3274 888 0,'0'0'262'0,"0"0"-224"15,0 0 43-15,0 0-23 16,0 0-51-16,0 0 21 16,-8 133 48-16,1-77-73 0,0-3 5 15,4-7-6 1,0-12 0-16,3-13-1 0,0-13-1 16,0-4 0-16,0-4 0 15,5-4 3-15,5-20-3 16,3-13-11-16,2-14 11 15,3-15 0-15,-1-9 0 16,-2-1 0-16,1 8 3 16,-2 15-1-16,-2 20 7 15,-2 16 15-15,-1 14-3 16,2 3-7-16,6 21-7 16,5 16 2-16,3 13 24 0,-2 4-29 15,-1 0-2 1,-4-2-2-16,-3-6-3 0,-6-1-76 15,-9-4-124-15,0-7-253 16</inkml:trace>
  <inkml:trace contextRef="#ctx0" brushRef="#br0" timeOffset="4714.71">15699 3503 1060 0,'0'0'302'0,"0"0"-246"16,0 0-15-16,0 0 32 15,0 0-60-15,0 0-13 16,120-47-7-16,-35 47-125 16,0 0-185-16,-1 0-305 15</inkml:trace>
  <inkml:trace contextRef="#ctx0" brushRef="#br0" timeOffset="4873.16">16418 3431 1363 0,'0'0'69'0,"0"0"-69"16,0 0 0-16,6 107 65 16,4-57-36-16,4 0-24 15,1-7-5-15,-1-3-1 16,-2-12-186-16,-5-10-244 16</inkml:trace>
  <inkml:trace contextRef="#ctx0" brushRef="#br0" timeOffset="5274.02">16546 3254 644 0,'0'0'715'0,"15"-95"-663"16,25 61-28-16,7 6 2 16,6 8 49-16,-2 8-50 15,-13 10-20-15,-6 2-5 16,-15 11-2-16,-9 14 2 15,-8 7-3-15,0 3 6 16,-18 3 6-16,-9-4-8 16,0-3 0-16,5-8 2 0,8-9-2 15,8-8-1 1,6-6 0-16,0 0-25 0,20 0-25 16,14 0 41-16,8-5-4 15,4 5 11-15,-2 0 0 16,-4 5 2-16,-5 9 5 15,-10 4-5-15,-8 2 33 16,-12 3 15-16,-5 2-10 16,-12 1 19-16,-19-1-16 15,-8-2-23-15,-1-2-17 16,8-6-1-16,7-3-2 16,10-6-96-16,8-6-228 0,7-12-459 15</inkml:trace>
  <inkml:trace contextRef="#ctx0" brushRef="#br0" timeOffset="5623.1">17244 3149 1332 0,'0'0'35'16,"0"92"-26"-16,0-27 52 15,0 2 52-15,0 0-55 16,-4-6-34-16,1-11-23 15,1-16 7-15,2-16-8 16,0-11 1-16,0-7 1 0,0-11 4 16,0-23-6-1,0-15-37-15,0-16 24 0,0-13 9 16,5-4 1-16,5 6-20 16,1 16 17-16,3 20 6 15,1 20-1-15,0 16-1 16,3 4 2-16,1 28 2 15,3 16 16-15,1 6-2 16,-3 5-11-16,-4-3-3 16,0-5-1-16,-7-3-1 15,-9-7-144-15,0-5-201 16,-18-5-488-16</inkml:trace>
  <inkml:trace contextRef="#ctx0" brushRef="#br0" timeOffset="5765.08">17111 3510 1176 0,'0'0'164'16,"0"0"-161"-16,0 0 1 15,0 0 9-15,104-32-13 16,-42 27-6-16,-2 0-183 16,7-1-187-16,1 0-302 15</inkml:trace>
  <inkml:trace contextRef="#ctx0" brushRef="#br0" timeOffset="6022.81">18131 3396 1282 0,'0'0'127'0,"0"0"-120"0,0 0 78 16,0 0-4-16,0 0-68 15,108-14-9-15,-82 25-4 16,0-2 1-16,10-2 1 15,4-4-1-15,8-3 0 16,4 0 2-16,0 0-3 16,-2-7 2-16,-1-1-6 15,-10 1-2-15,-7 2-51 16,-10 2-4-16,-10 3-53 16,-7 0-61-16,-4 0-81 0,-1 0-135 15</inkml:trace>
  <inkml:trace contextRef="#ctx0" brushRef="#br0" timeOffset="6209.42">18741 3347 503 0,'0'0'614'0,"0"0"-566"16,0 0 12-16,0 0 19 16,0 0 1-16,0 0-73 15,27-19-7-15,-22 19-1 16,-2 0-7-16,-3 3-9 15,0 13-15-15,0 7-8 16,-13 4-56-16,-7 1-179 16,-4 0-241-16</inkml:trace>
  <inkml:trace contextRef="#ctx0" brushRef="#br0" timeOffset="6543.14">19068 3414 1118 0,'0'0'149'15,"0"0"-141"-15,0 0-8 16,0 80 45-16,1-46 6 16,-1 1-29-16,0-2-18 15,0-4-4-15,0-3-2 16,0-10-169-16,-5-12-374 15</inkml:trace>
  <inkml:trace contextRef="#ctx0" brushRef="#br0" timeOffset="6911.48">19487 3322 1316 0,'0'0'0'0,"0"0"-31"16,0 0 31-16,60-96 20 15,-52 70 4-15,-4-4-19 16,-4-3-2-16,0-6-3 16,-4-3 2-16,-13-4-1 0,-2 1 5 15,0 9-1-15,8 12 4 16,4 14 24-16,5 10 4 15,1 8-37-15,1 24-9 16,0 21 9-16,11 12 23 16,8 5-5-16,1 7-7 15,-1-1 5-15,3 3-7 16,-2-3-1-16,1-3-7 16,-8-6-1-16,-8-8-3 15,-5-6-123-15,-7-11-174 16,-16-13-387-16</inkml:trace>
  <inkml:trace contextRef="#ctx0" brushRef="#br0" timeOffset="7123.67">19510 3185 1175 0,'0'0'159'15,"0"0"-150"-15,0 0 22 16,97-54 46-16,-69 55-19 15,1 20-25-15,-4 8 9 16,-5 7-32-16,-10 3 5 16,-8 2-14-16,-2-5 0 15,-3-1-1-15,-12-7-20 16,-2-3-168-16,2-12-196 0</inkml:trace>
  <inkml:trace contextRef="#ctx0" brushRef="#br0" timeOffset="7442.2">19830 3222 1281 0,'0'0'220'0,"0"0"-218"15,0 0-2-15,110-42 24 16,-53 31-1-16,6-2-17 16,-1 3-6-16,-10 1-1 15,-15 0-20-15,-15 0-88 16,-11-4 7-16,-8-4 35 15,-3-1-8-15,0-3 67 16,0 3 8-16,-1 3 5 16,-4 8 2-16,2 3 49 0,-1 4 5 15,1 13-58 1,0 18 6-16,-1 10 41 0,4 8-2 16,0-1-23-16,0 1-3 15,0-4-21-15,12-7-2 16,2-5 1-16,-1-8-177 15,-3-12-207-15</inkml:trace>
  <inkml:trace contextRef="#ctx0" brushRef="#br0" timeOffset="7672.44">20322 2888 1252 0,'0'0'188'0,"0"0"-181"16,0 0-7-16,110 67 2 16,-71-22 13-16,-1 6 9 15,-8 4-2-15,-11 5-6 16,-10-4-8-16,-9-2-4 16,-2 1-4-16,-23-7-2 15,-10-3 0-15,-10-6-83 16,-12-8-158-16,-6-11-388 15</inkml:trace>
  <inkml:trace contextRef="#ctx0" brushRef="#br0" timeOffset="7976.14">19398 2666 1102 0,'0'0'115'0,"0"0"-115"0,0 0-1 16,-38 132 1-1,33-36 27-15,1 18 11 0,4 9 6 16,0-3-22-16,0-7-18 15,18-12-4-15,11-15-3 16,10-19-73-16,6-18-134 16,4-22-231-16</inkml:trace>
  <inkml:trace contextRef="#ctx0" brushRef="#br0" timeOffset="8458.64">20990 2934 1393 0,'0'0'74'0,"-20"94"-65"0,10-29-14 15,1 2 10-15,6 2 1 16,-1-5 11-16,1-7-11 16,-1-13 13-16,-5-14-9 15,2-14-4-15,4-8 10 16,0-6-10-16,3-2 11 16,-4-2 18-16,1-21 10 0,0-12-30 15,3-18-12 1,0-12 1-16,0-9-4 0,12-6 4 15,2 1-5-15,5 7 1 16,0 15 0-16,-2 16 0 16,0 16 9-16,-3 11-8 15,-4 9-1-15,1 5 4 16,5 9-4-16,2 30 0 16,5 20 2-16,-1 11 1 15,-4 2 3-15,-1-3-3 16,1-6-3-16,-1-3 3 15,2-1-3-15,-1-5 0 16,-6-6-76-16,-7-12-194 16,-5-14-298-16</inkml:trace>
  <inkml:trace contextRef="#ctx0" brushRef="#br0" timeOffset="8615.7">20923 3152 1486 0,'0'0'72'0,"0"0"-72"16,0 0-2-16,122-37 2 16,-43 32 2-16,13 5-2 15,-1 0-41-15,-15 0-136 16,-27 0-306-16</inkml:trace>
  <inkml:trace contextRef="#ctx0" brushRef="#br0" timeOffset="18903.41">14530 5190 665 0,'0'0'315'0,"0"0"-225"0,0 0-88 16,0 0 1 0,0 0 52-16,0 0-5 0,0 0-14 15,36-80-2-15,-26 52 7 16,1-4-2-16,-3-4-18 15,2-3-5-15,0 1-4 16,0 4 7-16,-1 4-4 16,-3 10-2-16,-3 7 10 15,-1 5-13-15,-2 6 6 16,0 2 12-16,0 0-28 16,0 7-7-16,2 22-13 15,3 20 20-15,5 15 15 0,3 5-11 16,-1 2-4-16,2-6 1 15,-1-11-1-15,-3-6 0 16,-2-7 0-16,-5-8 0 16,-3-3-11-16,0-4 3 15,-18-7 8-15,-9 1 6 16,-6-7-1-16,-6-5-3 16,-4-8 5-16,-1 0 3 15,4-13 2-15,7-8-6 16,11-1 0-16,12 4 6 15,10 3 21-15,0 3-21 16,15 2-12-16,22 1 2 16,12 2-5-16,9 7 2 15,6 0 1-15,-1 0-12 16,-3 7-95-16,0 6-19 0,-3-2-33 16,-4-7-155-16,-4-4-85 15</inkml:trace>
  <inkml:trace contextRef="#ctx0" brushRef="#br0" timeOffset="19034.07">15135 5242 1061 0,'0'0'177'0,"0"0"-177"16,0 0 0-16,-28 80 3 16,19-34-3-16,8 0-1 0,1-1-7 15,8-6-155 1,19-12-264-16</inkml:trace>
  <inkml:trace contextRef="#ctx0" brushRef="#br0" timeOffset="19389.05">15578 5027 1340 0,'0'0'54'16,"0"0"-51"-16,0 0-3 0,115-39 4 16,-78 39 0-1,-5 20-4-15,-10 9 0 0,-16 9-2 16,-6 6-15-16,-29 6 17 16,-27 4 12-16,-15 1 4 15,-9-6-8-15,9-7 3 16,14-15 1-16,20-12 0 15,24-9 7-15,13-6 39 16,6 0-10-16,33-14-47 16,19-7 5-16,17 0-6 15,15 3-7-15,3 2-71 16,4 4-63-16,-4 3-41 16,-6 1-163-16,-11 1-99 15</inkml:trace>
  <inkml:trace contextRef="#ctx0" brushRef="#br0" timeOffset="19543.84">16247 5247 1229 0,'0'0'126'15,"0"0"-122"-15,0 0-1 16,0 0 5-16,0 0 27 16,-5 105-26-16,18-59-8 15,5-1-1-15,4-3-96 16,4-7-108-16,-5-13-293 15</inkml:trace>
  <inkml:trace contextRef="#ctx0" brushRef="#br0" timeOffset="19987.09">16525 4972 1065 0,'0'0'329'0,"0"0"-316"16,0 0-9-16,83-82-4 16,-42 69 12-16,1 7-11 15,-3 6 0-15,-12 0-2 16,-12 10-10-16,-10 7 1 16,-5 4-7-16,-5 3 12 0,-17 1 5 15,-8 4 17 1,-2-5-15-16,4 1 9 0,7-9-8 15,11-7-3-15,10-5 0 16,0-4-4-16,0 2-13 16,23-1 17-16,10 1 2 15,9 2 9-15,3-2-11 16,-2 4 0-16,-5 4 0 16,-7 1 0-16,-10 3 1 15,-11 1 2-15,-10 3 7 16,0 6 23-16,-13 1 2 15,-15 2-11-15,-9 2-20 16,-5-3 18-16,2-2-18 16,2-3-4-16,2-3-75 15,11-3-91-15,8-12-251 0</inkml:trace>
  <inkml:trace contextRef="#ctx0" brushRef="#br0" timeOffset="20354.57">17195 5177 1225 0,'0'0'142'0,"0"0"-142"16,0 0-9-1,92-17 9-15,-42 14 11 0,10 3-5 16,11-3-5-16,9-2 1 15,6 1 0-15,10-4 2 16,1 2-4-16,7 0-15 16,-1 0-67-16,-5 0-54 15,-10-1-10-15,-20 0 69 16,-17-1 71-16,-20 1 6 16,-13 3 20-16,-11 1 46 15,-7 1 72-15,0-2 20 16,0 2-37-16,0 1-44 15,0 1-34-15,0 0-32 16,0 0-11-16,0 0-24 16,3 0-93-16,1 1-63 0,-1 8-82 15,2-3-333 1</inkml:trace>
  <inkml:trace contextRef="#ctx0" brushRef="#br0" timeOffset="20528.64">18897 5078 334 0,'0'0'1130'15,"0"0"-1125"-15,-26 97 2 16,10-44-7-16,5 2 0 16,0 1-2-16,6 3-18 0,0-8-147 15,1-13-229 1</inkml:trace>
  <inkml:trace contextRef="#ctx0" brushRef="#br0" timeOffset="20888.61">19380 5021 1403 0,'0'0'28'0,"0"0"-17"16,87-96-11-16,-65 66 9 16,-9 5-3-16,-8-2 2 15,-5 0 11-15,0-4 23 0,-10-4-42 16,-10 1 2-16,2 6 7 16,3 6 8-16,2 11-2 15,9 6 7-15,1 4-19 16,3 1-3-16,0 17-13 15,0 24 10-15,0 18 3 16,3 12 14-16,7 10-12 16,1 1 0-16,1 2-1 15,-2-2-1-15,2-8-1 16,-7-8-10-16,-3-3-114 16,-2-12-85-16,0-12-211 15</inkml:trace>
  <inkml:trace contextRef="#ctx0" brushRef="#br0" timeOffset="21105.3">19434 4966 1373 0,'0'0'49'16,"0"0"-41"-16,93-23-8 15,-51 23 32-15,-5 8-8 16,-8 13-14-16,-10 4-8 15,-11 5 1-15,-8 4-3 16,-1 2-7-16,-22 0 5 16,-8-2-44-16,1-2-90 0,5-8-180 15,8-11-316 1</inkml:trace>
  <inkml:trace contextRef="#ctx0" brushRef="#br0" timeOffset="21402.88">19713 5065 836 0,'0'0'444'16,"0"0"-426"-16,95-39-18 16,-44 23 21-16,5 0 30 15,-3 1-41-15,-4 2-6 16,-7 0-4-16,-10-3-9 16,-12-2-119-16,-9-3-41 15,-6-3-100-15,-5-3 69 16,0-3 149-16,0 1 51 0,-6 7 56 15,-3 4 107-15,4 9 53 16,2 9-57-16,1 0-86 16,-1 24-68-16,-1 13 5 15,1 13 25-15,3 6-27 16,0 2-7-16,0-2-2 16,3-9-106-16,9-13-218 15</inkml:trace>
  <inkml:trace contextRef="#ctx0" brushRef="#br0" timeOffset="21653.13">20322 4599 1195 0,'0'0'13'0,"0"0"-6"15,73 77-7-15,-46-23 11 16,-7 12 38-16,-7 6-22 16,-7 4-13-16,-6 1-2 15,0-3-12-15,-26-7-3 16,-16-6-22-16,-13-8-40 16,-14-11-36-16,-9-9-120 15,-8-12-177-15</inkml:trace>
  <inkml:trace contextRef="#ctx0" brushRef="#br0" timeOffset="21952.54">19345 4409 1089 0,'0'0'94'0,"0"0"-94"0,0 0 0 15,0 0 7 1,-42 152 57-16,34-50-8 0,-1 25 4 16,2 13 16-16,6-2-43 15,1-8-16-15,15-21-17 16,26-18 0-16,13-18-1 15,12-16-103-15,-3-22-117 16,-6-24-440-16</inkml:trace>
  <inkml:trace contextRef="#ctx0" brushRef="#br0" timeOffset="25597.5">13734 3741 527 0,'0'0'95'15,"0"0"5"-15,0 0-75 16,0 0-1-16,0 0 53 16,0 0 6-16,0 0 24 15,-1-13-13-15,1 12-37 16,0 1-10-16,0 0-22 15,0 0-20-15,0 0-5 16,0 0-29-16,0 0-56 16,-3 0-77-16,3 10-139 0,-4-2-10 15</inkml:trace>
  <inkml:trace contextRef="#ctx0" brushRef="#br0" timeOffset="26669.47">13689 3320 460 0,'0'0'165'0,"0"0"-60"16,0 0-52-16,0 0-32 15,0 0 66-15,0 0-57 16,-39-55 13-16,35 61-37 16,-2 27-2-16,2 16 15 15,-3 18 5-15,4 10-15 16,-3 7 2-16,3 4-11 16,3-5-64-16,0-11-11 15,0-11-55-15,9-21-17 16,7-21-50-16</inkml:trace>
  <inkml:trace contextRef="#ctx0" brushRef="#br0" timeOffset="28834.44">13796 6401 1185 0,'0'0'132'16,"0"0"-130"-16,0 0-2 15,-67 122 12-15,49-43 23 16,1 9 12-16,0 1-27 16,2-1-15-16,0-7 3 15,1-9-8-15,3-13-1 16,1-14-44-16,7-16-38 15,3-18-64-15,0-11-59 0,5-25-44 16,17-23-235 0</inkml:trace>
  <inkml:trace contextRef="#ctx0" brushRef="#br0" timeOffset="29027.59">13818 6300 891 0,'0'0'314'16,"0"0"-248"-16,0 0-62 15,0 0-4-15,53 87 84 16,-23-19 1-16,7 7-42 16,3 7-6-16,-3-2-11 15,-4 0-25-15,-8-6 2 0,-9-7-3 16,-6-7-16-16,-10-5-82 16,0-7-95-16,-17-8-106 15,-18-12-208-15</inkml:trace>
  <inkml:trace contextRef="#ctx0" brushRef="#br0" timeOffset="29190.33">13675 6834 1168 0,'0'0'30'15,"0"0"-30"-15,116-62-6 16,-44 36 6-16,12-1 0 0,4 2-96 15,-10-1-162-15,-12-3-180 16</inkml:trace>
  <inkml:trace contextRef="#ctx0" brushRef="#br0" timeOffset="29401">14232 6031 1102 0,'0'0'125'0,"0"0"-120"16,0 0-4-16,0 0 22 16,-8 131 59-16,26-46-36 15,2 7-22-15,-1 1-17 0,-4-7-5 16,-4-6-2-16,-4-7-42 16,-4-7-96-16,-3-14-193 15,0-18-175-15</inkml:trace>
  <inkml:trace contextRef="#ctx0" brushRef="#br0" timeOffset="29612.46">14284 6166 1195 0,'0'0'89'15,"0"0"-85"-15,0 0-4 0,0 0 49 16,102 69 18-1,-72-28-37-15,-7-2-19 0,-9 0-10 16,-9-6 2-16,-5-2-3 16,0-5-65-16,-12-3-72 15,-4-7-109-15,0-11-216 16</inkml:trace>
  <inkml:trace contextRef="#ctx0" brushRef="#br0" timeOffset="29900.8">14495 6255 239 0,'0'0'807'0,"0"0"-771"0,93-39-33 16,-46 27 47-1,0 1 11-15,-2 2-45 0,-3 0-3 16,-9 0-12-16,-7-5-1 16,-13-2-17-16,-10-3 17 15,-3-3 4-15,-5 1 5 16,-13 0 8-16,-1 4 27 15,4 5 4-15,7 7 26 16,6 5-21-16,2 3-53 16,0 27 2-16,9 16-2 15,7 12 0-15,1 11 3 16,2 0-3-16,-1-5-46 16,2-6-93-16,-3-10-237 15,-7-11-252-15</inkml:trace>
  <inkml:trace contextRef="#ctx0" brushRef="#br0" timeOffset="30209.99">15139 6607 1340 0,'0'0'225'0,"0"0"-216"0,0 0-3 16,0 0 7-16,132 0 10 15,-57 0-15-15,2 0-8 16,-4 0-79-16,-16 0-163 16,-17-2-288-16</inkml:trace>
  <inkml:trace contextRef="#ctx0" brushRef="#br0" timeOffset="30361.41">15321 6742 596 0,'0'0'876'16,"0"0"-876"0,0 0-91-16,123 15 91 0,-52-13 0 15,-1-2-89-15,-8 0-286 16</inkml:trace>
  <inkml:trace contextRef="#ctx0" brushRef="#br0" timeOffset="30519.69">15346 6889 1555 0,'0'0'0'0,"0"0"-37"0,0 0 37 16,129 0 0-16,-34-7-26 16,15-5-152-16,-3-6-179 15</inkml:trace>
  <inkml:trace contextRef="#ctx0" brushRef="#br0" timeOffset="30738.48">16215 6261 839 0,'0'0'561'16,"0"0"-545"-16,0 0-7 0,9 88-9 15,11-25 35-15,-1 10-19 16,0 2-7-16,-4-1-9 16,-5-4-5-16,-5-6-139 15,-3-15-207-15,-2-14-358 16</inkml:trace>
  <inkml:trace contextRef="#ctx0" brushRef="#br0" timeOffset="31000.87">16600 6017 880 0,'0'0'599'0,"0"0"-559"15,0 0-34-15,0 0-4 16,-75 114 70-16,71-19 7 15,4 13-36-15,0 6-22 16,7-2-5-16,7-7-15 16,5-9-2-16,8-11-2 15,5-14-76-15,3-16-98 16,0-22-182-16,-3-21-419 16</inkml:trace>
  <inkml:trace contextRef="#ctx0" brushRef="#br0" timeOffset="32100">16798 6389 1361 0,'0'0'122'0,"0"0"-122"16,0 0 0-16,0 0 10 15,96 49 15-15,-61 2-7 16,-7 5-9-16,-9 3-7 15,-9-5-2-15,-7-8 4 16,-3-6-3-16,0-14 0 16,0-10-1-16,0-10 3 15,0-6-1-15,0 0 8 0,0-11 5 16,0-18-15-16,0-15-52 16,0-6 45-16,0-3-3 15,9 6 0-15,2 10 9 16,4 10 2-16,5 9 9 15,-1 7 5-15,1 11-10 16,2 0 2-16,-2 20-2 16,3 16 13-16,-5 10-2 15,-1 1-11-15,-4 0 0 16,1-5 1-16,-2-9-5 16,-2-9-1-16,-2-10 0 15,0-10 0-15,1-4-1 16,2-10-6-16,6-19 0 0,0-11-12 15,0-12 12 1,-6-3 7-16,-2-1-10 0,-3 8 8 16,-3 16 2-16,-3 16 17 15,0 10 15-15,0 6-13 16,4 1-19-16,5 20 0 16,0 6 16-16,5 4 1 15,2 3-15-15,1-2-2 16,3-5 0-16,2-4-6 15,6-8-52-15,4-4-25 16,5-9-60-16,1-2 2 16,-2 0 94-16,-8-19-40 0,-8 1 35 15,-10-2 48 1,-7 2 4-16,-3 6 67 0,0 8 82 16,0 0-34-16,0 4-28 15,0 0-58-15,0 8-23 16,0 11 5-16,0 3 15 15,12 0-8-15,8-11-12 16,5-6-2-16,3-5 8 16,-1-5-6-16,-6-15 2 15,-8-3 1-15,-9-1-3 16,-4 1 49-16,0 2-6 16,-13 1-32-16,-7 3 0 15,2 1-14-15,1 6-3 16,7 4 0-16,6 5 0 15,4 1-5-15,0 0-57 0,0 0-56 16,0 13-2-16,16 4 41 16,11-5-88-16,6-4-79 15,7-4-33-15,0 0 10 16,-4 4 113-16,-5 4 156 16,-4 6 160-16,-4 5 51 15,1-4-9-15,-3 0-28 16,5-6-55-16,-1-8-27 15,3-5-1-15,-3 0-18 16,-3-9 37-16,-9-9 0 16,-9-4-3-16,-4-4-27 15,-4-1-35-15,-22-3-23 0,-8-1-7 16,-6-1-6-16,-5-4-4 16,5 1-4-16,3-1-1 15,10 10-1-15,14 7-17 16,8 10-11-16,5 9-29 15,0 0-77-15,5 0-75 16,15 15 61-16,8 0 1 16,8-3-176-16,9-3-130 15</inkml:trace>
  <inkml:trace contextRef="#ctx0" brushRef="#br0" timeOffset="32316.46">18260 6331 104 0,'0'0'243'16,"0"0"-173"-16,99-76 47 15,-90 41 87-15,-9 1-22 16,0 0-6-16,-3 3-32 15,-10 7-7-15,3 3-8 0,1 9-53 16,5 4-13-16,2 8-5 16,2 3-58-16,0 35-2 15,0 24 2-15,9 23 23 16,5 10-13-16,1 2-7 16,-2-2 2-16,3-3-5 15,-2-7 0-15,0-6-1 16,-2-12-68-16,-4-12-117 15,-3-18-201-15,-5-17-357 16</inkml:trace>
  <inkml:trace contextRef="#ctx0" brushRef="#br0" timeOffset="32542.56">18360 6304 1182 0,'0'0'172'15,"0"0"-121"-15,59-84-42 16,-19 82 55-16,3 2-5 16,-1 22-17-16,-9 9-20 15,-9 7-6-15,-19 1-11 16,-5-1 3-16,-10-1 0 16,-19-7-4-16,-5 0-4 15,-2-3-9-15,6-6-143 0,6-10-191 16,15-11-425-1</inkml:trace>
  <inkml:trace contextRef="#ctx0" brushRef="#br0" timeOffset="32782.24">18683 5986 248 0,'0'0'1177'15,"0"0"-1168"-15,0 0 12 16,100 88-1-16,-58-20 61 16,-3 8 5-16,-8 4-50 15,-11-1-14-15,-15-8-13 0,-5-5-7 16,-17-5-2-16,-11-10-2 16,-3-10-65-16,-1-14-76 15,5-13-98-15,5-14-262 16</inkml:trace>
  <inkml:trace contextRef="#ctx0" brushRef="#br0" timeOffset="33066.92">19137 5784 350 0,'0'0'1030'0,"0"0"-984"0,0 0-35 16,0 0-11-16,7 150 95 15,5-43 15-15,1 12-65 16,-1 6-25-16,-2 0-6 16,-7-5-11-16,-3-11-3 15,0-7-1-15,0-20-53 16,-5-17-73-16,-6-20-120 15,-1-21-138-15,0-21-142 16</inkml:trace>
  <inkml:trace contextRef="#ctx0" brushRef="#br0" timeOffset="34036.73">19253 5661 1225 0,'0'0'87'0,"0"0"-87"16,0 0 0-16,-130-14 54 16,59 14 57-16,-17 6-36 15,-22 0-17-15,-26 0-3 16,-26-1-21-16,-34-2-27 15,-28-3 5-15,-29 0-1 0,-27 0-9 16,-18 0 4-16,-21 0-2 16,-14-2 3-16,-8-1-7 15,3-4 3-15,9-2-3 16,18-3 3-16,15-1-1 16,10 3-2-16,17 3 0 15,20 2 2-15,33 3 9 16,32 2-1-16,32 0 4 15,32 0-6-15,22 0-8 16,24 0 2-16,20 0 0 0,17-5-2 16,11-2 3-1,4 3-2-15,3 0-1 0,-1 4 2 16,-1 0-1 0,-4 0-2-16,-4 0 1 0,-1 0 0 15,-2 0 0-15,3 0 2 16,0 0-2-16,0 0 2 15,3 0 0-15,0-7 0 16,4 0-2-16,5 3 3 16,3-2 4-16,4 2-5 15,3 1 3-15,0 0 2 16,1 0-5-16,1 2 3 16,0-1-2-16,1 2-1 15,3 0-2-15,-1 0-2 16,1 0 2-16,-3 24 0 0,4 25-4 15,0 25 4-15,0 20 1 16,18 21-1-16,8 22 0 16,-1 22 4-16,-4 15-4 15,-2 12 4-15,-7-6-4 16,-2-10-1-16,-6-20 1 16,-2-19 2-16,-2-19-2 15,0-19 2-15,0-23-2 16,0-19 1-16,-3-21 0 15,0-16 1-15,3-10-1 16,0-4-1-16,0 0 0 16,0 0 1-16,33 0 7 15,28-1 4-15,32-9 0 0,34 0-1 16,40 1-11-16,45 0 5 16,56-4-2-16,58-3 0 15,53-5 5-15,51-3-4 16,43 2 5-16,26 4 0 15,12 2-7-15,-5 5 7 16,-34 5-9-16,-46 4 2 16,-53 2-5-16,-65 0 3 15,-63 0-6-15,-48 0-12 16,-62 0-1-16,-55 0 15 16,-46 0-62-16,-34-1-76 15,-39-18-30-15,-23-9-87 16,-17-14-150-16</inkml:trace>
  <inkml:trace contextRef="#ctx0" brushRef="#br0" timeOffset="34485.39">20564 6339 502 0,'0'0'918'15,"0"0"-858"-15,0 0-60 16,0 0 0-16,0 0 25 16,40 116 27-16,-20-49 9 15,-2 1-14-15,-8-8-32 16,-4-16 10-16,-3-17 2 16,-3-15 1-16,1-10 6 15,16-7 22-15,30-39 10 16,40-30-37-16,55-37-28 0,50-23-1 15,39-11-5-15,23-6-2 16,-2 13-17-16,-29 22-24 16,-49 27-7-16,-64 29-83 15,-71 22-220-15,-48 16-614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53:35.829"/>
    </inkml:context>
    <inkml:brush xml:id="br0">
      <inkml:brushProperty name="width" value="0.05292" units="cm"/>
      <inkml:brushProperty name="height" value="0.05292" units="cm"/>
      <inkml:brushProperty name="color" value="#FF0000"/>
    </inkml:brush>
  </inkml:definitions>
  <inkml:trace contextRef="#ctx0" brushRef="#br0">16344 3331 503 0,'0'0'602'15,"0"0"-550"-15,0 0-41 16,0 0 2-16,0 0 37 16,0 0 0-16,0 0-21 15,-2-33-12-15,2 33-8 16,0 0 20-16,-1 0-7 15,1 0-5-15,-3 0 0 16,2 17-15-16,-4 21-1 16,-3 25 31-16,-4 13-8 15,-1 5-9-15,1 3-8 0,2 0-4 16,0-6-1-16,2-4-1 16,-4-6-1-16,0-7 0 15,-2-9 0-15,0-7 0 16,-3-7 0-16,2-9-32 15,-4-9-146-15,4-8-81 16,4-12-177-16</inkml:trace>
  <inkml:trace contextRef="#ctx0" brushRef="#br0" timeOffset="1018.58">16221 3588 1138 0,'0'0'59'16,"0"0"-46"-16,0 0 83 15,0 0 14-15,0 0-81 16,0 0-23-16,59-50-6 16,-30 63 16-16,-1 3-11 15,-2 4 3-15,-7-4-2 16,-2 2 2-16,-4-2 10 15,-1-4 9-15,-5-5-19 16,-3-3-1-16,0-1-6 16,-2-1 3-16,-2-2 10 0,0 0 16 15,0 0 4 1,0 0-4-16,0 0-1 0,0 0 0 16,0 0-14-16,0 0 0 15,0 0-3-15,0 0-4 16,0 0-5-16,0 0 2 15,0 0-3-15,0 0 0 16,0-3 1-16,0-10-6 16,0-2 3-16,0-2 0 15,0 1 1-15,0 6-1 16,0 1 0-16,-2 0-2 16,2 3 2-16,0-1 0 15,0-1-2-15,0 1 2 16,-1 0-1-16,1-3 2 0,-3 1-1 15,2 0 0-15,-2 0 1 16,0-2-3-16,-1 1 2 16,2 3 0-16,-1 2-1 15,2 2 1-15,1 3 0 16,-2 0-4-16,2 0 7 16,0 0-4-16,0 0 1 15,0 0-3-15,0 0-1 16,0 0 2-16,0 0-5 15,-4 0 5-15,1 0-27 16,-2 11 14-16,-2 5-24 16,-1 1-32-16,-1-1-23 15,2 0 30-15,-6 1-25 0,5-2 40 16,-2-1 25-16,3-7-18 16,4-2 42-16,2-4 4 15,1-1-2-15,-3 0 7 16,2 0 16-16,-2 0 60 15,-2-6-23-15,1-10-25 16,1-7 7-16,3-5 5 16,0-2-20-16,0-1-9 15,0 1 15-15,5 3-10 16,5 2-12-16,1 2 8 16,-2 6-12-16,-2 4 0 15,-1 7-2-15,0 3-2 0,-2 1-2 16,5 2-3-16,4 0-8 15,3 18 3-15,4 16 3 16,3 14 2-16,0 13 5 16,2 5 1-16,-1 7 3 15,-1-1-9-15,-1-1-2 16,0-2 2-16,-2-9 2 16,-4-9-1-16,0-9-1 15,-6-9 1-15,-4-7-1 16,1-7 0-16,-4-3-2 15,-1-5 0-15,-2-6-1 16,0 0-7-16,0-1-77 16,-5-4-53-16,-12 0-135 0,-8-22-257 15</inkml:trace>
  <inkml:trace contextRef="#ctx0" brushRef="#br0" timeOffset="1214.46">16207 3850 1099 0,'0'0'178'16,"0"0"-175"-16,0 0 31 15,0 0 30-15,93-42-21 16,-37 31-17-16,0-1-16 16,-2 2-10-16,-5 0-2 0,-6 1-27 15,-3-4-124-15,-10-3-168 16,-6-3-185-16</inkml:trace>
  <inkml:trace contextRef="#ctx0" brushRef="#br0" timeOffset="1639.83">16788 2776 401 0,'0'0'427'0,"0"0"-385"16,-3-97 19-16,2 63 33 15,1 1 16-15,0 4-48 16,0 9-34-16,0 4 13 16,-2 7 15-16,0 7 12 15,-1 2-35-15,1 11-33 16,-3 34-1-16,2 23 1 16,3 15 12-16,0 6-5 15,0 0-4-15,0-4 1 0,5-3 0 16,0-7-4-1,-2-14 0-15,-3-13-4 0,0-11 1 16,0-10-17-16,0-14-229 16,0-13-75-16,0 0-276 15</inkml:trace>
  <inkml:trace contextRef="#ctx0" brushRef="#br0" timeOffset="1873.84">16780 2791 1094 0,'0'0'154'0,"0"0"-146"16,0 0 10-16,0 0 35 0,0 0 25 15,114-47-34 1,-79 52-24-16,-8 16-16 0,-11 6 1 16,-9 8 2-16,-7 1-2 15,0 1-2-15,-7-1-2 16,-9-2 7-16,-1-3-8 15,-1-1-30-15,2-5-165 16,3-12-131-16,5-12-227 16</inkml:trace>
  <inkml:trace contextRef="#ctx0" brushRef="#br0" timeOffset="2216.03">17086 2886 980 0,'0'0'178'0,"0"0"-169"0,87-52 24 16,-44 36 83-16,-1 4-91 16,0 4-24-16,-5 1-1 15,-6 1-5-15,-3-1-64 16,-8-4-85-16,-6-4-67 16,-5-5 17-16,-7-2 69 15,-2-2 135-15,0-3 2 16,-5-3 76-16,-8 1 66 15,2 5 13-15,3 8-18 0,3 6-28 16,2 10 10 0,3 0-83-16,0 19-38 15,0 21 0-15,0 14 6 0,8 10 0 16,4 2-2-16,-1 0-1 16,4 0-3-16,-2 0-6 15,1 2-25-15,-4-7-228 16,-5-6-255-16</inkml:trace>
  <inkml:trace contextRef="#ctx0" brushRef="#br0" timeOffset="2492.08">17663 3357 1446 0,'0'0'125'16,"0"0"-122"-16,0 0 6 16,97-17 39-16,-37 13-19 15,7 1-21-15,-3 3-5 16,-9 0-3-16,-12 0-20 15,-11 0-142-15,-14 4-138 16,-18-1-374-16</inkml:trace>
  <inkml:trace contextRef="#ctx0" brushRef="#br0" timeOffset="2654.7">17810 3535 817 0,'0'0'748'0,"0"0"-748"15,0 0 4-15,90-28-4 16,-24 15 21-16,7 6-21 16,-1 3 0-16,-17 4-60 15,-17 0-205-15,-20 0-240 16</inkml:trace>
  <inkml:trace contextRef="#ctx0" brushRef="#br0" timeOffset="2811.87">17825 3712 1206 0,'0'0'321'16,"0"0"-321"-16,0 0-14 15,0 0 14-15,110 0 6 16,-31 0-6-16,10-4-80 16,1-1-130-16,-5-7-203 15</inkml:trace>
  <inkml:trace contextRef="#ctx0" brushRef="#br0" timeOffset="3090.52">18686 3269 1181 0,'0'0'87'0,"0"0"-72"16,0 0 133-16,0 0-56 16,0 0-87-16,0 0 2 15,20 67 0-15,-7-10 21 16,-1 4-12-16,0 1-11 0,-2-2-5 16,-2-2 0-1,1 0-3-15,-5-4-18 0,2-9-227 16,-1-12-211-1</inkml:trace>
  <inkml:trace contextRef="#ctx0" brushRef="#br0" timeOffset="3382.19">19114 3089 1272 0,'0'0'97'0,"0"0"-96"0,0 0 45 15,0 0 3-15,0 0-42 16,-43 91 48-16,34-23-14 16,8 8-6-16,1 0-6 15,0 1-7-15,0-3-19 16,0-7 5-16,11-2-8 15,6-5-3-15,5-4-3 16,4-8-112-16,3-15-127 16,-1-15-184-16</inkml:trace>
  <inkml:trace contextRef="#ctx0" brushRef="#br0" timeOffset="4665.33">19288 3390 918 0,'0'0'396'0,"0"0"-366"16,0 0-20-16,0 0 20 15,0 0-8-15,0 0 2 16,114 45-16-16,-79 7-7 16,-9 4 6-16,-7-3-3 15,-6-6 2-15,-6-3-6 16,-4-9 5-16,-3-7-4 15,0-9 1-15,0-10 1 16,0-8 6-16,0-1 0 16,0 0-6-16,0-14 17 15,0-17 13-15,0-16-27 0,0-13-7 16,0-4 1-16,0 1 0 16,0 11-2-16,9 16-1 15,1 15 3-15,3 11 0 16,4 8-4-16,-1 2 3 15,3 18-9-15,-1 18 10 16,-3 8 0-16,-2 4 0 16,-3-2 4-16,-4-5 2 15,0-8-4-15,-1-7-4 16,4-10 5-16,0-6-3 16,-3-6 0-16,1-4-3 15,1 0-2-15,2-10 5 0,2-12 4 16,0-9-4-16,-1-8 1 15,-5-5-1-15,1-2 0 16,-3 6 4-16,-3 11-1 16,-1 11 5-16,0 8 17 15,2 7-5-15,0 3-13 16,1 0-7-16,6 11-14 16,2 13 9-16,8 6 5 15,-1 0 4-15,0-4-3 16,2-5-2-16,2-7 2 15,1-3-1-15,-1-5 0 16,1-4-13-16,-2-2-21 16,-3 0-17-16,1-12 30 15,-3-9 21-15,-4-3 0 16,-2-3 2-16,-5 0 1 0,-5 4 2 16,0 8 14-16,0 7 10 15,0 6 6-15,0 2-35 16,0 2-4-16,0 19-12 15,0 5 16-15,0 3 2 16,0-5 0-16,5-4-2 16,5-9 3-16,3-2-3 15,3-4 1-15,0-4-1 16,3-1 0-16,1 0 3 16,-2 0 5-16,-1-11-5 15,-2-4-3-15,-3-2 1 16,-8-4 0-16,0-2 3 0,-4-6-4 15,0 1-2-15,-5 2 1 16,-7 7 2-16,1 8 1 16,-3 5 8-16,-1 6-5 15,-4 0 3-15,1 0-8 16,0 14-7-16,6 1 3 16,4-4 3-16,5 2-10 15,3-4 2-15,0-2-14 16,3-3-58-16,15 0 22 15,6-4 7-15,4 0-14 16,4 0-22-16,3 0-19 16,-2 0-8-16,2 4 26 15,-3 4 64-15,1 1 24 0,-2 2 2 16,-3-2 1-16,-4 0 5 16,-4 0 6-16,-2-3 17 15,-3-4 12-15,-5-2 15 16,-7 0 23-16,-3 0 4 15,0 0 3-15,0 0 4 16,0 0 5-16,0-6-31 16,0-10-28-16,0-7-12 15,0-5 9-15,0-8-11 16,0-5 2-16,-13-4-4 16,-2 0-2-16,0 4-1 15,0 8-17-15,3 12 0 0,4 9-1 16,1 8-4-1,1 4 4-15,-4 0-10 0,-2 3-25 16,-2 14-6-16,1 8-50 16,4 3 9-16,5 1-66 15,4 0-71-15,0-7-117 16,0-4-251-16</inkml:trace>
  <inkml:trace contextRef="#ctx0" brushRef="#br0" timeOffset="5044.28">20814 3135 101 0,'0'0'972'0,"0"0"-947"0,0 0-22 16,0 0 73-16,0 0 22 15,0 0-47-15,-11-72-20 16,11 72-4-16,0 0-13 16,0 0-14-16,0 0 8 15,1 11-7-15,8 6 15 16,1 5 3-16,0 11 16 16,0 8 0-16,0 5-13 0,0 8-5 15,-4 6-17 1,1 7 18-16,-4 5-10 0,-3 0-5 15,0-3 1-15,0-2-3 16,0-9 0-16,0-8-1 16,0-11-1-16,0-11-1 15,0-11-21-15,0-10-196 16,0-7-48-16,4-5-247 16</inkml:trace>
  <inkml:trace contextRef="#ctx0" brushRef="#br0" timeOffset="5368.58">20886 3427 41 0,'0'0'1239'15,"0"0"-1190"-15,0 0-24 16,9-94 52-16,7 77-7 16,6 7-33-16,1 4-28 15,1 6-5-15,-2 0 3 16,-2 7-7-16,-2 12 3 16,-3 5-3-16,-7 2 5 15,-2 1-5-15,-6-1 1 16,0-1 1-16,0-1-2 0,-7-4-2 15,-7-4-74-15,1-9-157 16,2-7-323-16</inkml:trace>
  <inkml:trace contextRef="#ctx0" brushRef="#br0" timeOffset="5648.73">21142 2943 1172 0,'0'0'154'0,"0"0"-148"16,0 0-6-16,94 57 37 15,-44-7 13-15,5 15 5 16,-5 8 3-16,-8 10-7 16,-13 6 25-16,-15 1-34 15,-10-2-11-15,-4-3 0 16,-17-5-17-16,-18-4-6 15,-13-2-8-15,-13-8 1 16,-9-9-2-16,-5-11-1 16,-4-14-178-16,-3-12-248 15</inkml:trace>
  <inkml:trace contextRef="#ctx0" brushRef="#br0" timeOffset="11014.59">16327 5206 926 0,'0'0'116'16,"0"0"-94"-16,0 0 12 15,0 0 71-15,0 0-22 0,0 0-66 16,0 0-6 0,0 0-11-16,-57 162 41 0,37-60-16 15,-2 3-8-15,1-6-16 16,4-10 4-16,2-11-4 15,3-13-1-15,1-14-1 16,2-13-59-16,3-14-36 16,2-12-164-16,2-12-254 15</inkml:trace>
  <inkml:trace contextRef="#ctx0" brushRef="#br0" timeOffset="11280.91">16332 5232 699 0,'0'0'544'15,"0"0"-530"-15,0 0-5 16,0 0-9-16,62 86 35 16,-34-20 22-16,2 12-3 15,-1 2-14-15,-1-5-9 16,-1-2-4-16,-3-8-18 15,-4-2-7-15,-6-6 2 16,-7-5-8-16,-4-8 3 16,-3-6-94-16,0-7-64 15,-3-12-113-15,-14-11-203 0</inkml:trace>
  <inkml:trace contextRef="#ctx0" brushRef="#br0" timeOffset="11456.02">16192 5719 810 0,'0'0'364'15,"0"0"-360"-15,0 0 3 16,0 0-7-16,133-67 10 16,-71 59-7-16,2 4-3 15,0-2-82-15,-6-7-240 0,-9-5-185 16</inkml:trace>
  <inkml:trace contextRef="#ctx0" brushRef="#br0" timeOffset="11720.86">16636 4724 942 0,'0'0'203'0,"0"0"-160"16,0 0-40-16,0 0 1 16,0 0 64-16,7 133 11 15,13-50-39-15,0 3-22 0,-2 0-2 16,-2-8-10-16,-6-7-6 16,-4-8 0-16,-3-7-2 15,-3-7-72-15,0-8-63 16,0-15-178-16,-3-13-181 15</inkml:trace>
  <inkml:trace contextRef="#ctx0" brushRef="#br0" timeOffset="11966.58">16693 4916 1053 0,'0'0'112'16,"0"0"-93"-16,0 0-4 15,0 0 20-15,0 0 16 16,0 0-20-16,104 33-13 16,-87 1 0-16,-11 3-10 15,-6-1 4-15,0-3-6 16,-5-3 0-16,-15-4-5 16,-1-4 7-16,-1-3-8 15,2-3-38-15,5-3-88 16,6-4-200-16,8-4-278 15</inkml:trace>
  <inkml:trace contextRef="#ctx0" brushRef="#br0" timeOffset="12185.8">17178 5417 1327 0,'0'0'148'0,"0"0"-148"16,0 0 0-16,117-33 17 15,-48 21-4-15,9 1-11 16,-3 4-2-16,-8 1-67 16,-15 1-217-16,-20 1-336 0</inkml:trace>
  <inkml:trace contextRef="#ctx0" brushRef="#br0" timeOffset="12341.04">17412 5455 930 0,'0'0'446'0,"0"0"-446"16,0 0-42-16,105 0 42 15,-43 0 0-15,4 0-27 16,-11 0-216-16,-15 5-280 15</inkml:trace>
  <inkml:trace contextRef="#ctx0" brushRef="#br0" timeOffset="12501.12">17302 5686 1274 0,'0'0'133'15,"0"0"-133"-15,0 0-20 16,0 0 20-16,107 0 0 15,-20 0 0-15,10 0-144 16,-1 0-167-16,-5-1-284 16</inkml:trace>
  <inkml:trace contextRef="#ctx0" brushRef="#br0" timeOffset="12996.61">18193 5171 1211 0,'0'0'117'0,"0"0"-117"16,0 0 3-16,0 0 21 16,-13 123 54-16,13-46-26 15,0 5-18-15,0 1 8 16,0-5-14-16,-3-7-16 15,-3-13-10-15,3-9 1 16,-2-13-6-16,0-12 2 16,-1-9-38-16,5-10-67 0,1-5-35 15,0-10 55 1,0-24-181-16,1-17 30 0,8-10 184 16,-2-9 50-16,-4-9 3 15,-3-1 33-15,0 2 83 16,0 2 7-16,0 12 19 15,0 13-55-15,3 19 28 16,4 13-3-16,-2 16-40 16,3 3-37-16,6 20-35 15,6 21 29-15,4 16 18 16,1 7-24-16,-2 6-2 16,4-1-1-16,-1-5-17 15,-1-6 0-15,-1-6-3 16,-2-8-5-16,-7-5-41 0,-7-6-103 15,-8-9-82-15,0-11-225 16</inkml:trace>
  <inkml:trace contextRef="#ctx0" brushRef="#br0" timeOffset="13144.17">18083 5608 982 0,'0'0'296'0,"0"0"-282"15,0 0-14-15,0 0 12 16,115-34-12-16,-52 32-4 0,9 2-113 16,-1-6-141-1,-5-8-304-15</inkml:trace>
  <inkml:trace contextRef="#ctx0" brushRef="#br0" timeOffset="13393.26">18788 5029 1208 0,'0'0'106'0,"0"0"-91"16,0 0 65-16,0 0-9 16,-63 111 8-16,63-36-18 15,0 6-22-15,0-1-2 0,11 0-26 16,4-6-4-16,4-8-7 15,1-8 0-15,0-7-1 16,2-11-45-16,0-5-103 16,-3-14-133-16,0-11-215 15</inkml:trace>
  <inkml:trace contextRef="#ctx0" brushRef="#br0" timeOffset="14546.38">18887 5372 1198 0,'0'0'98'0,"0"0"-63"0,0 0 46 15,0 0-25 1,0 0-51-16,0 0-3 0,115 4 11 16,-85 45 2-16,-7 2-6 15,-6 1-6-15,-7-4 8 16,-5-3 1-16,-1-8-12 15,-3-10 4-15,-1-9-4 16,0-9 2-16,0-6-1 16,0-3 0-16,0 0 10 15,2-16 4-15,3-13-15 16,0-14-10-16,2-8 6 16,-1-7-5-16,3-2-6 0,1 7-5 15,0 16 9 1,-4 14 11-16,3 17-10 0,-1 6 7 15,2 17-10-15,2 20 13 16,1 8 36-16,-3 4-25 16,0-3 2-16,0-5 1 15,-1-10-7-15,-1-6-2 16,-1-8-3-16,-2-8-2 16,0-4 0-16,-1-5 3 15,2 0-1-15,5-2 0 16,5-16-2-16,4-9-6 15,0-8-2-15,0-8-2 16,-3-4-14-16,-7 5 12 16,0 9 12-16,-7 15 7 15,-1 11 14-15,-1 7 12 0,3 1-33 16,4 21 8-16,6 9-2 16,0 7 12-16,3-1-4 15,0-6-12-15,3-4 1 16,0-5-2-16,2-9-1 15,0-7 0-15,-2-6-2 16,0 0-22-16,0-5 13 16,-2-14 5-16,-1-7-9 15,-2-4 8-15,-5-2 5 16,-2-1 1-16,-3 7-1 16,-3 7 2-16,-2 10 3 15,0 9-3-15,0 0-9 0,0 15-13 16,0 12 22-1,0 5 8-15,0 1-3 0,2-8-3 16,9-5-1-16,4-7 0 16,2-7 2-16,3-6-3 15,0 0 5-15,2-11-5 16,-4-8 0-16,-1-4 0 16,-8-4 3-16,-6 1 3 15,-3 1-6-15,0 2 10 16,-10 5 2-16,0 7-3 15,3 7 5-15,4 4-10 16,1 0-4-16,2 7-6 16,0 10 2-16,0 0 3 0,0 2 1 15,2-4-5 1,9-1 5-16,2-5-13 0,3-2-6 16,-1-3 14-16,2-3-11 15,-1-1 4-15,3 0-11 16,-1 0 1-16,-3 0-5 15,-2 0 26-15,-3 0 1 16,0-3 3-16,-3-6-3 16,-4-4 12-16,-3-7 6 15,0-5 34-15,-8-11-12 16,-17-5-10-16,-7 0-2 16,-3-5 5-16,-2 6-27 0,4 6 11 15,6 8-9 1,10 10-8-16,7 12 0 0,6 4-12 15,-3 4-2-15,4 18-23 16,1 9-14-16,2 1-50 16,3 1-51-16,16-3-35 15,1-3-69-15,-2-6-13 16,3-7-99-16</inkml:trace>
  <inkml:trace contextRef="#ctx0" brushRef="#br0" timeOffset="14846.62">20157 5278 732 0,'0'0'189'0,"0"0"-106"16,0 0 40 0,-3-94 8-16,-1 74-25 0,1 7-43 15,2 5-4-15,-1 7-11 16,2 1-5-16,0 0-33 15,0 18-10-15,0 24-4 16,5 22 4-16,13 15 22 16,1 9-3-16,3 0 8 15,-1-2 1-15,0-3-16 16,-5-5-12-16,-3-5 0 16,-6-6-2-16,-4-9-9 15,-3-12-83-15,0-10-133 0,0-19-117 16,-3-17-320-16</inkml:trace>
  <inkml:trace contextRef="#ctx0" brushRef="#br0" timeOffset="15073.21">20143 5423 1105 0,'0'0'175'15,"0"0"-136"-15,0 0 38 16,0 0-19-16,0 0-31 15,103-54-22-15,-60 79 16 16,-6 7 0-16,-12 5 11 16,-9 1-10-16,-16 0-2 0,0-3-7 15,-13-4-9 1,-12-4-4-16,-1-6-4 0,2-4-1 16,2-8-146-16,8-9-113 15,5-8-391-15</inkml:trace>
  <inkml:trace contextRef="#ctx0" brushRef="#br0" timeOffset="15313.68">20477 5050 1445 0,'0'0'5'0,"0"0"19"0,94 50-4 16,-55-1 41-16,-7 14-7 15,-6 10-15-15,-15 5 0 16,-11 2-11-16,0-2-24 16,-21-6 2-16,-11-6-6 15,-9-10-11-15,-5-8-57 16,-12-9-128-16,-8-13-154 16,-14-13-695-16</inkml:trace>
  <inkml:trace contextRef="#ctx0" brushRef="#br0" timeOffset="15996.96">15294 4685 794 0,'0'0'173'15,"0"0"-80"-15,0 0-5 16,0 0-24-16,0 0-63 16,-22 98 85-16,32 25 29 15,12 29-48-15,7 22-25 16,-5 14-10-16,1 2 2 16,-5-6-21-16,-1-20-10 0,-3-20-3 15,0-29 0 1,-5-25-5-16,0-23-32 0,-4-25-62 15,-3-24-66-15,-1-18-193 16,3-24-266-16</inkml:trace>
  <inkml:trace contextRef="#ctx0" brushRef="#br0" timeOffset="16983.54">15464 4478 898 0,'0'0'82'0,"0"0"-8"16,0 0-64-16,0 0 51 15,0 0 64-15,0 0-34 16,-53-47-53-16,53 47-33 16,3 0-3-16,16 3 15 15,4 4 16-15,10-3 3 16,9-2-4-16,13-2 3 16,16 0-3-16,19-6-10 15,17-8-14-15,17 1-1 0,13 1 2 16,8 0-3-16,4-2 1 15,10 2-6-15,-2 0 5 16,7 2 0-16,0 2-4 16,-4 5 4-16,-1 3-1 15,-4 0 1-15,-1 0 3 16,0 6-8-16,1-1 6 16,3-2 0-16,5-3-7 15,3 0 0-15,-3 0 2 16,-10 0-1-16,-13 2 1 15,-14 3 2-15,-7-1-3 16,-6 0 5-16,-1-1-6 16,2-3 1-16,-2 0-1 15,0 0 0-15,0 0-2 0,-2-3-6 16,-1-3 8-16,-9-1 4 16,-5 5-3-16,-5 0 0 15,-7 1 1-15,-4 1-2 16,-1 0 3-16,-1 0 0 15,-2 0-1-15,-1 0-2 16,-2 0-1-16,-2 0 0 16,-1 0 1-16,-3 0-1 15,-4 0 0-15,-8 0 0 16,-8 0 1-16,-7 1 0 16,-1-1 1-16,-1 0-1 15,1 0 1-15,1 0 0 16,-2 0-2-16,-9 0 2 0,-9 0-1 15,-10 0 1-15,-5 0 1 16,-4 0 1-16,0 0 0 16,0 0-1-16,0 0 4 15,0 0-4-15,0 0 6 16,0 0 4-16,0 0-3 16,0 0 5-16,0 0-2 15,0 0-3-15,0 0-9 16,0 2-5-16,0 20 0 15,0 18 1-15,0 19 4 16,0 22 3-16,0 8-2 16,0 11 2-16,3 5 4 15,10 2-6-15,5-8 5 0,-2-10-5 16,1-13 1 0,-4-8-2-16,-3-8 0 0,-3-7 3 15,-7-10-6-15,0-7-22 16,-7-4-42-16,-19-6-80 15,-13-11-158-15,-15-10-358 16</inkml:trace>
  <inkml:trace contextRef="#ctx0" brushRef="#br0" timeOffset="17795.93">16262 6525 364 0,'0'0'171'0,"0"0"-7"15,-125-8-25-15,83 5-31 16,2 3-8-16,5 0 5 16,6 0-9-16,12-2-6 15,8 2-30-15,9-2 11 16,0 1-4-16,6 1-41 16,39 0-21-16,34 0 30 15,41 0 13-15,41-2-21 16,41-11-6-16,42-8 1 15,45-8 5-15,39-7-13 16,33-5 12-16,25 4-5 16,5 3-14-16,-6 9-2 15,-22 7-5-15,-36 7 6 0,-30 2-6 16,-42 0 0-16,-34-1-1 16,-36 0 1-16,-36-2 3 15,-32 0-3-15,-35-1 0 16,-27 2 2-16,-21 4-1 15,-16 4-1-15,-11 0 1 16,-6 3 0-16,-1 0-1 16,0 0-13-16,0 0-28 15,0 0-72-15,0-1-188 16,0-14-244-16</inkml:trace>
  <inkml:trace contextRef="#ctx0" brushRef="#br0" timeOffset="25995.7">5918 12394 175 0,'0'0'77'0,"0"0"-46"0,0 0-16 15,0 0-7-15,0 0 9 16,0 0-16-16,-27-76-1 15,24 61-12-15,-4-1-32 16,-1-4-207-16</inkml:trace>
  <inkml:trace contextRef="#ctx0" brushRef="#br0" timeOffset="26464.05">5786 12049 945 0,'0'0'131'0,"0"0"-96"15,0 0 19-15,0 0 64 16,0 0-12-16,0 0-40 16,-4-13-50-16,43 13-2 0,28 0 28 15,27 0-3-15,21 0-2 16,23 0-20-16,17-6 7 15,7 1 1-15,3-4-21 16,-8 2 8-16,-16 0-6 16,-19 0-5-16,-22 1 5 15,-21-1-6-15,-26 3-3 16,-22 2-56-16,-20-1-43 16,-11-4-35-16,-11 3 38 15,-25-5-204-15,-19 2-196 16</inkml:trace>
  <inkml:trace contextRef="#ctx0" brushRef="#br0" timeOffset="26763.96">5885 12180 1342 0,'0'0'141'16,"0"0"-141"-16,0 0-64 15,87-8 64-15,4 8 25 16,35 0 7-16,29 0 4 16,21-5-11-16,12-1-9 15,-3-5-10-15,-8 1-2 0,-15-1 0 16,-22-1-1-16,-24 8-3 15,-31 0-5-15,-30 1-53 16,-26 3-118-16,-24-3-77 16,-5-1-197-16</inkml:trace>
  <inkml:trace contextRef="#ctx0" brushRef="#br0" timeOffset="28362.89">10099 9570 462 0,'0'0'82'16,"0"0"-12"-16,0 0 50 15,0 0-36-15,0 0 8 16,0 0-8-16,6-86-28 16,17 42-2-16,10-18-4 15,19-24-20-15,22-23 1 16,27-28 5-16,30-29 2 16,25-16 8-16,19-12-3 15,26-10-9-15,21-7-17 0,26-8-9 16,24-4-7-16,9 10 1 15,18 15 9-15,11 21-3 16,5 16 33-16,5 15-36 16,-8 13-3-16,-12 12 2 15,-14 12 5-15,-19 16-8 16,-32 14-2-16,-31 16 0 16,-33 13 1-16,-32 13 4 15,-31 5-2-15,-27 8-4 16,-33 8-1-16,-22 5 3 15,-18 6 0-15,-8 3 6 16,0 0 12-16,0 1 19 16,-10-2-19-16,-7-2-10 0,-3 1-7 15,4 3 1 1,-1-3-2-16,2 2 4 0,-2 1-5 16,-8 1 1-16,-8 0 0 15,-11 0 0-15,-2 0-1 16,3 0 1-16,3 0-1 15,3 0 1-15,-1 0 0 16,-2-8 0-16,-2 1 1 16,-1-1-1-16,1 2 2 15,5 5-2-15,9 0 0 16,9 1 1-16,13 0-1 16,6-2 0-16,0 2-10 15,0 0 4-15,11 0 4 16,17 0 2-16,13 0 4 0,12 0 0 15,11 6-2-15,6 4 0 16,7 1 0-16,3 2 1 16,-8-3 0-16,-18 1-2 15,-23 0-1-15,-22 2-7 16,-9 5 7-16,-32 7 19 16,-27 12-4-16,-22 17-6 15,-16 17-9-15,-6 12-4 16,11 9-2-16,19 5-128 15,20 0-159-15,12-9-206 16</inkml:trace>
  <inkml:trace contextRef="#ctx0" brushRef="#br0" timeOffset="29927.73">14044 7668 509 0,'0'0'94'16,"0"0"-94"-16,-100-100-148 16,81 64-34-16,3-2 182 0,6-2 39 15,2 0 24-15,3 2-36 16,0 7-13-16,5 3 70 15,0 5-15-15,0 2 1 16,0 6 21-16,5 4-9 16,4 6 9-16,-2 5-24 15,0 0-33-15,-3 9-8 16,-2 19 12-16,-2 13 28 16,0 13-31-16,-19 6-12 15,-6 1-9-15,-5-4-5 16,-2-8-8-16,2-9-2 15,5-8 1-15,4-11-6 16,5-9 12-16,8-8-2 16,3-4 4-16,5 0 1 0,0-10-9 15,0-5-4-15,0 2 0 16,5 4 3-16,9 7-9 16,3 2 10-16,7 0 2 15,6 9-2-15,9 4 1 16,4 1-1-16,9-3 2 15,2-9 0-15,-5-2-4 16,-7-2 1-16,-12-18 1 16,-8-4 1-16,-9-5 3 15,-6-5-1-15,-7-4 4 16,0-2-4-16,-4 2 3 16,-12 2 17-16,3 10 16 0,3 11 8 15,1 9-16-15,3 9 17 16,-1 39-48-16,0 25 0 15,2 21 11-15,2 10 3 16,3 1-7-16,0-1-7 16,0-6 0-16,8-11-2 15,2-12 0-15,-1-17-99 16,-2-18-112-16,-3-25-279 16</inkml:trace>
  <inkml:trace contextRef="#ctx0" brushRef="#br0" timeOffset="30476.47">14514 6926 842 0,'0'0'174'0,"0"0"-93"16,0 0-42-16,0 0 59 15,0 0-9-15,-93-47-38 16,66 57-46-16,2 20 3 16,2 10-8-16,8 8 17 15,7 2-5-15,8-4-12 16,0-5 2-16,22-12-2 15,9-9 0-15,6-11 3 0,2-9 3 16,-3 0-3 0,-4-12 6-16,-10-5 0 0,-9-3-1 15,-8 3-1-15,-5 4 10 16,-1 2 9-16,-18 2-23 16,-1 6-3-16,-5 3 0 15,3 0-6-15,4 24-35 16,4 9-106-16,9 6-163 15,5-3-248-15</inkml:trace>
  <inkml:trace contextRef="#ctx0" brushRef="#br0" timeOffset="30679.11">14615 7535 1264 0,'0'0'178'0,"0"0"-178"0,0 0 13 16,0 0 13-16,139-32 14 16,-64 28-27-16,0 4-13 15,-9 0-4-15,-11 0-37 16,-15 0-169-16,-14 0-156 16,-19 0-203-16</inkml:trace>
  <inkml:trace contextRef="#ctx0" brushRef="#br0" timeOffset="30841.84">14744 7656 1292 0,'0'0'127'16,"0"0"-127"-16,0 0-7 16,0 0 7-16,143-2 7 15,-79 2-7-15,-5 0-88 16,-19 0-154-16,-25 9-344 15</inkml:trace>
  <inkml:trace contextRef="#ctx0" brushRef="#br0" timeOffset="31000.05">14590 7912 1410 0,'0'0'29'0,"0"0"-29"0,0 0 0 16,0 0 3-16,145 0 4 15,-66 0-7-15,8 0-82 16,-7-6-87-16,-11-5-299 16</inkml:trace>
  <inkml:trace contextRef="#ctx0" brushRef="#br0" timeOffset="31256.33">15418 7285 1304 0,'0'0'103'0,"0"0"-103"16,0 0 0-16,0 0 0 15,5 106 42-15,16-52-35 16,3 3 0-16,-4-2-7 15,-2-2-1-15,-4-5-4 16,-6-1-138-16,-5-7-105 16,-3-6-200-16</inkml:trace>
  <inkml:trace contextRef="#ctx0" brushRef="#br0" timeOffset="31578.56">15881 7127 1149 0,'0'0'108'0,"0"0"-86"16,0 0 41-16,0 0 59 15,0 0-101-15,0 0-13 0,-40 98 3 16,40-12 33-16,0 10-37 16,0 5 2-16,1-2-1 15,8-6-5-15,4-7-4 16,2-11 1-16,3-10-4 16,1-14-70-16,-1-15-90 15,-1-14-81-15,-3-17-238 16</inkml:trace>
  <inkml:trace contextRef="#ctx0" brushRef="#br0" timeOffset="32642.51">15993 7482 1215 0,'0'0'159'0,"0"0"-159"16,0 0 4-16,0 0-4 15,0 0 27-15,0 0-9 16,122 108-12-16,-87-63 0 16,-7-3-4-16,-8-3 0 15,-6-10-2-15,-8-7 0 16,-3-8 1-16,-3-8 0 16,0-3 2-16,0-3 7 15,0 0 14-15,0-5 18 16,0-23-11-16,0-9-29 15,0-13 0-15,0-6-2 16,0-1-16-16,7 6 11 0,7 13 3 16,3 15-7-16,1 16 2 15,0 7 7-15,-1 18-5 16,2 24 4-16,-5 5 1 16,0 6 1-16,-4-1 1 15,-2-6 1-15,-1-7-2 16,-4-10 6-16,0-7-6 15,-1-10-1-15,-2-8 2 16,2-4-2-16,0 0 8 16,-1-3-1-16,3-19 7 15,-1-14-10-15,1-8-3 16,-1-5-1-16,2 3 3 16,-2 9-3-16,-1 11 2 0,1 14-2 15,-2 12-6-15,6 0 2 16,3 18-2-16,5 10 6 15,2 6 7-15,0-2 0 16,1-1-6-16,1-4 1 16,-1-7-2-16,-1-7 0 15,0-7 2-15,1-6-5 16,0 0-4-16,4-18 7 16,-2-11-12-16,-3-8-9 15,-4-8 19-15,-3-2-3 16,-5 5 4-16,-1 12-3 15,-4 13 8-15,0 11-1 0,0 6 28 16,0 6-31-16,0 21-3 16,0 14 3-16,0 3 10 15,0-1-9-15,3-6 2 16,12-9-3-16,3-7 0 16,4-7-6-16,0-7 4 15,-1-7-22-15,3 0-10 16,1-6-31-16,2-13-5 15,-2-6 6-15,-1-3 8 16,-8 3-10-16,-5 2 11 16,0 8 53-16,-8 8 2 15,1 7 0-15,-1 0 0 16,2 2 0-16,7 13 19 16,2 2-2-16,7-4-4 15,-1-2-10-15,-2-6 3 0,-1-3 8 16,-7-2-13-16,-3 0 7 15,-6 0 32-15,-1 0 47 16,0-13 43-16,0-10-84 16,-15-4 6-16,-10-8 7 15,-4-3-34-15,-4-2-7 16,1 2-5-16,7 7-6 16,5 10 3-16,10 11-7 15,7 7-3-15,3 3 0 16,0-2-30-16,20 2-22 0,12-3-4 15,6 3-54 1,2-1-75-16,-1 1-83 0,-7-2-83 16,-3-3-36-16</inkml:trace>
  <inkml:trace contextRef="#ctx0" brushRef="#br0" timeOffset="32960.24">17347 7295 969 0,'0'0'239'16,"0"0"-223"-16,0 0-16 16,0 0 41-16,0 0-22 15,0 0 29-15,83 9-22 16,-49-9-15-16,-2 0 4 0,-8 0-4 16,-1 0-3-16,-5-13 3 15,-3 1-2-15,-2-2 4 16,-4 2 7-16,-4 5 21 15,-5 5 24-15,0 2 2 16,0 0-45-16,0 21-22 16,0 23 0-16,0 21 45 15,-5 11-32-15,0 6-9 16,1-6-3-16,3-8-1 16,1-9-6-16,0-9-22 15,0-12-210-15,0-15-133 16,5-14-572-16</inkml:trace>
  <inkml:trace contextRef="#ctx0" brushRef="#br0" timeOffset="33196.01">17820 7115 1400 0,'0'0'111'0,"0"0"-94"15,0 0-2-15,0 0-13 16,124 120 50-16,-76-46-3 16,-11 12-32-16,-18 7 3 15,-19 4-19-15,-7-5 7 16,-34-2-8-16,-12 0-2 0,-12-6 2 16,-7-3-128-16,-4-15-162 15,0-13-261-15</inkml:trace>
  <inkml:trace contextRef="#ctx0" brushRef="#br0" timeOffset="35975.42">14334 8652 977 0,'0'0'82'0,"0"0"-77"16,0 0 7-16,0 0 8 15,0 0-13-15,0 0 4 16,0 84 63-16,-3-20-14 0,-11 0-40 15,0 0-16-15,-6-4 8 16,-1-5-6-16,-2-7-5 16,3-10 3-16,3-12-3 15,5-12 0-15,8-7 2 16,2-7-3-16,2 0 17 16,0-11-17-16,0-9-16 15,0 2 8-15,8 4 8 16,6 8-8-16,6 6 8 15,5 0-6-15,10 6 6 16,8 11 0-16,4-2-2 16,7-4 2-16,-6-7 1 15,-5-4 0-15,-8 0-1 16,-11-3 0-16,-11-12 0 16,-8-3 7-16,-5-4-6 0,0-5 3 15,-11-4-4-15,-4 2 2 16,-2 0 4-16,2 8 1 15,5 6 6-15,3 7 4 16,5 8 12-16,2 14-29 16,0 29 5-16,0 22-5 15,0 10 7-15,0 5-6 16,-1-5 1-16,1-4-2 16,-2-8-1-16,-2-9 1 15,0-7-4-15,-1-13-21 16,0-11-121-16,-2-17-224 15,0-6-254-15</inkml:trace>
  <inkml:trace contextRef="#ctx0" brushRef="#br0" timeOffset="36378.39">14638 8509 945 0,'0'0'175'0,"0"0"-169"15,0 0-3-15,0 0-3 16,0 0 25-16,0 0 35 15,90-19-28-15,-52 12 7 16,-7-1-15-16,-3 2-1 16,-6 3-6-16,-6 3-15 15,-5 0 8-15,-2 0-3 16,-3 17-4-16,-2 7 8 16,-4 7 1-16,0 3-4 15,0 7-3-15,0 1-5 16,-10 4 0-16,0-2-2 0,0-1-5 15,1-3-54 1,4-2-84-16,2-7-93 0,1-5-209 16</inkml:trace>
  <inkml:trace contextRef="#ctx0" brushRef="#br0" timeOffset="36599.98">14970 8957 1224 0,'0'0'200'15,"0"0"-180"-15,0 0-12 0,0 0-8 16,0 0 52-16,125-6-20 16,-65 6-24-16,-3 0-8 15,-5 5 2-15,-5-3-2 16,-11-2-126-16,-9 0-99 15,-15 0-198-15</inkml:trace>
  <inkml:trace contextRef="#ctx0" brushRef="#br0" timeOffset="36776.12">15039 9174 1264 0,'0'0'165'0,"0"0"-165"15,0 0 0-15,0 0 10 0,143 0-3 16,-75-6-5-16,-1 1-4 16,-10 2-151-16,-17-1-171 15,-21-1-339-15</inkml:trace>
  <inkml:trace contextRef="#ctx0" brushRef="#br0" timeOffset="36932">15083 9294 22 0,'0'0'1383'16,"0"0"-1383"-16,0 0-22 15,0 0 22-15,0 0 17 16,121 5-17-16,-54-5 0 16,-1 0-181-16,-5-7-194 0</inkml:trace>
  <inkml:trace contextRef="#ctx0" brushRef="#br0" timeOffset="37808.51">15854 8739 990 0,'0'0'129'16,"0"0"-78"-16,0 0-26 15,0 0 61-15,0 0-20 16,0 0-56-16,-30 6-8 16,18 30 2-16,0 5 2 15,1-5 0-15,1-3-4 16,-4-4-1-16,1-4 2 15,-2-4 0-15,5-7 4 0,2-5-5 16,4-7 1-16,2-2 1 16,2 2 1-16,0-2-3 15,0 2-2-15,0-2-1 16,0 0-8-16,0 3-3 16,14 3 6-16,10 3 6 15,9 0 3-15,9 0-2 16,4-4-1-16,5-1 0 15,-3-4-4-15,-5 0 4 16,-8-1 0-16,-11-10 1 16,-11-4 3-16,-8-3 2 15,-5-8 4-15,0-2-10 16,-8-5 3-16,-9 0 2 16,-3 2 1-16,4 9 6 15,3 7 10-15,7 9 13 0,6 6 16 16,0 0-44-16,0 25-7 15,0 19 0-15,0 19 3 16,2 6 0-16,5 4-2 16,-3-4-1-16,5-4 0 15,-2-8 0-15,1-7-4 16,-1-6-99-16,1-14-99 16,-3-17-260-16</inkml:trace>
  <inkml:trace contextRef="#ctx0" brushRef="#br0" timeOffset="38092.54">16325 8570 1219 0,'0'0'91'0,"0"0"-88"15,0 0 9-15,0 0 22 16,-56 133 27-16,56-56-26 16,0 2-15-16,0 1-8 15,8 0-4-15,5-5-6 16,2-4-2-16,1-11 0 16,1-9-1-16,4-11-10 0,0-14-189 15,1-9-80-15,-2-16-276 16</inkml:trace>
  <inkml:trace contextRef="#ctx0" brushRef="#br0" timeOffset="39191.98">16496 8891 1120 0,'0'0'118'0,"0"0"-69"0,0 0-46 16,0 0 7-1,0 0-8-15,0 0 5 0,57 69 0 16,-33-27-6-16,-7 0 7 16,-1-1-6-16,-10-4 0 15,0-8-1-15,-6-8-1 16,0-6 2-16,0-7-1 16,0-3 5-16,0-5-1 15,0 0 5-15,0-9-10 16,0-20-2-16,0-11-52 15,0-10-11-15,10-2 32 16,0 5 13-16,1 6 20 16,3 13 0-16,-4 11-3 15,0 14 3-15,0 3 6 16,1 18-4-16,1 15 16 16,-2 6 30-16,2 2-16 15,-2-4-15-15,0-5-12 0,-2-7 7 16,0-5-7-16,-2-8-4 15,-3-6 3-15,0-5-3 16,-1-1 1-16,1 0 6 16,2 0-5-16,3-18 15 15,3-8-12-15,0-9-6 16,1-3 4-16,-2-2-4 16,-3 0 2-16,-2 6-1 15,-4 8 1-15,1 10 1 16,0 9 21-16,-2 7 30 0,3 0-49 15,-1 20 1 1,3 5-6-16,1 6 12 0,4-2-11 16,0-3 3-16,2 0-1 15,4-7-3-15,-3-3 0 16,0-7 1-16,6-5-1 16,1-4 0-16,3 0-8 15,3-18-17-15,0-8-31 16,-4-4 31-16,-8-2 19 15,-5 3-9-15,-6 2 15 16,-3 7 4-16,0 7 0 16,0 7 50-16,0 6-1 15,0 0-53-15,0 15-1 16,0 10 1-16,0 5 1 16,0-3-1-16,9-5 2 0,5-3-2 15,5-9 1-15,1-5-1 16,3-5-2-16,1 0 1 15,0-15 1-15,-1-6-16 16,-7-1-19-16,-2 0 23 16,-5 0 10-16,-3 1-5 15,-1 6 1-15,-3 6 4 16,-1 6 0-16,3 3 1 16,1 5-18-16,4 17 9 15,5 5 8-15,1-5 3 16,4 0-1-16,1-7 4 15,-2-4-4-15,-4-4 0 0,-8-5 1 16,-5-2-1-16,-1 0 3 16,0 0-1-16,0 0 19 15,0-10 44-15,-4-10-62 16,-10-4 22-16,-6-6 2 16,-3-9-8-16,-6-4-12 15,1-4 6-15,1 2-4 16,6 7-7-16,5 11 0 15,8 9-2-15,4 11 0 16,3 2-1-16,1 5 0 16,0 0-13-16,0 0-30 15,0 0-33-15,8 0 9 16,13 9-31-16,5 0-121 0,1 0-104 16,1-1-193-1</inkml:trace>
  <inkml:trace contextRef="#ctx0" brushRef="#br0" timeOffset="39541.49">17571 8708 1096 0,'0'0'92'0,"0"0"-84"16,0 0 112-16,0 0 17 0,0 0-102 15,0 0-31 1,0 0-4-16,-5-14 3 0,32 14 6 16,7 1 7-16,4 1-13 15,-3-2 3-15,-5 0-5 16,-1 0 4-16,-10 0-2 16,-4 0-2-16,-6 0 1 15,-4 0-2-15,-2 4 0 16,-1 14 0-16,-2 13 0 15,0 11 25-15,0 8-8 16,0 0-12-16,0 3-2 16,-7-1-1-16,-1-5-2 15,3-3 0-15,1-6-12 16,4-11-180-16,0-11-180 16</inkml:trace>
  <inkml:trace contextRef="#ctx0" brushRef="#br0" timeOffset="39797.92">18081 8583 1295 0,'0'0'85'0,"0"0"-85"15,0 0 3-15,0 0 23 16,89 25 18-16,-58 30-27 15,-4 12-1-15,-9 7-10 0,-12 1 34 16,-6 0-20-16,-3-3-12 16,-13-4-2-16,-6-9-6 15,1-12 0-15,1-9-20 16,-4-12-212-16,1-14-281 16</inkml:trace>
  <inkml:trace contextRef="#ctx0" brushRef="#br0" timeOffset="40109.31">18536 8422 645 0,'0'0'710'0,"0"0"-659"0,0 0-38 16,0 0 85-16,0 0 4 16,0 0-100-16,-51 8-2 15,67 72 7-15,2 17-6 16,0 8 7-16,-2 0-3 16,-3-5-5-16,-3-7 0 15,-2-7-1-15,-1-14-1 16,-4-15 0-16,-3-16-176 0,0-20-83 15,0-18-295 1</inkml:trace>
  <inkml:trace contextRef="#ctx0" brushRef="#br0" timeOffset="41124.21">18581 8279 820 0,'0'0'132'0,"0"0"-4"16,0 0-53-16,0 0 82 0,0 0-31 15,-94-24-61-15,34 24-24 16,-11 0 30-16,-14 0-29 15,-18 0 2-15,-20 0-15 16,-17-3-11-16,-24-4-9 16,-16-4 0-16,-19-3-4 15,-9-1 7-15,-3 1 4 16,-12-1-11-16,-8 6 6 16,-9 2-11-16,1 0 0 15,11 2 2-15,12 1-1 16,17 4 4-16,16 0-5 15,15 0-1-15,29 1 1 0,18 7-1 16,21 1 1 0,10 0 0-16,14 0 1 0,7 2-1 15,14-4 3-15,12 0-2 16,7-2-2-16,7-2 2 16,0 0 1-16,-3-2-2 15,2 1 4-15,0-2-5 16,-1 0 1-16,4 0 0 15,-4 0 0-15,-1 0 0 16,1 0 0-16,-1 0 0 16,6 0-3-16,4-2 3 15,8-1 0-15,8 3 0 16,2 0-1-16,2 0-2 0,2 0 3 16,0 0-1-1,0 0-2-15,0 0 3 0,0 0 0 16,0 0 0-16,0 0-1 15,0 0 1-15,-1 3 0 16,-2 21 0-16,-3 17-1 16,1 15 1-16,5 18 1 15,0 28-1-15,0 17-1 16,0 20 1-16,5 10 1 16,5-7-1-16,2-13 1 15,-2-14-1-15,0-19 0 16,-3-11 0-16,-4-11-1 15,-1-14 2-15,0-12-1 0,-2-14 0 16,2-10-3-16,-1-13 3 16,1-5-2-16,9-3-7 15,13 2 9-15,19-2 0 16,24 0 6-16,15-1-5 16,23 0 0-16,21 3-2 15,21 1-1-15,25-2 2 16,22-4 1-16,27 0 0 15,26-6 4-15,31-15-5 16,26-7-1-16,12-8 1 16,10 1 2-16,-2-2 2 15,-6-3-4-15,-20 4-3 16,-26 3 3-16,-42 8 7 0,-43 5-7 16,-42 8-2-16,-42 6-1 15,-30 1-1-15,-30 5-22 16,-20-2-38-16,-17-3-33 15,-6-6-62-15,0-9-47 16,-4-15-548-16</inkml:trace>
  <inkml:trace contextRef="#ctx0" brushRef="#br0" timeOffset="57639.72">12388 7552 762 0,'0'0'189'0,"0"0"-158"15,0 0-30-15,0 0 5 16,0 0-6-16,0 0 42 15,-93 37 18-15,76-13-12 16,0 4-11-16,0 7-8 0,3 5 16 16,0 5-4-1,2 7 1-15,7 5 5 0,4 4-16 16,1 3-8-16,0-2-1 16,15-4-14-16,8-4 14 15,9-3-10-15,5-1 2 16,6-2 8-16,9-5-18 15,10 0 2-15,13-5 2 16,12-8-7-16,8-6 6 16,3-8-7-16,5-4 3 15,1-7-3-15,-1-5 1 16,-5 0-1-16,-8 0 0 16,-15-11 3-16,-14 0 0 15,-14 3 0-15,-12 0-2 16,-15 2 3-16,-6 4-1 0,-6-1-3 15,-3 2 4 1,-1 1-1-16,-3-1 5 0,1 1-4 16,-2 0-1-16,0 0 2 15,0 0 0-15,0 0 2 16,0 0 3-16,-5-2-3 16,-12-2 4-16,-6-5-11 15,-4 0 2-15,0-2-2 16,3-2 3-16,2 3 1 15,3 2 8-15,6 0-1 16,3 4 1-16,6 0 2 16,2 3-8-16,2 1 5 0,0 0-10 15,0 0-1-15,0 0-5 16,14 0-9-16,11 3 14 16,12 7 2-16,3 4 2 15,-2-2-3-15,-8 1-1 16,-11 3 1-16,-14 4-2 15,-5 4 2-15,-24 16-2 16,-25 16-5-16,-23 15-109 16,-15 8-142-16,-9-2-232 15</inkml:trace>
  <inkml:trace contextRef="#ctx0" brushRef="#br0" timeOffset="59423.46">18408 8479 982 0,'0'0'154'15,"0"0"-105"-15,0 0-49 16,0 0 0-16,0 0 41 16,118-36 33-16,-72 22-30 15,6 1-5-15,7-3-22 16,2-4-5-16,3-1-2 0,3-5-10 15,-3-2 11 1,-1-7-7-16,-3-4 3 0,-6-6-2 16,-2-5-4-16,-6-7 4 15,-4-5 4-15,-5-8-3 16,-7-3 7-16,-8-3-2 16,-7 1 1-16,-10 4 1 15,-5 6-5-15,0 7 25 16,-12 5-13-16,-10 7 3 15,-6 8-16-15,-6 4-5 16,-2 9 6-16,-3 4-8 16,-7 7 5-16,-8 7-5 15,-13 4 0-15,-12 3 0 16,-4 0-1-16,-1 0 1 0,6 4 0 16,6 4 2-16,10-2 1 15,8 2-1-15,11-4-2 16,10 0 2-16,13-1 1 15,8-1-3-15,9-2 2 16,3 2-1-16,0-2 5 16,0 0-5-16,0 0 0 15,0 0 0-15,0 0 7 16,0 0-1-16,0 0-3 16,0 0 7-16,0 0-8 15,4 0 8-15,10-5-3 16,3-5-3-16,1-3-3 15,2 3-1-15,-6 1 0 0,-4 3-1 16,-6 1 2-16,-2 2-2 16,-2 3 3-16,0 0-3 15,0-1 3-15,0 1-1 16,0 0 5-16,0 0 0 16,0 0-4-16,0 0-3 15,-2 0 0-15,-16 0 3 16,-7 12-1-16,-5 7-2 15,2 3 1-15,8-1-1 16,8-4-2-16,7 3 2 16,5 1 0-16,3 7-3 15,31 3-22-15,19 6-78 0,23 3-85 16,6-6-138-16,4-2-283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55:03.194"/>
    </inkml:context>
    <inkml:brush xml:id="br0">
      <inkml:brushProperty name="width" value="0.05292" units="cm"/>
      <inkml:brushProperty name="height" value="0.05292" units="cm"/>
      <inkml:brushProperty name="color" value="#FF0000"/>
    </inkml:brush>
  </inkml:definitions>
  <inkml:trace contextRef="#ctx0" brushRef="#br0">6948 4454 779 0,'0'0'346'0,"0"0"-323"16,0 0-18-16,0 0 6 15,0 0 49-15,0 0-36 16,0 0 7-16,0 0 8 16,80-33 3-16,-61 11-19 15,-1-6-8-15,-1-3 7 16,-2-5-11-16,-2-3 5 15,-1-2 5-15,-4-1-14 16,-5-2 3-16,-3-2 2 16,0-2 1-16,0 4 3 15,0 3-5-15,-6 12 9 0,1 8 7 16,2 8-6 0,0 7-4-16,2 5-6 0,1 1-11 15,0 0-4-15,0 12-12 16,0 26 12-16,0 20 3 15,0 18 2-15,0 12 2 16,0 8-2-16,0 2 1 16,0 0-2-16,5-6 6 15,2-9-6-15,1-5-1 16,-1-10 1-16,-1-10 1 16,-3-9-1-16,-3-9-3 15,1-10 3-15,-1-11-15 0,0-6-120 16,0-11-22-16,0-2-53 15,0-16-149-15</inkml:trace>
  <inkml:trace contextRef="#ctx0" brushRef="#br0" timeOffset="253.71">7080 4352 689 0,'0'0'352'16,"0"0"-267"-16,-3-101-59 15,16 77 35-15,10 8 1 16,9 7-39-16,5 9-6 16,-2 0 15-16,-1 5-12 0,-8 14-10 15,-6 3-7 1,-8 4 3-16,-7 4 8 0,-5 3-11 16,0-1 17-16,-10-2-19 15,-8-6 5-15,-3-5-4 16,7-5-2-16,-2-7-9 15,8-4-88-15,4-3-91 16,4-7-242-16</inkml:trace>
  <inkml:trace contextRef="#ctx0" brushRef="#br0" timeOffset="433.54">7580 4247 1184 0,'0'0'33'0,"0"0"-28"0,0 0-5 15,122-7 5-15,-70 5-5 16,-6 0-294-16,-14 1-363 16</inkml:trace>
  <inkml:trace contextRef="#ctx0" brushRef="#br0" timeOffset="580.9">7653 4461 1113 0,'0'0'0'16,"0"0"-39"-16,0 0 39 16,127 0 0-16,-65 0-171 15,-1-3-336-15</inkml:trace>
  <inkml:trace contextRef="#ctx0" brushRef="#br0" timeOffset="983.53">8095 4022 1024 0,'0'0'245'16,"0"0"-245"-16,0 0-10 16,0 0 10-16,0 0 9 15,97 0 0-15,-53 2 4 16,-3-2 0-16,-6 2 0 16,-8-2 0-16,-9 2-4 15,-9-2 4-15,-5 1 8 16,-2 0-6-16,-2 1 3 15,0 1-6-15,0 4-2 16,0 7-4-16,0 12 9 16,0 11 14-16,0 12-2 15,0 5-17-15,0 5 0 0,0 5-7 16,-2-6-2-16,-2-2-2 16,-2-6 1-16,5-9-63 15,1-7-119-15,0-13-147 16,0-14-338-16</inkml:trace>
  <inkml:trace contextRef="#ctx0" brushRef="#br0" timeOffset="1566.63">8585 4079 980 0,'0'0'187'16,"0"0"-163"-16,0 0 35 15,0 0 44-15,45-79-45 16,-20 64-46-16,3 5-10 16,4 1-2-16,-5 6 0 15,-5 3 1-15,-8 0-5 16,-5 0 4-16,-6 13-15 15,-3 11 4-15,0 8 11 16,-13 7 18-16,-7 0-8 16,-5-3-5-16,0-4-5 15,-1-8 7-15,6-4-5 0,4-9 4 16,6-4-4 0,7-4-2-16,3-3 8 0,0 0 4 15,1-5 5-15,16-13-17 16,3 0-2-16,5 3-1 15,2 6-2-15,-1 8-24 16,0 1 11-16,-5 0 2 16,0 17 12-16,-7 11-2 15,-5 5 0-15,-6 3 5 16,-3-2-5-16,0-3 6 16,-10-5 8-16,-10-5 14 15,-8-3 40-15,-5-5 22 0,-8-6-19 16,-1-4-21-16,2-3-7 15,5 0-21-15,8 0-5 16,8-2-6-16,5-2-4 16,7 0-1-16,6 4-11 15,1 0-72-15,0 0-159 16,4 17-28-16,5 3-46 16,-4 1-410-16</inkml:trace>
  <inkml:trace contextRef="#ctx0" brushRef="#br0" timeOffset="1907.92">7680 4816 953 0,'0'0'212'0,"0"0"-180"16,0 0 28-16,0 0 118 15,0 0-87-15,0 0-83 16,41-24 8-16,49 17-7 16,21-2 10-16,15-1-7 0,4-1-11 15,-3 0 5 1,-10 4-4-16,-11 1 1 0,-15 5-3 15,-18 1-3-15,-17 0-8 16,-15 0-95-16,-20 3-36 16,-9 3-13-16,-11-1-78 15,-1-1-101-15</inkml:trace>
  <inkml:trace contextRef="#ctx0" brushRef="#br0" timeOffset="2199.82">7750 4959 1061 0,'0'0'226'0,"0"0"-174"15,0 0-49-15,0 0 24 16,121-32 16-16,-38 27 3 16,16 1-20-16,8 1-15 15,0 1-3-15,-8 2-8 16,-8 0 6-16,-10 0-6 16,-6 0-92-16,-10 0-229 15,-14 0-481-15</inkml:trace>
  <inkml:trace contextRef="#ctx0" brushRef="#br0" timeOffset="2329.98">9010 4847 262 0,'0'0'1298'16,"0"0"-1270"-16,0 0-28 16,0 0-2-16,0 0-79 15,0 0-318-15</inkml:trace>
  <inkml:trace contextRef="#ctx0" brushRef="#br0" timeOffset="23845.13">3773 2979 308 0,'0'0'723'16,"0"0"-619"-16,0 0-77 16,0 0 35-16,-5-78-9 15,23 69-16-15,9 5-30 16,8 4-5-16,0 9 1 15,-1 18-2-15,-7 10 0 0,-9 6-1 16,-12 6 1-16,-6 4 7 16,-1 0-5-16,-25 1 0 15,-13-2 4-15,-5-5-6 16,-1-10 13-16,3-12-5 16,11-11 14-16,7-11 31 15,10-3-8-15,7-1 21 16,1-19-40-16,6-6-20 15,0-1-6-15,12 2 2 16,14 4 1-16,3 7-4 16,5 8-8-16,4 5 4 15,1 1 1-15,3 0 1 0,-3 9 1 16,0 4-4 0,-4 2-18-16,-6-2-64 0,-3-1-46 15,-4-7-106-15,-5-5-272 16</inkml:trace>
  <inkml:trace contextRef="#ctx0" brushRef="#br0" timeOffset="24433.17">4086 2675 1047 0,'0'0'79'0,"0"0"-67"16,0 0 2-16,-106-95 88 16,83 73-38-16,-2 6-19 15,-2 3 4-15,-3 6 11 16,-1 5-39-16,-8 2-1 16,-5 0-8-16,-4 6 2 15,-4 11-4-15,2 7 7 16,0 6 0-16,5 6-2 15,3 5-7-15,4 8 2 16,2 9-7-16,6 14-2 16,6 16 3-16,11 14-3 15,10 4 5-15,3-4 0 16,12-7-3-16,18-10-3 0,7-15-6 16,6-11 5-16,7-14-1 15,5-12 1-15,11-12 0 16,7-12 2-16,9-9-1 15,7-6 3-15,-1-24 0 16,-1-14 3-16,-5-6-5 16,-12-10 3-16,-15-2-2 15,-11-1 1-15,-16-7-2 16,-14-6 4-16,-13-8-3 16,-1-6 7-16,-22-5-4 15,-14 1 3-15,-6 7 1 0,-6 13 2 16,1 11 5-1,-1 13 0-15,3 16-16 0,3 11 2 16,6 10-2-16,4 9-4 16,7 4-12-16,7 14-22 15,6 20-88-15,11 14-78 16,1 7-65-16,3-1-222 16</inkml:trace>
  <inkml:trace contextRef="#ctx0" brushRef="#br0" timeOffset="25505.77">2700 2888 274 0,'0'0'505'15,"0"0"-412"-15,0 0-66 16,0 0-7-16,0 0 36 16,0 0-14-16,-24 50-34 15,7 11 6-15,-4 12 34 16,-3 5-17-16,0-4-16 16,-4-9-6-16,5-8-3 15,1-10-4-15,4-9 0 16,6-12 0-16,8-9-2 0,4-11-2 15,0-6-157 1,10-17-70-16,13-22-30 0</inkml:trace>
  <inkml:trace contextRef="#ctx0" brushRef="#br0" timeOffset="25729.44">2638 2863 613 0,'0'0'213'0,"0"0"-101"16,0 0 28-16,0 0-30 15,0 0-67-15,0 0-43 16,21-7-12-16,1 56 12 16,8 18 9-16,2 5-5 0,1-1 4 15,-1-2-3 1,-3-9-3-16,-4-6-1 0,-2-6 1 16,-3-4-1-16,-4-5-1 15,-7-5-10-15,-9-5-176 16,0-8-114-16,-12-9-380 15</inkml:trace>
  <inkml:trace contextRef="#ctx0" brushRef="#br0" timeOffset="25910.67">2576 3325 1283 0,'0'0'45'0,"0"0"-44"15,0 0 4-15,0 0 0 0,0 0-5 16,0 0-3-16,135-59-7 16,-73 49-138-16,2 0-186 15,-4-3-247-15</inkml:trace>
  <inkml:trace contextRef="#ctx0" brushRef="#br0" timeOffset="28844.51">3873 6479 861 0,'0'0'221'0,"0"0"-143"15,0 0-56-15,0 0 53 16,0 0 28-16,-25-83-39 16,50 68-52-16,11 3-7 15,5 4-5-15,3 8 1 16,-4 2-1-16,-7 22 0 15,-6 10-3-15,-12 9 1 16,-14 7 1-16,-1 7 1 16,-28 6 4-16,-19 2 0 15,-8 2 5-15,-6-9-4 16,2-9-3-16,11-14 2 16,11-17 1-16,12-8 0 0,8-10 9 15,8 0 16-15,5-15-2 16,4-11-20-16,0-2-3 15,17 0 5-15,9 8-10 16,7 6 0-16,8 8-3 16,4 6-1-16,5 0 4 15,4 9-4-15,1 11 3 16,-5 0 0-16,-5 5-1 16,-10-1 1-16,-10-2-22 15,-8-2-120-15,-10-6-79 16,-7-12-187-16</inkml:trace>
  <inkml:trace contextRef="#ctx0" brushRef="#br0" timeOffset="29228.1">4196 5945 1237 0,'0'0'80'0,"0"0"-80"0,0 0-20 15,0 0 20 1,0 0 13-16,0 0-6 0,95-11 2 16,-62 11-5-1,-4 0 13-15,-7 0 2 0,-7 0-8 16,-5 0-2-16,-6 0 1 15,-4 0 11-15,0 0 10 16,0 0-12-16,0 0-7 16,0 10-12-16,0 7 3 15,0 6-3-15,0 8 8 16,0 6-4-16,-4 2-4 16,-6 5 0-16,-4 4-1 15,1 2-1-15,2-1-122 16,4-7-77-16,5-13-256 15</inkml:trace>
  <inkml:trace contextRef="#ctx0" brushRef="#br0" timeOffset="29630.5">4518 5951 1177 0,'0'0'89'16,"0"0"-80"-16,0 0-3 16,0 0 8-16,0 0 19 15,0 0-27-15,114-52-1 0,-77 65 6 16,-7 9-11 0,-8 8 4-16,-12 5-4 0,-10 5 1 15,0 3 3-15,-22 3 3 16,-16 2-4-16,-8-6 1 15,1-8-4-15,5-12 11 16,11-11 46-16,8-7-9 16,10-4-3-16,7 0 1 15,4 0-14-15,0-7 13 16,5-8-31-16,20-2-9 16,10 4-5-16,7 2-6 15,7 5 5-15,1 3-8 16,0 3-20-16,2 0-64 15,-9 7-53-15,-1 4-98 16,-9 0-254-16</inkml:trace>
  <inkml:trace contextRef="#ctx0" brushRef="#br0" timeOffset="29885.94">4988 6447 1310 0,'0'0'235'0,"0"0"-231"16,0 0-2-1,0 0-2-15,0 0 8 0,134-22 1 16,-65 22-7-16,-1 0-2 15,-9 0 0-15,-9 0-96 16,-13 0-156-16,-17 2-247 16</inkml:trace>
  <inkml:trace contextRef="#ctx0" brushRef="#br0" timeOffset="30050.32">5012 6641 534 0,'0'0'1015'0,"0"0"-1015"0,0 0-3 16,0 0 3 0,108-13 17-16,-12-1-12 0,9 4-5 15,-6 2-6-15,-19 4-166 16,-26 2-250-16</inkml:trace>
  <inkml:trace contextRef="#ctx0" brushRef="#br0" timeOffset="30208.92">4950 6870 1219 0,'0'0'238'15,"0"0"-238"-15,0 0-41 16,0 0 41-16,127-18 4 16,-30 7-4-16,12 0-154 0,0-4-115 15,-14 1-259-15</inkml:trace>
  <inkml:trace contextRef="#ctx0" brushRef="#br0" timeOffset="30743.84">6111 6514 1385 0,'0'0'106'0,"0"0"-100"16,0 0-6-16,27-111 20 0,-3 77 22 16,-2-1-28-16,-4 3 0 15,-2 0 46-15,-9 4-22 16,-3-3-8-16,-4 6-15 16,0 3 0-16,0 9 0 15,0 7 6-15,0 6-6 16,0 0-14-16,0 0-2 15,0 11-6-15,0 26 5 16,0 17 2-16,0 12 0 16,0 5 2-16,13 1-2 15,2 1 0-15,2-3-1 16,-4-4 0-16,-4-10-2 16,-6-12 0-16,-3-16-35 15,0-10 10-15,-13-9 17 0,-10-3 6 16,-11-6 4-16,-5 0 1 15,-2 0 0-15,1-15 5 16,8-1-1-16,10 0-1 16,9 6 5-16,8 6 0 15,5-1 28-15,6 0-32 16,26 2-2-16,15-4-4 16,13 3 0-16,9 0-1 15,8 0-2-15,1-1-45 16,1 0-67-16,-6-3-117 15,-11-6-128-15,-10-4-304 16</inkml:trace>
  <inkml:trace contextRef="#ctx0" brushRef="#br0" timeOffset="31027.02">6891 5961 1306 0,'0'0'104'0,"0"0"-83"16,0 0 29-16,0 0 46 15,0 0-67-15,0 0-19 16,-83 121 26-16,83-40-3 16,0 9-6-16,0 3-5 0,8-4-10 15,10-7-5-15,2-7-6 16,7-6 0-16,3-9-1 15,3-11-15-15,3-13-118 16,-3-12-110-16,1-19-127 16,-4-5-210-16</inkml:trace>
  <inkml:trace contextRef="#ctx0" brushRef="#br0" timeOffset="32261.46">7110 6307 1157 0,'0'0'94'16,"0"0"-65"-16,0 0 28 0,0 0 2 16,0 0-55-16,0 0-3 15,47 60 10-15,-22-11 16 16,-3-4-11-16,-6-1-12 16,-4-9-2-16,-2-3 3 15,-4-8-4-15,-2-8 0 16,-1-5 1-16,-3-6-2 15,0-5 0-15,2 0 9 16,-2-3-1-16,0-18 43 16,0-11-42-16,2-13-7 15,1-6-2-15,0-6 1 16,4-1 1-16,2 8 1 0,-1 10 0 16,2 15 11-1,-3 12 1-15,3 13 6 0,1 0-16 16,4 26-4-16,9 15 12 15,-4 7 15-15,0 5-16 16,-2-1 12-16,2-7-11 16,2-3-9-16,1-8 0 15,1-10-4-15,-3-10 3 16,-3-9-3-16,-4-5 1 16,0 0 1-16,-2-7 4 15,1-15 0-15,-1-8-4 16,-2-7 0-16,-2-7-2 15,-3-6 0-15,-2 1 1 0,-3 2-1 16,0 12 0 0,0 13 2-16,0 10 2 0,0 12-2 15,0 0-2-15,2 11-2 16,6 18-3-16,4 6 5 16,3 5 1-16,5-9-1 15,1-3 0-15,3-6 0 16,5-7 2-16,1-8-4 15,1-6-3-15,3-1-1 16,-4-2-17-16,-4-18-3 16,-5-5 11-16,-6-6 14 15,-6-2 1-15,-5 3 2 16,-2 6 0-16,-2 8 6 16,0 10 8-16,0 6 0 0,0 2-16 15,0 22-8-15,7 10 8 16,1 3-1-16,4-1 3 15,5-5-2-15,5-9 0 16,2-8-1-16,1-5 1 16,1-6 1-16,-3-3 0 15,-5 0 0-15,-2-6 0 16,-5-11 0-16,-2-1 0 16,-3-5 2-16,-5-5-1 15,-1-3-1-15,0-1 0 16,-1-1 0-16,-12 6 0 15,-2 1 1-15,-2 10-2 16,2 5 1-16,0 8 2 0,0 3 3 16,2 7-4-1,1 15-2-15,4 8 0 0,8 3 0 16,0-4 0-16,1-4-1 16,19-5 1-16,7-7 0 15,4-7 0-15,5-6-3 16,2 0 0-16,1-10-5 15,-3-9 3-15,-5-3 5 16,-8-2 0-16,-6-3 2 16,-9-4 0-16,-4-4 2 15,-4-3 4-15,0 0 6 16,-12 5-2-16,-5 5-5 0,1 6 10 16,-1 6-9-1,5 6-4-15,5 4-1 0,4 3-3 16,3 1 2-16,0 2-2 15,0 0-5-15,0 0 2 16,0 0-1-16,0 0-2 16,-2 5 3-16,1 2 3 15,-1-1 1-15,2-2-1 16,-2-2-3-16,2 2 0 16,-2-2-18-16,2 3-12 15,0-3-15-15,0 5-29 16,0-1-10-16,0 3-32 15,0 3-19-15,0-1-110 0,0 0-205 16</inkml:trace>
  <inkml:trace contextRef="#ctx0" brushRef="#br0" timeOffset="32843.66">8330 6325 769 0,'0'0'130'0,"0"0"-108"16,0 0 4-16,0 0 83 15,-26 89-66-15,26-55-17 16,7-2 0-16,9-5-6 0,1-7-9 15,1-7-3 1,1-6 1-16,-2-7 23 16,3 0 17-16,-2-10 2 15,0-13-26-15,-1-8-10 0,-7-9 18 16,-3-13 26-16,-7-12-11 16,0-7 3-16,0-5-15 15,-15 3-10-15,-5 3 12 16,-7 4-2-16,-1 11-7 15,2 13-19-15,6 15 1 16,8 14 3-16,6 9-12 16,2 5-2-16,0 16-16 15,-1 17 15-15,1 13 0 16,4 5-14-16,0 4-65 16,12 0 5-16,6 2-95 15,4-1-7-15,1-10-241 0,0-12-393 16</inkml:trace>
  <inkml:trace contextRef="#ctx0" brushRef="#br0" timeOffset="33193.66">8675 6062 1252 0,'0'0'115'0,"0"0"-49"15,0 0-44-15,0 0 83 16,0 0-72-16,0 0-27 0,72-7 0 16,-15 13-5-16,0 0 1 15,-2-6-2-15,-10 0 0 16,-12 0 1-16,-11 0 0 16,-11-3 0-16,-8 1 1 15,-3 1 0-15,0 1 1 16,0 0-3-16,0 6-1 15,0 22 1-15,-4 16 6 16,-5 12-1-16,2 5-3 16,-2 3-1-16,0 2 0 15,5-8-2-15,2-2-3 16,2-8-136-16,0-11-65 16,13-14-134-16,8-14-401 0</inkml:trace>
  <inkml:trace contextRef="#ctx0" brushRef="#br0" timeOffset="33643.49">9190 6035 1320 0,'0'0'52'0,"0"0"-44"15,0 0 3-15,0 0-9 16,0 0 2-16,112-23 3 15,-80 39-7-15,-12 5 0 16,-10 1-6-16,-10 4 6 0,0 3 7 16,-9-1-4-16,-11-1 8 15,0-3 7-15,2-5 2 16,4-8 3-16,8-4-12 16,2-5-5-16,4-2-1 15,0 0-3-15,0 0 0 16,6 0-2-16,15 0 0 15,7 0 9-15,10 0-9 16,-2 0 1-16,1 3 1 16,-9 5-1-16,-2 4-1 15,-13 1 2-15,-6 3 13 16,-7 6 19-16,0 2 11 0,-10 1 14 16,-16 1-13-16,-7-1-20 15,-2-5-7-15,0-2-11 16,5-3-6-16,5-6-2 15,8-3-6-15,7-3-37 16,8-3-131-16,2-12-117 16,3-25-543-16</inkml:trace>
  <inkml:trace contextRef="#ctx0" brushRef="#br0" timeOffset="33911.93">9658 5725 1446 0,'0'0'100'0,"0"0"-98"16,0 0 1-16,104 49 58 15,-68 0 4-15,-1 14-50 16,-6 5 3-16,-11 7 23 16,-9 4-17-16,-9 0-12 15,0-1-4-15,-20-6-3 16,-10-7-5-16,-4-8 0 15,-8-6 0-15,-8-3-5 16,-8-5-71-16,-13-7-107 16,-6-9-192-16,-13-9-448 15</inkml:trace>
  <inkml:trace contextRef="#ctx0" brushRef="#br0" timeOffset="34227.22">5398 7235 1219 0,'0'0'95'0,"0"0"-91"0,0 0-4 15,0 0 3 1,134-3 100-16,1 3-3 0,39 0-59 16,30 0 2-1,27-14-3-15,18-8-27 0,-3-5-5 16,-12 2-4-16,-30 5 0 16,-41 8-4-16,-37 6-16 15,-44 4-155-15,-44 2-174 16,-38 0-308-16</inkml:trace>
  <inkml:trace contextRef="#ctx0" brushRef="#br0" timeOffset="35709.65">12868 1039 428 0,'0'0'656'0,"0"0"-606"15,0 0-50-15,0 0 14 16,0 0 67-16,0 0-32 16,46-89 3-16,-27 55-15 15,-3-1 13-15,-5 3 27 16,-3 4-23-16,-1-1-26 15,0 4-2-15,-4 1-2 0,2 6-2 16,-3 7-8 0,0 7-2-16,-2 2-11 0,0 2-1 15,0 0-2-15,0 4-15 16,0 21 4-16,3 12 13 16,2 14 5-16,1 9 0 15,3 1-4-15,2 1 4 16,1-6-5-16,1-3 1 15,1-11 0-15,-4-10 0 16,-2-13 3-16,-4-9-4 16,-4-4 2-16,0-5-7 15,0-1 4-15,0 0-9 0,-19 0 10 16,-9 0 16 0,-7-7-3-16,0-3-8 0,8 1-3 15,10 2 5-15,10 4 4 16,6 3-10-16,1 0-1 15,0 0-7-15,0 0-9 16,16 0 3-16,20 0 8 16,16 0 5-16,14 0 0 15,4 0-14-15,-2 0-49 16,-12-8-45-16,-8-2-38 16,-9-6-44-16,-10-8-89 15,-11-4-82-15</inkml:trace>
  <inkml:trace contextRef="#ctx0" brushRef="#br0" timeOffset="36125.87">13319 586 734 0,'0'0'324'16,"-83"-78"-285"-16,34 47-24 16,-1 3 3-16,-3 5 61 15,-1 6-3-15,2 8-27 16,-1 9-17-16,-4 0-3 15,-8 29-18-15,-7 16 10 16,-4 23-11-16,10 14 19 16,11 19 0-16,16 10-11 15,21 9 6-15,18 1-16 16,8-3-6-16,38-3 3 16,22-14-3-16,24-21 9 0,20-22-11 15,23-26 3-15,7-25 0 16,7-7-2-16,-4-32 1 15,-4-26-4-15,-16-18 4 16,-19-11 3-16,-25 0-3 16,-27 7 0-16,-27 4 6 15,-22 3-1-15,-7 1 3 16,-33-3-9-16,-17-3 12 16,-13-2-16-16,-7 2 3 15,-3 7-5-15,2 16 2 16,9 14-19-16,7 23-23 15,3 18-30-15,1 13-105 0,-5 30-255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56:13.88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13704 1660 536 0,'0'0'260'16,"0"0"-205"-16,0 0-40 15,0 0 55-15,0 0 12 16,0 0-20-16,0 0-26 16,-2-31-17-16,1 20 0 15,-1 0 5-15,-2-1-2 0,-4-1 2 16,-4-2 32-16,-6-3-38 16,-3 0-11-16,-1-2 1 15,-5 0-3-15,-2 0 14 16,3 3-6-16,-4 4-4 15,1 3 12-15,2 4-1 16,0 5-14-16,1 1-4 16,1 0 1-16,-2 0-3 15,-1 14 3-15,2 2-3 16,2 1 0-16,3 1-1 16,1 1 1-16,2 4 0 15,0 4 1-15,-1 3-2 0,1 6 3 16,1 3-1-1,3 5 4-15,1 8-5 0,3 5 10 16,4 4-5-16,1 1 8 16,5 0 19-16,0-4-25 15,0-3-2-15,3-2 1 16,12 1-5-16,7-1 2 16,3-1 2-16,2 0-2 15,1-4 2-15,2 2-3 16,5-6 3-16,1-1-2 15,2-3 0-15,3-3 2 16,4-5 0-16,4-1-1 16,3 0 1-16,2-8-4 0,1-2 5 15,-3-8-2 1,-3-9-3-16,0-4 2 0,-2 0 0 16,2-8 5-16,-3-7-2 15,-1-5-5-15,-5-4 2 16,-6-10-1-16,-7-4 0 15,-5-11 1-15,-8-3 3 16,-5-8 12-16,-7-6-9 16,-2-7-7-16,0-3 6 15,-15 0-2-15,-4 2-3 16,-3 3 0-16,-1 5 0 16,-6 4 9-16,1 5-8 0,-2 4-2 15,-3 4-2 1,-1 5 0-16,1 5-2 0,1 4 0 15,4 7 0 1,5 8-2-16,-2 6 2 0,8 10-10 16,1 4-24-16,3 0-25 15,4 14-47-15,3 10-36 16,4 1-49-16,2 0-145 16,0 0-148-16</inkml:trace>
  <inkml:trace contextRef="#ctx0" brushRef="#br0" timeOffset="513.75">13990 1928 558 0,'0'0'180'0,"0"0"-113"15,0 0 41-15,0 0 39 16,0 0-25-16,0 0-43 16,10-32-45-16,30 21-27 15,19-4 13-15,17 2 7 0,23-2 6 16,20-4-11-16,15-4-9 15,12-5-6-15,6 2 11 16,-6-1-9-16,-9 0-2 16,-12 2-4-16,-15 0 2 15,-19 2 2-15,-16 4-4 16,-20 2 24-16,-13 3 8 16,-11 3-12-16,-13 4 3 15,-8 3-16-15,-3 2 10 16,-6 0 1-16,1 2-11 15,-2 0 1-15,0 0-4 16,0 0-5-16,0 0-2 16,0 0-2-16,0 0 2 0,0 0 0 15,0 0-10 1,0 0-28-16,0 6-76 0,-2 10-75 16,-6 1-61-16,-2-1-385 15</inkml:trace>
  <inkml:trace contextRef="#ctx0" brushRef="#br0" timeOffset="1005.85">15971 1705 1010 0,'0'0'159'0,"0"0"-150"16,0 0-6-16,0 0 2 15,0 0 42-15,0 0 7 16,67-60-47-16,-30 34 9 16,-4-4-6-16,-10-3 2 15,-6-6-3-15,-10-4-7 16,-7-2 18-16,0 0-1 15,-2 3 3-15,-14 1 0 16,-4-2-9-16,-2 5 4 16,2 7-9-16,7 8-5 15,4 12 21-15,5 8 22 0,3 3-39 16,1 0-7 0,-3 24-18-16,-2 20 18 0,3 20 1 15,2 22 2-15,0 16-3 16,0 8 2-16,5 4-2 15,8-6 0-15,4-7 3 16,3-5-3-16,-2-15 0 16,1-5-3-16,-6-12 3 15,-3-9-2-15,-1-10-5 16,-6-11-158-16,1-9 22 16,-4-17-144-16,0-8-254 15</inkml:trace>
  <inkml:trace contextRef="#ctx0" brushRef="#br0" timeOffset="1264.15">16052 1635 1057 0,'0'0'112'16,"0"0"-83"-16,0 0 8 15,0 0-1-15,101-66 21 16,-47 66-13-16,-1 23 2 15,-11 7-32-15,-16-1 0 16,-12 5-11-16,-14-2 4 16,0-1 1-16,-18 3-1 0,-14-3-5 15,-10 1 0 1,-4-2-2-16,-2-1-12 0,9-5-163 16,3-6-126-16,10-4-257 15</inkml:trace>
  <inkml:trace contextRef="#ctx0" brushRef="#br0" timeOffset="1522.24">15827 2204 1207 0,'0'0'79'0,"0"0"-72"16,0 0 5-16,157-25 57 15,-70 21-23-15,5 4-15 16,-5 0-28-16,-13 3-2 16,-16 8-2-16,-12 4-77 15,-17-6-135-15,-15 0-216 16</inkml:trace>
  <inkml:trace contextRef="#ctx0" brushRef="#br0" timeOffset="1734.58">15804 2429 1312 0,'0'0'96'0,"0"0"-96"15,127 0 0-15,-41-2 14 16,10 1-7-16,-4 1-4 16,-10 0-3-16,-20 1-2 15,-19 11-108-15,-14 0-127 16,-16-4-219-16</inkml:trace>
  <inkml:trace contextRef="#ctx0" brushRef="#br0" timeOffset="20831.08">3763 4742 909 0,'0'0'248'0,"0"0"-209"0,0 0-28 15,0 0 17-15,0 0 48 16,0 0-10-16,0 0-20 16,-22-46-14-16,22 36-10 15,2-4 0-15,5 2-8 16,-1 1 5-16,1-2 3 16,0 5 3-16,-4 2-8 15,0 1-6-15,-3 3-1 16,0 2 9-16,0 0 3 15,0 0-8-15,0 0-7 16,0 0-7-16,0 0 1 0,2 0-1 16,-2 0 1-16,2 0-3 15,-2 0 1-15,3 0-3 16,4 0-3-16,5 2 2 16,1 11 1-16,2 7-2 15,0 6-2-15,-2 8 7 16,-4 6 1-16,-3 3 0 15,-6 4 1-15,0 0-1 16,-5 2 1-16,-18 1 4 16,-7 4-3-16,-7-6 11 15,-1-5-4-15,-4-7 2 16,7-10 1-16,3-4 1 16,7-12 0-16,7-2-4 15,4-6-2-15,6-2 3 0,1 0 3 16,5 0-3-16,1 0 0 15,1 0-2-15,0-7-4 16,0-1-4-16,6-4-1 16,14 0 1-16,11 0 0 15,7 2 0-15,12 0-1 16,7 4 1-16,6 2 0 16,-1 3 0-16,-7 1-4 15,-7 0 4-15,-12 0-5 16,-10 4-17-16,-10 3-19 15,-6 0-24-15,-5 0-34 16,-5-1-65-16,0-3-17 16,0-3-182-16,-14-3-401 0</inkml:trace>
  <inkml:trace contextRef="#ctx0" brushRef="#br0" timeOffset="21659.14">4358 3964 1114 0,'0'0'103'0,"0"0"-89"16,0 0 29-16,0 0 75 16,0 0-35-16,0 0-41 15,-6 2-12-15,-10 4-8 16,-3 1-15-16,-5-2-3 0,4-1 0 15,-4-2-1 1,1-1 13-16,0-1 2 0,-2 0-12 16,5 0 8-1,3 0-2-15,3 0-4 0,6 0-4 16,5 0 1-16,3 0 1 16,0 0-6-16,0 0-1 15,0 0 1-15,0 2-6 16,0 5-2-16,0 8-1 15,-3 9 7-15,-3 5 2 16,3 3 0-16,-2 4-1 16,2-2 1-16,-2-1 0 15,1-3 2-15,1-7-3 16,1-10 3-16,1-4-2 16,1-3 1-16,0-6 1 15,0 0-2-15,0 0 3 0,0 0-1 16,0 0 3-16,6-10-3 15,7-7-2-15,3-2-2 16,4 1-5-16,0 3 6 16,2 6-18-16,1 3-2 15,0 6 8-15,2 0-1 16,-1 1 11-16,1 15 2 16,-6 4-7-16,-5 4 3 15,-3 3 3-15,-8 0-2 16,-3 2 0-16,0-1 4 15,0-6 8-15,-15-1 6 0,-5-3-4 16,-5 0 8 0,-5-3-1-16,-4 0-11 0,4-4-3 15,1-4-2-15,5-1 1 16,3-3-2-16,8-2-21 16,8-1-48-16,5 0-84 15,0-3-72-15,24-15-283 16</inkml:trace>
  <inkml:trace contextRef="#ctx0" brushRef="#br0" timeOffset="22092.55">4499 4090 1002 0,'0'0'165'0,"0"0"-138"16,0 0 3-16,0 0 46 16,0 0-21-16,0 0-51 15,119-64 0-15,-80 64 7 16,-5 6 0-16,-7 12-11 16,-9 3-3-16,-10 1 3 15,-8 6 10-15,0 4 0 16,-18 1 6-16,-15 4 13 15,-11 4-20-15,-3-7 8 16,5-5 6-16,10-11-1 16,15-9 3-16,10-5 6 15,5-4 1-15,2 0 0 0,0 0-9 16,3 0-14-16,20-2-7 16,13-9-1-16,11-4 4 15,5 0-1-15,-4 4-4 16,-5 1 0-16,-4 5-4 15,-9 2-7-15,-8 3-49 16,-6 0-45-16,-7 0-59 16,-6 12-115-16,-3 1-325 15</inkml:trace>
  <inkml:trace contextRef="#ctx0" brushRef="#br0" timeOffset="22751.94">5231 4652 1267 0,'0'0'117'16,"0"0"-108"-16,0 0-6 15,0 0 45-15,0 0-19 16,0 0-26-16,62-37 5 0,-12 27-1 16,5-1-5-16,0 4-2 15,-8 1-63-15,-5 3-72 16,-12 1-62-16,-10-1-171 16,-16 3-362-16</inkml:trace>
  <inkml:trace contextRef="#ctx0" brushRef="#br0" timeOffset="22933.2">5347 4750 1281 0,'0'0'24'0,"0"0"-16"16,0 0-8-1,128-23 14-15,-65 17-11 0,1 3-3 16,-5 3-2-16,-11 0-100 15,-16 0-187-15,-17 9-283 16</inkml:trace>
  <inkml:trace contextRef="#ctx0" brushRef="#br0" timeOffset="23121.03">5344 4913 1320 0,'0'0'102'0,"0"0"-102"16,0 0-31-16,0 0 31 16,0 0 7-16,109-12-7 15,-56 12-19-15,1 0-160 16,-7 0-210-16,-10 0-398 16</inkml:trace>
  <inkml:trace contextRef="#ctx0" brushRef="#br0" timeOffset="23708.13">6244 4672 1282 0,'0'0'50'16,"0"0"-45"-16,0 0 4 16,0 0 21-16,30-94-5 15,-17 70-12-15,-1 1 18 16,-5 5 11-16,-2 3-11 16,-3 3-6-16,-2 4-2 15,0 2 12-15,0 3-3 16,0 3-14-16,0 0-14 15,2 0-4-15,-2 0-5 16,0 0-6-16,1 11-14 0,2 16 19 16,3 13 6-1,4 6 7-15,1 6 3 0,4 4-9 16,2 0 3-16,-2-4-4 16,-4-5 1-16,-2-8-1 15,-7-6 0-15,-2-8-4 16,-2-1-1-16,-20-8 5 15,-8-3 5-15,-6-1 0 16,-2-7 0-16,2-5 1 16,3 0 1-16,2-6-1 15,6-8-2-15,10 1 3 16,6 2 3-16,6 5 2 0,3 2-5 16,3-1-7-1,26 0-2-15,11-3 2 0,12 3-3 16,7 3 2-16,6 0-4 15,3-1-18-15,-1 1-57 16,-5 1-63-16,-12-1-147 16,-13 1-341-16</inkml:trace>
  <inkml:trace contextRef="#ctx0" brushRef="#br0" timeOffset="24076.14">7112 4215 116 0,'0'0'1048'15,"0"0"-1002"-15,0 0-32 16,0 0 88-16,0 0 11 16,0 0-82-16,-74 0-31 15,58 45 2-15,0 19 17 16,0 11 6-16,4 6 37 16,7 6-6-16,5-2-31 0,0-4-12 15,3-6-10-15,17-8-1 16,7-8-2-16,0-5-25 15,0-8-72-15,1-12-74 16,-1-11-77-16,-2-19-339 16</inkml:trace>
  <inkml:trace contextRef="#ctx0" brushRef="#br0" timeOffset="25358.56">7197 4606 1075 0,'0'0'158'0,"0"0"-137"0,0 0 32 16,0 0 33-1,0 0-64-15,0 0-20 0,68-6 8 16,-32 42 5-16,-8 5-11 16,-8 3-2-16,-7-2 0 15,-4-2-2-15,-4-6 4 16,-3-6-4-16,-2-9 0 15,0-8-4-15,0-8 1 16,0-3 3-16,0 0 9 16,0 0 6-16,0-17-15 15,-6-8-19-15,3-11 19 16,3-5-2-16,0-5-2 16,0 1 2-16,3 7-1 0,9 7-1 15,2 12 3-15,-2 10 2 16,-1 9-2-16,2 0 1 15,-1 15 0-15,3 17 9 16,-1 6 10-16,-1 4-8 16,-3-1-3-16,0-1-6 15,2-7-2-15,-1-6 0 16,1-9 1-16,-2-8-1 16,-3-3 0-16,-2-7-15 15,2 0 0-15,-1-8 1 16,1-14 11-16,1-9 1 15,-5-5 2-15,1-4 3 16,-4-2-2-16,0 3 3 16,0 8 7-16,0 11 0 0,0 9 25 15,0 6-5 1,0 5-10-16,0 0-7 0,0 8-14 16,3 18 0-16,9 10 3 15,1 3 3-15,4 2 0 16,0-6-6-16,4-5-2 15,5-4 0-15,0-6-23 16,3-7-43-16,-1-9-47 16,2-4-76-16,0-3-108 15,-1-19 60-15,-7-3 101 16,-9-6 138-16,-4-1 40 16,-8 0 71-16,-1 3 36 0,0 8 29 15,0 10 5-15,0 6-70 16,-4 5-5-16,0 5-70 15,-1 21-34-15,-1 9 32 16,6 1-9-16,0-6-23 16,2-5 1-16,17-6-2 15,2-7 0-15,4-8-2 16,2-4-1-16,0 0-11 16,-6-2 1-16,-2-12-2 15,-9-2 14-15,-10-4 11 16,0-2-1-16,-3-2 24 15,-17-3-5-15,-6-1 28 16,-2 1-35-16,0 4 4 16,1 7-1-16,6 5-5 15,5 7-15-15,6 4-4 0,5 0-1 16,2 13-9-16,3 12 6 16,0 7 1-16,2-2-13 15,18-5-40-15,3-1-3 16,4-8-14-16,3-6-50 15,2-5-4-15,1-5 6 16,2 0 37-16,-2-5 51 16,-4-7 32-16,-4 2 2 15,-7 2 5-15,-2 5-2 16,-5 3 11-16,1 0-13 16,1 5 13-16,0 6 5 15,3-3-12-15,-1-2-3 0,-2-3 10 16,-1-3 5-16,-5 0 25 15,-3 0 17-15,-2 0 24 16,-2-9 17-16,0-7-24 16,0-3-28-16,-13-5 9 15,-7-5-20-15,-4-4-7 16,-4-5-12-16,-2-3-13 16,1 4 11-16,8 5-6 15,4 12-12-15,9 7 4 16,6 10 4-16,2 3-10 15,0 0-5-15,0 0-14 16,0 9-22-16,0 11 16 16,6 5-28-16,3-1-77 0,3 1-42 15,-1-6-67 1,1-4-244-16</inkml:trace>
  <inkml:trace contextRef="#ctx0" brushRef="#br0" timeOffset="26142.56">8854 4449 1090 0,'0'0'167'16,"0"0"-130"-16,0 0 91 15,0 0-16-15,0 0-55 16,0 0-28-16,-44-15-3 0,18 15-4 16,-7 0-4-1,-6 0-3-15,-2 0 0 0,3 0 2 16,7 0-5-16,7 0-6 16,9 0-4-16,6 0-1 15,6 0 5-15,3 0-1 16,0 0-4-16,0 0-1 15,0 0-2-15,0 0-3 16,0 0 4-16,0 0-2 16,0 7-6-16,0 6 4 15,2 11 1-15,1 2 4 16,-3 7 0-16,0-1 0 0,0-1 0 16,0-3 4-16,0-7-3 15,0-8-1-15,0-3 2 16,0-6-2-16,0-3 0 15,0-1 1-15,0 0 1 16,0 0-2-16,18-5 0 16,8-9-2-16,7-1 2 15,5 0-3-15,1 6-11 16,-2 8-15-16,-2 1 15 16,-5 0-1-16,-2 17 10 15,-4 3 5-15,-6 4-2 16,-4 0 5-16,-9 1-1 15,-5-1 3-15,0-1 14 16,-7-2 0-16,-15-3 3 16,-6 0-6-16,-4-3-8 0,2-1-4 15,-1-4-4-15,0 0-2 16,4-5-33-16,5-1-49 16,5-4-117-16,10-6-183 15,7-19-337-15</inkml:trace>
  <inkml:trace contextRef="#ctx0" brushRef="#br0" timeOffset="26610.23">9059 4425 1318 0,'0'0'151'0,"0"0"-149"0,0 0 26 16,0 0 24-16,107-58-9 15,-73 58-32-15,-7 0-10 16,-9 4-1-16,-6 10-5 16,-9 3 0-16,-3 2 5 15,-2 1 0-15,-18 4 1 16,-4-2 16-16,-2-2-15 16,3-3 3-16,4-7-5 15,7-5 5-15,6-3-1 16,6-2-1-16,0 0-3 15,0 0 0-15,5 0-4 16,15 2 4-16,9 2 5 0,4-2-2 16,5 3-3-1,4 1-7-15,-2 3 4 0,-1 2 1 16,-7 3 2-16,-10 4 0 16,-9 4 0-16,-10 0 0 15,-3 2 12-15,-6 0 11 16,-21-1 19-16,-8 0-9 15,-6-6-13-15,-2-1-14 16,-2-3-6-16,3-4 0 16,7-3-43-16,6-5-101 15,8-1-129-15,7-12-239 16</inkml:trace>
  <inkml:trace contextRef="#ctx0" brushRef="#br0" timeOffset="26876.18">9379 4136 1051 0,'0'0'373'0,"0"0"-360"16,0 0-4-16,88-26-1 16,-41 52 33-16,3 15-2 15,4 15-17-15,-6 11 17 16,-7 6 2-16,-13 5-8 15,-11 3 13-15,-13 5-5 16,-4-3-14-16,-3 1-4 16,-22-1-19-16,-10-5-4 0,-10-3 0 15,-12-3-7-15,-11-1-39 16,-14-11-162-16,-12-6-377 16</inkml:trace>
  <inkml:trace contextRef="#ctx0" brushRef="#br0" timeOffset="37275.33">3512 3808 656 0,'0'0'189'16,"0"0"-180"-16,0 0-7 15,0 0 4-15,0 0 16 16,0 0 30-16,-76 104 5 15,56-55 9-15,-5 22-2 16,2 21-4-16,0 24-12 0,0 23-11 16,8 19-8-16,8 12-7 15,7 4-15-15,20-2-5 16,22-17-2-16,18-21-6 16,12-27-70-16,12-23-96 15,7-24-68-15,0-23-129 16</inkml:trace>
  <inkml:trace contextRef="#ctx0" brushRef="#br0" timeOffset="37889.21">4708 3773 629 0,'0'0'79'0,"0"0"-72"15,0 0 8-15,0 0 43 16,0 0-11-16,0 0-46 16,38 11 16-16,-4 33 16 0,5 21 23 15,3 23 12-15,0 17 21 16,-2 11-60-16,-3 9 14 15,-7 4-4-15,-7-1-13 16,-7-9-15-16,-8-6-7 16,-8-8 1-16,0-8-1 15,-5-9 0-15,-17-12 0 16,-4-11-4-16,-3-14-3 16,4-9-90-16,0-14-152 15,3-20-153-15</inkml:trace>
  <inkml:trace contextRef="#ctx0" brushRef="#br0" timeOffset="38439.26">5111 3593 1042 0,'0'0'132'16,"0"0"-112"-16,0 0-18 16,0 0-1-16,0 0 4 15,0 0 2-15,101-15-3 16,-87 40-3-16,-7 4-1 15,-7 2 1-15,0 3 8 16,-12-4-6-16,-7-5 17 0,5-7 22 16,2-7-9-16,7-5 5 15,5-5-3-15,0-1 10 16,0 0 0-16,0 0-23 16,18-12-15-16,11-3-6 15,12 0-1-15,11 4-10 16,3 4-113-16,4 6-52 15,-4-1-141-15,-5 1-302 16</inkml:trace>
  <inkml:trace contextRef="#ctx0" brushRef="#br0" timeOffset="39072.08">6439 3923 830 0,'0'0'208'16,"0"0"-179"-16,0 0 66 0,0 0-32 16,0 0-19-16,0 0-26 15,96-58-12-15,-69 81 0 16,-1 4 0-16,-4 6-6 15,-9 0 0-15,-9-1 4 16,-4 1-3-16,-4-2 39 16,-18-2 6-16,-4-5-8 15,1-8 3-15,7-5-8 16,8-7 11-16,8-4 12 16,2 0-1-16,0 0-36 15,2 0-17-15,16-1-2 16,17-11-2-16,16 0-17 15,10 0-31-15,4 4-65 0,-5 3-110 16,-11 4-310-16</inkml:trace>
  <inkml:trace contextRef="#ctx0" brushRef="#br0" timeOffset="41021.72">3751 7232 1130 0,'0'0'212'15,"0"0"-164"-15,0 0-43 16,0 0 35-16,-23-84 3 16,38 65 14-16,15 2-46 15,10 8-7-15,4 9-1 16,1 0-3-16,-9 9-2 15,-6 16 0-15,-9 7 0 16,-13 10 2-16,-8 5 1 16,-15 9 3-16,-30 8-1 15,-19 7-3-15,-14-1 26 16,-4-6-18-16,6-15-8 16,18-20 8-16,16-18-7 0,19-10 18 15,11-1 16-15,8-9-11 16,4-10-22-16,9-6-2 15,21 1-5-15,14 6 5 16,6 3 2-16,7 9-2 16,8 6-3-16,2 0 3 15,0 0 0-15,-6 8-1 16,-7 3-3-16,-8 3-25 16,-13-3-94-16,-7-4-91 15,-7-7-85-15,-11 0-358 0</inkml:trace>
  <inkml:trace contextRef="#ctx0" brushRef="#br0" timeOffset="41405.29">4358 6405 789 0,'0'0'163'16,"0"0"-130"-16,0 0-14 15,0 0 71-15,0 0-17 16,0 0-59-16,4-7-11 15,0 29-2-15,5 13 9 16,1 7 42-16,-5 4-18 16,0 4-5-16,0 0-19 15,-3 1-4-15,1-1-2 16,-1-5-2-16,-2-4-2 16,0-9-2-16,0-6-34 0,1-8-142 15,-1-9-135 1,0-9-170-16</inkml:trace>
  <inkml:trace contextRef="#ctx0" brushRef="#br0" timeOffset="41806.24">4525 6584 855 0,'0'0'207'15,"0"0"-175"-15,0 0-20 16,0 0-4-16,0 0 0 0,0 0 37 16,7 122-4-16,6-76-23 15,8-9-9-15,2-7-3 16,2-10-2-16,3-11 1 16,-1-9-1-16,-2 0 7 15,0-9 5-15,-2-17 1 16,-4-6-6-16,-9-5 13 15,-8-3 20-15,-2 1-17 16,-7-1 4-16,-18 2 10 16,-8 3-15-16,-6 6-12 15,4 12 0-15,5 7-4 16,6 7-5-16,10 3-5 16,-2 4-16-16,5 17 12 15,3 9-36-15,5 3-83 0,3 0 0 16,6-6-121-16,14-4-142 15</inkml:trace>
  <inkml:trace contextRef="#ctx0" brushRef="#br0" timeOffset="42321.79">4923 6367 1120 0,'0'0'102'0,"0"0"-102"0,0 0-2 15,0 0 2-15,0 0 2 16,13 84 3-16,-13-46-2 16,0-2 0-16,0 0 1 15,-1-5 0-15,-9-6-3 16,1-8 2-16,3-8-3 15,3-5 0-15,3-4 3 16,0 0 1-16,0 0 6 16,0 0 5-16,0 0-13 15,1 0-2-15,13-2-6 16,6-6 3-16,5 3 2 16,6 1-1-16,3-1 1 0,-1 1 1 15,-1-3-3-15,-5-3 2 16,-8 0 1-16,-6-4 0 15,-7-1 0-15,-2-3 0 16,-4-2 3-16,0 1 0 16,-9 2-1-16,-4 4 18 15,2 4 16-15,0 4 2 16,6 4 17-16,2 1-30 16,1 4-25-16,2 24-17 15,0 10 17-15,0 14 7 16,0 3-7-16,0 2-4 15,8 0-23-15,1-3-96 0,-2-5-135 16,-4-9-345 0</inkml:trace>
  <inkml:trace contextRef="#ctx0" brushRef="#br0" timeOffset="42791.4">5558 7222 1147 0,'0'0'168'0,"0"0"-168"0,0 0 2 16,0 0 11-16,136-14 1 16,-78 13-5-16,6-1-5 15,-1 1-4-15,-6 1-73 16,-15-3-221-16,-18-2-378 15</inkml:trace>
  <inkml:trace contextRef="#ctx0" brushRef="#br0" timeOffset="42955.82">5587 7354 1270 0,'0'0'143'0,"0"0"-143"16,0 0-10-16,0 0 10 15,140 0 2-15,-60-6-2 16,9-4-68-16,-10 1-82 16,-20 0-313-16</inkml:trace>
  <inkml:trace contextRef="#ctx0" brushRef="#br0" timeOffset="43111.46">5629 7524 1259 0,'0'0'173'0,"0"0"-173"16,0 0-53-16,0 0 53 0,122 0 0 15,-39 0-65-15,13 0-146 16,-1-13-119-16</inkml:trace>
  <inkml:trace contextRef="#ctx0" brushRef="#br0" timeOffset="43654.57">6733 7195 1013 0,'0'0'151'0,"0"0"-138"15,0 0-1-15,45-80 68 16,-31 52-10-16,-2 5-25 16,-4-1-3-16,-6 0 14 15,-2 0-10-15,0 2-7 16,0 1-7-16,-3 8-10 16,0 6 24-16,0 4-10 15,3 3-30-15,0 0-6 16,0 3-9-16,0 25 5 15,0 12 3-15,0 16 2 16,6 7-1-16,4 4 1 0,2 1 0 16,-2-1-2-1,-2-5 0-15,-5-8 0 0,-3-14-5 16,0-9-31-16,-13-12 5 16,-14-11 6-16,-5-4 16 15,-3-4 6-15,-1-4 8 16,4-16-2-16,3-3 2 15,9 2 0-15,9 2 11 16,6 6-3-16,5 4-5 16,0-1-2-16,23 4-2 15,15 2-1-15,11-1-2 16,6 4-2-16,6 1-3 16,-2-3-63-16,0 1-83 0,-5-2-79 15,-11-2-233 1</inkml:trace>
  <inkml:trace contextRef="#ctx0" brushRef="#br0" timeOffset="43974.07">7555 6831 1149 0,'0'0'148'0,"0"0"-124"0,0 0-11 16,0 0 57-16,0 0 28 15,0 0-83-15,-74 10-12 16,64 35 8-16,4 15 2 16,2 8 0-16,4 11-10 15,0 2 8-15,0 5-2 16,12-3-8-16,8-1 0 15,5-12-1-15,3-13-3 16,1-16-93-16,1-18-49 16,5-17-78-16,0-6-255 15</inkml:trace>
  <inkml:trace contextRef="#ctx0" brushRef="#br0" timeOffset="45204.1">7784 7029 1142 0,'0'0'141'0,"0"0"-127"0,0 0-12 15,0 0 1-15,0 0 1 16,0 0 15-16,72 111-7 16,-45-60-9-16,-7-4 1 15,-4-8-2-15,-6-5 0 16,-4-10 0-16,-5-11-1 15,1-6 0-15,-2-4 2 16,0-3-2-16,0 0 7 0,1 0 13 16,1-19 54-16,-1-9-70 15,1-12-4-15,0 0-1 16,0-2 0-16,2 2 1 16,3 7-1-16,4 10 0 15,-1 7-1-15,-2 9 1 16,1 6 1-16,2 1-1 15,2 8 0-15,2 17 0 16,2 8 5-16,0 3-2 16,-4 0-3-16,1-5 3 15,-3-4-3-15,1-5 1 16,0-11-1-16,-2-3 0 16,-4-8 1-16,2 0 3 15,3-1-2-15,-1-15 4 16,1-6-3-16,-4-5-1 0,-2-6 0 15,-1-5-1-15,-3 0 0 16,-1 6 3-16,0 7-4 16,0 10 14-16,0 11 32 15,0 4 2-15,0 0-39 16,3 16-9-16,4 15 0 16,2 6 9-16,0 2-3 15,4-6-2-15,0-6-2 16,2-5-2-16,5-9 0 15,0-4-1-15,3-8 1 0,-1-1-14 16,3 0-57 0,-4-16-1-16,0-7-1 0,-6-4 56 15,-5-4 16-15,-4 2-1 16,-2 7 2-16,-2 7 5 16,-2 8 12-16,0 7 26 15,0 0-24-15,4 2-19 16,2 18-4-16,4 6 4 15,2 2 1-15,1-6 2 16,4-4-3-16,-1-5 0 16,-1-8 3-16,-3-1-1 15,-2-4 0-15,-7 0 2 16,-1 0 4-16,-2 0-1 16,0-2 46-16,0-13-18 15,0-8-30-15,-5-1 6 0,-10-2 4 16,-4 0-9-16,0 3 4 15,-1 5 23-15,4 6-26 16,6 4-3-16,7 4-3 16,1 3-1-16,2 1-1 15,0 0-4-15,0 0-1 16,9 0-7-16,13 8 1 16,7 4-2-16,8 1-15 15,4-2-4-15,1 2-5 16,-1-3-3-16,-6-4 6 15,-7-1 15-15,-11-3 15 16,-7 0 2-16,-3 0 6 0,-4 1-4 16,2 1 2-1,-1 2 0-15,-1 2-1 0,3 4 0 16,0 0 1-16,1-2-1 16,0-1 2-16,2-1 0 15,0-6-1-15,-5 0 2 16,0-2-1-16,-2 0 5 15,-2 0 35-15,0-2 32 16,0-20-21-16,0-10-44 16,-6-8 16-16,-10-8 10 15,-7-4-9-15,-6-2 2 16,-3-1-22-16,2 5-2 16,2 8-1-16,6 11-3 15,7 9-2-15,6 11 2 16,8 9-5-16,1 2-8 0,1 8-99 15,19 14 2-15,12 10 6 16,2-1-121-16,1 2-179 16,0-7-239-16</inkml:trace>
  <inkml:trace contextRef="#ctx0" brushRef="#br0" timeOffset="45854.38">9305 6841 1084 0,'0'0'88'0,"0"0"-57"16,0 0 115-16,0 0-22 16,0 0-66-16,0 0-39 15,0-7 11-15,0 7 34 16,-18 0-32-16,-7 0-2 15,-6 5-13-15,5-3-6 16,1 0 18-16,1 1-8 16,5-1-19-16,0-2 1 15,9 0-1-15,3 0-1 16,6 0-1-16,1 0 0 16,0 0 0-16,0 0 2 15,0 0-2-15,0 0 0 0,0 0-3 16,0 0 3-1,0 0 0-15,0 0-4 0,0 4-4 16,0 5 3-16,0 4 5 16,0 5-4-16,0 0 5 15,0-2-1-15,0-5 0 16,0-2 1-16,0-2-1 16,-2-5 1-16,0 0 0 15,2-2-2-15,0 0 1 16,0 0 0-16,0 2 0 15,19-1-1-15,10 2 0 16,12 1 1-16,4 2-6 16,0 4-9-16,-3 2-10 0,-2 3 9 15,-7 1 12-15,-4 0 3 16,-10 3 1-16,-10-3 0 16,-9 2 0-16,0 2 2 15,-12 0 0-15,-16 1 14 16,-10-4 6-16,-9 0-14 15,0-2-2-15,3-2-4 16,8-2-2-16,9-5-1 16,10-3-39-16,9-3-134 15,8 0-152-15,0-9-414 16</inkml:trace>
  <inkml:trace contextRef="#ctx0" brushRef="#br0" timeOffset="46320.94">9541 6844 1291 0,'0'0'79'16,"0"0"-79"-16,0 0 10 16,0 0 33-16,95-41-11 15,-68 41-26-15,-3 12-6 16,-8 7-2-16,-6 2 2 15,-6 3 3-15,-4-1-2 0,0 4 1 16,-17-3 4-16,-5 0 4 16,2-2-4-16,4-5 0 15,2-5 9-15,9-7 2 16,3-3-10-16,2 0-7 16,0-2 4-16,4 1-4 15,17-1 10-15,11 0-6 16,7 0 0-16,-1 2-4 15,2-2 1-15,-6 4-2 16,-4 2 2-16,-7 2 0 16,-6 3-1-16,-8 0 2 15,-6 2-1-15,-3 1 18 16,-3 3 57-16,-20-1-3 16,-9 2-33-16,-10 1-14 15,-3-5-17-15,1-1-8 0,2-3-2 16,4-2 1-16,3-5-43 15,8-3-109-15,8 0-180 16,7-21-425-16</inkml:trace>
  <inkml:trace contextRef="#ctx0" brushRef="#br0" timeOffset="46605.51">9917 6590 1335 0,'0'0'62'0,"0"0"-56"15,0 0-6-15,0 0 27 16,89 83 13-16,-56-23-13 16,-3 6-7-16,-8 3 31 15,-8 2-16-15,-10 1 15 16,-4 0-12-16,-3-2-12 15,-24-3 4-15,-11-4-19 16,-11-1-10-16,-9 0-1 16,-9-4-5-16,-10 1-51 15,-13-7-204-15,-12-11-522 16</inkml:trace>
  <inkml:trace contextRef="#ctx0" brushRef="#br1" timeOffset="53834.17">3223 7301 1109 0,'0'0'0'0,"0"0"-108"16,0 0-42-16,0 0 130 16,0 0-85-16,0 0-232 15</inkml:trace>
  <inkml:trace contextRef="#ctx0" brushRef="#br1" timeOffset="54670.7">2797 7148 819 0,'0'0'143'0,"0"0"-142"16,0 0 4-16,0 0 34 16,0 0 53-16,0 0-16 15,-83 1-31-15,56 3-5 16,-4-3-12-16,-1-1-13 15,2 0-11-15,2 0 4 16,3-3-5-16,5-11 2 16,5-3 4-16,8-3-9 15,7-1-15-15,0-1-4 16,8 3-11-16,16 7 30 16,1 8-9-16,0 4-3 15,0 3 5-15,-5 16 1 0,-4 11 0 16,-9 8-1-16,-3 6-3 15,-4 5 10-15,-5 4 13 16,-23 6-10-16,-11-1 8 16,-8 1 6-16,-1-8-2 15,3-15-6-15,6-12-2 16,11-13 4-16,8-8 11 16,7-3-7-16,3-2-3 15,3-20-8-15,7-10-4 16,0-3-11-16,1 1-8 15,21 7 19-15,3 9 0 16,3 9-4-16,4 9 3 16,3 0-4-16,5 11 4 15,4 15-2-15,1 9 3 16,-6 4-1-16,-8 2 0 16,-6 0-4-16,-5-4 4 0,-3-6-30 15,-5-8-40-15,-6-11-64 16,0-9-74-16,-5-3-129 15</inkml:trace>
  <inkml:trace contextRef="#ctx0" brushRef="#br1" timeOffset="55002.24">2857 6834 1029 0,'0'0'115'0,"0"0"-115"16,0 0-1-16,0 0 1 15,97-57 5-15,-84 57-5 16,-6 13-12-16,-4 16 4 16,-3 8 8-16,-1 5 0 15,-25 3 40-15,1-5-35 16,2-12 21-16,8-11 2 15,11-12-7-15,4-5-5 16,0 0 11-16,24-4-8 16,15-12 1-16,14-7-16 0,11 3-4 15,9 1-14-15,7 5-136 16,7 3-109-16,5 3-203 16</inkml:trace>
  <inkml:trace contextRef="#ctx0" brushRef="#br1" timeOffset="55740.09">6536 7277 1157 0,'0'0'58'0,"0"0"-58"16,0 0 0-16,0 0 0 15,0 0-18-15,0 0-184 16,0 6-51-16,-1 3-309 0</inkml:trace>
  <inkml:trace contextRef="#ctx0" brushRef="#br1" timeOffset="56435.17">6267 7198 694 0,'0'0'73'0,"0"0"-36"15,0 0 14-15,0 0 23 16,0 0 23-16,0 0-28 15,-22 38-22-15,12-38 2 16,-7-9-45-16,-4-11 4 16,0-3-2-16,-1-7-5 15,3-4 2-15,6-4 11 16,6 2-4-16,6 4-4 16,1 7 6-16,0 6-10 0,3 8 3 15,8 7-5-15,5 4-4 16,2 7 2-16,2 20 2 15,0 13 6-15,-4 10 13 16,-2 8 1-16,-4 1-4 16,-5 0-7-16,-5-2-2 15,0-4-4-15,-6-6 1 16,-16-5 4-16,-5-8-2 16,-3-14 2-16,-5-4 10 15,1-10-7-15,6-6 5 16,5 0-7-16,6-22-1 0,6-10-8 15,7-8 0-15,4-5-14 16,5 5 11-16,22 9-1 16,8 8-6-16,2 11 10 15,3 9 1-15,0 3-1 16,0 7-7-16,0 18 7 16,-1 4 0-16,-8 6-2 15,-5 3 0-15,-8 0-3 16,-6-4-60-16,-4-8-76 15,-5-11-141-15,-3-14-182 16</inkml:trace>
  <inkml:trace contextRef="#ctx0" brushRef="#br1" timeOffset="56772.5">6289 6677 1169 0,'0'0'81'15,"0"0"-81"-15,0 0-5 16,0 0 5-16,117-41 23 16,-81 41-4-16,-13 11-11 15,-10 12-8-15,-10 4 1 16,-3 3 0-16,-8 0 4 0,-16-5 34 15,0-5-3-15,5-8 3 16,6-6-2-16,11-6-5 16,2 0 19-16,0 0-8 15,24-6-38-15,16-10 3 16,17-4-8-16,9 4-38 16,3 6-61-16,-2 10-46 15,-5 0-118-15,-12 0-382 16</inkml:trace>
  <inkml:trace contextRef="#ctx0" brushRef="#br1" timeOffset="59568">3880 9478 930 0,'0'0'246'0,"0"0"-215"0,0 0-14 15,0 0 46-15,0 0 46 16,15-89-52-16,14 73-48 15,5 6 7-15,8 9-8 16,0 1 0-16,-7 8 8 16,-6 14-13-16,-12 8-2 15,-9 5-1-15,-8 5 2 16,-5 8 5-16,-32 8 4 16,-18 2-9-16,-15 2 13 0,-5-5-10 15,1-11-1-15,12-14-2 16,17-12 2-16,16-12 8 15,19-6 18-15,10 0 14 16,0-15-18-16,17-7-26 16,20-7-4-16,11 8 4 15,8 5 1-15,-1 9-1 16,1 6-5-16,0 1 5 16,-2 0-2-16,-5 7-1 15,-5 7-2-15,-7-1-46 16,-11 2-28-16,-7-2-41 15,-8-1-79-15,-6-7-187 0,-5-5-173 16</inkml:trace>
  <inkml:trace contextRef="#ctx0" brushRef="#br1" timeOffset="59876.51">4370 8805 910 0,'0'0'187'0,"0"0"-187"0,0 0-13 16,0 0 11-16,0 0 2 15,0 0 63-15,25 97-19 16,-20-52-22-16,-3 3-4 16,-2 0-13-16,0 2-5 15,0-5-29-15,0-3-87 16,-4-8-94-16,-2-8-76 16,-3-11-295-16</inkml:trace>
  <inkml:trace contextRef="#ctx0" brushRef="#br1" timeOffset="60234.55">4487 8933 1084 0,'0'0'30'16,"0"0"-21"-16,0 0 4 15,3 99 1-15,8-68 3 16,0-3-2-16,4-4-1 16,2-7-5-16,-1-7-5 15,3-5 2-15,-2-5 0 16,2 0 2-16,0-12 29 0,-6-6-7 16,-3-5-9-16,-8 1 24 15,-2-1 19-15,-2 0-21 16,-18-1-18-16,-2 4-25 15,-1 3-4-15,3 3 2 16,4 7-9-16,7 4-12 16,4 3-51-16,5 0-22 15,0 0-81-15,3 0-209 16,16 0 63-16</inkml:trace>
  <inkml:trace contextRef="#ctx0" brushRef="#br1" timeOffset="60565.13">4907 8866 945 0,'0'0'134'0,"0"0"-85"0,0 0 69 16,0 0 27-16,0 0-62 16,0 0-51-16,-10-17-23 15,1 40 1-15,1 9 12 16,1 0-7-16,4-3-3 15,3-5-10-15,0-5 1 16,7-4-2-16,7-3 2 16,2-7 4-16,-1-3-3 15,-2-2-3-15,-3 0 9 0,-3 0-1 16,-6 0-4 0,-1 0 6-16,0 0 5 0,0 0-14 15,-7 0-2-15,-6 0-11 16,0 0-30-16,0 0-29 15,3 4-95-15,1 11-99 16,4 5-145-16</inkml:trace>
  <inkml:trace contextRef="#ctx0" brushRef="#br1" timeOffset="60888.06">5219 9425 791 0,'0'0'569'0,"0"0"-569"16,0 0 9-16,0 0-9 15,125-22 33-15,-70 22-14 16,4 0-18-16,2 0-1 16,-6 0-37-16,-10 0-119 15,-12 3-267-15</inkml:trace>
  <inkml:trace contextRef="#ctx0" brushRef="#br1" timeOffset="61074.82">5334 9557 1432 0,'0'0'0'0,"0"0"-24"16,0 0 3-16,104-16 21 15,-39 10 11-15,4 1-11 0,-6 4-92 16,-12-1-152-16,-24 2-333 16</inkml:trace>
  <inkml:trace contextRef="#ctx0" brushRef="#br1" timeOffset="61241.63">5315 9721 639 0,'0'0'805'16,"0"0"-805"-16,0 0-138 16,0 0 138-16,120 0 10 15,-50 0-10-15,9 0-119 16,1-10-116-16,-8-4-267 16</inkml:trace>
  <inkml:trace contextRef="#ctx0" brushRef="#br1" timeOffset="61884.12">6386 9155 1091 0,'0'0'195'0,"0"0"-148"0,0 0-44 15,0 0 32-15,0 0 8 16,0 0-28-16,0 38 6 15,-3 7 23-15,-14 0-29 16,-3-4-8-16,0-6-7 16,0-7 0-16,1-8 5 15,6-5-3-15,5-9-2 16,5-3-34-16,3-3 11 0,0 0 13 16,0 0-10-16,10-3-17 15,10-5 34-15,6 4 4 16,4 2-2-16,2 2 0 15,3 0-1-15,-2 0 1 16,1 0 0-16,0 0 1 16,-9-5-10-16,-4-4-7 15,-7-5-1-15,-7-4 8 16,-7-3 3-16,0-3 1 16,0 1 6-16,-12 2 8 15,0 6 23-15,4 5-6 16,2 5 33-16,6 5-6 0,0 0-38 15,0 25-14 1,-1 17 0-16,-1 15 19 0,2 4-5 16,0 6-13-16,0-5-2 15,0 0 0-15,10-6-32 16,5-9-106-16,1-13-146 16,0-18-216-16</inkml:trace>
  <inkml:trace contextRef="#ctx0" brushRef="#br1" timeOffset="62163.31">7026 9040 1192 0,'0'0'174'0,"0"0"-137"15,0 0-27-15,0 0 81 16,0 0-23-16,0 0-50 16,-92 136 26-16,89-46-9 15,3 1-15-15,0 1-3 16,7-2-16-16,6-7 2 16,4-8-3-16,0-11-7 15,3-15-72-15,1-11-82 16,1-19-98-16,1-17-223 15</inkml:trace>
  <inkml:trace contextRef="#ctx0" brushRef="#br1" timeOffset="63233.41">7174 9290 1149 0,'0'0'169'16,"0"0"-133"-16,0 0-35 15,0 0 23-15,0 0 7 16,0 0 11-16,88 54-9 16,-59-1-7-16,-7 5 4 15,-6-1-12-15,-4-4-13 16,-4-8 0-16,-5-9-3 0,-3-13 0 16,0-10-3-16,0-10 2 15,0-3-1-15,3 0 14 16,1-10-1-16,3-19-13 15,3-12-41-15,-2-5 27 16,1-3 8-16,-1 2-7 16,2 6 13-16,0 8 0 15,2 9-1-15,-1 10 1 16,0 8 0-16,-3 6 1 16,2 5 2-16,0 22-1 15,2 9 32-15,0 5-18 16,-5-2-10-16,2-2-1 15,1-5 0-15,0-10-4 16,3-7-1-16,1-10 2 16,2-5-4-16,5 0-1 0,-1-18-5 15,3-8-7-15,-3-5 4 16,-3-4 11-16,-4-1-1 16,-4 3 4-16,-4 2-2 15,-2 13 3-15,-2 5 7 16,-1 9 2-16,0 4 13 15,0 0-21-15,0 17-1 16,4 13-4-16,1 7 45 16,3 1-29-16,6-7-16 15,1-5 0-15,5-10 0 16,0-7-3-16,1-5-22 16,5-4-16-16,2 0-9 0,2-14 8 15,-3-4-9-15,-5-5 17 16,-7 4 25-16,-5 4 9 15,-7 4 3-15,-1 5 5 16,-2 6 21-16,0 0-4 16,0 0-25-16,3 9-7 15,3 11 7-15,5 4 22 16,4-3-14-16,5-5-6 16,3-4 3-16,1-7 2 15,-1-5-7-15,-4 0 9 16,-5 0-2-16,-5 0-2 15,-4 0-3-15,0-8 8 16,-2-1 13-16,3-3-10 0,-3-2-12 16,0 3 3-16,-3 2-2 15,0 5-1-15,0 0 8 16,0 2 0-16,0 2 3 16,0 0-12-16,0 0-4 15,0-2 4-15,0-3 0 16,-2-1 5-16,-6-1-1 15,0-1-2-15,-1 1 1 16,1 1 3-16,-1-1-4 16,2 0 12-16,-4-1-2 15,1 3-8-15,-1-5 1 16,-1 3-1-16,0 0 4 0,0 1-2 16,2-1-5-16,1 4 5 15,2 1-6-15,0 0 0 16,4 2 0-16,1 0-2 15,2 0-4-15,0 0-16 16,-2 0-43-16,-1 3-40 16,0 14 17-16,1 3-57 15,2-2-175-15,0-5-159 16</inkml:trace>
  <inkml:trace contextRef="#ctx0" brushRef="#br1" timeOffset="63668.06">8419 9465 918 0,'0'0'352'0,"0"0"-310"0,0 0-35 16,0 0 56-16,0 0 20 15,-93-33-51-15,72 33-14 16,-2 19 4-16,-2 9 4 15,0 9-3-15,7 1-5 16,5 0 3-16,13-6-4 16,0-8-11-16,9-10-6 15,18-7 4-15,5-7 2 0,6 0-6 16,1-21-8 0,-3-10-18-16,-6-3 12 0,-9-5 4 15,-10-4 10-15,-5-4 0 16,-6-7 2-16,0-8-2 15,-10-4 3-15,-12 1-2 16,-7 2 6-16,-3 10 9 16,2 14 1-16,5 15-6 15,12 15-3-15,3 9-8 16,1 13-6-16,4 22-1 16,5 13 4-16,0 6-61 15,19-3-96-15,12-4-24 16,6-11-207-16,-1-12-317 15</inkml:trace>
  <inkml:trace contextRef="#ctx0" brushRef="#br1" timeOffset="64269.41">9124 9122 1318 0,'0'0'112'16,"0"0"-105"-16,0 0 48 16,0 0 38-16,0 0-42 15,0 0-28-15,0 0-15 16,-69-12 5-16,37 17-4 0,-5 4 2 16,2-1 7-1,3-2 5-15,4-2-10 0,2-1 3 16,6 0-15-16,7 0 1 15,3-1-2-15,7 1 3 16,3-2-6-16,0 1 1 16,0-1-3-16,0-1-7 15,0 0-8-15,0 3 9 16,0 6 6-16,0 8 2 16,-3 10 3-16,-4 4 5 15,0 4-5-15,-1-1 0 16,-1-2 4-16,2-6-4 15,3-6 0-15,2-11 0 0,0-2 0 16,2-7 1 0,0 0-1-16,4 0-2 0,19-4 2 15,12-12 7-15,5 2-7 16,1 1-1-16,-8 6-10 16,0 4 3-16,-1 3 6 15,-4 0 0-15,-4 0-1 16,-8 13 3-16,-6 2 3 15,-8 4-1-15,-2-2 14 16,0 4 4-16,-16 1-6 16,-8-1 1-16,-3-1-15 15,-3-3 6-15,-5 0-5 16,2-5-1-16,3-2-12 16,6-5-55-16,11-5-51 0,5 0-105 15,8-20-163-15</inkml:trace>
  <inkml:trace contextRef="#ctx0" brushRef="#br1" timeOffset="64717.5">9292 9064 1368 0,'0'0'114'0,"0"0"-108"16,0 0-6-16,92-29 2 15,-65 29 21-15,-4 14-13 0,-6 10-8 16,-9 3 10-16,-8 3-12 16,0 0 5-16,-12-3 4 15,-11-1-5-15,-2-6 13 16,-2-4 0-16,5-5-12 16,7-5-2-16,8-5-1 15,6-1 6-15,1 0 0 16,0 0-8-16,0 0-4 15,8 0-11-15,16 0 14 16,11 2 1-16,9 2 0 16,1 6 1-16,-2 6-1 15,-6 3-1-15,-6 4 1 16,-9 2 10-16,-13 3 12 0,-9-2 1 16,0 1 2-1,-29-6 4-15,-9-1 4 0,-11-5-14 16,-3-6-10-16,-1-4-9 15,3-5-5-15,5 0-46 16,9-7-45-16,11-21-88 16,7-14-173-16,6-13-683 15</inkml:trace>
  <inkml:trace contextRef="#ctx0" brushRef="#br1" timeOffset="64966.7">9625 8804 1436 0,'0'0'42'0,"0"0"-30"15,125 62-5-15,-78-8 55 16,-8 14 11-16,-8 8-34 16,-9 4-4-16,-16 5-5 15,-6-2-14-15,-11-1 0 16,-26-3-11-16,-12-7-3 15,-14-7-2-15,-7-9 0 16,-5-8-13-16,-1-9-56 16,1-6-127-16,-4-7-91 15,-8-12-409-15</inkml:trace>
  <inkml:trace contextRef="#ctx0" brushRef="#br1" timeOffset="72783.85">12604 3051 159 0,'0'0'998'0,"0"0"-900"15,0 0-88-15,0 0 31 16,0 0 40-16,0 0-69 16,0 0-2-16,20 31-10 15,28 46 26-15,12 12-9 16,12 13-11-16,7 7 1 16,11-5-4-16,7-7 0 15,10-11-1-15,2-15-2 16,-5-14 4-16,-11-12-4 0,-11-14 0 15,-17-6 2 1,-13-10-2-16,-13-5 8 0,-13-5-3 16,-7-2-3-16,-9-3 2 15,-7 0 22-15,-3 0 14 16,0 0 8-16,0 0-6 16,0 0-5-16,0 0-9 15,0 0-3-15,0 0-4 16,0 0-5-16,0 0-5 15,0-6-7-15,0-2 0 16,0 1-7-16,0 2 3 16,-3 1-3-16,3 2 2 0,-1 1 1 15,1 0 0 1,0 1 0-16,0 0-2 0,0 0-40 16,0 0-45-16,0 0-71 15,0 0-102-15,0 0-216 16,0 0-164-16</inkml:trace>
  <inkml:trace contextRef="#ctx0" brushRef="#br1" timeOffset="73316.75">14113 3703 1130 0,'0'0'139'15,"0"0"-127"-15,0 0 16 0,0 0 20 16,0 0-40-16,0 0-6 16,0 58 10-16,0-8 5 15,0 4 7-15,-8 0 2 16,-8-5-15-16,-6-6-8 16,2-10-1-16,-2-9 1 15,7-9-3-15,5-6-1 16,5-6 1-16,3-3 12 15,1 0 3-15,1-8-9 16,0-6-5-16,0-2-2 16,0 5-3-16,4 9-8 15,13 2 5-15,10 0 7 0,6 0-1 16,7 9 1-16,5 0-3 16,4-5 1-16,-2-4-5 15,-5 0 8-15,-9-4-2 16,-11-9-2-16,-7-8 3 15,-9-5 0-15,-4-2 0 16,-2-6 0-16,-5 6-2 16,-9 4 2-16,-2 5 27 15,4 9-15-15,8 7 16 16,0 3-28-16,-1 33-6 16,0 18 6-16,0 20 2 15,5 4-1-15,0 0-1 16,2-5 0-16,16-8-1 15,4-8-18-15,3-13-141 16,2-17-155-16,-5-16-355 0</inkml:trace>
  <inkml:trace contextRef="#ctx0" brushRef="#br1" timeOffset="73799.14">14428 3468 1158 0,'0'0'58'0,"-97"-65"-52"0,45 38 26 16,-3 4 63-16,-9 7-26 16,-4 12-15-16,-2 4-23 15,-1 17 13-15,3 30-20 16,5 22-4-16,5 32-11 15,12 33 16-15,9 20 5 16,19 17 6-16,14-4-20 16,8-23-6-16,37-20-10 15,23-35 0-15,26-24-2 16,22-22 2-16,13-27 0 16,11-16-2-16,-6-22-48 15,-10-28-9-15,-9-18-1 16,-16-10 46-16,-21-7 14 15,-21-11 11-15,-19-1 7 0,-24-12 5 16,-10-12-11-16,-34-10 4 16,-24-8 1-16,-21-4-16 15,-9 15 3-15,-8 16-3 16,5 28-1-16,10 29-2 16,11 34 1-16,10 21-6 15,6 34-17-15,12 27-74 16,14 21-70-16,13 9-169 15,10 7-291-15</inkml:trace>
  <inkml:trace contextRef="#ctx0" brushRef="#br1" timeOffset="74134.27">13487 4739 135 0,'0'0'1071'0,"0"0"-1010"16,0 0-43-16,160 2-18 0,-32 0 14 15,28-2 24-15,25 0-8 16,23-7-14-16,4-11-7 16,-7 0-8-16,-23 3 0 15,-39 2-2-15,-41 4-65 16,-41 4-129-16,-40-1-206 16,-17 1-198-16</inkml:trace>
  <inkml:trace contextRef="#ctx0" brushRef="#br1" timeOffset="74381.5">13681 5109 1352 0,'0'0'125'16,"165"-41"-125"-16,-31 21-24 15,33-13 24-15,22-9 12 16,6 0 16-16,-5 6 6 16,-22 12-21-16,-25 10-13 15,-32 9-13-15,-28 2-101 16,-27 1-102-16,-27 1-136 16,-29-2-78-16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58:19.604"/>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
  </inkml:definitions>
  <inkml:trace contextRef="#ctx0" brushRef="#br0">13594 1583 446 0,'0'0'202'0,"0"0"-164"15,0 0-6-15,0 0 71 16,0 0 22-16,0 0-25 16,0 0-34-16,0-18-25 15,0 18-7-15,0 0 7 16,-4-1-3-16,-6-2-4 16,-5-2-19-16,-7 1-12 15,-2-1 8-15,-4 1 9 16,1-2-12-16,-4-3 9 15,1 1-8-15,0 2 19 0,0 0 5 16,2 3-20 0,2 3 1-16,4 0-2 0,4 0 5 15,1 0-3-15,0 0-5 16,1 15-8-16,-4 5 2 16,-2 0 0-16,0 2 2 15,2 1 1-15,0-2-5 16,2 0 7-16,1 4-3 15,0 1 2-15,1 2 4 16,-1 9-3-16,2 1 5 16,2 6-1-16,1 7-7 15,5 5 2-15,4 6 2 0,3 3-5 16,0-1 5-16,0 1-7 16,10-4-1-16,7-2 2 15,4-6 0-15,1-7-2 16,1-2 4-16,3-6-2 15,0-3 1-15,4 0-1 16,5 0 3-16,3-2 2 16,5-3-7-16,4-4 3 15,1-6-1-15,2-7-2 16,2-11-2-16,3-2 2 16,2-8 0-16,-1-19 6 15,-1-6-3-15,-3-5-3 16,-6-6 3-16,-2-2 2 15,-10-5-3-15,-5-7-3 0,-12-6 6 16,-9-7-6-16,-8-8 3 16,0-5-3-16,-2 2 1 15,-14 3 0-15,-6 10 7 16,-3 11-1-16,0 10 2 16,-2 10-5-16,2 11-2 15,3 7 1-15,2 8-3 16,7 4 0-16,3 3-6 15,3 5-21-15,5-2-19 16,2 2-54-16,0 0-111 16,0 13-123-16,7 4 120 15,6 0-139-15</inkml:trace>
  <inkml:trace contextRef="#ctx0" brushRef="#br0" timeOffset="349.92">13851 1806 775 0,'0'0'321'16,"0"0"-268"-16,0 0-21 15,0 0 28-15,93-43 43 16,-27 30-33-16,21-2-21 16,26-4-16-16,28-6-12 15,22-5 4-15,18-2-14 16,0-6-4-16,-1-1-7 15,-4-2 3-15,-19 4 5 0,-15 4-7 16,-28 9 14-16,-29 7-2 16,-26 6-2-16,-24 6-1 15,-20 3 6-15,-10 0 9 16,-5 1 11-16,0-1 6 16,0 2-12-16,0 0-18 15,0 0-11-15,0 0-1 16,0 0-8-16,0 0-38 15,0 3-84-15,0 9-135 16,0 1-128-16,0-1-249 16</inkml:trace>
  <inkml:trace contextRef="#ctx0" brushRef="#br0" timeOffset="766.13">16242 1420 1080 0,'0'0'271'15,"0"0"-246"-15,0 0-15 16,0 0 24-16,2-103 26 16,9 75 3-16,1-1-41 15,-4-4-8-15,-3 0-2 16,-5-2 3-16,0 2 1 0,0-1 5 15,-5 1-2 1,-7-2-14-16,1 5 6 0,1 6-5 16,3 9-4-16,2 7 9 15,2 7 5-15,3 1-16 16,-2 0-4-16,-2 27-17 16,1 19 21-16,2 21 2 15,1 17 1-15,0 10 7 16,0 13 2-16,0 4-8 15,7-2 3-15,0-6-6 16,2-9-1-16,-4-12-2 16,-1-12-31-16,-4-13-79 15,0-18-41-15,0-15-78 16,0-18-187-16</inkml:trace>
  <inkml:trace contextRef="#ctx0" brushRef="#br0" timeOffset="1016.25">16182 1408 103 0,'0'0'1087'15,"-7"-85"-999"-15,7 63-32 16,23 3 8-16,16 6 5 16,11 8-28-16,1 5-4 15,0 4-12-15,-9 21 5 16,-16 13-3-16,-9 6-6 15,-12 2-12-15,-5 4 0 0,-13-2-4 16,-22-2 5 0,-16 1-10-16,-7-2-1 0,-4-8-128 15,4-6-112-15,8-11-366 16</inkml:trace>
  <inkml:trace contextRef="#ctx0" brushRef="#br0" timeOffset="4998.03">3702 4612 638 0,'0'0'149'16,"0"0"-130"-16,0 0 45 15,0 0 64-15,0 0-20 16,0 0-30-16,0 0-2 15,3 0-4-15,-3 0 1 16,0 0-7-16,0 0-17 16,0 0 3-16,-4 0-14 15,-8 0-14-15,-9 2-4 16,-7 6 11-16,-8-2-27 16,1 0-2-16,5-4-1 15,5-2 8-15,2 0 0 0,1 0-5 16,5 0 7-16,2 0-7 15,7 0-3-15,2 0 6 16,5-1 1-16,1 0-3 16,0 1-5-16,0 0 0 15,0 0-1-15,0 0-1 16,0 0-8-16,0 2-3 16,0 18 2-16,0 7 11 15,0 9 0-15,0 6 1 16,0 3-1-16,0-1 2 15,0-4-2-15,0-6 0 16,0-7 0-16,0-9 0 16,-2-8 0-16,2-5 3 15,0-5-3-15,0 0 4 0,0 0-1 16,0 0 5-16,0-11-5 16,6-9-3-16,7-5-2 15,5 0-6-15,6 3 5 16,6 3-1-16,3 7-16 15,4 8 10-15,1 4 5 16,4 4-4-16,-2 20 5 16,-4 7-3-16,-7 6 4 15,-10 4-5-15,-8-1 1 16,-8 1 6-16,-3-5 1 16,-1-3 7-16,-22-2 10 15,-8-5 0-15,-5-1 5 16,-6-7-5-16,2-6-10 0,2-2 7 15,6-6-10-15,5-4-4 16,3 0-34-16,10 0-64 16,5-10-64-16,9-14-91 15,0-6-248-15</inkml:trace>
  <inkml:trace contextRef="#ctx0" brushRef="#br0" timeOffset="5615.04">3877 4193 1081 0,'0'0'169'16,"0"0"-144"-16,0 0-3 0,0 0 70 16,0 0-22-1,0 0-52-15,19-80-17 0,5 77 1 16,-2 3-1-1,-4 0-1-15,-4 11-3 0,-4 9-10 16,-5 7 13-16,-4 1 4 16,-1 5 12-16,0 2-5 15,-15-2-3-15,-3-3 14 16,-4-5-8-16,4-6-2 16,4-9 0-16,7-6-7 15,7-4 1-15,0 0 9 16,0 0-8-16,9-1-7 15,11-12-4-15,9-2-16 16,3 6 13-16,1 0 6 16,-3 9-5-16,-7 0 3 0,-2 4 1 15,-7 10-6-15,-5 6 7 16,-9 3-13-16,0 3 14 16,0-1 19-16,-19 3 2 15,-4-3 0-15,-2-3 1 16,-4 1-16-16,1-6-2 15,4-1-4-15,6-6-21 16,9-5-78-16,5-5-64 16,4-3-55-16,0-25-167 15</inkml:trace>
  <inkml:trace contextRef="#ctx0" brushRef="#br0" timeOffset="5931.95">4238 4262 1194 0,'0'0'26'0,"0"0"-22"16,0 0 38-16,0 0 6 15,35 102 2-15,-15-73-39 16,4-8-4-16,1-8-2 16,-4-6 0-16,1-7 9 15,-2 0-8-15,-4-20 13 16,0-10 0-16,-4-9-4 15,-8-2 20-15,-4 2 21 0,0 5-18 16,-10 3 16 0,-9 9-27-16,-1 5-27 0,-1 7 0 15,4 10-14-15,0 0-4 16,1 9-37-16,1 18-59 16,7 8-74-16,6-1-128 15,2 1-163-15</inkml:trace>
  <inkml:trace contextRef="#ctx0" brushRef="#br0" timeOffset="6184.61">4699 4635 1447 0,'0'0'114'0,"0"0"-114"15,0 0-11-15,0 0 11 16,113-3 8-16,-47 3 2 16,4 0-10-16,-4 0-1 15,-9 0-148-15,-16-2-168 16,-16-5-381-16</inkml:trace>
  <inkml:trace contextRef="#ctx0" brushRef="#br0" timeOffset="6366.57">4787 4819 1502 0,'0'0'15'16,"0"0"-15"-16,0 0-37 15,135-10 37-15,-57 3 5 16,4 1-5-16,-7 3-30 16,-18 2-196-16,-25 1-309 15</inkml:trace>
  <inkml:trace contextRef="#ctx0" brushRef="#br0" timeOffset="6521.72">4860 4999 755 0,'0'0'588'0,"0"0"-588"16,0 0-43-16,92-24 39 15,-29 18 4-15,14-1-80 16,3 0-172-16,-6-2-161 16</inkml:trace>
  <inkml:trace contextRef="#ctx0" brushRef="#br0" timeOffset="7064.77">5634 4715 1486 0,'0'0'52'15,"0"0"-49"-15,0 0 15 16,0 0 52-16,52-100-36 15,-35 75-16-15,-3-2 9 16,-4 1 11-16,-1 2-9 16,-4 0-6-16,-4 4-12 15,-1 7 7-15,0 6-2 16,0 3-5-16,0 4-4 16,0 0-7-16,0 0 2 15,0 0-2-15,0 0-13 0,0 18 6 16,4 15-3-16,6 14 10 15,5 12 4-15,2 1-4 16,-1 2 3-16,3-1-3 16,-4-5 2-16,-1-7 1 15,-7-9-3-15,-7-9-9 16,0-6-1-16,-6-1-5 16,-20-5 11-16,-5-4 3 15,-4-6 2-15,-2-6 0 16,6-3 8-16,2 0-7 15,7-13 4-15,9-1-5 16,8 3 3-16,5 3-4 16,0 1-1-16,2 1 0 0,20-3 0 15,9 4 1-15,7-1 0 16,7 1-2-16,3 2-28 16,1-2-51-16,3 1-48 15,2-1-88-15,-5-6-210 16</inkml:trace>
  <inkml:trace contextRef="#ctx0" brushRef="#br0" timeOffset="7381.99">6539 4215 1331 0,'0'0'71'16,"0"0"-56"-16,0 0 64 15,0 0 20-15,0 0-70 16,0 0-28-16,-48 40 11 16,38 20 36-16,2 13 1 15,5 11-25-15,3 7-8 16,0 1 3-16,10-4-8 15,13-10-8-15,9-9-3 0,5-13-19 16,1-11-27 0,2-9-62-16,1-15-76 0,-6-14-105 15,-5-7-381-15</inkml:trace>
  <inkml:trace contextRef="#ctx0" brushRef="#br0" timeOffset="8564.62">6691 4536 1381 0,'0'0'118'0,"0"0"-91"15,0 0 25-15,0 0-29 16,0 0-18-16,0 0-4 16,110 18 11-16,-75 22 5 15,-8 5-5-15,-7-3-6 0,-5-4-1 16,-7-5-4-1,-3-9 9-15,-4-6-9 0,2-7-1 16,-3-8 3-16,0-3 3 16,0 0 3-16,0-14-2 15,0-14-7-15,0-14-17 16,0-6 8-16,0 0-1 16,0 1 0-16,1 9 7 15,11 10 0-15,0 9 2 16,-1 10-4-16,2 9 1 15,1 0-11-15,3 12 9 16,0 16 6-16,-3 8 13 0,-2 4 2 16,-2 2 1-1,-3 1 6-15,-1-6-8 0,1-8-10 16,-4-8 1-16,3-12-2 16,-5-6-3-16,3-3 2 15,-3 0 1-15,6-8 2 16,2-14-5-16,1-13-16 15,0-6 13-15,-4-1-1 16,-1 5-13-16,-2 5 17 16,1 9 0-16,-3 7 0 15,1 7 4-15,0 6 1 16,-2 3 10-16,6 0-15 16,6 21 3-16,3 11 5 15,4 7 23-15,-3 0-14 0,0 0 1 16,-1-4-16-16,-2-7 5 15,0-5-6-15,2-8-1 16,0-6-8-16,4-8-28 16,-1-1-13-16,3-1-16 15,0-22-29-15,-4-5-15 16,-2-5 62-16,-7 1 36 16,-3 5 1-16,-3 10 10 15,-2 8 3-15,0 7 52 16,0 2 2-16,0 4-37 15,0 16-5-15,7 2 34 16,4 2-20-16,6-6-4 16,4-7-14-16,5-7-4 0,-1-4-2 15,-3 0 7-15,-4-7 0 16,-8-11-9-16,-7-2 24 16,-3-1 16-16,0-1-12 15,-15 2-1-15,-10-1-17 16,-4 1 6-16,1 3-12 15,3 6-4-15,7 2-5 16,6 5 2-16,11 4-6 16,1 0-13-16,0 0-29 15,6 0-22-15,14 0-3 16,10 6 17-16,4-4-8 16,4-2-39-16,-3 1 6 15,-4 3 39-15,-5 0 43 0,-6 3 15 16,-1 4 7-16,-1 3 11 15,0 1 30-15,4 2-2 16,5-3-14-16,1 2-5 16,1-5-9-16,-3-2 5 15,-4-2-4-15,-8-6-10 16,-8-1 10-16,-4 0 29 16,-2-11 49-16,0-13 2 15,0-9-59-15,-18-9 8 16,-8-6-7-16,-7-3-14 15,-2 0-1-15,-5 2-16 16,5 9 0-16,6 9-5 0,9 11-2 16,10 8-3-1,8 9 0-15,2 3-32 0,0 0-18 16,0 15-14-16,14 12 8 16,2 8-36-16,6 2-73 15,4-1-81-15,2-2-214 16</inkml:trace>
  <inkml:trace contextRef="#ctx0" brushRef="#br0" timeOffset="8997.06">8091 4423 1189 0,'0'0'252'0,"0"0"-175"0,6-78 25 15,12 58-18-15,3 6-40 16,6 8-23-16,0 6-15 15,-2 0-6-15,-3 6 0 16,-4 16-1-16,-8 5 1 16,-5 3 2-16,-5 1 1 15,0 1 1-15,-15-2 6 16,-7-1-7-16,-3-5 4 16,7-6-1-16,5-7-5 15,6-6 1-15,7-3-2 16,0-2-2-16,0 0-13 15,17 1 6-15,8 0 8 0,10 5 2 16,2-1-1 0,0 4 0-16,-4 0 0 15,-8 3 0-15,-8-1 0 0,-9-1 1 16,-8 1-1-16,0 0 6 16,-15 3 14-16,-18 0 15 15,-12 1-14-15,-6 0-3 16,3-3-10-16,6-1-8 15,11-4-3-15,9-3-36 16,13 0-31-16,9-4-101 16,0 0-114-16,7-15-200 15</inkml:trace>
  <inkml:trace contextRef="#ctx0" brushRef="#br0" timeOffset="9237.49">8533 4278 1165 0,'0'0'352'0,"0"0"-303"16,0 0-34-16,0 0 21 16,0 0-7-16,0 0-28 15,3 95 37-15,8-39-15 16,-5 0-14-16,-1-2-6 15,-2-5-3-15,-3-3 0 16,2-6-47-16,-2-4-83 0,0-7-118 16,0-11-280-16</inkml:trace>
  <inkml:trace contextRef="#ctx0" brushRef="#br0" timeOffset="9764.37">8800 4026 257 0,'0'0'1092'0,"0"0"-1090"16,79 93 3-16,-35-25 40 16,-3 9 43-16,-6 6 20 15,-8 4-40-15,-9-3-31 16,-11-2-8-16,-7-2 0 15,-14-5-18-15,-20-2-9 16,-15-6 0-16,-11 0 6 16,-5-2-8-16,-4-4-44 15,-1-10-125-15,3-13-179 16,2-19-406-16</inkml:trace>
  <inkml:trace contextRef="#ctx0" brushRef="#br1" timeOffset="29093.64">3397 3976 702 0,'0'0'159'0,"0"0"-128"15,0 0 5-15,0 0 13 16,0 0-2-16,0 0-3 15,0 0-7-15,-9 8 5 16,-7 19 0-16,-8 19-12 16,-8 27 3-16,-4 24 7 15,1 25 5-15,2 18-7 16,7 9-9-16,11 0-19 16,10-6-4-16,5-20-4 15,14-21-4-15,19-19-8 16,11-19-48-16,11-14-24 15,10-12-81-15,3-16-136 16,1-14-176-16</inkml:trace>
  <inkml:trace contextRef="#ctx0" brushRef="#br1" timeOffset="29560.18">4485 4086 896 0,'0'0'162'0,"0"0"-145"16,0 0 24-16,0 0 32 15,0 0-71-15,0 0-1 16,32 67-1-16,1 2 46 15,6 14-6-15,-3 14-11 16,-5 5-15-16,-13 2 5 16,-9-2-2-16,-9-7-7 0,0-10-10 15,-12-6 2-15,-15-8-2 16,-9-3 3-16,-10-5-6 16,-2-5-9-16,-1-9-123 15,4-17-136-15,7-17-244 16</inkml:trace>
  <inkml:trace contextRef="#ctx0" brushRef="#br1" timeOffset="30161.14">4647 3694 1297 0,'0'0'41'0,"0"0"-41"0,0 0-1 15,0 0 0-15,0 0 0 16,97-19-5-16,-73 43-4 16,-6 9-2-16,-6 4 7 15,-10 5 5-15,-2-3 0 16,-2-7 1-16,-12-8 2 15,4-7 0-15,4-7 8 16,4-8-11-16,2 0 3 16,0 0-6-16,0 1 3 15,14 3-8-15,6 3 8 16,3 4 0-16,2 4 0 16,-3 4 0-16,-5 3-3 0,-6 1 3 15,-1 0 0-15,-6-4 3 16,-4-3 4-16,0-2 29 15,-18 0 23-15,-8 0 21 16,-6-3-28-16,-3-4-13 16,2-4-17-16,1-2-17 15,8-3-2-15,9 0-3 16,9 0-50-16,6 0-81 16,6 0-132-16,25-2-475 15</inkml:trace>
  <inkml:trace contextRef="#ctx0" brushRef="#br1" timeOffset="30893">5768 4037 1060 0,'0'0'180'0,"0"0"-146"15,0 0 30-15,0 0 0 16,1-89-29-16,23 69-19 15,6 7-12-15,5 4-4 16,0 9 0-16,-4 3-10 0,-2 19 7 16,-7 10-6-16,-11 2 6 15,-5 4 0-15,-6-2 5 16,0-1-2-16,-17-5 4 16,-2-8-1-16,4-7 10 15,7-7 8-15,5-5-7 16,3-3 1-16,0 0-2 15,0 0-1-15,1 0-10 16,14 0 0-16,5-2-4 16,7 1-2-16,1 1 0 15,0 0-2-15,-8 7-4 16,-6 11 5-16,-5 5 2 16,-6-1-3-16,-3 1 6 0,0-4 5 15,-18-2 16-15,-9-5 41 16,-8 0 12-16,-8-6-9 15,-5-3-25-15,2-1-32 16,6-2-3-16,2 0-5 16,7 0-23-16,3 0-48 15,4 0-118-15,6 4-143 16,1 3-328-16</inkml:trace>
  <inkml:trace contextRef="#ctx0" brushRef="#br1" timeOffset="32042.69">3699 6220 719 0,'0'0'355'0,"0"0"-273"0,0 0-22 15,0 0 99-15,0 0-38 16,0 0-47-16,-21-12-19 16,4 8-12-16,-3-3-17 15,-4 3-2-15,-1 0-16 16,-1 2 1-16,0 1 0 16,3-1-6-16,7 2 0 15,6 0 0-15,4-1 0 16,6 1-4-16,0 0 1 15,0 0-6-15,0 0 1 0,0 6-8 16,0 18 9 0,-1 13 2-16,-2 9 3 0,1 3-1 15,-3 0 0-15,3-7 0 16,-1-5 0-16,1-9 1 16,0-8-1-16,1-7 0 15,-1-7 2-15,2-4-3 16,0-2 1-16,0 0-5 15,0 0-9-15,15-2 0 16,10-9 6-16,9-4 3 16,4 2-12-16,1 8-4 15,-3 5-3-15,1 0-7 16,-5 9 17-16,-6 16 5 16,-5 5 5-16,-8 6 3 15,-6 4 1-15,-7-3 0 0,0-2 7 16,-12-7 11-16,-10-4 16 15,-5-3 13-15,-2-4-2 16,-5-5-25-16,0-2-15 16,2-4 5-16,1-1-10 15,3-2 0-15,3-3-19 16,2 0-66-16,7 0-79 16,9-11-126-16,7-13-283 15</inkml:trace>
  <inkml:trace contextRef="#ctx0" brushRef="#br1" timeOffset="32590.4">4124 5760 1013 0,'0'0'81'0,"0"0"-63"16,0 0 55-16,0 0 33 16,0 0-47-16,0 0-45 0,-82-20-1 15,65 44 7-15,2 4-11 16,5 1-6-16,6-4-3 15,4-1 0-15,0-4 3 16,0-7-6-16,10-4 3 16,1-5-2-16,3-4-7 15,-1 0-7-15,0 0 11 16,2-8-15-16,-3-8 18 16,-2-4 2-16,-1 0-3 15,-5-2 3-15,2 6-1 16,-2 4 3-16,-2 7 1 15,-1 4-3-15,-1 1-8 0,4 0-12 16,3 15 10 0,0 6 10-16,0 6 28 15,-6 4-12-15,-1-2-1 0,0 3 9 16,0-2 7-16,-15-2-9 16,-6-1 0-16,-2-4-12 15,0-4-1-15,3-2-7 16,3-2-2-16,7-4-80 15,6-4-107-15,4-7-225 16,4 0-78-16</inkml:trace>
  <inkml:trace contextRef="#ctx0" brushRef="#br1" timeOffset="32891.19">4311 5883 835 0,'0'0'382'15,"0"0"-370"-15,0 0-9 16,-14 86 9-16,15-60 30 16,21-6-2-16,1-3-28 15,2-9-1-15,-1-7-4 16,-5-1 4-16,0-5 2 16,-6-11 5-16,0-9 22 15,-9-4 8-15,-2-1-8 16,-2 0-11-16,-5 3 10 15,-14 6-11-15,-5 5-28 0,0 8-1 16,0 8-8 0,4 0-13-16,4 7-62 0,4 16-42 15,7 3-60-15,5-1-230 16,0 2-212-16</inkml:trace>
  <inkml:trace contextRef="#ctx0" brushRef="#br1" timeOffset="33122.68">4663 6380 258 0,'0'0'1283'0,"0"0"-1248"16,0 0-31-16,0 0-4 15,0 0 7-15,138-47-2 16,-78 41-5-16,-1 4-3 16,-5 2-74-16,-11 0-147 15,-15 0-243-15</inkml:trace>
  <inkml:trace contextRef="#ctx0" brushRef="#br1" timeOffset="33289.47">4741 6558 673 0,'0'0'993'16,"0"0"-993"-16,0 0 5 15,0 0-5-15,115-19 5 16,-46 14-5-16,1 5-45 16,-8 0-125-16,-15 0-233 15</inkml:trace>
  <inkml:trace contextRef="#ctx0" brushRef="#br1" timeOffset="33453.06">4768 6655 788 0,'0'0'739'0,"0"0"-739"0,0 0-109 15,0 0 109-15,140 6 0 16,-66 0-99-16,4-3-224 15,-5-3-349-15</inkml:trace>
  <inkml:trace contextRef="#ctx0" brushRef="#br1" timeOffset="33958.98">5689 6373 1242 0,'0'0'311'0,"0"0"-279"16,-12-77-26-16,12 46 18 15,5 3 15-15,7 4-18 16,-2 6-11-16,-4 7 14 16,-3 7 1-16,-3 2-1 15,0 2-5-15,0 0-11 16,0 0 5-16,0 0-13 15,0 11-4-15,0 26 2 16,6 16 2-16,1 14 1 16,3 6 0-16,2-3-1 15,-2-1 0-15,-2-10 0 16,-3-11-3-16,-5-12-1 16,0-12-12-16,0-4 8 0,-19-5 3 15,-7-1-8-15,-7-6-9 16,-6-1-1-16,-2-7 22 15,2 0-2-15,6 0 6 16,4-11 0-16,9 1 4 16,10 1 6-16,6 2 15 15,4 3-5-15,7-2-23 16,20 0 3-16,13 0-2 16,8 1-1-16,6 5-1 15,1 0-28-15,2 0-43 16,1 0-88-16,-1-1-102 15,-5-7-233-15</inkml:trace>
  <inkml:trace contextRef="#ctx0" brushRef="#br1" timeOffset="34246.56">6331 6077 1389 0,'0'0'102'15,"0"0"-99"-15,0 0 71 16,0 0 23-16,0 0-76 0,0 0-20 16,-50 101 23-16,50-21 1 15,3 5-10-15,12 1-5 16,4-8-9-16,2-7 3 15,6-8-6-15,3-7 2 16,2-9-43-16,-2-9-64 16,-1-12-92-16,-4-14-156 15,-4-12-349-15</inkml:trace>
  <inkml:trace contextRef="#ctx0" brushRef="#br1" timeOffset="35393.75">6565 6291 1382 0,'0'0'135'0,"0"0"-120"15,0 0-2-15,0 0 3 16,0 0-6-16,0 0 18 16,120 96-10-16,-88-45-6 15,-10 0-9-15,-7-4 2 16,-9-6-5-16,-4-8 0 15,-2-7 3-15,0-10-2 16,0-10-1-16,0-3 0 16,0-3 5-16,0 0 8 15,0-18-10-15,0-15-3 16,0-9-36-16,0 1 31 16,0 0 3-16,10 8 2 0,4 7 0 15,2 7 0-15,3 7-2 16,1 5 0-16,2 5 1 15,-2 2-2-15,-1 4 2 16,-2 19-2-16,-5 5 3 16,-2 0 11-16,-4 2-4 15,-3-3 6-15,0-6-6 16,-2-6-3-16,1-6-3 16,0-6-1-16,1-1 0 15,-1-2 3-15,1 0-3 16,6-5 7-16,1-17-7 15,3-14-1-15,-2-5 0 16,-1-5-4-16,-3 8 4 0,-2 7-1 16,-3 13 4-16,0 12 2 15,-2 5 11-15,0 1-3 16,2 3-12-16,5 15-1 16,2 9 1-16,3 2 18 15,1 1-18-15,1-5 4 16,0-2-4-16,2-4 1 15,0-4-2-15,6-3-15 16,2-3-27-16,2-7-27 16,3-2-48-16,-3 0 2 15,-4-11 58-15,-5-6 48 16,-5-2 10-16,-5 4 2 16,-4 6 17-16,-3 6 45 0,0 3 12 15,0 0-35-15,1 0-37 16,6 6 3-16,3 6 1 15,4 0 26-15,2-4-25 16,4-5-1-16,3-3-6 16,1 0 10-16,-6-6-2 15,-4-11 3-15,-8-1 30 16,-6-2 7-16,0-4-18 16,-3-1 2-16,-17 1-12 15,-5 0-8-15,-2 4-8 16,5 6-6-16,8 7 0 15,7 7-2-15,5 0-3 16,2 0 1-16,0 3-62 16,0 11 1-16,15 1-8 0,7-3-45 15,5-3-10-15,5-5-44 16,-1 0-10-16,0-1 43 16,-7 0 120-16,-5 3 19 15,-6 4 15-15,-4 8 21 16,-1 3 54-16,0 3-4 15,2 2 7-15,3-6-43 16,4-4-9-16,2-6-1 16,1-7-14-16,-2-3-1 15,-1 0 22-15,-4-3 32 16,-3-16 1-16,-4-8 5 16,-5-7-18-16,-1-10-9 0,-1-5 1 15,-18-5-37-15,-4 0 3 16,-4 3-12-16,-2 11-9 15,3 11-4-15,4 10-2 16,10 12 1-16,5 5-10 16,4 2-33-16,3 7-56 15,0 15-48-15,0 6-50 16,0-3-141-16,15-4-365 16</inkml:trace>
  <inkml:trace contextRef="#ctx0" brushRef="#br1" timeOffset="35825.22">7914 6226 1222 0,'0'0'262'0,"0"0"-204"16,0 0-46-16,64-77 23 16,-34 70 15-16,-2 5-42 15,-3 2-8-15,-5 0 0 16,-8 11-1-16,-7 7 1 15,-5 0 0-15,0 1 6 16,-3 1 15-16,-12 0 1 16,-4-4-7-16,4-2-6 15,2-3-6-15,6-6-3 16,6-1 0-16,1-2-2 0,0 2-5 16,11-1-2-16,11 4 3 15,7-3-1-15,6 4-4 16,-1 1 4-16,4 0-1 15,-8 2 8-15,-11-3-2 16,-7 1 4-16,-10-1 0 16,-2 1 20-16,-5 2 11 15,-20 1 17-15,-10 1-17 16,-5-1-17-16,-2-3-9 16,5-2-7-16,9-3 0 15,6-4-5-15,7 0-53 16,7 0-140-16,8-20-202 15</inkml:trace>
  <inkml:trace contextRef="#ctx0" brushRef="#br1" timeOffset="36040.31">8337 6080 1311 0,'0'0'85'0,"0"0"-70"16,0 0-15-16,17 84 81 16,-7-35-34-16,0 2-33 15,-2 0-12-15,-2-5 2 16,-5-4-4-16,-1-3-29 16,0-8-119-16,0-11-156 0,0-8-368 15</inkml:trace>
  <inkml:trace contextRef="#ctx0" brushRef="#br1" timeOffset="36325.24">8523 5917 1309 0,'0'0'151'0,"0"0"-151"16,0 0 0 0,102 57 51-16,-56-5 40 0,-1 13-2 15,-6 10-37-15,-16 6-20 16,-14 2-10-16,-9-3-8 16,-10-7-13-16,-22-5-1 15,-13-2-14-15,-12-4-55 16,-12-6-159-16,-12-12-437 15</inkml:trace>
  <inkml:trace contextRef="#ctx0" brushRef="#br1" timeOffset="38230.28">3233 6716 1229 0,'0'0'161'0,"0"0"-161"16,0 0 0-16,0 0 1 15,0 0-1-15,0 0-15 16,8-5-125-16,-4 5-67 16,-4 0-304-16</inkml:trace>
  <inkml:trace contextRef="#ctx0" brushRef="#br1" timeOffset="39024.91">2746 6287 103 0,'0'0'1049'15,"0"0"-959"-15,0 0-85 16,0 0 8-16,0 0 98 16,0 0-10-16,0-10-56 15,-11 10 1-15,-10 0-8 16,-3 0-23-16,-3 0 1 15,-3 0-7-15,-3 0 4 16,-5 0 1-16,2 3-12 16,-1-1 7-16,9-1-9 15,6 1 0-15,12-2 0 16,6 0 1-16,4 0 2 0,0 0-3 16,0 0-6-16,0 0 0 15,0 2-14-15,0 5 3 16,0 10 1-16,0 8 12 15,4 9 4-15,-2 4 2 16,-1 1 1-16,-1-3-5 16,0-7 2-16,0-7 0 15,0-6 2-15,0-8-2 16,0-5 0-16,0-3 3 16,0 0-2-16,0 0 7 15,0 0-8-15,3 0-9 16,11 0 1-16,9-9-18 15,9-1 9-15,5 4 3 0,1 6-12 16,-1 0 9-16,-4 22 3 16,-4 5 9-16,-7 9 3 15,-9-1-3-15,-8 0 5 16,-5-5 5-16,-1-2-4 16,-21-5 33-16,-7-2 26 15,-6-4-2-15,-3-4-22 16,-1-4-4-16,2-4-5 15,7-5-18-15,5 0-4 16,4 0-3-16,5 0-2 16,8 0-21-16,8 0-31 15,7 0-88-15,33 9-179 0,20-3 9 16,13-3-351 0</inkml:trace>
  <inkml:trace contextRef="#ctx0" brushRef="#br1" timeOffset="39737.24">5373 6652 277 0,'0'0'782'15,"0"0"-697"-15,0 0-79 16,0 0 58-16,0 0 15 15,0 0-57-15,0 0-22 16,5-2-42-16,3-3-80 16,-1 1-101-16,-5-3-166 15</inkml:trace>
  <inkml:trace contextRef="#ctx0" brushRef="#br1" timeOffset="41240.69">5298 6244 804 0,'0'0'204'0,"0"0"-180"15,0 0 18-15,0 0 70 16,0 0-16-16,0 0-43 15,-7-11-25-15,-8 11 6 16,-4 0-13-16,-4 0-4 16,-2 0-6-16,0 0-3 15,3 0 1-15,4-3 4 16,7 2-6-16,5-1 7 16,3 0-8-16,3 2 3 15,0-1-1-15,0-1-8 16,0 2-1-16,0 0 1 15,0 0 0-15,0 0 4 0,0 0-4 16,0 0-6-16,0 0-2 16,0 5 0-16,2 15 4 15,6 7-1-15,1 6 10 16,-3 5-5-16,2 1 0 16,1 0 0-16,-3-3 0 15,0-1 3-15,-3-6-3 16,-2-2 0-16,-1-9 0 15,0-3 0-15,0-6 1 16,0-5-1-16,0 1 2 16,0-4-2-16,0 1 3 15,0-2 4-15,2 0-2 16,0 0 5-16,-2 0-6 0,2 0-1 16,-1 0-2-16,1 0-1 15,-1 0 0-15,1 0 0 16,-1 0 0-16,3-5 0 15,1 1 0-15,3-3-1 16,3 2 1-16,0-1 0 16,4 1 0-16,-3 1 0 15,0 3-3-15,-2 1 2 16,0 0 0-16,-4 0-2 16,0 0 1-16,-2 0 0 15,0 0-5-15,-1 7 6 16,-1 7-4-16,-2 6 5 15,0 4 7-15,0 2-5 16,0-2 4-16,0-2-2 0,-7-2-2 16,-3-2 1-16,0-1-1 15,0-6 3-15,2-2-2 16,-1-2-2-16,2-1 2 16,1-2-1-16,-5 1 1 15,-5 0-3-15,0 0-2 16,-3 1-5-16,-1 0-47 15,3 5-40-15,-1 3-41 16,3 3-89-16,5 1-126 16,-1 1-105-16</inkml:trace>
  <inkml:trace contextRef="#ctx0" brushRef="#br1" timeOffset="42826.22">3524 7995 528 0,'0'0'487'0,"0"0"-398"15,0 0-76-15,0 0 28 16,0 0 78-16,0 0-39 15,-1 0-21-15,-13 0-12 16,-4 3-2-16,-4 0-15 16,-5 0-1-16,-3-2-6 15,0-1-2-15,-4 0-5 16,5 0 0-16,0 0-7 0,6 0-4 16,7 0-3-1,8 0 7-15,6 0 0 0,2 0-7 16,0 0-2-16,0 0-3 15,0 0 0-15,0 0-3 16,0 0 4-16,0 11-10 16,0 7 8-16,2 8 1 15,0 3 5-15,-1 2-2 16,-1-2 0-16,0-3 0 16,0-5 0-16,0-3-1 15,0-6 2-15,-1-4 0 16,-1-4 1-16,0-4-2 0,2 0 7 15,0 0-7 1,0 0 7-16,0 0-4 0,0 0-3 16,10 0-7-16,16-2-11 15,9-3 16-15,8 2 2 16,6 3-15-16,-1 1-2 16,-2 21 5-16,-2 8 5 15,-10 5 6-15,-9 6-8 16,-12 3 9-16,-11-3 0 15,-2-7 1-15,-8-3 15 16,-22-5 16-16,-9-2 16 16,-8-2-1-16,-3-5-24 15,2-5-6-15,6-6-8 16,5-4-3-16,9-2 0 16,4 0-6-16,7-5-4 0,6-7-21 15,8-2-63-15,3-9-91 16,7-6-153-16,24-7-274 15</inkml:trace>
  <inkml:trace contextRef="#ctx0" brushRef="#br1" timeOffset="43425.93">3820 7585 1080 0,'0'0'133'0,"0"0"-129"16,0 0 13-16,0 0 99 15,0 0-29-15,0 0-40 16,-54-49-18-16,42 49 4 15,-2 0-19-15,-6 7-14 16,-2 18 0-16,0 6 0 16,3 4 6-16,6-1-1 15,10-3-5-15,3-7 1 16,0-10-2-16,12-5 2 16,11-7-3-16,6-2 1 0,0 0-14 15,2-15-4-15,-4-5-13 16,-7-2-12-16,-5-2 27 15,-7 2-3-15,-5 0 19 16,-1 7 1-16,-2 6 3 16,0 5 3-16,0 4-1 15,0 0-5-15,0 0-10 16,0 13-15-16,5 14 25 16,3 10 8-16,0 3 4 15,4 1 1-15,-2-1-9 16,-1-2-1-16,-6-5 11 15,-3-7-4-15,0-5 8 16,0-5 1-16,-16 1 19 0,-5-4-9 16,-2-1-16-16,-4-2-4 15,1-3-7-15,0-3-2 16,3-1-13-16,6-1-48 16,9-2-27-16,8-7-65 15,0-19-126-15,16-10-297 16</inkml:trace>
  <inkml:trace contextRef="#ctx0" brushRef="#br1" timeOffset="43638.57">4022 7605 1122 0,'0'0'115'15,"0"0"-107"-15,0 0 0 16,0 0 17-16,0 0 56 15,16 95-47-15,-9-54-21 16,0-1-8-16,-2 2-5 16,-1 1 0-16,-3 5-50 15,-1-4-81-15,0-1-118 16,0-6-296-16</inkml:trace>
  <inkml:trace contextRef="#ctx0" brushRef="#br1" timeOffset="43901.16">4437 8175 1583 0,'0'0'79'0,"0"0"-79"16,0 0-24-16,0 0 24 16,0 0 24-16,130-22-20 15,-46 16 1-15,3 0-5 16,-9 1-82-16,-16 1-192 16,-20-1-315-16</inkml:trace>
  <inkml:trace contextRef="#ctx0" brushRef="#br1" timeOffset="44056.76">4504 8419 1585 0,'0'0'0'16,"0"0"-302"-16,98 0 302 15,-23-12 0-15,9-4-5 16,-6-6-473-16</inkml:trace>
  <inkml:trace contextRef="#ctx0" brushRef="#br1" timeOffset="44222.78">4550 8550 1466 0,'0'0'47'0,"0"0"-47"16,0 0-121-16,0 0 121 15,168-32 0-15,-61 11-72 16,10-7-270-16,-7-4-255 16</inkml:trace>
  <inkml:trace contextRef="#ctx0" brushRef="#br1" timeOffset="44824.13">5798 8030 1333 0,'0'0'150'0,"0"0"-141"16,0 0-9-16,0 0 92 16,0 0-44-16,0 0-37 15,-81-13-9-15,53 13 27 16,-7 3-7-16,0 2-22 15,2-3 10-15,4-2 0 0,9 0-4 16,6 0-1-16,6 0-3 16,6 0 5-16,2 0-7 15,0 0-1-15,0 0-11 16,0 0-10-16,0 0 1 16,0 0 10-16,0 3-1 15,0 5 7-15,0 11 0 16,0 9 5-16,-1 5 4 15,-6 5-1-15,-1-5-2 16,3-6 0-16,0-7 1 16,3-11-2-16,2-3 0 15,0-6 2-15,0 0-4 16,0 0-2-16,20-6 4 16,12-10 4-16,8-2-4 15,5 3-7-15,0 6-25 0,-3 9 0 16,-3 0 16-16,-6 20 11 15,-7 9 5-15,-7 7 2 16,-11 1 2-16,-8-1 32 16,0-3 12-16,-13-4-10 15,-15-6 8-15,-7 1-8 16,-7-8-9-16,-3-3-16 16,4-6-12-16,7-5 1 15,8-2-2-15,8 0-23 16,10-2-65-16,8-19-127 15,0-11-360-15</inkml:trace>
  <inkml:trace contextRef="#ctx0" brushRef="#br1" timeOffset="45093.75">6177 7793 1317 0,'0'0'136'16,"0"0"-125"-16,0 0 26 16,0 0 70-16,-87 18-65 15,70 32-25-15,1 20 10 0,2 16 9 16,9 6-13 0,5 4 14-16,0-3-27 0,4-8-9 15,17-9-2-15,8-11-1 16,4-14-27-16,4-10-74 15,-3-16-110-15,1-16-169 16,-2-9-409-16</inkml:trace>
  <inkml:trace contextRef="#ctx0" brushRef="#br1" timeOffset="46190.24">6371 8082 1292 0,'0'0'101'0,"0"0"-99"0,0 0 16 16,0 0 28 0,85 13 1-16,-53 27-8 0,-3 7-11 15,-10 0-7-15,-5-2-12 16,-6-6 0-16,-4-11-4 16,-4-8-4-16,0-9 4 15,0-7 1-15,0-2 2 16,0-2 5-16,0-6-2 15,0-19-9-15,0-13-2 16,0-9-22-16,0-1-6 16,6 5-6-16,4 7 30 15,2 10 1-15,-1 12 3 16,3 10-1-16,0 4 0 0,0 9 1 16,3 16 6-1,0 6 14-15,-3 0-4 0,-1-2-5 16,-2-7-8-16,0-5 2 15,-3-5-5-15,1-7 1 16,-3-5-1-16,5 0 8 16,3-12 0-16,3-14-7 15,-3-9 2-15,0-6-3 16,-4-2 2-16,-3 3 1 16,-3 8-2-16,-1 12 17 15,-3 11 14-15,1 8 1 16,1 1-20-16,3 10-10 0,3 16-2 15,2 7 7 1,0 0 1-16,4-4-8 0,1-4-1 16,-2-5 0-16,4-5-17 15,-1-6-42-15,6-6-34 16,4-3-32-16,-2 0-38 16,-2-14 46-16,-9-2 68 15,-4 3 49-15,-8 2 32 16,-1 7 52-16,0 2 12 15,0 2 7-15,0 0-54 16,0 17-30-16,4 6 4 16,6 6 11-16,5-2-25 15,5-7-4-15,0-9-5 16,2-5 2-16,-2-6 4 16,-2-4 4-16,-8-16-1 0,-7-4 2 15,-3-6 18-15,0-1 20 16,-16-1 0-16,-9 1-26 15,-5 2 0-15,1 5-14 16,6 7-7-16,4 8-2 16,9 8-2-16,9 1-2 15,1 1-7-15,0 19-50 16,8 1 14-16,14 0-72 16,8-4-5-16,5-7-3 15,6-4-1-15,-3-3 8 16,-3-1 61-16,-7 1 59 15,-6 3 8-15,-5 3 38 0,-4 4 26 16,2 7-3-16,0 2 9 16,-1 1-3-16,1-2-6 15,-3-6-47-15,-1-4-4 16,1-7-5-16,-2-4 0 16,3 0 11-16,-1-7 13 15,-4-15 18-15,-3-6 21 16,-5-9-12-16,0-5-18 15,-8-10-16-15,-14-7-11 16,-5-2-10-16,-3 2-5 16,-3 9 1-16,6 15-5 15,6 16-2-15,7 12 0 16,6 7-6-16,1 4-6 16,2 24-23-16,2 10-21 0,3 11-61 15,1 0-110-15,15-5-129 16,4-6-455-16</inkml:trace>
  <inkml:trace contextRef="#ctx0" brushRef="#br1" timeOffset="46623.28">7596 7988 1298 0,'0'0'181'0,"0"0"-150"16,14-82-13-16,17 64 17 0,11 10 6 15,2 8-30-15,-4 3-10 16,-5 21 1-16,-12 7 7 16,-14 3-7-16,-9 1 17 15,0-2 7-15,-20-3 11 16,-5-3-7-16,-2-3-17 16,2-7-4-16,6-6-7 15,8-4 0-15,6-5-2 16,5-2 0-16,0 0-25 15,9 0-10-15,17 0 12 16,13 0 19-16,6 0 3 16,0 0 0-16,-4 2 1 15,-9 9 1-15,-8 2 6 0,-11 2 11 16,-9 3 19 0,-4 5 1-16,-14-1 4 0,-20 2-7 15,-12 1-7-15,-6-3-15 16,-5-3-10-16,4 0-2 15,8-5-1-15,11-6-26 16,14-6-38-16,13-2-95 16,7-21-172-16,2-15-701 15</inkml:trace>
  <inkml:trace contextRef="#ctx0" brushRef="#br1" timeOffset="46826.63">8000 7910 630 0,'0'0'853'0,"0"0"-791"0,0 0-59 15,0 0 22-15,0 0 53 16,46 117 8-16,-24-53-67 16,-5 1-19-16,-5-4 5 15,-8-4-5-15,-4-5-27 16,0-7-82-16,0-12-85 15,2-15-236-15</inkml:trace>
  <inkml:trace contextRef="#ctx0" brushRef="#br1" timeOffset="47072.79">8344 7751 1629 0,'0'0'19'16,"0"0"-11"-16,70 110-8 16,-38-41 34-16,-4 11 22 15,-9 5-32-15,-13-4-12 16,-6-1-11-16,-11-6 2 16,-24-8-6-16,-16-8-35 15,-8-11-67-15,-14-10-70 16,-9-12-162-16,-9-7-473 0</inkml:trace>
  <inkml:trace contextRef="#ctx0" brushRef="#br1" timeOffset="48589.02">13883 4574 41 0,'0'0'1424'0,"0"0"-1347"15,0 0-63-15,0 0 8 16,0 0 78-16,-85-18-53 16,65 14-16-16,-8 1-14 0,-5 2 3 15,-10 1-7 1,-9 0-11-16,-3 0 1 0,3 0-1 15,10 0 3-15,14 0 2 16,15 0-5-16,7 0-1 16,6 0-1-16,0 0-2 15,0 0 1-15,0 0-5 16,0 0 1-16,0 8 5 16,0 6 0-16,2 7 6 15,-1 3-4-15,-1 0-1 16,0 2-1-16,0-3 2 15,0-7 0-15,0-5-3 16,0-5 4-16,0-5-3 16,0-1 0-16,3 0 0 15,4 0-1-15,12 0-4 16,13-3 5-16,11-4 6 16,9-1-3-16,5 5-3 0,-4 3 0 15,1 0-1-15,-7 14 1 16,-10 10 0-16,-11 5-1 15,-9 2 1-15,-12-1-7 16,-5-5 7-16,-3 0 1 16,-24-3 7-16,-11-2 13 15,-11-2 1-15,-8-2-7 16,0-5-3-16,4-5-12 16,8-3 2-16,13-3-2 15,14 0-11-15,13 0-19 16,5 0-14-16,15-13-45 0,25-12-205 15,13-11-145-15,4-3-173 16</inkml:trace>
  <inkml:trace contextRef="#ctx0" brushRef="#br1" timeOffset="49038.78">13899 4103 1116 0,'0'0'162'16,"-86"-66"-162"-16,41 44 38 16,-2 4 63-16,-9 9-29 0,-4 9-20 15,-6 6-12 1,-8 26-6-16,-3 16 16 0,2 22-10 16,3 17-22-16,10 20 9 15,17 20 2-15,22 10-11 16,23 7-4-16,16 2-8 15,41-9 10-15,25-20-16 16,22-22 0-16,21-25 0 16,13-25 0-16,13-21-1 15,6-24 0-15,-5-20-18 16,-3-36-9-16,-15-24-1 16,-19-20 2-16,-21-11 27 15,-29-10 5-15,-25-5 4 16,-29-4 4-16,-15-2 6 0,-43-6-6 15,-28 3 3-15,-19 13-11 16,-11 19 2-16,-4 34-6 16,0 31 3-16,6 31-4 15,8 11-7-15,11 33-10 16,17 17-76-16,15 12-106 16,7 3-224-16,0-1-360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0:59:32.688"/>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002060"/>
    </inkml:brush>
    <inkml:brush xml:id="br2">
      <inkml:brushProperty name="width" value="0.05292" units="cm"/>
      <inkml:brushProperty name="height" value="0.05292" units="cm"/>
      <inkml:brushProperty name="color" value="#FF0000"/>
    </inkml:brush>
  </inkml:definitions>
  <inkml:trace contextRef="#ctx0" brushRef="#br0">15364 908 881 0,'0'0'124'16,"0"0"-115"-16,0 0 2 15,0 0 57-15,0 0 29 16,0 0-20-16,0 0-37 16,-14 0-3-16,14 0-10 15,0 0-8-15,0 0 4 16,0 0 13-16,0 0 15 0,0 0 0 16,0 0-29-16,0 0-5 15,0 0-1-15,0 0 15 16,0 0-2-16,0 0-14 15,0 0-5-15,-1 0-4 16,1 0-6-16,0 0 5 16,0 0-2-16,0 0 1 15,0 0 1-15,0 0 2 16,0 0 16-16,0 0 0 16,0 0-11-16,0 0 0 15,0 0-8-15,0 0 3 16,0 0 1-16,-2-3-7 15,1-1 1-15,-1-1-1 0,-2 2 2 16,3-1-2-16,-2 0-1 16,1-2 0-16,1 3 0 15,-2-3 0-15,2 2 0 16,-1 3 0-16,1-1 1 16,1 2 0-16,0 0-1 15,-2 0-1-15,2 0 1 16,0 0-3-16,0 0 3 15,-1 3 0-15,-1 16-5 16,0 10 5-16,-1 5 0 16,3 6-1-16,0 7-1 15,0 2 2-15,1 4 1 0,9 3 4 16,6-5-4 0,0 3 2-16,6-1-2 0,2 0-1 15,5-2 0-15,3-4-1 16,5-4 1-16,4-2 0 15,11-3 1-15,10-3-1 16,9-3 2-16,6-3-1 16,4-2 1-16,6-2-1 15,5-6 2-15,4-4 0 16,2-3-3-16,1-4 0 16,-2-5 7-16,-2-3-5 15,-8 0 1-15,-7 0-2 16,-13 0 0-16,-13 0-1 0,-16 0-1 15,-11 0 0 1,-12 0 1-16,-10-2 0 0,-2 1 0 16,-3 1 1-16,0 0 3 15,0 0 1-15,0 0-3 16,0-2 13-16,0 2-10 16,0 0-2-16,-3-4 2 15,-10-4-2-15,-4-4 2 16,-6-5-5-16,-1 3 0 15,3-1 0-15,5 0 1 16,4 8 1-16,8 1-1 16,4 5-2-16,0 1-3 15,0 0 4-15,0 0-13 16,0 0 7-16,0 0 0 0,6 10 4 16,2 9 1-16,-1 3-4 15,-2 5-8-15,-1 2-36 16,-4-4-74-16,0-1-144 15,0-11-181-15</inkml:trace>
  <inkml:trace contextRef="#ctx0" brushRef="#br0" timeOffset="1785.91">17562 1728 638 0,'0'0'145'0,"0"0"-124"16,0 0 78-16,0 0 48 16,0 0-49-16,0 0-49 15,0-14-6-15,0 7-3 16,0-2 3-16,-3 0-3 15,-10 0-4-15,-4-1-6 16,-3 1 8-16,-5 2-7 16,0 4-2-16,0 3-7 15,-2 0-15-15,0 12 1 0,-1 19-4 16,-1 18 1-16,6 12-5 16,8 9 1-16,10-3 0 15,5-7 1-15,7-7 0 16,18-10-2-16,7-10 0 15,1-8 3-15,0-5-2 16,2-10-1-16,1-7 0 16,-3-3-1-16,4-3 1 15,-4-18 9-15,-1-8-9 16,-2-3-3-16,-7-5-3 16,-4-1 8-16,-6 3-2 15,-6-1 1-15,-5 7 1 16,-2 5-1-16,0 8 2 15,0 11-2-15,0 5 18 16,0 4-19-16,0 23-11 0,-2 9 11 16,2 7 0-16,0-3 1 15,7-9-2-15,16-3 1 16,4-12 0-16,3-7 0 16,-1-7 0-16,-5-2 2 15,-2 0-1-15,-5-14 4 16,-9-5 4-16,-8-7-6 15,0-7 5-15,-20-4-8 16,-15-4 1-16,-7 2-1 16,-3 8 2-16,3 13-2 15,6 13 3-15,2 5 8 16,9 16-11-16,3 15-3 0,10 2-3 16,12-1-4-16,2-5 3 15,28-5-1-15,11-12-3 16,4-10-15-16,2 0 15 15,-2-9 3-15,-9-12 2 16,-4-3 6-16,-9 0 2 16,-4 3 3-16,-6 3 2 15,-4 6-7-15,-2 6 4 16,-4 4-4-16,1 2-5 16,5 8-10-16,4 16 15 15,4 7 0-15,2 1 4 16,1-2-1-16,2-6-3 15,1-6 1-15,2-7-1 0,-3-7 4 16,-1-4-1-16,-1 0 3 16,-1-6 7-16,-1-15-7 15,-1-5 4-15,0-5 0 16,-4-4-2-16,-4-2 5 16,-5-1 3-16,-2 5-12 15,-2 6 3-15,0 10-4 16,0 10 2-16,0 7-5 15,0 0-8-15,-2 18-18 16,-1 9 24-16,3 4-91 16,0 0-107-16,9-7-127 15,14-8-121-15</inkml:trace>
  <inkml:trace contextRef="#ctx0" brushRef="#br0" timeOffset="2301.35">18408 1907 514 0,'0'0'562'0,"0"0"-413"16,0 0-54-16,0 0-36 15,0 0-34-15,0 0-24 16,22 53 18-16,-6-20 41 16,-2-3-50-16,3-8 0 15,-2-4-8-15,0-8 0 16,-3-6 3-16,0-4 0 16,1 0 4-16,3-11 23 15,3-11-24-15,-2-8-2 16,-2-7-5-16,-4 0 6 0,0 2-5 15,-6 11-1-15,0 11 0 16,-2 7-1-16,-2 6-1 16,5 0-2-16,4 12-19 15,5 17 15-15,6 5 7 16,5 1 7-16,0-6-3 16,6-7-4-16,1-7 1 15,5-9 5-15,-4-6-1 16,-2 0-3-16,-5-17 0 15,-6-7 4-15,-4-6-4 16,-6-4 6-16,-10-11-8 16,-1-5-1-16,0-8-2 15,-13 0 3-15,-7 0-2 16,0 17 1-16,2 14 1 0,9 13 0 16,5 14 30-16,1 1-30 15,0 26-2-15,1 14 0 16,2 12 2-16,0 0 0 15,7-6 0-15,13-6 0 16,-1-6-3-16,0-5 0 16,-2-5-17-16,-2 0-142 15,-3-6-108-15,-6-6-269 16</inkml:trace>
  <inkml:trace contextRef="#ctx0" brushRef="#br0" timeOffset="3233.03">18913 1885 1148 0,'0'0'163'0,"0"0"-76"16,-18-79 57-16,23 56-56 16,24 1-50-16,7 6-38 15,6 5 4-15,2 9-8 16,-4 2 4-16,-1 0-9 16,-3 15 5-16,-4 7 2 15,-7 5-18-15,-11 1-10 16,-5 5-6-16,-7-2 22 15,-2-2 9-15,0-6 5 16,0-10 0-16,0-5 2 16,0-3-2-16,0-5 4 15,0 0 1-15,0 0 7 0,0 0 10 16,0 0 13-16,0 0 8 16,0 0-9-16,0-2 4 15,0-16-6-15,0-6-30 16,0-4 1-16,5 0-1 15,7 3 4-15,2 4-6 16,3 1 0-16,5 6-1 16,1 6-4-16,1 6 5 15,3 2 3-15,-4 2-3 16,-1 14-14-16,-4 6 12 16,-6 1-2-16,0 6 3 15,-8-1 1-15,-2 1 0 16,-2-5 1-16,0-7-1 0,0-6 1 15,0-6-3 1,0-2-7-16,0-3-31 0,2 0 25 16,3-6 3-16,2-16-17 15,4-7-55-15,4-3 61 16,2 4 21-16,1 5 0 16,-2 7-2-16,0 8-4 15,-1 5 2-15,-1 3 1 16,3 0 1-16,1 5 4 15,3 4 2-15,1-2-1 16,5-1 0-16,-4-4 2 16,-4-2-1-16,-6 0-2 15,-4 0 8-15,-8-5-5 16,-1-5 25-16,0-2 2 0,0-5-9 16,-8 2 7-16,-4-1-9 15,0 5-9-15,5 6-7 16,3 3-3-16,1 2-4 15,-3 0-7-15,0 25-12 16,-4 17 22-16,3 20 1 16,2 12 0-16,5 10-1 15,0 6 2-15,7 3-1 16,6 2 0-16,-2-1 1 16,-2-11 0-16,-4-13-1 15,-5-22 0-15,0-20 5 16,0-14-5-16,-7-11 33 15,-11-3 52-15,-9-5-20 0,-8-20-28 16,-6-12-24 0,2-8 1-16,9 2 0 0,8-1-13 15,10 6-1-15,12-2-1 16,0 1-9-16,12-3-18 16,21-2-22-16,11-4-38 15,9 0-40-15,5-5-116 16,-3-1-212-16</inkml:trace>
  <inkml:trace contextRef="#ctx0" brushRef="#br0" timeOffset="3691.45">20176 1607 1266 0,'0'0'99'0,"0"0"-80"16,33-108 35-16,1 83 31 15,6 6-40-15,3 12-41 16,1 7-4-16,-1 12-9 16,-6 19 1-16,-10 13 8 15,-9 7-9-15,-11 10-30 16,-7 9-79-16,-2 9-88 0,-17 3-237 16</inkml:trace>
  <inkml:trace contextRef="#ctx0" brushRef="#br0" timeOffset="3812.11">20442 2200 222 0,'0'0'1374'16,"0"0"-1280"-16,0 0-74 16,0 0 22-16,0 0-28 15,0 0-14-15,5-21-41 16,-5 15-189-16,-2-3-712 16</inkml:trace>
  <inkml:trace contextRef="#ctx0" brushRef="#br1" timeOffset="26761.41">15346 760 269 0,'0'0'257'16,"0"0"-155"-16,0 0-44 16,0 0 40-16,0 0 39 15,0 0-39-15,0 0-43 16,-12-6 21-16,12 6-34 15,0 0-12-15,0 0-12 16,0 0-4-16,0 0 2 16,0 0 3-16,0 0-13 0,-1 0 0 15,-3 0-6-15,-1 11 0 16,-2 12 8-16,-1 14 5 16,-4 14 5-16,-1 12 19 15,0 20 25-15,1 17-36 16,2 19-1-16,4 13 17 15,6 3-21-15,0-1-6 16,6-13 11-16,14-14-7 16,2-10-13-16,3-16 9 15,-2-12-7-15,-1-11 0 16,-1-12-6-16,-4-8-2 16,0-8 0-16,-7-8 2 15,-2-5-1-15,-1-8-2 0,-2-2-29 16,0-2-60-1,-2-2-110-15,0-2-128 0,-3-1-259 16</inkml:trace>
  <inkml:trace contextRef="#ctx0" brushRef="#br1" timeOffset="27148.27">15414 2730 831 0,'0'0'189'0,"0"0"-97"16,0 0-50-16,0 0-19 16,0 0 5-16,-25 124 57 0,25-53-56 15,0 1-13 1,0-3-13-16,0-3-3 0,2-4-15 15,-2-6-71-15,0-11-70 16,0-7-148-16,0-18-30 16,-10-18-109-16</inkml:trace>
  <inkml:trace contextRef="#ctx0" brushRef="#br1" timeOffset="27527.89">15357 3140 274 0,'0'0'391'0,"0"0"-277"16,0 0-50-16,0 0-16 15,0 0-4-15,100-51 19 16,-52 46-4-16,1-1-26 16,0-1-10-16,-7-2-16 0,-12 0-2 15,-8-3 3-15,-7-6 4 16,-8-2 3-16,-6-5 30 16,-1-3-14-16,-1 2 19 15,-16-3-27-15,-2 3 11 16,1 2-9-16,4 8-13 15,7 5-1-15,1 7 27 16,5 4-9-16,-1 5-29 16,2 29-14-16,0 16 14 15,0 12 20-15,0 1-13 16,12 0-3-16,4-5-1 16,6-7-1-16,3-7-1 15,2-9-2-15,-3-8-54 0,-5-9-1 16,-3-8-24-16,-5-7-43 15,1-3-84-15,-1-13 54 16,0-19-160-16,-4-9 108 16</inkml:trace>
  <inkml:trace contextRef="#ctx0" brushRef="#br1" timeOffset="27659.97">15851 3088 159 0,'0'0'245'0,"0"0"-69"16,0 0-46-16,0 0 26 15,0 0-63-15,0 0-88 16,-2 11 74-16,2 27-27 15,0-2-36-15,12-2-16 16,2-3-5-16,4-7-74 0,3-4-67 16,3-11-63-1,-4-8-157-15</inkml:trace>
  <inkml:trace contextRef="#ctx0" brushRef="#br1" timeOffset="27827.87">16026 2937 534 0,'0'0'328'16,"0"0"-328"-16,0 0 0 15,0 0 0-15,0 0-114 16,0 0-65-16,5 29-31 16,17-8-111-16</inkml:trace>
  <inkml:trace contextRef="#ctx0" brushRef="#br1" timeOffset="28560.82">16205 3019 481 0,'0'0'417'16,"0"0"-363"-16,0 0 10 15,0 0 60-15,0 0-68 16,-97 0-38-16,82 16 2 16,1 0 2-16,8 1-13 15,2-3-9-15,4-5-2 16,0-3-2-16,0-5 3 15,0-1-3-15,0 0 2 16,0 0 2-16,0 0 10 16,2 0 24-16,0-5-20 0,0-2-4 15,-2 1-4-15,0 4-1 16,1 2-5-16,4 11-15 16,7 20 15-16,5 16 0 15,4 8 20-15,0 6-7 16,-1 0-12-16,-2-3 1 15,-4-3-4-15,-10-2-5 16,-4-7-2-16,-1-3 8 16,-26-10 2-16,-7-11 5 15,1-9-4-15,1-12 16 16,6-1 0-16,7-17 5 16,7-17 1-16,11-11-24 15,1-6-22-15,15-7-2 0,16 0 11 16,8-3-23-1,6-3-11-15,4-3 10 0,-1 0 28 16,-4 1 9-16,-11 5 1 16,-10 4 3-16,-10 12 1 15,-10 11-1-15,-3 11 5 16,0 13 34-16,0 8 14 16,0 2-41-16,-6 18-11 15,-4 24-5-15,4 19 30 16,0 6-9-16,6-2-13 15,0-10-2-15,4-11-1 16,8-14-5-16,-2-13-2 0,-4-8 0 16,4-9 2-1,-1 0 0-15,1-10 8 0,3-23 11 16,0-8-18-16,0-9 3 16,0-1-2-16,-3 8 2 15,-1 12-3-15,-3 15 1 16,-1 16-1-16,5 0-1 15,5 21 0-15,7 10 8 16,1 4 0-16,3-4-3 16,0-5-5-16,0-11-10 15,1-7-65-15,-2-8-118 16,-6-5-109-16,-14-19-200 16</inkml:trace>
  <inkml:trace contextRef="#ctx0" brushRef="#br1" timeOffset="29377.87">15722 902 491 0,'0'0'175'16,"0"0"-123"-16,0 0 9 15,0 0 39-15,0 0-15 16,-3-81-1-16,3 75-2 15,0 5-20-15,1-2-21 16,11 3-23-16,7 0-14 16,5 10 11-16,13 21 9 15,10 18 10-15,11 18 18 0,11 25-3 16,4 24-21-16,6 27-2 16,3 16 14-16,3 8-21 15,4-2-2-15,1-14-5 16,0-12-10-16,-6-13 13 15,-13-14-8-15,-18-8-4 16,-15-8 7-16,-15-11 12 16,-4-12-1-16,-4-14 1 15,-1-16-17-15,-4-7 10 16,-2-14-11-16,-2-7-3 16,-4-7-1-16,2-7-2 15,-4-1-10-15,0 0-23 0,0 0-42 16,0 0-58-16,0-14-127 15,-2 1-460-15</inkml:trace>
  <inkml:trace contextRef="#ctx0" brushRef="#br1" timeOffset="29993.9">17195 2814 776 0,'0'0'211'15,"0"0"-157"-15,0 0 8 16,-5-91 27-16,-3 71-1 16,-3 2-40-16,-2 2-2 15,2 7-4-15,-5 6-17 0,0 3-5 16,-8 0-3-1,-4 5-8-15,-4 18-1 0,-1 5 3 16,4 3-2-16,6 1-7 16,8-2 2-16,11 0-4 15,4-3-2-15,9 0 0 16,21-3 2-16,10-3 0 16,8-4 0-16,3-2-15 15,1-1 14-15,-9 0 1 16,-8 1-1-16,-10-4 1 15,-10 1 0-15,-8 0-4 16,-7-3 4-16,0 2 0 16,-2-1 10-16,-21 1 26 15,-16 1 16-15,-11 2-12 0,-10-6-22 16,2 0-4-16,4-4-8 16,12-1-2-16,15-3-8 15,14 0-9-15,11 0-52 16,2 0-75-16,24-6-74 15,18-11-373-15</inkml:trace>
  <inkml:trace contextRef="#ctx0" brushRef="#br1" timeOffset="31443.61">17484 2866 996 0,'0'0'172'0,"0"0"-159"15,0 0 64-15,0 0 22 16,-94-13-54-16,68 26-13 16,1 9 0-16,1 4-5 15,9 5-11-15,7-1-2 16,8-2-8-16,0-7-3 16,17-4-3-16,16-8 5 15,9-5-3-15,6-4 1 16,2 0-3-16,-2-4-13 15,-2-10-9-15,-8-1 9 16,-4-4 2-16,-6-4 0 16,-8-2-9-16,-5-4 19 0,-5-1-5 15,-8-3 1-15,-2-4 4 16,0-4-1-16,-15 0 2 16,-4 4 5-16,5 6 3 15,1 15 5-15,4 10 12 16,4 6-2-16,0 10-23 15,2 23 4-15,1 11 8 16,2 6 3-16,0-1-15 16,8 0 9-16,11-6-6 15,2-1 2-15,1-7-5 16,0-6 1-16,-7-7-1 16,-1-7 3-16,-8-7-3 15,-2-4 0-15,-3-2 2 16,-1-2-1-16,0 0 14 15,0-17-4-15,0-11-11 0,0-11 0 16,0 0-3-16,0 0 2 16,0 10-3-16,0 12 0 15,0 6 2-15,0 10-5 16,0 1 6-16,3 0-14 16,9 11 15-16,8 11 7 15,2 6 1-15,-1 1-4 16,1 0-4-16,1-4-1 15,5-5 0-15,0-2-19 16,3-7-57-16,1-9-54 0,-2-2 4 16,-1-1-14-16,-7-17 72 15,-9-3 31-15,-6-5 38 16,-7-1 12-16,0 5-2 16,0 3 52-16,-7 11 23 15,2 6 22-15,-2 2-38 16,0 5-50-16,4 12 1 15,2 7 14-15,1-2-16 16,4-6-9-16,17-2-5 16,6-8-1-16,1-6 5 15,2 0 5-15,-8-2-5 16,-5-9 5-16,-11-5-5 16,-6 0 25-16,0 0 24 15,-13 2-27-15,-14-2-15 0,-5 6-12 16,2 1 0-16,3 6 0 15,12 1-6-15,7 2 0 16,8 0-51-16,0 0-26 16,5 0-42-16,18 5-19 15,8-4 41-15,5-1-8 16,1 0 21-16,-6 0 56 16,-9-2 31-16,-6 0 11 15,-8 2 19-15,-2 0 26 16,0 0 27-16,-2 9-2 15,3 9-20-15,0 3 3 16,3 0-29-16,1-5-2 16,8-5-12-16,3-6-7 0,-1-5 11 15,1 0-4-15,-3 0 4 16,-6-11 5-16,-3-5-3 16,-5-9 6-16,-3-3 12 15,-2-4-18-15,0 2-19 16,-14 3 5-16,-9 6-6 15,-4 10 0-15,-1 4-1 16,1 7-5-16,6 0-2 16,7 7-3-16,7 0 4 15,7-1-34-15,0-2-23 16,5-1-20-16,14-3 22 16,6 0 4-16,3 0 42 15,4-12-10-15,-2-5 2 0,-2-5 17 16,-1-2 4-1,-3-3 0-15,-6-3 3 0,-1 1 20 16,-4 0 22-16,-3-4-9 16,0 4-1-16,-2 4-5 15,-2 3 5-15,-2 10-2 16,-2 5-17-16,-2 5 3 16,0 2-22-16,0 22-1 15,0 25 0-15,0 15 38 16,0 8-1-16,0 0-10 15,2-3-2-15,5-8-19 16,6-9-6-16,1-13 0 16,0-8-2-16,0-11-33 15,-4-11-63-15,-5-7-91 0,-5-1-124 16,0-29-345-16</inkml:trace>
  <inkml:trace contextRef="#ctx0" brushRef="#br1" timeOffset="32346.13">16267 883 9 0,'0'0'375'0,"0"0"-330"16,0 0-1-16,0 0 53 16,0 0 52-16,0 0-15 15,0-14-4-15,3 11-35 16,7-2-5-16,10-1-39 15,17-1 1-15,15 0-13 16,20 1-10-16,20 6 9 0,16 0-6 16,18 13-9-1,16 26 5-15,12 21-17 0,8 22 1 16,9 18-1-16,-1 24-10 16,3 12 10-16,-5 10-6 15,-14-1 0-15,-19-13-5 16,-28-18-3-16,-23-15 2 15,-24-20 1-15,-16-13 2 16,-11-12 34-16,-8-12-13 16,-5-9-6-16,-3-9 4 15,-8-9-19-15,0-5 2 16,-2-5-2-16,-2-2-2 16,2-1-12-16,0-2-50 15,4 2-86-15,2-1-166 0,-2 0-401 16</inkml:trace>
  <inkml:trace contextRef="#ctx0" brushRef="#br1" timeOffset="33176.54">19096 2621 307 0,'0'0'321'16,"0"0"-170"-16,0 0-42 16,0 0 15-16,0 0-85 15,0 0 17-15,-5 85 30 16,5-34-20-16,0 0-28 16,8-5-7-16,6-3-7 15,-1-3-20-15,-3-7 2 0,-5-6-4 16,-3-7-1-16,-1-9-2 15,-1-4-2-15,0-6-27 16,0-1 19-16,0 0 11 16,0-19 15-16,-8-10-15 15,-14-9 0-15,-3 0 3 16,-2-6 14-16,-1-3 3 16,10 4 18-16,6 1-6 15,8 5 16-15,4 10-27 16,7 6-17-16,15 10-2 15,3 6-1-15,0 5 5 16,2 7-6-16,0 19-1 16,-4 7 1-16,0 6 8 15,-1 2-7-15,-3-5 3 0,-3 0 1 16,-1-9-4-16,-4-6-1 16,-5-8 3-16,-2-5-3 15,-3-5 2-15,-1-3-2 16,0 0 15-16,3 0 26 15,2-17 14-15,5-16-18 16,2-12-34-16,3-4-3 16,-3 4 3-16,1 3-3 15,0 14 0-15,3 7 0 16,2 9-3-16,0 11 2 16,5 1-5-16,1 10 3 15,0 20 4-15,-3 8-2 16,-2 2 1-16,-1 3-2 0,-4-2 3 15,-1 0-2-15,-1 1 1 16,-1-1-49-16,4-5-54 16,2-7-124-16,5-16-96 15,4-10-82-15</inkml:trace>
  <inkml:trace contextRef="#ctx0" brushRef="#br1" timeOffset="33695.82">19820 2819 932 0,'0'0'182'0,"0"0"-127"16,0 0 66 0,0 0 26-16,-85-62-79 0,63 75-29 15,-2 18-21-15,4 6 9 16,5 0-12-16,10-4-6 16,5-7-7-16,0-10-2 15,0-7 0-15,0-6 3 16,3-3-2-16,6 0 6 15,4-8 4-15,6-14 12 16,-1-7-23-16,2-2-2 16,-6 6-15-16,-4 7 12 15,-6 10 5-15,0 6 0 16,-1 2-3-16,4 0-9 16,6 11-17-16,7 9 29 0,7 5 0 15,5-1 2-15,4-2-2 16,5-9 0-1,-1-9 2-15,-2-4-4 0,-5-1 4 16,-5-19 2-16,-8-5-4 16,-7-5 0-16,-5-5 0 15,-5-5-2-15,-3-6 4 16,0 1-2-16,-3-3 2 16,-12 0 6-16,0 8 8 15,2 9-2-15,3 16-3 16,4 10 13-16,3 5-24 15,2 11-12-15,-2 24-10 16,3 14 22-16,0 9 3 0,0 0-3 16,6-8-1-1,9-5-40-15,2-4-45 0,-4-5-107 16,-3-6-60-16,-8-9-150 16</inkml:trace>
  <inkml:trace contextRef="#ctx0" brushRef="#br1" timeOffset="34176.47">19970 2862 906 0,'0'0'200'0,"0"0"-184"15,0 0 24-15,0 0 2 16,0 0-34-16,0 0-5 0,104-59 2 16,-56 41 1-16,-4-1-3 15,-9-4 2 1,-10 0-3-16,-10 1 7 0,-6-1 7 15,-8-4 3 1,-1-1 0-16,0 2 5 0,0 5 20 16,-1 11 0-16,-3 3-10 15,2 7-13-15,-1 13-21 16,0 21-15-16,1 17 15 16,2 8 13-16,0-4-3 15,2-2-6-15,10-9 1 16,-1-8-4-16,2-9-1 15,-1-10 0-15,-5-8 1 16,-2-9 0-16,0 0 0 16,3-8 17-16,3-16-2 0,7-10-7 15,-4-1-1-15,2 0-8 16,0 4 4-16,-4 7-1 16,-2 10-2-16,-2 9 2 15,-1 5-3-15,5 13 3 16,3 15 0-16,3 8 34 15,1 0-2-15,1-5-28 16,-2-9 0-16,-1-8-7 16,-2-12-30-16,-5-2-50 15,-5-19-86-15,-5-15-152 16,-20-7-308-16</inkml:trace>
  <inkml:trace contextRef="#ctx0" brushRef="#br1" timeOffset="35009.73">16633 631 565 0,'0'0'197'0,"0"0"-109"15,0 0-13-15,0 0 14 16,113-57-15-16,-23 43 19 16,41-1-11-16,46 12-8 0,44 3-13 15,35 28-18 1,23 32-9-16,25 24-21 0,16 20 3 16,4 15-1-16,-4 7 2 15,-23 0-1-15,-34-5-9 16,-41-11-6-16,-53-17 8 15,-50-14-5-15,-46-12 11 16,-31-13-9-16,-19-9 2 16,-8-9 16-16,-4-10 5 15,-5-10-14-15,-1-5 5 16,-2-7-17-16,1 1 9 16,-2 0-8-16,2-2-4 0,0 3 0 15,-1-1-14 1,0 1-50-16,1-1-72 0,4-1-119 15,4-2-181-15,8 0-274 16</inkml:trace>
  <inkml:trace contextRef="#ctx0" brushRef="#br1" timeOffset="35397.8">21125 2512 589 0,'0'0'108'16,"0"0"-57"-16,0 0 144 16,0 0-33-16,0 0-55 15,0 0-57-15,-10-3-33 16,10 34-15-16,0 19 39 0,6 8 10 16,8 3-18-1,2-3-3-15,0-2-13 0,0-4-16 16,-3-2 4-16,-2-5-5 15,-1-7-20-15,-5-13-63 16,-1-8-61-16,-4-14-135 16,0-3-187-16</inkml:trace>
  <inkml:trace contextRef="#ctx0" brushRef="#br1" timeOffset="35618.3">21055 2411 1296 0,'0'0'106'0,"0"0"-76"0,0 0 63 16,0 0-31-16,0 0-22 15,0 0-24-15,55-76-12 16,-20 76-8-16,6 8 3 16,-1 5-2-16,-2 4-14 15,-6 1-100-15,-7 4-29 16,-5 4-88-16,-12 4-145 15,-8 5-30-15</inkml:trace>
  <inkml:trace contextRef="#ctx0" brushRef="#br1" timeOffset="35743.06">21222 2707 1166 0,'0'0'136'0,"0"0"-127"16,0 0-9-16,111 0 2 15,-53-4-2-15,4 2-83 16,-7 0-189-16,-14 2-363 15</inkml:trace>
  <inkml:trace contextRef="#ctx0" brushRef="#br1" timeOffset="35879.54">21245 2995 1532 0,'0'0'0'0,"0"0"-85"16,0 0 85-16,143-17 0 15,-56 4-31-15,1-4-166 16,-14-3-225-16</inkml:trace>
  <inkml:trace contextRef="#ctx0" brushRef="#br1" timeOffset="37742.26">14970 794 396 0,'0'0'92'0,"0"0"-66"0,0 0 54 16,0 0 48-16,0 0-21 15,0 0-23-15,-17-9-36 16,13 9-24-16,1 0 5 16,-4 0-1-16,-3 0-2 15,0 0 23-15,-1 0 1 16,-4 0 2-16,-2 0-11 15,-3 3-6-15,-2-2 4 16,-1 2 4-16,-1 0 0 16,6 1-11-16,1 3-14 0,2 2 5 15,-1 6-11-15,-4 7-7 16,-1 9-1-16,-2 14 8 16,1 15 2-16,-3 16 3 15,0 19-8-15,2 19 43 16,-1 11-18-16,7 3-23 15,6-3 3-15,6-6-4 16,5-6-1-16,0-6 15 16,0-13-9-16,12-10 3 15,-2-10-12-15,0-8-6 16,-5-5 4-16,-4 0 0 16,-1-2-3-16,0-1 4 0,0-6-3 15,-3-7 0 1,-4-6-1-16,1-8 0 0,-1-4 2 15,0-2 0-15,1-3 1 16,-1-4 5-16,0-1-7 16,2-5 5-16,2-5-2 15,1-2-5-15,2-4 2 16,0 1-2-16,0-2 2 16,0 0 2-16,0 1 0 15,0-1 3-15,0 0 1 16,0 0 0-16,0 0 3 15,-7-9 1-15,-3-10-11 16,-3-9-1-16,-4-1 2 0,2-6-2 16,-2 0 0-1,3 2-1-15,0 3 1 0,4 8 2 16,2 7-2-16,5 6 0 16,0 5 1-16,3 4-1 15,-1 0 0-15,1 0-8 16,0 0 4-16,0 14-5 15,5 12 9-15,8 5-3 16,4 2 4-16,0-4-1 16,1-5 0-16,2-7-3 15,2-4 2-15,3-5-1 16,1-5 1-16,2-3-2 0,0 0-5 16,-3-2-5-16,0-13 8 15,-2-6 0-15,-4-4 2 16,-4-4 3-16,-5-1 0 15,-3 2-1-15,-4 4 3 16,-3 8-2-16,0 8 1 16,0 7 0-16,0 1 2 15,0 0-3-15,-12 17 0 16,-16 15-4-16,-8 9 2 16,-3 7-6-16,2-1-58 15,5 1-63-15,7 0-119 16,5-4-147-16,-2-5-518 15</inkml:trace>
  <inkml:trace contextRef="#ctx0" brushRef="#br1" timeOffset="48523.54">12398 2823 1002 0,'0'0'193'0,"0"0"-193"0,0 0 0 16,-22 109 7 0,14-42-2-16,0 3 9 0,-2 0-10 15,-2-5 2-15,1-9-3 16,-5-7-2-16,3-9 0 15,0-11 0-15,3-8 4 16,3-13-5-16,4-6-2 16,3-2-22-16,0-16-47 15,3-16-211-15,12-10 62 16,3-5 220-16,-1-3 14 16,-5-5-5-16,-5-4-1 15,-4-4 51-15,-3-1 52 16,1 4 19-16,1 4-28 15,2 9-3-15,-1 8-17 0,0 9-5 16,0 9-11 0,1 11-14-16,-3 5-14 0,3 5-25 15,6 21-13-15,7 24 0 16,4 18 1-16,3 11 15 16,-1 4-15-16,-3-1 4 15,0-5-3-15,-3-4-2 16,-2-10 0-16,-5-3-7 15,-1-7-93-15,-8-8-52 16,-1-8-142-16,0-14-169 16</inkml:trace>
  <inkml:trace contextRef="#ctx0" brushRef="#br1" timeOffset="49423.48">12323 3296 86 0,'0'0'1111'15,"0"0"-1058"-15,0 0-53 16,0 0 18-16,0 0 14 16,0 0-18-16,73-42-11 15,-34 34-3-15,-2 0-19 16,-6 1-112-16,-6 0-42 16,-5-4 4-16,-4-2 33 15,-8-2 75-15,-3-3 61 16,-2-1 21-16,-3-3 87 15,0 4 42-15,2 3-12 0,2 4-29 16,4 6-52-16,4 3-41 16,6 2-10-16,6 5-2 15,5 17 16-15,-2 11 2 16,0 4-14-16,-6 4-3 16,-4 0-3-16,-2-2 10 15,-3-4-9-15,-5-8-2 16,-4-8 5-16,-3-6-6 15,0-9 0-15,0-4 0 16,0 0 23-16,0 0 61 16,0-6-23-16,-6-18-35 15,-4-11-19-15,1-2-7 0,4-2-2 16,5 4 2 0,0 8 1-16,8 9-1 0,11 9-17 15,2 9 13-15,4 0 2 16,1 18 0-16,-1 8-3 15,-2 0 5-15,-4 2-1 16,-6-4-1-16,-3-1 0 16,-5-7 2-16,-5-4 2 15,0-6-2-15,0-4 1 16,0-2 1-16,0 0 9 16,0-5 2-16,2-17-5 15,-1-11-3-15,4-8-5 16,2 0 2-16,2 4-1 15,1 6 1-15,1 11-2 0,4 6-9 16,1 7 6 0,3 7 0-16,6 0 0 0,3 4 0 15,3 13 0-15,-3 0 1 16,1 3 1-16,-3 0 1 16,2-5-1-16,-2-3-2 15,3-4-49-15,0-8-43 16,0 0 39-16,-1-7 28 15,-6-11 1-15,-7-1 27 16,-8-4 4-16,-7-1-1 16,0-1-1-16,-13 3 9 15,-7 9 18-15,-2 7 14 16,0 6 1-16,2 14-26 16,4 18-17-16,6 10 7 15,9-1 7-15,1-4-15 0,10-3-3 16,15-9 0-16,7-6-2 15,5-10 1-15,2-3-40 16,-3-6-40-16,-1-2-29 16,-5-16-145-16,-7-5-84 15,-2-3 104-15,-10-2-30 16</inkml:trace>
  <inkml:trace contextRef="#ctx0" brushRef="#br1" timeOffset="49760.05">13623 3126 222 0,'0'0'239'15,"0"0"-21"-15,0 0-14 16,0 0-42-16,0 0-89 15,0 0-47-15,29-58-18 0,-4 78 6 16,0 7 17-16,-1 8-13 16,-6 3-4-16,-3 2 3 15,-5-5 0-15,-1-2-9 16,-6-5 0-16,-3-6-2 16,0-7-5-16,0-4 2 15,0-9-1-15,0-2 78 16,-3 0 3-16,-4-14-9 15,-2-18-53-15,4-9-19 16,5-2 0-16,0 3-2 16,9 5 2-16,13 9-2 15,1 6 0-15,3 10-5 0,3 10 3 16,1 0-3 0,-3 13 3-16,-3 9 2 0,-5 2-3 15,-2-3-7-15,-7-1-5 16,-5-2-36-16,-3-1-41 15,-2-2-49-15,0-6-164 16,0-7-174-16</inkml:trace>
  <inkml:trace contextRef="#ctx0" brushRef="#br1" timeOffset="49893.81">14038 3066 1139 0,'0'0'157'0,"0"0"-155"15,0 0 11-15,0 0-13 0,0 0-5 16,0 0-194 0,10 3-194-16</inkml:trace>
  <inkml:trace contextRef="#ctx0" brushRef="#br1" timeOffset="53473.8">14334 3061 808 0,'0'0'218'0,"0"0"-183"0,0 0 19 16,0 0 59-1,0 0-43-15,0 0-16 0,0 0-14 16,-72-10-3-16,52 33-21 16,-5 9-8-16,-2 6 0 15,5 5-5-15,6-4 0 16,9-3-3-16,7-2 2 16,0-6-2-16,15-5 0 15,9-6-6-15,4-8 0 16,8-8-51-16,9-1-25 15,3-2-21-15,5-21-50 16,-1-4 10-16,-8-3-42 16,-10 1 76-16,-12 3 58 15,-12 0 51-15,-7 2 7 0,-3 3 35 16,0 4 54-16,-10 5 60 16,-6 4-10-16,0 5-58 15,-3 3-11-15,0 0-42 16,3 6-10-16,1 11-10 15,5 3-11-15,7 2 0 16,3 0-2-16,0-2 0 16,0-5-2-16,14-4 0 15,5-7-3-15,1-4 3 16,2 0 8-16,-1 0-8 16,0-15-16-16,-5 0 16 15,-4 0 1-15,-5 4 0 0,-6 6-1 16,-1 1 7-16,0 4-6 15,0 0 7-15,4 0-8 16,-1 9-2-16,6 6 2 16,1-2 1-16,1-1-1 15,1-2 0-15,-2-2-2 16,2-2-43-16,-1-5-123 16,-1-1-43-16,4 0-31 15,-1-15-12-15,1-3-11 16</inkml:trace>
  <inkml:trace contextRef="#ctx0" brushRef="#br1" timeOffset="53723.59">14747 3198 200 0,'0'0'191'0,"0"0"-81"16,0 0-17-16,0 0 23 16,0 0 12-16,0 0-20 15,50 93-24-15,-39-67-43 16,-1-5-13-16,-3-6-13 16,0-7 0-16,-1-5-6 15,-5-3-1-15,6-2 38 16,3-20 36-16,1-11-64 15,8-8-11-15,1 1 15 16,2 5 5-16,-2 8-18 16,-1 12-1-16,-6 12 2 15,1 3-10-15,0 14-7 16,0 17 7-16,-3 7 3 16,-5 1 3-16,1-1-6 15,3-8-54-15,-1-8-124 0,1-8-333 16</inkml:trace>
  <inkml:trace contextRef="#ctx0" brushRef="#br1" timeOffset="67471.2">22032 523 624 0,'0'0'206'0,"0"0"-158"16,0 0 6-16,0 0 53 0,0 0-20 15,0 0-26 1,0 0-21-16,0-12-3 0,0 12-18 15,0 12-17-15,-10 23 1 16,-14 21 46-16,-7 13 5 16,-3 9-12-16,-1 0-24 15,7-10 0-15,5-14-10 16,8-14 0-16,7-11-3 16,3-11-3-16,4-7 2 15,1-8-4-15,0-3 3 16,0 0 11-16,3-20 5 15,10-16 5-15,6-12-24 16,4-11 3-16,-1-8-6 16,3-4 1-16,-2-2 2 15,-1 3 0-15,0 7 1 0,-6 16-1 16,-4 19 3 0,-5 15-1-16,-6 13 9 0,-1 0-11 15,6 23-25-15,2 18 25 16,2 14 13-16,5 10 5 15,0 4-4-15,3 2-10 16,3-5 10-16,-1-6-4 16,-2-5-6-16,-1-10-4 15,-3-8-2-15,-2-8 2 16,-5-7-23-16,-4-5-31 16,-3-6-40-16,0-3-61 15,0-7-132-15,-11-1-151 16</inkml:trace>
  <inkml:trace contextRef="#ctx0" brushRef="#br1" timeOffset="67640.37">21928 898 1152 0,'0'0'48'16,"0"0"-36"-16,0 0-10 15,98-77 18-15,-49 60-7 16,6 5-9-16,3 2-4 15,3 2-63-15,-6 3-110 16,-6-4-130-16,-11-2-67 16</inkml:trace>
  <inkml:trace contextRef="#ctx0" brushRef="#br1" timeOffset="68206.17">22434 634 500 0,'0'0'378'0,"0"0"-303"15,0 0-15-15,0 0 26 16,0 0-69-16,0 0-17 15,-23 71 62-15,23-14 11 16,0 4-25-16,0-5-30 16,9-5-5-16,-3-11-5 15,-1-8-5-15,-3-8 0 16,-2-13-3-16,0-3 2 16,0-7-2-16,0-1-6 15,0 0 6-15,0-16 0 16,0-15-18-16,-9-12-3 0,3-6 15 15,2-6 2 1,4 1-1-16,0 1 2 0,0 12-2 16,7 11 5-16,0 14 13 15,-2 9 3-15,2 7-16 16,4 1 0-16,4 22 2 16,7 13 19-16,1 7 13 15,0 2-18-15,1 3-1 16,-2-6-13-16,-4-6 9 15,-1-7-7-15,-5-8 0 16,-5-8-3-16,-4-9 1 16,-3-2 1-16,0-2 7 15,0 0 8-15,0-18 28 0,0-15-26 16,0-14-20 0,1-11 0-16,5-7-6 0,1 3 6 15,4 9-6-15,-1 17 4 16,0 19 2-16,-2 10 1 15,4 7-1-15,1 11-4 16,6 18 4-16,1 11 7 16,-4 7 3-16,0 1-9 15,-5-3 0-15,1-2-1 16,-2-3-13-16,0-2-76 16,0-5-90-16,0-11-95 15,0-11-149-15</inkml:trace>
  <inkml:trace contextRef="#ctx0" brushRef="#br1" timeOffset="68485.95">23135 622 971 0,'0'0'87'15,"0"0"-66"-15,0 0 43 16,0 0 50-16,-100-52-56 15,68 55-8-15,-2 22-8 16,0 18 4-16,2 11-26 16,6 5-4-16,13 2-4 0,13-8-5 15,0-7-6-15,22-8-1 16,15-8 0-16,8-7-1 16,8-7-34-16,6-5-57 15,1-8-46-15,-3-3-114 16,-5-2-187-16</inkml:trace>
  <inkml:trace contextRef="#ctx0" brushRef="#br1" timeOffset="69052.59">23224 239 671 0,'0'0'21'0,"-106"-84"-13"0,46 41 3 15,-7 5 97-15,-7 6-29 16,-9 11 17-16,-9 8-5 16,-6 13 0-16,-9 0-65 15,-10 0-16-15,-1 4-6 16,0 28 7-16,8 19 1 15,6 21 32-15,7 16-15 16,11 12 8-16,14 9-1 16,17 3-2-16,20 3 12 15,22-3-27-15,13-4-19 0,30-3 15 16,30-10-7 0,24-5-5-16,18-7 10 0,13-9-13 15,15-10 0-15,8-11-4 16,11-14-43-16,7-16 17 15,5-22-14-15,-4-1-13 16,-3-33 30-16,-7-10-34 16,-15-10 38-16,-15-9 7 15,-20-4 16-15,-22-9 6 16,-16-8 10-16,-15-7-1 16,-18-11-10-16,-17-10 3 15,-9-6 6-15,-24-5-1 16,-29-2-13-16,-21 12 0 0,-14 15-3 15,-18 27 12-15,-9 27-14 16,-4 29 5-16,-1 14-19 16,1 21-64-16,2 36-65 15,1 22-90-15,6 12-147 16</inkml:trace>
  <inkml:trace contextRef="#ctx0" brushRef="#br1" timeOffset="69608.95">22013 1611 981 0,'0'0'169'0,"0"0"-169"16,0 0-28-16,0 0 28 16,137-9 54-16,-19 2 0 15,32-9-32-15,25-11-5 0,9-6-7 16,1 0-10-16,-12 5 1 16,-31 11-2-16,-32 7 1 15,-40 9-109-15,-31 1-99 16,-29 0-73-16,-10 0-70 15</inkml:trace>
  <inkml:trace contextRef="#ctx0" brushRef="#br1" timeOffset="69852.91">22055 1878 1244 0,'0'0'6'0,"139"0"-2"16,-12-1-4-16,27-14 19 15,22-6-6-15,12-4-6 16,4-2-4-16,-8 3 2 16,-23 4-10-16,-28 4-31 15,-41 9-202-15,-33-1-84 16,-34 2-25-16</inkml:trace>
  <inkml:trace contextRef="#ctx0" brushRef="#br1" timeOffset="69971.62">23471 1683 886 0,'0'0'12'0,"0"0"-12"16,0 0-137-16,0 0 32 15,0 0 79-15,0 0-252 16</inkml:trace>
  <inkml:trace contextRef="#ctx0" brushRef="#br1" timeOffset="72153">12114 2466 736 0,'0'0'180'0,"0"0"-59"15,0 0-71-15,0 0 34 16,0 0-13-16,0 0-58 16,-17 89 28-16,17 4 72 15,4 22-62-15,4 8-12 16,-1 2-25-16,-4-7 1 16,-3-10 1-16,0-14 4 15,0-14-14-15,0-15-4 16,-3-13-1-16,-4-13-1 15,5-13-31-15,2-13-37 16,0-10-60-16,0-3-37 16,6-24-18-16,1-21-229 15</inkml:trace>
  <inkml:trace contextRef="#ctx0" brushRef="#br1" timeOffset="74351.13">12223 2492 842 0,'0'0'80'0,"0"0"-72"16,0 0 57-16,0 0 92 0,0 0-55 15,0 0-34-15,-14-18-24 16,14 18-2-16,0-2-3 16,2 1-4-16,8-1-7 15,3-1 12-15,6 3-2 16,3 0-12-16,8 0-7 16,8 0 4-16,7 0 0 15,8 2 5-15,8 2-6 16,4 2-9-16,3-1-2 15,-2-1-11-15,-3 1 4 16,1-2 1-16,1-2-3 16,5-1 8-16,1 0-6 15,-1 0 0-15,-2-1 5 0,1-9-8 16,-2 3 6 0,-5 0-4-16,-3 1-2 0,-1 1 1 15,-3 1-1-15,-2 1 0 16,6-2 1-16,3 1-1 15,6-2 4-15,6-1 3 16,-2 2-7-16,-2-1 0 16,-7 1-1-16,-7 1 0 15,-3 0-1-15,2 0 1 16,1-1 0-16,2 1 0 16,1-1 0-16,-3 0 0 15,1-3 3-15,-2 1-3 16,-3-1 0-16,-2 2 2 15,-2 0-2-15,-2 1 2 0,-2 2-1 16,-5 0-1-16,0 3 1 16,-3-1-1-16,0-1 1 15,-3 2 0-15,-1 0 2 16,-4-3-3-16,2 3 2 16,-1-1-2-16,1 1 0 15,2 0 2-15,1 0-2 16,1 0 0-16,-1-2 1 15,0 2-1-15,-2-1-1 16,2-1-1-16,2 1 2 16,4 1 0-16,3 0-1 15,3-2 0-15,3 1-1 0,4-3 2 16,1-1 0-16,5 0-2 16,0-2 2-16,2-1 0 15,-2-1 0-15,-1 0 3 16,-1 1-3-16,-3 1 1 15,-3 1 1-15,-1 0-2 16,-6 0 0-16,-2 2 0 16,-7 1 0-16,-2 0 3 15,-4 0-3-15,-2 2 2 16,-3-1 0-16,-3 2-2 16,0 0-1-16,-2 0 1 0,2 0 0 15,2 0 2 1,1 0-2-16,3 0 0 0,0 0 1 15,3 0-1-15,1 0 0 16,-3 0 1-16,-2 0-1 16,0 0 2-16,-6 0-3 15,-1 0 1-15,-3 0 0 16,0 0 0-16,0 0 0 16,0 0 0-16,0-2-1 15,0 0 5-15,0 1-2 16,-3-1-1-16,-1 2 0 15,-1 0-1-15,2 0 2 16,-2 0-2-16,2 0 0 16,2 0 1-16,-1 0-1 15,0 0 1-15,4 0 0 0,-2 0-1 16,-2 0 0-16,1 0 3 16,-5 0-6-16,1 0 7 15,-1 0-4-15,-2 0 0 16,1 0 0-16,2 0 0 15,-2 0 0-15,4 0 2 16,-2 0-4-16,0 0 5 16,0 0-3-16,0 0 1 15,2 0 0-15,-1 0 2 16,1 0-3-16,0 0 0 16,0 0 0-16,0 0 0 15,1 0-1-15,0 0 1 0,3-2-1 16,1 0 1-1,5-1 3-15,4 0 0 0,6 2-3 16,1-3 2-16,5 0-2 16,2-1 0-16,2 1 0 15,2 1 2-15,-3 0-1 16,3-1 0-16,-1-2 0 16,-1 4 1-16,0-1-2 15,-2 0 1-15,-2 2 0 16,4-4 0-16,0 2-1 15,2 0 0-15,1-1 2 16,-2 0-1-16,0 0-2 16,-2 1 0-16,-1 0 0 0,0 0 0 15,-2 0-1 1,6 0 2-16,5 0 0 0,6 0-2 16,4-2 2-16,11 1 0 15,1-1-3-15,4 1 3 16,4-3 2-16,0 2-1 15,-4-1-1-15,-3-1-2 16,-7 0 1-16,-5 1 1 16,-3 0 4-16,-3 0-4 15,-2 2 2-15,1-2-6 16,0 0 3-16,4-2 1 16,0 1-1-16,3-2 1 0,4 1-6 15,7 3 6 1,6-3 0-16,7 1 1 0,5 2-2 15,-4 0 1-15,-2 2 0 16,0 0 3-16,-5 1-3 16,-4 1 0-16,-4-2 0 15,0 0 3-15,2-1-3 16,2-3 3-16,2 1-3 16,0-2 1-16,-4-2-1 15,-5 1-1-15,-5 0-1 16,-3 2 2-16,3 0-4 15,3-1 3-15,2 1 1 16,0 3 0-16,-5-1 0 16,-7-2 0-16,-6 1 2 15,-9 3-2-15,-6 0 3 0,-7 2 0 16,-5-1-3 0,-5 2 0-16,-7-1 0 0,-7 1-1 15,-1 0 2-15,-2-2-1 16,0 2 0-16,2 0 0 15,0 0 0-15,-1 0 0 16,1 0-1-16,-1 0-1 16,1 0 0-16,2 0 2 15,-1 0 0-15,-1 0-3 16,-2 0 2-16,0 0 1 16,0 0-2-16,0 0 1 15,0 0 0-15,0 0 1 16,0 0-2-16,0 0-2 0,0 0 4 15,0 0 0-15,0 0 0 16,0 0 0-16,0 0-1 16,0 0-2-16,0 0-2 15,0 0-12-15,0 0-4 16,0 0-15-16,-5 2-38 16,-5 5-65-16,-4 0-22 15,-6-5-84-15,-5-2-390 16</inkml:trace>
  <inkml:trace contextRef="#ctx0" brushRef="#br1" timeOffset="76873.95">12299 3669 708 0,'0'0'86'16,"0"0"-83"-16,0 0 9 15,0 0 97-15,0 0 35 16,0 0-25-16,-33-1-22 15,33 1-8-15,0 0-22 16,0 0-9-16,-1 0 6 16,1 0-5-16,0 0-6 15,0 0-24-15,0 0-11 16,0 0-18-16,1 0 0 16,19 0 0-16,15 0 12 0,16 7 12 15,12-1-8 1,12 0-6-16,9-1-3 0,6-2 9 15,4-1-13-15,1-1 4 16,2 0-3-16,0-1-3 16,0 0 4-16,-1 0-5 15,-3 0 8-15,0 0 3 16,-3 0-3-16,-6 0 9 16,-9 0-8-16,-9 0 3 15,-4 0-7-15,0 0-5 16,3 0 8-16,5 0 2 15,2 0-9-15,3 0 7 16,2 0-3-16,5 0 6 16,3-1 0-16,2-3-11 15,-5 1 10-15,-5-1-2 0,-7 3-7 16,-7-1 6 0,0 2-5-16,-5 0 2 0,-2 0 0 15,0 0-3-15,2 0 5 16,4 0 4-16,9 0-9 15,4 0 4-15,8 0 0 16,6-4-1-16,4-1-4 16,3-1-1-16,1 2 1 15,-3-1 0-15,-8 2-1 16,-7 0 1-16,-7 3 2 16,-4-3-2-16,-4 1 0 15,-2 0 3-15,-3 0-2 0,-3-1-1 16,5 2 5-1,2-2-4-15,4-1 1 0,7 2 2 16,-3 0-4-16,1 1 1 16,-3 1-2-16,-6 0 1 15,-2 0-8-15,-3 0 7 16,1 0 1-16,-1 0 0 16,4 0-1-16,3-4 3 15,6 2-2-15,4-3 2 16,0 1-1-16,3-1-1 15,-1 2 1-15,-6 2 0 16,-6-1 1-16,-7 2-1 16,-4 0 2-16,-2 0-3 15,1 0 0-15,2 0 0 16,0 5 0-16,4-1 0 0,-1 0-1 16,4-3-2-16,4 0 0 15,2 1 3-15,5-2-1 16,3 0 0-16,-1 0 1 15,-3 0 0-15,-7 0-1 16,-4 0 5-16,-8 0-4 16,-3 0 1-16,-3 0 1 15,0 0-2-15,-1 0 3 16,6 0-2-16,2 0-1 16,8-6-2-16,6 0 2 0,4 1-4 15,3 1 3 1,-5 1 1-16,-8 1-2 0,-7 1-2 15,-3 1 2-15,-1-2-1 16,-1 1 3-16,4-2 0 16,2 0-3-16,4-2 1 15,5 1 4-15,4 1 1 16,1-2-3-16,2 1 4 16,5-1-4-16,2 1 1 15,2-1 2-15,6-1-3 16,4 1 2-16,-3 1 3 15,-1-2-5-15,-9 3-9 16,-2-3 9-16,-3 1 0 16,1 2 0-16,-3-1-1 15,-5-2 1-15,-4 2 1 0,-5-3-1 16,-4 2 2 0,-2 0-2-16,-8-1 5 0,-3 3-5 15,-4-2 0-15,-7 1 1 16,-2 2 0-16,-5-1-1 15,-5 2 1-15,-4 1-1 16,-4-2 0-16,0 1 0 16,-2 1 0-16,0 0 0 15,-1 0 0-15,-2 0-2 16,1 0-3-16,-2 0 5 16,1 0 0-16,0 0-1 15,2 0 1-15,0 0 0 0,6 0 0 16,2 0 0-1,2 0 1-15,2 0-1 0,3 0 0 16,-1 0 0-16,0 0 0 16,-2 0 0-16,-1 0 0 15,-4 0 0-15,-3 0 1 16,-5 0 0-16,-3 0 0 16,-2 0-2-16,0 0 2 15,0 0 0-15,0 0 0 16,0 0 1-16,0 0 1 15,0-11 1-15,0-6-4 16,0-9 0-16,0-9-2 16,-8-12 2-16,-8-8 0 0,0-13 0 15,0-13 0 1,3-13 4-16,3-12-4 0,0-4-4 16,2-6 2-16,-6 3 2 15,-2 4-14-15,-3 2 5 16,-1 12-1-16,0 13 10 15,4 11-1-15,2 14-9 16,4 11 6-16,0 13 1 16,3 8-5-16,0 7-1 15,4 3-12-15,2 7 9 16,1 3 2-16,0 3-21 16,0 2 11-16,0 0-7 0,0 0-11 15,0 0-10 1,0 0-71-16,0 7-56 0,-9 5-46 15,-1-1-117-15,-5-5-234 16</inkml:trace>
  <inkml:trace contextRef="#ctx0" brushRef="#br1" timeOffset="89315.67">10723 2146 320 0,'0'0'33'16,"0"0"11"-16,0 0 53 16,0 0-22-16,0 0 33 15,0 0-6-15,0 0-42 16,0 0-30-16,-8-23 40 16,10 19 28-16,-2 2-8 15,0 1-11-15,0-1-2 16,0 2-12-16,0-1-7 15,0-1-16-15,0 2-1 16,0-1-10-16,0 1-16 16,0 0-13-16,0 0-2 0,0 24-2 15,0 15 2-15,0 17 21 16,4 21-11-16,5 26 2 16,2 24 11-16,3 22 9 15,1 14-8-15,5 2-14 16,3 1 3-16,4-7-2 15,3-8 0-15,2-8 32 16,-2-10-14-16,-3-13-13 16,-2-14-4-16,-2-11 7 15,-5-19-9-15,-1-14-3 16,-5-18-5-16,-5-15 3 16,-2-13-4-16,-4-7 2 0,-1-4 0 15,0-4 2-15,2 1 5 16,-2-2 4-16,0 0-4 15,0-6-7-15,0-14-2 16,0 0-1-16,0-2-1 16,0 7-22-16,-3 4-14 15,-6 4-17-15,1 7-60 16,-6 0-139-16,-2 0-211 16</inkml:trace>
  <inkml:trace contextRef="#ctx0" brushRef="#br1" timeOffset="89797.9">10624 4681 909 0,'0'0'182'0,"0"0"-168"16,0 0-14-16,0 0 0 16,0 0 18-16,0 0 26 15,24-1 29-15,4-16-2 16,2-3-25-16,-3-6-22 0,-7-3-15 16,-8-3-4-16,-7-2 7 15,-5-3 8-15,0 1-2 16,-5-2-1-16,-14 0 4 15,0 3-2-15,-2 7-8 16,8 9 13-16,5 12 8 16,6 7-13-16,-2 9-19 15,3 32-12-15,-1 22 12 16,2 20 25-16,0 10-10 16,2 8-7-16,11 3 9 15,2 4 1-15,-1 3-11 16,-1-9-3-16,-5-11-4 15,-1-19 0-15,-5-21-15 16,-2-13-15-16,0-16-18 16,0-8-55-16,0-14-92 0,1-2 10 15,3-29-142 1</inkml:trace>
  <inkml:trace contextRef="#ctx0" brushRef="#br1" timeOffset="90028.11">10723 4656 1074 0,'0'0'195'0,"0"0"-128"16,0 0-1-16,0 0-23 15,0 0-12-15,90-11 14 16,-58 43-6-16,-8 3-29 16,-11 3-6-16,-10 0-2 0,-3-2 1 15,-12-3-1-15,-13-4-2 16,-3-5-17-16,1-7-41 15,6-10-40-15,4-7-47 16,10-1 1-16,7-22-125 16,0-4-159-16</inkml:trace>
  <inkml:trace contextRef="#ctx0" brushRef="#br1" timeOffset="90169.99">11096 4652 964 0,'0'0'222'0,"0"0"-210"16,0 0-12-16,0 0 13 0,90-13-13 16,-65 13-43-16,-3 0-145 15,-7 0-141-15</inkml:trace>
  <inkml:trace contextRef="#ctx0" brushRef="#br1" timeOffset="90315.73">11091 4840 452 0,'0'0'845'0,"0"0"-845"16,0 0-31-16,0 0 31 15,0 0 0-15,120-20-51 16,-58 5-145-16,4-5-139 0</inkml:trace>
  <inkml:trace contextRef="#ctx0" brushRef="#br1" timeOffset="90518.93">11634 4489 1042 0,'0'0'201'0,"0"0"-201"16,0 0 0-16,0 0 14 15,-10 78 28-15,25-34-16 16,2 4-19-16,-4 2-2 15,-5 0-5-15,-2-3-28 0,-5-1-83 16,-1-8-117 0,0-9-168-16</inkml:trace>
  <inkml:trace contextRef="#ctx0" brushRef="#br1" timeOffset="90931.54">11829 4509 851 0,'0'0'176'16,"0"0"-156"-16,66-77 12 16,-38 70 50-16,-1 7-43 15,-2 0-18-15,-1 25-4 16,-6 5-10-16,-9 6 5 16,-9 0-1-16,0 0-8 0,-4-6 8 15,-13-5 2-15,2-9-3 16,3-6-1-16,6-5-6 15,4-5 2-15,2 0 1 16,0 0 5-16,7-6-11 16,18-10-42-16,10-1-5 15,7 4 41-15,-1 6 0 16,-2 7-1-16,-7 0 2 16,-7 10 1-16,-10 10 4 15,-10 7 14-15,-5 1 18 16,0 0 27-16,-20-2-11 15,-5-5 13-15,-5-3 5 16,-7-6-17-16,-2-1-27 16,-3-6-9-16,-1 0-13 0,4-2 0 15,3-3-94-15,4 0-117 16,3 0-266-16</inkml:trace>
  <inkml:trace contextRef="#ctx0" brushRef="#br1" timeOffset="91899.18">1929 6089 1142 0,'0'0'116'0,"0"0"-70"15,0 0 42-15,-10-85-5 16,42 62-16-16,12 6-45 16,10 10-13-16,0 7-3 15,-6 9-6-15,-11 18-7 0,-12 11-1 16,-11 8 8-16,-14 8 3 16,-6 10-2-16,-27 5 1 15,-18 4 11-15,-13-2-9 16,-8-9 0-16,5-15 2 15,15-19 2-15,17-15-5 16,18-13 8-16,9 0 13 16,6-10 19-16,2-9-26 15,0-4-17-15,19 2-5 16,11 0 5-16,7 5 2 16,8 10-2-16,5 6 0 15,0 0-7-15,0 5 1 0,-5 13 0 16,-8 5-1-16,-5 1 4 15,-6 0-41-15,-6 1-36 16,-1-2-82-16,-4-9-109 16,-4-13-324-16</inkml:trace>
  <inkml:trace contextRef="#ctx0" brushRef="#br1" timeOffset="92191.75">2517 5537 120 0,'0'0'1046'0,"0"0"-1045"16,0 0-1-16,0 0 0 15,0 0 5-15,0 112 13 16,2-63-6-16,-2 4 7 16,0-3-11-16,0 1-6 15,0-2-1-15,0-4-1 0,-3-5-151 16,0-11-92 0,3-15-142-16</inkml:trace>
  <inkml:trace contextRef="#ctx0" brushRef="#br1" timeOffset="92548.95">2643 5603 482 0,'0'0'796'16,"0"0"-776"-16,0 0-17 15,0 0 26-15,0 0-10 16,0 0-1-16,67-36-10 15,-49 56-8-15,-4 7 0 16,-7 6-2-16,-7 3 2 16,0 2 0-16,-21 2 6 15,-7 0 1-15,-4-6-2 0,3-7 3 16,7-10-6-16,11-10 29 16,8-5 31-16,3-2-3 15,0 0-25-15,3 0-26 16,19-9-7-16,8-2 4 15,9 2 2-15,-1 5-7 16,2 2-5-16,-1 2-63 16,-3 0-36-16,-1 11-33 15,-2 4-128-15,-9-1-201 16</inkml:trace>
  <inkml:trace contextRef="#ctx0" brushRef="#br1" timeOffset="92859.09">3166 6059 1238 0,'0'0'149'0,"0"0"-149"15,0 0-4-15,0 0 4 16,0 0 27-16,129-1-20 16,-76 1 3-16,3 0-10 15,-10 0-9-15,-8 0-142 16,-10 0-139-16,-15 0-174 15</inkml:trace>
  <inkml:trace contextRef="#ctx0" brushRef="#br1" timeOffset="93049">3253 6238 1147 0,'0'0'289'0,"0"0"-289"15,0 0-35-15,0 0 35 16,105-13 21-16,-46 10-16 16,6 3-5-16,-5 0-50 15,-13 0-180-15,-13 0-210 16</inkml:trace>
  <inkml:trace contextRef="#ctx0" brushRef="#br1" timeOffset="93236.2">3315 6402 1421 0,'0'0'120'0,"0"0"-120"16,0 0-17-16,0 0 17 16,90-15 6-16,-31 15-6 15,1 0-69-15,-3 0-90 16,-8 2-213-16,-13 0-399 15</inkml:trace>
  <inkml:trace contextRef="#ctx0" brushRef="#br1" timeOffset="95064.16">4186 6097 809 0,'0'0'102'0,"0"0"-92"0,0 0-2 15,0 0 132 1,0 0-26-16,0 0-58 0,0 0-23 16,59-91 28-16,-48 64-14 15,-1 5-19-15,-3 2 3 16,-5 4-7-16,-1 3 3 15,-1 5 0-15,0 5-7 16,0 3-8-16,0 0-1 16,0 0-7-16,0 0-4 15,0 9-10-15,0 10 4 16,0 11 6-16,0 14 1 16,0 13 6-16,0 4-2 15,0 2 0-15,5-5-5 16,4-7 4-16,-2-4-4 15,-3-6 0-15,-1-7 1 0,-3-3 0 16,0-6-1 0,0-3 0-16,-1-1-13 0,-12-4-12 15,-1-5-4-15,-3-3 18 16,1-7 11-16,-1-2 11 16,-2 0-10-16,5-2 3 15,2-7 1-15,5 1 0 16,7 4 7-16,0 0 10 15,0 2-22-15,4-2-6 16,16-1 4-16,11 0 1 16,8-1 1-16,6 2-1 15,2 0-64-15,3-4-79 0,2-3-94 16,-2-4-178 0</inkml:trace>
  <inkml:trace contextRef="#ctx0" brushRef="#br1" timeOffset="95364.1">4848 5790 1220 0,'0'0'77'0,"0"0"-74"0,0 0 11 15,0 0 25-15,0 0-7 16,0 0-26-16,-78 118 20 16,74-47 10-16,4 9 3 15,0 4-24-15,2 3-4 16,11-2-1-16,4-6-10 16,0-9 2-16,3-4-2 15,1-11-17-15,3-6-80 16,1-12-57-16,0-13-106 15,-3-15-244-15</inkml:trace>
  <inkml:trace contextRef="#ctx0" brushRef="#br1" timeOffset="96562.85">5004 6128 684 0,'0'0'583'15,"0"0"-530"-15,0 0-46 16,0 0 30-16,0 0-23 16,0 0-10-16,33 17-4 15,-1 27 19-15,-4 7-8 16,-8 0-10-16,-4-5 3 16,-9-6-1-16,0-10-2 15,-5-10-1-15,-1-7-2 0,-1-8 2 16,0-3 7-1,0-2-1-15,0 0 6 0,0 0 1 16,0-16-3-16,0-13-10 16,0-10-18-16,0-8 17 15,0-1-1-15,0 2 4 16,7 7-4-16,3 7 2 16,-1 9 0-16,1 8 10 15,-2 8-7-15,-1 7 5 16,1 0-8-16,4 7 0 15,1 18 0-15,0 8 6 16,1 4 12-16,0 4-7 16,-4-3-10-16,-2-3 2 15,0-4 0-15,0-10-3 0,-2-4 2 16,0-6-2 0,-3-6-2-16,1-4-17 0,-2-1-10 15,1 0 1-15,2 0-6 16,4-17 14-16,0-11 16 15,1-8-8-15,-3-2 12 16,-2 1 0-16,-1 3 3 16,-3 5 8-16,1 7 5 15,-1 9 1-15,1 5 21 16,-2 8-11-16,0 0-3 16,2 0-24-16,3 21-13 15,3 9 13-15,2 6 26 16,2 1-19-16,3-3-3 0,2-7-2 15,3-5 1 1,3-9-3-16,2-6 0 0,2-7-13 16,0 0-7-16,-3-10-20 15,-3-11 6-15,-6-5 14 16,-3-3 20-16,-8-3 4 16,-2 1-3-16,-2 2 2 15,0 5 4-15,0 7 21 16,-9 6-8-16,2 7 11 15,0 4 1-15,0 3-30 16,-1 18 3-16,2 9-3 16,2 3 4-16,4 0-5 15,0-5 1-15,4-3-2 16,12-10-2-16,4-8-5 0,0-4-33 16,0-3 11-1,0 0 0-15,-3-10 14 0,-4-5 12 16,-1-6 3-16,-5 1 6 15,-3 2-2-15,-4-2-2 16,0 5 12-16,0-1 7 16,0 3-8-16,0 0 0 15,-4 3 6-15,-3 3 3 16,2 0-10-16,-2 4-1 16,2 0-2-16,0 2-4 15,2 1-3-15,0-2-2 16,-1 2 3-16,2 0-3 15,2 0 2-15,-1 0 1 0,-1 0-2 16,-2 0-1-16,0 0 0 16,-1 0-1-16,0 0 2 15,0 0 0-15,1 0-1 16,-1 0 3-16,2 0-1 16,-2 0-1-16,-2 0 0 15,-1-1 2-15,1-3-3 16,0-1 4-16,3 2-4 15,2 1-5-15,2 2 0 16,0 0-16-16,0 0-33 16,0 0-53-16,3 0-34 15,9 3-19-15,5 6-108 0,-1-3-108 16</inkml:trace>
  <inkml:trace contextRef="#ctx0" brushRef="#br1" timeOffset="96980.23">5924 6189 556 0,'0'0'202'0,"0"0"-135"15,0 0 94-15,0 0 23 16,0 0-65-16,0 0-40 16,-21-33-37-16,8 33-12 15,-2 17-17-15,1 10-8 16,5 8 1-16,2 3 1 0,7 0 5 15,0-7-9 1,7-10 0-16,10-7-3 0,9-11 0 16,0-3 0-16,1-6 9 15,1-14-9-15,-4-10-4 16,-7-7 3-16,-6 0 1 16,-8-5 0-16,-3-3 5 15,0-1 6-15,-14-3 15 16,-11-4-4-16,-5 0 10 15,-2 4-13-15,3 10-10 16,9 12 14-16,8 14-5 16,6 11 9-16,1 2-27 15,2 17-15-15,3 17 6 16,0 10 8-16,1 3-4 0,21-2-67 16,7-2-42-16,4-3-46 15,2-11-228-15,4-11-271 16</inkml:trace>
  <inkml:trace contextRef="#ctx0" brushRef="#br1" timeOffset="97204.01">6390 5900 1169 0,'0'0'169'0,"0"0"-134"15,0 0-28-15,0 0 19 0,0 0-3 16,1 78 51-16,12-27-32 16,-1 4-22-16,4-4-11 15,-2 0-8-15,0-4-1 16,1-4-34-16,-2-7-75 16,-3-9-95-16,0-10-204 15</inkml:trace>
  <inkml:trace contextRef="#ctx0" brushRef="#br1" timeOffset="97614.94">6595 5952 1122 0,'0'0'198'0,"0"0"-149"16,0 0-29-16,0 0 11 15,86-75 10-15,-59 75-27 16,-2 0-12-16,-11 13-2 15,-9 13-1-15,-5 6 1 16,-2 2 4-16,-18-1-3 16,-3-4 13-16,0-5-2 15,4-6 0-15,7-4-5 16,8-10-5-16,4 0-1 16,0-4-1-16,0 0-5 15,18 0 5-15,4 0 6 16,4-6-2-16,2 6-4 0,-5 0 1 15,-1 0-1 1,-5 0 3-16,-1 9 3 0,-6 7 12 16,-5 2 11-16,-5 0 0 15,0 3 6-15,-10-1-1 16,-11 0 2-16,-3-2-8 16,-3-4-20-16,2-2-3 15,1-4-5-15,3-1-22 16,1-5-83-16,3-2-93 15,2-11-218-15</inkml:trace>
  <inkml:trace contextRef="#ctx0" brushRef="#br1" timeOffset="97879.87">6873 5728 1359 0,'0'0'86'16,"0"0"-77"-16,0 0-9 16,113 33 60-16,-62 10-1 15,-3 11-16-15,-6 11-10 16,-9 5 7-16,-9 5-5 16,-16 3-12-16,-8 1-17 15,0-1-4-15,-24-7-2 16,-9-3 1-16,-10-7-7 15,-8-4-56-15,-9-5-154 0,-9-12-331 16</inkml:trace>
  <inkml:trace contextRef="#ctx0" brushRef="#br1" timeOffset="104378.46">22945 2685 835 0,'0'0'132'0,"0"0"-119"16,0 0 5-16,0 0 11 15,0 0-19-15,-28 79 1 16,12-5 70-16,-6 10-45 16,1 4-11-16,-1-7-10 15,2-6-10-15,3-17-1 16,2-17-3-16,7-14 3 15,2-12-3-15,3-7 0 0,3-7 3 16,0-1 1-16,0 0 16 16,2-24 58-16,15-14-48 15,3-12-28-15,1-14 7 16,0-8-7-16,-2-6 0 16,-2-2 1-16,0 0-3 15,-4 11 1-15,-3 18 8 16,-5 19 10-16,-1 20 3 15,-2 12-8-15,-2 0-15 16,3 28-28-16,4 16 24 16,3 19 4-16,3 8 10 15,5 5-7-15,4-3-3 16,1-3 4-16,-1-6-4 0,-2-8 0 16,-3-7 0-16,-6-6 0 15,-4-8-3-15,-7-4-107 16,0-7-36-16,0-12-216 15,-21-10-89-15</inkml:trace>
  <inkml:trace contextRef="#ctx0" brushRef="#br1" timeOffset="104540.44">22789 3188 784 0,'0'0'408'16,"0"0"-408"-16,0 0-41 15,0 0 41-15,139-39 15 16,-77 27-11-16,3 1-4 0,-3 4-2 16,-6-2-153-16,-9-2-174 15,-11-2-135-15</inkml:trace>
  <inkml:trace contextRef="#ctx0" brushRef="#br1" timeOffset="104736.16">23284 2825 1013 0,'0'0'44'0,"0"0"-44"16,0 0 0-16,-15 79 17 15,15-28 15-15,0 6-3 16,0 0-2-16,1-3-18 16,9-2-4-16,-1-7-4 0,-3-6 2 15,1-6-3-15,0-9-137 16,-2-9-138-16,-2-10-142 15</inkml:trace>
  <inkml:trace contextRef="#ctx0" brushRef="#br1" timeOffset="105531.68">23467 2827 1126 0,'0'0'39'0,"0"0"-39"0,0 0-14 16,0 0 14-16,-14 86-1 16,14-42 3-16,0-1-3 15,3-2 1-15,4-5 0 16,-3-7 0-16,2-6 2 16,-5-4-2-16,1-7-1 15,-2-2-1-15,0-1 0 16,0-1 2-16,0-4 1 15,0 1-1-15,0-3 0 16,0 5 3-16,-5 1 1 16,1 1-3-16,0 4 6 15,1-2-1-15,0-3 2 16,3 0-5-16,0-4 2 0,0-1 2 16,0-3-3-16,0 0-3 15,0 0 17-15,0 0 39 16,0 0 24-16,0-10 14 15,0-8-64-15,0-8-29 16,0-2 5-16,0-7 1 16,0-2 4-16,0-4-6 15,0-1 4-15,0 1 8 16,0 7-3-16,0 3-5 16,0 9 3-16,3 8-7 15,-2 5 6-15,1 7 5 16,-1 2-17-16,1 0-7 0,5 0-11 15,3 5 4 1,6 16 11-16,3 8-8 0,2 7 9 16,0 4 2-16,-3-3 1 15,-3-4-1-15,-3-7 0 16,-4-10 0-16,-3-6 1 16,-3-5 3-16,-2-3-4 15,0-2 1-15,0 0 7 16,0 0 7-16,3-10 1 15,6-17 0-15,2-7-16 16,4-6 2-16,1 0-2 16,-2 10 1-16,1 7-1 15,-3 12-3-15,-5 4-3 16,0 7 1-16,-3 5-12 16,3 21-2-16,5 10 18 0,-4 6-1 15,3 3 1 1,-5-1 1-16,1 0 0 0,-3-5 1 15,0 2-1-15,-2-4-4 16,-2-1-95-16,1-6-71 16,1-11-51-16,1-13-238 15</inkml:trace>
  <inkml:trace contextRef="#ctx0" brushRef="#br1" timeOffset="105734.36">23939 2966 1126 0,'0'0'47'0,"0"0"-47"16,0 0-4-16,0 0 3 15,0 0 1-15,1 109 27 16,12-61-15-16,-4-4-4 16,1-4-6-16,-1-5 0 15,-4-5-2-15,-2-6-48 16,-3-7-174-16,0-8-114 15</inkml:trace>
  <inkml:trace contextRef="#ctx0" brushRef="#br1" timeOffset="105932.12">23962 2895 1105 0,'0'0'88'15,"0"0"-68"-15,0 0 86 16,0 0-33-16,0 0-59 15,0 0-12-15,84-45-2 16,-45 45-1-16,-4 0-4 16,-5 6-91-16,-10 10-72 15,-8 4-53-15,-12 1-120 16,0 1-67-16</inkml:trace>
  <inkml:trace contextRef="#ctx0" brushRef="#br1" timeOffset="106061.91">24044 3119 1277 0,'0'0'13'0,"0"0"1"0,0 0-14 16,0 0 8-16,0 0-5 15,94 3-3-15,-69-2-83 16,-5 1-136-16,-11 2-299 16</inkml:trace>
  <inkml:trace contextRef="#ctx0" brushRef="#br1" timeOffset="106199.95">23954 3399 74 0,'0'0'1016'0,"0"0"-1016"15,0 0-6-15,0 0 6 16,97 8 0-16,-42-16-8 16,7-9-115-16,-2-3-214 0</inkml:trace>
  <inkml:trace contextRef="#ctx0" brushRef="#br1" timeOffset="106462.48">24429 2727 1195 0,'0'0'76'16,"0"0"-76"-16,0 0-21 15,0 0 8-15,-5 96 13 0,13-29 25 16,5 9 6 0,1 1-15-16,-1-1-12 0,-4-2-1 15,-4-7 0-15,-2-5 4 16,-1-11-7-16,0-12-22 16,-2-16-169-16,0-18-192 15,1-5-261-15</inkml:trace>
  <inkml:trace contextRef="#ctx0" brushRef="#br1" timeOffset="107196.42">24479 2623 1224 0,'0'0'35'0,"0"0"-32"16,-92-38-1-16,46 29 35 15,-16 0 20-15,-12-2-8 16,-13 4-7-16,-15-2-16 16,-15 1-3-16,-11 2-14 15,-7 0-4-15,-2 0 1 16,2 1-4-16,6-2 4 16,11 1-6-16,12 3 0 15,18 1 1-15,10 0 2 16,16 0 8-16,11 0 4 15,16 2-12-15,13 0 8 0,7 0 5 16,9-2 16-16,-1 0-8 16,0 1-12-16,2-3-1 15,-2 2 6-15,3-1 0 16,-5-2 2-16,-1 1-9 16,0-1-3-16,-2 1-5 15,2 1 7-15,2 1-7 16,1 2 0-16,4 0 0 15,1 0-2-15,2 0 0 16,0 0-4-16,-2 0-1 16,-1 3-2-16,-4 18 2 15,0 17 0-15,1 18 4 16,3 18 1-16,1 17 1 16,0 16 3-16,1 9 1 0,-1 4-5 15,1 0 5 1,1-5-5-16,0-12-1 0,0-15 1 15,0-17 1-15,4-21-1 16,6-14-5-16,7-12 0 16,5-7 5-16,13-7 0 15,18-3 1-15,20-4 11 16,18-2 1-16,20-1-8 16,14 0-1-16,19 0-3 15,13-4 1-15,5-6-2 16,4 0 0-16,-13 1-1 15,-17 3-1-15,-24 0 0 0,-30 4-1 16,-25 1-6 0,-24-1-13-16,-16 2 3 0,-11 0-25 15,-6 0-20-15,0-1 7 16,0-4-34-16,-13-2-113 16,-12-8-409-16</inkml:trace>
  <inkml:trace contextRef="#ctx0" brushRef="#br1" timeOffset="108994.45">22679 2890 617 0,'0'0'95'0,"0"0"-81"0,0 0-14 15,0 0 7-15,0 0 10 16,0 0 36-16,-32 5 5 16,23-1 5-16,-1 2 10 15,-1 1 3-15,-3-3-4 16,1 2-18-16,-2-2 2 15,0 1-24-15,-1-1 0 16,0-2-2-16,-4-1-4 16,1-1-5-16,-1 0 22 15,2 0 9-15,0-9-6 0,-4-7-8 16,3-7-11 0,-1-7-14-16,4-5 23 0,0-6-32 15,5-11 13-15,3-8-8 16,3-5-8-16,5-2 1 15,0 1-1-15,0-1 2 16,8 4-6-16,7 1 4 16,2 8-1-16,3 1 0 15,2 8-1-15,1 3-2 16,-1 1 3-16,0 4 0 16,-2 1 0-16,-4 6-2 15,-2 8 2-15,-8 7 1 16,-2 7-1-16,-2 5 0 15,-2 3 0-15,0 0 1 0,0 0-3 16,0 0 4 0,0 0-1-16,0 0-1 0,0 0-2 15,0 0 2-15,0 0-1 16,0 0 2-16,0 0-5 16,0 0 5-16,-6 0-1 15,-4 5 0-15,-5 4 0 16,-3 1 0-16,-1 2 0 15,0 0 2-15,-1 1-4 16,-1-2 3-16,3 0-1 16,-1 1 1-16,4-2 0 15,4-5-1-15,6-1 0 16,3-4 1-16,2 0-3 0,0 0 2 16,0 0 0-1,0 0 0-15,0 0 0 0,8-7 0 16,6-8 0-16,6-1-2 15,1-3 2-15,3 3-4 16,-4 2-2-16,-2 7 1 16,-3 4 2-16,-1 3 1 15,-1 0-7-15,2 9 2 16,4 12 6-16,1 6-6 16,0 4 7-16,3-1 0 15,1 2-2-15,0 2-95 16,2 1-56-16,-1 0-61 15,-8-7-235-15</inkml:trace>
  <inkml:trace contextRef="#ctx0" brushRef="#br1" timeOffset="127673.61">5366 2298 899 0,'0'0'103'16,"0"0"-98"-16,0 0-3 15,0 0 17-15,0 0 57 16,0 0-20-16,0 0-41 0,-36-11-12 16,53 15 7-16,12 7 19 15,15 2 15-15,16-6-28 16,15-6 1-16,9-1 5 15,6 0-10-15,-5-12-3 16,-6 0-8-16,-10 4-1 16,-17-1-46-16,-16 5-99 15,-19 1-146-15,-17 1-130 16</inkml:trace>
  <inkml:trace contextRef="#ctx0" brushRef="#br1" timeOffset="127881.85">5316 2487 241 0,'0'0'885'16,"0"0"-843"-16,0 0-41 15,121-31-1-15,-38 15 7 16,14-2-6-16,3 3 0 15,-3 5-1-15,-13 6-133 16,-19 4-228-16</inkml:trace>
  <inkml:trace contextRef="#ctx0" brushRef="#br0" timeOffset="138774.71">1812 5487 821 0,'0'0'77'0,"0"0"-69"15,0 0 22-15,0 0 52 16,0 0 12-16,0 0-48 16,0 0-27-16,0 0 0 0,-74 102-4 15,52-23 4 1,3 30 9-16,3 22 6 0,6 34 38 16,7 12-18-1,3-2-36-15,2-15-5 0,23-30-8 16,13-31-1-16,13-21-4 15,12-21-1-15,13-16-70 16,7-17-64-16,3-21-84 16,0-6-203-16</inkml:trace>
  <inkml:trace contextRef="#ctx0" brushRef="#br0" timeOffset="139154.73">2828 5435 1096 0,'0'0'51'16,"0"0"-51"-16,0 0 0 15,67 148 1-15,-30-56 29 0,0 14 16 16,-5 8-18 0,-9 2-1-16,-8 4-9 0,-13 1-11 15,-2-6-6-15,-13-6-1 16,-21-10 5-16,-7-9-1 15,-8-9-4-15,2-8-9 16,4-16-80-16,9-14-59 16,9-20-142-16,6-19-176 15</inkml:trace>
  <inkml:trace contextRef="#ctx0" brushRef="#br0" timeOffset="140023.79">3176 5195 55 0,'0'0'746'0,"0"0"-676"16,0 0-59-16,-15-87-7 15,5 68 38-15,-2 5 19 16,2 1-54-16,-3 4 17 16,-2 4-3-16,0 5-1 15,-4 0-5-15,3 0-5 16,-1 13 4-16,4-1 6 16,3 1-8-16,4 1-12 15,6-2 2-15,0 3-4 16,3 0 4-16,14 1 2 0,7 5 7 15,4 0-7-15,3 2-1 16,-5 3-2-16,-4 1 2 16,-5 1-3-16,-10 5 0 15,-7 6-5-15,0 2 5 16,-16 4 15-16,-9-4 3 16,-3-5-7-16,-4-6-2 15,4-8 13-15,2-8-12 16,9-9-4-16,5-5 0 15,7-11-5-15,5-21-1 16,1-10-55-16,22-4-38 16,11 2 17-16,0 7 26 15,1 8-10-15,-3 11 43 16,-4 9 12-16,0 7 5 16,-1 2 0-16,1 2 2 0,1 10 7 15,-3-1 2-15,4 0 6 16,-4 0-3-16,-1-6-1 15,-5-3-2-15,-5-2 11 16,-8 0-8-16,-4 0 21 16,-3-10 48-16,0-9-27 15,0-6-18-15,-10-4-4 16,-3-2-3-16,-6 3 3 16,1 0-3-16,-2 8-18 15,0 6-10-15,3 6-3 16,4 5-5-16,4 3-2 0,3 8-27 15,0 20-85-15,6 12-13 16,0 3-69-16,12 2-101 16</inkml:trace>
  <inkml:trace contextRef="#ctx0" brushRef="#br0" timeOffset="140887.75">4425 5496 715 0,'0'0'394'0,"0"0"-352"0,0 0-41 15,-25-93 12-15,15 72 31 16,-2 2-6-16,-1 2-16 16,-3 4 6-16,-3 4-22 15,2 4 2-15,1 5-8 16,0 0 0-16,3 0-2 16,1 2 3-16,5 8-2 15,4 1-7-15,3 3 7 16,0 5-2-16,9 4 1 15,12 2 2-15,6-1 0 16,3 0-1-16,0 1 0 16,-3-3 1-16,-6 0 1 15,-5-1-1-15,-13 1-5 0,-3 2 4 16,0-7-6-16,-12 2 7 16,-8-6 9-16,-5-1 15 15,-2-5-4-15,2-1-5 16,2-6-8-16,6 0 7 15,5-10-6-15,11-12-8 16,1-8-39-16,10-6 0 16,20 2-27-16,4 0 15 15,0 6 15-15,1 4 18 16,-1 11 8-16,-4 9 10 16,-1 4 1-16,-5 10 9 15,0 17 13-15,-2 5 1 16,0-2 2-16,1-5 0 15,-1-6-17-15,-4-9-4 0,0-6 8 16,1-4 18-16,-3-4 30 16,3-17 2-16,-4-9-8 15,-5-5 2-15,-8-1 3 16,-2 1-18-16,-10 2 9 16,-17 2-21-16,-7 7-18 15,-7 6-12-15,-1 10 0 16,-5 8-8-16,-2 8-50 15,3 25-88-15,1 7-122 16,3 4-403-16</inkml:trace>
  <inkml:trace contextRef="#ctx0" brushRef="#br0" timeOffset="142421.5">2106 8361 1083 0,'0'0'111'16,"0"0"-65"-16,0 0 29 0,0 0 15 16,-14-79-21-16,45 61-44 15,11 6-12-15,6 5 2 16,2 7-10-16,-4 0-5 16,-10 20-4-16,-9 9 2 15,-15 10 0-15,-12 9 2 16,-8 8 0-16,-33 8 14 15,-14 5-10-15,-10 1 5 16,-2-4 4-16,5-10-2 16,13-17 7-16,16-18-11 15,17-15 4-15,12-6 19 16,4-7 8-16,10-21-25 16,22-8-13-16,13-4-3 15,8 4 2-15,5 9 2 0,0 9-1 16,1 10 0-16,-1 6-8 15,-5 2 7-15,-6 4-11 16,-7 15-60-16,-8 2-10 16,-5 2-57-16,-5-4-83 15,-7-10-144-15,-8-9-389 16</inkml:trace>
  <inkml:trace contextRef="#ctx0" brushRef="#br0" timeOffset="143755.6">2728 7703 439 0,'0'0'338'16,"0"0"-287"-16,0 0-44 16,0 0 29-16,0 0 47 15,0 0-5-15,0-7-13 0,0 5 13 16,0-1 12-16,0-3-15 16,0-4-7-16,0-6-47 15,0 2 7-15,-3-3 9 16,-8 2-19-16,-2 3-9 15,2 1-2-15,-3 6-7 16,3 3 6-16,1 2-4 16,0 0-1-16,0 21-2 15,-1 9 1-15,3 8-1 16,5-1-2-16,3-4 3 16,0-8-1-16,7-6 1 0,6-9-1 15,2-4-3-15,0-4 2 16,2-2 2-16,-2 0 0 15,0-14-1-15,-4-4 1 16,-4-3 2-16,-2-1 0 16,-5-2 2-16,0-1-3 15,0 0 3-15,0 1-1 16,0 4-3-16,0 7 0 16,0 5 2-16,0 7-2 15,0 1-1-15,0 0-1 16,0 0 1-16,0 0 0 15,0 0-5-15,0 0 4 0,0 0 0 16,0 0 1 0,0 0 1-16,0 0 0 0,0 0 1 15,0 0-1 1,0 0 2-16,0 0-2 0,0 0 2 16,0 0-1-16,0 0 0 15,0 0-1-15,0 0 3 16,0 0-2-16,0 0 2 15,0 0-2-15,0 0 1 16,0 0-1-16,0 0 1 16,0 0-1-16,0 0 2 15,0 0-2-15,0 0 1 16,0 0-1-16,0 0-1 16,0-2 2-16,0 2 0 0,0 0-2 15,0 0 3-15,0 0-2 16,0 0 1-16,0 0-1 15,0 0 0-15,0 0-1 16,0 0 1-16,0 0 0 16,0 0 1-16,0 0 3 15,0 0-5-15,0 0 5 16,0 0-1-16,0 0-1 16,0 0-1-16,0 0-1 15,0 0 2-15,0 0 1 16,0 0-2-16,0 0 0 15,0 0 0-15,0 0-2 16,0 0 4-16,0 0-3 16,0 0 2-16,0 0-3 15,0 0 3-15,0 0-3 0,0 0 1 16,0 0 0-16,0 0-1 16,0 0-1-16,0 0 0 15,0 0-2-15,-2 0-52 16,-1 0-83-16,-2 8-121 15,-5-2-118-15,-5-6-388 16</inkml:trace>
  <inkml:trace contextRef="#ctx0" brushRef="#br0" timeOffset="144919.68">2788 7783 353 0,'0'0'94'16,"0"0"-38"-16,0 0-15 16,0 0 32-16,0 0 31 15,0 0 3-15,-25-83-28 16,22 75-1-16,-1 4-26 16,3 1 7-16,1 3-20 15,0 0-18-15,0 0-21 16,0 9-8-16,0 13 8 15,1 8 12-15,8 11-2 16,-2 5 0-16,-1 0 7 16,-2 1 15-16,-3-7-14 0,-1-7 16 15,0-7-9-15,0-7 16 16,-3-3-1-16,-14 0-1 16,-3-1-13-16,-6-2-7 15,0-6-13-15,1-5-1 16,4-2 5-16,2 0-10 15,4-8-10-15,8-6-39 16,7-2-38-16,0-1-54 16,16 3-125-16,9 3-13 15,1 3-3-15</inkml:trace>
  <inkml:trace contextRef="#ctx0" brushRef="#br0" timeOffset="145871.91">3024 7646 207 0,'0'0'23'15,"0"0"-12"-15,0 0 65 16,0 0 4-16,0 0-2 16,0 0 26-16,1-7-3 15,-1 7-12-15,0 0-6 16,0 0-13-16,0 0 6 15,0 0 0-15,0 0-14 0,0-2-18 16,0 0-13 0,0 2 9-16,0-1 0 0,0 1-6 15,-1-2-11-15,-2 2 2 16,-3 0-13-16,3 0 7 16,-4 0-5-16,-1 0-6 15,-2 3 10-15,0 16-15 16,0 6 0-16,0 9 2 15,6 6-4-15,4 2 7 16,0 0-7-16,0-2 0 16,14-6-1-16,1-7 1 15,0-9 5-15,2-8-6 16,0-5-1-16,3-5 1 16,-2 0 4-16,0-14-3 0,1-5-1 15,-7-5 6-15,-2-2-5 16,-9 1 6-16,-1 2-5 15,0 5 1-15,-13 3 2 16,-5 4-4-16,-3 5 3 16,0 3-2-16,2 3-1 15,3 0-1-15,0 1-3 16,7 9 2-16,2 0-13 16,5 2-59-16,2-1-22 15,0-1-41-15,15-3-45 16,11-7-81-16,2 0-58 15</inkml:trace>
  <inkml:trace contextRef="#ctx0" brushRef="#br0" timeOffset="146204.87">3251 7730 328 0,'0'0'645'0,"0"0"-591"16,0 0-26-16,0 0 11 15,0 0-14-15,0 0-8 16,-8 51 5-16,23-22-8 16,5-6 0-16,2-1-3 15,-2-6-9-15,2-5 4 16,-4-8 1-16,-3-3 7 0,1 0 15 16,-3-5-4-1,-4-11 5-15,-3-6 16 0,-3 0 8 16,-3-3-1-16,0 0-31 15,-9-1-4-15,-9 2 5 16,-2 1-22-16,-2 6 2 16,2 5-3-16,2 8-12 15,0 4 2-15,1 3-38 16,4 18-55-16,3 8-12 16,8 2-90-16,2 0-195 15</inkml:trace>
  <inkml:trace contextRef="#ctx0" brushRef="#br0" timeOffset="147906.82">3636 8407 791 0,'0'0'437'0,"0"0"-395"16,0 0-42-16,0 0-9 15,0 0 9-15,0 0 8 16,88-9 5-16,-32 13-3 15,8-2-6-15,2-2-4 16,-6 0-91-16,-6 0-88 16,-19 0-146-16,-22-2-213 15</inkml:trace>
  <inkml:trace contextRef="#ctx0" brushRef="#br0" timeOffset="148087.94">3715 8559 651 0,'0'0'828'0,"0"0"-828"16,0 0-27-16,0 0 1 15,0 0 26-15,108 0 1 16,-48 0-1-16,1 0-40 16,-8 0-110-16,-12 2-145 15,-20-1-266-15</inkml:trace>
  <inkml:trace contextRef="#ctx0" brushRef="#br0" timeOffset="148240.5">3780 8682 1214 0,'0'0'53'0,"0"0"-53"16,0 0-101-16,0 0 101 15,109-5 0-15,-48 5 0 16,11-1-64-16,5-7-96 15,0-5-219-15</inkml:trace>
  <inkml:trace contextRef="#ctx0" brushRef="#br0" timeOffset="148753.2">4518 8376 1195 0,'0'0'133'0,"0"0"-125"16,0 0-6-16,-14-82 12 16,17 57 27-16,12-1-9 15,-2-1-19-15,1-2 4 16,-6 0 6-16,-5 1 9 16,-3 6 0-16,0 6-13 15,0 11 30-15,0 3-8 16,0 2-25-16,0 0-16 15,0 0-9-15,0 20-6 16,0 17 13-16,0 12 4 16,0 12 1-16,4 3 1 0,4 3-2 15,0-4-2 1,-1-5 3-16,-2-7-3 0,-1-7 0 16,-4-7 1-16,0-6-1 15,-10-5 0-15,-12-4-15 16,-3-2 11-16,-2-10-5 15,4-4 9-15,3-6 11 16,1 0-5-16,6-3 6 16,3-6-4-16,7 0-3 15,3 2 4-15,0-4-5 16,7-3-2-16,18 1-2 16,11 1-1-16,9 2 1 0,8 1-2 15,4 2-5 1,4-1-56-16,-3 0-36 0,-1 0-85 15,0-4-69-15,-8 0-262 16</inkml:trace>
  <inkml:trace contextRef="#ctx0" brushRef="#br0" timeOffset="149087.72">5341 7984 1248 0,'0'0'56'0,"0"0"-53"16,0 0 21-16,0 0 49 15,0 0-44-15,0 0-24 16,-72 101 10-16,71-38 14 15,1 6 0-15,0 6 5 16,0 0-13-16,0-7-2 16,11-2-13-16,8-8-4 15,2-6 0-15,7-8-2 16,-2-6-53-16,3-10-49 16,0-10-52-16,5-13-127 0,-6-5-204 15</inkml:trace>
  <inkml:trace contextRef="#ctx0" brushRef="#br0" timeOffset="150251.97">5512 8322 1057 0,'0'0'146'16,"0"0"-104"-16,0 0-1 15,0 0 1-15,0 0-35 16,0 0 11-16,45 37 31 15,-18 5-5-15,-4 3-26 0,-4 1-5 16,-4-6-3 0,-5-4-6-16,-6-8 1 0,0-7-4 15,-4-5 3-15,0-8 0 16,0-5-1-16,0-3 1 16,0 0 15-16,0-7 24 15,2-19-19-15,1-13-24 16,4-9-1-16,1-3-3 15,2 7-1-15,2 7 5 16,-3 12-4-16,1 8 3 16,-3 9-1-16,0 5-1 15,0 3-5-15,3 2-5 16,3 18 13-16,4 10 5 16,0 1 4-16,-2 3-4 0,-4-3 5 15,3-4-9-15,-3-7 0 16,-1-3-1-16,2-6 0 15,-4-7 2-15,1-2-2 16,1-2 0-16,0 0 7 16,5-17-7-16,0-7 2 15,0-6-2-15,0-6 0 16,-5 0-1-16,-3 3-1 16,-4 12 2-16,-3 9 8 15,0 9 12-15,0 3 5 16,0 0-11-16,0 0-14 15,2 15-11-15,5 10 11 16,1 5 7-16,4 0 3 16,1-3-9-16,0-6 0 15,3-5-1-15,2-4 0 0,4-8-12 16,1-4-22-16,2 0-4 16,-2-4-17-16,1-14-1 15,-6-5 2-15,-2-1 43 16,-3-1 9-16,-3 0-11 15,-2 3 9-15,-3 8 4 16,-3 5 3-16,-1 6 14 16,1 3-3-16,2 0-14 15,4 20 1-15,4 5 8 16,3 4 17-16,-1-2-22 16,3-5 3-16,0-5-4 15,0-3-1-15,-2-7-2 0,0-4 6 16,-3-3-6-16,-1 0 4 15,1 0-3-15,-1 0 2 16,3-10 2-16,0-6-5 16,0 0-4-16,0-3 1 15,-4-4 3-15,-3 3-1 16,-4-2 3-16,-3 6-2 16,0 5 5-16,0 7-1 15,0 2 16-15,0 2-1 16,0 0-8-16,0 0-9 15,0 0-2-15,0 0-1 16,0 0-2-16,0 13-13 16,-3 13 16-16,-4 7 19 0,4 0-4 15,3-5-5-15,0-3-7 16,5-7 2-16,10-7-1 16,-1-7-3-16,3-4 5 15,0-2 9-15,-2-14-3 16,-2-8 2-16,-6-2 1 15,-7-4 23-15,0-5-11 16,-14-2-9-16,-10-4 4 16,-10 0-11-16,-4 1-4 15,-2 7-5-15,3 7-2 16,7 11 0-16,5 10-3 16,6 5-14-16,6 1-13 0,3 20-35 15,8 8-17-15,2 5-19 16,0 3-68-16,19-2-54 15,3-6-126-15,1-8-347 16</inkml:trace>
  <inkml:trace contextRef="#ctx0" brushRef="#br0" timeOffset="150819.98">7058 8129 516 0,'0'0'269'0,"0"0"-146"16,0 0 33-16,0 0-18 16,0 0-49-16,0 0-41 15,0 10-37-15,0 25 12 16,0 11 70-16,0 10-42 15,0 3-12-15,0-3-18 16,0-4-5-16,0-4-6 16,3-3-8-16,3-6-4 0,-2-4-11 15,2-5-77 1,2-9-100-16,0-14-202 0,2-7-323 16</inkml:trace>
  <inkml:trace contextRef="#ctx0" brushRef="#br0" timeOffset="151251.85">7207 8264 1364 0,'0'0'102'16,"0"0"-93"-16,0 0 17 16,0 0-1-16,0 0-11 0,85-24-2 15,-60 32-5-15,-9 13-3 16,-8 4-3-16,-8 3 10 15,0 1-8-15,-12-2 5 16,-10-1 5-16,-1-4 16 16,3-5-16-16,7-6-10 15,6-6 0-15,5-3-1 16,2-2-1-16,0 0-1 16,6 0-20-16,15 0-1 15,9-7 21-15,8-2-1 16,3 3 0-16,-2 6-7 15,2 0-5-15,-10 0 13 16,-3 15-9-16,-12 3 9 16,-8 2 2-16,-8 4 9 15,0 2 14-15,-10 2 7 0,-14-2-3 16,-8 1-7-16,-2-6-11 16,-3 1-4-16,-1-6-7 15,2-3-6-15,5-3-54 16,6-10-114-16,5-4-155 15,5-31-369-15</inkml:trace>
  <inkml:trace contextRef="#ctx0" brushRef="#br0" timeOffset="151504.47">7491 8013 1438 0,'0'0'78'0,"0"0"-78"16,0 0 0-16,0 0 20 16,111 125 44-16,-73-67-20 15,-5 10-13-15,-11 4 10 16,-12 4-25-16,-10 0 1 16,-8-2-12-16,-20 1-3 15,-13-4-1-15,-7-4 1 16,-5-5-4-16,-8-8-42 0,-4-6-119 15,-2-12-230 1,-5-10-556-16</inkml:trace>
  <inkml:trace contextRef="#ctx0" brushRef="#br0" timeOffset="159001.47">2462 10383 388 0,'0'0'186'16,"0"0"-95"-16,0 0 21 15,0 0 35-15,0 0 4 16,0 0-48-16,0 0-16 0,0 0-8 16,-31-74-22-16,31 59-10 15,11-1-20-15,12 5-18 16,8 4-6-16,5 5-2 15,3 2-1-15,0 11 0 16,-3 17-3-16,-7 9 2 16,-9 11 0-16,-12 2 1 15,-8 5 0-15,-3 3 0 16,-28 3 0-16,-12-1 0 16,-11-4 3-16,-2-7 5 15,2-13-2-15,11-15 9 16,13-13 21-16,11-8-2 0,11 0-4 15,4 0-4-15,4-17-24 16,4-5-2-16,21-2 7 16,10 4-7-16,7 4 0 15,3 3 0-15,5 11 2 16,4 2-2-16,-1 0-4 16,-5 0 2-16,-6 15-3 15,-8-3-27-15,-7-1-56 16,-4-1-64-16,-4-9-70 15,-5-1-161-15,-5-12-203 16</inkml:trace>
  <inkml:trace contextRef="#ctx0" brushRef="#br0" timeOffset="160868.09">2839 9766 377 0,'0'0'265'16,"0"0"-151"-16,0 0 4 15,0 0 35-15,0 0-31 16,0 0-30-16,-2-60-56 15,12 47-1-15,5-1-14 16,3 2-6-16,4 2-8 16,3 2-5-16,1 8-2 15,-3 0-2-15,-5 0-1 0,-1 15-3 16,-7 5-3 0,-3 4 9-16,-7 3-1 0,0 6 4 15,-3 0 7-15,-11 1-9 16,-5-8 9-16,3-5-2 15,0-6-2-15,6-7 2 16,4-7 3-16,2-1-4 16,4 0 3-16,0 0-1 15,0-9-9-15,2-4-6 16,12-2-14-16,0 6 12 16,5 4 3-16,0 5-4 15,-5 0 2-15,1 11-3 0,-1 10 5 16,-8 3-1-1,0 6 2-15,-6 0 4 0,0-1 8 16,0-2 12-16,-17-3 3 16,-7-2 12-16,-4-2 9 15,-7-2-17-15,-2-3-20 16,2-5 0-16,7-1-1 16,2-4-3-16,11-4-3 15,5-1-16-15,7 0-34 16,3 0-53-16,3-10-91 15,22-9-316-15</inkml:trace>
  <inkml:trace contextRef="#ctx0" brushRef="#br0" timeOffset="161234.06">3290 9682 850 0,'0'0'273'0,"0"0"-247"16,0 0-3-16,0 0 67 16,0 0 22-16,0 0-61 15,-94-13-42-15,81 41-2 16,1 11 4-16,4 7 3 16,5 5-4-16,3-5-6 0,0-7 2 15,18-10-6 1,9-10 4-16,3-12 0 0,3-7 0 15,-3 0 9-15,-6-4 3 16,-10-8-14-16,-10 1 6 16,-4-5 8-16,0 1 29 15,-17-3-22-15,-6 5-6 16,-4 4-17-16,2 4 0 16,3 5-10-16,4 8-14 15,8 20-69-15,8 13-67 16,2 3-161-16,17-6-239 15</inkml:trace>
  <inkml:trace contextRef="#ctx0" brushRef="#br0" timeOffset="161526.98">3880 10184 997 0,'0'0'440'0,"0"0"-385"15,0 0-55-15,0 0 0 0,0 0 15 16,107-11 14-16,-30 11-8 15,7 0-21-15,-8 0 0 16,-10 0-81-16,-18 0-145 16,-23 0-226-16</inkml:trace>
  <inkml:trace contextRef="#ctx0" brushRef="#br0" timeOffset="161692.29">3900 10479 1311 0,'0'0'195'0,"0"0"-195"16,0 0-45-16,0 0 45 0,131 0 0 15,-49 0-8-15,5-7-141 16,-9-9-86-16,-20 1-469 16</inkml:trace>
  <inkml:trace contextRef="#ctx0" brushRef="#br0" timeOffset="161923.69">4007 10615 1275 0,'0'0'42'0,"0"0"-42"16,0 0 0-16,145 0 11 16,-71 0-2-16,4-3-9 15,3-9-126-15,-10-5-208 16</inkml:trace>
  <inkml:trace contextRef="#ctx0" brushRef="#br0" timeOffset="162566.87">4967 10305 1181 0,'0'0'89'0,"0"0"-72"15,0 0 51-15,15-84-18 0,0 52-20 16,2 0-16-16,-2 2 2 15,-4 0 17-15,-4 2-18 16,-4-1 4-16,-3 2-4 16,0 7 3-16,0 7 5 15,0 8 13-15,0 5-12 16,0 0-24-16,0 11-17 16,0 23 13-16,0 19 4 15,-1 14 14-15,1 4-7 16,0 0-4-16,0-2 1 15,0-8-4-15,3-8-1 16,4-10 1-16,-4-10 0 16,-3-6-2-16,0-6-11 15,-15-9-10-15,-10 2 2 16,-9-7 13-16,-1-4-14 0,-2-3 22 16,4 0 5-16,8-12 3 15,6-3 0-15,12 3 13 16,7 2 8-16,0-3-7 15,24 2-20-15,18 0 0 16,13 2-2-16,9 5-6 16,6 4 2-16,5 0-20 15,0 0-60-15,-1 0-95 16,-5 0-102-16,-12-2-263 16</inkml:trace>
  <inkml:trace contextRef="#ctx0" brushRef="#br0" timeOffset="162851.99">5779 9928 1368 0,'0'0'121'16,"0"0"-118"-16,0 0-1 15,0 0 21-15,-45 133 36 16,45-53-25-16,0 7-10 16,8 2-1-16,9-1-15 15,2-6-4-15,1-10-3 0,2-7-2 16,1-10-36 0,2-12-61-16,2-11-69 0,1-16-106 15,1-16-201-15</inkml:trace>
  <inkml:trace contextRef="#ctx0" brushRef="#br0" timeOffset="163949.91">6034 10278 1060 0,'0'0'140'0,"0"0"-69"15,0 0-29-15,0 0-27 0,0 0-10 16,0 0 17-1,94 47 5-15,-70-1-13 0,-7 7 8 16,-6-1 4-16,-5-5-5 16,-3-10-2-16,-3-8-4 15,0-12 3-15,1-8-5 16,-1-8-5-16,2-1-5 16,-2 0 9-16,4 0 11 15,-3-7 6-15,4-21-14 16,2-12-15-16,2-10 0 15,1-2-8-15,1 5-8 16,-1 11 14-16,2 12 2 16,-4 12-4-16,-1 6-1 0,1 6 3 15,1 4-9 1,4 22 11-16,3 8 22 0,1 3-7 16,0-3-2-16,0-2 2 15,0-7-14-15,-3-5 8 16,4-8-8-16,-5-5 1 15,-2-5-1-15,1-2-1 16,-2 0 4-16,2-2 2 16,2-15-1-16,2-9-5 15,-3-10 0-15,-4-2-5 16,-5 4-10-16,-1 3 15 16,-3 12 0-16,0 9 5 15,0 6 5-15,0 4 7 16,0 0-11-16,4 8-6 0,3 16 0 15,3 6 7-15,5 2 8 16,2-4-12-16,1-4 0 16,4-7-3-16,-1-8 0 15,3-5-3-15,0-4-8 16,-1 0-7-16,0-10 0 16,1-8-6-16,-4-4-3 15,-2-2 14-15,-1 1-11 16,0 2-10-16,-7 7 0 15,-4 5 25-15,-2 9 9 16,-1 0 0-16,4 3-17 16,5 17 17-16,1 7 8 15,1 1 8-15,2-2-5 16,0-5-5-16,3-7 7 16,1-3-5-16,-3-7-6 0,-2-4 4 15,-2 0 2-15,-1 0 6 16,-1-15 9-16,-2-1-13 15,-4-3 6-15,-5-2 4 16,0 1-16-16,0-3 3 16,0 6 1-16,-5 7 13 15,0 3 6-15,1 5-20 16,3 1 4-16,1 1-11 16,0 0-3-16,0 0-2 15,0 0-7-15,0 7-8 0,0 13 11 16,0 6 9-16,0-1 1 15,0 1-1-15,7-8 1 16,-1-4-1-16,-1-3 0 16,0-7 0-16,-1-4-1 15,-1 0 2-15,-1 0 1 16,-1 0 9-16,3-13-2 16,-4-9-2-16,0-8 1 15,0-5 13-15,-9-4-2 16,-12-4-13-16,-8 0 11 15,-4 0-13-15,-2 8-3 16,5 6-2-16,5 11 1 16,11 9-2-16,6 5 1 15,6 4-48-15,2 4-45 16,0 21-77-16,8 9 20 0,15 3-93 16,6-2-250-16</inkml:trace>
  <inkml:trace contextRef="#ctx0" brushRef="#br0" timeOffset="164174.04">7202 10238 898 0,'0'0'231'16,"0"0"-157"-16,0 0 1 16,0 0 50-16,-10-81-10 0,10 81-66 15,0 17-49 1,2 22 0-16,8 17 23 0,-2 7 8 15,-1 0-21-15,-3-2-2 16,2-5-7-16,2-6-2 16,0-6-27-16,4-7-96 15,2-10-129-15,1-13-309 16</inkml:trace>
  <inkml:trace contextRef="#ctx0" brushRef="#br0" timeOffset="164585.51">7401 10201 1083 0,'0'0'182'15,"0"0"-146"-15,0 0-21 0,88-70 3 16,-57 70 8-16,-6 0-14 16,-7 17-12-16,-9 12 5 15,-9-1-3-15,0 5 9 16,-7-4 0-16,-12 0 5 15,-4-5 12-15,1-4-3 16,2-6-6-16,5-5-16 16,8-4 0-16,6-4 1 15,1-1-4-15,0 0 0 16,18 0-4-16,11 0 4 16,7 0 1-16,3 0 1 15,-2 6-3-15,-6 10 2 16,-4 3 14-16,-9 3 19 15,-9 2 7-15,-9-4 16 0,0 0-4 16,-19-1-18-16,-7-2-11 16,-6-1-11-16,-1-2-10 15,1 0-3-15,3-9-18 16,6-3-95-16,4-2-133 16,6-21-312-16</inkml:trace>
  <inkml:trace contextRef="#ctx0" brushRef="#br0" timeOffset="164815.89">7800 9902 1274 0,'0'0'165'16,"0"0"-154"-16,113 101 9 15,-72-34 61-15,-7 8 7 16,-12 7-23-16,-16 1-28 15,-6-5-14-15,-10-1-20 16,-23-10 2-16,-11-9-4 16,-6-6-1-16,-5-6-24 15,-7-6-70-15,-3-11-196 16,-4-12-426-16</inkml:trace>
  <inkml:trace contextRef="#ctx0" brushRef="#br0" timeOffset="166899.1">2108 12372 631 0,'0'0'450'15,"0"0"-354"-15,0 0-26 0,-13-89 20 16,21 66-12 0,17 6-14-16,8 4-48 0,5 13 1 15,4 0-3-15,-1 19 0 16,-8 19-2-16,-6 9-3 16,-11 4 8-16,-10 4-3 15,-6 7-5-15,-17-2 9 16,-21 6-15-16,-13-5 12 15,-4-7-8-15,2-11 2 16,4-10 3-16,9-12 10 16,15-8 3-16,10-12 3 15,11-1-7-15,4 0-6 0,0 0-13 16,7-5 0 0,16-11-4-16,11-4 4 0,8 0 2 15,7 5-4-15,0 2-3 16,7 4-2-16,2 2 5 15,0 1-59-15,0 0-45 16,-9 4-78-16,-8-3-193 16,-14-10-434-16</inkml:trace>
  <inkml:trace contextRef="#ctx0" brushRef="#br0" timeOffset="167800.68">2606 11718 364 0,'0'0'348'0,"0"0"-250"16,0 0 7-16,0 0 41 15,0 0-43-15,0 0-37 16,0-17-25-16,0 10-7 15,0-3-8-15,0-1 27 0,0-1-18 16,-9 2 0-16,-2-1 0 16,-1 2-17-16,-1 5-11 15,0 2 13-15,1 2-17 16,-3 0-2-16,1 19-1 16,3 10 0-16,2 6 0 15,6 1 0-15,3-3-2 16,0-6 2-16,13-6-2 15,6-12-1-15,-1-1-2 16,2-8-8-16,0 0 0 16,-1-4 9-16,-2-9-14 15,-6-8 2-15,-3 1 16 16,-1-2-1-16,-5-2-1 16,-2 3-3-16,0 1 5 0,0 7 2 15,0 6 1-15,0 5 1 16,-2 2-1-16,2 0-3 15,0 0-15-15,0 19-17 16,0 15 32-16,2 6 4 16,11 4-3-16,1-3 4 15,-1-1-3-15,-1-1 2 16,-5-6-3-16,-6-5 3 16,-1-8 7-16,0 0 12 15,-15-6 1-15,-9-5 10 16,0 0-5-16,-5-1-12 0,2-1 1 15,2-7-17 1,3 0 5-16,4 0-6 16,7 0-12-16,2-7-42 0,9-3-66 15,0-6-100-15,19-9-270 16</inkml:trace>
  <inkml:trace contextRef="#ctx0" brushRef="#br0" timeOffset="168364.83">2967 11685 987 0,'0'0'162'0,"0"0"-154"0,0 0 48 16,0 0 51-16,0 0-61 15,0 0-15-15,-56-64 17 16,49 64-13-16,-3 0-30 16,1 19-5-16,-1 5 0 15,4 6 5-15,4 4-5 16,2-4 3-16,0-6-2 16,10-5-1-16,3-5-1 15,1-8-8-15,-1-2-3 16,0-4-1-16,-1 0-13 15,-4 0 18-15,2-4 4 0,-1-9 3 16,-2-4-16-16,-4 1-10 16,-3-4 22-16,0 0-4 15,0 7-2-15,0 5 8 16,0 8 3-16,0 0 0 16,1 1-15-16,5 19 11 15,4 9 4-15,-2 6 30 16,-1-1-15-16,-3 2 0 15,-4-6 8-15,0 3 11 16,0-9-13-16,-16 0-1 16,-9-2 19-16,-5-2-1 15,-3-3-9-15,1-7-14 16,5-3-8-16,8-5-2 0,7-2-5 16,8 0-18-16,4 0-45 15,0 0-79-15,13-9-148 16,17-12-323-16</inkml:trace>
  <inkml:trace contextRef="#ctx0" brushRef="#br0" timeOffset="168700.25">3268 11711 1150 0,'0'0'172'0,"0"0"-150"0,0 0 97 15,0 0-23 1,0 0-72-16,-95 17-15 0,85 15-7 16,5 9 5-16,3 5-7 15,2-5 10-15,2-7-10 16,13-7 0-16,6-11 1 16,7-8-1-16,-2-5 7 15,1-3-6-15,-5 0 0 16,-6-11 8-16,-7-1-2 15,-9 2 7-15,0-4-10 16,-6 4 7-16,-13-1-9 16,-5 5-2-16,2 6 0 0,3 0-11 15,2 6-13 1,7 18-67-16,6 10-87 0,4 2-140 16,2 1-190-16</inkml:trace>
  <inkml:trace contextRef="#ctx0" brushRef="#br0" timeOffset="169002.74">3776 12334 1365 0,'0'0'183'0,"0"0"-183"16,0 0-13-16,106-16 13 15,-34 12 3-15,3 4-3 16,-1 0-17-16,-13 0-134 15,-18 0-212-15,-24 0-456 16</inkml:trace>
  <inkml:trace contextRef="#ctx0" brushRef="#br0" timeOffset="169165.84">3754 12612 1494 0,'0'0'114'15,"0"0"-114"-15,0 0-16 16,109 19 16-16,-37-17 0 16,9-2-42-16,-4 0-119 15,-16-2-221-15</inkml:trace>
  <inkml:trace contextRef="#ctx0" brushRef="#br0" timeOffset="169335.09">3788 12809 1341 0,'0'0'0'16,"0"0"-171"-16,131 0 171 16,-54 0 0-16,6-7-111 15,0-6-266-15</inkml:trace>
  <inkml:trace contextRef="#ctx0" brushRef="#br0" timeOffset="169880.98">4843 12558 1298 0,'0'0'121'0,"0"0"-118"16,0 0 6-16,0 0 39 15,64-90-23-15,-51 73-20 16,-4 0 10-16,-6 4 26 16,-3-7-15-16,0 0 5 15,0 4 0-15,0 1 4 16,0 6-15-16,0 9 4 15,0 0-10-15,0 0-14 0,0 0-3 16,0 17-6-16,0 15 0 16,0 15 9-16,0 11 2 15,0 5-2-15,0-2 0 16,8-1 0-16,0-7 0 16,-1-9 0-16,-4-11-2 15,-3-12-4-15,0-8-16 16,-6-3 20-16,-16-3 2 15,-11-1 3-15,-6-6 5 16,0 0-8-16,6 0 10 16,10 0 2-16,9 0 0 15,9-3 2-15,5-6 6 16,10-2-20-16,23-5-3 0,18-2 2 16,12 2-8-16,11-1-23 15,8 3-31-15,4 5-29 16,-5 2-90-16,-4 1-160 15,-10 1-408-15</inkml:trace>
  <inkml:trace contextRef="#ctx0" brushRef="#br0" timeOffset="170215.51">5774 12106 1255 0,'0'0'165'0,"0"0"-138"0,0 0 42 15,0 0 47-15,0 0-79 16,0 0-36-16,-87 34 3 15,75 29 12-15,2 15-2 16,6 6 0-16,4 2 1 16,0-5-6-16,3-7-7 15,17-3-2-15,6-8-1 16,8-10-55-16,4-10-76 0,6-16-75 16,-1-17-188-16,-2-10-477 15</inkml:trace>
  <inkml:trace contextRef="#ctx0" brushRef="#br0" timeOffset="170814.96">5931 12448 817 0,'0'0'492'0,"0"0"-410"16,0 0-34-16,0 0 14 15,0 0-62-15,0 0 4 16,62 11 2-16,-27 27 12 15,-4 6-15-15,-11-1 9 0,-6-2-5 16,-5-8-3-16,-4-9 3 16,-3-7-5-16,-2-10 5 15,0 0 1-15,0-7-4 16,0 0 10-16,0 0 9 16,0 0 7-16,0-20-11 15,0-11-19-15,0-6-20 16,0 2-3-16,13 3 5 15,5 10 3-15,2 7 7 16,6 6-4-16,-3 9 0 16,3 0-4-16,-2 9 15 15,-4 14-1-15,-2 8-1 0,-2-3 3 16,-7 0 5 0,0-7 4-16,-5-7 0 0,-3-5-8 15,-1-5 5-15,0-1 0 16,0-3-4-16,0 0 3 15,0 0 19-15,0 0 3 16,0-7 1-16,0-19-18 16,0-11-9-16,0-2-2 15,0 2-5-15,12 6 4 16,1 4 4-16,2 8 1 16,2 5 2-16,-4 6-4 15,4 8 8-15,-1 0-4 16,3 14-2-16,1 7 11 15,-1-1-4-15,-4 0-8 0,-1-7-2 16,-1 0 0-16,-6 1 0 16,2-4-30-16,-1-1-54 15,1 2-60-15,1-9-109 16,5-2-175-16,-2 0-130 16</inkml:trace>
  <inkml:trace contextRef="#ctx0" brushRef="#br0" timeOffset="171497.79">6667 12549 1030 0,'0'0'167'16,"0"0"-128"-16,0 0 25 0,0 0-42 15,0 0-3 1,0 0 17-16,10 70-11 0,4-50-16 16,0-7-3-16,2-3-6 15,0-3 6-15,-1-7-4 16,0 0 9-16,-1-3-1 15,-4-11 0-15,-2-2-7 16,-5-5 25-16,-3 1 35 16,0-4-12-16,-4 5-4 15,-16-4-16-15,-1 6-20 16,1 2 0-16,4 6-11 16,2 5-1-16,5 4-4 15,2 0-4-15,1 0-3 0,2 4-14 16,2 7-33-1,2 2-16-15,2-4-38 0,18-1-51 16,5-5 2 0,5-3-54-16,0 0 10 0,-2 0-10 15,-6-3 87-15,-7-1 129 16,-9 0 83-16,0 4 98 16,-3-2 3-16,0 2-63 15,2 0-1-15,2 0-38 16,3 0-44-16,1 2-15 15,5 15 1-15,-1 3 10 16,-1 4-7-16,-1-5-15 16,-2 2-4-16,1-4 3 15,0-4 5-15,-2-3-3 16,-2-3-8-16,2-4 3 16,0-3 0-16,2 0 12 0,0-3 16 15,-2-11 24-15,-6-2 16 16,0-8-10-16,-4-3-3 15,0-6-2-15,-15-3-12 16,-12-5-8-16,-4 2-19 16,-3 1-10-16,4 9-1 15,3 4-6-15,9 9-4 16,8 6-2-16,5 9 0 16,5 1-16-16,0 0-42 15,0 0-86-15,1 11-100 16,16 5 34-16,5 2-156 0,1-2-161 15</inkml:trace>
  <inkml:trace contextRef="#ctx0" brushRef="#br0" timeOffset="171898.68">7386 12365 319 0,'0'0'228'0,"0"0"-126"16,0 0-1-16,0 0 108 15,0 0-85-15,0 0-19 16,-24-51-12-16,24 51-39 16,0 17-39-16,0 13-2 15,6 16 66-15,2 6-36 16,0-3-22-16,-1 5-13 15,2-4-7-15,-3-4-1 0,1 2-18 16,1-8-81 0,1-10-107-16,2-9-274 0</inkml:trace>
  <inkml:trace contextRef="#ctx0" brushRef="#br0" timeOffset="172331.13">7585 12396 1196 0,'0'0'189'15,"0"0"-167"-15,0 0-21 0,0 0 13 16,0 0 0 0,0 0-6-16,94 9-1 0,-84 20 1 15,-9 1 4-15,-1-6 3 16,0 0-5-16,-8-7 2 15,-4 0-5-15,2-5 5 16,3-2-7-16,4-3-3 16,1-3-2-16,2-1 0 15,0-3-6-15,17 2-13 16,11 2 9-16,10-4 6 16,3 0-19-16,1 4 0 15,-5-1 3-15,-5 3 11 16,-12 1 9-16,-10 4 4 15,-10 1 18-15,0 2 38 0,-4 3 23 16,-18-4 5-16,-2 5-20 16,-5-2-37-16,-6 1-21 15,-4 0-8-15,-3 5-2 16,6-1-38-16,7-5-147 16,13-9-278-16</inkml:trace>
  <inkml:trace contextRef="#ctx0" brushRef="#br0" timeOffset="172598.02">7891 12170 1154 0,'0'0'225'0,"0"0"-225"16,0 0 5-16,0 0 15 15,117 30 36-15,-72 13-20 16,0 14 6-16,-7 4 3 16,-9 2-2-16,-14-2 1 15,-15 3-28-15,-2-1 0 16,-33 2-9-16,-21 4-2 16,-20-2-5-16,-19 4-77 15,-19-2-193-15,-21-1-604 16</inkml:trace>
  <inkml:trace contextRef="#ctx0" brushRef="#br2" timeOffset="182364.81">1823 12552 1310 0,'0'0'101'0,"0"0"-101"16,0 0 26-16,0 0-7 15,0 0-19-15,0 0-5 16,-19-10-66-16,19 10-140 15,0-1-372-15</inkml:trace>
  <inkml:trace contextRef="#ctx0" brushRef="#br2" timeOffset="183094.93">1466 12445 214 0,'0'0'793'15,"0"0"-743"-15,0 0-40 16,0 0 22-16,0 0 35 16,0 0-2-16,-96 63-22 15,76-63 5-15,0 0-13 16,-2 0-7-16,1-6-16 15,-1-11 4-15,3-7-7 0,5-6-5 16,7-7 0-16,7 4-4 16,0-1 0-16,21 4-1 15,8 11-1-15,7 8-13 16,-1 11 7-16,1 10 8 16,-3 24-12-16,-4 16 12 15,-7 7 1-15,-9 6 3 16,-11 2 5-16,-2 4-5 15,-12 2 0-15,-16-7 8 16,-11-5-3-16,-1-12 2 16,0-13-9-16,2-11 0 15,6-16 15-15,3-3-5 16,6-4-2-16,0-11 1 0,1-22-11 16,2-14-3-16,8-10-18 15,7 1 18-15,5 11-3 16,7 9-1-16,18 16 0 15,7 13 6-15,9 7-6 16,9 3 7-16,2 18 3 16,0 9 0-16,-7 3 1 15,-4 5-3-15,-8 1-1 16,-8-6 0-16,-8-2-8 16,-5-5-53-16,-6-8-49 15,-2-6-127-15,-4-12-144 16</inkml:trace>
  <inkml:trace contextRef="#ctx0" brushRef="#br2" timeOffset="183481.09">1464 11818 1042 0,'0'0'27'16,"0"0"-24"-16,0 0-3 15,0 101 34-15,13-58-9 0,8-3-24 16,2-6 5-16,0-12-6 16,1-8 0-16,-6-6 1 15,-1-8 2-15,-1-8-2 16,-4-15 10-16,-3-4-7 15,-8-6 0-15,-1 3 1 16,0 3 0-16,-1 4 3 16,-6 13 28-16,2 4 12 15,2 6-9-15,3 6-39 16,0 24-6-16,0 19 6 16,0 20 9-16,3 13-9 15,9 2-4-15,5 6-90 16,-1-12-120-16,-1-14-367 15</inkml:trace>
  <inkml:trace contextRef="#ctx0" brushRef="#br2" timeOffset="184143.56">4659 12639 1050 0,'0'0'185'15,"0"0"-178"-15,0 0-7 16,0 0-2-16,0 0 0 15,0 0-19-15,4 16-70 16,-3-5-147-16,-1-5-275 16</inkml:trace>
  <inkml:trace contextRef="#ctx0" brushRef="#br2" timeOffset="184778.24">4430 12451 511 0,'0'0'317'15,"0"0"-285"-15,0 0-23 16,0 0 76-16,0 0 29 16,0 0-53-16,-5 3-35 0,4-3 5 15,-6 0-3 1,-5-15-7-16,-3-3-12 0,-2-7 1 16,-1-3 5-1,3-2-7-15,8 0 2 0,5 3-7 16,2 6 1-16,5 9-4 15,14 10 0-15,2 2-5 16,1 31-2-16,-2 12 7 16,-5 14 2-16,-5 3 15 15,-6 0-14-15,-4 1 22 16,-2-4-6-16,-16-3 0 16,-7-8-1-16,-7-8-8 15,-2-5 10-15,2-9-5 16,6-7-10-16,6-11 4 15,8-6 1-15,2 0-3 0,2 0 6 16,1-16-7-16,2-8-3 16,5 1-3-16,0-1-6 15,4 8 6-15,9 1-3 16,2 9 4-16,3 3-2 16,4 3-5-16,4 0 1 15,5 13 4-15,-1 3-3 16,-3 5 0-16,-2 1 1 15,-3 2 0-15,-2-4-37 16,-2-2-72-16,-3-5-75 16,-6-10-98-16,-5-3-119 15</inkml:trace>
  <inkml:trace contextRef="#ctx0" brushRef="#br2" timeOffset="185161.95">4497 12009 796 0,'0'0'177'0,"0"0"-146"15,0 0-27-15,0 0 27 16,0 0-16-16,0 0-8 0,24 13 3 15,-8 17 15 1,3-2-15-16,1-6 0 0,-2-4-6 16,2-9 3-16,-3-9 0 15,-1 0-1-15,0-9 6 16,-2-12-4-16,-2-7-5 16,-5-1 3-16,-7 6-4 15,0 6 4-15,0 8 2 16,0 5 35-16,0 4-14 15,0 4-29-15,0 25-25 16,0 29 25-16,0 12 0 16,0 13 0-16,0-2-149 15,12-18-244-15</inkml:trace>
  <inkml:trace contextRef="#ctx0" brushRef="#br2" timeOffset="186864">11099 6554 846 0,'0'0'196'15,"0"0"-185"-15,0 0 52 16,0 0 32-16,-40-102-12 16,42 66-31-16,24 1-20 15,13 5-3-15,9 10-12 16,11 16-1-16,1 4 2 15,-3 26-10-15,-10 17 0 16,-16 14-4-16,-19 11-2 0,-12 9 3 16,-12 2 2-1,-32 5 4-15,-20-1 3 0,-11-6-6 16,-2-14 5-16,5-14-10 16,11-18-2-16,16-16 5 15,14-14-1-15,9-1 7 16,12-13 2-16,8-16-11 15,2-2 0-15,19-1-2 16,17 8 0-16,9 6-1 16,9 9 2-16,6 6-1 15,14 3 1-15,4 0-1 16,-1 9-1-16,-6 7 0 16,-16 4-4-16,-15 1-10 15,-12 0-54-15,-10-3-57 16,-6-7-67-16,-5-11-125 0,-4 0-161 15</inkml:trace>
  <inkml:trace contextRef="#ctx0" brushRef="#br2" timeOffset="187127.05">11669 5892 1071 0,'0'0'113'0,"0"0"-91"16,0 0-22-16,0 0 4 15,0 0 12-15,17 85 43 16,-4-31-39-16,-1 0-14 16,-1-3-2-16,2-3-3 15,-7-6-1-15,1-9-10 16,-2-7-59-16,0-11-57 15,3-11-123-15,2-4-131 16</inkml:trace>
  <inkml:trace contextRef="#ctx0" brushRef="#br2" timeOffset="187944.12">11867 5998 818 0,'0'0'227'0,"0"0"-214"15,0 0-9-15,0 0 5 16,0 0 4-16,24 76 18 16,-3-52-15-16,0-3-7 15,0-7 0-15,0-7-8 16,-2-5 6-16,-3-2 3 16,0-2-6-16,-5-14 10 15,-6-6-11-15,-5-2 7 16,0 2 19-16,-12-3 6 15,-9 2-3-15,-6 3 3 16,2 6-28-16,4 4 8 16,10 7-12-16,5 3-3 0,6 0-1 15,0 0-13-15,6 1-27 16,17 11 26-16,7-5-59 16,6-1 11-16,4-5-12 15,-2 1 38-15,-3 1 23 16,-5 2 12-16,-8 2 2 15,-5 5 1-15,-5 3 5 16,-2 3 20-16,-1 2 16 16,0-4-9-16,1 0-7 15,0-7-1-15,2-2-2 16,1-4 1-16,1-3 5 16,-4 0-7-16,-4 0-10 15,-4-3 8-15,0-9 13 16,-2-5-9-16,0-2-18 0,0-1 13 15,0 2-5-15,-10 1 10 16,-6 2-5-16,-1 2-18 16,-4 4-2-16,4 2 1 15,6 5 0-15,2 1-9 16,9 1 6-16,0 0 1 16,0 0-47-16,19 0 14 15,11 0 34-15,10 0 1 16,5 0 0-16,5 0-1 15,-1 0 1-15,-4 3 0 16,-2 5-4-16,-4 0 3 16,-7 0 1-16,-9-4 0 0,-8-1 0 15,-8-1 0-15,-7-2 2 16,0 0 15-16,0-4 44 16,-6-10-20-16,-7-8-35 15,-5 2 9-15,-2-3-1 16,-2 2-11-16,-2 4 3 15,7 4-4-15,-1 5-2 16,8 5-3-16,4 3-11 16,4 0-40-16,2 21-50 15,0 7 11-15,10 8-112 16,9-1-149-16,1 1-303 16</inkml:trace>
  <inkml:trace contextRef="#ctx0" brushRef="#br2" timeOffset="188197.44">12758 6527 1329 0,'0'0'168'0,"0"0"-168"0,0 0-6 16,0 0 6-1,115 7 7-15,-38-4-7 0,5 3-11 16,-9 1-112-16,-14-3-135 16,-27 0-368-16</inkml:trace>
  <inkml:trace contextRef="#ctx0" brushRef="#br2" timeOffset="188355.15">12813 6749 1312 0,'0'0'0'16,"0"0"-47"-16,108-12 37 0,-37 10 10 15,4 2 0 1,-7 0-193-16,-9 0-348 0</inkml:trace>
  <inkml:trace contextRef="#ctx0" brushRef="#br2" timeOffset="188521.28">12811 6918 1309 0,'0'0'100'16,"0"0"-100"-16,0 0-30 15,0 0 30-15,152 25 0 16,-58-22-96-16,5-3-136 0,-6 0-204 16</inkml:trace>
  <inkml:trace contextRef="#ctx0" brushRef="#br2" timeOffset="188783.74">13633 6370 1340 0,'0'0'61'0,"0"0"-60"15,6 91 7-15,14-31 19 0,2 11-2 16,-1 2-5-16,0 3-11 15,-8-7-9-15,-3-5 0 16,-6-8-45-16,-4-9-136 16,0-14-136-16,0-17-181 15</inkml:trace>
  <inkml:trace contextRef="#ctx0" brushRef="#br2" timeOffset="189143.92">13941 6405 1261 0,'0'0'60'16,"0"0"-56"-16,0 0 38 16,0 0 39-16,-78 126-33 15,71-55-27-15,5 1-1 16,2 0 2-16,5-7-9 15,19-12-12-15,6-15 2 16,7-11 0-16,3-19-3 16,-3-8 0-16,-6-2 0 15,-9-20 2-15,-12-5 7 16,-10-4-4-16,-3 2 4 16,-29 1-9-16,-11 4-3 0,-6 5 0 15,2 12-3-15,7 7-29 16,14 4-29-16,10 22-75 15,16 2-95 1,2-3-134-16,28-10-356 0</inkml:trace>
  <inkml:trace contextRef="#ctx0" brushRef="#br2" timeOffset="189427.82">14617 6247 1243 0,'0'0'89'15,"0"0"-84"-15,0 0 100 16,0 0 12-16,-89-66-73 16,79 102-35-16,0 21-8 15,2 17 11-15,5 16 9 16,3 6-11-16,0-1 0 15,0 1-2-15,13-8-6 16,8-12-2-16,7-11-11 16,5-14-93-16,2-15-78 15,-3-18-98-15,-4-16-308 16</inkml:trace>
  <inkml:trace contextRef="#ctx0" brushRef="#br2" timeOffset="190243.85">14742 6581 1129 0,'0'0'128'0,"0"0"-119"15,0 0 8-15,0 0 26 16,0 0 12-16,72 78-17 16,-47-33-31-16,-4 0 4 15,-7 1-1-15,-4-7-1 16,-5-8-1-16,-3-7-4 15,-2-8-3-15,0-11 3 16,2-3-4-16,-2-2 1 0,3 0 13 16,0-10-4-16,2-18-10 15,4-12-38-15,-1-7 27 16,-1-1 7-16,1 3-8 16,-2 9 12-16,1 12 0 15,2 11 3-15,0 13 0 16,0 2-2-16,3 25 10 15,0 14 16-15,0 4-10 16,1-2-5-16,1-3-1 16,0-7-10-16,1-11 4 15,-3-7 0-15,-4-7-2 16,2-8 0-16,0 0-3 16,1 0 12-16,2-17 1 15,0-5-9-15,-1-6-4 16,-1-4 5-16,-2 3-5 0,-4 5 3 15,-3 11-2-15,-1 6 9 16,-1 7 11-16,0 0-21 16,3 12-8-16,4 11 8 15,0 6 11-15,3-4-2 16,4-2-9-16,0-5 2 16,5-5-2-16,3-4 0 15,1-6-25-15,3-3-15 16,1 0-29-16,4-9 4 15,-1-10-6-15,-1-3-2 16,-1-3-7-16,-5 2 15 16,-5 9 29-16,-6 5 36 0,-7 9 20 15,0 0 9-15,0 11-2 16,3 9 51-16,5 0-16 16,5-4-33-16,2-5-15 15,3-9-2-15,-1-2-1 16,-2 0 16-16,-7-13 9 15,-3-10 22-15,-7-4 13 16,-3-7-16-16,-1-4 16 16,-24 1-16-16,-8-2-23 15,-8 1-8-15,-2 6-17 16,4 10 4-16,10 9-11 16,11 10-7-16,8 3-2 15,9 9-21-15,1 14-52 0,0 8 1 16,22-2-120-1,9-4-15-15,4-10-228 0</inkml:trace>
  <inkml:trace contextRef="#ctx0" brushRef="#br2" timeOffset="190456.26">15901 6414 1039 0,'0'0'150'16,"0"0"-95"-16,0 0 113 15,0 0-63-15,0 0-99 16,0 0-6-16,12 91 45 0,-1-28-12 16,-2 6-16-1,-3-5-16-15,0-6 2 0,-3-7-3 16,1-9-52-16,2-8-86 16,-5-10-163-16,1-13-350 15</inkml:trace>
  <inkml:trace contextRef="#ctx0" brushRef="#br2" timeOffset="190844.88">16063 6427 1265 0,'0'0'117'16,"0"0"-103"-16,0 0 5 15,0 0 11-15,0 0-24 0,93-60-6 16,-66 86 0-16,-8 8-4 15,-9 1 4-15,-10 4 0 16,0 2 2-16,-17-5 3 16,-8-2 1-16,3-10 7 15,7-11-2-15,9-7-8 16,6-5 3-16,0-1 1 16,0 0-3-16,14 0-4 15,11-1 1-15,7-9-1 16,4 6 2-16,-1 1-1 15,-4 3 1-15,-6 0 2 0,-5 0 16 16,-8 9 9 0,-9 2 6-16,-3 4 7 0,-4 2 1 15,-21 1 11 1,-11 4-32-16,0-4-16 0,-3-1-6 16,4-4-15-16,5-1-98 15,5-9-111-15,8-3-233 16</inkml:trace>
  <inkml:trace contextRef="#ctx0" brushRef="#br2" timeOffset="191077.49">16397 6136 1400 0,'0'0'54'0,"0"0"-46"0,0 0 39 16,100 120 37-16,-59-51-43 15,-1 7-1-15,-7 3-17 16,-12 4-17-16,-20 1-2 16,-1-4-4-16,-33-5 0 15,-14-10-7-15,-10-6-81 16,-14-8-59-16,-13-11-133 16,-22-7-290-16</inkml:trace>
  <inkml:trace contextRef="#ctx0" brushRef="#br2" timeOffset="191610.3">13000 7759 1096 0,'0'0'190'0,"0"0"-169"15,0 0 22-15,0 0 61 16,134-30-21-16,-70 25-46 16,-2 2-30-16,-4 2-7 15,-12 1-10-15,-7 0-89 16,-16 0-180-16,-20 0-221 15</inkml:trace>
  <inkml:trace contextRef="#ctx0" brushRef="#br2" timeOffset="191777.46">12983 7915 1350 0,'0'0'244'0,"0"0"-244"16,0 0-56-16,116-25 56 15,-39 15 17-15,8 4-17 16,-2 5-88-16,-11-1-164 16,-24-1-329-16</inkml:trace>
  <inkml:trace contextRef="#ctx0" brushRef="#br2" timeOffset="191948.17">12936 8160 990 0,'0'0'523'0,"0"0"-523"15,0 0-203-15,141 0 203 16,-41 0 0-16,10-12-67 16,-3-6-365-16</inkml:trace>
  <inkml:trace contextRef="#ctx0" brushRef="#br2" timeOffset="195643.96">14008 7676 516 0,'0'0'211'0,"0"0"-171"15,0 0 33-15,0 0 105 16,0 0-68-16,0 0-22 15,-22-77-15-15,22 54-9 0,4 1-17 16,14 3-17 0,8 3-2-16,5 11-12 0,3 5-11 15,1 0-1-15,-2 10-3 16,-4 9-2-16,-6 6 1 16,-8 0-5-16,-8 5 5 15,-7 5 0-15,0 1 2 16,-22 2-1-16,-10-4-1 15,-4-2 0-15,-3-8 8 16,6-9-7-16,9-6 3 16,9-7 5-16,10-2-2 15,5-2 7-15,0-13-14 16,6-3-1-16,21 0-6 16,10 4-5-16,5 8 12 15,1 5-5-15,-1 1-8 16,-3 3 3-16,-7 15 8 15,-9 4-5-15,-7 5 5 0,-10 2-3 16,-6-1 5-16,-6 1 1 16,-20-1 9-16,-11-2 19 15,-8 0-1-15,-7-3 5 16,-6-5-8-16,1-1-6 16,6-6 0-16,13-6-13 15,13-4-5-15,15 1 0 16,10-2-1-16,0 0-42 15,17-7-77-15,23-11-145 16,14-4-77-16,5-1-12 16</inkml:trace>
  <inkml:trace contextRef="#ctx0" brushRef="#br2" timeOffset="195960.98">14766 7412 1034 0,'0'0'129'16,"0"0"-116"-16,0 0 64 0,0 0 77 15,0 0-64 1,0 0-63-16,-59 17-21 0,46 48 6 15,-2 14 32-15,5 6-17 16,1 1-10-16,6-1-5 16,3 0-7-16,0-4 1 15,10-8-6-15,10-11-8 16,5-10-81-16,2-14-44 16,4-9-84-16,1-14-107 15,-2-15-208-15</inkml:trace>
  <inkml:trace contextRef="#ctx0" brushRef="#br2" timeOffset="196942.13">14908 7842 671 0,'0'0'493'0,"0"0"-446"16,0 0-21-16,0 0 62 15,0 0-48-15,0 0-37 16,48-31 3-16,-13 61 9 15,-4 6-8-15,-7 7-2 16,-5-5 2-16,-7-1-6 16,-6-9 1-16,-4-5 2 15,-2-8-4-15,0-6 10 16,0-4 2-16,0-4-1 16,0-1 2-16,0 0 8 15,0-8 8-15,0-20-12 0,2-14-4 16,6-8-10-1,2-1-1-15,5 4 1 0,5 10-2 16,2 12 1-16,0 12-1 16,-1 12-1-16,1 1-2 15,1 22 2-15,1 13 6 16,-3 5 4-16,-2 4-1 16,-4-4-8-16,-4-7 4 15,-2-7-5-15,-4-9 2 16,-2-6-2-16,-1-9 0 15,0-2 1-15,-1 0 8 16,1 0 0-16,3-11 7 16,4-18-15-16,1-9 1 0,3-8-2 15,-3-3 2-15,2 7-2 16,-5 11 0-16,-1 12 2 16,-2 14 2-16,2 5-4 15,2 12-5-15,4 21 5 16,4 9 28-16,0 4-15 15,1-4-13-15,5-7 1 16,1-8-1-16,2-8 0 16,-2-7-13-16,1-10-19 15,1-2-1-15,-2-4 15 16,-1-16 10-16,-2-7 3 16,-1-2 5-16,-6-4 4 15,-3 3-3-15,-4 8 0 16,-2 7 3-16,-3 6-3 0,1 6-1 15,0 3-3-15,8 0-10 16,3 12-1-16,9 6 13 16,5 0 0-16,1-1 1 15,0-8 2-15,-1-5-2 16,-6-4-1-16,-5 0-11 16,-1 0 6-16,0-13 6 15,1-7 5-15,1-4-3 16,1-1 2-16,-1 3-4 15,0 7-1-15,-3 8 1 0,-4 5 0 16,-2 2-7 0,1 0-3-16,-1 3 7 0,2 5 3 15,-2-2 1-15,1-3 0 16,-5-3 11-16,-1 0 17 16,-3 0 35-16,0-17 47 15,-17-9-46-15,-11-7-48 16,-6 4 11-16,-4-3-10 15,0 3-8-15,10 8-9 16,11 6 1-16,9 9-2 16,8 6-9-16,0 0-52 15,8 6-81-15,21 11-23 16,7 4-46-16,8-4-184 16,-1-7-214-16</inkml:trace>
  <inkml:trace contextRef="#ctx0" brushRef="#br2" timeOffset="197136.83">16396 7593 1058 0,'0'0'224'0,"0"0"-166"15,0 0 80-15,0 0-69 16,0 0-65-16,0 0-4 16,-2 108 46-16,9-52-29 15,-2 1-11-15,-2-3-3 16,0-1-3-16,-1-6 0 15,0-7-46-15,-2-5-71 16,3-11-129-16,-1-12-253 0</inkml:trace>
  <inkml:trace contextRef="#ctx0" brushRef="#br2" timeOffset="197542.06">16633 7641 1374 0,'0'0'107'16,"0"0"-107"-16,0 0-15 16,0 0 15-16,0 0 8 15,116 0-5-15,-91 23-3 16,-12 1-6-16,-8 1-1 16,-5 3 3-16,-8-2 4 0,-18-1 5 15,0-4 1 1,2-8 2-16,11-3-6 0,9-9 0 15,4-1 6-15,2 0-7 16,22-4 2-16,8-7-3 16,7 0 0-16,3 5-1 15,2 3 1-15,-4 3 0 16,-4 0 1-16,-4 6 1 16,-8 9 19-16,-11 1 7 15,-8 2-1-15,-5 2 18 16,-6 1-1-16,-18 1-15 15,-6-4-18-15,2-3-11 16,-1-4 0-16,4-4-68 16,5-7-93-16,4 0-243 0,2-18-531 15</inkml:trace>
  <inkml:trace contextRef="#ctx0" brushRef="#br2" timeOffset="197745.6">17040 7474 1390 0,'0'0'252'16,"0"0"-252"-16,0 0 0 16,100 50 67-16,-58 11 8 15,-4 10-42-15,-8 12-10 16,-13 4-8-16,-11 2 7 16,-6-2-19-16,-16-5-2 15,-26-8 1-15,-13-12-2 0,-9-4-34 16,-9-10-40-16,-4-14-158 15,-5-11-365-15</inkml:trace>
  <inkml:trace contextRef="#ctx0" brushRef="#br2" timeOffset="-213791.6">19064 4574 989 0,'0'0'113'0,"0"0"-100"0,-6-96 18 16,17 67 32-1,17 0-19-15,8 8-29 0,3 7-12 16,0 14-2-16,-7 0-2 16,-7 17 1-16,-10 15 0 15,-9 6 2-15,-6 8-2 16,0 1 9-16,-17 2 0 16,-11-3-5-16,-2-8-1 15,5-11 1-15,7-11-1 16,9-11 2-16,8-5-3 15,1 0 5-15,7-4-7 16,28-14-42-16,15-5-5 16,14 7 20-16,5 10 21 0,-1 6-8 15,-8 13-25-15,-5 20 32 16,-8 9 3-16,-11 10 2 16,-15 4 4-16,-18 6 10 15,-3 3 31-15,-24-2 36 16,-14-6-20-16,-9-8 4 15,-13-9 10-15,-12-6-1 16,-10-1-3-16,-9-9-26 16,-5-1-12-16,1-3-8 15,1-7-18-15,2-6 3 16,5-4-6-16,4-3-1 16,8-20-2-16,6-19-8 0,5-21-5 15,9-25 6 1,8-18-16-16,10-22 22 0,15-15-2 15,21-11-8-15,8-5-5 16,43 4-31-16,20 17 17 16,22 25 5-16,15 26 1 15,14 19 17-15,16 18-5 16,13 11 13-16,17 24 9 16,7 12-8-16,6 49 0 15,-7 33-1-15,-21 39 0 16,-31 30 8-16,-45 23-8 15,-45 13 2-15,-31 3 7 16,-41-13 2-16,-28-20-7 16,-18-24-3-16,-21-21 23 15,-24-19-1-15,-29-10 2 0,-12-20-25 16,-8-22-5-16,6-28-113 16,17-14-157-16,11-45-383 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03:41.15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brush xml:id="br2">
      <inkml:brushProperty name="width" value="0.05292" units="cm"/>
      <inkml:brushProperty name="height" value="0.05292" units="cm"/>
      <inkml:brushProperty name="color" value="#002060"/>
    </inkml:brush>
  </inkml:definitions>
  <inkml:trace contextRef="#ctx0" brushRef="#br0">5719 2463 387 0,'0'0'164'0,"0"0"-93"16,0 0-35-16,0 0 50 15,0 0 13-15,0 0-20 16,0 0-10-16,0 2-12 16,0-1-4-16,0-1 0 15,0 2 7-15,0 2-3 16,-2 4-3-16,-6 3 4 0,-4 0-10 15,-3 3-7-15,-3 2-16 16,-2 1 16-16,-5 3 0 16,-4 1-21-16,1 0 2 15,-2 0-15-15,3-5 3 16,2-2 0-16,5-6 0 16,1-1 13-16,0-3-1 15,-5-2-5-15,-4 0-2 16,-1-2-14-16,1 0 5 15,1 0 1-15,2-2-1 16,0-11 10-16,-6 0-8 16,2-3-3-16,-3 0-4 15,4 0 0-15,3-1 7 16,1-1 0-16,2-1-6 16,3 1 1-16,3-3-1 0,4 1 3 15,5 0-4-15,0-5 2 16,0-2-2-16,2-8 1 15,0-5-1-15,0-2-1 16,0 0 1-16,3 1-1 16,-1 2 0-16,1 3 0 15,-2-3-2-15,3 1 4 16,-1-1-2-16,1 1 0 16,1 3-1-16,0-2 1 15,0 4-2-15,0 0 3 0,6 6-1 16,-1 3 0-16,2 3-1 15,1 5 0-15,1 2 1 16,2-2-7-16,3 2 6 16,7-6-3-16,3 2 4 15,6-2-1-15,4-2 1 16,-1 4 1-16,1-2-1 16,2 1 1-16,1 0-2 15,0 1 1-15,1-5 0 16,0 3-1-16,-3 1 1 15,1 4 0-15,-3 4 0 16,1 3 0-16,-1 7 0 16,2 1-5-16,-2 0 3 15,-1 3 2-15,0 11-1 16,-2 4-1-16,2 6-1 0,0 8 3 16,0 8-1-16,-1 7 2 15,3 2-1-15,-1 7 1 16,-1 6-1-16,0 3 0 15,-4 7 2-15,-3-5 0 16,-5-2-4-16,-3-8 3 16,-5-4-1-16,-7-12 0 15,-2-3 0-15,-3-4-1 16,0-7 1-16,-6-2 3 16,-11-3 0-16,-7-2 0 15,-6 0 3-15,-8-3 4 16,-4 0-7-16,2-3-1 0,3-5 2 15,4-2 0-15,3 0-4 16,1-3-1-16,7-1 1 16,6-1 0-16,6-2-3 15,8 0 2-15,2 0-28 16,0 0-48-16,2 0-88 16,16-17-157-16,7-12-285 15</inkml:trace>
  <inkml:trace contextRef="#ctx0" brushRef="#br0" timeOffset="355.2">6042 1898 1150 0,'0'0'88'0,"0"0"-79"16,0 0 79-16,0 0 39 16,0 0-69-16,0 0-41 15,58-44-5-15,1 23 16 16,16-5 1-16,13-2-10 16,8-5 7-16,-2 0 1 15,-14 0 1-15,-17 5-4 0,-20 9-6 16,-19 8-3-16,-13 4 5 15,-10 6-6-15,-1 1 4 16,0 0-6-16,0 0-11 16,0 0-1-16,0 0-7 15,0 0-1-15,0 0-48 16,0 1-88-16,0 13-107 16,0-1-187-16</inkml:trace>
  <inkml:trace contextRef="#ctx0" brushRef="#br0" timeOffset="831.3">7006 1588 1106 0,'0'0'200'0,"0"0"-200"16,0 0 1-16,0 0 22 16,32-99 50-16,-10 55-35 15,-2 0-18-15,-1 3 16 16,-6 3-2-16,-9 4-10 16,0-1-7-16,-4 2 19 0,0-2-12 15,-8 0-2 1,-5 5-6-16,-1 4-13 0,2 9 8 15,4 6 2-15,4 8-3 16,3 3-3-16,1 0-7 16,0 11-12-16,0 23-6 15,0 22 18-15,0 19 2 16,0 15 2-16,0 12-4 16,8 7 8-16,2 1-7 15,-1-5 5-15,-1-9-2 16,-1-8-3-16,-3-10 1 15,-1-11-2-15,-3-8 0 16,0-7-2-16,0-11-37 16,-3-10-75-16,0-7-56 15,3-17-100-15,0-7-190 16</inkml:trace>
  <inkml:trace contextRef="#ctx0" brushRef="#br0" timeOffset="1072.33">7050 1665 1158 0,'0'0'148'16,"0"0"-101"-16,0 0 9 15,0 0 32-15,47-79-27 16,-22 79-45-16,1 0-8 16,-2 9-4-16,-6 12 0 15,-6 4 3-15,-5 2-6 0,-7-1 8 16,0 3 1-16,-7 0 2 15,-11-1 4-15,1-2-13 16,1-6-3-16,7-5-86 16,4-8-108-16,5-7-173 15,0-3-221-15</inkml:trace>
  <inkml:trace contextRef="#ctx0" brushRef="#br0" timeOffset="2034.59">7388 1606 311 0,'0'0'917'0,"0"0"-852"16,0 0-56-16,0 0 2 15,28-86 33-15,0 86-15 0,7 0-25 16,0 17-4-16,1 15 3 15,-8 10-3-15,-6 3 0 16,-10 3 4-16,-12 0 3 16,0-4 4-16,-4-6-10 15,-14-9 12-15,-4-9-12 16,0-9 19-16,4-7 28 16,1-4 17-16,4-10-11 15,6-24-17-15,4-11-30 16,3-10-3-16,0-5 0 15,23 4-4-15,7 3 0 16,5 6-10-16,3 14 10 16,-4 12-4-16,-2 11-4 15,-1 10 5-15,-4 4-2 16,1 22-14-16,-5 7 12 0,-5 4 7 16,-3 3 2-16,-6-3-2 15,-5-3-1-15,0-5-16 16,-4-5-82-16,0-6-137 15,0-11-149-15,0-7-207 16</inkml:trace>
  <inkml:trace contextRef="#ctx0" brushRef="#br0" timeOffset="2177.08">7845 1253 1209 0,'0'0'167'0,"0"0"-159"16,0 0 7-16,0 0-15 15,0 0-24-15,0 0-2 16,-4 81-155-16,20-39-271 16</inkml:trace>
  <inkml:trace contextRef="#ctx0" brushRef="#br0" timeOffset="2931.01">7904 1478 1075 0,'0'0'198'16,"0"0"-198"-16,0 0-11 16,0 0 11-16,0 0 25 15,38 91 15-15,-21-51-29 16,0 1-6-16,-3-6 7 0,-7-10 2 16,-1-7-8-16,-5-11-1 15,-1-4-5-15,0-3 10 16,2 0 2-16,-2 0 3 15,0-4 21-15,0-17 41 16,0-9-69-16,0-3-6 16,2 5-2-16,1 6 0 15,2 11-8-15,-1 10 7 16,2 1-14-16,4 1-7 16,3 19 11-16,4 6 11 15,0 2 4-15,-2 0-1 16,-2-5 0-16,-2-7-2 15,-4-7 1-15,-3-3 0 0,-2-5 0 16,-2-1 3-16,4 0 8 16,2-4 7-16,4-18 11 15,3-7-17-15,1-11-8 16,-2-5-4-16,-1-3 0 16,-2 7-2-16,-3 11 0 15,-2 14-1-15,-3 12 0 16,-1 4-8-16,4 20-12 15,0 16-1-15,5 10 22 16,2 0 14-16,6-5-6 16,2-8-5-16,4-11 2 15,2-5-2-15,2-10 4 16,1-5-3-16,-2-2 1 0,-1-3 11 16,-5-12-10-16,-5-6 1 15,-4-8 1-15,-2-5-3 16,-6-9 2-16,-3-4-3 15,0-5-4-15,-8 4 7 16,-7 7-6-16,-2 14 6 16,3 16 25-16,4 9-12 15,1 2-5-15,-1 23-15 16,0 19-13-16,0 11 9 16,10 5 0-16,0-4 3 15,10-9-2-15,19-8-1 16,8-11 4-16,8-6 0 0,7-8-20 15,3-8-65-15,0 0-96 16,-6-4-34-16,-14 0-223 16</inkml:trace>
  <inkml:trace contextRef="#ctx0" brushRef="#br0" timeOffset="3299.63">6919 2427 376 0,'0'0'1232'0,"0"0"-1228"15,0 0-4-15,0 0-62 16,93 0 62-16,27-5 19 16,40-6 25-16,37-4-21 15,28-3-13-15,0-4-3 16,-11 4-7-16,-28 3 3 16,-32 7-3-16,-38 0 5 15,-26 3-11-15,-32 2-26 0,-26 2-74 16,-24-4-26-1,-8 1 72-15,-20-3 18 0,-28 0-291 16,-23-1-136-16</inkml:trace>
  <inkml:trace contextRef="#ctx0" brushRef="#br0" timeOffset="3564.15">7053 2732 1351 0,'0'0'78'0,"0"0"-78"15,127-29-72-15,-25 12 72 16,19 0 80-16,17 1-29 16,10-1-13-16,7-1 5 15,7 0-1-15,-3-2-12 16,-12 3-6-16,-15-2-18 15,-20 7-3-15,-23 9-3 16,-22 3-62-16,-19 0-138 16,-23 0-233-16,-18 5-339 15</inkml:trace>
  <inkml:trace contextRef="#ctx0" brushRef="#br0" timeOffset="3684.45">8810 2529 248 0,'0'0'1220'15,"0"0"-1220"-15,0 0-153 16,0 0 103-16,0 0-232 16,0 0-392-16</inkml:trace>
  <inkml:trace contextRef="#ctx0" brushRef="#br0" timeOffset="58751.98">2114 4847 695 0,'0'0'98'0,"0"0"-51"0,0 0 73 15,0 0-5-15,0 0-18 16,0 0-12-16,0 0 2 15,0 0-44-15,-18-69 1 16,21 50-27-16,11 4 4 16,4 7-11-16,1 5-7 15,6 3-2-15,5 3-2 16,-1 18 0-16,-2 7-3 16,-5 8 2-16,-6 5 1 15,-13 10 2-15,-3 11 5 16,-19 9-6-16,-17 5 4 15,-12-2 2-15,-5-8-5 16,-1-15 1-16,3-12-2 16,2-13 7-16,8-11-1 0,6-10-6 15,10-5 11-15,8-9-1 16,10-17 7-16,7-6 17 16,0-1-29-16,10 1 1 15,17 4-3-15,6 5-1 16,6 8-2-16,2 10-1 15,1 5-2-15,2 0 1 16,-1 5 0-16,-3 13 2 16,-1 4-1-16,-7 0-6 15,-6 2 7-15,-3-1-4 16,-7-1-11-16,-3-1-92 16,-1-1-66-16,-4-7-79 0,2-9-138 15</inkml:trace>
  <inkml:trace contextRef="#ctx0" brushRef="#br0" timeOffset="59351.99">2668 4906 682 0,'0'0'292'0,"0"0"-268"16,0 0-13-16,0 0 11 16,19-78 31-16,-16 62 3 0,-3 3-14 15,0 1 18-15,-5 3 3 16,-9 5-45-16,-2 4-13 16,-3 0-3-16,-1 10-2 15,-3 18-1-15,2 9-5 16,5 8 6-16,6 0 0 15,10-5 0-15,0-4 3 16,3-8-4-16,16-10 2 16,3-10-2-16,-2-8 2 15,-2 0 2-15,-1-5 3 16,-4-13-3-16,-2-4 1 16,-2-2 1-16,-6-1-4 0,-1-2 4 15,-2-2-3-15,0 0 2 16,0 4-4-16,0 9 2 15,0 7-1-15,0 9-1 16,0 0-5-16,0 10-19 16,4 19 18-16,10 13 6 15,3 9-1-15,1 4 2 16,-2 2 1-16,-5-5-2 16,-2-6-1-16,-9-5 1 15,0-6 0-15,-2-4 6 16,-18-1 11-16,-9 0 19 15,-4-3 1-15,-6-1-11 16,3-6-18-16,4-7 0 16,3-5-5-16,9-5-1 0,7-3-2 15,7-3-29-15,6-23-124 16,0-6-209-16,3-8-304 16</inkml:trace>
  <inkml:trace contextRef="#ctx0" brushRef="#br0" timeOffset="60075.3">2902 4187 590 0,'0'0'157'15,"0"0"-56"-15,0 0-22 16,0 0 15-16,0 0-62 16,0 0-32-16,0 44 0 15,0 9 15-15,0 6 20 16,0 3 7-16,2-6-30 15,-2-5-7-15,0-9-4 16,0-5-1-16,0-6 1 16,1-6-2-16,5-9-10 0,0-10-205 15,2-6-172-15</inkml:trace>
  <inkml:trace contextRef="#ctx0" brushRef="#br0" timeOffset="60374.14">3008 4415 741 0,'0'0'56'0,"0"0"-39"15,-3 115-2-15,3-80 4 0,19-9 19 16,8-6-8 0,1-6-10-16,4-11-3 0,-2-3 19 15,-1 0-3-15,-5-20-11 16,-5-4 30-16,-7-6 28 15,-12-2 19-15,0-3-41 16,-10 1-7-16,-15 2-21 16,-4 5-9-16,2 9-6 15,4 8-15-15,5 7-5 16,4 3-3-16,4 8-11 16,5 15-57-16,5 10-64 15,0 3-93-15,12-3-169 16</inkml:trace>
  <inkml:trace contextRef="#ctx0" brushRef="#br0" timeOffset="60670.22">3517 4877 886 0,'0'0'378'0,"0"0"-367"16,0 0-8-16,0 0-3 15,0 0 7-15,117 6-3 0,-50 1-3 16,7-3 0-16,-8 0-1 15,-7 4-9-15,-17-4-266 16,-17-1-282-16</inkml:trace>
  <inkml:trace contextRef="#ctx0" brushRef="#br0" timeOffset="60855.93">3689 5050 1268 0,'0'0'75'0,"0"0"-75"16,0 0 0-16,96 1 4 15,-28 1 2-15,6-2-6 16,-4 0-23-16,-15 0-152 16,-21 0-264-16</inkml:trace>
  <inkml:trace contextRef="#ctx0" brushRef="#br0" timeOffset="61021.14">3741 5240 111 0,'0'0'1204'0,"0"0"-1188"16,0 0-16-16,0 0-3 0,0 0 3 15,90 7 0-15,-22 2-36 16,5-4-118-16,-4-2-275 15</inkml:trace>
  <inkml:trace contextRef="#ctx0" brushRef="#br0" timeOffset="61604.27">4647 5023 1333 0,'0'0'108'0,"0"0"-103"0,0 0-5 15,0 0 32-15,0 0-12 16,0 0-16-16,74-87-2 16,-57 64 12-16,-2 2-3 15,-5 0-3-15,-3-3 6 16,-3 0 21-16,-4 1 11 15,0 4-16-15,0 4-24 16,0 6 3-16,0 2 1 16,0 7-4-16,0 0-2 15,0 0-4-15,0 0-10 16,0 13 0-16,0 18 9 0,0 12 1 16,0 14 1-1,0 8-1-15,2 3 0 0,8 0 0 16,-2-6 1-16,3-10-2 15,-4-8-4-15,-4-6 3 16,-3-10-27-16,0-2-11 16,-9-6 28-16,-11-4 8 15,-6-3 4-15,-5-5 5 16,-1-5-3-16,2-2 6 16,4-1 3-16,7 0-7 15,8 0 2-15,6 0 2 16,5 0 7-16,0 0 1 15,0 0-16-15,18-3 0 16,21-4 7-16,10-2-7 16,7 2 0-16,2 0-4 0,-4 3-2 15,-1 0-77-15,-4 0-90 16,-5-1-96-16,-11-3-219 16</inkml:trace>
  <inkml:trace contextRef="#ctx0" brushRef="#br0" timeOffset="61952.22">5465 4630 1069 0,'0'0'60'0,"0"0"-36"16,0 0 25-16,0 0 63 15,0 0-45-15,0 0-32 16,-66-63-26-16,62 72-9 16,-3 26-1-16,-3 17 1 15,3 13 17-15,4 9-4 16,3 8-10-16,0 6 9 15,7-1-6-15,13-3-6 16,8-10 0-16,6-8-4 0,-1-7-1 16,2-11-135-1,-2-15-77-15,-4-14-234 0</inkml:trace>
  <inkml:trace contextRef="#ctx0" brushRef="#br0" timeOffset="62821.1">5570 4927 1033 0,'0'0'84'15,"0"0"-47"-15,0 0 17 16,0 0-37-16,0 0-17 0,0 0 0 16,75 30 3-1,-46 16-2-15,-4 6 2 0,-8-5-2 16,-6-3 3-16,-2-6-4 15,-6-10 5-15,-1-5 3 16,-2-9-1-16,0-7-4 16,0-5-2-16,0-2 7 15,0 0 40-15,0 0 7 16,0-22 0-16,0-12-51 16,0-13-3-16,0-9-2 15,0-2-1-15,0 7-5 16,8 10 7-16,2 14 2 15,-1 12 3-15,-1 7-4 16,-2 8-1-16,3 2-10 16,6 21-2-16,3 10 12 0,1 9 3 15,-1 2-2-15,-3-3 1 16,0-4-2-16,-3-5 0 16,-1-7-1-16,-2-7 1 15,-4-8-1-15,0-5 1 16,-2-4-5-16,-1-1-44 15,5 0 0-15,0-8 19 16,1-12-16-16,-2-6 34 16,-4-2 12-16,-2-7 4 15,0-2-1-15,0 3 2 16,0 4 6-16,0 9 19 16,0 9 3-16,0 4-4 0,0 8 11 15,0 0-31-15,0 0-9 16,4 19-11-16,9 12 11 15,4 6 1-15,1 3 0 16,-1-1 2-16,1-5-3 16,-1-8 0-16,-2-5 0 15,0-9-1-15,-2-4 2 16,0-5-1-16,-3-3 2 16,2 0 1-16,-3 0-2 15,-1-15 6-15,2-6-7 16,-3-6 2-16,-2-5-1 15,-5-4 1-15,0-3 2 16,0 6-1-16,-12 4 1 16,1 10 19-16,1 7 15 15,1 3-19-15,0 4-7 0,3 1-2 16,-1 2-10-16,0 2-2 16,0 0 2-16,-2 0-1 15,4 0-4-15,-2 0 2 16,6 0-2-16,-1 0-7 15,0 0-68-15,2 2-1 16,0 4 2-16,0-1-38 16,4 1-63-16,9-3-63 15,2-1-46-15</inkml:trace>
  <inkml:trace contextRef="#ctx0" brushRef="#br0" timeOffset="62962.93">6234 4957 249 0,'0'0'32'16,"0"0"-30"-16,0 0 0 15,0 0-2-15,0 0-36 16,0 0-168-16</inkml:trace>
  <inkml:trace contextRef="#ctx0" brushRef="#br0" timeOffset="63188.5">6234 4957 137 0,'23'-13'199'16,"-23"12"-85"-16,0 1 13 15,0 0-22-15,0 0-39 16,0 0-3-16,0 0 9 16,0 0-10-16,0 0-33 0,0 0-10 15,0 0-6-15,0 0-6 16,0 0 2-16,0 0-3 16,0 0-3-16,0 0 3 15,0 0-5-15,0 0 0 16,0 0-1-16,0 0 0 15,0 0 0-15,0 0-6 16,0 0-21-16,0 0-113 16,0 0-82-16,0 0 4 15</inkml:trace>
  <inkml:trace contextRef="#ctx0" brushRef="#br0" timeOffset="63669.13">6436 4969 707 0,'0'0'139'16,"0"0"-122"-16,0 0 46 15,0 0 48-15,0 0-41 16,0 0-40-16,-43-25-6 15,26 27-10-15,-1 20-5 16,-2 9-2-16,4 7 0 16,9 2 11-16,5 1-1 15,2-6-13-15,0-6-4 0,8-6 0 16,9-10 0-16,3-3 0 16,3-10 1-16,2 0 11 15,1-16 5-15,-2-14-13 16,-3-7 0-16,-4-8 2 15,-4-8-2-15,-8-3 2 16,-5-2 4-16,-2 0 35 16,-23 4 14-16,-7 7-8 15,1 4-20-15,0 12-11 16,10 10-8-16,5 10-6 16,8 11-6-16,1 0-2 0,0 24-13 15,3 12 8-15,4 11 1 16,0 1-86-16,18 2-21 15,10-1-51-15,6-10-173 16,0-10-179-16</inkml:trace>
  <inkml:trace contextRef="#ctx0" brushRef="#br0" timeOffset="63940.02">6727 4727 892 0,'0'0'110'15,"0"0"-82"-15,0 0-1 16,0 0-27-16,0 0 0 16,7 78 10-16,3-22 2 15,2 7 6-15,-1 1 3 16,1-1 0-16,-2-5-9 15,0-7-12-15,-1-9 3 16,-1-6-3-16,-3-9-5 16,0-9-137-16,-2-14-276 15</inkml:trace>
  <inkml:trace contextRef="#ctx0" brushRef="#br0" timeOffset="64162.16">6937 4772 756 0,'0'0'398'0,"0"0"-392"16,0 0-6-16,0 0-6 16,0 0 6-16,19 125 14 15,-11-65-4-15,1 1-8 16,-1-2-1-16,1-6 1 15,4-12-4-15,2-10-19 16,-2-13-368-16</inkml:trace>
  <inkml:trace contextRef="#ctx0" brushRef="#br0" timeOffset="64437.3">7045 4552 1175 0,'0'0'11'15,"0"0"-2"-15,0 0-9 16,92 116 4-16,-54-48 3 0,-1 12 7 16,-7 7 5-16,-8 1 21 15,-12 1 3-15,-10-5-23 16,0-8-11-16,-17-6-8 15,-13-4-1-15,-10-2-5 16,-14-13-88-16,-9-12-388 16</inkml:trace>
  <inkml:trace contextRef="#ctx0" brushRef="#br0" timeOffset="65884.52">1934 6970 1097 0,'0'0'120'16,"0"0"-106"-16,0 0 53 16,0 0-21-16,13-81-14 15,19 69-28-15,6 6-1 16,3 6-3-16,-3 2-4 15,-4 23-2-15,-8 9-2 16,-7 9 6-16,-11 8 2 16,-8 8 3-16,-15 7-2 15,-26 5 6-15,-20 1-1 0,-11-1 1 16,1-9-4-16,3-11 9 16,13-21-12-16,20-13 4 15,10-17 8-15,10-2 36 16,6-29-9-16,9-7-29 15,0-4-10-15,19 4-1 16,14 6 1-16,8 8 1 16,5 6-1-16,6 9 0 15,5 6 0-15,0 3-1 16,-2 0-2-16,-4 3 2 16,-8 12-4-16,-5 3-66 15,-3 0-77-15,-3-2-85 16,-2-7-213-16</inkml:trace>
  <inkml:trace contextRef="#ctx0" brushRef="#br0" timeOffset="66368.83">2561 7017 655 0,'0'0'467'16,"0"0"-423"-16,0 0-28 15,-68-78 93-15,59 75 14 16,4 3-58-16,-2 0-63 16,-3 26-2-16,-1 9 0 15,-1 12-1-15,5 0 1 0,7-5-1 16,0-11 1 0,7-8-13-16,11-9 11 0,8-11 2 15,4-3-6-15,2-6 6 16,1-15-16-16,-7-5-24 15,-7-1 4-15,-7-1 36 16,-9 3 0-16,-3-2 4 16,0 3-3-16,0 5 6 15,0 7-7-15,-2 6 13 16,1 6 20-16,1 0-33 16,0 18-27-16,0 16 21 15,0 16 6-15,0 7 3 16,0 2-2-16,0 0 5 15,0-5 0-15,0-6-4 0,-7-6 9 16,-5-9 4-16,-3-6 12 16,-2-6 1-16,-6-3-18 15,-2-3-6-15,-5-6-1 16,0-4-3-16,-1-1-73 16,5-4-62-16,6-6-124 15,5-22-205-15</inkml:trace>
  <inkml:trace contextRef="#ctx0" brushRef="#br0" timeOffset="67469.28">2691 6434 607 0,'0'0'363'0,"0"0"-272"16,0 0-25-16,0 0 29 16,0 0-16-16,0 0-62 15,-8-61-3-15,13 51-8 16,2 4 2-16,-2 2-4 15,2 2 0-15,0 0-2 16,5 2-4-16,2 0 2 16,1 5-6-16,0 15-1 0,2 4 6 15,-6 5 1-15,-1 3 2 16,-4 3 0-16,-6 2 4 16,0 0 2-16,-13 2 3 15,-8-1 13-15,-7-6 4 16,-1-3 4-16,1-8-8 15,4-6-15-15,6-5 13 16,7-7 7-16,4 1 6 16,7-4 6-16,0 0-13 15,0 0-7-15,0 0-8 16,3 0-12-16,12 0 1 16,3-10 1-16,11-2-1 15,4 2 0-15,2 2-1 16,2 3-1-16,0 3 0 0,-2 2-2 15,-1 0 2-15,-6 0-2 16,-3 0-2-16,-5 0-56 16,-2 0-57-16,-2 0-19 15,-3 0-59-15,-2-9-136 16,0-9-127-16</inkml:trace>
  <inkml:trace contextRef="#ctx0" brushRef="#br0" timeOffset="67768.02">3063 6425 507 0,'0'0'623'0,"0"0"-597"15,0 0-21-15,0 0-5 0,-12 96 25 16,12-53 9 0,16-3-22-16,8-6-7 0,4-10-3 15,3-9 3-15,-3-9-1 16,-1-6 3-16,-6 0 4 15,-1-19 9-15,-3-7-6 16,-9 0 13-16,-8-5 24 16,0 2 35-16,-10-1 5 15,-16 1-54-15,-4 1-29 16,-2 7-8-16,7 8-3 16,5 9 0-16,3 4-18 15,5 17-56-15,6 18-85 16,4 4-53-16,2 1-185 0</inkml:trace>
  <inkml:trace contextRef="#ctx0" brushRef="#br0" timeOffset="68020.38">3579 6999 1438 0,'0'0'42'0,"0"0"-42"0,0 0-48 16,0 0 48-16,144 0 7 15,-69-4-7-15,-5-1-92 16,-18-1-171-16,-24 2-485 15</inkml:trace>
  <inkml:trace contextRef="#ctx0" brushRef="#br0" timeOffset="68185.89">3616 7151 1353 0,'0'0'93'0,"0"0"-93"0,0 0-22 15,135-15 22-15,-59 6 0 16,-4 2-144-16,-16 0-227 16,-21 3-522-16</inkml:trace>
  <inkml:trace contextRef="#ctx0" brushRef="#br0" timeOffset="68340.53">3678 7297 1517 0,'0'0'0'0,"0"0"-92"16,0 0 92-16,92 9 8 15,-22-6-8-15,12-3-153 0,-2 0-154 16,-11 0-317-16</inkml:trace>
  <inkml:trace contextRef="#ctx0" brushRef="#br0" timeOffset="68884.06">4517 7035 1230 0,'0'0'141'15,"0"0"-138"-15,0 0 6 0,0 0 32 16,43-80-3-16,-36 65-23 15,-2 1 26-15,-1-2 37 16,-4-1-36-16,0 1-13 16,0 3-6-16,0 3 5 15,0 4-2-15,0 4-8 16,0 2-18-16,0 0 0 16,0 0-2-16,0 0-6 15,0 8-3-15,0 15 5 16,4 15 2-16,5 10 4 15,-2 7 2-15,6 7-2 16,-1 2 3-16,1-4-3 16,0-6 0-16,-3-8-12 0,-4-15-29 15,-6-4 14 1,0-6-2-16,-22-5-14 0,-8-1 37 16,-4-2 2-16,2-11 8 15,8-2-2-15,0 0 7 16,7 0 12-16,7-8 14 15,5 1 9-15,5 0-20 16,0 1-2-16,0-3-18 16,10 0-4-16,17 0 4 15,8 1-2-15,7 2-2 16,4 4-1-16,6-2-12 16,0 4-104-16,2-2-75 15,-5-2-171-15,-11-1-474 16</inkml:trace>
  <inkml:trace contextRef="#ctx0" brushRef="#br0" timeOffset="69317.12">5423 6699 1041 0,'0'0'165'16,"0"0"-135"-16,0 0-21 16,0 0 88-16,0 0-7 15,-100 9-58-15,83 29-10 16,4 15 18-16,3 12-15 16,6 6 11-16,4 2-19 15,0 1-9-15,7-5-5 0,12-4-2 16,2-5-1-16,6-9-4 15,0-11-52 1,2-12-77-16,2-15-10 0,-1-13-73 16,0 0-166-16,-7-21-286 15</inkml:trace>
  <inkml:trace contextRef="#ctx0" brushRef="#br0" timeOffset="70301.05">5510 7089 333 0,'0'0'674'15,"0"0"-552"-15,0 0-37 16,0 0 24-16,0 0-47 16,0 0-61-16,-8-56 2 0,29 80-3 15,7 12 2 1,-4 8 17-16,-2 5 3 0,-3-4-14 16,-5-5 6-16,-3-5-6 15,-4-10-7-15,-4-8 7 16,-2-7-6-16,-1-8 2 15,0-2 4-15,0 0-1 16,0 0 20-16,2-17 9 16,-2-12-24-16,3-9-12 15,-1-7 0-15,3 0 3 16,0 1-3-16,0 6-2 16,3 10 1-16,3 9-1 0,-3 8-2 15,-2 9 1 1,3 2-2-16,-1 8-1 0,4 19 6 15,0 7 4-15,-1 7 11 16,-1-2-8-16,0-5-2 16,0-5-1-16,1-8 0 15,-4-7-4-15,2-5 2 16,-2-4 0-16,0-5-1 16,1 0 1-16,2 0 3 15,0-14 0-15,1-7-4 16,-2-6 3-16,-2-6-4 15,-4 0 2-15,-3 1-1 16,0 7 0-16,0 8 3 16,0 9 3-16,0 7 3 15,0 1 25-15,0 0-35 0,0 19-5 16,0 10 5-16,0 9 2 16,7-4 0-16,3-4-2 15,-1-6 2-15,8-5-2 16,0-9 0-16,1-3-1 15,4-7-6-15,1 0-20 16,3-3 1-16,-4-13-11 16,-4-4-17-16,-2-1 19 15,-4-1 13-15,-3-1 11 16,-6 2 10-16,-3 4 0 16,0 5 1-16,0 7 0 15,0 3 2-15,1 2-4 0,2 0-1 16,0 0-14-1,1 9 9-15,5 4 8 0,1 0 0 16,-1-4 0-16,-1-5 0 16,-2-4 0-16,0 0 3 15,-2 0-1-15,-2 0 3 16,2-4 0-16,-4-8 2 16,0 2 0-16,0 0 0 15,0-5 1-15,0 2-4 16,0-4-3-16,-4-1 29 15,-11 0-7-15,-2 2 18 16,-5 0-7-16,3 8-20 16,0 3 12-16,1 2-22 15,3 3-4-15,-4 0-1 16,2 0 1-16,-2 8 0 0,0 7-3 16,8-1-2-16,1 1 1 15,10-1-5-15,0-1-38 16,0 1-26-16,14-1-12 15,8 1-42-15,4-3-62 16,0-3-137-16,3-4-146 16</inkml:trace>
  <inkml:trace contextRef="#ctx0" brushRef="#br0" timeOffset="70733.53">6339 7096 730 0,'0'0'240'0,"0"0"-207"16,0 0 23-16,0 0 77 16,0 0-59-16,0 0-43 15,-26-43 11-15,19 42 23 16,-2 1-24-16,-2 0-33 16,-1 9 8-16,1 10 5 15,2 7 1-15,9 3-5 16,0-3-5-16,0-3-12 15,12-3 2-15,6-8 0 16,2-8-1-16,1-4 0 16,-4 0 3-16,-1-7 5 15,-4-15-1-15,-1-3-3 0,-6-6 2 16,-3-8-5 0,-2-4 23-16,0-3 1 0,-17-1 6 15,-10 0-3-15,-2 4-5 16,-3 7-14-16,6 8 6 15,8 14-16-15,7 9 0 16,5 5 0-16,3 8-8 16,-1 21-12-16,3 11-3 15,1 2-18-15,5 0-61 16,20-6-58-16,7-7-3 16,3-9-81-16,3-9-114 15</inkml:trace>
  <inkml:trace contextRef="#ctx0" brushRef="#br0" timeOffset="71150.33">6667 6848 241 0,'0'0'147'0,"0"0"13"16,0 0 49-16,0 0-6 15,0 0-57-15,0 0-47 16,0 0-35-16,0 0-2 15,0 0-31-15,2 0-27 16,1 17-3-16,4 13-1 16,-1 12 23-16,1 7 37 15,2 2-39-15,1-2-6 16,0-2 2-16,-1-6-15 16,1-4-1-16,-3-8 0 15,0-8-2-15,-4-6-34 16,-1-6-105-16,1-7-127 0,1-2-285 15</inkml:trace>
  <inkml:trace contextRef="#ctx0" brushRef="#br0" timeOffset="71386.89">6867 6835 1128 0,'0'0'129'0,"0"0"-119"16,0 0-10-16,16 100 23 15,-4-49 24-15,-1 1-20 0,-1 1-19 16,0-2-1-16,-3-7-5 16,0-3-2-16,0-10-18 15,-1-9-131-15,-3-8-209 16,-1-13-480-16</inkml:trace>
  <inkml:trace contextRef="#ctx0" brushRef="#br0" timeOffset="71649.96">6971 6608 1085 0,'0'0'119'0,"0"0"-118"16,0 0-1-16,109 84 1 16,-69-24 70-16,-2 7 18 15,-6 2-32-15,-12 0 11 16,-11-2-28-16,-9-4-3 16,0-2-21-16,-23-5-11 15,-13-2-3-15,-12-1-2 16,-14 2-59-16,-12-2-175 15,-11-5-441-15</inkml:trace>
  <inkml:trace contextRef="#ctx0" brushRef="#br0" timeOffset="74482.92">1719 9229 990 0,'0'0'146'0,"0"0"-119"0,0 0 45 16,0 0 54-16,0 0-38 16,0 0-35-16,-4-88-34 15,29 65-4-15,7 5-11 16,5 6 10-16,4 10-12 16,1 2 3-16,-1 21-1 15,-3 16 2-15,-5 10-5 16,-7 5-1-16,-15 5 0 15,-11 2 4-15,-8-1-3 0,-31 1 0 16,-8-1 5 0,-6-8-2-16,-1-8 2 15,8-12-6-15,9-17 5 0,10-9 12 16,7-4 4-16,5-6-2 16,4-15 12-16,11-4-20 15,0-2-4-15,6-2-7 16,19 5 0-16,5 2 3 15,5 6-3-15,7 6 3 16,3 7-3-16,4 3 0 16,3 0-4-16,-6 5 2 15,-2 8-11-15,-6 0-59 16,-3 0-32-16,-3-5-94 16,0-8-111-16,-4 0-211 0</inkml:trace>
  <inkml:trace contextRef="#ctx0" brushRef="#br0" timeOffset="74966.16">2427 9022 992 0,'0'0'182'16,"0"0"-152"-16,0 0 51 15,0 0 44-15,-96-18-63 16,82 54-49-16,2 17-1 15,7 10 12-15,5 0-5 0,0-9-16 16,10-13-3 0,14-14-1-16,0-12 1 0,2-11 0 15,-3-4-16-15,-1-6-15 16,-4-16 13-16,-4-5 17 16,-8-5 1-16,-4-1 4 15,-2-2-2-15,0-1 2 16,-2 2-3-16,-4 8-1 15,-1 11 9-15,5 9 4 16,1 4 9-16,1 2-22 16,0 3-11-16,0 25-15 15,13 14 26-15,4 13 10 16,-1 5 4-16,1 4-6 16,-3-2-3-16,-6-5 4 15,-5-6-3-15,-3-9 1 0,-1-9 5 16,-18-6 6-16,-4-8 17 15,-4-5-19-15,-1-7-10 16,-3-1-6-16,0-6-34 16,2 0-67-16,3-19-66 15,7-15-200-15,7-10-393 16</inkml:trace>
  <inkml:trace contextRef="#ctx0" brushRef="#br0" timeOffset="75382.58">2548 8512 1348 0,'0'0'25'16,"0"0"-25"-16,0 0 0 15,0 0 0-15,0 0 3 16,90-2-2-16,-63 25-1 16,-5 7 0-16,-11 6-9 15,-9 6 9-15,-2 3 0 0,-13 1 4 16,-19-1 23 0,-9-5-8-16,-1-6-11 0,8-10-1 15,10-11-5-15,10-10 5 16,10-3 22-16,4 0 18 15,0-6-27-15,1-9-20 16,19-4-1-16,11 0 1 16,4 4 0-16,5 6 3 15,0 5-3-15,0 4-3 16,-1 0 2-16,-3 4-8 16,1 9-37-16,-3-2-120 15,-3-2-99-15,-4-9-305 16</inkml:trace>
  <inkml:trace contextRef="#ctx0" brushRef="#br0" timeOffset="75950.87">3098 8490 1272 0,'0'0'24'16,"0"0"-8"-16,0 0 16 15,0 0 41-15,0 0-30 16,0 0-30-16,-42-7 6 16,23 7 9-16,0 2-16 15,0 1-1-15,2 0 2 16,4-3 0-16,1 1 5 0,5-1-7 16,1 2-10-16,-1-2 0 15,5 2 0-15,2-2 2 16,0 0-3-16,0 0-5 15,0 0-4-15,0 0-4 16,0 3-4-16,0 1-11 16,0 3 3-16,0 7 25 15,0 1 0-15,0 0 1 16,0 1-1-16,0-5 1 16,0 0-1-16,0-4 0 15,0 1 2-15,0-4-2 16,4-1 0-16,1 2 0 15,4-1-6-15,4 1 2 0,5-1 0 16,6 3 3 0,0 1-10-16,1-1 7 0,-3 3 3 15,-5-1-2-15,-7 2 1 16,-5-1 1-16,-4 1 1 16,-1-2 9-16,0 3 17 15,-9 0 29-15,-11 0 3 16,-7 2-28-16,-1 2-11 15,-1-1-12-15,4-2-5 16,4 1-2-16,2 1-11 16,9 2-93-16,10-1-138 15,0-2-270-15</inkml:trace>
  <inkml:trace contextRef="#ctx0" brushRef="#br0" timeOffset="76176.1">3511 9091 1591 0,'0'0'22'15,"0"0"-22"-15,0 0-9 16,103-31 9-16,-29 20 5 15,1 4-5-15,-4 4 0 0,-13 3-124 16,-20 0-201-16,-23 0-405 16</inkml:trace>
  <inkml:trace contextRef="#ctx0" brushRef="#br0" timeOffset="76314.14">3614 9344 879 0,'0'0'494'0,"0"0"-494"16,0 0-121-16,142-5 120 16,-77-3-43-16,-4-1-338 15</inkml:trace>
  <inkml:trace contextRef="#ctx0" brushRef="#br0" timeOffset="76465.84">3604 9506 1572 0,'0'0'0'16,"0"0"-213"-16,0 0 164 15,129 6 40-15,-44-6-149 16,6-17-419-16</inkml:trace>
  <inkml:trace contextRef="#ctx0" brushRef="#br0" timeOffset="77199.13">4576 9115 540 0,'0'0'127'16,"0"0"-101"-16,0 0 17 0,0 0 77 15,0 0-26-15,0 0-22 16,0 0-35-16,0 0 9 15,0 0-13-15,0 0-1 16,0 0 6-16,0 0 9 16,0 0 1-16,0 0-2 15,0 0-19-15,0 0 11 16,0 0 9-16,0 0-7 16,0 0-6-16,0 0-9 15,0 0 2-15,0 0 16 16,0 0 2-16,0-9-4 15,3-4-15-15,5-5-25 0,6-1 1 16,4 3 0 0,9 2-2-16,8 4 0 0,3 4 6 15,4 6-10-15,-2 5 4 16,-8 26-5-16,-9 12 0 16,-9 12-1-16,-14 5 6 15,-3 2 0-15,-31-1 4 16,-13-3-4-16,-11-5 7 15,-4-9-6-15,2-10-1 16,8-11-3-16,10-11 3 16,12-9 2-16,10-3-2 15,11-6 5-15,8-17-5 16,1-5-19-16,15-2 13 16,17 3 2-16,9 3 4 15,8 5 3-15,8 7 1 0,3 3-4 16,-2 7 0-16,1 2-3 15,-9 0 2-15,-4 12-6 16,-3 0-2-16,-3 0-96 16,1-6-105-16,0-6-40 15,-6 0-304-15</inkml:trace>
  <inkml:trace contextRef="#ctx0" brushRef="#br0" timeOffset="77632.11">5188 8997 1116 0,'0'0'187'0,"0"0"-114"16,0 0 8-16,-104 31 8 15,84 10-28-15,8 7-24 16,7-2-21-16,5-5-1 16,0-11-15-16,6-10-2 15,13-11 1-15,0-8-6 16,-1-1-12-16,-3-3 2 15,-5-13 1-15,-5-4 8 16,-4-3 6-16,-1-3 1 16,0 1 1-16,0 0 0 15,0 4-23-15,4 7-10 16,2 8 27-16,3 6-2 16,4 0 4-16,6 21 0 0,2 14 4 15,3 6 17-15,-4 0-11 16,-3 2 3-16,-5-6-1 15,-8-4 16-15,-4-6-1 16,0-3-1-16,-14-4 13 16,-14-2-6-16,-7-2-8 15,-3 0-6-15,1-3-14 16,5-4 2-16,8-3-3 16,8-6-35-16,8 0-88 15,4-9-98-15,4-20-359 16</inkml:trace>
  <inkml:trace contextRef="#ctx0" brushRef="#br0" timeOffset="78265.5">5409 8389 1153 0,'0'0'56'15,"0"0"-52"-15,0 0 50 16,0 0 65-16,0 0-40 0,0 0-40 16,0-15 8-1,-13 13 5-15,-7 2-29 0,-6 0-17 16,-3 0 8-16,3 0 2 15,2 0 0-15,2 0-6 16,7 0-5-16,4 0-5 16,6 0 0-16,3 0 3 15,2 0-4-15,0 0 1 16,0 0-10-16,0 0-4 16,0 0-9-16,7 0 22 15,1 6-2-15,1 8 1 16,-3 2 2-16,1 5 0 0,-3 2 1 15,-2 1 1 1,0-1-2-16,-2-2 0 0,0-7 0 16,0-4 2-16,0-4-2 15,0-5 4-15,0-1-3 16,3 0 0-16,6 0-1 16,6 0-2-16,5 0-2 15,5 0 4-15,3 0-15 16,-1 0-1-16,-3 0 3 15,-3 4 12-15,-7 11 0 16,-6 5-2-16,-8 4 3 16,0 6 9-16,-10 2 15 15,-15 2-1-15,-9-5-6 16,-4-4-3-16,-4-1-11 16,2-2-3-16,4-7-29 0,-2-3-133 15,5-6-146-15,0-6-359 16</inkml:trace>
  <inkml:trace contextRef="#ctx0" brushRef="#br0" timeOffset="79015.31">6202 8685 39 0,'0'0'909'0,"0"0"-840"0,0 0-55 15,0 0 49-15,0 0 54 16,0 0-29-16,-95 68-27 15,77-2 3-15,6 12-10 16,8 7-5-16,4 5-18 16,0-5-7-16,7-4-16 15,15-8-5-15,4-11-3 16,6-12-2-16,4-8-20 16,0-12-66-16,5-11-72 0,1-12-40 15,-1-7-105 1,-4-7-280-16</inkml:trace>
  <inkml:trace contextRef="#ctx0" brushRef="#br0" timeOffset="80232.17">6394 8974 1065 0,'0'0'103'15,"0"0"-88"-15,0 0 29 0,0 0 6 16,0 0-15-1,89-17 5-15,-49 57 14 0,-5 6-18 16,-6 7-18-16,-11-2-4 16,-6-5 0-16,-10-6 3 15,-2-10 1-15,0-11 2 16,0-7-12-16,-4-7-8 16,-3-5 6-16,3 0 1 15,-2-1 4-15,0-23-11 16,1-10-15-16,3-13-20 15,2-4 27-15,0 2 4 16,0 7 1-16,9 10 3 16,4 12 0-16,-3 12 0 15,2 8-1-15,1 0-3 16,0 16 4-16,2 12 16 16,-1 6 2-16,-1 4-7 15,-2-4-4-15,0-4-1 0,-3-8-6 16,-2-8 3-16,-3-5-2 15,-2-6 0-15,-1-3 3 16,2 0-3-16,2-2 10 16,2-19-11-16,2-13-6 15,4-6-9-15,0-6 15 16,-1 5 1-16,1 1-1 16,2 7 1-16,1 4-2 15,1 8 1-15,-2 8 0 16,-4 11 2-16,0 2 3 0,2 15-5 15,1 17 28 1,-2 6 1-16,0 5-5 0,-1-2-13 16,0-3-6-16,1-9-1 15,1-7-2-15,1-9-1 16,-1-7-1-16,-2-4-19 16,1-2-14-16,3 0 10 15,0-14-2-15,-4-6 8 16,-2 0 7-16,-5 0 7 15,0 4-2-15,-3 8 1 16,0 3 4-16,0 5 0 16,0 0-11-16,0 8 1 15,0 9 10-15,2 3 14 16,5-3-5-16,5-7-8 16,1-2 9-16,2-8-1 0,3 0-5 15,-2 0 7-15,-3-8-3 16,-6-7-1-16,-6-2 1 15,-1-5 3-15,-1 0 16 16,-19 2 0-16,-9 0-14 16,-3 6 3-16,0 1-11 15,6 8-3-15,9 3-2 16,11 2-9-16,3 0 8 16,3 7-3-16,0 9-21 15,24-3-33-15,10-2-17 16,5-9-32-16,10-2 20 15,2 0-25-15,-2-9 38 0,-5-6 48 16,-13 2 26 0,-10 4 9-16,-14 4 12 0,-7 5 23 15,0 0 32-15,0 0-23 16,0 6 0-16,-2 14-19 16,-2 4-1-16,4 2-17 15,0 1-6-15,3-5-1 16,11-5 0-16,-1-7-7 15,1-7 0-15,0-3 1 16,-4 0 13-16,0-13 3 16,-2-12 15-16,-5-4 5 15,-3-8 17-15,0 1-10 16,-17-6-15-16,-13-1-4 16,-3-2-12-16,-5-3-6 15,-1 2-1-15,9 9-8 0,6 9 0 16,13 15 0-16,5 12-3 15,6 1-8-15,0 27-52 16,0 11 47-16,10 5-19 16,12-1-54-16,7-6-4 15,6-6-61-15,7-7-24 16,1-11-146-16,6-12-70 16</inkml:trace>
  <inkml:trace contextRef="#ctx0" brushRef="#br0" timeOffset="80431.49">7685 8762 357 0,'0'0'645'16,"0"0"-525"-16,0 0-59 15,0 0 75-15,0 0-58 16,0 0-72-16,7 60 39 16,3-4 6-16,0-2-23 15,0-2-7-15,-4-1-15 16,0-7-2-16,-2-5-4 15,-1-6-10-15,0-6-87 16,2-7-115-16,1-9-225 16,1-11-365-16</inkml:trace>
  <inkml:trace contextRef="#ctx0" brushRef="#br0" timeOffset="80633.5">7907 8727 1193 0,'0'0'116'16,"0"0"-116"-16,0 0 0 15,31 116 51-15,-15-47-7 16,1 1-30-16,-2-3-10 16,-4-7-4-16,2-10-17 15,-5-9-127-15,0-19-246 16,-5-11-180-16</inkml:trace>
  <inkml:trace contextRef="#ctx0" brushRef="#br0" timeOffset="80897.88">8071 8507 1123 0,'0'0'75'16,"0"0"-67"-16,113 106 68 16,-65-40 40-16,-6 14-21 15,-12 5-42-15,-13 6-17 16,-16-3-12-16,-1-2-20 16,-25-2-4-16,-19-4-7 15,-15-5-64-15,-13-7-85 0,-8-12-127 16,-11-11-318-16</inkml:trace>
  <inkml:trace contextRef="#ctx0" brushRef="#br1" timeOffset="90897.01">10902 4387 980 0,'0'0'127'0,"0"0"-100"15,0 0 66-15,0 0-1 16,0 0-13-16,0 0-42 16,-12-77-23-16,32 60 1 15,7 8-7-15,0 3-5 0,-2 6-2 16,-5 0-1 0,-4 19 0-16,-3 9 2 0,-7 11 6 15,-6 8 0-15,0 4 1 16,-12 3-1-16,-14-1-1 15,-6-3 4-15,-7-1-9 16,-1-7 3-16,2-8-4 16,2-6 0-16,10-12 2 15,7-8 5-15,11-8-2 16,5 0 29-16,3-12 8 16,0-13-32-16,0-6-10 15,15 1 2-15,8 4-3 16,2 6 0-16,5 3 2 0,2 7 1 15,5 2-2-15,0 5 2 16,-1 3-3-16,-1 0 0 16,-4 11-3-16,-4 7 1 15,-6 5-2-15,-3 0 4 16,-4-2-6-16,-4 0-47 16,0-2-36-16,0-6-73 15,4-4-58-15,-4-9-158 16,0 0-195-16</inkml:trace>
  <inkml:trace contextRef="#ctx0" brushRef="#br1" timeOffset="91496.05">11432 4347 830 0,'0'0'213'16,"0"0"-198"-16,0 0 10 15,0 0 65-15,0 0-11 16,0 0-36-16,0-78-15 16,-8 65 25-16,-9 0-6 15,-3 3-24-15,-5 6-17 16,-1 4 12-16,-2 4 5 0,0 22-15 15,4 12-4-15,7 7-2 16,11 0-1-16,6-3 2 16,0-9-3-16,19-9 2 15,7-8-2-15,4-9-5 16,-2-7 2-16,1 0-7 16,-6-3-7-16,-4-14 0 15,-4-6 8-15,-7-1 9 16,-5-1 3-16,-3-2-1 15,0-1-1-15,0 1 5 16,0 8-5-16,0 8 8 16,0 9 0-16,0 2 3 15,0 6-12-15,0 19-20 16,6 12 20-16,7 4 10 16,2 3-9-16,-3-2-1 0,-4 0 3 15,-3-4 0-15,-5-2 1 16,0-7 0-16,0-4 11 15,-8-4 8-15,-11-3 5 16,-6-1 4-16,-1-5-16 16,-4-2-3-16,1-4-8 15,2-4-4-15,4-2-2 16,3 0-9-16,3-8-52 16,7-5-103-16,7-2-93 15,3-2-234-15</inkml:trace>
  <inkml:trace contextRef="#ctx0" brushRef="#br1" timeOffset="93315.79">11850 4414 722 0,'0'0'195'0,"0"0"-179"0,0 0 42 15,0 0 55 1,0 0-49-16,0 0-33 0,28 1-21 16,-8-1 23-16,7 0 10 15,5 0-18-15,3 0-7 16,3 0-7-16,0 0-7 15,-4 0-4-15,-3 0-3 16,-8 0-40-16,-7 0-100 16,-6 2-115-16,-10-1-118 15</inkml:trace>
  <inkml:trace contextRef="#ctx0" brushRef="#br1" timeOffset="93575.85">11880 4525 949 0,'0'0'232'0,"0"0"-232"15,0 0 12-15,0 0-10 16,90-4 42-16,-43 4-18 15,5 0-14-15,-1 0-6 16,1 0-6-16,-4 0-1 16,-7 0-54-16,-7 0-108 15,-14 0-192-15,-15-2-215 0</inkml:trace>
  <inkml:trace contextRef="#ctx0" brushRef="#br1" timeOffset="93778.13">11895 4645 1061 0,'0'0'189'0,"0"0"-189"16,0 0-13-16,127 17 13 15,-68-10 20-15,4 1-13 0,2-2-7 16,-1-1-24-1,-9-5-185-15,-11 0-398 0</inkml:trace>
  <inkml:trace contextRef="#ctx0" brushRef="#br1" timeOffset="95611.57">12735 4334 493 0,'0'0'218'0,"0"0"-193"15,0 0-8-15,0 0 69 16,0 0-9-16,0 0-20 16,0 0-15-16,0 6 10 15,0-6 8-15,0 0 0 16,0 0-9-16,0 0 1 16,0 0 0-16,0 0-2 15,0 0-15-15,-3 0 4 0,-5-7-11 16,0-5-21-16,-2 0-1 15,1 1 2-15,5 2 17 16,2 1-11-16,0 2 0 16,2 4-1-16,0-2-3 15,0 4-4-15,0 0-6 16,0 0-1-16,0 0-4 16,0 0 3-16,5 0-7 15,15 0 9-15,7 6 2 16,5-1-1-16,2-1-1 15,2-4 2-15,-4 0-3 16,-7 0 1-16,-5 0 0 16,-7 0 1-16,-6 0-1 15,-4 0 2-15,-3 0 1 16,0 0-2-16,0 0 6 0,0 0 3 16,0 0-10-16,0 0 20 15,0 0-6-15,0 0-7 16,0 9-7-16,0 22 4 15,6 11 5-15,0 10 14 16,-1 1-22-16,0-3 3 16,-2-2-2-16,1-6-2 15,-1-3-1-15,2-4-27 16,0-7-50-16,5-5-108 16,5-16-122-16,2-7-277 15</inkml:trace>
  <inkml:trace contextRef="#ctx0" brushRef="#br1" timeOffset="95961.69">13602 4082 1164 0,'0'0'87'16,"0"0"-85"-16,0 0 61 15,0 0 53-15,0 0-64 0,0 0-24 16,-55-13-19-16,43 27 14 16,-4 13-7-16,-3 18-3 15,0 13 10-15,6 10 11 16,5 6 1-16,8-2-16 15,0-4-18-15,10-7 1 16,15-9-2-16,5-8-7 16,3-8-20-16,3-9-67 15,0-9-87-15,-2-10-66 16,-4-8-247-16</inkml:trace>
  <inkml:trace contextRef="#ctx0" brushRef="#br1" timeOffset="97278.16">13743 4371 358 0,'0'0'839'0,"0"0"-788"16,0 0-37-16,0 0 28 16,0 0 0-16,0 0-33 15,39-41-7-15,-15 41-2 16,0 0 0-16,-7 17-10 15,-1 7 10-15,-3 5 0 16,-3 5 14-16,-3-2 4 0,-2 1-7 16,-2-1-2-1,-2-7-7-15,-1-3 0 16,0-9 0-16,0-2-2 0,0-7 0 16,0-1 2-16,0-3-1 15,0 0 7-15,0 0 8 16,0-9 1-16,0-15-2 15,0-9-15-15,0-1-1 16,0-1 0-16,0 5 2 16,0 4-2-16,0 7 1 15,6 5-2-15,2 7-1 16,3 7 2-16,0 0-8 16,4 3 3-16,4 16 2 0,2 4 4 15,1 4 3 1,-2-3-3-16,-1-2 5 0,-5-2-5 15,-2-4 2-15,-2-3-4 16,-5-4 4-16,0-5-3 16,-3-1 1-16,-2-3 0 15,1 0 1-15,-1 0 4 16,0 0 1-16,3-5 7 16,3-17-12-16,2-5 0 15,1-5-2-15,-3 1 1 16,4 1 0-16,-1 4 1 15,-1 5 0-15,0 8-2 16,1 6-1-16,-1 3-1 16,1 4 3-16,2 0-12 0,2 9 11 15,2 10 1-15,1 3 2 16,-5 2 4-16,-1 3-4 16,-1-2 6-16,-3-2-1 15,1-4-6-15,-2-6 0 16,2-6-1-16,1-1 1 15,1-4-1-15,4-2-12 16,3 0-14-16,0-5 1 16,-1-10-11-16,-4-1 17 15,-1-4-15-15,-3 0 19 16,-2 2 11-16,-1 5 4 16,-4 2 0-16,1 7 7 15,-1 2 0-15,0 2 1 0,3 0-8 16,4 8-3-1,3 6 3-15,2 0 8 0,3-3-1 16,0-4-3-16,5-4 1 16,-2-3 0-16,1 0 6 15,-4-1-1-15,-4-11 8 16,-4-3 4-16,-5-2 20 16,-2-1 11-16,0-1-3 15,-20 0-19-15,-7-1-8 16,-3 0-12-16,1 5-5 15,8 4-5-15,9 6 0 16,7 3-1-16,5 2-7 16,0 0-4-16,0 13-2 15,21 4 7-15,8-2-36 16,11-6-36-16,5-5 11 0,1-4-12 16,-5 0 8-16,-5 0 13 15,-7 0 45-15,-5 0 13 16,-3 0 1-16,-5 0 2 15,-3 10-3-15,1 2 9 16,-2 4 19-16,-2 4-3 16,3-2-2-16,-1-1-11 15,-1-7-1-15,-1-6-4 16,-1-2 20-16,-1-2 9 16,2 0 1-16,-2-9 16 15,1-13 9-15,-5-7 17 16,-4-5-19-16,0-9-15 0,-4-7-8 15,-18-5-15-15,-4 0-10 16,-3 0-8-16,2 13-3 16,5 13 2-16,9 15-3 15,3 8-10-15,4 6-1 16,-3 15-15-16,1 14-13 16,6 9-21-16,2 6-50 15,5 1-57-15,16-5-40 16,3-5-189-16,1-10-226 15</inkml:trace>
  <inkml:trace contextRef="#ctx0" brushRef="#br1" timeOffset="97545.81">15212 4074 1088 0,'0'0'157'0,"0"0"-138"16,0 0 63-16,0 0-54 16,0 0-26-16,0 0 3 15,10 104 64-15,4-49-18 16,-3 4-12-16,1-2-14 16,-2-4-8-16,0-5-10 15,0-7-6-15,-2-8 0 0,-1-8-2 16,0-7-63-16,-2-9-93 15,2-7-61-15,-1-2-192 16,2-13-206-16</inkml:trace>
  <inkml:trace contextRef="#ctx0" brushRef="#br1" timeOffset="97751.09">15447 4090 1075 0,'0'0'178'16,"0"0"-177"-16,0 0 1 0,4 88 30 16,1-33 27-1,3 5-11-15,1 1-32 16,1-7-5-16,0-6-7 0,2-8-4 16,-2-6-47-16,0-10-117 15,-1-11-143-15,-2-11-268 16</inkml:trace>
  <inkml:trace contextRef="#ctx0" brushRef="#br1" timeOffset="98027.9">15637 3912 1030 0,'0'0'264'0,"0"0"-264"0,0 0-1 16,0 0 1-16,75 132 51 16,-39-61 9-16,-2 5 2 15,-6 4-8-15,-9-4-7 16,-11-3-19-16,-8-8-9 16,0-5-17-16,-27-7 2 15,-11-6-4-15,-4-6-15 16,-6-6-118-16,-2-13-156 15,-4-11-475-15</inkml:trace>
  <inkml:trace contextRef="#ctx0" brushRef="#br1" timeOffset="102176.98">10883 5730 656 0,'0'0'241'0,"0"0"-202"15,0 0-16-15,0 0 112 16,0 0-23-16,0 0-35 16,0 0-9-16,0 0 15 15,-10-12-17-15,24-5-46 16,6-1-11-16,5 2-2 15,5 3 7-15,-2 12-11 16,1 1-2-16,-3 20-2 16,-5 19 2-16,-8 9 3 15,-6 6 2-15,-7 3-6 0,0 0 0 16,-24-1 1 0,-9-1 1-16,-7-8-2 15,-2-9 0-15,0-11-1 16,7-14-3-16,6-8 4 0,8-5 9 15,4 0 0-15,7-21-8 16,7-8 5-16,3-3-6 16,2 1 0-16,18 4-2 15,6 7 1-15,5 6 0 16,2 11-2-16,3 3 2 16,3 3-1-16,0 17 2 15,-1 5 0-15,-1 2 0 16,-2-1-2-16,-2-1 2 15,-4-4-47-15,-3-6-108 0,3-9-51 16,-1-6-98-16,2-5-178 16</inkml:trace>
  <inkml:trace contextRef="#ctx0" brushRef="#br1" timeOffset="102679.16">11460 5825 719 0,'0'0'272'0,"0"0"-234"16,0 0 8-16,0 0 83 16,0 0-45-16,0 0-25 15,-45-64-24-15,35 73 0 16,-3 22-25-16,-4 5 7 0,5 4-2 16,9-2-5-1,3-8-6-15,0-6-4 0,10-6-2 16,5-10-1-16,2-5-1 15,-1-3 3-15,-1 0-11 16,2-17 0-16,-2-3-6 16,-3-7-1-16,-5-3 11 15,-6 0 1-15,-1-2-3 16,0 2 10-16,0 6 0 16,-3 10 2-16,0 7 5 15,1 7 10-15,2 0-17 16,0 10-7-16,0 19 7 15,0 11 2-15,12 6 8 16,1 4-6-16,2 1 3 0,-1-3-5 16,-3-2 9-16,-4-6-1 15,-7-7 1-15,0-4 12 16,0-5-2-16,-17-4 8 16,-4-1 1-16,-5-4-19 15,0-6-3-15,-6-5-4 16,-1-4-4-16,-3 0-38 15,5-4-64-15,7-17-56 16,8-9-166-16,10-6-289 16</inkml:trace>
  <inkml:trace contextRef="#ctx0" brushRef="#br1" timeOffset="103327.01">11791 5449 1073 0,'0'0'147'0,"0"0"-129"16,0 0 65-16,0 0 16 15,0 0-46-15,0 0-27 0,0-22 7 16,0 22 9-1,-18 0-8-15,-12 0-14 0,-5 0-18 16,-2 0 8 0,3 0 2-16,8 2-3 0,6-2 1 15,5 0-5-15,6 0-2 16,6 0 1-16,1 1-4 16,0 2-1-16,2-2 1 15,0-1-8-15,0 1 2 16,0 2-7-16,0 2 5 15,0 10 5-15,0 4 3 16,0 8 1-16,2 3 0 16,-2 2-1-16,0 0 1 15,0-6-1-15,0-3 2 16,0-9-4-16,0-5 4 16,0-6-3-16,0-2 1 0,0-1-1 15,4 0-2-15,7 0-17 16,11-1 10-16,8-8 3 15,8-1 7-15,1 5-5 16,-6 5-18-16,-2 0 6 16,-10 0 15-16,-4 12-3 15,-6 0 5-15,-7 1 0 16,-4 0 1-16,0 3 4 16,-7-3 13-16,-14 1 11 15,-6-1 1-15,-5 0-12 16,1 2-7-16,2-4-10 0,4-1-1 15,3-2 0 1,7 1-35-16,5 0-97 0,8 2-85 16,2-2-174-1,4-3-160-15</inkml:trace>
  <inkml:trace contextRef="#ctx0" brushRef="#br1" timeOffset="103535.03">12099 5841 1376 0,'0'0'206'0,"0"0"-206"16,0 0-2-16,0 0 2 15,105-15 6-15,-50 14-6 16,-1 1 0-16,-7 0-82 15,-11 0-176-15,-15 0-287 16</inkml:trace>
  <inkml:trace contextRef="#ctx0" brushRef="#br1" timeOffset="103693.83">12162 6015 1389 0,'0'0'161'15,"0"0"-161"-15,0 0-7 0,104-6 7 16,-40 3 0-16,1 2-40 16,-5 1-151-16,-18-1-199 15</inkml:trace>
  <inkml:trace contextRef="#ctx0" brushRef="#br1" timeOffset="103850.95">12220 6183 754 0,'0'0'703'16,"0"0"-703"-16,0 0-57 15,0 0 57-15,141-14 0 16,-61-3-134-16,7 0-138 16,-6-5-241-16</inkml:trace>
  <inkml:trace contextRef="#ctx0" brushRef="#br1" timeOffset="104201.12">12943 5716 1326 0,'0'0'178'0,"0"0"-168"15,0 0-4-15,0 0 19 16,0 0-25-16,0 0 25 0,106 0-6 15,-61 0-13 1,-5 0-2-16,-7 0-1 0,-4 0-1 16,-10-6 14-16,-6 2 18 15,-7 1-3-15,-2 3-19 16,-1 0-7-16,2 9-4 16,3 18 14-16,2 14 3 15,2 11 7-15,-2 7-12 16,2-1-5-16,-2 1 3 15,0-6-11-15,-3-5 4 16,-1-5-4-16,-2-3-17 16,-4-7-52-16,0-9-61 15,0-15-187-15,-4-9-435 16</inkml:trace>
  <inkml:trace contextRef="#ctx0" brushRef="#br1" timeOffset="104862.37">13550 5315 1139 0,'0'0'159'0,"0"0"-142"15,0 0 49-15,0 0 33 16,0 0-62-16,0 0-14 16,-11-11 4-16,-13 11 21 0,-4 5-21 15,-1-1-8-15,4-1 7 16,5-1 6-16,1-1-20 16,6-1-3-16,6 0-9 15,6 0 2-15,1 0-1 16,0 0 0-16,0 0-2 15,0 0-3-15,0 0-14 16,0 0 4-16,5 0 3 16,3-6 2-16,0 2 4 15,-1 4-5-15,-2 0-2 16,-1 0 4-16,-1 12 3 16,-3 10 5-16,0 7 10 0,0-1-9 15,0-3 3-15,-1-8 1 16,-3-7-5-1,4-4 2-15,0-4-1 0,0 1-2 16,0-3 1-16,0 2-1 16,2 1-6-16,14-1 7 15,8 2 4-15,4 2 1 16,7 1-5-16,2 6-7 16,0 3 4-16,-4 7 3 15,-6 5-2-15,-9 1-1 16,-6-1 3-16,-10-2 6 15,-2-3 2-15,0-4 6 16,-8-5 1-16,-14-1-2 0,-5-2-5 16,-1-5-6-16,-1-2 0 15,3-2-2-15,0-2-36 16,6 0-57-16,5-6-125 16,8-11-171-16,7-3-384 15</inkml:trace>
  <inkml:trace contextRef="#ctx0" brushRef="#br1" timeOffset="105159.83">14054 5352 1149 0,'0'0'203'15,"0"0"-149"-15,0 0-13 16,-88-13 76-16,76 39-70 16,5 21-21-16,0 18 5 15,7 12 3-15,0 6-8 16,4-2-8-16,13-3-10 16,7-4-8-16,4-5 4 15,4-9-8-15,3-6-1 16,0-10-66-16,-3-11-67 15,-2-11-123-15,-5-14-218 0</inkml:trace>
  <inkml:trace contextRef="#ctx0" brushRef="#br1" timeOffset="106376.18">14231 5718 1211 0,'0'0'155'15,"0"0"-137"-15,0 0 34 16,0 0-18-16,0 0-15 16,0 0-7-16,95 19 19 15,-73 21-2-15,-2 4-10 16,-7-1-2-16,-1-3-5 0,-7-3-5 16,-2-9 3-16,-1-9-8 15,-2-8-2-15,0-6 2 16,0-5 0-16,0 0 5 15,0-5 4-15,0-16-11 16,0-12-7-16,0-11-4 16,0-5-2-16,0 1 5 15,1 5 3-15,8 9 4 16,4 10 1-16,2 9-6 16,-1 8 2-16,4 7 2 15,2 0-8-15,1 24 10 16,2 8 6-16,-4 6 3 0,-3-1 2 15,-1-2-9 1,-4-5 13-16,-1-6-10 0,2-6-5 16,-4-9 0-16,-1-4 0 15,1-5 5-15,-1 0-1 16,3-6 3-16,0-13 1 16,0-10-8-16,0-4-5 15,-3-5 1-15,-3 0 1 16,-1 8 3-16,-2 8 1 15,1 11 2-15,-2 9 5 16,2 2 5-16,0 0-13 16,4 2-6-16,4 16 5 15,5 7 1-15,2 2 6 16,0-2-4-16,1-1-1 16,0-5 1-16,2-5-2 0,2-5-3 15,1-6-13-15,-1-3-10 16,0 0-17-16,-5-6 5 15,-6-9 26-15,-4-5 6 16,-5 1 6-16,-2-2 2 16,0 5-1-16,0 3 16 15,0 7 19-15,0 6 5 16,0 0-25-16,0 5-16 16,0 12-3-16,0 5 3 15,0 0 1-15,9-5 1 16,8-5-4-16,5-4 3 15,-2-5-1-15,0-3 0 16,-6 0 1-16,-3 0-1 16,-4-9 5-16,-5-4 2 0,-2-3 9 15,0-2 23-15,-13-3-12 16,-12-3-3-16,-2 1-11 16,0 5-3-16,6 6-4 15,8 6 0-15,8 4-6 16,5 2-8-16,0 4-2 15,0 12-14-15,15 2 3 16,11-2-34-16,6-2 8 16,1-7-15-16,2-6 1 15,0-1 0-15,-3 0 36 16,-4-7 23-16,-4-2 2 16,-6-2 3-16,-5 3 23 15,-3 4 2-15,-7 2 17 0,-3 2-10 16,0 0-7-1,0 9-26-15,0 12 0 0,6 5 19 16,2-1-13-16,3-2-2 16,3-6 0-16,1-5-5 15,1-5 2-15,-3-7 2 16,1 0 1-16,-2-3 18 16,0-13 5-16,-4-7-6 15,-4-3 11-15,-4-3-11 16,0-6 10-16,-7-6-11 15,-11-1 5-15,-6-1-23 0,-1-1-3 16,2 6 0-16,6 11-1 16,4 12-2-16,7 10-1 15,3 5-2-15,-4 16-40 16,4 13-6-16,2 8-2 16,1 2-77-16,0-3-84 15,11-7-82-15,8-10-176 16</inkml:trace>
  <inkml:trace contextRef="#ctx0" brushRef="#br1" timeOffset="106603.26">15568 5525 869 0,'0'0'233'0,"0"0"-133"15,0 0 72 1,0 0-43-16,0 0-101 0,0 0-27 15,0 0 23-15,28 75 29 16,-18-32-19-16,-3-3-26 16,-2-2-1-16,-1-4-7 15,1-4 0-15,-2-4-24 16,4-5-93-16,0-6-122 16,0-9-235-16</inkml:trace>
  <inkml:trace contextRef="#ctx0" brushRef="#br1" timeOffset="106804.07">15836 5420 1292 0,'0'0'195'0,"0"0"-180"16,0 0-12-16,0 0 20 15,13 120 55-15,2-57-44 16,-4-5-23-16,0-4-11 15,-3-6 0-15,-1-7-1 16,-1-10-101-16,1-10-116 16,-2-10-193-16</inkml:trace>
  <inkml:trace contextRef="#ctx0" brushRef="#br1" timeOffset="107076.27">15946 5242 1327 0,'0'0'0'0,"0"0"-20"16,0 0 20-16,119 92 35 16,-79-33 8-16,-4 10 16 15,-5 5 2-15,-10 1 22 16,-7-3-37-16,-13-5-7 0,-1-7-14 15,-11-3-15 1,-21-7-2-16,-13-3-8 0,-12-3-23 16,-10-8-110-16,-10-9-310 15</inkml:trace>
  <inkml:trace contextRef="#ctx0" brushRef="#br1" timeOffset="112824.84">11124 7199 634 0,'0'0'294'0,"0"0"-230"0,0 0-48 16,0 0 60 0,0 0 22-16,0 0-36 0,0 0-22 15,-1 0-3-15,1 0 4 16,0 0 0-16,0 0 7 16,0 0-7-16,0 0-8 15,0 0 7-15,0 0-17 16,0 0-10-16,0 0-2 15,0-1 3-15,0-2 1 16,0-2-4-16,0 2-9 16,0-1 2-16,0-1-1 15,0 4 1-15,-2-3-2 16,2 4 2-16,0 0 3 16,0 0-6-16,0 0-1 0,0 0-8 15,3 0-6-15,18 0 14 16,8 1 0-16,10 6 5 15,6-4 2-15,4-3-4 16,-3 0 0-16,-2 0-3 16,-8 0 0-16,-7-1 0 15,-14-2 1-15,-5 0 0 16,-8 3 1-16,-2 0 3 16,0 0-4-16,0 0 18 15,0 0-1-15,0 0-7 16,0 0 0-16,0 0-8 15,0 0-1-15,0 0-2 16,0 21-3-16,-5 10 3 16,-2 14 12-16,3 6-7 15,1 10-1-15,0 7-2 0,-1-4 3 16,3-1 4-16,-2-10-7 16,1-11-1-16,1-8-1 15,-3-3 1-15,2-9-2 16,-1-2 0-16,2-7-2 15,1-4-20-15,0-4-45 16,0-5-54-16,0 0-66 16,0-15-89-16,0-18-496 15</inkml:trace>
  <inkml:trace contextRef="#ctx0" brushRef="#br1" timeOffset="113441.41">11629 6959 808 0,'0'0'189'15,"0"0"-119"-15,0 0-28 16,0 0 71-16,0 0-2 16,-17-77-47-16,24 62-31 15,15 3-8-15,4 5-11 16,5 7 2-16,-1 0 0 16,-5 6-7-16,-4 14 5 0,-4 6 4 15,-5 3 3-15,-9 1-15 16,-3 1-5-16,-1 1 1 15,-21-2 3-15,-8-3 3 16,-4-3-3-16,4-7 3 16,7-6-2-16,10-6 5 15,7-5 3-15,5 0 16 16,1 0 5-16,0 0-13 16,7 0-7-16,16-10-14 15,12-5 12-15,11-1-13 16,2 4 0-16,2 5-3 15,-2 1 3-15,1 3-26 16,-7 2-53-16,-6-1-66 16,-5 2-96-16,-11 0-158 15,-10-2-453-15</inkml:trace>
  <inkml:trace contextRef="#ctx0" brushRef="#br1" timeOffset="113832.24">12176 7268 893 0,'0'0'234'0,"0"0"-170"16,0 0 60-16,0 0-1 15,0 0-84-15,0 0-27 16,71-6 3-16,-29 6 18 15,3 0-17-15,3 0-16 0,0 0 4 16,1 0-4 0,-6-4-3-16,-5 1-57 0,-6-3-147 15,-14-3-133-15,-16-2-322 16</inkml:trace>
  <inkml:trace contextRef="#ctx0" brushRef="#br1" timeOffset="114019.99">12261 7350 450 0,'0'0'962'15,"0"0"-909"-15,0 0-53 16,0 0 0-16,0 0 28 16,132 13-5-16,-62-10-20 0,-5-2-3 15,-7 3-11-15,-13-4-196 16,-15 0-140-16,-19 0-281 15</inkml:trace>
  <inkml:trace contextRef="#ctx0" brushRef="#br1" timeOffset="114184.1">12296 7552 1309 0,'0'0'181'16,"0"0"-181"-16,0 0 0 15,107-7 5-15,-45 3 6 16,7 2-11-16,-1 1-81 16,-11-7-136-16,-19 1-449 15</inkml:trace>
  <inkml:trace contextRef="#ctx0" brushRef="#br1" timeOffset="120009.29">13343 7079 374 0,'0'0'533'16,"0"0"-420"-16,0 0-111 0,0 0 17 15,0 0 83-15,0 0-30 16,0 0-32-16,0 0-12 16,-35 6 9-16,10 4-5 15,-2 1-9-15,-7-2 10 16,-2-1 1-16,-3-2-6 16,1-2-5-16,4-2-6 15,8-2-11-15,5 0 4 16,10 0 0-16,4 0 11 15,7 0-1-15,0 0-13 16,0 0-5-16,0 0-2 16,0 0-2-16,0 0 1 15,0 0-3-15,0 0 1 16,0 0-4-16,4 12 7 16,-1 5 0-16,-2 0 1 15,-1 0 1-15,0-4 1 0,0-4 1 16,0-4-4-16,0-3 3 15,0-2-3-15,0 0 0 16,3 0 0-16,11 0-5 16,8 0-2-16,11 0 7 15,12 0 4-15,2 0-4 16,2 0-4-16,-6 0-3 16,-9 15-2-16,-10 5 3 15,-10 5 2-15,-9 2-5 16,-5 1 8-16,-3-1 1 15,-20 2 6-15,-13 1 21 0,-6-2 0 16,-4-2-7-16,-1-5-6 16,4-6-6-16,7-4-3 15,8-5 1-15,8-2-6 16,10-2-3-16,7-2-33 16,3 0-72-16,11 0-93 15,23 0-163-15,14-14 23 16</inkml:trace>
  <inkml:trace contextRef="#ctx0" brushRef="#br1" timeOffset="120323.34">13776 6936 795 0,'0'0'418'16,"0"0"-358"-16,0 0-44 16,0 0 41-16,0 0 45 15,0 0-57-15,-74-17-34 16,61 55 4-16,-1 13 28 16,1 12-10-16,6 6-11 15,6 2 0-15,1 3-6 16,3-4-8-16,17-2-4 15,5-6-4-15,6-12-5 16,0-12-61-16,-1-10-46 16,0-10-59-16,0-14-99 0,-3-4-295 15</inkml:trace>
  <inkml:trace contextRef="#ctx0" brushRef="#br1" timeOffset="121540.85">13920 7183 78 0,'0'0'980'0,"0"0"-888"16,0 0-65-16,0 0 8 15,0 0 14-15,0 0 5 16,96 0-15-16,-64 35 5 16,-5 2-18-16,-7-1-13 0,-5-3 6 15,-6-3-19-15,-6-6 8 16,-3-4-4-16,0-7 2 15,0-8 3-15,0-4-7 16,0-1 20-16,0 0 9 16,-2-1-7-16,-1-20-18 15,-2-11-6-15,5-7-3 16,0-3 0-16,0 2-8 16,8 2 5-16,9 8 6 15,4 9-4-15,3 8-1 16,0 10 3-16,1 3-3 15,-4 10 3-15,3 14 0 16,-4 4 2-16,-3 0 2 0,-4 0-2 16,-3-7 4-16,-4-3 1 15,0-3 0-15,-3-6 1 16,-2-5-5-16,-1-4 1 16,3 0 0-16,-3 0-1 15,1 0 6-15,1 0-2 16,2-8 2-16,3-14-2 15,5-6-5-15,1-7 0 16,3 1 0-16,-3 3 0 16,-3 9 0-16,2 6 3 15,-2 6-6-15,0 7 3 16,3 3-9-16,2 0 7 16,3 10 0-16,4 12 2 15,-2 7 2-15,2 5 0 0,0-4 2 16,-1-3-1-1,1-3-3-15,0-7 0 0,-4-5 1 16,1-6-1-16,-6-6 0 16,0 0-3-16,1-2 3 15,1-15 7-15,1-8-6 16,-2 1-1-16,-4-1 2 16,-7 2 0-16,-3 8-2 15,0 6 1-15,0 5 11 16,0 4 13-16,0 0-23 15,0 9-2-15,0 10 0 16,0 2 2-16,0-1-2 16,9-8-6-16,9-3 6 0,7-6 2 15,2-3 0-15,-4 0 5 16,-1-3-2-16,-7-7-3 16,-9-3 5-16,-3 1-6 15,-3-5 18-15,0 0 7 16,-16-4-17-16,-7-1 7 15,-2 0-12-15,1 6 3 16,6 3-7-16,8 9-7 16,5 3 4-16,5 1 3 15,0 0-13-15,8 13-23 16,14 5 18-16,7 0-27 16,7-5-21-16,8-3-4 0,3-4-1 15,1-3 12-15,-5-3 25 16,-8 1 31-16,-4 1-3 15,-8 1 6-15,-6 3 3 16,-5 0-1-16,-5 0 8 16,-3-2 3-16,3 2-3 15,-2-3 1-15,0-1-5 16,-2-2 1-16,-1 0 9 16,-1 0 10-16,3-4 29 15,-2-12 3-15,-2-8-17 16,0-5 17-16,-13-5-21 15,-13-4 4-15,-2-2-11 16,-6-2-5-16,1 2-14 16,1 7 4-16,7 11-11 15,8 10 12-15,8 6-11 0,5 6 0 16,4 0-5-16,0 0-7 16,0 7 0-16,1 16-8 15,15 5-6-15,4 2-33 16,3-5-10-16,4-2-46 15,3-1-64-15,5-9-103 16,7-8-189-16</inkml:trace>
  <inkml:trace contextRef="#ctx0" brushRef="#br1" timeOffset="121765.05">15520 6832 925 0,'0'0'204'0,"0"0"-146"0,0 0 53 16,0 0-29-16,0 0-62 16,0 0 34-16,0 103 2 15,10-52-32-15,1 0 1 16,-1-5-18-16,0-2-1 16,0-7-6-16,-1-6-1 15,-1-8-55-15,0-5-88 16,2-8-63-16,0-9-226 15</inkml:trace>
  <inkml:trace contextRef="#ctx0" brushRef="#br1" timeOffset="121975.3">15764 6803 1142 0,'0'0'167'0,"0"0"-167"15,0 0 0-15,0 0 51 16,25 123 19-16,-14-72-30 16,1-4-32-16,-2-2-6 15,0-7-2-15,-3-5-35 16,-1-5-91-16,0-12-146 16,-6-11-240-16</inkml:trace>
  <inkml:trace contextRef="#ctx0" brushRef="#br1" timeOffset="122238.94">15969 6623 1196 0,'0'0'93'0,"0"0"-89"0,0 0-4 16,114 71 127-1,-74-17-26-15,-4 8-29 16,-13 5-19-16,-10 2-21 16,-11-2-12-16,-2-1-18 0,-11-6-2 15,-19-1-2-15,-9-2-20 16,-15 2-87-16,-16 1-114 16,-17-2-281-16</inkml:trace>
  <inkml:trace contextRef="#ctx0" brushRef="#br1" timeOffset="123455.99">11269 8473 779 0,'0'0'348'0,"0"0"-266"0,0 0-74 15,0 0 86-15,0 0 25 16,0 0-61-16,-27 0-33 16,41 0-18-16,17 0 2 15,9 0 35-15,6 0-13 16,6 0-24-16,-5 0-3 15,-5 0-4-15,-7-6 5 16,-10 2-5-16,-8 4 1 16,-10-2-1-16,-6 2 1 0,-1 0-1 15,0 0 10-15,0 6 5 16,-5 18 10-16,-10 11 13 16,-4 13-11-16,-2 9-17 15,0 6-9-15,2 3 2 16,0-5-3-16,4-9 3 15,2-6-5-15,3-11 2 16,1-1-3-16,1-6-31 16,3-5-68-16,2-6-52 15,1-10-77-15,1-7-324 16</inkml:trace>
  <inkml:trace contextRef="#ctx0" brushRef="#br1" timeOffset="124073.54">11758 8147 862 0,'0'0'210'0,"0"0"-150"0,0 0-44 15,0 0 55-15,0 0-9 16,0 0-37-16,0-6-13 16,0 7-7-16,0 17 8 15,-4 9 58-15,-9 5-25 16,0-2-35-16,-4-3-2 15,4-3-6-15,3-6 0 16,3-7-1-16,7-5-3 16,0-6 1-16,0 0-8 15,3 0-15-15,14 0 14 16,8 0 9-16,3-5 4 0,2 1-1 16,2 0-3-1,-1-2 0-15,-1 3 2 0,-4-4-2 16,-4-1 1-16,-7-1 0 15,-5-1 1-15,-5-4 0 16,-3 1 1-16,-2-2 5 16,0 0-4-16,0 1 3 15,-5 4 8-15,-5 3 2 16,3 5 19-16,2 2 0 16,1 0-17-16,1 2-19 15,2 20 7-15,-2 10-7 16,0 9 1-16,3 3 0 15,0 2-1-15,0-2-2 16,9 2-30-16,2-2-44 16,-2 0-93-16,0-6-118 0,-5-5-346 15</inkml:trace>
  <inkml:trace contextRef="#ctx0" brushRef="#br1" timeOffset="124427.95">12192 8607 726 0,'0'0'586'0,"0"0"-491"16,0 0-94-16,0 0 17 15,0 0 13-15,96-18 8 16,-40 6-17-16,5 0-20 15,-4 0-4-15,-6 0-18 16,-6 1-140-16,-11 2-102 16,-16 2-259-16</inkml:trace>
  <inkml:trace contextRef="#ctx0" brushRef="#br1" timeOffset="124600.52">12273 8735 1429 0,'0'0'0'0,"0"0"-10"16,0 0 10-16,113 7 19 15,-54-7-18-15,2 0-2 16,-3-6-109-16,-12-1-105 0,-17-1-319 16</inkml:trace>
  <inkml:trace contextRef="#ctx0" brushRef="#br1" timeOffset="124758.41">12289 8938 1109 0,'0'0'143'16,"0"0"-143"-16,0 0 0 16,103 0 4-16,-44-6-4 15,17-6-102-15,6-4-189 16,-2-4-127-16</inkml:trace>
  <inkml:trace contextRef="#ctx0" brushRef="#br1" timeOffset="125588.11">13063 8565 866 0,'0'0'155'0,"0"0"-133"16,0 0 115-16,0 0 11 15,0 0-24-15,0 0-72 16,-29-93-35-16,48 75 17 16,12 2-16-16,6 7-14 15,2 9-1-15,0 0-2 16,-6 10 0-16,-4 18 8 16,-9 6-4-16,-10 9 6 15,-10 3-2-15,-2 5-1 0,-24 1-7 16,-13 0 8-16,-8-4-2 15,-6-7 0-15,-1-9-6 16,9-11 1-16,10-11 4 16,11-8-3-16,11-2 12 15,6-8 10-15,7-17-15 16,0-4-10-16,16-3-4 16,20 6 3-16,9 6 2 15,6 6 1-15,2 10-2 16,1 4-2-16,-4 3 2 0,-2 15 0 15,-6 4 0 1,-5 2-2-16,-7-2 2 0,-3-3-13 16,-7 0-93-16,-2-3-92 15,-4-9-143-15,-4-7-291 16</inkml:trace>
  <inkml:trace contextRef="#ctx0" brushRef="#br1" timeOffset="126238.43">13682 8456 787 0,'0'0'247'0,"0"0"-241"0,0 0-3 15,0 0 68-15,0 0 25 16,0 0-41-16,5-2 3 15,-5 2 52-15,0 0-4 16,-18 0-45-16,-11 0-10 16,-6 4-30-16,-3 1-7 15,3 1 11-15,6-5-15 16,11 1-3-16,6-2-1 16,7 0-3-16,5 0-3 15,0 0-2-15,0 0 0 16,2-2-3-16,11-5-4 15,2-2 8-15,0 4 0 0,1 5-2 16,-5 0-2-16,1 0-5 16,-2 10 6-16,-4 14 2 15,0 2 2-15,-6 6-2 16,0-1 3-16,0-2-1 16,-7-7 1-16,-2-5 1 15,4-8 2-15,2-4 4 16,3-4-8-16,0-1 9 15,0 0-5-15,0 0-4 16,12-7-7-16,11-5-2 16,11-1 7-16,1 4 0 15,2 6-6-15,-5 3 0 16,-5 5 4-16,-2 19 1 16,-8 8 2-16,-3 6 1 15,-9-3 4-15,-3-1 10 0,-2-9-6 16,0-4 6-16,-9-3 4 15,-11-3 4-15,-3-3-8 16,-2-3-12-16,0-4 4 16,5-4-6-16,1-1-5 15,6 0-31-15,4-15-73 16,9-7-144-16,0-10-239 16,12-1-391-16</inkml:trace>
  <inkml:trace contextRef="#ctx0" brushRef="#br1" timeOffset="126488.07">14165 8356 1214 0,'0'0'136'0,"0"0"-128"15,0 0 111-15,0 0 14 16,-97-5-65-16,83 34-48 15,1 13-1-15,6 14-4 16,3 8 21-16,4 8-19 16,0 4-16-16,0-4 3 15,8-8-4-15,12-8-10 16,9-9-30-16,4-9-52 16,4-8-104-16,-2-17-96 0,-1-10-419 15</inkml:trace>
  <inkml:trace contextRef="#ctx0" brushRef="#br1" timeOffset="127655.43">14279 8579 891 0,'0'0'376'0,"0"0"-305"16,0 0-58-16,0 0 46 15,0 0 7-15,0 0-50 16,100-45 2-16,-63 77 25 15,-5 6-17-15,-7 2 3 0,-8 4-1 16,-7-5-13-16,-5-3 0 16,-3-7-5-16,-2-11-5 15,0-7-5-15,0-8 4 16,0-3-2-16,0 0 4 16,0-2 3-16,0-19 1 15,0-10-10-15,0-14-3 16,-2-6-2-16,2 7-2 15,0 6 2-15,2 9 1 16,12 10 3-16,5 5 0 16,1 10-2-16,3 4 2 15,1 8-2-15,-3 23 3 16,0 7 1-16,-4 6 6 16,-6-3 0-16,-3-3 4 15,-3-7 3-15,-3-9-8 0,0-11-6 16,-2-4 2-16,0-4-2 15,1-3 3-15,-1 0 4 16,4-8 4-16,-1-20-11 16,6-11-3-16,2-10 0 15,1 1-5-15,3 7 5 16,-1 15 1-16,-3 9 2 16,-3 11 0-16,-1 6-1 15,1 0 1-15,4 0 0 16,3 15 3-16,-1 2 2 15,-1 3 1-15,-1 0-3 16,-2-4-3-16,0 1-2 0,3-6-2 16,2-4-20-16,5-5-54 15,5-2-15-15,0-3-44 16,-1-17 55-16,-6 0 76 16,-6 4 6-16,-5 4 3 15,-4 6 6-15,-3 6 35 16,0 0 16-16,0 6-28 15,1 10-23-15,4 4 63 16,2-4-46-16,6-3-18 16,4-9 2-16,3-4-4 15,2 0 4-15,-3-18-3 16,-1-5-3-16,-7-2 1 16,-4 0 29-16,-7-1 16 0,0 0-13 15,-5 2-14-15,-18 3 2 16,-4 3-13-16,-2 5-10 15,5 8-2-15,7 5-1 16,3 0 0-16,6 19 0 16,3 5-6-16,5 3-5 15,0-5-31-15,22-7-1 16,6-8-5-16,6-7-32 16,4 0-7-16,2-3 5 15,-2-7 17-15,-4-2 54 16,-6 4 12-16,-4 6 2 15,-3 2 7-15,1 0 5 0,0 5 13 16,2 6 11 0,2-2-10-16,3-2 10 0,1-2-3 15,2-5-7-15,-6 0-3 16,-4 0-7-16,-9-3 10 16,-7-9 31-16,-5-5-8 15,-1-5 0-15,0-4-13 16,-8-2-2-16,-13-4-10 15,-5-1-10-15,-7-4-2 16,-3 0-4-16,0 3-8 16,2 7 0-16,11 8-2 15,9 12-1-15,9 7-13 16,5 0-26-16,0 10-12 16,0 13-13-16,2 8 37 15,11 1-89-15,6-2-54 0,2-1-14 16,1-5-140-16,1-6-152 15</inkml:trace>
  <inkml:trace contextRef="#ctx0" brushRef="#br1" timeOffset="127847.55">15772 8274 808 0,'0'0'36'16,"0"0"-36"-16,0 0-1 16,0 0-4-16,0 0-37 15,0 0-203-15,-8-10 90 16,8 10 82-16,0 1-216 16</inkml:trace>
  <inkml:trace contextRef="#ctx0" brushRef="#br1" timeOffset="128688.5">15772 8274 675 0,'-8'18'232'0,"8"-18"-109"16,0 0 20-16,0 0-44 15,0 0-32-15,0 0-22 16,0 0 4-16,0 0-10 16,0 0-17-16,0 0-8 0,0 0-1 15,0 0 20-15,0 0-3 16,0 0-5-16,0 0-7 15,0 0-9-15,0 0 7 16,0 0 3-16,0 0-6 16,0 0-2-16,0 0-11 15,0 0 6-15,0 0-6 16,0 0-1-16,0 0-1 16,0 0 1-16,0 0-4 15,0 0-20-15,0 0-18 16,0 0-11-16,0 0 2 15,0 0 15-15,0 0 27 0,0 0 9 16,0 0 1 0,0 0 0-16,0 0 0 0,0 0 3 15,0 0 2-15,0 0 0 16,0 0 18-16,0 0 11 16,0 0-4-16,0 0-1 15,0-1-5-15,0-4 1 16,0 2-11-16,0-1-14 15,0 3 22-15,0 1-8 16,0-2-5-16,0 2 4 16,0 0 0-16,0 0 1 15,0 0-6-15,0 0-6 16,0 0 1-16,0 0-2 16,0 0 1-16,0 0-2 15,0 0-1-15,0 0 1 0,0 0 1 16,0 0 2-16,0 0-2 15,0 0 3-15,0 0-2 16,0 0 9-16,0 0-5 16,0 0 2-16,0 0-2 15,0 0-4-15,0 0 0 16,0 0 5-16,0-2-5 16,0 1 0-16,0-2-1 15,0 2 1-15,0-1-2 16,0 2 0-16,0 0 2 15,0 0-1-15,0 0-1 16,0 0-1-16,0 0 1 0,0 0 1 16,0 0-1-16,4 3-9 15,7 19 7-15,2 10 2 16,2 9 8-16,-2 2-8 16,1 3 2-16,-3-4 0 15,-1-2-2-15,0-6-1 16,-4-5 0-16,-2-5-6 15,0-6-35-15,-1-7-42 16,2-6-95-16,1-5-163 16,2-8-238-16</inkml:trace>
  <inkml:trace contextRef="#ctx0" brushRef="#br1" timeOffset="128896.76">15976 8253 1091 0,'0'0'196'16,"0"0"-167"-16,0 0-20 15,0 0 31-15,0 0 85 16,10 119-64-16,-3-71-41 16,0-2-3-16,-3-5-10 15,3-6-7-15,-2-3-6 16,2-3-91-16,-4-4-95 15,-3-10-201-15</inkml:trace>
  <inkml:trace contextRef="#ctx0" brushRef="#br1" timeOffset="129189.34">16078 8064 1238 0,'0'0'155'16,"0"0"-150"-16,0 0 12 15,0 0-1-15,91 94 101 16,-53-33-31-16,-5 5-45 0,-6 3 3 16,-9-3-7-1,-6 2-10-15,-9-2-16 0,-3-3-10 16,-8-1-1-16,-21-5-6 15,-9-3-4-15,-7-7-77 16,-7-6-138-16,-5-10-144 16,-6-8-612-16</inkml:trace>
  <inkml:trace contextRef="#ctx0" brushRef="#br1" timeOffset="130737.9">16542 8449 920 0,'0'0'224'0,"0"0"-205"16,0 0 1-16,0 0 76 15,0 0-41-15,0 0-49 16,9-2-4-16,6 2 2 15,7 0 22-15,10 0 7 16,6-4-8-16,4-7-13 16,3-1-2-16,-2 2-7 15,-2 0-3-15,-3 2-8 16,-8 1-62-16,-3 3-109 16,-7-1-69-16,-11-2-219 15</inkml:trace>
  <inkml:trace contextRef="#ctx0" brushRef="#br1" timeOffset="130938.37">16626 8574 1113 0,'0'0'238'0,"0"0"-238"15,0 0-5-15,0 0 5 16,87 0 28-16,-26 0-7 15,5 0-17-15,-1-2-4 16,-3-4-25-16,-10 1-157 16,-10-3-147-16,-18-3-297 15</inkml:trace>
  <inkml:trace contextRef="#ctx0" brushRef="#br1" timeOffset="131117.72">16616 8723 74 0,'0'0'1260'0,"0"0"-1260"15,0 0-71-15,101-4 71 16,-34-5 10-16,5 2-10 16,3 1-111-16,-7-6-231 15,-16-1-350-15</inkml:trace>
  <inkml:trace contextRef="#ctx0" brushRef="#br1" timeOffset="132271.42">17378 8278 874 0,'0'0'227'0,"0"0"-140"0,0 0-63 16,24-84 30-16,3 66 20 15,9 8-39-15,5 10-26 16,1 0-8-16,-6 8 7 16,-7 16-3-16,-12 3-3 15,-11 6 5-15,-6 0-6 16,-5 3 8-16,-22-2 8 15,-5-2-1-15,-4-6-12 16,3-8 5-16,9-8-2 16,10-7 7-16,10-3-11 15,4 0 14-15,0-13 0 16,10-11-13-16,15-2-8 16,9 4-2-16,8 8 5 15,4 8 0-15,-2 6-6 0,-6 0 6 16,-5 18 0-1,-6 8 1-15,-9 2 3 0,-8 2 3 16,-10 2 12-16,0-4 6 16,-10 3 5-16,-15-4 7 15,-5-5 1-15,-7-2-13 16,2-7-8-16,4-2-12 16,7-9-4-16,7-2-1 15,7 0-26-15,6-14-45 16,4-13-132-16,0-11-171 15,14-2-295-15</inkml:trace>
  <inkml:trace contextRef="#ctx0" brushRef="#br1" timeOffset="132553.87">17935 8008 1267 0,'0'0'75'16,"0"0"-58"-16,0 0 34 16,0 0 34-16,0 0-68 15,-52 96 14-15,46-40-11 0,2 1-4 16,4-1 4 0,0-2-7-16,7-5-11 0,12-5 0 15,6-5 0 1,3-4-2-16,4-8-17 0,0-4-87 15,1-8-47-15,-3-9-68 16,0-6-259-16</inkml:trace>
  <inkml:trace contextRef="#ctx0" brushRef="#br1" timeOffset="133155.68">18131 8211 1098 0,'0'0'116'0,"0"0"-93"0,0 0 21 16,0 0-5-16,0 0-36 16,0 0 23-16,85 71 4 15,-52-29-13-15,-2 1-5 16,-8-5 7-16,-4-6-8 16,-9-8 0-16,-3-9-2 15,-7-8 2-15,0-5-3 16,0-2 10-16,0 0 25 15,0 0 17-15,-3-12-29 16,-3-14-30-16,-1-9-1 16,1-14-1-16,4 0-12 15,2 0-10-15,0 12 14 16,2 14 6-16,13 13-10 0,2 10 12 16,2 0-5-1,8 16 6-15,2 10 2 0,-3 4-2 16,1-1 2-16,-5-3 2 15,-4-6-1-15,-6-5-3 16,-5-4 3-16,-6-7-3 16,-1-2 1-16,0-2 2 15,0 0 11-15,0 0 14 16,0-11-8-16,0-9-13 16,-1-7-5-16,-2-6-1 15,3 1 1-15,0 1-1 16,1 6-1-16,12 6 0 15,4 8-1-15,3 6 1 16,2 5 2-16,3 0-1 0,0 14 11 16,-2 10-3-16,-1 4-3 15,-2 1 2-15,-5 1-8 16,-1-4 4-16,-4-4-4 16,-2-3-1-16,-2-3-40 15,3-6-60-15,0-3-97 16,4-7-101-16,1 0-107 15,2-14-23-15</inkml:trace>
  <inkml:trace contextRef="#ctx0" brushRef="#br1" timeOffset="134087.21">18877 8262 675 0,'0'0'258'0,"0"0"-127"16,0 0-13 0,0 0-34-16,0 0-48 0,0 0-20 15,0-4-7-15,0 4-1 16,0 0-3-16,0 0 6 15,0 0 2-15,0 0-2 16,0 0 3-16,0 0 5 16,0 0-2-16,0 0 13 15,0-2 17-15,0 2 6 16,0 0 2-16,0 0-13 16,0 0-14-16,0 0-22 15,0 2-6-15,0 18-3 16,0 2 3-16,0 4 6 15,0-5-5-15,10-5-1 0,5-3 0 16,3-4 0 0,4-9 7-16,0 0-4 0,-1 0 1 15,-4-9-1-15,-5-7 0 16,-7-2 1-16,-5-1 0 16,0-2 0-16,-9 0 0 15,-12 0-4-15,-4 1-1 16,-2 5 0-16,2 4 0 15,5 8-6-15,6 3-1 16,6 0 6-16,5 0-3 16,3 3-25-16,0 3-39 15,15-4-15-15,16-2 3 16,7 0 24-16,1-2 28 16,-2-8 19-16,-9 2 6 15,-6 4 3-15,-7 1 2 0,-6 3 2 16,1 0 0-16,0 0 2 15,3 0 0-15,2 0 0 16,1 0 4-16,-3 3 1 16,-5-2 0-16,-2 1 8 15,-4-2 11-15,-2 0 1 16,0 0 16-16,0 0 0 16,0 0-5-16,0 0-11 15,0 0-14-15,0 0 7 16,0 0-10-16,0-6-7 15,0-5-6-15,-5 2 3 16,4 1-3-16,-3 4 3 0,4 3 5 16,-2 1 10-16,1 0-10 15,1 0-6-15,0 0-2 16,0 0-2-16,0 0 1 16,-2 7-1-16,1 11-3 15,-3 8 5-15,2 4 1 16,2 0 0-16,0-1-2 15,0-7 1-15,0-7 0 16,7-7 0-16,2-7-1 16,4-1 1-16,0 0 5 15,4-16 0-15,-4-5 0 16,-2-5-4-16,-4-1 6 16,-7-2 0-16,0-2 2 15,-4-2 0-15,-17 0-3 16,-5-2-2-16,-4 0-4 0,3 6 2 15,3 3-2-15,7 8 0 16,7 10-11-16,4 6-15 16,5 2-53-16,1 2-115 15,0 15 0-15,3 1-95 16,15-3-106-16</inkml:trace>
  <inkml:trace contextRef="#ctx0" brushRef="#br1" timeOffset="134294.98">19350 7951 888 0,'0'0'231'0,"0"0"-172"0,0 0 64 15,0 0-31-15,0 0-80 16,0 0 10-16,-17 111 14 16,31-55-2-16,-3 1-7 15,3-4-12-15,-3-5-9 16,-2-2-6-16,-1-9 0 15,0-5-74-15,-1-11-134 16,0-11-139-16,-1-10-407 16</inkml:trace>
  <inkml:trace contextRef="#ctx0" brushRef="#br1" timeOffset="134492.79">19524 8005 945 0,'0'0'423'0,"0"0"-402"16,0 0-11-16,0 0 6 16,-7 125 34-16,14-73-22 15,6 2-11-15,1-7-14 16,-3-7-3-16,1-7-9 16,-2-9-118-16,-2-9-66 15,-1-12-241-15</inkml:trace>
  <inkml:trace contextRef="#ctx0" brushRef="#br1" timeOffset="134753.56">19634 7774 1007 0,'0'0'208'16,"0"0"-208"-16,0 0 0 15,89 74 14-15,-44-21 61 16,-3 10-8-16,-6 7-4 16,-11 0 7-16,-12 0 3 15,-13-3-16-15,0-3-30 16,-19-6-18-16,-13-7-4 16,-10-6-5-16,-8-4-43 0,-7-3-122 15,-8-6-158 1,-13-3-493-16</inkml:trace>
  <inkml:trace contextRef="#ctx0" brushRef="#br1" timeOffset="136854.75">11368 9946 748 0,'0'0'384'15,"0"0"-275"-15,0 0-84 16,0 0 5-16,0 0 46 0,0 0-40 16,0 0-19-16,40-26 6 15,-6 26 29-15,4 0-17 16,4 0-22-16,5-7 6 15,-1-2 8-15,0-4-13 16,-9 3-2-16,-13 1-3 16,-8 1-7-16,-8 5 7 15,-6 1-8-15,-2 2 27 16,0 0 12-16,0 0-22 16,0 0-6-16,-12 13-9 15,-6 21 7-15,-7 14-4 16,1 13-3-16,2 2 0 15,4 3-1-15,1 0-2 16,4-3 0-16,1-7-1 0,4-7-3 16,3-11-28-16,1-8-47 15,4-7-51-15,0-8-65 16,0-15-153-16,14 0-336 16</inkml:trace>
  <inkml:trace contextRef="#ctx0" brushRef="#br1" timeOffset="137553.1">12137 9495 1087 0,'0'0'130'16,"0"0"-127"-16,0 0 3 16,0 0 37-16,0 0 40 15,0 0 6-15,-11 23-33 16,-2-12 8-16,-6-1-15 16,-3-2-21-16,-3-4-3 15,-2-1-12-15,1-3 13 16,0 0-10-16,6 0-10 15,4-6-1-15,3-4 0 0,6-1-5 16,4 1 0-16,1 3-4 16,2 2 4-16,0 3 0 15,0 2-4-15,0 0 2 16,0 0 0-16,0 0-3 16,0 14 5-16,0 5-1 15,3 8 1-15,-3 4 0 16,0-1 2-16,0-2-4 15,0-2 4-15,-7-9-2 16,1-1 0-16,2-8 0 16,2-4 1-16,2-3 2 15,0-1-3-15,0 0-4 16,12 0-8-16,14-12-6 16,9-1 10-16,5 1 7 15,1 3-11-15,-1 4-21 0,-2 5 1 16,-10 0 25-16,-8 0 6 15,-9 11 0-15,-7 2 1 16,-4 5 0-16,0 1 7 16,-15 0 12-16,-12 0 15 15,-6 1 1-15,-6 1-13 16,0-3-8-16,5-1-6 16,5-6-6-16,11-6 1 15,6-2-3-15,7-1-2 16,5-2-11-16,0 3-64 0,4 1-110 15,19-1-145 1,9-3 65-16,4 0-329 0</inkml:trace>
  <inkml:trace contextRef="#ctx0" brushRef="#br1" timeOffset="137785.09">12365 9987 1275 0,'0'0'223'0,"0"0"-211"16,0 0 1-16,0 0-13 0,110-14 29 15,-44 7-18 1,2 0-11-16,-3 4-1 0,-8 1-131 15,-15 1-122-15,-14-3-367 16</inkml:trace>
  <inkml:trace contextRef="#ctx0" brushRef="#br1" timeOffset="137950.51">12493 10145 1129 0,'0'0'287'0,"0"0"-287"0,106-12-72 16,-26-3 72 0,5-3 0-16,-6 3-53 0,-14 2-282 15,-21 2-334-15</inkml:trace>
  <inkml:trace contextRef="#ctx0" brushRef="#br1" timeOffset="138113.18">12535 10300 1361 0,'0'0'14'15,"0"0"3"-15,0 0-17 16,141 0 11-16,-68 0-11 16,2-6-90-16,-2-6-117 15,-11-1-195-15</inkml:trace>
  <inkml:trace contextRef="#ctx0" brushRef="#br1" timeOffset="138637.72">13318 9904 1244 0,'0'0'164'16,"0"0"-108"-16,0 0-24 15,0 0 30-15,62-81-8 16,-13 77-14-16,7 4-24 15,-5 14-3-15,-7 16-6 16,-12 9-6-16,-17 3 4 16,-13 1-5-16,-2 6-4 15,-34-1 4-15,-16 3 7 0,-14 0-6 16,-5-6 4 0,0-9-2-16,10-9 2 0,19-16 0 15,17-9-5-15,16-2 6 16,7 0 8-16,0-7-2 15,22-12-7-15,15-4 0 16,9 0 0-16,8 7-5 16,2 6 2-16,2 2-1 15,0 7-1-15,1 1 1 16,-2 0-1-16,-6 0-3 16,-7 0-14-16,-8 0-65 15,-5 1-65-15,-10-1-132 16,-7 0-215-16</inkml:trace>
  <inkml:trace contextRef="#ctx0" brushRef="#br1" timeOffset="138856.07">13806 9806 1205 0,'0'0'134'0,"0"0"-134"15,0 0 10-15,0 0 18 16,12 100 58-16,4-40-52 16,0 2-8-16,-7 0-17 15,-2-4-5-15,-4-5-4 16,1-7-34-16,-1-5-94 0,-1-12-83 16,-2-12-279-1</inkml:trace>
  <inkml:trace contextRef="#ctx0" brushRef="#br1" timeOffset="139155.06">14217 9572 1310 0,'0'0'163'0,"0"0"-135"16,0 0-17-16,-85 52 28 16,77 3 31-16,8 20-21 15,0 15-24-15,1 8-6 16,16-2-4-16,1-7-14 16,2-9-1-16,4-11-2 15,1-11-26-15,0-9-74 16,2-16-103-16,-4-17-119 15,-1-16-375-15</inkml:trace>
  <inkml:trace contextRef="#ctx0" brushRef="#br1" timeOffset="140371.85">14384 9873 1163 0,'0'0'172'16,"0"0"-84"-16,0 0-61 15,0 0 28-15,0 0-25 16,0 0-23-16,47 32 23 16,-16 19 3-16,-7 3-15 15,-5-4-3-15,-7-8-10 16,-6-6-1-16,-5-9-4 16,-1-7 0-16,0-11 0 15,0-5-1-15,0-4 2 16,0 0 12-16,0-4 1 15,0-16-3-15,0-13-11 0,0-9-5 16,3-6 3-16,5 3 1 16,3 5-7-16,3 11 8 15,-2 10 0-15,-1 10-1 16,1 9-4-16,0 0 2 16,2 23 3-16,0 13 7 15,0 8 0-15,-3 2 5 16,-1-2-1-16,0-3-6 15,-1-7 2-15,1-6-5 16,-4-5-1-16,1-9-1 16,-4-9-1-16,0-5 0 15,3 0 0-15,2-4-7 16,6-18 4-16,3-10-8 16,-1-9 5-16,-1 2 6 15,-5-3-5-15,-5 6 6 0,-2 9 0 16,-1 9 2-16,-2 14 1 15,0 4 7-15,0 0 3 16,0 2-13-16,2 17-2 16,3 6 2-16,-1 5 9 15,5-1-8-15,3-4 1 16,-2-6-1-16,5-3-1 16,1-7 0-16,6-8-7 15,5-1-5-15,0 0-10 16,1-12-9-16,-3-7 11 15,-5-4 8-15,-5 1 10 0,-6 1-1 16,-6 7 6-16,-3 6-2 16,0 7 26-16,0 1 12 15,0 0-37-15,0 7-2 16,0 9 0-16,0 0-3 16,0 1 8-16,7-7-5 15,6-4 0-15,1-3 0 16,-1-3 4-16,-1 0 5 15,-4-1-7-15,-3-10 8 16,-4-2 3-16,-1-1 17 16,0 1-2-16,-4-3-10 15,-16 0-2-15,-5 3-16 16,-1 2 0-16,4 5 0 16,9 3-4-16,7 3 4 15,6 0 0-15,0 0-12 16,2 8-31-16,15 5 23 0,9 0 1 15,6-4-16-15,4-3 2 16,3-6 7-16,1 0-10 16,0 0 9-16,-5-10 19 15,-6 3 7-15,-8-1 2 16,-9 6-3-16,-5 2 5 16,-2 0-4-16,-2 5 2 15,-1 15 0-15,-1 4 19 16,3 0-11-16,-1-3-5 15,4-8 4-15,0-4-8 0,1-6 6 16,-2-3 3 0,1 0 2-16,0-10 24 0,-2-14 15 15,-3-6-9-15,-2-6 5 16,0-5-27-16,-11-5 2 16,-9-7-4-16,-5 0-8 15,-5 2 1-15,-5 10-10 16,2 11-4-16,6 11 1 15,7 11-6-15,7 8 2 16,1 0 3-16,3 14 1 16,6 13-10-16,3 3-11 15,0 3-20-15,13 0-3 16,13-3-44-16,9-4-85 16,10-8-29-16,10-10-111 15,4-8-36-15,-4 0-191 0</inkml:trace>
  <inkml:trace contextRef="#ctx0" brushRef="#br1" timeOffset="140574.76">15627 9688 980 0,'0'0'169'16,"0"0"-86"-16,0 0 85 16,0 0 1-16,0 0-91 15,0 0-67-15,-19 9-9 16,20 39 27-16,10 11-4 0,1 3-15 15,0-2-4 1,-1-6-6-16,-3-9 0 0,-3-7-8 16,-1-5-76-16,-3-9-129 15,-1-9-188-15</inkml:trace>
  <inkml:trace contextRef="#ctx0" brushRef="#br1" timeOffset="140807.72">15836 9706 1287 0,'0'0'198'0,"0"0"-191"16,0 0-2-16,0 0 40 0,0 0 40 15,38 112-50-15,-19-63-34 16,-5-1 6-16,-4-4-5 15,-1-8-2-15,-4-6-27 16,-2-7-77-16,2-8-89 16,1-8-164-16</inkml:trace>
  <inkml:trace contextRef="#ctx0" brushRef="#br1" timeOffset="141047.5">15983 9547 1166 0,'0'0'279'0,"0"0"-212"15,0 0-56-15,0 0-8 16,125 30 67-16,-68 18-7 16,-7 11-37-16,-8 5-3 15,-16 10-13-15,-14 1 12 16,-12 1-20-16,-3-7-2 15,-29-4-34-15,-16-1-78 16,-14-8-196-16,-12-8-498 16</inkml:trace>
  <inkml:trace contextRef="#ctx0" brushRef="#br1" timeOffset="142885.38">12781 11256 1160 0,'0'0'218'0,"0"0"-172"0,0 0-46 16,0 0 0-16,0 0 8 15,0 0 43-15,109 0-9 16,-54 0-22-16,-3-4-18 16,-6 1-2-16,-9 1-44 15,-10 2-124-15,-12 0-84 16,-15 0-224-16</inkml:trace>
  <inkml:trace contextRef="#ctx0" brushRef="#br1" timeOffset="143042.64">12835 11422 1335 0,'0'0'79'0,"0"0"-79"15,86-9-28 1,-24-8 26-16,5 8 3 0,0-2-2 15,-5 7-49-15,-13 2-171 16,-20 2-263-16</inkml:trace>
  <inkml:trace contextRef="#ctx0" brushRef="#br1" timeOffset="143215.01">12905 11605 1292 0,'0'0'238'0,"0"0"-238"0,0 0-100 16,0 0 100 0,129 0 3-16,-68 0-3 0,7 0-61 15,-2 0-92-15,-6 0-135 16,-11-6-300-16</inkml:trace>
  <inkml:trace contextRef="#ctx0" brushRef="#br1" timeOffset="143506.62">13502 11152 1152 0,'0'0'137'0,"0"0"-129"16,0 0-8-16,21 100 63 16,-8-50 11-16,4 4-26 15,1 3-33-15,-5-5-7 16,-2 0-2-16,-4-3-6 16,-5-5-4-16,-2-3-65 15,0-7-65-15,0-8-114 16,0-15-254-16</inkml:trace>
  <inkml:trace contextRef="#ctx0" brushRef="#br1" timeOffset="143822.18">13778 11367 1246 0,'0'0'107'0,"0"0"-100"15,0 0-7-15,0 92 8 16,11-68 21-16,11-4-18 16,-2-3-3-16,0-10-7 15,-3-6 2-15,-7-1 11 0,0-1-3 16,-2-18 34 0,-5-5 8-16,-3-3-32 0,0-8 3 15,-3 2 1 1,-14 0-22-16,-6 6 0 0,4 7-3 15,5 10-5-15,5 7-3 16,6 3-46-16,0 0-45 16,3 0-77-16,0 9-46 15,3-2-188-15</inkml:trace>
  <inkml:trace contextRef="#ctx0" brushRef="#br1" timeOffset="144104.65">14202 11018 1136 0,'0'0'184'0,"0"0"-160"0,0 0 8 16,0 0 75-16,0 0-45 15,0 0-37-15,-96 135 13 16,90-63-18-16,6 5 7 15,0 1-5-15,3-6-19 16,16-7 7-16,6-9-10 16,3-8-6-16,6-14 2 15,2-5-50-15,5-11-49 16,2-6-54-16,-1-12-81 16,-3 0-239-16</inkml:trace>
  <inkml:trace contextRef="#ctx0" brushRef="#br1" timeOffset="145317.95">14410 11305 916 0,'0'0'202'0,"0"0"-121"16,0 0-48-16,0 0 4 16,0 0-14-16,0 0 16 15,80 14-11-15,-50 26-3 16,-4 7 15-16,-7-1 3 0,-6-2-24 15,-4-3-3 1,-6-8-8-16,-3-6 0 0,0-9-1 16,0-6-7-16,0-5 0 15,0-7 3-15,0 0 5 16,0 0 7-16,0-9-15 16,0-17-7-16,0-12-60 15,0-12 28-15,0-2 14 16,0-1 8-16,0 7 6 15,14 12 10-15,-1 11 1 16,4 10-4-16,-1 10 0 16,0 3 4-16,-3 9 2 15,2 17 26-15,-2 1 2 16,-2 3-4-16,2-2 3 16,-3-1-10-16,-4-2 6 0,1-8-10 15,-2-3-8 1,-1-7-3-16,-1-4-2 0,0 0-4 15,-2-3 2-15,5 0-9 16,2-4-11-16,2-12 20 16,0-8 3-16,0-5-3 15,-3-1-3-15,3 0 1 16,0 6 3-16,-2 8-3 16,-1 8 2-16,0 8-2 15,0 0 2-15,2 21 7 16,5 6 24-16,1 6-14 15,-2-3 1-15,2 0-9 0,2-6-4 16,0-5-4 0,1-5 2-16,2-10-1 0,4-4-2 15,-1 0 0-15,3-3-17 16,1-15-6-16,-3-2 8 16,-4-4-5-16,-4 1 15 15,-6 3 4-15,-4 7 2 16,-3 6 0-16,-3 5 2 15,0 2-3-15,0 2 0 16,0 15 0-16,3 6 3 16,1 0 17-16,6-6-17 15,1-6 2-15,3-5 0 16,6-6-2-16,0 0 5 16,2-6-3-16,-4-11 3 15,-6-3-1-15,-6 0-4 0,-6-7 14 16,-3 0 18-16,-20 0 1 15,-11 0 1-15,-4-2-22 16,-1 7 2-16,4 7-13 16,9 6-4-16,7 9 0 15,9 0-3-15,10 9 2 16,0 10-21-16,1 6-18 16,23 4 2-16,4-6-23 15,9-5-9-15,6-11-14 16,6-4-5-16,2-3-10 0,-3 0 28 15,-13 0 55 1,-11-3 16-16,-13 2 4 0,-8 1-3 16,-1 0 16-16,-2 0 17 15,3 7 7-15,2 10 23 16,4-1-16-16,1 1-11 16,3 0-6-16,6-4-16 15,-4-7 2-15,-2-1 1 16,-2-5 1-16,-1 0 11 15,-1-15 27-15,-2-7 14 16,-4-8-19-16,-3-3-7 16,0-5-19-16,-3-2-8 15,-16-4 1-15,-5 1-13 0,-8-1-3 16,-2 0 0 0,4 8-3-16,7 9-3 0,6 14 3 15,10 6-16-15,4 7-24 16,3 11-28-16,0 15 11 15,0 7 8-15,5 0-87 16,13-3-19-16,5-5-53 16,4-9-199-16</inkml:trace>
  <inkml:trace contextRef="#ctx0" brushRef="#br1" timeOffset="145524.28">15784 11015 888 0,'0'0'239'0,"0"0"-130"0,0 0-55 16,0 0 23-16,0 0-64 15,0 0 41-15,16 127 26 16,3-67-49-16,-2-6-20 16,-4-4-4-16,-3-6-7 15,-4-5 0-15,0-9-63 16,0-6-100-16,1-13-137 15,0-8-384-15</inkml:trace>
  <inkml:trace contextRef="#ctx0" brushRef="#br1" timeOffset="145742.34">16000 11010 1206 0,'0'0'189'15,"0"0"-189"-15,0 0 4 16,0 0 21-16,31 122 71 16,-16-59-39-16,-3-2-42 15,-2-5-10-15,0-8-4 16,-2-5-1-16,1-9-82 16,-1-12-98-16,-3-7-121 15,0-15-325-15</inkml:trace>
  <inkml:trace contextRef="#ctx0" brushRef="#br1" timeOffset="145984.28">16240 10827 1310 0,'0'0'172'16,"0"0"-172"-16,0 0 0 15,114 69 8-15,-74-5 72 16,-10 12-27-16,-12 9-21 16,-12 0-12-16,-6-3-12 15,-20 2-8-15,-24-6-14 16,-13 0-117-16,-17-12-145 0,-13-9-343 16</inkml:trace>
  <inkml:trace contextRef="#ctx0" brushRef="#br1" timeOffset="149569.45">16578 5532 796 0,'0'0'222'15,"0"0"-183"-15,0 0 52 16,0 0 9-16,0 0-32 16,0 0-26-16,0 0 4 15,67 14 45-15,-12-14-31 16,7 0-46-16,5-7-5 15,-7-5-6-15,-9 1-3 16,-7 0-6-16,-10 6-75 0,-12-1-119 16,-15-1-135-16,-7 0-261 15</inkml:trace>
  <inkml:trace contextRef="#ctx0" brushRef="#br1" timeOffset="149769.54">16723 5641 317 0,'0'0'880'0,"0"0"-830"0,0 0-33 15,0 0-11 1,89 9 88-16,-26-9-32 0,12 0-36 16,-1-1-21-16,-5-7-5 15,-11 4-16-15,-11 1-88 16,-13-1-126-16,-19 1-253 15</inkml:trace>
  <inkml:trace contextRef="#ctx0" brushRef="#br1" timeOffset="149978.45">16745 5801 326 0,'0'0'1113'0,"0"0"-1056"0,0 0-39 16,0 0-18-16,127-9 64 16,-42-3-23-16,5-1-21 15,1-1-20-15,-7 7-5 16,-13 1-88-16,-9-1-164 16,-15-5-223-16</inkml:trace>
  <inkml:trace contextRef="#ctx0" brushRef="#br1" timeOffset="150305.84">17798 5146 1235 0,'0'0'130'15,"0"0"-103"-15,0 0-15 16,0 0 26-16,0 0-28 16,4 96 32-16,16-22 46 15,-4 4-55-15,1-1-28 16,-2-2 0-16,-3-9-5 15,-1-7-1-15,-4-9-56 16,0-11-85-16,-2-12-129 0,2-17-228 16</inkml:trace>
  <inkml:trace contextRef="#ctx0" brushRef="#br1" timeOffset="150616.17">18066 5425 990 0,'0'0'337'0,"0"0"-332"16,-55 86 0-16,55-55 30 0,10-6 31 15,23-2-38 1,10-10-6-16,5-6-16 0,0-7 10 16,-6-5-11-16,-9-14 0 15,-10-8 2-15,-11-2 4 16,-12-5 31-16,0-7 4 15,-15 2 3-15,-20 1-36 16,-10 8-8-16,-7 10-5 16,4 11 0-16,6 9-1 15,11 0-11-15,18 20-56 16,13 6-59-16,6 5-38 16,30-2-85-16,9-5-190 15</inkml:trace>
  <inkml:trace contextRef="#ctx0" brushRef="#br1" timeOffset="150872.59">18686 5124 1241 0,'0'0'134'0,"0"0"-93"16,0 0 108-16,0 0-56 15,0 0-61-15,0 0-29 16,-75 81 26-16,75-10 12 16,0 5-30-16,7-1 2 15,15-4-13-15,5-8-1 0,7-10 0 16,3-11-27-16,1-8-49 16,1-8-96-16,-3-14-119 15,-4-9-275-15</inkml:trace>
  <inkml:trace contextRef="#ctx0" brushRef="#br1" timeOffset="152018.01">18907 5361 1352 0,'0'0'99'0,"0"0"-46"15,0 0 67-15,0 0-89 16,0 0-26-16,0 0 3 15,60 72 12-15,-35-29-4 0,-5-1-4 16,-6-5-12-16,-4-9 4 16,-6-6-4-16,0-10 2 15,-2-6-2-15,-2-5 2 16,1-1-1-16,-1 0 7 16,0-12-6-16,0-17-2 15,4-12-4-15,3-5 0 16,4 2 3-16,5 4 0 15,3 13 0-15,1 10-1 16,0 12-10-16,2 5 12 16,1 9 0-16,1 19 3 0,-1 7 7 15,0 2-1 1,-1 0-5-16,-3-7 8 0,-2-8-10 16,-6-5 0-16,-2-9-2 15,-3-4-3-15,-1-3 1 16,-3-1-10-16,6 0 2 15,0-16 3-15,4-13-7 16,3-8 9-16,-3-5 0 16,1 1-2-16,-4 11 7 15,-5 12 0-15,0 12 1 16,-2 6-1-16,2 3-9 16,7 18 9-16,2 6 9 15,4 0-6-15,3-3 2 16,5-7-5-16,5-8 1 15,5-6-2-15,2-3-4 0,0 0-13 16,-6-12 4 0,-5-5-5-16,-7-1 18 0,-6 4 1 15,-9-1 5-15,-2 6-4 16,-2 5 2-16,0 1-1 16,0 3 7-16,0 0-9 15,0 18 2-15,0 8-2 16,0 2 6-16,9 1 5 15,12-5-10-15,6-8 1 16,7-7 1-16,-1-9-2 16,0 0 8-16,-5-11 1 15,-8-11-5-15,-4-5 7 0,-10-3-1 16,-6-5 21-16,-1 1 2 16,-21 0-23-16,-10 0 4 15,-1 4-11-15,1 6-4 16,6 9 0-16,12 9-5 15,6 6 2-15,8 10-8 16,0 14-18-16,6 5-12 16,20-2-26-16,7-4-30 15,7-5-24-15,1-6-31 16,3-8 17-16,-2-4 39 16,-7 0 96-16,-5-7 1 15,-6-7 14-15,-8 1 26 16,-6 4 37-16,-5 4 11 0,-3 5 31 15,-2 0-32 1,0 5-72-16,0 16-14 0,2 4 46 16,4 1-14-16,4-3-8 15,4-5-18-15,1-7 5 16,2-2-3-16,1-9-4 16,0 0 14-16,-1-5 1 15,0-15 6-15,-6-5 19 16,-4-5-14-16,-7-2-11 15,0-1-2-15,-11-2-6 16,-15-1-8-16,-3 0-3 16,-3 3-1-16,3 6-2 15,7 9-5-15,8 10 3 16,4 8-9-16,1 0-21 0,2 13-10 16,2 11-30-1,5 2-29-15,0 2-116 0,27-6 16 16,5-6-123-16,6-8-293 15</inkml:trace>
  <inkml:trace contextRef="#ctx0" brushRef="#br1" timeOffset="152229.46">20530 5140 1057 0,'0'0'195'15,"0"0"-155"-15,0 0 89 16,0 0-33-16,0 0-96 15,0 0 7-15,-1 81 9 0,11-29 18 16,-1 2-23 0,1-5 1-16,0 0-8 0,-1-6-3 15,-1-6-1-15,-1-5-78 16,0-6-123-16,-2-10-117 16,0-12-325-16</inkml:trace>
  <inkml:trace contextRef="#ctx0" brushRef="#br1" timeOffset="152446.82">20719 5078 1296 0,'0'0'93'0,"0"0"-93"0,0 0 0 15,17 77 67-15,-1-23 6 16,1 3-30-16,-2 4-26 15,-1-6-7-15,-2-2-10 16,-4-8 0-16,0-5-78 16,-3-10-77-16,-3-8-136 15,-2-13-305-15</inkml:trace>
  <inkml:trace contextRef="#ctx0" brushRef="#br1" timeOffset="152733.32">21025 4925 1300 0,'0'0'198'16,"0"0"-198"-16,0 0 0 15,64 102 27-15,-32-32 24 16,1 8-6-16,-4 3-13 16,-13-1-15-16,-16 1-17 0,0 0 0 15,-39-3-15 1,-16-1-97-16,-16-12-119 0,-10-15-337 16</inkml:trace>
  <inkml:trace contextRef="#ctx0" brushRef="#br1" timeOffset="153819.76">3858 10332 1226 0,'0'0'133'16,"0"0"-133"-16,0 0-1 15,0 0 1-15,0 0 33 16,0 0 21-16,79 5-36 15,-34-5-3-15,5-3-12 16,0-6-3-16,-5-6-50 16,-6 4-115-16,-15 0-96 15,-20 4-349-15</inkml:trace>
  <inkml:trace contextRef="#ctx0" brushRef="#br1" timeOffset="153976.43">3938 10504 1264 0,'0'0'358'0,"0"0"-358"16,0 0-186-16,89 0 186 15,-35 0 2-15,6-2-2 16,6-6-80-16,-5 2-140 16,-19-1-274-16</inkml:trace>
  <inkml:trace contextRef="#ctx0" brushRef="#br1" timeOffset="154136.91">4103 10650 1645 0,'0'0'0'16,"0"0"-86"-16,0 0-10 16,0 0 96-16,118 4-6 15,-41-4-87-15,12 0-131 16,-1-17-149-16</inkml:trace>
  <inkml:trace contextRef="#ctx0" brushRef="#br1" timeOffset="154367">4751 10225 1492 0,'0'0'157'15,"0"0"-157"-15,0 0-40 16,27 84 40-16,1-19 57 16,1 4-32-16,1 0-20 15,-4-4-3-15,-4-3-3 16,-5-4 1-16,-2-2-87 16,-5-6-145-16,-1-17-79 15,-5-12-258-15</inkml:trace>
  <inkml:trace contextRef="#ctx0" brushRef="#br1" timeOffset="154683.15">5107 10424 1371 0,'0'0'125'0,"0"0"-123"15,0 0-2-15,-10 87 5 16,33-59 7-16,9-4-8 15,7-10-3-15,4-10 4 16,-4-4 2-16,-4-5-7 16,-10-18 16-16,-11-5-8 15,-11-7 20-15,-3-3 15 16,-3 1-19-16,-23-4-6 0,-4 1-12 16,-5 6 0-16,3 10-6 15,7 11-5-15,8 12 0 16,7 1-21-16,7 17-51 15,3 13-7-15,0 3-68 16,22-3-97-16,10-7-179 16</inkml:trace>
  <inkml:trace contextRef="#ctx0" brushRef="#br1" timeOffset="154949.35">5830 9956 1398 0,'0'0'151'15,"0"0"-148"-15,0 0 24 16,0 0 63-16,-92 24-57 16,77 27-14-16,1 15 6 15,6 8 5-15,3 2-14 16,3 2-14-16,2-8 0 15,0-4-2-15,0-8-1 16,13-9-9-16,7-8-62 16,5-8-73-16,7-12-116 15,1-14-153-15,-1-7-372 16</inkml:trace>
  <inkml:trace contextRef="#ctx0" brushRef="#br1" timeOffset="156116.35">5968 10234 1219 0,'0'0'211'0,"0"0"-153"16,0 0-28-16,0 0 14 15,0 0-13-15,0 0-19 16,70 20 23-16,-39 25-14 16,-8 4-16-16,-6 1 8 15,-8-7-11-15,-2-6-2 16,-5-9 0-16,-2-8 7 15,0-8-7-15,0-7-11 0,0-5-14 16,0 0 25 0,1-18 0-16,3-16-53 0,2-12-9 15,5-4 32-15,4-1 30 16,3 7 0-16,1 13 4 16,-5 13-1-16,-1 10 0 15,-2 8 3-15,1 4-2 16,3 24 21-16,3 9 38 15,2 9-19-15,-2 0-24 16,1-4-9-16,-4-4-1 16,0-7-6-16,-3-11 0 15,-4-8-3-15,-1-7 0 16,-4-5-2-16,-1 0 4 0,1-17 6 16,2-14 1-16,2-12-10 15,1-11 0-15,1-3 1 16,-1 1 0-16,-2 9 0 15,1 15 2-15,-2 15 0 16,-1 11 11-16,-4 6 3 16,3 0-11-16,7 9-6 15,3 18 0-15,8 8 16 16,-1-1-15-16,1 1 4 16,1-8-5-16,3-6-11 15,4-7-33-15,2-9-46 16,3-5-30-16,-2 0-68 0,-2-11 47 15,-10-8 40-15,-8 1 98 16,-9 7 3-16,-3 3 38 16,0 5 51-16,0 3 34 15,0 0-30-15,0 0-56 16,0 8-20-16,0 5 10 16,0-1 4-16,0-3-22 15,8-5-7-15,5-4 3 16,2 0 10-16,4-7-3 15,-2-11 4-15,-4-7 15 16,-4 1 14-16,-9 2-7 16,0 1-12-16,-9 3 0 15,-13 3-8-15,-5 6-17 16,-2 6 0-16,2 3 1 0,3 0 0 16,7 10-2-16,11 10-2 15,6 3 0-15,0-1-9 16,13-1-42-16,14-5-2 15,3-7-21-15,7-9-25 16,3 0-8-16,1 0 16 16,0-14 42-16,-8 1 16 15,-10 2 26-15,-10 5 9 16,-9 3 3-16,-2 3 22 16,-2 0 37-16,0 0-3 15,0 0-17-15,0 9-23 16,5 12 35-16,3 6-6 15,6 1-17-15,1 1-11 0,4-6-8 16,1-6-11 0,0-10 1-16,-1-6 6 0,0-1-3 15,-1-6 14-15,-4-16 33 16,-6-7-1-16,-5-4 0 16,-3-6-15-16,0-5-17 15,-18-1 10-15,-7-1-25 16,-4 2 4-16,-6 3-6 15,0 4-1-15,2 8-2 16,3 10-2-16,8 11 1 16,3 8-4-16,6 0-19 15,3 21 4-15,7 6-21 0,3 6-40 16,3-3-41 0,20 0-64-16,6-7-74 0,4-10-180 15</inkml:trace>
  <inkml:trace contextRef="#ctx0" brushRef="#br1" timeOffset="156309.57">7329 10067 865 0,'0'0'372'15,"0"0"-266"-15,0 0-17 16,0 0 10-16,0 0-50 16,0 0-36-16,20 81 72 15,-11-28-48-15,-1 2-19 16,-6 3-14-16,-2-3-4 15,0-3-3-15,0-7-27 0,0-5-60 16,0-8-131-16,0-13-191 16,0-14-372-16</inkml:trace>
  <inkml:trace contextRef="#ctx0" brushRef="#br1" timeOffset="156505.75">7518 10067 1415 0,'0'0'132'16,"0"0"-132"-16,0 0 0 15,13 93 41-15,4-32 13 16,-2 3-40-16,-3-1-7 0,-5-1-7 16,-3-9-40-16,-2-10-109 15,-2-13-234-15,0-14-376 16</inkml:trace>
  <inkml:trace contextRef="#ctx0" brushRef="#br1" timeOffset="156728.81">7675 9798 1521 0,'0'0'182'0,"0"0"-182"15,0 0 9-15,125 54-1 0,-78 2 23 16,-7 10-14 0,-11 6-10-16,-13 2-7 0,-13-2 0 15,-3-2-3-15,-38-3-62 16,-17-2-68-16,-17-9-124 16,-11-7-187-16</inkml:trace>
  <inkml:trace contextRef="#ctx0" brushRef="#br1" timeOffset="157135.91">4828 11161 1431 0,'0'0'187'0,"0"0"-152"0,0 0-20 16,0 0 35-16,0 0-4 16,150-43-8-16,-56 33-4 15,8 1-12-15,-1 6-21 16,-10 1-1-16,-13 2 0 16,-17 0-23-16,-14 6-26 15,-15 10-85-15,-19-4-185 16,-13-2-229-16</inkml:trace>
  <inkml:trace contextRef="#ctx0" brushRef="#br1" timeOffset="157365.28">4829 11403 1274 0,'0'0'490'16,"0"0"-490"-16,0 0-38 16,138 0 38-16,-45 0 26 15,16-14-7-15,8 1-12 16,-7 0-7-16,-6 2-75 16,-18-2-250-16,-27-4-560 15</inkml:trace>
  <inkml:trace contextRef="#ctx0" brushRef="#br1" timeOffset="157486.6">5891 11172 1692 0,'0'0'0'0,"0"0"-13"16,0 0-10-16,0 0 17 16,0 0-254-16,0 0-386 15</inkml:trace>
  <inkml:trace contextRef="#ctx0" brushRef="#br2" timeOffset="-211358.37">12068 1622 1131 0,'0'0'119'15,"0"0"-102"-15,0 0-3 16,0 0 28-16,0 0-8 15,0 0-25-15,0 0-2 16,1 94 70-16,1-32-30 16,-1-1-36-16,-1 1-11 15,0-2 9-15,0-6-6 16,0-3-3-16,-4-3 0 16,-9-5-44-16,5-8-74 15,4-6-78-15,4-9-120 0,0-16-89 16</inkml:trace>
  <inkml:trace contextRef="#ctx0" brushRef="#br2" timeOffset="-210526.49">12230 1850 1109 0,'0'0'224'0,"0"0"-224"16,0 0-5-16,0 0 5 0,0 0 28 15,-34 91 0 1,34-60-9-16,5-6-10 0,15-4-5 16,5-8 0-1,4-6 6-15,-1-6-2 0,-3-1 4 16,-6 0 5-16,-8-13 12 16,-6-6 12-16,-5-4 6 15,0-8 5-15,-12-3-22 16,-12-6-4-16,-7 3-14 15,1-1-11-15,4 10 6 16,7 8-1-16,9 11-6 16,8 9-3-16,2 0-39 15,0 5-76-15,14 12 71 16,10 0 41-16,10-6-51 16,9-9-26-16,3-2 70 15,-3-11 10-15,-6-12 3 0,-7-5 17 16,-10-2 5-16,-8-5 17 15,-5-2 14-15,-7-4 17 16,0-4-11-16,-14-8-15 16,-12-5-17-16,-9-1-8 15,-11 0-4-15,-5 8 0 16,-8 6 2-16,-5 9 13 16,2 9-11-16,1 10-3 15,0 11-9-15,3 6 7 16,-4 14-11-16,-1 22 0 15,-1 20-1-15,2 20 4 16,10 18-6-16,10 17 4 16,13 9 0-16,10 5-3 15,16 1 0-15,3-1 1 0,13-9 1 16,27-11-3-16,14-18 0 16,14-14-2-16,12-18 0 15,11-17 2-15,6-16-2 16,8-16 0-16,4-6-1 15,1-21 0-15,0-16-11 16,-4-12 11-16,-8-9 3 16,-14-5 2-16,-21-4-1 15,-21-6-1-15,-18-10 4 16,-17-10-3-16,-7-12 2 16,-19-6-6-16,-21 0 5 15,-10 6-2-15,-7 15 0 0,-3 17 1 16,5 20 1-16,4 23-2 15,13 15-14-15,11 15 8 16,7 0-12-16,8 22-63 16,11 19-91-16,1 15-12 15,15 11-84-15,15-1-73 16,3-6-104-16</inkml:trace>
  <inkml:trace contextRef="#ctx0" brushRef="#br2" timeOffset="-210192.03">13070 1651 1244 0,'0'0'212'16,"0"0"-208"-16,0 0 0 16,0 0-4-16,0 0 14 15,37 86 39-15,-12-29 10 16,-1 0-34-16,-3-5-12 15,-2-16-4-15,-4-11 18 16,-2-13 7-16,1-9 6 16,4-3-8-16,13-16 10 15,18-25 2-15,18-20-18 16,15-20-3-16,11-12-10 16,4-15-8-16,0-2 0 0,-11 8-9 15,-13 19 0-15,-14 26-7 16,-21 24-30-16,-15 18-9 15,-13 15-28-15,-10 3-109 16,-6 19-295-16,-29 5-246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07:37.939"/>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
  </inkml:definitions>
  <inkml:trace contextRef="#ctx0" brushRef="#br0">10715 1639 458 0,'0'0'216'15,"0"0"-111"-15,0 0-75 16,0 0 8-16,0 0 39 0,0 0 18 16,0 0-24-16,-22-72-4 15,14 65-14-15,-1-1 1 16,-4 3-5-16,-7-1-21 15,-7 2-15-15,-5-1-2 16,0 2 11-16,-1 3 7 16,1 0-16-16,0 0-4 15,0 5-5-15,-3 15 0 16,-1 9-4-16,0 11 2 16,3 7-2-16,4 13 3 15,1 10-2-15,8 7 2 16,5 3 3-16,12-1-3 15,3-1 3-15,8-3-6 0,21-4 4 16,6-5 3 0,14-3-6-16,6-5 4 0,8-9-5 15,11-7 4-15,-1-11-1 16,1-13 1-16,-4-11-4 16,-6-7 3-16,-11-18 9 15,-8-18-1-15,-10-12-4 16,-8-9 0-16,-10-9 12 15,-11-12 5-15,-6-4 35 16,0-10-24-16,-18 0-21 16,-7 1-10-16,-7 8 1 15,-1 14 1-15,1 17-1 16,2 15-1-16,7 13-7 16,4 12 3-16,6 11-9 0,3 1-48 15,4 12-97 1,6 20-70-16,0 2-125 0,14-3-256 15</inkml:trace>
  <inkml:trace contextRef="#ctx0" brushRef="#br0" timeOffset="308.38">10934 1750 1123 0,'0'0'147'16,"0"0"-121"-16,0 0 72 15,0 0 44-15,0 0-95 16,0 0-33-16,123-50-10 16,-38 37 14-16,12 2-4 15,10-4 2-15,6-4-14 0,-5-5 4 16,-12 1 0-16,-21 2 4 16,-23 7 12-16,-26 6-5 15,-14 5-7-15,-11 1 17 16,-1 2 2-16,0-2-5 15,0 2-17-15,0 0-6 16,0 0 0-16,0-2-2 16,-1 0-11-16,-4 1-49 15,-2 1-62-15,3 0-121 16,-3 0-213-16,-3 3-268 0</inkml:trace>
  <inkml:trace contextRef="#ctx0" brushRef="#br0" timeOffset="848.13">12139 1516 964 0,'0'0'95'0,"0"0"-94"16,0 0 3-16,0 0 77 15,0 0-1-15,0 0-15 16,43-50-27-16,-17 15-19 15,-3-4 5-15,-7-7-5 16,-5-2 0-16,-8 0 8 16,-3 2 0-16,0 6 5 15,-2 2-10-15,-13 4-9 0,-2 4-6 16,4 5 10 0,3 12 5-16,5 7-11 0,5 5-5 15,0 1-6-15,-1 5-7 16,1 30-11-16,0 18 18 15,0 22 1-15,0 17 1 16,8 7-2-16,10 4 2 16,5 0 0-16,3-9-1 15,2-7-1-15,-5-6 0 16,0-12-1-16,-10-9-4 16,-5-10-168-16,-6-13-12 15,-2-15-165-15,0-16-271 16</inkml:trace>
  <inkml:trace contextRef="#ctx0" brushRef="#br0" timeOffset="1079.7">12204 1447 1186 0,'0'0'94'0,"0"0"-56"16,-3-85 2-16,25 72 15 15,6 10-36-15,10 3-10 16,1 10 1-16,-2 18-2 16,-7 8-3-16,-10 1-5 15,-8 5-3-15,-9 0 3 16,-3 0 0-16,0-1-1 0,-3 2-85 16,-7-8-119-1,1-11-308-15</inkml:trace>
  <inkml:trace contextRef="#ctx0" brushRef="#br0" timeOffset="1447.73">12541 1392 972 0,'0'0'191'16,"0"0"-190"-16,0 0 13 15,0 0 24-15,91-15 3 16,-62 49-11-16,-3 3-11 15,-9 6-11-15,-7-2-6 16,-7-4 13-16,-3-8-15 16,0-5 0-16,0-10 5 15,-8-7-1-15,0-5 2 16,-2-2 5-16,0 0 2 0,-2-19 1 16,8-15-3-16,4-11-11 15,0-6-4-15,16 0 2 16,9 7-3-16,5 11 5 15,-2 16 0-15,-1 17-6 16,-1 5-1-16,3 24-2 16,-2 10 4-16,-3 8 0 15,-7-2 3-15,-3 1-2 16,-2-3-16-16,-2-6-90 16,-1-10-213-16,-6-13-353 0</inkml:trace>
  <inkml:trace contextRef="#ctx0" brushRef="#br0" timeOffset="1590.76">12946 1159 941 0,'0'0'50'16,"0"0"-50"-16,0 0-155 15,0 0 50-15,0 0-210 16</inkml:trace>
  <inkml:trace contextRef="#ctx0" brushRef="#br0" timeOffset="2315.13">13028 1420 805 0,'0'0'87'0,"0"0"-82"0,21 106 19 16,-8-65 79-16,-2-5-32 15,0-4-41-15,-3-6-23 16,-3-4 0-16,-3-9 2 16,-2-7-1-16,0-4 3 15,0-2 2-15,0-8 97 16,3-19-30-16,2-13-78 0,5-8 2 16,5-2-1-1,0 6-3-15,1 14-14 0,-5 14 14 16,-1 10 0-16,0 6-8 15,2 7 0-15,-3 18 3 16,4 7 5-16,-2 1 4 16,-3-1 0-16,-1-7-2 15,0-7 1-15,-1-6-1 16,-2-7-2-16,-1-3 1 16,-1-2 2-16,3 0 12 15,3-10 34-15,4-14-26 16,3-10-23-16,1-2-1 15,-4 1-12-15,-2 6 4 16,-6 13 9-16,-2 9 4 16,-2 7-4-16,4 0-9 0,3 16-21 15,3 11 29 1,5 6 1-16,2-3 4 0,-1-2-2 16,6-9 6-16,4-7-8 15,6-10 2-15,6-2 13 16,2-11 8-16,-1-13-19 15,-10-5 1-15,-9-2 0 16,-4-4 19-16,-12-6-7 16,-2-3-7-16,-2 0 6 15,-2 2 7-15,-14 9-16 16,-2 9-1-16,-1 8 0 16,3 15-3-16,-3 1-3 0,0 17-1 15,2 20-2-15,6 8 2 16,9 4-1-16,2-2 1 15,13-4 1-15,16-9 0 16,10-4-1-16,4-7-1 16,1-6-1-16,-4-3-35 15,-4-5-83-15,-5-1-123 16,-10-2-171-16</inkml:trace>
  <inkml:trace contextRef="#ctx0" brushRef="#br0" timeOffset="2634.3">12513 2010 1015 0,'0'0'305'16,"0"0"-285"-16,0 0-12 16,142-29 2-16,-51 21 44 15,18 1-7-15,21-4-8 16,7 0-3-16,-5 3-16 16,-16 1-16-16,-28 6-1 15,-27 1-3-15,-22 0-11 0,-17 0-38 16,-14 1-84-16,-8 6-74 15,-10-2-175-15,-23-3-172 16</inkml:trace>
  <inkml:trace contextRef="#ctx0" brushRef="#br0" timeOffset="2814.01">12562 2135 1534 0,'0'0'5'0,"109"16"-2"16,-12-6-3-16,15-10 8 0,12 0-8 15,4 0-1-15,-4-12-80 16,-19-3-155-16,-21-3-358 16</inkml:trace>
  <inkml:trace contextRef="#ctx0" brushRef="#br0" timeOffset="2926.03">13761 1997 1448 0,'0'0'193'16,"0"0"-192"-16,0 0-1 15,0 0-30-15,0 0-116 16,0 0-279-16</inkml:trace>
  <inkml:trace contextRef="#ctx0" brushRef="#br0" timeOffset="5722.43">1132 4716 1104 0,'0'0'126'0,"0"0"-85"0,0 0 93 16,0 0-33-1,0 0-20-15,0 0-19 0,0 0-41 16,-9-73-21-16,38 65 0 16,6 5-4-16,3 3 3 15,-1 0-4-15,-5 11 3 16,-8 12 1-16,-7 7-8 15,-8 11 8-15,-9 6 0 16,-4 6-1-16,-28 5 2 16,-9 6 4-16,-11-5-2 15,-5-4 2-15,3-13-3 16,8-14 3-16,7-13 3 16,14-11 3-16,9-4 10 15,7 0 3-15,6-7 8 16,3-11-21-16,0-4-8 0,15-1-2 15,15 2 0-15,14 3-2 16,8 2 1-16,7 2 1 16,3 4 0-16,2 3 0 15,-7 3-4-15,-8 4 4 16,-13 0-6-16,-7 0-21 16,-11 6-63-16,-8 6-74 15,-7 3-71-15,-3-6-119 16,-1-3-514-16</inkml:trace>
  <inkml:trace contextRef="#ctx0" brushRef="#br0" timeOffset="6662.82">1646 4090 800 0,'0'0'207'0,"0"0"-183"0,0 0-2 16,0 0 90-16,0 0-36 16,0 0-22-16,-5-17-30 15,0 15 9-15,2 2 19 16,-4 0-23-16,-4 0-15 16,-6 13-14-16,-3 14 2 15,-2 13-1-15,2 12-1 16,6 9 0-16,10 2 1 15,4-8-1-15,1-6 0 0,23-12-3 16,7-11 1 0,8-8 0-16,1-12 4 0,-3-6 2 15,-4-6 2 1,-9-14 5-16,-9-3-1 0,-9 1-4 16,-6 0 4-16,0 0 10 15,-13 4 22-15,-9 4-34 16,1 9-8-16,-4 5-4 15,-1 0-4-15,0 21-41 16,4 12-75-16,11 8-37 16,9-3-206-16,2-5-179 15</inkml:trace>
  <inkml:trace contextRef="#ctx0" brushRef="#br0" timeOffset="6947.06">2098 4693 1341 0,'0'0'144'0,"0"0"-144"16,0 0-9-16,0 0 9 0,0 0 10 16,133-10-7-16,-64 4-2 15,-4 1-1-15,-6 2-7 16,-14 2-216-16,-17 1-127 16,-21 0-323-16</inkml:trace>
  <inkml:trace contextRef="#ctx0" brushRef="#br0" timeOffset="7111.13">2178 4873 1374 0,'0'0'76'16,"0"0"-73"-16,0 0-3 15,139-16 0-15,-77 13 0 16,0 2-63-16,-10 1-122 0,-19 0-226 15</inkml:trace>
  <inkml:trace contextRef="#ctx0" brushRef="#br0" timeOffset="7268.69">2248 5044 1072 0,'0'0'111'16,"0"0"-111"-16,0 0-15 15,112-10 15-15,-52 7 0 16,7 1-167-16,5-3-144 16,-5-2-138-16</inkml:trace>
  <inkml:trace contextRef="#ctx0" brushRef="#br0" timeOffset="7816.93">3091 4794 826 0,'0'0'398'0,"0"0"-368"15,0 0-19-15,0 0 52 0,0 0 23 16,47-87-26-16,-35 65-29 15,-4 0 38-15,-2 2-15 16,-4-1-12-16,-2 2-6 16,0 3-14-16,0 3 1 15,0 9 5-15,0 1-13 16,0 3-9-16,0 0-6 16,-2 0 0-16,2 0-6 15,0 11-6-15,0 20 8 16,0 16 4-16,0 10 0 15,0 5 0-15,6 4-1 16,-2 0 1-16,2-4 0 16,-5-8-5-16,-1-9-28 15,0-12-10-15,0-9 6 0,-11-6 11 16,-9-7-2-16,-2-5 12 16,-1-6 12-16,1 0 4 15,2-3 10-15,6-15-3 16,6-2 3-16,6 1 5 15,2 1 7-15,0 3-16 16,17 4-5-16,7 5-1 16,8 3-1-16,6 3-3 15,8 0-1-15,4 0-89 16,4 0-107-16,-4 0-130 16,-6 1-313-16</inkml:trace>
  <inkml:trace contextRef="#ctx0" brushRef="#br0" timeOffset="8180.02">3997 4367 1213 0,'0'0'158'0,"0"0"-150"15,0 0-3-15,0 0 85 16,0 0-48-16,0 0-42 16,-75 58 3-16,63 11 1 15,5 13 4-15,4 7 1 16,3 0 6-16,0-6-3 15,6-7-9-15,12-5-3 16,2-8 0-16,1-10-2 16,3-17-108-16,-1-15-66 15,0-18-114-15,-1-3-227 16</inkml:trace>
  <inkml:trace contextRef="#ctx0" brushRef="#br0" timeOffset="9364.66">4062 4750 911 0,'0'0'226'16,"0"0"-172"-16,0 0 33 16,0 0-43-16,0 0-43 15,0 0 3-15,69 16 2 16,-38 23-1-16,-3 3 4 16,-8 1 1-16,-6-8-8 15,-4-3 6-15,-3-10-7 16,-3-8 2-16,-4-8 0 15,1-6-2-15,1 0 4 16,-1 0 17-16,5-22 56 0,-2-7-58 16,3-12-16-1,0-1-5-15,1 0 1 0,-1 4-1 16,3 8 0-16,0 11-4 16,2 8-3-16,-1 10 8 15,3 1-9-15,-1 7 3 16,1 19 0-16,-3 4-3 15,-1 4 9-15,-1 1-1 16,-4-4 1-16,-2-5 0 16,2-5 1-16,-3-6-1 15,2-7 1-15,-1-6 0 16,0-2-1-16,3 0 4 16,3-13 0-16,1-9-1 15,0-7 2-15,-2-2-7 0,-3-3 5 16,-3 1-4-16,1 3 2 15,-3 7 4-15,0 9-3 16,0 6 12-16,0 8 8 16,3 0-12-16,3 11-10 15,2 15-6-15,3 8 6 16,3 1 10-16,1-4-4 16,2-4-6-16,3-8 0 15,3-6 0-15,1-6 0 16,-1-7-1-16,0 0-1 15,-1-9-23-15,0-10-22 16,-5-4-19-16,-4 1 62 16,-5-1 4-16,-4-1 1 0,-4 4 1 15,0 3 5 1,0 8 14-16,0 2 11 0,0 5-6 16,0 2-26-16,0 0-11 15,0 18-2-15,0 8 13 16,3 3 2-16,4-2-1 15,4-3-1-15,2-8 0 16,3-5-2-16,-1-7 0 16,2-4 2-16,-1 0 0 15,0-7 5-15,-6-7-1 16,-4 0 1-16,-2-3 7 16,-4 1 7-16,0-5 29 0,-2-3 20 15,-12-2-13-15,-2 1-30 16,-1 3-10-16,2 6 0 15,2 5-8-15,-1 7-7 16,4 2-2-16,0 2-8 16,-2 0 4-16,2 6-1 15,0 6-44-15,5-4-32 16,4-1-21-16,1-1-6 16,0-1 4-16,8-2 3 15,12 0 20-15,8-3-37 16,1 0-96-16,1 1 19 15,-2 4 50-15,-4 3 42 16,-3 1 105-16,1 4 51 16,-2 0 14-16,-1 4 21 15,1 1 31-15,-1-1 22 0,-3 2-31 16,2-5-56-16,-1-3 1 16,-3-6 37-16,-3-1-25 15,-4-4 2-15,1 0 37 16,1 0 11-16,-2-9-13 15,-3-10-34-15,-2-3 3 16,-2-10-16-16,0-6-21 16,-5-4-7-16,-13 0-15 15,-9 1-6-15,-3 5-2 16,1 8-3-16,6 7-2 16,7 9 1-16,7 5-10 15,2 7-27-15,4 0-68 0,3 2-89 16,0 11-70-16,3-2-193 15</inkml:trace>
  <inkml:trace contextRef="#ctx0" brushRef="#br0" timeOffset="9662.77">5221 4543 1383 0,'0'0'105'0,"0"0"-101"16,0 0 13-16,0 0 2 15,0 0-10-15,90-13-2 0,-57 11-7 16,-1-1 2 0,-2 0 0-16,-5 2 0 0,-8-2-2 15,-8 1 1-15,-6 1-1 16,-3 1 5-16,0 0-2 16,0 0-3-16,0 13-9 15,0 17 9-15,0 17 14 16,0 13-3-16,0 6-4 15,0 5-2-15,0-5-5 16,0-4 0-16,0-4-4 16,5-12-185-16,3-18-204 15</inkml:trace>
  <inkml:trace contextRef="#ctx0" brushRef="#br0" timeOffset="9914.25">5620 4240 1242 0,'0'0'113'16,"0"0"-111"-16,0 0-2 16,109 34 5-16,-69 20 28 15,-2 17 32-15,-2 15 4 16,-11 5-9-16,-14 5-18 15,-11-1-1-15,0-9-28 16,-8-5-13-16,-18-5 1 16,-13-6-1-16,-16-10-141 15,-12-10-397-15</inkml:trace>
  <inkml:trace contextRef="#ctx0" brushRef="#br0" timeOffset="10966.03">1130 6650 1146 0,'0'0'112'0,"0"0"-80"15,0 0 110-15,0 0-61 16,10-83-38-16,20 66-30 15,7 1-8-15,3 5-5 16,-3 10 0-16,-7 1-1 0,-7 0-3 16,-8 17 0-1,-5 5-11-15,-6 7 12 0,-4 7-1 16,-4 2 4-16,-18-1 0 16,-3-1 4-16,1-7 2 15,2-9-4-15,6-8 0 16,9-7-1-16,3-3 3 15,4-2-4-15,0 0 5 16,0 0-5-16,0 0-11 16,10-2-3-16,11 1 9 15,11 1 5-15,3 0 0 16,1 8-5-16,-4 10 4 16,-6 2 0-16,-7 5-4 15,-9-1 5-15,-7-3-9 0,-3-2 9 16,-2-2 1-16,-19-1-1 15,-10 1 53-15,-9 0 0 16,-5-3-13-16,-3-1-16 16,1-6-16-16,3-3 3 15,6-2-8-15,6-2-3 16,11 0-1-16,5 0-29 16,13-6-67-16,3-10-133 15,9-9-288-15</inkml:trace>
  <inkml:trace contextRef="#ctx0" brushRef="#br0" timeOffset="11366.83">1677 6155 1034 0,'0'0'223'16,"0"0"-212"-16,0 0 17 15,0 0 77-15,0 0-19 16,0 0-76-16,-51 8-8 16,40 34-3-16,1 9 2 0,7 2 2 15,3-4-2 1,3-9-1-16,20-11-2 0,6-12 2 15,2-8 0-15,-3-9 12 16,-1 0-7-16,-5-8 4 16,-9-6-1-16,-6-5-1 15,-7 5 3-15,0-3 15 16,-10 1 26-16,-11 5-38 16,-3 3-13-16,3 8-3 15,0 0-4-15,10 17-13 16,9 13-128-16,2 2-116 15,16-2-292-15</inkml:trace>
  <inkml:trace contextRef="#ctx0" brushRef="#br0" timeOffset="11587.17">2324 6673 1376 0,'0'0'239'16,"0"0"-239"-16,0 0-14 15,0 0 14-15,105-8 7 16,-35-8-4-16,2-1-2 0,-8 2-2 16,-11 5-62-16,-16 1-195 15,-17 4-298-15</inkml:trace>
  <inkml:trace contextRef="#ctx0" brushRef="#br0" timeOffset="11745.74">2367 6839 1254 0,'0'0'230'0,"0"0"-230"15,0 0-12-15,140 0 12 16,-63-7 0-16,0-1-121 15,-15 1-191-15,-20 1-415 16</inkml:trace>
  <inkml:trace contextRef="#ctx0" brushRef="#br0" timeOffset="11887.98">2399 7018 1447 0,'0'0'85'16,"0"0"-85"-16,0 0-87 15,0 0 71-15,155 0-90 16,-67-13-180-16,-2-5-345 16</inkml:trace>
  <inkml:trace contextRef="#ctx0" brushRef="#br0" timeOffset="12397.14">3307 6739 1418 0,'0'0'65'0,"0"0"-57"16,0 0 49-16,9-83-13 16,7 61-28-16,-3 0-8 15,-5 3 28-15,-4 3-7 16,-1 2-11-16,-3 2 11 15,0 3-14-15,0 4-4 16,0 4 6-16,0 1-15 16,0 0-2-16,0 0 0 0,0 0-19 15,0 18 5-15,4 13 10 16,6 14 4-16,0 10 0 16,-3 6-1-16,4 1 1 15,-8-5 0-15,-3-7 0 16,0-8-1-16,0-10-5 15,-18-8-1-15,-11-4 1 16,-6-5 6-16,-1-6 3 16,2-4 0-16,7-5 1 15,9 0 1-15,8 0 4 16,8 0-1-16,2-12 3 16,5-1-10-16,22-2 1 15,13 0 2-15,8 0-4 0,6 3-2 16,2 4-34-16,-1 2-63 15,-2 2-70-15,-8-1-110 16,-10 1-320-16</inkml:trace>
  <inkml:trace contextRef="#ctx0" brushRef="#br0" timeOffset="12676.81">4067 6349 1346 0,'0'0'180'0,"0"0"-177"0,0 0 7 16,0 0 53-16,0 0-47 15,0 0-15-15,-78 78 0 16,69-9 4-16,6 12-2 15,3 4 8-15,0 1-5 16,0-4-5-16,9-10-1 16,11-7-1-16,6-12-80 15,3-14-122-15,1-18-149 16,-4-15-317-16</inkml:trace>
  <inkml:trace contextRef="#ctx0" brushRef="#br0" timeOffset="13879.1">4216 6682 288 0,'0'0'1015'0,"0"0"-935"15,0 0-64-15,0 0-16 16,0 0 6-16,0 0-6 16,63 92 2-16,-34-44 3 15,-2-3-3-15,-7-3-1 16,-5-8-1-16,-7-7-1 15,-3-11 1-15,-5-9 2 16,0-4-1-16,2-3 2 16,-2 0 3-16,0-3 9 0,3-23 14 15,-1-11-28-15,1-13 1 16,2 1-2-16,-1 2-1 16,1 11-3-16,3 11 3 15,-2 10-2-15,3 8 3 16,3 7-6-16,2 0 6 15,5 24-4-15,0 8 2 16,1 4 2-16,-3-1 4 16,-4-4-2-16,-1-5 0 15,-4-9-2-15,-2-2 3 16,-2-11-3-16,-2-1 3 16,1-3-3-16,1 0 4 15,3-5 7-15,2-16 0 0,1-6-11 16,2-1 2-16,-4-1-1 15,2 5 2-15,-3 10-3 16,-4 4 0-16,2 5 0 16,-2 5 0-16,3 0-2 15,7 7-3-15,2 14 5 16,6 4 0-16,-1 4 3 16,1-1 2-16,0-1-2 15,-1-6-3-15,2-5 0 16,1-5 2-16,3-11-2 15,-3 0 0-15,-1-4 0 16,-2-14-3-16,-7-4-4 16,-4 0 7-16,-6-3 2 0,-3 0 2 15,0-3 0-15,-3 3-1 16,-6 3 15-16,1 6-1 16,2 9-4-16,0 2 6 15,-1 5-10-15,-1 1-9 16,-2 17-5-16,0 6 4 15,3 2-1-15,6-3 2 16,1-3-1-16,0-4 1 16,11-3-10-16,8-4 7 15,3-3-4-15,3-3-16 16,0-3-1-16,-2 0 9 16,-5-1 9-16,-5-8 6 0,-9-2 2 15,-4 0 7-15,0-6 10 16,0-1 38-16,-8-3 9 15,-10 0-17-15,-2-1-16 16,-2 2-17-16,2 4-12 16,7 8 3-16,4 3-7 15,5 3-2-15,4 2-5 16,-1 2-10-16,1 16-76 16,0 4 31-16,0 0-101 15,15-6 16-15,7-4-35 16,3-6-56-16,2-2 7 15,4-2 22-15,-2 0-26 16,-2-1 73-16,-4 1 162 16,-3 0 157-16,-4 5 6 0,0 3-20 15,-1 2 44-15,2 3-64 16,-1-1-4-16,4-2-50 16,4-5-6-16,1-4-2 15,0-3 2-15,-3 0-3 16,-4-3 10-16,-6-9 3 15,-4-3 6-15,-4-2 4 16,-4-7 2-16,0-5-30 16,-2-6-15-16,-15-4-8 15,-6-5-11-15,-8 4-11 16,-3 1-4-16,0 5-5 16,5 10 2-16,11 11-3 15,8 7 0-15,5 6-18 0,0 0-7 16,3 13-85-16,2 11-99 15,0-1-10-15,6-3-241 16</inkml:trace>
  <inkml:trace contextRef="#ctx0" brushRef="#br0" timeOffset="14197.35">5482 6571 1212 0,'0'0'153'15,"0"0"-148"-15,0 0 2 0,0 0 17 16,0 0 8 0,117-4-23-16,-79 4-4 0,-1 0-5 15,-7-4 4-15,-10-1-2 16,-5-1 0-16,-5 2 3 16,-1-2 56-16,-1 0-18 15,-3 1-25-15,-2 5 7 16,-1 0 8-16,0 3-19 15,1 21-10-15,0 13-4 16,-1 11 15-16,0 6-7 16,-2 1-7-16,0-5-1 15,1-4 0-15,-1-8-46 16,0-7-172-16,0-13-140 16,0-11-702-16</inkml:trace>
  <inkml:trace contextRef="#ctx0" brushRef="#br0" timeOffset="14430.96">5921 6211 1339 0,'0'0'168'0,"0"0"-168"15,0 0-16-15,0 0 16 16,117 109 10-16,-73-40-6 15,-5 6 19-15,-15 6-1 16,-13 3 13-16,-11-1-11 16,0-3-18-16,-31-8-2 0,-11-4-4 15,-11-7-8-15,-15-4-182 16,-13-3-306-16</inkml:trace>
  <inkml:trace contextRef="#ctx0" brushRef="#br0" timeOffset="15413.13">1195 8497 268 0,'0'0'818'16,"0"0"-730"-16,0 0-84 15,0 0-2-15,0 0 3 16,0 0 1-16,-10 27 6 16,-2 12-6-16,-5 5 0 15,1 3 1-15,-1-6-4 16,1-4-2-16,2-10 1 15,2-7 0-15,4-11 1 16,4 0-3-16,3-6 1 16,1 0-3-16,0 1 2 15,1 5-1-15,18 5-1 0,6 0 2 16,10 1-2-16,7-6-1 16,5-5 4-16,1-4-1 15,-3 0 10-15,-9-14-6 16,-11-2 2-16,-11-4 1 15,-8-2-1-15,-6-3 4 16,0 0 4-16,0 0 22 16,-12 1 14-16,0 4-1 15,1 7-7-15,4 9-9 16,4 4-2-16,3 0-31 16,-2 12-7-16,2 26-7 15,-2 19 13-15,2 18 2 0,-2 8 1 16,1 4-1-16,1-3-1 15,-2-8 0-15,-1-12-4 16,-1-13-72-16,0-11-83 16,-2-21-106-16,0-13-335 15</inkml:trace>
  <inkml:trace contextRef="#ctx0" brushRef="#br0" timeOffset="15797.76">1626 8374 1212 0,'0'0'102'16,"0"0"-98"-16,0 0 4 15,0 0 10-15,0 0-2 16,0 0-16-16,-30 30 0 16,30-8 1-16,0 2-2 15,0 1 3-15,4-3-1 16,2-7-1-16,0-6 0 16,-3-4 1-16,-2-5-1 0,1 0 6 15,-2 0 3-15,0 0 11 16,0 0 30-16,0 0-32 15,0 0-10-15,0 0-8 16,0 0-14-16,0 0-1 16,0 12-79-16,0 13-50 15,0 6-83-15,0 0-223 16</inkml:trace>
  <inkml:trace contextRef="#ctx0" brushRef="#br0" timeOffset="16411.39">1743 8136 795 0,'0'0'250'0,"0"0"-238"0,0 0-10 16,0 0 35-16,0 0 55 16,0 0-68-16,-72 55-23 15,61-14 7-15,-3 8 4 16,6 0-7-16,1-3 0 16,4-6-3-16,3-10 6 15,0-9-3-15,0-8-5 16,8-5 0-16,9-5 4 15,7-3 0-15,-1 0 12 0,0-3-6 16,-3-10-9 0,-6-6 13-16,-4-2-11 15,-7-6 2-15,-3-1 1 0,0 2 5 16,-8 5 54-16,-12 10-26 16,-2 3-11-16,-5 8-25 15,1 0 12-15,-1 10-15 16,2 17 0-16,3 7-6 15,7 10 3-15,10 0-5 16,5 1-55-16,18 0-85 16,19-7-99-16,6-9-126 15</inkml:trace>
  <inkml:trace contextRef="#ctx0" brushRef="#br0" timeOffset="16705.16">2355 8797 455 0,'0'0'1132'16,"0"0"-1130"-16,0 0-2 16,0 0-3-16,0 0 3 0,89-25 1 15,-20 15 3-15,4 2-3 16,-3 2-2-16,-6 3-141 16,-16 0-125-16,-18 2-290 15</inkml:trace>
  <inkml:trace contextRef="#ctx0" brushRef="#br0" timeOffset="16855.64">2464 8944 481 0,'0'0'1012'16,"0"0"-1012"-16,0 0-76 0,0 0 76 16,153 3 14-1,-66-3-14-15,6-5-76 0,-11 1-122 16,-24 1-336-16</inkml:trace>
  <inkml:trace contextRef="#ctx0" brushRef="#br0" timeOffset="17005.84">2558 9133 1321 0,'0'0'0'0,"0"0"-36"16,0 0 8-16,117 15 11 15,-37-15-3-15,10-4-323 16,-1-14-208-16</inkml:trace>
  <inkml:trace contextRef="#ctx0" brushRef="#br0" timeOffset="17478.2">3516 8857 1273 0,'0'0'177'0,"0"0"-169"15,-9-84-1-15,7 53 11 16,1-1 39-16,1 10-6 16,-2 7-38-16,2 8 25 0,-1 5 3 15,-2 2-36 1,2 0 1-16,-1 0-6 0,2 4-13 15,0 23 2-15,0 16 8 16,0 14 3-16,0 5 0 16,6 2 1-16,4-3 2 15,-2 0-3-15,0-10 0 16,-2-10 0-16,-5-13-34 16,-1-11-14-16,0-6-5 15,-10-6 36-15,-12-5 17 16,-3 0 8-16,-2 0-4 15,3-3 3-15,5-5 0 16,7-1 4-16,7 5 15 16,5 0 25-16,0-4-31 15,12-1-17-15,16 0-3 0,9 0-2 16,7 2-1-16,6 3-4 16,5 0-77-16,4 1-63 15,0-2-62-15,0-3-294 16</inkml:trace>
  <inkml:trace contextRef="#ctx0" brushRef="#br0" timeOffset="17747.43">4273 8532 1398 0,'0'0'76'0,"0"0"-76"16,0 0-4-16,0 0 2 15,-42 87 2-15,42-20 9 16,0 10-4-16,7 2 14 16,4-8-15-16,5 2 5 15,-2-6-6-15,4-7-3 16,2-6 0-16,3-9-104 15,0-12-99-15,-1-15-247 16</inkml:trace>
  <inkml:trace contextRef="#ctx0" brushRef="#br0" timeOffset="18864.95">4460 8755 1247 0,'0'0'67'0,"0"0"-66"16,0 0-1-16,0 0 1 16,52 96 6-16,-25-43 14 15,-4-3-9-15,-5-3 0 16,-2-5-5-16,-8-7-6 16,-4-11 3-16,-1-9 0 0,-2-10-1 15,1-3 0-15,-1-2 1 16,3 0 8-16,5-22 6 15,4-14-12-15,3-15-6 16,1-2 0-16,-2 2-23 16,-1 6 6-16,-2 16 17 15,-6 11 2-15,-2 12-2 16,2 6-1-16,1 12-3 16,3 21 4-16,3 11 31 15,-1 1-4-15,2-1-7 16,0-7-6-16,0-10-9 15,0-7-5-15,-4-11 6 16,1-8-4-16,0-1 6 16,-2-3 1-16,2-16 0 15,2-8-7-15,-2-3 5 0,-1-5-5 16,-3 0 6-16,-3 3-3 16,0 8-4-16,-4 11 6 15,2 7 13-15,-1 6-8 16,5 0-12-16,3 12-14 15,3 14 14-15,5 4 8 16,3-1-4-16,0-3-2 16,5-6-1-16,2-4-1 15,-1-7 0-15,1-7-9 16,1-2-31-16,-2-3-57 16,-4-14 19-16,-6 1 28 0,-7-1 29 15,-5-1 21-15,0 0 0 16,-1 2 2-16,-1 1-2 15,2 6 0-15,-3 6 1 16,5 3-1-16,3 0-6 16,3 20 3-16,3 5 3 15,-3 5 0-15,1 0 5 16,0-5-1-16,3-3-3 16,-3-9 3-16,-2-8 2 15,-1-5 4-15,1 0 12 16,-5-5 14-16,1-13 14 15,-4-3 0-15,1-3-3 16,-4-2-2-16,0-2-29 16,0-4-3-16,0 1-6 0,0-2-1 15,-7 7 3-15,-8 4-9 16,-1 5 3-16,2 4 5 16,-3 6 0-16,0 4-4 15,7 3-1-15,2 0-3 16,3 5 0-16,5 17-10 15,0 7 8-15,2 3 0 16,16 1 0-16,2-4-1 16,5-1-9-16,0-7-44 15,4-8-10-15,4-6-13 16,-1-5 10-16,-3-2 9 16,-3 0 23-16,-13-2 32 0,-4-6 5 15,-9-2 5 1,0-4 44-16,0-3 24 0,-3-5 32 15,-14-9-27-15,-5 0-6 16,-5-5-10-16,-5 3-16 16,2 1-21-16,2 9 6 15,4 3-21-15,7 8-7 16,7 5-3-16,7 6 0 16,3 1-2-16,0 0-11 15,0 8-75-15,3 9-66 16,14 6-8-16,2-3-185 15,3-7-395-15</inkml:trace>
  <inkml:trace contextRef="#ctx0" brushRef="#br0" timeOffset="19162.87">5649 8695 1196 0,'0'0'231'0,"0"0"-231"16,0 0 10-16,0 0 17 15,0 0-6-15,0 0-10 16,103-1 2-16,-61 8-13 16,-5-3 5-16,-9 1-5 15,-9-5 2-15,-11 2-1 16,-3-2 0-16,-5 0 0 0,0 2 5 16,0 1-5-16,0 5 28 15,0 6-14-15,0 13-13 16,0 15 11-16,-3 9-2 15,-9 3-6-15,5-1-5 16,4-3-5-16,3-5-108 16,0-9-154-16,5-13-394 15</inkml:trace>
  <inkml:trace contextRef="#ctx0" brushRef="#br0" timeOffset="19410.34">6011 8368 1346 0,'0'0'31'0,"0"0"-29"0,0 0-2 16,106 108 13-16,-57-33 30 15,-9 10-6-15,-14 2 2 16,-13 0-20-16,-13-6 11 15,-1-5-20-15,-31-1-10 16,-14-4-16-16,-23 1-137 16,-18-8-141-16,-20-4-770 15</inkml:trace>
  <inkml:trace contextRef="#ctx0" brushRef="#br0" timeOffset="20543.93">1404 10763 220 0,'0'0'51'16,"0"0"-45"-16,0 0 26 0,0 0 99 15,0 0 17-15,0 0 22 16,52 0-4-16,-52 0 11 16,0 0-32-16,0 0-12 15,0 0 3-15,-5 0-51 16,-12 0-34-16,-3 0-33 15,-5 0-13-15,2 0 5 16,-3 0-9-16,7 0 5 16,-1-3-3-16,3 0-1 15,3 3-1-15,4-4-1 16,3 4 1-16,3 0-2 16,2 0 1-16,2 0-1 0,0 0-2 15,-1 1-11-15,-5 20 6 16,1 11 5-16,0 9 1 15,0 4-1-15,0 6 2 16,0-4 1-16,-2-2 3 16,3-10-1-16,-2-12-2 15,5-12 0-15,1-8 1 16,0-3 4-16,0 0-5 16,0 0 4-16,0 0-4 15,0-3-4-15,10-9 4 16,10-3-2-16,8-1-12 15,9-1 11-15,3 6-8 16,2 8 5-16,-1 3-6 0,-3 7 2 16,-10 19 9-1,-7 7-4-15,-7 8 1 0,-8-3 2 16,-6-1-5-16,0-5 5 16,-14-5 2-16,-11 0 3 15,-11-4 8-15,-2-2-6 16,-2-4-2-16,0-5 0 15,3-5-3-15,4-6 3 16,6-1-3-16,9 0-75 16,8-10-110-16,10-21-75 15,3-9-276-15</inkml:trace>
  <inkml:trace contextRef="#ctx0" brushRef="#br0" timeOffset="20887.88">1690 10362 1281 0,'0'0'106'15,"0"0"-106"-15,0 0-3 16,-75 113-1-16,75-67 1 15,4-1 3-15,25-1 0 16,11-10 2-16,7-10-2 16,2-10 8-16,-6-8 1 15,-9-6-6-15,-14 0 2 0,-10 0 3 16,-10-4 2-16,0-4-1 16,-4-1 6-16,-16-1 3 15,-7 3-9-15,-1-2-9 16,1 2-8-16,6 6-4 15,5 1-82-15,11 0-36 16,5 9-210-16,0 8-61 16</inkml:trace>
  <inkml:trace contextRef="#ctx0" brushRef="#br0" timeOffset="21146.2">2586 10877 1377 0,'0'0'168'0,"0"0"-168"16,90-40-26-16,-31 24 26 15,4 1 1-15,-1 3-1 16,-5 2-119-16,-12 6-92 0,-21-1-439 16</inkml:trace>
  <inkml:trace contextRef="#ctx0" brushRef="#br0" timeOffset="21301.83">2572 11075 1299 0,'0'0'115'16,"0"0"-115"-16,0 0-36 16,146-28 36-16,-66 12 0 15,5 3-83-15,-8-1-173 16,-16 5-236-16</inkml:trace>
  <inkml:trace contextRef="#ctx0" brushRef="#br0" timeOffset="21458.28">2639 11247 1348 0,'0'0'60'15,"0"0"-60"-15,0 0-26 16,92 1 26-16,-18-1 0 16,11-5-48-16,-1-7-142 15,-11-1-149-15</inkml:trace>
  <inkml:trace contextRef="#ctx0" brushRef="#br0" timeOffset="22027.05">3815 11056 1070 0,'0'0'177'0,"0"0"-177"16,57-87 11-16,-26 49 24 15,0-3 14-15,-5 0-30 16,-4 2 0-16,-8 4 37 15,-10 6-12-15,-4 5-11 16,0 1-1-16,0 9 19 16,-1 5-10-16,-4 8 18 15,1 1-42-15,4 0-17 16,-1 4-2-16,1 26-10 16,0 14 12-16,0 16 0 15,0 8 0-15,17 6 0 16,2 2-1-16,1-5 1 15,-1-4 0-15,-7-11-57 16,-11-16-34-16,-1-9-29 16,-13-15 51-16,-19-9 69 15,-8-4 1-15,-7-3 5 0,1 0-1 16,2-10-4-16,10-3 10 16,16-1 3-16,13-2 38 15,5 3 16-15,17-4-58 16,21 0-2-16,14 4-8 15,10 0-3-15,9 6-22 16,1 0-125-16,2 1-40 16,-13-1-273-16</inkml:trace>
  <inkml:trace contextRef="#ctx0" brushRef="#br0" timeOffset="22576.94">4856 10589 846 0,'0'0'209'16,"0"0"-191"-16,0 0 7 0,0 0 57 15,0 0-12-15,0 0-51 16,-41 35-5-16,20 14 5 15,1 15 40-15,6 6-14 16,3 2-21-16,10 0-17 16,1 1 1-16,0-6-8 15,20-2-7-15,6-9-4 16,8-12-128-16,6-20-52 16,0-17-219-16</inkml:trace>
  <inkml:trace contextRef="#ctx0" brushRef="#br0" timeOffset="23694.66">4933 10887 860 0,'0'0'296'16,"0"0"-232"-16,0 0-56 16,0 0-3-16,0 0-5 15,0 0 7-15,86 48 1 16,-55-15-2-16,-4-3-4 15,-7-3 2-15,-6-5-4 16,-5-5 2-16,-5-10 0 16,-2-3 0-16,-2-4 0 15,0 0 5-15,0 0 2 16,0-4 19-16,0-16 16 16,1-9-42-16,5-5-4 0,0-6 2 15,5 9 0 1,-1 4-3-16,1 7 3 15,0 10-2-15,-2 3 2 0,1 7-1 16,0 0-5-16,2 20 1 16,1 7 2-16,0 7 3 15,-3 0 6-15,2-1-1 16,-5-9-4-16,0-4 3 16,-4-9-3-16,-2-3 0 15,1-8-1-15,0 0 2 16,1 0 5-16,3-8 3 15,5-12 7-15,2-11-14 16,4 1-2-16,-4-4-1 16,-1 7 2-16,-4 3-1 0,-1 9 0 15,0 4-1-15,-1 8 0 16,3 3 0-16,-1 0-4 16,4 5-4-16,3 13 8 15,0 3 3-15,5 1 1 16,-2-5-2-16,1-1-2 15,-1-7 2-15,-3-3-2 16,0-3 0-16,0-3 0 16,-1 0-2-16,3-1-14 15,-1-11-25-15,-1-2-2 16,-3 1 36-16,-4 2 5 16,-1 4-2-16,-4 5 3 0,2 2-2 15,0 0-2 1,4 0 2-16,-1 5 0 0,2 6 3 15,2-1 0-15,-2-1 1 16,0-4-2-16,-4-3 2 16,-2-2 4-16,-2 0 15 15,-2 0 67-15,0-2 35 16,0-12-46-16,0-3-26 16,-4 4-2-16,-6 1-22 15,0 0-17-15,-1 1-9 16,1 2 1-16,3 3-1 15,2 1-1-15,3 3-18 16,2 2-15-16,0 0-11 0,0 0-24 16,12 3 7-1,10 9 35-15,7 0-43 0,8-3 0 16,4-2 3-16,0 4 19 16,-4 2 9-16,-5 3 39 15,-9 2-1-15,-6-1 2 16,-5-3-1-16,-6-2 4 15,-2-4-2-15,-2-4 3 16,-1-2-5-16,-1-2 5 16,0 0 5-16,2 0 31 15,-2 0 62-15,0-11-15 16,0-9-60-16,0-6-20 16,0-8 4-16,0-3 8 15,0-6-10-15,-2 0-7 0,-11 2 18 16,-4 7 11-1,-3 7 6-15,-1 9-17 0,5 5-2 16,3 9-14-16,4 3-10 16,1 1 4-16,1 0-8 15,-1 10 1-15,4 10-110 16,3-2-18-16,1 1-49 16,0-3-204-16</inkml:trace>
  <inkml:trace contextRef="#ctx0" brushRef="#br0" timeOffset="23992.88">6189 10667 1306 0,'0'0'104'0,"0"0"-103"16,0 0 5-16,0 0 6 15,0 0 6-15,0 0-8 16,132-8-8-16,-83 8 2 15,-9-4-3-15,-12 3 3 16,-10 1-4-16,-9 0-2 16,-6 3 0-16,-1 19 4 15,1 15 7-15,1 7 9 16,-3 7-11-16,1 2 0 16,1-2-7-16,-1-1 0 0,1-5 0 15,2-6-6 1,0-10-176-16,0-14-128 0,-1-11-537 15</inkml:trace>
  <inkml:trace contextRef="#ctx0" brushRef="#br0" timeOffset="24204.68">6567 10437 1207 0,'0'0'14'0,"85"39"-9"0,-32 11-1 16,-4 13 32-1,-9 7-7-15,-10 8-7 0,-10-2-10 16,-15 1-12-16,-5-2-4 16,-33-2-177-16,-27-2-299 15</inkml:trace>
  <inkml:trace contextRef="#ctx0" brushRef="#br0" timeOffset="25160.87">1502 12819 1051 0,'0'0'137'0,"0"0"-127"0,0 0 12 16,0 0 74-1,-91 0-34-15,74 5-33 0,-1 14-19 16,-4 11 0-16,-3 14 0 16,1 13-1-16,6 3-3 15,8 1 4-15,10-7-8 16,0-7-2-16,20-14-4 15,10-10 4-15,7-7 0 16,4-16 5-16,4 0 2 16,-4-6 5-16,-7-11-8 15,-15 3-2-15,-10 1 3 16,-9 0-2-16,0-2 3 16,-21 4-6-16,-10 0 3 15,-14 1-2-15,-3 4 0 0,-1 3-2 16,8 3 1-1,14 0-5-15,8 0-5 0,9 3-50 16,10 3-85-16,0 0-110 16,18-6-150-16,10-3-199 15</inkml:trace>
  <inkml:trace contextRef="#ctx0" brushRef="#br0" timeOffset="25530.41">1667 12418 1189 0,'0'0'83'16,"0"0"-76"-16,0 0 1 15,0 0 42-15,0 0-23 16,0 0-22-16,-59 43-5 15,54 1 0-15,5 6 2 16,0-4-2-16,5-2 0 16,13-10 1-16,6-7-3 15,3-10 6-15,-2-10-3 16,-4-7 3-16,-2 0 10 16,-7 0-5-16,-8-10-4 0,-2 9 4 15,-2-3 0-15,0 2 33 16,-2-2-22-16,-11 4-20 15,1 0-7-15,1 0 3 16,2 4-70-16,8 9-106 16,1 1-188-16,10-4-255 15</inkml:trace>
  <inkml:trace contextRef="#ctx0" brushRef="#br0" timeOffset="25795.55">2510 12813 1465 0,'0'0'17'0,"0"0"-17"15,0 0 0-15,0 0 5 16,145-16-1-16,-79 12-3 16,3 4-1-16,-7 0-109 15,-12 0-202-15,-20 0-347 16</inkml:trace>
  <inkml:trace contextRef="#ctx0" brushRef="#br0" timeOffset="25968.16">2584 12996 1355 0,'0'0'0'16,"0"0"-41"-16,113-35-1 16,-42 24 42-16,6 1 0 15,-1 1-354-15,-15 4-365 16</inkml:trace>
  <inkml:trace contextRef="#ctx0" brushRef="#br0" timeOffset="26123.85">2700 13185 1275 0,'0'0'0'0,"0"0"-93"16,98 3 83-16,-36-3-5 15,5-3-321-15,-3-14-261 16</inkml:trace>
  <inkml:trace contextRef="#ctx0" brushRef="#br0" timeOffset="26677.19">3738 12920 1288 0,'0'0'99'0,"0"0"-92"15,0 0 1-15,13-93 23 16,1 72-7-16,-3 1-16 15,-2 4-5-15,-4 5 6 16,-3 1 24-16,-2 7 3 0,0 0 4 16,0 3 15-16,0 0-9 15,0 0-21-15,0 0-25 16,0 3-4-16,0 18 3 16,0 12-1-16,0 7 2 15,0 7 1-15,0 3 1 16,7 0-2-16,0 0 0 15,-1-9 0-15,-6-1-1 16,0-14 2-16,0-5-3 16,-17-5 1-16,-7-3-11 15,-7-6 12-15,-4-7-1 16,-4 0 4-16,4 0-3 16,8-5 1-16,7-10 6 15,12 8-3-15,6-2 1 0,2 2-5 16,2-2-4-16,20-2 1 15,13 0 2-15,10 4-3 16,10-2-5-16,7 3-41 16,0 4-44-16,0 0-103 15,-9 2-105-15,-12 0-318 16</inkml:trace>
  <inkml:trace contextRef="#ctx0" brushRef="#br0" timeOffset="26977.81">4376 12662 1269 0,'0'0'112'0,"0"0"-109"16,0 0 3-16,0 0 21 15,0 0-13-15,0 0-9 16,0 0-3-16,-56 75 11 16,50-26 3-16,6 5 1 15,0 2 2-15,0-5 4 16,13 2-19-16,3-8 4 16,3 0-7-16,4-4-1 15,3-8-40-15,6-9-124 0,2-11-70 16,0-9-221-16</inkml:trace>
  <inkml:trace contextRef="#ctx0" brushRef="#br0" timeOffset="28209.4">4547 12860 810 0,'0'0'188'15,"0"0"-134"-15,0 0 8 16,0 0 16-16,0 0-45 15,0 0-25-15,67-27 0 16,-44 57 6-16,-1 4 3 0,-4 2-1 16,-2 1-7-16,-5-7 6 15,-6-3-11-15,-2-9 7 16,0-6-9-16,-3-4 1 16,0-6-2-16,0-2 0 15,0 0 6-15,0 0 6 16,0-10 33-16,0-20-28 15,0-6-18-15,4-8-19 16,5 4 17-16,1 6-6 16,3 14 1-16,-1 7 5 15,-2 9 2-15,0 4-1 16,1 4-8-16,0 16 9 16,2 7 1-16,-2 3 0 15,-1 3 2-15,1-3 5 0,-3-6-7 16,-1-4 2-16,-2-7-1 15,0-2-1-15,0-8 0 16,-2 0-1-16,1-3 0 16,0 0 2-16,3 0-1 15,5-6 4-15,1-15-1 16,3-6-4-16,-3-3-8 16,-3 0-12-16,-2 7-3 15,-1 6 23-15,-4 10 0 16,1 7 5-16,-3 0 0 15,4 0-5-15,3 11 0 16,4 2 12-16,4 3-4 16,-2 1-5-16,5 0-1 0,-3-4 0 15,3-2-2-15,-1-2 0 16,-1-2-2-16,1-3-2 16,-1-4-24-16,-3 0-32 15,-3 0 38-15,-5 0 22 16,0-7 4-16,-5-3 1 15,2-1-3-15,0 2 5 16,-2 2-3-16,1 1 8 16,1 3-5-16,1 1-7 15,1 2-3-15,-2 0-3 16,4 5-1-16,-3 8 7 16,2 4 3-16,2-1 8 0,0 1 3 15,2-4-1 1,2-5-2-16,2-2-4 0,0-3-2 15,3-3 0-15,0 0 2 16,-2 0-1-16,-5 0-1 16,-3-9 2-16,-6-5 17 15,-1-1 50-15,0-5-32 16,0-5 8-16,-13 1 6 16,-6 1-10-16,-1 3-28 15,4 6-5-15,4 7-9 16,5 7-4-16,6 0-3 15,-1 0-3-15,2 0-5 16,0 10-70-16,0 1-19 16,9 2-34-16,9-6 25 15,3-3-59-15,3-1-56 0,0-3 47 16,-1 0-20-16,-3 0 121 16,-1 2 76-16,-5 8 17 15,1 0 45-15,1 7 98 16,-2 0-39-16,-1 0-11 15,3 0-55-15,0-1-10 16,1-5-8-16,2-2-12 16,-3-1-7-16,1-8-4 15,-2 2-10-15,-5-2 18 16,-1 0 33-16,-6 0 41 16,-3-13 27-16,0-4 16 15,-6-4-50-15,-16-4-8 0,-5-2-39 16,-4-4-10-1,4 5-18-15,1 2-3 0,8 4-9 16,8 10 0-16,5 3-2 16,5 4-3-16,0 3-22 15,0-3-29-15,0 3-49 16,13 0-43-16,4 0-32 16,5 0-20-16,-4 0-142 15</inkml:trace>
  <inkml:trace contextRef="#ctx0" brushRef="#br0" timeOffset="28609.22">5833 12786 714 0,'0'0'492'0,"0"0"-444"16,0 0-28-16,0 0 68 15,0 0-44-15,0 0-31 16,6-10-2-16,8 7-7 16,2 0 3-16,3-5 3 15,1 2-1-15,0-1 1 16,-2 1 3-16,2 0 9 16,-1 1-14-16,1 3-5 0,-5-2-2 15,-1 4 1-15,-6 0-2 16,-3 0 0-16,-2 0 1 15,0 0-1-15,1 0 5 16,1 14 10-16,2 8 12 16,1 9 16-16,0 6-16 15,0 4-11-15,-1 1-15 16,-2-2 0-16,2-2-1 16,-4-2 0-16,0-6-23 15,0-9-167-15,-3-8-58 16,0-9-344-16</inkml:trace>
  <inkml:trace contextRef="#ctx0" brushRef="#br0" timeOffset="28840.04">6132 12538 814 0,'0'0'477'15,"0"0"-438"-15,0 0-36 16,0 0-1-16,112 46 19 16,-75 1 28-16,-5 11-7 15,-7 2-2-15,-12 4-4 16,-13-4-17-16,0 7-13 0,-35-3-3 16,-17 6-3-16,-28 3-103 15,-29 1-298-15</inkml:trace>
  <inkml:trace contextRef="#ctx0" brushRef="#br1" timeOffset="40006.58">1026 12394 762 0,'0'0'44'0,"0"0"-28"16,0 0-16-16,0 0 17 16,-33 98 37-16,20-35 13 15,1 15-8-15,5 19 26 16,5 13-32-16,2 8-17 16,0 5-19-16,19 1-14 15,9-8-2-15,12-12-1 16,12-8-6-16,8-24-127 15,7-19-17-15,0-28-52 0,-7-25-115 16</inkml:trace>
  <inkml:trace contextRef="#ctx0" brushRef="#br1" timeOffset="40373.19">1722 12355 840 0,'0'0'86'0,"0"0"-81"0,0 0-5 16,91 26 2-16,-42 14 3 16,8 10 9-16,-2 11 19 15,-5 8 41-15,-11 5-54 16,-14 0 20-16,-15-1-38 16,-10 1 4-16,-3-3 10 15,-24-4-15-15,-5 0 11 16,-6-10-12-16,1-10-137 15,3-10-90-15,4-17-156 16</inkml:trace>
  <inkml:trace contextRef="#ctx0" brushRef="#br1" timeOffset="40702.91">2036 12093 515 0,'0'0'498'0,"0"0"-487"0,15 123-11 16,-3-56 5-16,1-3 0 15,3-10 3-15,1-4-7 16,4-6-1-16,-3-7-5 16,-5-10-212-16,-1-7-191 15</inkml:trace>
  <inkml:trace contextRef="#ctx0" brushRef="#br1" timeOffset="40989.06">2279 12358 843 0,'0'0'35'0,"0"0"-35"16,0 0-9-16,0 0 9 15,105-17 31-15,-87-6-20 16,-10-8 24-16,-8 4 38 16,0 0 7-16,-10 1-17 15,-14 6-12-15,-7 0-16 16,1 9-14-16,2 8-12 16,6 3 8-16,5 10-17 15,9 23-26-15,8 8-95 0,3 3-82 16,29-1-128-1</inkml:trace>
  <inkml:trace contextRef="#ctx0" brushRef="#br1" timeOffset="41645.48">3771 12407 846 0,'0'0'102'0,"0"0"-101"0,-10 90 14 15,10-49 26-15,2 0-24 16,11 2-1-16,1-3-9 15,-2-3-4-15,-1-6-3 16,-3-8-122-16,-1-6-146 16,-1-14-38-16</inkml:trace>
  <inkml:trace contextRef="#ctx0" brushRef="#br1" timeOffset="41938.86">3935 12555 961 0,'0'0'53'0,"0"0"-52"15,0 0 0-15,0 0-1 16,0 0 0-16,0 0 2 16,74 57 12-16,-56-61 25 15,-1-9-20-15,-2-7 4 16,-7 3-1-16,-6-3 32 15,-2 3 25-15,0 4-32 16,-7 0-13-16,-10 2-7 0,-4 2-17 16,-3 6-10-1,-6 3-5-15,1 0 3 0,0 12-119 16,2 9-107-16,7-1-182 16</inkml:trace>
  <inkml:trace contextRef="#ctx0" brushRef="#br1" timeOffset="44189.32">8498 12686 636 0,'0'0'232'15,"0"0"-130"-15,0 0-87 16,0 0 87-16,0 0 19 16,0 0-26-16,0 0-9 15,-15-71-24-15,3 71-18 0,-3 0-31 16,-7 16 11-16,-4 15-18 16,-3 20-1-16,2 12-1 15,4 7 5-15,6 10-5 16,10 1-1-16,7-7-2 15,6-13-1-15,17-18-5 16,5-16 0-16,4-10 5 16,2-15 0-16,1-2 0 15,0-9 8-15,-4-15-8 16,-4-6 0-16,-12-3 4 16,-13-1 7-16,-2 4-4 15,-15 2 0-15,-17 3-7 16,-1 7 2-16,-4 5-4 0,0 13 1 15,4 0 1-15,1 9-2 16,4 13 2-16,7 3-8 16,10-1-16-16,11-4-123 15,0-6-36-15,27-10-98 16,8-4-146-16</inkml:trace>
  <inkml:trace contextRef="#ctx0" brushRef="#br1" timeOffset="44639.39">8751 12290 833 0,'0'0'210'0,"0"0"-162"0,0 0-34 16,0 0 68-16,0 0 52 16,0 0-58-16,-59-44-61 15,47 79-12-15,0 15-3 16,1 7 4-16,4 0-2 16,7-5-4-16,0-8 1 15,8-6-2-15,12-11 2 0,5-5 0 16,2-5-4-1,-3-13-8-15,-1-4-38 0,-1 0 20 16,-2-18 4-16,-6-5 20 16,-7-3 7-16,-7 2 0 15,0 2 12-15,-17 5 2 16,-7 3 18-16,-3 4-15 16,0 7 0-16,4 3-17 15,1 0-9-15,5 5 5 16,7 10 4-16,10-2-27 15,0-6-106-15,24-3-81 16,14-4-98-16,7 0-71 16</inkml:trace>
  <inkml:trace contextRef="#ctx0" brushRef="#br1" timeOffset="44905.76">8981 12481 656 0,'0'0'106'0,"0"0"-32"16,0 0-20-16,0 0-8 15,0 0 0-15,0 0 17 16,50 60 35-16,-26-80-17 16,-1-6-23-16,-5-10-22 15,-8 1 33-15,-10 1-10 16,0 8-9-16,-5-3-16 16,-13 5-15-16,-6 6-8 0,4 6-11 15,-2 8-3 1,4 4 1-16,3 20-4 0,2 17-25 15,8 17-111-15,5-2-4 16,0 3-90-16,12-8-191 16</inkml:trace>
  <inkml:trace contextRef="#ctx0" brushRef="#br1" timeOffset="45110.72">9202 12817 1087 0,'0'0'377'0,"0"0"-357"15,0 0-6 1,0 0-14-16,115-47 29 0,-53 33-19 16,3 4-6-16,-3 4-8 15,-5-4-62-15,-10 0-133 16,-14-1-131-16,-20 1-272 15</inkml:trace>
  <inkml:trace contextRef="#ctx0" brushRef="#br1" timeOffset="45275.87">9297 12947 1293 0,'0'0'112'0,"0"0"-112"15,0 0-18-15,103 0 18 0,-49 0 0 16,5 0-76-16,-6 0-149 16,-13-4-241-16</inkml:trace>
  <inkml:trace contextRef="#ctx0" brushRef="#br1" timeOffset="45438.61">9325 13118 1340 0,'0'0'138'0,"0"0"-138"0,0 0-13 16,0 0 13-16,107 0 0 15,-46 0-63-15,4-10-85 16,-5 0-125-16,-7-4-304 16</inkml:trace>
  <inkml:trace contextRef="#ctx0" brushRef="#br1" timeOffset="46024.55">10254 12822 1078 0,'0'0'195'0,"0"0"-174"0,0 0 21 16,0 0 24-16,0 0-24 15,41-99-22-15,-24 72 1 16,0-7 9-16,-6 8 4 16,-4-2-14-16,-6 4-12 15,-1 2 20-15,0 1-2 16,0 8-12-16,0 4 17 15,0 9-7-15,0 0-7 0,0 0-15 16,0 0-1 0,-3 9-1-16,0 21 0 0,-2 15-1 15,1 14 2-15,4 11-1 16,0-2 1-16,0-2-1 16,4-4 0-16,4-10-2 15,2-8 1-15,-3-11-1 16,-7-9 1-16,0-7 0 15,-4-7-11-15,-16 0-2 16,-8-3 12-16,-7-7-10 16,-2 0 12-16,2 0 1 15,3-5 3-15,9-7 4 16,8 2-1-16,10 2 3 16,5 2-1-16,0 0-7 15,13-1 0-15,14-3-2 16,8 6-5-16,3 1-5 15,6 0 5-15,6 0-79 0,2-2-18 16,-2 2-116-16,-5 0-105 16,-10-3-255-16</inkml:trace>
  <inkml:trace contextRef="#ctx0" brushRef="#br1" timeOffset="46338.49">10824 12468 1153 0,'0'0'162'0,"0"0"-150"15,0 0-7-15,0 0 15 16,-90 44 38-16,83 2-33 15,1 11 9-15,6 10-6 16,0 4-5-16,0-2-5 16,12-7-15-16,5-6 1 15,5-5-4-15,2-11 0 16,5-6-3-16,4-8-115 16,2-12-31-16,-1-8-118 0,-6-6-227 15</inkml:trace>
  <inkml:trace contextRef="#ctx0" brushRef="#br1" timeOffset="47403.25">10982 12709 937 0,'0'0'251'0,"0"0"-168"16,0 0-50-16,0 0-5 15,0 0-19-15,0 0 1 16,35 53 4-16,-11-13 3 15,-4 4-1-15,-5-7-8 16,-4-3-7-16,-4-8 2 16,-4-8-2-16,-1-8 3 15,-2-4-3-15,0-6-1 0,0 0 11 16,0-3 7-16,0-18-9 16,0-12-7-16,0-14-4 15,7-4-5-15,1 2-31 16,4 6 7-16,0 12 27 15,-1 14 4-15,1 14 0 16,1 3 0-16,1 23 2 16,-1 10 6-16,2 8 21 15,-2 2-5-15,3-6-4 16,-5-3-10-16,1-10-4 16,-4-10-2-16,-3-5-3 15,-1-9 1-15,-1 0 0 16,0 0 5-16,6-4 2 0,2-20 17 15,6-9-22-15,1-7-1 16,-2-3 2-16,-1-1-5 16,-4 4-2-16,1 10 2 15,-4 13 0-15,-5 10 4 16,0 7 12-16,-2 0-16 16,4 20 8-16,3 11-8 15,4 9 44-15,0 0-31 16,1-4-5-16,1-5-6 15,-2-11-2-15,2-3-1 16,-2-7 0-16,3-6-4 16,2-4-49-16,3 0-34 0,2-17-29 15,-1-7-5-15,-2-3 30 16,-7 4 24-16,-5 3 55 16,-6 11 13-16,-1 5 28 15,0 4 53-15,0 0-62 16,5 13-7-16,2 4-3 15,4 6 41-15,3-7-32 16,1-2-10-16,1-6 1 16,-3-8 11-16,3 0 12 15,-4 0 14-15,-4-15 18 16,-3-1-13-16,-5-5 0 16,0-1 3-16,-9-2-21 0,-11 0 5 15,-3 1-14 1,-2-1-12-16,3 8-7 0,8 2-2 15,7 8-3 1,5 2-1-16,2 4-3 0,0-4-50 16,6 4-56-16,16 0 9 15,7 0 22-15,4 0 15 16,-1 4 13-16,0 3 31 16,-4 6 13-16,-3 1 6 15,-3 3 1-15,-4 2 0 16,-1-1 8-16,-6 2 5 15,-1-1 10-15,1-2 0 16,-3-6 1-16,2-6-16 16,0-3 7-16,0-2 26 0,0 0 22 15,-1-14 3 1,-6-7-2-16,-3-3-16 0,0-6-5 16,0-3-19-16,-13-7-8 15,-9 3-8-15,-5 0-8 16,-2 4-4-16,1 6 2 15,4 7-3-15,5 9-26 16,7 6-67-16,8 5-96 16,4 0-198-16,3 0-280 15</inkml:trace>
  <inkml:trace contextRef="#ctx0" brushRef="#br1" timeOffset="47688.33">12081 12454 1176 0,'0'0'255'0,"0"0"-231"0,0 0-16 16,0 0 7-16,0 0 31 16,100-44-25-16,-67 41-19 15,0 1 2-15,-4-2-2 16,-7 4 3-16,-7 0-5 16,-5 0 1-16,-5 0 5 15,-2 0 14-15,0 17-8 16,0 7 7-16,-3 9 25 15,0 4-15-15,0 6-16 16,0 3-9-16,-6 2-3 0,-1-1-2 16,3-6-2-1,0-2-82-15,3-13-93 0,1-4-164 16,0-13-307-16</inkml:trace>
  <inkml:trace contextRef="#ctx0" brushRef="#br1" timeOffset="47921.63">12410 12218 1274 0,'0'0'225'0,"0"0"-215"16,0 0 1-16,0 0-11 0,0 0 21 15,127 75-4 1,-82-7-10-16,-13 5 1 0,-14 5-3 15,-11-2-3-15,-7-2 1 16,-10-6 1-16,-20-5-4 16,-14-3-3-16,-9-9-127 15,-18-5-138-15,-12-13-416 16</inkml:trace>
  <inkml:trace contextRef="#ctx0" brushRef="#br1" timeOffset="48588.09">7796 12303 417 0,'0'0'102'15,"0"0"-51"-15,0 0 48 0,0 0 105 16,0-92-6-16,0 75-60 16,0 6-27-16,0 4-34 15,0 5-7-15,0 8-23 16,1 47-45-16,6 32 0 15,3 28 47-15,0 24 6 16,1 4-45-16,1 3 1 16,-2-6-11-16,0-18 2 15,2-19 0-15,2-21-2 16,2-17-6-16,0-19 5 16,0-13-76-16,-1-16-120 15,0-15-90-15,0-20-274 16</inkml:trace>
  <inkml:trace contextRef="#ctx0" brushRef="#br1" timeOffset="49841.03">7971 12019 974 0,'0'0'208'0,"0"0"-198"16,0 0 8-16,0 0 18 15,0 0 62-15,0 0-11 16,-33-17-41-16,33 17-20 16,0 0 11-16,0 0-4 15,0 0-2-15,0 0-8 16,0 0 0-16,0 0 0 15,4 0-16-15,20-2-4 16,11-1 8-16,13 1 1 16,11-4 12-16,8-1-8 15,8 1-4-15,7 3-1 16,4 3-6-16,1 0-2 16,1 0 1-16,0 3-2 15,1 1-1-15,-4 5-1 0,-3-3-2 16,1 1-1-1,-7 0 3-15,4 0 0 0,-1-1 0 16,-2-1 1-16,-2 1-1 16,1 0 5-16,0-3-3 15,0-2-1-15,0-1 2 16,0 0 2-16,-1 0 3 16,2 0-7-16,-1 0 3 15,4 4-3-15,-7-4-1 16,-1 0-1-16,-3 0 1 15,-4 0 0-15,-3 0 0 16,-6 0 1-16,-4 0 1 16,-5 0 0-16,-1 0-1 15,-2 0 4-15,2 0-1 0,2 0-1 16,5-4 1-16,8-3-2 16,4-1 4-16,-2 2-3 15,-3 0-1-15,-1 0 0 16,-2 5 0-16,-4 1-1 15,2 0 0-15,-1 0 0 16,-4 0-1-16,-2 0 0 16,-2 0 0-16,-5-3-5 15,5-1 5-15,0 0 0 16,1-1 0-16,2 1 2 16,-4 0-5-16,0 3 5 15,1-1-4-15,-1 2 3 16,0 0-1-16,0-2 0 0,-2 2 0 15,2-2 4-15,1 0-5 16,0-1 2-16,5-2-2 16,-3 2 2-16,1 0 0 15,-6-3 0-15,-3 5-1 16,-3-2 2-16,-4 3-1 16,0-3-1-16,-2 3 0 15,-1 0 0-15,-2-3 1 16,1 3-1-16,2 0 0 15,-2 0-1-15,1-3 1 16,-5 3 0-16,-5 0-3 16,-2 0 3-16,-1 0 0 15,-2 0 0-15,-1 0-2 0,-5 0 3 16,1 0-1-16,-1 0 0 16,-2 0 0-16,-3 0 0 15,0 0 0-15,-2 0 2 16,-1 0-2-16,-1 0 1 15,0 0-1-15,0 0 0 16,0 0 0-16,0 0 1 16,0 0 3-16,0 0-3 15,0 0 0-15,0 9 1 16,0 8-2-16,-7 16 2 16,-1 14 1-16,3 13 4 15,-2 18 20-15,6 12-19 16,-1 7 0-16,2-3-1 15,0-4 1-15,0-9-4 0,0-7-3 16,0-11-1-16,3-9 1 16,0-8 0-16,-2-8-1 15,-1-5-1-15,0-9-1 16,0-1-3-16,0-4-36 16,-5-2-25-16,-1-4-54 15,-6-5-96-15,-8-8-242 16</inkml:trace>
  <inkml:trace contextRef="#ctx0" brushRef="#br1" timeOffset="51188.49">9165 13321 239 0,'0'0'157'16,"0"0"-126"-16,0 0-25 15,0 0 8-15,0 0 38 16,0 0-7-16,-42-2-35 15,32 2-10-15,-3 0 5 16,-4 0-4-16,-3 7-1 16,-2 3 1-16,-2-3 24 0,-4 2 37 15,-3 1 24-15,-4 1-25 16,-6-2 4-16,-1 1 34 16,-3-3-23-16,-3 0-20 15,-2-5 27-15,0 2-25 16,-1-4-11-16,3 4 16 15,-1-1-10-15,1 6-17 16,-2-4-9-16,-1 6-8 16,3-3 3-16,1 3-14 15,4 2 1-15,-1-3 4 16,2 0-6-16,3-2 2 16,7-2-3-16,10-3 10 15,10 1 22-15,7-4-1 0,5 0-9 16,0 0-11-1,0 0-6-15,0 0-2 0,0 0-7 16,0 0-2-16,0 0-1 16,10 0 1-16,6 0 8 15,8 0 4-15,10 0 5 16,9 0 0-16,11 0 2 16,6-4-9-16,7 4 5 15,5 0-8-15,3 0-1 16,5 0-2-16,2 0-1 15,-2 0 2-15,-1 0-5 16,-7 0 2-16,-6 0-2 16,0 2 0-16,1 0-2 15,4-2 1-15,5 0 2 0,1 0 1 16,2 0 2-16,0 0-2 16,1-2 4-16,-2-3-3 15,-4 1 0-15,-6-3 1 16,-2 1-2-16,-3-1 4 15,-3 1-1-15,-3 2-4 16,-1 0 7-16,-2-2-5 16,-4 3-3-16,-1 0 0 15,-4 2 1-15,2 1 4 16,1 0 0-16,4 0-4 16,5 0 3-16,5 0 1 15,3 0-2-15,2 0 4 16,0-3-7-16,-1-4 6 0,-2 4-5 15,1 1 1 1,-3-3 0-16,-1 2-1 0,-3 0 1 16,-5-2 2-16,1-4-2 15,2 2 4-15,6-2 1 16,5-2-7-16,2 1 10 16,-4 1-7-16,-7 1-1 15,-3 5-4-15,-1-3 4 16,-2 2-2-16,0 1 0 15,1-3 1-15,1 4-1 16,-2-3 0-16,-4 1 1 16,-2-2-1-16,-3 5 2 0,1-3-2 15,-5 2 1 1,0-1 1-16,0-1-1 0,-1 0 1 16,2-2-1-16,0 2 1 15,-3-5-1-15,-2 3 8 16,-8 1 0-16,-5-1-8 15,-6 2 3-15,-6 1-4 16,-2 0 1-16,-2 3-1 16,-3-4 0-16,-1 1 0 15,-1 3-16-15,-1 0-45 16,0-3-25-16,-13-1-187 16,-29-10-795-16</inkml:trace>
  <inkml:trace contextRef="#ctx0" brushRef="#br1" timeOffset="53322.75">4071 2734 1171 0,'0'0'114'15,"0"0"-93"-15,0 0-21 16,0 0 4-16,0 0 8 15,0 0-6-15,0 0 16 16,107-80 5-16,-29 49 4 16,11-4-15-16,1 3-14 15,-8 10-1-15,-13 7-2 16,-16 6-2-16,-13 9-91 0,-23 0-140 16,-17 3-131-1</inkml:trace>
  <inkml:trace contextRef="#ctx0" brushRef="#br1" timeOffset="53481.91">4024 2932 1191 0,'0'0'302'16,"0"0"-302"-16,0 0-85 16,150-29 85-16,-61 5-2 15,4-4-18-15,3 2-122 16,-6 4-82-16,-10 4-171 0</inkml:trace>
  <inkml:trace contextRef="#ctx0" brushRef="#br1" timeOffset="54605.13">959 5942 696 0,'0'0'409'15,"0"0"-368"-15,0 0-38 0,0 0-3 16,0 0 3-16,0 0-1 15,-62 114 6 1,51-30 12-16,-3 23 23 0,6 20-18 16,1 13-6-16,4-2-3 15,3-6-11-15,3-16-5 16,24-21 0-16,13-17-5 16,14-14 3-16,6-10 0 15,5-13-85-15,2-15-116 16,-4-17-188-16</inkml:trace>
  <inkml:trace contextRef="#ctx0" brushRef="#br1" timeOffset="54937.11">1762 6029 1047 0,'0'0'86'16,"0"0"-86"-16,0 0-31 16,0 0 31-16,0 0 3 15,88 142 32-15,-50-54 32 16,7 16-34-16,-10 10 23 15,-9 4-25-15,-11-2-23 0,-13-7-4 16,-2-11-2-16,-2-14-4 16,-23-9 1-16,-7-10 0 15,-6-8-24-15,-4-14-185 16,5-18-199-16</inkml:trace>
  <inkml:trace contextRef="#ctx0" brushRef="#br1" timeOffset="55652.98">2176 5761 1211 0,'0'0'63'0,"0"0"-60"16,0 0 39-16,0 0 35 15,0 0-32-15,0 0-21 16,-32-11-4-16,19 11 7 0,-2 0-15 15,-2 0-9-15,1 0 1 16,-2 0-1-16,0 0-3 16,2 0 2-16,1 0-2 15,-2 0 0-15,6 2-1 16,4 1-5-16,2-1 4 16,5-2-5-16,0 0-4 15,0 2 4-15,0 0-6 16,0 5 11-16,-4 8 0 15,-2 6 3-15,-3 3-1 16,-1 1 4-16,5-1-3 16,2 0-2-16,1-4-1 15,2-4 2-15,0-4 0 16,0-6 0-16,0 0-13 0,0-5 9 16,12 1-8-16,8 3 12 15,5 0 8-15,11 2-7 16,0 0-2-16,3 5-3 15,-1 3-1-15,-3-1-28 16,-10 3 12-16,-7-1 18 16,-8-2-3-16,-7-1 0 15,-3 0 4-15,0-5 4 16,-11 3 8-16,-13-1 20 16,-7 1-4-16,-7 1 1 15,-3-4-17-15,1-1-3 16,7 0-7-16,2-2 0 15,8 0-3-15,12-2-23 0,11 0-164 16,10-3-264-16,28 0-22 16</inkml:trace>
  <inkml:trace contextRef="#ctx0" brushRef="#br1" timeOffset="56435.61">3511 5982 806 0,'0'0'142'0,"0"0"-105"0,0 0 64 15,0 0 23-15,0 0-12 16,0 0-18-16,-9 0-26 16,1 0-37-16,-4 0-1 15,-1 0-20-15,-1 0-5 16,-4 0 1-16,0 2-3 16,-3 1 0-16,3 2-2 15,2-2 2-15,2 1-3 16,4-1 1-16,5-1-1 15,2-2 0-15,3 0-6 16,0 0 4-16,0 0 1 16,0 0-12-16,0 1 5 0,0 3-4 15,0 6-8 1,0 3 18-16,0 7 2 0,0 1 2 16,0 1-2-16,0 1 1 15,0-3-2-15,0-4 2 16,0-4-1-16,3-3 0 15,2-3-5-15,1-1 0 16,5-2-6-16,2 3 6 16,5-2 4-16,3 1-8 15,2 2-15-15,0 6-1 16,-1 1-4-16,-1 6 22 16,-3 2-6-16,-8 2 0 15,-2 1 8-15,-8-6 3 16,0-2-3-16,0-5 5 15,-17-2 2-15,-9 2 46 16,-10-4-8-16,-2-1-32 0,-4-1 4 16,-3 1-9-16,2-2-3 15,2-1-31-15,8-4-301 16,10 0-293-16</inkml:trace>
  <inkml:trace contextRef="#ctx0" brushRef="#br1" timeOffset="57652.87">7828 6252 469 0,'0'0'194'0,"0"0"-140"15,0 0 68-15,0 0 46 16,0 0-17-16,0 0-55 16,-19-79-25-16,21 58-19 15,18 0-30-15,6 5-3 16,8 7-4-16,1 9-10 16,2 0 5-16,-3 12-6 0,-6 13-1 15,-10 7 2-15,-12 4-2 16,-6 6 3-16,-3 1-4 15,-20 3 2-15,-9-1 12 16,-1-5-15-16,0-5 9 16,7-8-6-16,8-7-3 15,10-9 1-15,6-6 4 16,2-5-1-16,0 0 17 16,16-5-18-16,13-18-4 15,9-1-1-15,5 6 0 0,3 7 1 16,-2 11-1-1,-8 0-2-15,-3 11 3 0,-5 15-8 16,-11 11 7-16,-6 6 1 16,-9 4 0-16,-2 0 1 15,-7-7 12-15,-15-5 3 16,-5-5 6-16,-8-6 16 16,-7-3-5-16,-3-4-17 15,0-4-10-15,5-2-2 16,3-7-4-16,7-2 0 15,9-2-20-15,9 0-92 16,8-13-101-16,4-15-150 16,2-9-497-16</inkml:trace>
  <inkml:trace contextRef="#ctx0" brushRef="#br1" timeOffset="58452.8">8115 6036 506 0,'0'0'572'0,"0"0"-481"16,0 0-63-16,-27-75 49 0,39 55 2 15,21 0-54-15,9 7-17 16,5 4-5-16,-4 9 13 16,-4 0-11-16,-11 5-5 15,-10 14 0-15,-6 2 2 16,-10 3 0-16,-2 3 15 16,0 0-9-16,-15 1 6 15,-5-4 5-15,-2-5-11 16,6-4-3-16,6-10-2 15,6-3-2-15,4-2 4 16,0 0 2-16,0-13-7 16,15-4-4-16,8-3 4 15,5 5-3-15,1 5 1 16,-2 5 1-16,0 5 0 16,-3 0 0-16,-7 4 1 0,-5 13-1 15,-6 4 1-15,-6 8 5 16,0 1 7-16,-18 1 14 15,-5 1-9-15,0-6-9 16,1-5-1-16,5-8-6 16,7-7 1-16,5-6-2 15,5 0-20-15,0-23-102 16,3-11-144-16,19-8-61 16,4-3 79-16,0 1 67 15,-3 13-145-15,-2 7 326 16,-8 13 233-16,-6 9-24 15,0 2-24-15,-1 3-20 0,6 13 48 16,2 0-105-16,7-2-29 16,4-2-27-16,7-6-8 15,-2-6-3-15,-2 0 1 16,-6 0-28-16,-7-11 5 16,-9-5 21-16,-6-2 15 15,0-5-13-15,-4-1 3 16,-15 1-16-16,-6-1-19 15,-5 3-6-15,4 5-1 16,2 6-3-16,7 3-1 16,9 7 1-16,5 0-17 15,-1 1-63-15,2 19-2 16,2 7-20-16,0 6-35 0,12 3-64 16,7 0-230-16</inkml:trace>
  <inkml:trace contextRef="#ctx0" brushRef="#br1" timeOffset="58673.12">8909 6384 1417 0,'0'0'137'0,"0"0"-137"0,0 0 0 15,114-44 5-15,-37 29 3 16,3 3-8-16,-8 3-1 16,-12 7-5-16,-17 2-155 15,-18 0-164-15,-16 0-352 16</inkml:trace>
  <inkml:trace contextRef="#ctx0" brushRef="#br1" timeOffset="58832.4">9141 6481 1272 0,'0'0'91'15,"0"0"-86"-15,128 0-5 16,-66 0 8-16,-4 0-8 16,-6 4-79-16,-16 0-184 0,-20 1-264 15</inkml:trace>
  <inkml:trace contextRef="#ctx0" brushRef="#br1" timeOffset="58987.89">9151 6730 1257 0,'0'0'174'16,"0"0"-174"-16,0 0-21 16,0 0 21-16,99 0 28 15,-44 0-28-15,4-6-14 0,-1-6-159 16,-4-5-225-16,-11-4-294 15</inkml:trace>
  <inkml:trace contextRef="#ctx0" brushRef="#br1" timeOffset="59502.81">9939 6354 1290 0,'0'0'152'0,"0"0"-142"16,-9-89 22-16,9 57 48 16,10 3-43-16,0 3-14 15,2 3-9-15,-2 6 25 16,-5 0-11-16,-1 5-20 0,-3 5 10 16,-1 2 22-16,0 5-12 15,0 0-11-15,0 0-14 16,0 0-3-16,2 18-6 15,2 18-4-15,2 19 10 16,2 13 4-16,2 1-2 16,-1 0-2-16,1-8 2 15,0-12-2-15,-4-7 0 16,1-11-1-16,-5-9-1 16,-2-9-2-16,0 0-5 15,-12-6-13-15,-14 1 13 16,-11-7 2-16,0-1 2 0,5 0 5 15,7-14 1 1,8-1 3-16,10 2-1 0,7 0 2 16,0 1-3-16,16-2 4 15,16 3-4-15,10-1 5 16,6 7-6-16,2 0-1 16,4 3-7-16,-2 2 5 15,-3 0-10-15,3 0-71 16,-3 0-119-16,-6 0-147 15,-5 0-366-15</inkml:trace>
  <inkml:trace contextRef="#ctx0" brushRef="#br1" timeOffset="59762.13">10588 5930 1099 0,'0'0'305'16,"0"0"-259"-16,0 0-43 16,0 0 26-16,0 0 23 15,0 0-7-15,-79 144 17 16,79-64-23-16,7 6-12 16,10-4-10-16,-1-2-16 15,3-8 5-15,2-9-6 0,1-7-4 16,3-11 4-16,4-10-117 15,-3-14-103-15,0-16-103 16,-5-5-299-16</inkml:trace>
  <inkml:trace contextRef="#ctx0" brushRef="#br1" timeOffset="60815.29">10763 6135 408 0,'0'0'898'15,"0"0"-806"-15,0 0-75 16,0 0 20-16,0 0-25 16,0 0-3-16,52 73 21 0,-22-20-16 15,-6 1-4 1,-6-2-5-16,-5-7-5 0,-6-5 0 16,-5-9 0-16,-2-9 3 15,0-13 1-15,0-3-4 16,0-6 2-16,0 0 14 15,0-17 14-15,0-15-24 16,0-12-3-16,0-10-3 16,0-6-4-16,10 6 4 15,-1 13-1-15,4 18 1 16,0 12-3-16,0 11 2 16,6 0 1-16,-3 27 7 15,1 11 7-15,-2 4 2 16,0 3-10-16,-2-4 0 0,1-8-6 15,-3-5 3-15,1-5-3 16,-2-8 0-16,-3-5-7 16,0-7 7-16,1-3-14 15,6-9 2-15,-1-16 8 16,2-10-10-16,-4-7 14 16,-2-6 3-16,-2-2-1 15,-3 10-1-15,-1 9 2 16,0 18 6-16,-3 9 35 15,0 4-13-15,1 1-31 16,4 17-5-16,4 11 5 16,1 2 12-16,3 0-8 15,4-3-3-15,1-5-1 0,4-9 0 16,3-3-1 0,5-8-3-16,-2-3-37 0,1 0-13 15,-3-8-48-15,-4-9 34 16,-3-2 37-16,-8 4 18 15,-2 6 13-15,-8 3 6 16,1 6-2-16,0 0 7 16,1 6-11-16,3 11 19 15,3 1 11-15,3-1-19 16,3-5 0-16,3-8 4 16,1-4-3-16,-4 0 4 15,-2-4 1-15,-3-15 30 0,-3-2 1 16,-6-1 3-1,-1-4 16-15,0-1-22 0,-5 2-35 16,-6-1 5-16,-2 4-10 16,1 6-2-16,5 7-3 15,4 4-3-15,3 5 2 16,0 0-44-16,1 0-69 16,14 7 37-16,5 5 16 15,5-1-59-15,4 0 7 16,0 0 9-16,-5 3 63 15,-3 1 38-15,-7 4 2 16,0 2 1-16,1 2 45 16,-2-1 38-16,7-2-19 15,2-7-22-15,3-4 4 16,0-6 4-16,-4-3-9 0,-4 0 9 16,-3-12 15-16,-6-7 4 15,-2-5-5-15,-6-4-27 16,0-7-7-16,0-1-6 15,-10-4-19-15,-8 0-1 16,1 2-3-16,-2 2-1 16,2 7 0-16,5 5-31 15,8 10-32-15,4 6-65 16,0 7-53-16,0 1-128 16,10 0-358-16</inkml:trace>
  <inkml:trace contextRef="#ctx0" brushRef="#br1" timeOffset="61085.37">12047 5986 1288 0,'0'0'127'0,"0"0"-121"15,0 0 33-15,0 0 11 16,0 0-24-16,0 0-9 16,107 0-8-16,-80 0-9 15,-2 0 2-15,-5 1 2 16,-5 4-4-16,-3 2-1 15,-2 6 1-15,-1 7 5 16,-3 7 19-16,-5 5-6 16,1 3-6-16,-2-1 1 15,0 3-13-15,0-1-3 0,0-4 3 16,-2-1-11 0,1-7-150-16,1-10-107 0,0-5-241 15</inkml:trace>
  <inkml:trace contextRef="#ctx0" brushRef="#br1" timeOffset="61368.57">12420 5802 1091 0,'0'0'256'0,"0"0"-206"16,0 0-44-1,0 0 15-15,90-41 52 0,-52 68-35 16,4 14-17-16,-3 12 24 16,-7 9 17-16,-12 6-27 15,-15 5-12-15,-5 4 14 16,-7-1-15-16,-17-5-16 16,0-10-3-16,3-12-3 15,5-15 0-15,4-8-8 16,4-9-120-16,-2-10-130 15,0-7-284-15</inkml:trace>
  <inkml:trace contextRef="#ctx0" brushRef="#br1" timeOffset="61686.13">13040 5572 1274 0,'0'0'134'0,"0"0"-82"16,0 0-23-16,0 0 86 16,0 0-51-16,0 0-57 15,-3 75-1-15,22 2 67 16,0 10-41-16,1 6-6 0,-4 3-3 15,-6 6-16-15,-4-2 5 16,-2-2-7-16,-3-11-4 16,-1-15-2-16,0-14-1 15,0-17-34-15,0-14-58 16,0-13-149-16,-1-14-295 16</inkml:trace>
  <inkml:trace contextRef="#ctx0" brushRef="#br1" timeOffset="64152.94">13046 5409 1306 0,'0'0'86'0,"0"0"-76"15,0 0-6-15,0 0 36 16,0 0 35-16,-104 11-45 16,73 9 0-16,-5-1 35 15,-8-2-13-15,-8-2-25 16,-11-5 4-16,-9 0-1 16,-5-3-8-16,-7-3-4 15,-3-1-12-15,-3-3 11 16,-2 0-1-16,-3 0-11 15,2 0 15-15,2-5-10 0,3 0-1 16,5-1-3-16,8 1-6 16,5-1 11-16,7 2-2 15,1-1-8-15,-4 3 3 16,-6-4 2-16,-3 4-5 16,-2 0-1-16,4-1-3 15,-6 3 3-15,-4 0 0 16,-9 0-2-16,-7 0 2 15,0 0 0-15,-1 0 0 16,-2 0 4-16,0 0-2 16,-2 0-1-16,-1 0 4 15,2 7-5-15,4 1 3 16,5 1-3-16,8 2-6 0,3 0 5 16,3-3-1-16,-2 0 2 15,5-2 0-15,4 0 0 16,3 0 0-16,-1-1 3 15,1 3-3-15,-2-1 0 16,3-3 0-16,6 1 3 16,2-2 0-16,7-2-2 15,1 1-1-15,-1-1 1 16,2-1 2-16,-5 0-3 16,-1 0-2-16,-4 0 2 15,0 0 0-15,-3 0-3 16,-4 0 2-16,-1 0 1 0,-2 0 0 15,0 0-1-15,4 0 4 16,1 0-2-16,2 0 3 16,3-1-3-16,4 1 2 15,9-2-3-15,4 1 1 16,6 1-2-16,4-3 5 16,2-1-4-16,1 3 0 15,3-1 1-15,3 1-1 16,2 0 1-16,2 1 1 15,2-2-4-15,4 2 4 16,-3-2-1-16,-3 1-1 16,-1-1-2-16,-3 0 2 15,0 0 0-15,5 0 1 16,4 0-3-16,3 2 1 16,7 0 1-16,0 0 0 0,5 0 1 15,2 0-2-15,0 0 1 16,0 0 0-16,-2 0-2 15,2 0-6-15,0 0 6 16,0 7 0-16,0 17 0 16,0 15 2-16,0 13 0 15,11 9 0-15,2 8 0 16,1 6 1-16,0 7-1 16,-2 3 0-16,-3 8 1 15,0 1-1-15,-1-4 0 16,-5-6 0-16,3-8 0 15,-3-3 0-15,0-2 0 0,3-6 0 16,-2-3-5-16,2-4 5 16,-2-10 0-16,0-7 2 15,-4-9-4-15,0-5 4 16,0-4-2-16,0-5 0 16,0-6-1-16,-2-4 1 15,0-3 0-15,2 0 0 16,-3 3 0-16,2-1 0 15,-2 1 0-15,0 0 0 16,2-3-1-16,-1 0 1 16,1-4 0-16,-1 1 0 15,2-2 0-15,0 0 3 16,0 0-3-16,0 0 0 0,0 0 2 16,0 0-2-16,0 0 0 15,0 0 1-15,0 0-2 16,0 0 0-16,0 0 1 15,0 0 0-15,0 0-7 16,0 0 4-16,0 0-2 16,0 0 3-16,3 0-1 15,10 0 3-15,7 0 0 16,9 0 16-16,1-3-15 16,2 0 2-16,0 3 2 15,1 0-5-15,2 0 6 16,0 0-2-16,2 0 0 0,0 0 3 15,2 0-2-15,-1 0 3 16,3 3 1-16,0 1-7 16,1-1 8-16,0 0-7 15,-1 1 0-15,3-2 3 16,-1-1-5-16,-3-1 4 16,0 3-1-16,-3-3-1 15,0 0-3-15,2 0 5 16,0 0-5-16,0 0 0 15,1 0 0-15,0 0 0 16,2 0 0-16,1 0 0 16,6-6 0-16,-4-1 0 15,2 1 0-15,-6 0 0 16,-2 2 0-16,-4 1 0 16,-5 0 0-16,-3 0 0 0,0 0 0 15,2-3 0-15,0 0 0 16,3 0 0-16,5-3 0 15,3-2 0-15,3 2 0 16,4 0 0-16,4 0 0 16,-2 2 0-16,2 1 0 15,-3 1 0-15,-6 2 0 16,-3 1 0-16,-1 2 0 16,0 0 0-16,-1 0 0 15,2 0 0-15,1 0 0 16,5-4 0-16,1 0 0 15,-2-1 0-15,-2 1 0 0,-5 0 0 16,-1 3 0-16,3-1 0 16,5 2 0-16,2 0 0 15,6 0 0-15,2 0 0 16,1 0 0-16,0-3 0 16,-3 3 0-16,3-1 0 15,-3-1 0-15,-2 1 0 16,2-1 0-16,-1 1 0 15,0-2 0-15,2 2 0 16,4-2 0-16,0 0 0 16,0-1 0-16,-2 3 0 15,0-1 0-15,-5 1 0 16,-2 1 0-16,1 0 0 0,-4 0 0 16,-3 0 0-16,2 0 0 15,-6-3 0-15,2 0 0 16,-1 0 0-16,1-1 0 15,2 1 0-15,-6 1 0 16,3 0 0-16,-4 2 0 16,0 0 0-16,2 0 0 15,0 0 0-15,1 0 0 16,3 0 0-16,3 0 0 16,3 0 0-16,0 0 0 15,2 0 0-15,-3 0 0 16,1 0 0-16,0 0 0 0,1 0 0 15,-1 0 0-15,0 0 0 16,-4 0 0-16,-4 0 0 16,-4-1 0-16,-3 1 0 15,-3 0 0-15,-5 0 0 16,0 0 0-16,-6 0 0 16,2 0 0-16,-2 0 0 15,-1 0 0-15,3 0 0 16,2 1 0-16,1 3 0 15,2-1 0-15,4-2 0 16,1 1 0-16,5-2 0 16,5 0 0-16,4 0 0 15,2 0 0-15,-1 0 0 16,-3 0 0-16,-6 0 0 16,-11-2 0-16,-11 1 0 0,-5 1 0 15,-7 0 0-15,-2 0 0 16,0 0 0-16,0 0 0 15,0 0 0-15,0 0-61 16,-21 0-16-16,-17 0-27 16,-22 3-166-16,-20-3-430 15</inkml:trace>
  <inkml:trace contextRef="#ctx0" brushRef="#br2" timeOffset="69954.06">2892 2641 939 0,'0'0'228'0,"0"0"-167"0,0 0-45 16,0 0-12-16,0 0 8 16,0 0 7-16,0 0-12 15,0-20-7-15,0 20-2 16,10 0-13-16,3 6-86 16,-6 8-177-16,-7-1-259 15</inkml:trace>
  <inkml:trace contextRef="#ctx0" brushRef="#br2" timeOffset="71067.37">893 4093 624 0,'0'0'99'0,"0"0"-82"16,0 0 71-16,0 0 37 15,0 0-36-15,0 0-1 16,0-11-22-16,0 11-14 16,0 0-11-16,0 0-7 15,-4 4-19-15,-11 21 1 16,-5 21-16-16,-6 13 7 16,-3 17 4-16,4 7-7 15,5 7 5-15,3 8 4 16,7 5 10-16,8 3 0 0,2-1-22 15,0-1 4 1,15-8-5-16,9-9 1 0,2-9-1 16,3-14 0-16,3-9-5 15,0-7-17-15,2-8-110 16,5-13-96-16,-1-14-289 16</inkml:trace>
  <inkml:trace contextRef="#ctx0" brushRef="#br2" timeOffset="71601.42">1888 4146 1018 0,'0'0'130'0,"0"0"-104"0,0 0-22 15,0 0 23-15,0 0-26 16,0 0 4-16,9 63-5 16,17-5 5-16,7 13 14 15,3 11 4-15,-1 5-22 16,-4 5 7-16,-8 5 2 15,-6 0 5-15,-7 0 16 16,-5-10-6-16,-5-8-21 16,0-13 2-16,-12-9-5 15,-11-11 8-15,-9-3 6 16,-6-9-3-16,1-6-11 16,5-10-1-16,9-10-37 15,4-8-117-15,6-5-259 0</inkml:trace>
  <inkml:trace contextRef="#ctx0" brushRef="#br2" timeOffset="72233.12">2065 3915 811 0,'0'0'106'16,"0"0"-72"-16,0 0 61 15,0 0 17-15,0 0-55 16,0 0-40-16,43-81-14 16,-17 81-1-16,3 0-2 0,-3 0-1 15,-2 16-4-15,-9 6-5 16,-6 5 10-16,-8 7 0 15,-1 3 9-15,-3 1 2 16,-14-2 0-16,-2-7-2 16,3-7 11-16,3-6-8 15,6-6-6-15,4-4-5 16,3-5 0-16,0-1-1 16,3 0-7-16,19 0-1 15,10 0 8-15,6 0 6 16,0 0-2-16,-7 0-3 15,-11 0-1-15,-7 0 0 16,-8 0-9-16,-5 0 9 16,0 3 7-16,0 3 39 0,-17 1 60 15,-6 6-30-15,-6 2-25 16,-1 1-27-16,2 2-21 16,3-1-3-16,10-2-5 15,6 0-40-15,9-3-108 16,9-4-105-16,21-7-292 15</inkml:trace>
  <inkml:trace contextRef="#ctx0" brushRef="#br2" timeOffset="73066.5">3263 4113 436 0,'0'0'543'0,"0"0"-489"0,0 0-4 15,0 0 27-15,0 0-16 16,32-81-28-16,-11 73-22 16,1 6-1-16,-3 2-3 15,-2 0-7-15,-6 11-7 16,-1 9 7-16,-8 2 2 16,-2 6 5-16,0 2-6 15,-6-2 7-15,-7-1 0 16,2-6-5-16,-1-4 7 15,5-8-7-15,2-4-2 0,5-2-2 16,0-3 2-16,0 0-1 16,7 0 0-16,20 0 0 15,12 0-2-15,4 0 2 16,-5-3-4-16,-8 3 3 16,-11 0-7-16,-9 4 4 15,-7 5-5-15,-3 0 9 16,0 2 2-16,-9 0 22 15,-14 8 31-15,-12-1 35 16,-5 1-25-16,-2 1-28 16,4-4-10-16,4-2-25 15,12-4 1-15,4-1-3 16,8-1-39-16,5-5-148 16,3-3-209-16</inkml:trace>
  <inkml:trace contextRef="#ctx0" brushRef="#br2" timeOffset="74320.37">7459 4303 1008 0,'0'0'204'16,"0"0"-162"-16,0 0 36 15,0 0 75-15,0 0-85 16,0 0-48-16,0 0-13 16,109-70-5-16,-65 70 2 15,-6 14 0-15,-8 12-4 16,-11 5 0-16,-13 5 1 0,-6 5 2 15,-15 7 6-15,-23 3-8 16,-19 6 3-16,-8-3 1 16,-4-7 0-16,8-11-3 15,10-14 1-15,18-12 0 16,13-10 8-16,10 0 40 16,10-3-14-16,0-14-26 15,10-6-7-15,21 1 2 16,13 0-4-16,8 6-1 15,3 4 0-15,5 5-1 16,2 5 0-16,3 2 0 16,-5 0-1-16,-6 0 0 0,-14 6-12 15,-12 5-7-15,-9-1-73 16,-9-1-82-16,-9-4-58 16,-1-5-229-16</inkml:trace>
  <inkml:trace contextRef="#ctx0" brushRef="#br2" timeOffset="74666.99">7994 3643 1035 0,'0'0'177'0,"0"0"-115"16,0 0-20-16,0 0-3 15,0 0-32-15,0 0-7 16,12 100 11-16,-3-40-3 15,-3 2-2-15,-1-1-6 16,-3-3 2-16,-2-7-4 16,0-7 2-16,0-7-1 15,0-12-237-15,0-11-327 0</inkml:trace>
  <inkml:trace contextRef="#ctx0" brushRef="#br2" timeOffset="75166.89">8230 3785 756 0,'0'0'396'0,"0"0"-375"16,0 0-16-16,25-93 23 16,-20 73 55-16,-3 7-39 0,-2 1 3 15,0 5 20 1,-9 1-29-16,-7 6-16 0,-3 0-16 15,-1 0 2-15,2 6-3 16,0 5-5-16,6 6 0 16,5 3-1-16,7 4 0 15,0-2-2-15,3 0 3 16,19-2-4-16,7-2 2 16,6-4-1-16,5-3 3 15,0-2 9-15,-2-1-6 16,-6 1-2-16,-6 2-1 15,-12-1 1-15,-5 1-1 16,-7 0-13-16,-2-2 13 16,-2 6 6-16,-21-1 7 0,-11 3 17 15,-6-1 4 1,-2-3 3-16,2-7-10 0,6-5-11 16,8-1-1-16,8-1 3 15,6-16 3-15,8-5-21 16,4-8-1-16,16-5-10 15,18 2-12-15,11 6-59 16,4 7-28-16,1 10-73 16,-6 8-180-16,-11 2-262 15</inkml:trace>
  <inkml:trace contextRef="#ctx0" brushRef="#br2" timeOffset="75558.66">8622 4335 1301 0,'0'0'208'0,"0"0"-196"15,0 0-12-15,0 0 25 16,118 0 12-16,-54 0-16 16,1 0-20-16,-4 0-2 15,-5 0-15-15,-11 0-179 16,-18 3-186-16,-22 1-631 16</inkml:trace>
  <inkml:trace contextRef="#ctx0" brushRef="#br2" timeOffset="75718.57">8729 4507 1254 0,'0'0'375'15,"0"0"-375"-15,0 0-31 16,0 0 31-16,150 0 0 16,-70 0 0-16,2 0-55 15,-12 0-172-15,-25 2-288 16</inkml:trace>
  <inkml:trace contextRef="#ctx0" brushRef="#br2" timeOffset="75867.69">8765 4701 1268 0,'0'0'293'0,"0"0"-293"16,0 0-44-16,0 0 44 15,100 0 15-15,-17 0-15 16,15 0-28-16,6-9-151 15,-11-6-266-15</inkml:trace>
  <inkml:trace contextRef="#ctx0" brushRef="#br2" timeOffset="76366.67">9623 4432 1387 0,'0'0'62'0,"0"0"-50"16,0 0 50-16,70-98 33 16,-46 73-58-16,-2 0-9 15,-9 0-10-15,-3 2 14 16,-9 2 6-16,-1 0-23 16,0 2 16-16,0 6-15 15,0 6-7-15,0 5 4 16,0 2-13-16,0 0-3 15,0 20 2-15,0 16-3 16,0 12 4-16,0 8 0 16,0 0 3-16,5 0-5 15,4-6 2-15,-4-1 0 0,0-8 0 16,-5-12-3-16,0-5 1 16,-2-4-4-16,-18-6-8 15,-3-6 4-15,-4-2-9 16,0-4 6-16,0-2 6 15,5 0 7-15,6 0 0 16,7-6 2-16,6 3-2 16,3 0 0-16,3-3 0 15,26-1 0-15,8 0 1 16,8-1-1-16,3 2 0 16,3 1-1-16,0 3-21 15,1 1-67-15,0-1-87 16,-3-4-145-16,-3-6-380 0</inkml:trace>
  <inkml:trace contextRef="#ctx0" brushRef="#br2" timeOffset="76625">10409 3959 764 0,'0'0'656'0,"0"0"-592"0,0 0-64 16,0 0 13 0,0 0 18-16,-59 93 18 0,57-23-8 15,2 7-15 1,2-2 14-16,15-2-20 0,4-9-18 16,5-7 1-16,0-9-3 15,1-4-1-15,1-6 0 16,-4-10-64-16,-3-5-121 15,-2-10-120-15,-7-12-259 16</inkml:trace>
  <inkml:trace contextRef="#ctx0" brushRef="#br2" timeOffset="77718.61">10566 4298 910 0,'0'0'245'0,"0"0"-194"16,-5-92 37-16,12 82-9 15,13 10-5-15,6 1-66 16,3 28-3-16,-1 10 14 16,-1 3-6-16,-7 3-10 15,-5-3 6-15,-5-2-5 16,-7-5-2-16,-1-8 2 16,-2-10-2-16,0-6-1 15,0-8-1-15,0-3 6 16,0 0-2-16,0 0 12 15,0-20 0-15,0-13-16 16,0-7-1-16,5-7 0 0,7 3 0 16,5 8-2-1,-1 9 3-15,3 12 0 0,-2 9-1 16,-1 6-2-16,3 12 3 16,-1 20 0-16,-2 7 8 15,-2 4-7-15,0-1 7 16,-4-6 3-16,-1-5 6 15,-2-10-4-15,0-8-10 16,-6-9-3-16,1-2 5 16,1-2-5-16,-1-2 14 15,3-15 56-15,0-11-69 16,2-5 1-16,-2-4-2 16,1-2 2-16,1 8-1 15,0 5 1-15,1 12-4 16,-1 8 4-16,3 6 0 0,0 0-2 15,3 10 0-15,1 12 4 16,-1 0-4-16,1 2 4 16,-3-4-4-16,3-4 0 15,-3-4-2-15,2-5 2 16,1-3-2-16,3-4-5 16,1 0-67-16,1-13 13 15,-3-4 39-15,-3-3 22 16,-4 3 0-16,-4 6 4 15,-3 5 1-15,-1 6 23 16,1 0-19-16,-1 10-8 16,6 13-1-16,2 4 10 0,1-1-5 15,6-4-3-15,1-6-1 16,4-8 3-16,0-7 2 16,-4-1-4-16,-2 0 10 15,-3-15 21-15,-6-1 1 16,-2-6-9-16,-4 2 1 15,0-1-5-15,-4-1-5 16,-11 3-16-16,-2 0 6 16,1 1-4-16,6 3-1 15,4 6-2-15,5 6 0 16,1 1-5-16,0 2-21 16,11 0-33-16,13 0 6 15,4 0 31-15,4 0-5 0,2 7-26 16,-4 5 32-1,-2 5 22-15,-4 4 0 0,-4 7 0 16,-7 0 0-16,-3 2 8 16,-1-5 0-16,-3-1 6 15,2-11-4-15,1-6 8 16,3-6 1-16,1-1 0 16,2-1 11-16,0-17 15 15,-5-9-13-15,-3-6 4 16,-7-9-20-16,0-6 13 15,-15-9-2-15,-12-3-19 16,-7 0 10-16,-1 7-12 16,3 10-3-16,6 16-3 15,9 12 0-15,8 9-1 0,8 6 1 16,1 3-20-16,0 20-24 16,0 8-12-16,10 3-74 15,7-1-147-15,-1-6-258 16</inkml:trace>
  <inkml:trace contextRef="#ctx0" brushRef="#br2" timeOffset="78032.19">11912 4013 1229 0,'0'0'228'0,"0"0"-191"16,0 0 13-16,0 0 6 0,0 0-35 15,0 0-17-15,38-13 12 16,-6 18-10-16,-2 1-1 16,-5 0-2-16,-5-1-1 15,-5-1 0-15,-2 3 2 16,-1 6 1-16,-3 9 5 16,-2 10 2-16,-3 12-1 15,-4 6 6-15,0 4 5 16,0-1-12-16,0 0-8 15,0-8-2-15,-6-6 0 16,-1-6-5-16,4-8-91 16,-1-8-151-16,1-11-268 0</inkml:trace>
  <inkml:trace contextRef="#ctx0" brushRef="#br2" timeOffset="78282.75">12311 3688 1511 0,'0'0'61'0,"0"0"-49"16,0 0-12-16,85 140 13 16,-56-50 47-16,-6 7-12 0,-9 1-12 15,-8 0-7-15,-6-5-25 16,0-9 1-16,-17-10-4 15,-12-14 0-15,-10-10-2 16,-10-11-6-16,-6-9-80 16,-8-12-244-16,-9-14-449 15</inkml:trace>
  <inkml:trace contextRef="#ctx0" brushRef="#br2" timeOffset="79212.92">7133 4502 1225 0,'0'0'305'0,"0"0"-275"0,0 0-30 16,0 0 0-16,0 0-1 16,0 0-60-16,0-7-162 15,0 3-240-15</inkml:trace>
  <inkml:trace contextRef="#ctx0" brushRef="#br2" timeOffset="79922.78">6727 4260 907 0,'0'0'103'0,"0"0"-97"15,0 0 5-15,0 0 66 16,0 0-3-16,0 0-22 16,0 0 19-16,0 0 17 15,-6 0-12-15,-8 0-40 16,-1 0-23-16,4 0 35 15,2-3 10-15,1-6-26 16,4-6-14-16,4-3-8 16,0-1-10-16,2 4-4 15,15 6 2-15,2 7 2 16,2 2-1-16,-1 17-7 16,-5 16 5-16,-7 7 3 15,-6 9 3-15,-2 0-2 0,-10 1-1 16,-20 0 3-16,-12-1-2 15,-14-2 2-15,-8-3 1 16,-1-10-1-16,6-11-2 16,15-13 1-16,14-9 0 15,14-1 5-15,9-14-2 16,7-16-5-16,12-7 0 16,23 1-9-16,9 9 0 15,4 11 13-15,4 13-4 16,1 3 2-16,2 9-1 15,0 16-1-15,-7 5 0 16,-9 3-6-16,-9 1 6 16,-6-5 0-16,-7-4-22 15,-6-6-126-15,-8-10-120 0,-3-9-237 16</inkml:trace>
  <inkml:trace contextRef="#ctx0" brushRef="#br2" timeOffset="80248.75">6682 3791 1385 0,'0'0'55'0,"0"0"-55"16,0 0-16-1,0 0 16-15,89-50 0 0,-58 50-2 16,-7 17-2-16,-7 15-6 15,-11 9 0-15,-6 2 10 16,0 2 3-16,-18-7 2 16,-1-11 8-16,5-11 5 15,7-8 27-15,5-8 3 16,2 0 1-16,0 0-16 16,10 0-30-16,18 0 1 15,16-5 7-15,10 1-10 16,2 1-2-16,3 3-95 15,-2 0-79-15,-2 6-187 16</inkml:trace>
  <inkml:trace contextRef="#ctx0" brushRef="#br2" timeOffset="80928.83">9489 4512 753 0,'0'0'650'0,"0"0"-614"0,0 0-34 16,0 0-2-16,0 0 0 16,0 0-29-16,14-3 15 15,-6 13-69-15,-6-2-131 16,-2-5-387-16</inkml:trace>
  <inkml:trace contextRef="#ctx0" brushRef="#br2" timeOffset="81597.24">9374 4284 952 0,'0'0'136'0,"0"0"-135"16,0 0 0-16,0 0 24 0,0 0 49 15,0 0-12 1,2 4 16-16,-2-4 0 0,0 0-34 15,0 0-12-15,0 0 3 16,-10-2-15-16,-2-13-13 16,2 0-3-16,3-1-2 15,2 7-2-15,5 2 0 16,0 5-4-16,0 2-8 16,0 0-3-16,9 18 13 15,2 13 0-15,-3 11 2 16,-1 9 1-16,-5 5 2 15,-2-1 0-15,0 0 0 16,-9-5-3-16,-9-5 2 16,-5-8-2-16,-1-10 6 15,2-10-3-15,6-11-3 0,-1-5 11 16,4-1 6-16,0 0-7 16,-3-10-4-16,4-13-4 15,6-5 3-15,6-5-5 16,0 7-7-16,13 5 0 15,18 7 6-15,5 10 1 16,3 4 0-16,3 4-5 16,-3 19 5-16,3 5-3 15,-2 2 3-15,-3-3 0 16,-7-3 0-16,-5-4-6 16,-5-6-89-16,-4-8-102 15,-10-6-164-15,-6-3-161 0</inkml:trace>
  <inkml:trace contextRef="#ctx0" brushRef="#br2" timeOffset="81914">9357 3942 1228 0,'0'0'60'16,"0"0"-57"-16,0 0 0 15,87-94 4-15,-45 82 4 0,-7 12-5 16,-8 0-3 0,-12 19-3-16,-10 11-6 0,-5 6 6 15,-14 2 8-15,-15-3 28 16,0-7 1-16,6-11-4 16,11-10 20-16,6-4-6 15,6-3-20-15,0 0-3 16,19 0-15-16,14-7-1 15,12-3-8-15,9 0-4 16,5 5-79-16,4-1-66 16,7 0-90-16,6 3-274 15</inkml:trace>
  <inkml:trace contextRef="#ctx0" brushRef="#br1" timeOffset="85685.03">13609 4271 430 0,'0'0'220'15,"0"0"-110"-15,0 0 48 16,0 0 62-16,0 0-61 0,0 0-30 16,-2-81-40-1,2 69-24-15,16 4-39 0,13 6-20 16,8 2-5-16,4 10 2 16,1 21-2-16,-5 13 0 15,-6 7 2-15,-12 3-1 16,-5 0-2-16,-11 0 1 15,-3 1 2-15,-18 2-3 16,-24 0 9-16,-13-4-8 16,-5-8 2-16,2-12 1 15,12-15-3-15,13-9 8 16,14-9 2-16,13 0 25 16,6 0 18-16,0-10-12 15,11-10-40-15,16-1 4 16,13 3-6-16,7 3 3 0,6 4-3 15,8 2 3-15,1 5-3 16,-1 4 0-16,-8 0-1 16,-9 0-7-16,-11 0-31 15,-7 3-61-15,-8-3-102 16,-8 0-158-16,-10-7-280 16</inkml:trace>
  <inkml:trace contextRef="#ctx0" brushRef="#br1" timeOffset="86330.13">13883 3974 1227 0,'0'0'96'15,"0"0"-82"-15,0 0 29 16,0 0 14-16,0 0-41 15,90-75-13-15,-47 75 3 16,-2 13-2-16,-9 6-4 16,-12 4 0-16,-12 4 0 15,-8 1 0-15,0 2 1 16,-17 4 13-16,-11-4 1 16,-4-3-4-16,4-8-10 15,8-6 5-15,8-6-1 0,8-6-1 16,4-1 1-1,0 0 4-15,6-8 7 0,15-10-15 16,10-2 1-16,0 0-3 16,3 6 1-16,1-1-4 15,-1 6 1-15,2-1 1 16,-2 4-8-16,-8 2 0 16,-3 2-15-16,-6 0 19 15,-4 1 6-15,-4 1-1 16,-2-2 1-16,1 2 4 15,0 0-4-15,5 0 0 16,1 0 0-16,3 0 0 16,1 0 1-16,4 3 2 15,3-3-3-15,0 0 1 0,-3 0 0 16,-7-3 7-16,-5-6-2 16,-5-3 35-16,-3-1 23 15,-2-7-11-15,0-2-28 16,0-2-4-16,-16-2-3 15,-4 2-12-15,-2 4-6 16,2 7 0-16,2 5-4 16,1 8-6-16,4 0 5 15,2 12-60-15,2 13-33 16,6 2-39-16,3 1-63 16,0-2-177-16,5-4-257 15</inkml:trace>
  <inkml:trace contextRef="#ctx0" brushRef="#br1" timeOffset="86579.47">14797 4238 1306 0,'0'0'218'16,"0"0"-218"-16,0 0 0 16,0 0 0-16,0 0 19 0,144 12-6 15,-72-11-6 1,-7 1-7-16,-10 1-1 0,-13-2-111 16,-13-1-174-16,-18 0-352 15</inkml:trace>
  <inkml:trace contextRef="#ctx0" brushRef="#br1" timeOffset="86727.91">14938 4444 1257 0,'0'0'182'0,"0"0"-174"16,113-6-8-16,-45-7 6 15,1 2-6-15,-4 5-2 16,-9-2-220-16,-22 2-259 0</inkml:trace>
  <inkml:trace contextRef="#ctx0" brushRef="#br1" timeOffset="86872.82">15051 4632 1024 0,'0'0'29'15,"0"0"-23"-15,85 9-6 16,-24-9 0-16,7-7-110 15,3-9-150-15,-8 0-286 16</inkml:trace>
  <inkml:trace contextRef="#ctx0" brushRef="#br1" timeOffset="87396.01">15702 4041 1266 0,'0'0'119'16,"0"0"-110"-16,0 0 36 16,0 0-18-16,0 0-27 15,0 0-1-15,-3 45 1 16,3-10 3-16,-7 1 5 16,-7-2-8-16,-1-3 4 15,0-7-1-15,5-6-2 16,4-8 1-16,2-6-2 0,4-2 0 15,0-2-1-15,0 0-1 16,0 0-14-16,16 0-4 16,7 0 20-16,5 0 3 15,7 0-3-15,3 0 1 16,4 0-1-16,0 0 1 16,-3 0 1-16,-7-5-1 15,-9-2 3-15,-10-1-3 16,-6-1 3-16,-4-4-2 15,-3-5 7-15,0-5-6 16,0-2 8-16,0-1 2 16,-10 5-10-16,3 5 9 0,1 7 0 15,2 7 38 1,4 2-21-16,0 0-29 0,0 27-4 16,0 16 1-16,0 11 6 15,0 2-1-15,0 1-1 16,3-2 0-16,-2-5-1 15,4-7-7-15,0-2-119 16,0-13-120-16,-1-13-347 16</inkml:trace>
  <inkml:trace contextRef="#ctx0" brushRef="#br1" timeOffset="87652.6">16257 3923 1289 0,'0'0'127'15,"0"0"-116"-15,0 0 53 16,0 0 6-16,0 0-66 16,-29 79 0-16,29-6 13 15,3 5-3-15,13-2 3 16,3-4-1-16,-2-7-13 15,5-6-1-15,0-6-2 16,-2-6-5-16,0-7-110 16,-7-7-104-16,-3-14-226 15</inkml:trace>
  <inkml:trace contextRef="#ctx0" brushRef="#br1" timeOffset="88736.91">16418 4160 915 0,'0'0'247'0,"0"0"-205"16,0 0-21-16,0 0 6 15,0 0 6-15,0 0-12 16,107 34-5-16,-86 7-7 16,-3 2 2-16,-4 1 2 15,-6-3-6-15,-3-4 0 16,-5-5-4-16,0-10 2 0,0-8-1 15,0-7-4 1,0-4 4-16,0-3 0 0,0 0 5 16,3-20 11-16,1-15-20 15,2-12 0-15,3-4 0 16,3 1-2-16,-1 6 2 16,1 13-1-16,1 10 0 15,0 11-2-15,-2 10 3 16,2 0-2-16,-1 22 2 15,1 10 0-15,-1 5 11 16,-2 3 1-16,0-5 4 16,-3-3-7-16,-1-8-7 0,0-7 1 15,-3-8 0-15,-2-6-1 16,1-3 3-16,2 0 5 16,0 0 15-16,8-17 35 15,3-11-52-15,3-12-4 16,1-2-3-16,-6 5 2 15,-1 7-3-15,-5 13 4 16,-4 8 7-16,-1 8 14 16,1 1-19-16,2 10-6 15,3 19 0-15,4 7 7 16,2 1-1-16,1-1-2 16,-1-8-3-16,4-6-2 15,-4-7 1-15,3-6-3 16,3-5-1-16,1-4-25 0,-2-2-16 15,1-16-6-15,-3-6 18 16,-2-3 24-16,-3-2 9 16,-4 2 1-16,-1 4 2 15,-4 10-2-15,-1 7 6 16,-1 6-7-16,-1 0 0 16,6 9-8-16,0 12 2 15,1 3 6-15,3 0 3 16,2-6-2-16,1-4 4 15,4-7-1-15,-2-5 4 16,0-2 4-16,0 0-2 16,-3-6 18-16,-4-8 12 0,-1-1-9 15,-4 2-12-15,0-4-8 16,-1-1-2-16,-2-3 9 16,0 1-9-16,0 4-6 15,0 7 1-15,0 3 2 16,0 6-6-16,0 0-2 15,0 0-11-15,0 3 3 16,8 7 0-16,1 4 7 16,-1 1-3-16,2 4-5 15,1 3 6-15,-1 0-3 16,-1 0 8-16,5-2-1 16,1-5 3-16,2-4-2 15,1-5 1-15,-1-6 2 16,0 0 0-16,-3-3 8 0,0-14 4 15,-6-6 30 1,-1 0 11-16,-7-10-3 0,0-5-26 16,-2-4-5-16,-20-3-9 15,-4 1-12-15,-6 3-1 16,0 3 0-16,5 8-2 16,11 11 0-16,6 9-31 15,6 10-24-15,4 0-82 16,0 4-158-16,0 11 66 15,0-1-267-15</inkml:trace>
  <inkml:trace contextRef="#ctx0" brushRef="#br1" timeOffset="89046.43">17541 4030 1061 0,'0'0'337'0,"0"0"-334"15,0 0 1-15,0 0 18 16,0 0 37-16,108 11-8 15,-61-8-34-15,-3-3-9 16,-6 0-4-16,-8 0-3 16,-7 0 5-16,-4 0-5 15,-6-7 4-15,-3 5 6 16,-4 0 25-16,-5 2 0 16,-1 0-17-16,0 2-19 15,0 23-11-15,0 15 11 0,0 13 8 16,0 5-5-1,0-2-1-15,0-5-4 0,-5-3 2 16,0-7-3-16,1-7-69 16,0-7-124-16,-3-13-121 15,-1-11-397-15</inkml:trace>
  <inkml:trace contextRef="#ctx0" brushRef="#br1" timeOffset="89296.68">18006 3773 1232 0,'0'0'192'0,"0"0"-189"0,0 0 7 16,0 0-10-16,100 70 10 15,-58-7 15-15,-7 12 18 16,-12 7-17-16,-14 6-2 15,-9-1-12-15,-7-1-3 16,-23-8-7-16,-12-5-2 16,-17-7-5-16,-11-5-85 15,-5-11-196-15,-7-14-488 16</inkml:trace>
  <inkml:trace contextRef="#ctx0" brushRef="#br1" timeOffset="90014.2">13228 4095 443 0,'0'0'132'0,"0"0"-11"15,-9-92 22-15,2 59-1 16,1 0-5-16,4 0-63 15,2 6-9-15,0 9 4 16,0 12 15-16,0 6-11 16,0 37-71-16,0 36 1 15,0 35 11-15,5 27 22 0,5 11-1 16,5 6-11-16,2-9-14 16,-1-6-5-16,1-13-2 15,-3-17-3-15,-3-20 0 16,-2-23-3-16,-5-24-10 15,-4-17-180-15,3-20-70 16,-3-10-344-16</inkml:trace>
  <inkml:trace contextRef="#ctx0" brushRef="#br1" timeOffset="90962.76">13517 3765 960 0,'0'0'140'0,"0"0"-109"16,0 0-16-16,0 0 10 15,0 0 52-15,97-79-11 16,-69 71-28-16,2 2 14 15,2 2 1-15,7 3 0 16,4-1 7-16,15 2-27 16,18 0-8-16,17 0 12 0,19 0-25 15,18 0-1 1,16 0-1-16,8 0-10 0,8-2 2 16,0-7 2-16,-3-5-1 15,-5 1 1-15,-13 3-1 16,-15 3 4-16,-10 5-7 15,-9-1-3-15,-5-1 1 16,0 3 2-16,0 0 1 16,1-1-1-16,3-1 2 15,4-3-2-15,2 0 3 16,4 3-2-16,1 2 2 16,-2 1-1-16,-3 0-2 15,-7 0-1-15,-4 0-6 0,0 0 7 16,0 0 0-1,-3 0 0-15,1 0 0 0,3-5 0 16,-2 0 2-16,-1 2-2 16,-9 3 5-16,-14 0-5 15,-13 0 1-15,-14 0 0 16,-13 3-2-16,-4 0 0 16,-4-3 1-16,-1 0-2 15,2 0 4-15,1 0-3 16,-4 0 1-16,1 0 0 15,-2 0-1-15,-3 0 1 16,0 0 0-16,-2 0 0 16,1 0 1-16,1 0-3 15,7 0 2-15,3 0 0 0,6-3-1 16,5-1 4-16,4 0-3 16,-2-2 0-16,-6 1 1 15,-14 3-1-15,-9 2 0 16,-9 0 0-16,-5 0 0 15,-2-2 0-15,0 2 3 16,0 0 1-16,0 0-2 16,0 0 11-16,0 0 4 15,0 0-13-15,0 0-4 16,0 0-1-16,0 13 0 16,1 20-2-16,6 19 3 15,0 23 2-15,-1 12-1 16,3 10 1-16,0 7 3 0,1 1 1 15,1-3 4-15,4-10-5 16,1-12 0-16,-2-12-5 16,-4-14 1-16,-3-9 0 15,-2-9-1-15,-5-9-3 16,0-6 2-16,0-5-3 16,-10 0-96-16,-22-10-131 15,-18-6-239-15</inkml:trace>
  <inkml:trace contextRef="#ctx0" brushRef="#br1" timeOffset="92445.67">13577 5238 769 0,'0'0'150'0,"0"0"-136"16,0 0 45-16,0 0 58 16,0 0-29-16,0 0-56 15,-32-5-27-15,20 4 29 16,1-3 48-16,1-1-17 15,0 0-18-15,1-1-3 16,4 2 28-16,4 1 3 16,1 2-32-16,0-1-8 15,0 0-3-15,0 0-19 16,18-6-10-16,19-3 8 16,18-1-3-16,15 0-3 15,12 2-4-15,10 2 10 16,8 5 0-16,9 3 1 0,3 0 1 15,7 0-9-15,-6 0-3 16,-4 2-1-16,-2 2 3 16,-8 2-3-16,-7 1 6 15,-7-3-4-15,-10 1 0 16,-8-1 2-16,-7-3-4 16,-5 1 5-16,0-2 0 15,4 0-4-15,7 0 3 16,5 0-2-16,4 0 2 15,3 0-2-15,-2 0-1 0,3-2-1 16,5-3-1 0,1-2 1-16,0 3 0 0,-3 0 3 15,-7 3-3-15,-6 1 1 16,-9 0-1-16,-7 0 0 16,-4 0 5-16,-4 0-4 15,-2 0 2-15,-2 0-2 16,1 1 8-16,-1 1 0 15,6-2-7-15,6 2 0 16,4-2 2-16,2 2-3 16,-4-2-1-16,-1 0-4 15,-4 0 3-15,-2 0 1 16,1 0 0-16,-3 1-1 16,3 0 0-16,-1-1 1 15,3 2 0-15,-2-2 0 16,2 1 0-16,-1-1 0 15,0 2 3-15,0-2-6 0,4 2 7 16,1-2-4-16,0 0 2 16,-3 0 1-16,-3 0-1 15,-1 0-2-15,1 0 1 16,0 0 4-16,0 0-1 16,-1 0-4-16,0 0 1 15,-5 0 0-15,-1 0-2 16,-7 0-1-16,-2-2 2 15,-3 0 0-15,-2 1-2 16,-1-1 2-16,2 1 0 16,1-2-2-16,4 1 2 15,4-1-1-15,4 2 2 0,-2-1-2 16,-7 2 1-16,-6 0 0 16,-7-1 0-16,-5 1 1 15,0 0 0-15,-2 0-1 16,-1 0 1-16,2 0-1 15,-2 0 2-15,-2 0-2 16,0 0 0-16,-3 0-1 16,2 0 0-16,-2 0 2 15,1 0 0-15,-1 0-1 16,3 0-1-16,-2 0 1 16,4 0 0-16,0 0 1 15,1 0-1-15,0 0 1 16,-1 0-1-16,-4-2 0 0,-1 1-1 15,-4-1 1-15,-1-1 4 16,-2 0-4-16,0-6 0 16,0-4-2-16,0-8 1 15,0-9 0-15,-18-11-13 16,-15-19-39-16,-23-16-47 16,-26-20-320-16</inkml:trace>
  <inkml:trace contextRef="#ctx0" brushRef="#br1" timeOffset="96145.17">742 8387 636 0,'0'0'155'0,"0"0"-142"16,0 0 12-16,0 0 76 16,0 0 2-16,0 0-40 0,0 0-31 15,0-4 6-15,0 4-13 16,0 0-8-16,0 0 3 15,3 10-4-15,12 10 11 16,5 2 29-16,0 1-28 16,-3-5-15-16,-3-6-5 15,-7-8-2-15,-4-2 30 16,0-2 22-16,-2 0 13 16,3 0 7-16,2-9-21 15,8-21-24-15,14-18-21 16,13-16-12-16,5-1-2 15,-1 7-20-15,-6 13-61 16,-9 15-93-16,-17 17-148 0,-11 13-642 16</inkml:trace>
  <inkml:trace contextRef="#ctx0" brushRef="#br1" timeOffset="101881.96">5579 2579 737 0,'0'0'322'16,"0"0"-194"-16,0 0-106 15,0 0-1-15,0 0 36 16,0 0-4-16,10-13-18 0,18 1 0 16,14-6-8-16,8-2-11 15,2 2-6-15,-3 5-10 16,-6 4-3-16,-8 2-33 15,-5 7-103-15,-8 0-71 16,-19 5-205-16</inkml:trace>
  <inkml:trace contextRef="#ctx0" brushRef="#br1" timeOffset="103193.77">914 7871 1107 0,'0'0'68'16,"0"0"-60"-16,0 0-8 16,0 0 14-16,-111 126 35 15,84-43 3-15,-1 26 10 16,8 17-5-16,4 20-11 15,7 10-14-15,9-3-25 16,4-11-3-16,27-15-4 16,11-19 1-16,10-10-3 15,9-18-40-15,4-15-77 16,5-19-8-16,2-24-92 16,0-22-143-16</inkml:trace>
  <inkml:trace contextRef="#ctx0" brushRef="#br1" timeOffset="103542.99">1720 8108 927 0,'0'0'134'0,"0"0"-120"0,0 0-14 16,0 0 0-1,0 0 10-15,89-4 17 0,-43 42 19 16,12 16 17-16,0 12-1 16,-3 11-27-16,-12 9-5 15,-16 3-1-15,-12 5 0 16,-13 3 0-16,-2-1-23 15,-21-2-5-15,-15-1 12 16,-16-6-13-16,-3-6-30 16,3-12-58-16,9-18-68 15,12-20-80-15,13-24-188 16</inkml:trace>
  <inkml:trace contextRef="#ctx0" brushRef="#br1" timeOffset="104130.02">2158 7658 840 0,'0'0'182'0,"0"0"-147"0,0 0-4 16,0 0 53 0,0 0-11-16,0 0-44 0,-47 42-8 15,34 6 1-15,4 11 4 16,6 5-7-16,3-2-10 15,0-7-9-15,13-16 0 16,4-11 0-16,0-15 0 16,-2-10 1-16,0-3 8 15,2-3 16-15,-2-14-14 16,-4-8 1-16,-7 1-3 16,-4 4 3-16,0 6 9 15,-7 4-21-15,-4 10-2 16,-1 0-34-16,2 15-70 15,1 22-69-15,6 11-108 16,3 5-58-16</inkml:trace>
  <inkml:trace contextRef="#ctx0" brushRef="#br1" timeOffset="104893.06">3268 8416 833 0,'0'0'21'0,"0"0"-14"16,0 0-7-16,-65 80 80 15,45-23-5-15,5 22-20 16,3 19 22-16,4 15-9 16,4 13-16-16,4-2-30 15,2-5-13-15,23-15-9 16,13-17-8-16,10-23-59 15,5-14-36-15,2-17-6 16,-3-15-76-16,-2-15-95 16,-8-3-251-16</inkml:trace>
  <inkml:trace contextRef="#ctx0" brushRef="#br1" timeOffset="105178.71">3709 8500 1245 0,'0'0'57'0,"0"0"-57"0,0 0-32 16,45 83 32-16,-9-12 44 15,1 14-3-15,-7 10-13 16,-7 3-9-16,-8-4-8 15,-10-3-11-15,-5-8 3 16,-1-7-8-16,-23-11 3 16,-10-8-49-16,-5-12-37 15,-5-12-137-15,1-17-149 16,6-16-267-16</inkml:trace>
  <inkml:trace contextRef="#ctx0" brushRef="#br1" timeOffset="105629.05">3992 8013 1066 0,'0'0'126'16,"0"0"-118"-16,0 0 27 16,0 0 43-16,0 0-23 0,0 0-43 15,-45 36-3-15,32 10 10 16,4 3 0-16,8 1-8 15,1-7-1-15,0-7-9 16,10-11 1-16,6-8-4 16,2-6 3-16,3-8-1 15,-3-3 5-15,-1 0 3 16,-6-5 1-16,-2-8-8 16,-8 0 6-16,-1-3-7 15,0 4-6-15,-18 3-8 16,-7 8-33-16,-10 1-66 15,-7 18-29-15,-6 15-80 16,-2 7-234-16</inkml:trace>
  <inkml:trace contextRef="#ctx0" brushRef="#br2" timeOffset="110593.04">7928 8291 18 0,'0'0'904'0,"0"0"-772"16,0 0-132-16,0 0-17 0,0 0 17 16,0 0 81-16,-25 85-9 15,6-38-32-15,1 0-34 16,-1-3 3-16,-3-8-6 15,3-5-1-15,0-9 1 16,8-11-3-16,2-5-1 16,8-6-6-16,1 0 0 15,0-12 0-15,0-9-56 16,0-4 13-16,0 2 50 16,4 8 2-16,6 7-2 15,6 4-2-15,4 4-7 16,5 0 6-16,8 4 2 15,4 9 1-15,1-1 1 0,3-3 2 16,-5-5 0 0,-4-1 1-16,-10-3-3 0,-7 0 1 15,-9 0 5-15,-3 0-4 16,-3-12 22-16,0-4-2 16,0-3-6-16,-1 5 5 15,-5 1 13-15,0 8 2 16,3 5-3-16,2 0 3 15,-1 5-37-15,0 26 3 16,0 18 13-16,2 18 14 16,0 6-18-16,0 5-5 15,0-4-4-15,0-8-3 16,7-9-5-16,0-7-68 16,1-11-33-16,-1-9-89 0,-4-18-211 15</inkml:trace>
  <inkml:trace contextRef="#ctx0" brushRef="#br2" timeOffset="111092.02">8239 7964 1119 0,'0'0'70'0,"0"0"-70"16,0 0 0-16,0 0 6 15,88-17 42-15,-59 17-27 16,-8 0-3-16,-6 8-7 16,-8 6-7-16,-7 6-4 15,0-1 0-15,-1 3 18 16,-20-1 6-16,-2-2-3 15,-1-5-14-15,6-9 3 16,8-3-8-16,9-2 9 16,1 0-11-16,0 0 0 0,14-7-43 15,11-4 13 1,5 4 30-16,5 7 0 0,0 0-6 16,-4 7 2-16,-6 15-3 15,-5 0-3-15,-8 3 6 16,-7 0-4-16,-5 2 8 15,-2-4 13-15,-20 0 10 16,-6-2 16-16,-3-3 5 16,-4-1-10-16,2-4-12 15,5 0-18-15,10-6 2 16,8-4-6-16,8-3-6 16,2 0-53-16,3 0-77 15,19-17-179-15,6-7-141 16</inkml:trace>
  <inkml:trace contextRef="#ctx0" brushRef="#br2" timeOffset="111413.76">8745 7920 34 0,'0'0'1030'15,"0"0"-925"-15,0 0-98 16,-94-2 46-16,75 28 37 15,5 9-19-15,5 5-34 16,9 1-9-16,0-1-4 16,6-7-7-16,14-6-14 15,2-7 0-15,-1-9 3 0,1-4 0 16,-3-7-3 0,-5 0 0-16,-2 0 1 0,-6 0 14 15,-5-7-13-15,-1-2 11 16,0 3 1-16,-5 4-17 15,-9 1-7-15,1 1-21 16,2 0-14-16,2 7-62 16,9 9-66-16,0 4-154 15,3 0-75-15</inkml:trace>
  <inkml:trace contextRef="#ctx0" brushRef="#br2" timeOffset="111613.97">8889 8492 1398 0,'0'0'53'0,"0"0"-45"0,90-14-8 16,-21 9 25-16,4 4-11 15,-1 1-14-15,-8 0-6 16,-14 0-76-16,-13 4-129 15,-17-1-233-15</inkml:trace>
  <inkml:trace contextRef="#ctx0" brushRef="#br2" timeOffset="111780.3">9013 8630 1400 0,'0'0'15'0,"0"0"-15"15,0 0 0-15,105-2 8 16,-53 0-8-16,-2 2-54 16,-5 0-167-16,-13 0-189 15</inkml:trace>
  <inkml:trace contextRef="#ctx0" brushRef="#br2" timeOffset="111943.34">9108 8781 282 0,'0'0'1025'0,"0"0"-1025"0,0 0-56 16,0 0 56-16,107-21 15 15,-50 16-15-15,8 0-99 16,4-6-148-16,-4-2-79 16</inkml:trace>
  <inkml:trace contextRef="#ctx0" brushRef="#br2" timeOffset="112409.67">9773 8455 1172 0,'0'0'132'0,"0"0"-116"16,0 0 20-16,-1-96 69 16,4 70-41-16,4 2-27 15,-2 4-1-15,-4 5 18 16,-1 5-10-16,0 4-17 15,0 3-21-15,0 3 9 16,0 0-1-16,0 0-14 16,0 5-2-16,0 17 1 15,0 14 1-15,0 13 10 16,0 3-10-16,0 4 8 16,0 1-6-16,4-3-2 15,4 1 0-15,-1-5 0 16,-4-9-2-16,-2-10-10 15,-1-11-14-15,0-8-16 16,-6-3 22-16,-15-3 15 0,-7-3-3 16,-3-3-10-16,-1 0 18 15,2-2 10-15,6-12-2 16,10 0 23-16,7-1-11 16,7 2-1-16,5 2-16 15,20 0-1-15,10 4 2 16,7 0-4-16,1 5-5 15,6 0 5-15,3 2-50 16,1 0-51-16,2 0-46 16,-3-5-112-16,-5-7-272 15</inkml:trace>
  <inkml:trace contextRef="#ctx0" brushRef="#br2" timeOffset="112693.2">10461 8104 1216 0,'0'0'136'16,"0"0"-111"-16,0 0 19 16,0 0 65-16,0 0-41 15,0 0-59-15,-66 37 5 16,58 17 25-16,5 6-8 15,3 7-17-15,0-4-4 0,0 1-6 16,0-6-3 0,13-3-1-16,2-4-10 0,5-7-76 15,2-8-54-15,1-12-63 16,-1-15-133-16,-2-9-237 16</inkml:trace>
  <inkml:trace contextRef="#ctx0" brushRef="#br2" timeOffset="113924.72">10565 8336 1025 0,'0'0'190'0,"0"0"-147"0,0 0-5 16,0 0-3 0,0 0-13-16,0 0 46 0,61 42-28 15,-36-8-23-15,-7-1 5 16,-2 1-9-16,-8-3-13 15,-6-2 3-15,-2-5 4 16,0-8 2-16,0-5-7 16,0-6-2-16,0-5 0 15,0 0 22-15,-2-6-7 16,2-17-15-16,0-9-15 16,0-6 15-16,0-3 0 15,8 0-9-15,9 5 4 16,5 9 3-16,1 11 2 15,0 7-3-15,1 7 2 16,-6 2 1-16,2 11 0 0,1 14 2 16,-7 8 15-16,3 3-4 15,-7-2-1-15,0 0 6 16,-3-7-12-16,-2-4 9 16,-2-7-15-16,0-9 2 15,-3-3 1-15,3-4-1 16,-2 0 14-16,2-8 4 15,2-11-16-15,0-10 5 16,4-4-6-16,-3-6-3 16,3 1 0-16,1 8 0 15,-2 9 0-15,-3 12-1 16,-1 8 1-16,0 1-3 0,3 0 3 16,1 5 0-16,6 10 14 15,-2-2-5-15,-1 0-8 16,3-1-2-16,-1-1 4 15,-1-4-8-15,3-1 2 16,-2-3-28-16,4-3-26 16,1 0 11-16,-4 0 13 15,-1-9 7-15,-4-6 20 16,-2-1 6-16,-1 0 4 16,-1 3-4-16,-3 6 9 15,-2 2 13-15,0 5-5 16,0 0 3-16,0 0-20 15,0 0 0-15,0 6 0 0,0 11 6 16,0 4 11-16,0 3-9 16,0 0-1-16,5-1 5 15,6-6-12-15,2 0 7 16,1-5-2-16,1-4-4 16,0-5 2-16,-1-3 5 15,0 0-2-15,-2-5 12 16,-3-9-14-16,-6-2 13 15,-3-3 8-15,0-5-9 16,-15-5 8-16,-8 0 0 16,-6-1-15-16,0 5 1 15,8 4-9-15,3 6-2 16,8 8 0-16,4 7-12 16,5 0-3-16,1 0-35 0,0 14-9 15,1 5 23-15,16-6-65 16,7-3-9-16,6-5 47 15,10-5-70-15,4 0 44 16,-1 0 30-16,-5-12 53 16,-12 1 7-16,-10 4 28 15,-11 3 50-15,-5 4-9 16,0 0-10-16,0 4-19 16,0 12 4-16,0 4 49 15,2 0-57-15,3 4-19 16,2-8 1-16,3 0-2 0,1-3-8 15,1-4-3 1,0-4-1-16,-1-1-2 0,-2-4 0 16,-1 0-1-16,0 0 10 15,0-11 16-15,-1-9 21 16,-3-7-2-16,-4-9-5 16,-2-9-5-16,-18-5-10 15,-7-4-13-15,-4 1-1 16,0 10 6-16,7 11-18 15,7 11 6-15,8 12-6 16,7 7-3-16,2 2-1 16,0 0-55-16,9 15-66 15,16 7 29-15,7 1-149 16,-1-5-196-16</inkml:trace>
  <inkml:trace contextRef="#ctx0" brushRef="#br2" timeOffset="114223.9">11870 8135 685 0,'0'0'678'16,"0"0"-614"-16,0 0-34 15,0 0 74-15,0 0-23 16,0 0-77-16,17-24 1 16,6 24 14-16,2 0-3 15,1 4-9-15,-5-1-4 16,-3 0-1-16,-4-2 7 15,-5 1 10-15,-5 4 9 0,-1 6-13 16,-3 9-11-16,0 10 18 16,0 6-5-16,0 10-7 15,0 1-5-15,-3-2-5 16,-1-1 0-16,3-4-12 16,1-5-51-16,0-4-66 15,0-7-126-15,1-11-252 16</inkml:trace>
  <inkml:trace contextRef="#ctx0" brushRef="#br2" timeOffset="114492.91">12114 7882 1508 0,'0'0'70'0,"0"0"-70"15,0 0-2-15,0 0 2 16,82 90 50-16,-35-27-9 16,-5 11-23-16,-11 4 8 15,-10 7-11-15,-17-1-10 16,-4-2-5-16,-14 1 6 16,-17-5-13-16,-4-7-9 15,0-8-79-15,0-15-90 16,0-15-214-16,-2-12-386 15</inkml:trace>
  <inkml:trace contextRef="#ctx0" brushRef="#br2" timeOffset="116121.27">7471 8828 994 0,'0'0'326'16,"0"0"-260"-16,0 0-66 15,0 0-15-15,0 0 5 16,0 0-19-16,0 2-70 15,0 6-148-15,-3-2-335 16</inkml:trace>
  <inkml:trace contextRef="#ctx0" brushRef="#br2" timeOffset="116843.02">6919 8338 842 0,'0'0'139'0,"0"0"-102"15,0 0-21-15,0 0 19 16,0 0-24-16,0 0 44 15,-20 70 17-15,2-23-27 16,-6 2-26-16,-2 2-18 16,-3 2 9-16,-4 2-2 15,1-8-6-15,3-9 3 16,10-14-4-16,7-13-1 0,9-10 0 16,3-1-2-16,0 0-6 15,7-4-11-15,13-4-12 16,5 0 20-16,5 7 11 15,2 1 1-15,4 0-1 16,1 0 1-16,3 0-1 16,0 0 2-16,-6-3 0 15,-9-6-4-15,-9-1 6 16,-9-4-4-16,-5-3 10 16,-2-3-7-16,0-6 6 15,-2-2 14-15,-8-1-16 16,-1 1 1-16,2 10-3 15,4 7 8-15,3 8 22 16,2 3-6-16,0 25-28 0,0 22 3 16,0 16 33-16,0 8-21 15,0 1-12-15,0-5-3 16,2-3-2-16,0-7-41 16,0-7-73-16,-1-11-46 15,-1-17-146-15,0-16-75 16</inkml:trace>
  <inkml:trace contextRef="#ctx0" brushRef="#br2" timeOffset="117407.11">7078 7979 1170 0,'0'0'99'16,"0"0"-99"-16,0 0-50 15,0 0 50-15,0 0 27 16,28 78-14-16,-24-48-1 16,-2-5-8-16,-2-5-2 15,0-7 14-15,0-5-6 16,0-5 16-16,0-3 45 15,0 0-3-15,-2 0-31 0,2 0-23 16,0 0-13 0,0 0 3-16,0 0-4 0,0 2-3 15,0-2-4-15,0 0-11 16,0 0 12-16,0 2 0 16,5 1 5-16,7-1 1 15,3-1 0-15,1-1 11 16,3 0-11-16,0 0 6 15,-5 0 1-15,-1-8-6 16,-2-5 4-16,-4-2 1 16,-3 0-1-16,-4-2 3 15,0 6 2-15,0 3-6 0,0 5 17 16,0 2 7 0,0 1-12-16,0 0-16 0,0 7-12 15,0 19 11-15,0 15 1 16,0 11 5-16,0 3 2 15,0 4-7-15,0-2-2 16,0-3-53-16,4 0-63 16,18-4-104-16,6-6-185 15</inkml:trace>
  <inkml:trace contextRef="#ctx0" brushRef="#br2" timeOffset="118034.86">10059 8611 1041 0,'0'0'258'0,"0"0"-228"16,0 0-15-16,0 0 15 15,0 0-22-15,0 0-8 16,-13-7-54-16,13 16-5 16,0 3-23-16,0-4-305 15,0-4-353-15</inkml:trace>
  <inkml:trace contextRef="#ctx0" brushRef="#br2" timeOffset="118606.61">10115 8118 1068 0,'0'0'92'15,"0"0"-92"-15,0 0 0 16,0 0 36-16,0 0 26 0,0 110-45 15,0-73-3 1,-4 0-10-16,-8-3 10 0,-4-2-7 16,-1-7-5-16,2-6 0 15,3-8 5-15,5-8-6 16,6-3 13-16,1 0-8 16,0 0 4-16,0 0-10 15,5 0-6-15,10 0-1 16,3 0 7-16,4 0 7 15,-1 3-7-15,3 2 0 16,1-4 0-16,-1-1 5 16,-3 0-5-16,-2 0 1 0,-6-6 2 15,-4-10 1 1,-2-2-4-16,-4-6-5 0,-2-4-4 16,-1 0 9-16,0 2 0 15,0 2 2-15,0 8 8 16,-1 5 5-16,-5 7 5 15,3 4 21-15,-2 6-29 16,-2 24-6-16,-1 16 10 16,-2 14 10-16,0 1-12 15,2 3-5-15,1 1-9 16,4-1-2-16,1-4-4 16,2-9-74-16,0-12-60 15,0-16-70-15,0-16-184 16,0-7-275-16</inkml:trace>
  <inkml:trace contextRef="#ctx0" brushRef="#br2" timeOffset="119056.89">10236 7563 875 0,'0'0'55'0,"0"0"-55"16,0 0 0 0,0 0 33-16,0 0-11 0,0 0-21 15,2 7 63-15,3 15 16 16,2 2-26-16,-2-1-31 15,1-4-6-15,1-5-6 16,2-7 5-16,-1-1-9 16,4-6-1-16,0 0 2 15,1 0-1-15,0-6 5 16,0-10-4-16,1-2-3 16,-8-3 5-16,0 2-9 15,-6 3 5-15,0 5 9 16,0 3-8-16,0 8 24 0,0 0-31 15,-4 25-11-15,-5 21 11 16,-5 21 12-16,0 11-12 16,4 6-17-16,3 1-122 15,4-7-163-15,-3-11-240 16</inkml:trace>
  <inkml:trace contextRef="#ctx0" brushRef="#br2" timeOffset="124322.11">16269 991 656 0,'0'0'113'0,"0"0"-94"16,0 0 28-16,0 0 64 15,0 0 5-15,0 0-65 16,0 0-38-16,0-18-8 15,1 18-5-15,-1 0 0 16,3 4 13-16,-3 4 10 16,0 2 7-16,0-3 6 15,0 3-6-15,-4-3 3 16,-12 0-10-16,-2 0 0 0,-2-3-7 16,-5-2-13-16,4-2 1 15,0 0 6-15,4-7-8 16,6-16 5-16,8-7-6 15,3-6-1-15,0-5 0 16,14 5-11-16,8 6 9 16,5 8-2-16,0 11-6 15,-4 9 7-15,-3 2-2 16,-4 15-2-16,-5 21-1 16,-6 11 5-16,-5 10 3 15,0 6 7-15,-12 1 2 16,-13-1-3-16,-6-5-3 15,-7-4 3-15,-1-5 7 16,-3-9-11-16,2-8 5 0,1-11-2 16,7-8-1-16,9-9 4 15,7-4-3-15,5-17 7 16,8-19-11-16,3-11 4 16,3-4-5-16,21 2 0 15,7 6-8-15,6 15-1 16,-1 11 7-16,0 14 0 15,1 3 1-15,1 9 1 16,-1 17 2-16,0 6-2 16,-4 2-1-16,-4 0 0 15,-6 2-3-15,-1-6-48 16,-2-1-82-16,2-8-169 16,0-11-96-16</inkml:trace>
  <inkml:trace contextRef="#ctx0" brushRef="#br2" timeOffset="124972.04">16859 876 1054 0,'0'0'212'0,"0"0"-201"15,0 0-1 1,0 0 49-16,0 0 13 0,0 0-49 16,-57-3-20-16,29 13 9 15,-4-1 0-15,-5-2-6 16,0-4 1-16,4-2 4 16,2-1 12-16,8 0 9 15,3 0-14-15,7-1-9 16,4-3 1-16,6 2-6 15,3 2 6-15,0 0-10 16,0 0-10-16,0 0 1 16,0 0-3-16,-1 12 12 15,-5 8-3-15,-2 8 6 16,-2 4-1-16,0 1-1 16,0-3 0-16,3-7-1 0,4-7 2 15,-1-9-2 1,4-3 0-16,0-4 2 0,0 0-2 15,0 0 0-15,6-9-5 16,17-13 4-16,10-6-4 16,8 2 5-16,1 2-4 15,-1 11 4-15,-1 9-4 16,-7 4-6-16,-6 19-4 16,-3 17 1-16,-9 8 6 15,-5 4 7-15,-8-2 4 16,-2-2 4-16,-2-8 9 15,-16-7-6-15,-8-5 6 0,-2-5 2 16,-5-4-10 0,-3-1 5-16,7-8-12 0,3-3 2 15,10-3-8-15,9-2-5 16,7-18-83-16,0-8-98 16,20-9-56-16,19-8-118 15,9-4-9-15</inkml:trace>
  <inkml:trace contextRef="#ctx0" brushRef="#br2" timeOffset="125322.35">17282 782 1015 0,'0'0'239'0,"0"0"-212"15,-87-12-17-15,62 12 112 16,3 9-5-16,-1 18-79 15,-1 15-31-15,2 9-4 16,7 5 13-16,11-2-8 16,4-4-7-16,7-8 3 15,21-10-3-15,7-8-1 16,6-13 11-16,4-9-8 16,-3-2 14-16,-5-11-6 15,-9-7-10-15,-9-1 23 16,-10 2 13-16,-9 2-4 15,0 0-11-15,-11 3-20 16,-10 3 8-16,-5 1-10 0,-6 8-6 16,3 0-7-1,-1 18-71-15,1 13-61 0,9 3-88 16,2 1-208-16,6-4-85 16</inkml:trace>
  <inkml:trace contextRef="#ctx0" brushRef="#br2" timeOffset="126175.71">17285 624 462 0,'0'0'141'16,"0"0"-124"-16,0 0-7 15,0 0 91-15,0 0 42 16,0 0-19-16,-12-19-33 15,3 14 29-15,-8-1-61 16,-4 1 15-16,-7-2 10 0,-6-2-28 16,-9 0-2-16,-5 0 7 15,-7-2-31-15,-7-1-10 16,-3 2-13-16,-2-2 18 16,-5 1-8-16,0 1 3 15,3 1-5-15,4 2-9 16,8 4-4-16,0 3 0 15,1 0-1-15,-5 10-1 16,-4 9-5-16,-3 5 4 16,-4 8 2-16,-2 5-2 15,0 5 2-15,3 4-1 0,2 0 0 16,5-1 3 0,6 2-3-16,9-2 1 15,10 3 0-15,7 2 4 0,9 2-2 16,9 5 5-16,8 1-6 15,6 5-1-15,6-3 3 16,24 3 6-16,15-1-2 16,17 0 0-16,16 4-4 15,16-8 3-15,13-4-4 16,13-11-2-16,11-9 1 16,3-11 3-16,6-14-3 15,8-9-2-15,0-9 0 16,8-27-2-16,-1-14-17 15,-2-13 0-15,-12-8 7 16,-15 0-17-16,-26 4 28 0,-28 8 1 16,-27 4 0-16,-21-1 6 15,-20-6 1-15,-4-4-4 16,-9-8 2-16,-23-1 7 16,-10 0-6-16,-8 6 2 15,-5 9-4-15,-2 11 7 16,-2 11-7-16,3 9-2 15,0 9-4-15,6 9 2 16,5 7-2-16,8 4-2 16,7 4-39-16,9 21-37 15,8 11-134-15,9 6-71 16,4-4-222-16</inkml:trace>
  <inkml:trace contextRef="#ctx0" brushRef="#br2" timeOffset="129738.84">18041 1008 475 0,'0'0'196'16,"0"0"-135"-16,0 0 12 16,0 0 116-16,0 0-23 15,0 0-66-15,0 0-34 16,0 0-14-16,-51 0-15 0,51 0-16 16,17 2-13-1,17 4 10-15,14-4 6 0,14-1 15 16,15-1-11-16,15 0-12 15,12 0-2-15,5-11-9 16,-1-3 4-16,-11 0-8 16,-23 4 2-16,-26 5-3 15,-23 3 1-15,-17 2-1 16,-8 0 0-16,0-2 2 16,0-1 5-16,-16-3 13 15,-11-2-18-15,-5-4-2 16,0 2 1-16,4-2 1 15,8 1 0-15,7 7-2 0,7-1 2 16,5 5-2 0,1 0-3-16,0 0-2 0,0 0-8 15,0 0-3-15,0 11 12 16,1 8 1-16,5 4 3 16,-3 4-1-16,0-3-57 15,1 1-54-15,2-2-49 16,4-10-125-16,5-8-194 15</inkml:trace>
  <inkml:trace contextRef="#ctx0" brushRef="#br2" timeOffset="130187.55">19201 776 1121 0,'0'0'195'0,"0"0"-188"16,0 0 0-16,0 0 22 16,0 0 89-16,0 0-42 15,-50-42-44-15,50 42-26 16,0 0-6-16,0 0-8 0,11 0 1 15,9 0 7-15,8 0 13 16,2-2-4-16,2 0-3 16,-8 2-6-16,0 0 4 15,-7 0-3-15,-4 0-1 16,-1 0 0-16,-4 2-3 16,-2 15 3-16,0 8 6 15,-5 9 9-15,-1 10 11 16,0 6-12-16,0 3-8 15,-1 1 2-15,-8 1-5 16,-1 3-3-16,2-4 0 16,6-6-28-16,2-4-62 15,0-10-38-15,22-7-71 16,5-13-183-16,5-11-156 0</inkml:trace>
  <inkml:trace contextRef="#ctx0" brushRef="#br2" timeOffset="130603.41">19845 955 1310 0,'0'0'206'0,"0"0"-198"16,0 0-1-16,0 0 4 15,0 0 19-15,0 0-6 0,104-18-2 16,-16 22 2-16,18 1 0 16,5-3-22-16,-8-2 3 15,-15 0 0-15,-20 0-4 16,-19 0 4-16,-19-4-5 16,-16 1 0-16,-10 1 0 15,-4-5 3-15,0-5 8 16,-3-5-7-16,-9-3-4 15,-3 0 0-15,3 4 4 16,2 5-4-16,4 5-1 16,1 4 0-16,5 2 1 15,-2 0 0-15,-1 8-15 16,0 13 8-16,-3 9 5 0,3 5 2 16,-1 4-27-16,1 0-85 15,-1 0-82-15,-5-6-135 16,-4-8-292-16</inkml:trace>
  <inkml:trace contextRef="#ctx0" brushRef="#br2" timeOffset="131837.89">21226 760 262 0,'0'0'315'0,"0"0"-150"0,0 0-29 16,0 0 54-16,0 0-53 15,0 0-17-15,0 0-28 16,-46-77-22-16,46 52-20 15,17 0-16-15,10 2-12 16,3 7 3-16,3 7-15 16,3 6-7-16,-7 3-4 15,-3 0 1-15,-8 15-3 16,-6 15-7-16,-10 6 7 16,-2 8 3-16,-2-1 5 15,-22-2-4-15,-5-4 4 16,-2-6-1-16,3-9-1 0,12-7 1 15,5-10-3-15,9-4 1 16,2-1 0-16,0 0-2 16,13 0 0-16,14-12-10 15,15-2 1-15,7 3 9 16,-1 5-8-16,-6 6 2 16,-10 0 6-16,-10 10-8 15,-12 11 2-15,-7 6 6 16,-3 3 0-16,-5 5 14 15,-18-5 9-15,-7-1 8 16,-5-4 9-16,-6-4-23 16,-2-1 4-16,1-5-14 15,0-5-4-15,9-1-3 16,4-4-2-16,6-3-42 16,1-1-96-16,-5-1-101 0,-9 0-310 15</inkml:trace>
  <inkml:trace contextRef="#ctx0" brushRef="#br2" timeOffset="132555.43">16452 1635 119 0,'0'0'219'16,"0"0"-29"-16,0 0 78 15,0 0-112-15,0 0-13 16,-3-100-8-16,3 78-39 16,0 4-23-16,0 12-22 0,8 6-40 15,2 0-11 1,-1 12 0-16,-2 15-2 0,-6 9 5 15,-1 7-2-15,-3 1 1 16,-24 3 2-16,-11-6 6 16,-9 0-8-16,-1-3 5 15,0-9-3-15,13-10-3 16,15-10 1-16,14-9 0 16,6 0 14-16,5-19-12 15,25-7-4-15,12 2-5 16,4 6 3-16,5 9-5 15,-3 6 7-15,1 3-1 16,3 0-3-16,-1 0-17 16,6 2-62-16,-3-1-8 15,-2-1-41-15,-6 0-103 0,-9-7-113 16</inkml:trace>
  <inkml:trace contextRef="#ctx0" brushRef="#br2" timeOffset="132723.78">16867 1513 685 0,'0'0'437'0,"0"0"-406"0,0 0 12 16,0 0 50-16,0 0-57 15,0 0-36-15,-25 25-28 16,25 32 28-16,0 11 5 16,1-1-5-16,3-5-23 15,-1-3-95-15,-3-5-97 0,0-2-124 16</inkml:trace>
  <inkml:trace contextRef="#ctx0" brushRef="#br2" timeOffset="132970.09">16266 2026 1370 0,'0'0'81'16,"0"0"-81"-16,0 0-1 16,100-11 1-16,-20 8 60 0,16 1-30 15,10-1-18 1,-4 3-9-16,-9-1-3 0,-15-2-60 16,-11 1-69-1,-14-1-77-15,-16 0-175 0,-19-1-330 16</inkml:trace>
  <inkml:trace contextRef="#ctx0" brushRef="#br2" timeOffset="133538.74">16919 2114 468 0,'0'0'805'0,"0"0"-805"16,0 0 1-16,0 0-1 16,0 0 7-16,-95 83-3 15,76-50 2-15,1 0-2 16,-1-3-3-16,0-3-1 15,0-7-2-15,2-8 2 16,5-8-8-16,8-4-5 16,2 0 11-16,2 0-3 15,0-8-22-15,6-3 21 0,15 3 6 16,7 1 5-16,7 4-1 16,6 3-2-16,2 0-2 15,2 0 0-15,-2 0 2 16,-6 0-3-16,-5 0 2 15,-12-3-1-15,-6-5 0 16,-10-1 0-16,-4-3 2 16,0 0 1-16,0-1 3 15,-13 2 15-15,2 4-3 16,0 1 4-16,6 4 3 16,2 2 5-16,1 0-12 15,-1 17-18-15,-2 16 0 0,2 10 9 16,-3 6-8-1,5-1 4-15,1 0-5 0,0-2 0 16,0-3-43-16,10-9-90 16,3-13-192-16,6-15-156 15</inkml:trace>
  <inkml:trace contextRef="#ctx0" brushRef="#br2" timeOffset="133825.54">17225 2170 1067 0,'0'0'203'0,"0"0"-202"15,-82 84-1 1,67-37 24-16,12 0 30 0,3-2-3 16,10-9-27-16,18-9-12 15,1-12 1-15,-3-10-10 16,-6-5 5-16,-7 0 2 15,-4-7 12-15,-8-9 9 16,-1-2-4-16,0-1-2 16,-23 5-25-16,-5 0-4 15,-4 7 1-15,5 5-11 16,7 2-46-16,12 2-76 16,8 8-132-16,3-3-290 15</inkml:trace>
  <inkml:trace contextRef="#ctx0" brushRef="#br2" timeOffset="135386.68">21812 654 138 0,'0'0'290'15,"0"0"-242"-15,0 0 15 16,0 0 54-16,0 0 64 15,0 0 4-15,-6-57-135 16,2 55 29-16,-2 2-41 16,-3 0-6-16,-8 8-9 0,-4 18-10 15,-6 12 18 1,2 14 3-16,5 3-9 16,9 1-5-16,8-5-13 0,3-9 0 15,10-9-3-15,18-7 0 16,3-11-1-16,4-10 5 15,2-5-3-15,-3 0 8 16,-8-7-7-16,-7-8 4 16,-11-2 0-16,-8-3 4 15,0 0 19-15,-8-1-7 16,-14 4-6-16,-5 1-9 16,2 7-11-16,2 6 1 15,1 3-4-15,1 8-4 16,3 17-23-16,4 11-80 0,4 3-1 15,8 5-87 1,2 0-99-16,0-5-51 0</inkml:trace>
  <inkml:trace contextRef="#ctx0" brushRef="#br2" timeOffset="136670.01">16891 2563 655 0,'0'0'266'0,"0"0"-189"0,0 0-69 15,0 0-5-15,0 0 21 16,0 0 10-16,0 7-26 15,-4 19 33-15,-6 7 15 16,-5 6-39-16,-1 0-3 16,-3-3-14-16,0-5 4 15,5-8-4-15,2-8 3 16,5-6-4-16,6-5 1 16,1-4-5-16,1 0-42 15,21 0 29-15,8-8 18 0,8-6 1 16,2 1-1-16,1-1 4 15,1-1-4-15,-6 1 0 16,0-3 0-16,-7-2 2 16,-6 2 1-16,-9-2 3 15,-9 3 2-15,-5-1 19 16,0 2 23-16,-10 4-3 16,-5 2 5-16,-2 3-9 15,1 6-3-15,-1 3-7 16,-2 26-28-16,5 12-1 15,3 10 3-15,5 3-4 16,6-3-1-16,0-4-2 16,10-7-9-16,14-2-93 15,2-3-101-15,1-6-267 16</inkml:trace>
  <inkml:trace contextRef="#ctx0" brushRef="#br2" timeOffset="138004.32">12778 8302 1360 0,'0'0'164'0,"0"0"-164"16,0 0-7-16,0 0 7 16,0 0 23-16,0 0-17 15,123-21-5-15,-72 13-1 0,-3 4 0 16,-1 0-82-1,-7 1-109-15,-13 2-199 0,-19-4-289 16</inkml:trace>
  <inkml:trace contextRef="#ctx0" brushRef="#br2" timeOffset="138161.62">12835 8404 1421 0,'0'0'95'0,"0"0"-95"15,0 0-50-15,115-19 50 16,-47 10 0-16,6 2 0 16,0 3-174-16,-15-2-144 15,-18 3-323-15</inkml:trace>
  <inkml:trace contextRef="#ctx0" brushRef="#br2" timeOffset="138324.81">12878 8608 1301 0,'0'0'0'0,"0"0"-70"15,105 3 70-15,-32-3 1 16,10 0-1-16,10-3-111 16,0-11-193-16,-10-8-153 15</inkml:trace>
  <inkml:trace contextRef="#ctx0" brushRef="#br2" timeOffset="138969.1">13772 8002 1157 0,'0'0'133'15,"0"0"-104"-15,0 0-29 16,0 0-1-16,0 0 1 15,0 0 19-15,-15 93 8 16,15-49-16-16,-5-3-6 16,-7-4 0-16,1-5-3 15,-6-7 1-15,2-7 1 16,0-5 5-16,5-5-9 16,2-7 7-16,6 0-2 0,2-1 5 15,0 0-1-15,0 0 1 16,0-8-10-16,0-1-3 15,0-3 3-15,0 7 7 16,0 2-6-16,0 3 0 16,0 0 6-16,0 0-5 15,0 0-2-15,0 0-2 16,0 0-8-16,0 3 8 16,0 7 2-16,0 4 10 15,7 3 1-15,3-1-10 16,3 5 8-16,7 1 8 15,4 1-5-15,2-5-4 0,3-3 2 16,1-7-6-16,0-7 1 16,0-1-1-16,-2 0 1 15,0-9 1-15,-5-6-6 16,-5-6 6-16,-3 0-2 16,-6-5-1-16,-6 1 1 15,-3-1-3-15,0 2 4 16,-7 1-2-16,-3 8 0 15,2 6 8-15,3 5 8 16,3 4 7-16,-3 0-24 16,0 15-2-16,-5 16-9 15,-3 15 8-15,1 5-1 16,0 0 2-16,2-3 0 0,5 0-5 16,3-3-91-16,2-1-60 15,0-10-142-15,0-11-183 16</inkml:trace>
  <inkml:trace contextRef="#ctx0" brushRef="#br2" timeOffset="139272.13">14293 7993 1001 0,'0'0'297'16,"0"0"-247"-16,0 0-48 15,-86 40 4-15,71 3 38 16,7 11 11-16,6 11-14 16,2 7 2-16,0 4-13 15,2 0-17-15,11-5-8 16,2-7-4-16,4-5-1 15,1-8 0-15,1-9-65 16,4-12-111-16,2-18-124 16,0-12-247-16</inkml:trace>
  <inkml:trace contextRef="#ctx0" brushRef="#br2" timeOffset="140802.24">14424 8262 1033 0,'0'0'198'0,"0"0"-150"16,0 0-37-16,0 0 12 16,0 0-9-16,0 0 55 15,15 80-36-15,1-44-22 16,-5-4 1-16,-1-8-11 16,-3-6 3-16,-4-7-1 15,-1-7-3-15,0-2 3 0,-2-2 0 16,0 0 7-1,1-6 12-15,6-20-17 0,2-9 1 16,1-7-6-16,1 4-2 16,-1 5 2-16,1 6 1 15,-4 14 1-15,2 7-2 16,-1 6 0-16,2 0 0 16,5 21 1-16,2 15 19 15,-1 7 7-15,2 5-9 16,-4-7-12-16,3-4-2 15,-2-7-2-15,-1-11 1 16,-5-5-3-16,-2-12 0 16,-4-2 3-16,4 0 6 15,4-18 12-15,0-8-19 16,4-10 2-16,-1-5-4 0,-3-1 2 16,0 0-1-16,-1 9-2 15,-4 10 2-15,-2 11 3 16,-3 7-3-16,1 5-1 15,2 0-5-15,5 16 4 16,1 8 1-16,3 3 11 16,-1 1-5-16,3-3-5 15,2-3 4-15,0-4-3 16,1-5-2-16,0-8 0 16,2-5-3-16,2 0-13 15,1-5-12-15,1-12-2 16,-3-4-3-16,-7-3-3 0,-4 4 24 15,-1 5 1 1,-6 6 7-16,0 8 2 0,3 1-9 16,-2 1-6-16,8 14 17 15,2 1 3-15,2 1 1 16,4-3 1-16,2-3-1 16,-2-5 2-16,-7-3 1 15,-3-1-1-15,-7-2 0 16,-3 0-1-16,0 0 37 15,0 0 20-15,-6-9 16 16,-11-13-53-16,-6-4 3 16,0-8 8-16,-3-3-10 15,3-4-14-15,5 1-1 16,6 4-7-16,8 9-4 16,4 7 0-16,0 9-2 0,4 4-3 15,14 5 0-15,8-1-32 16,5 2-16-16,4 1-45 15,2 0-13-15,-4 0-71 16,-4 0 32-16,-6 0 35 16,-4 6 104-16,-6-2 11 15,-4-1 0-15,-6-3 31 16,0 0 37-16,-3 0 11 16,0 0 9-16,2 0 5 15,1 0-21-15,4 0-31 16,2 0-23-16,4-3-1 15,0 0-7-15,0 0-5 0,2 0 2 16,-3-1 9-16,0 0 3 16,-2-1-1-16,-5 2 12 15,0 2-3-15,-3-1-3 16,-2 0-2-16,0 1-8 16,0 1-4-16,0 0 2 15,0 0-11-15,0 0 7 16,0 0-3-16,0 0-5 15,0 0 6-15,0 0-1 16,0 0-1-16,0 0-3 16,0 0 1-16,0 0-1 15,0 0-1-15,0 0 1 16,0 0 1-16,0 0-2 0,0 0 0 16,0 0 4-16,0 0-3 15,0 0-1-15,0 0 4 16,0 0 0-16,0 0 1 15,0 0-1-15,0 0-1 16,0 0-3-16,0 0 2 16,0 0 1-16,0 0-2 15,0 0 0-15,0 0-1 16,0 0 0-16,0 0 0 16,0 0-1-16,0 0 0 15,1 0-1-15,9 0 1 16,5 0 1-16,4 0 4 0,2 0 1 15,0-2-5 1,-1-5 0-16,0 0 0 0,-4-1 0 16,-4 2 0-16,-5 1 2 15,-4 4 0-15,-3 0-2 16,0 1 0-16,0 0 5 16,0 0-3-16,0 9-3 15,-7 15 2-15,-2 7 8 16,-1 8 2-16,3 0-8 15,0 2 0-15,4-1-3 16,-1-4 0-16,1-2-1 16,3-9-3-16,0-4-52 15,5-6-63-15,11-7-147 16,1-8-225-16</inkml:trace>
  <inkml:trace contextRef="#ctx0" brushRef="#br2" timeOffset="141068.71">15816 7746 1374 0,'0'0'135'0,"0"0"-135"16,0 0 16-16,0 0 14 15,0 0-4-15,81 90 46 16,-37-22-40-16,-7 8-9 15,-7 2 8-15,-11-3-5 0,-10-3-14 16,-9-4-6-16,-6-5-4 16,-26-6 0-16,-8-4-2 15,-5-5-14-15,-6-4-121 16,-1-8-150-16,-6-6-319 16</inkml:trace>
  <inkml:trace contextRef="#ctx0" brushRef="#br1" timeOffset="146102.96">15580 6699 603 0,'0'0'144'0,"0"0"-94"0,0 0-38 15,5-87 13-15,-4 82 82 16,-1 5 6-16,0 0-78 16,0 14-27-16,-4 19-3 15,-15 8 60-15,-6 5-28 16,-4 0-30-16,-1-5-2 15,-2-4 0-15,3-5-5 16,2-8 7-16,5-9-7 16,10-5 3-16,8-8-3 15,1-2 0-15,3 0 3 16,0 0-3-16,7-2-3 0,12-4 0 16,6 3 3-16,7 3-9 15,3 0 9-15,5 9 0 16,5 0 1-16,-2 3-1 15,1-4-6 1,-7-3 6-16,-9 1-1 0,-11-5 5 16,-7-1-7-16,-7 0 6 15,-1 0 4-15,-1-14 5 16,-1-4-6-16,0-4 4 16,0-1-3-16,0-1-5 15,0-1 11-15,-1 3-4 16,-4 7-7-16,2 8 10 15,1 5 31-15,2 2-3 16,0 13-40-16,0 23-4 16,0 17 4-16,0 10 30 0,0 7-6 15,2 0-23 1,4-7 2-16,3-6-4 0,-1-6 1 16,-2-11-7-16,0-8-54 15,-2-12-123-15,2-19-221 16,-1-1-65-16</inkml:trace>
  <inkml:trace contextRef="#ctx0" brushRef="#br1" timeOffset="146685.1">16038 6162 890 0,'0'0'131'0,"0"0"-52"16,0 0-76-16,0 0-3 15,-12 88 28-15,-1-38 12 16,-2-2-21-16,-4-6-19 16,-1-5 8-16,-1-6-4 15,-1-9 0-15,0-6-1 16,3-9-2-16,6-5 10 15,5-2 1-15,3 0-12 16,4-15 6-16,1-4-6 16,0 0 0-16,0 3-10 0,0 11 9 15,7 5-5-15,5 0 4 16,7 0 2-16,2 9 1 16,5 6 0-16,2 1-1 15,4 1 3-15,-2-5-1 16,0-6 0-16,-7-3-2 15,-6-3 3-15,-5 0-2 16,-7 0 5-16,-2-13-3 16,-3-6 3-16,0-2-6 15,0 1 0-15,0 7 5 16,-5 4-1-16,4 9 33 16,-1 0-8-16,2 13-29 15,0 22 0-15,0 15 6 16,0 6 1-16,0 4-1 0,0-3-6 15,0-9 0-15,2-7 0 16,6-9 0-16,4-6-5 16,-1-8-79-16,6-10-108 15,3-8-88-15,0-6-150 16</inkml:trace>
  <inkml:trace contextRef="#ctx0" brushRef="#br1" timeOffset="147000.88">16322 6476 964 0,'0'0'104'0,"0"0"-94"0,0 0-9 15,0 0 11-15,13 87 23 16,6-70-12-16,3-9-20 16,1-6 10-16,2-2-1 15,-1-9 8-15,-2-14-6 16,-6-5-8-16,-8-6 24 15,-8-4 13-15,0-4-5 16,-7-1-17-16,-13 0-9 16,-1 7 4-16,-6 13 5 15,-3 20 2-15,-2 3-12 16,-3 30-11-16,7 9-1 16,6 7 0-16,12-2-12 0,10-3 3 15,0-2-41 1,15-4-89-16,10-5-62 0,1-4-184 15,0-3-200-15</inkml:trace>
  <inkml:trace contextRef="#ctx0" brushRef="#br1" timeOffset="147204.65">16574 6774 1236 0,'0'0'104'0,"0"0"-103"0,0 0-1 16,96 0 25-1,-27 0 15-15,6-4-34 0,-2-1-6 16,-10 0-2-16,-7 2-43 16,-18 0-197-16,-16 1-270 15</inkml:trace>
  <inkml:trace contextRef="#ctx0" brushRef="#br1" timeOffset="147361.12">16717 6949 1298 0,'0'0'1'0,"0"0"30"16,0 0-31-16,133-3 4 15,-68-3-4-15,2 6-11 0,-8 0-168 16,-15 0-186-16,-20 0-239 15</inkml:trace>
  <inkml:trace contextRef="#ctx0" brushRef="#br1" timeOffset="147511.85">16758 7115 1315 0,'0'0'36'15,"0"0"-36"-15,0 0 0 16,89 0 16-16,-17-11-16 15,15-2-2-15,6-2-54 16,-2-3-191-16,-14 0-245 16</inkml:trace>
  <inkml:trace contextRef="#ctx0" brushRef="#br1" timeOffset="148001.04">17593 6605 340 0,'0'0'926'16,"0"0"-875"-16,0 0-51 16,0 0 0-16,0 0 0 15,0 0 36-15,-42 89-32 16,20-55 0-16,-3-2 3 16,-2-3-4-16,1-7 2 0,2-10-2 15,7-4-2-15,11-7 5 16,6-1-5-1,0 0-1-15,5 0-3 0,13-4-41 16,9 0 30-16,1 4 14 16,4 0 0-16,0 0 0 15,3 7 1-15,2-6-1 16,-2-1 0-16,0 0 0 16,-12-2-4-16,-7-8 4 15,-9-4 4-15,-4 0-4 16,-3-6-10-16,0-3 10 15,-4 1 1-15,-8 3-1 16,-1 6 7-16,3 8 2 16,1 5 12-16,3 0-11 15,-1 26-10-15,2 12 0 0,2 13 10 16,3 3-8-16,0 4 0 16,0-3-2-16,0-2 0 15,0-1 0-15,3-5-9 16,9-7-126-16,-2-14-266 15,-2-14-317-15</inkml:trace>
  <inkml:trace contextRef="#ctx0" brushRef="#br1" timeOffset="148261.89">17979 6438 1174 0,'0'0'103'0,"0"0"-86"15,0 0-7-15,0 0 56 16,-72 101-9-16,69-35-12 16,3 9-26-16,0 0-9 15,1 0-9-15,16-8 3 16,6-7-4-16,5-6-2 15,5-10-7-15,2-10-131 16,-2-11-43-16,-3-15-281 16</inkml:trace>
  <inkml:trace contextRef="#ctx0" brushRef="#br1" timeOffset="149367.94">18171 6708 954 0,'0'0'272'0,"0"0"-202"16,0 0-70-16,0 0 0 16,0 0 15-16,9 93 12 15,11-55-19-15,-2-4 0 16,-3-5-7-16,-6-5 1 16,-5-4-2-16,-4-4 4 0,0-11-3 15,0-2 1 1,0-3 4-16,2 0 8 0,-1 0 24 15,3-17 1-15,1-10-39 16,2-10 3-16,1-4-6 16,6 4 3-16,0 4-15 15,0 10 15-15,-4 10-5 16,-3 13 4-16,1 0-19 16,1 20 14-16,2 19 6 15,3 8 22-15,-1 5 0 16,0-6-10-16,1-6-5 15,-1-10 2-15,-1-11-6 16,-2-8 1-16,-3-8-3 16,-6-3 3-16,1 0 9 15,4-9 20-15,1-13 9 0,6-9-35 16,3-10-6-16,-3-3 3 16,0-3-4-16,-3 5 3 15,-3 11 0-15,-4 11 0 16,0 13-2-16,0 7 3 15,0 0-4-15,5 21-20 16,4 6 20-16,4 9 16 16,3-5-12-16,1-6-4 15,2-3-2-15,3-9 2 16,2-7 0-16,-1-5-4 16,1-1 2-16,-4-5-33 0,-1-15 13 15,-3-6 10 1,-4-1-8-16,-5-1 13 0,-6 0 5 15,-1 11 0-15,-3 7 2 16,0 6 0-16,0 4-3 16,0 10-6-16,0 18-8 15,4 5 17-15,5 0 6 16,6-4-4-16,2-8-2 16,3-8 3-16,0-6-1 15,-1-5 1-15,0-2-3 16,0 0 7-16,-3-15 1 15,-1-3-6-15,-5 0 3 16,-7 0-1-16,-3 1 0 16,0 3 2-16,0-2-1 0,0 6 1 15,-1 2-6-15,-1 2 4 16,1 1-4-16,1 1 0 16,0 0-1-16,0-4 0 15,0 2 1-15,0 2 3 16,0 1 0-16,0 3-2 15,0 0 9-15,0 0-10 16,0 5-17-16,0 15 17 16,3 5 0-16,7 3 0 15,3-3 2-15,0-4-2 16,3-7 0-16,-3-7 0 16,-1-2 1-16,-1-5 1 15,-1 0-1-15,-1-14 10 16,1-10 7-16,-4-7 10 0,-6-7 20 15,0-9-17-15,-6-2 12 16,-21-2-29-16,-8 0-8 16,-8 7 7-16,-2 8-11 15,3 11 0-15,8 12-2 16,11 9 0-16,9 4-6 16,13 6-3-16,1 16-39 15,8 8-52-15,18 3-8 16,12 0-126-16,2-7-70 15,-2-8-233-15</inkml:trace>
  <inkml:trace contextRef="#ctx0" brushRef="#br1" timeOffset="149670.07">19298 6567 1028 0,'0'0'271'15,"0"0"-238"-15,0 0 8 16,0 0 77-16,0 0-69 15,0 0-45-15,0 0-4 16,55-20 5-16,-20 20-5 16,4 0 0-16,-6 0 3 15,-6 0-3-15,-7 0 0 16,-8 0 0-16,-6 0 0 16,-2 0-2-16,-2 13 2 0,-2 14 13 15,1 14 1 1,-1 5-1-16,0 5-5 0,0 0-8 15,0-4 0-15,0-3 0 16,0-5-1-16,0-6-2 16,0-8-151-16,3-9-112 15,3-12-304-15</inkml:trace>
  <inkml:trace contextRef="#ctx0" brushRef="#br1" timeOffset="149917.04">19577 6283 1160 0,'0'0'88'0,"0"0"-77"16,0 0-10-16,92-6 13 16,-40 40 51-16,-2 11-20 15,-7 9-11-15,-12 10-14 16,-20 9 1-16,-11 5-19 15,-11 5 12-15,-24-4-6 16,-12-2-8-16,-7-5-11 16,-4-9-159-16,-14-9-171 15,-15-11-344-15</inkml:trace>
  <inkml:trace contextRef="#ctx0" brushRef="#br1" timeOffset="150550.91">15239 6343 437 0,'0'0'143'0,"-32"-90"-42"0,17 57 4 16,3 12 39-16,4 14 59 15,3 7-98-15,-2 22-52 16,4 38-50-16,-1 35 39 16,4 33 39-16,0 20-17 15,0 8-34-15,9 2-17 16,1-14-1-16,3-13-9 15,4-18-2-15,-2-22-2 16,-2-17 1-16,-6-20-2 16,-2-18-49-16,-1-19-118 15,0-17-107-15,1-9-207 0</inkml:trace>
  <inkml:trace contextRef="#ctx0" brushRef="#br1" timeOffset="151367.1">15269 6078 1091 0,'0'0'100'15,"0"0"-76"-15,0 0 3 16,0 0 16-1,0 0-8-15,0 0-20 0,112-49-1 16,-46 49 4-16,13 0-4 16,15 0 12-16,18-1-3 15,21-7-2-15,19-3 7 16,19 0-8-16,15-8-10 16,14-2 35-16,14-7-32 15,17-3-2-15,11-4-4 16,0 0-5-16,-11 3 1 15,-18 12 1-15,-32 6 2 16,-26 12-6-16,-24 2-4 16,-24 0 4-16,-14 6 0 15,-9-1 2-15,-8 0-2 0,0-2 1 16,0-3 0-16,2 0-1 16,-1 0 5-16,1 0-5 15,7 0 1-15,2 0 2 16,10-5-2-16,4 0-1 15,2-2 0-15,7-4-1 16,4-2-2-16,3-3 3 16,-3 0 0-16,-9-1 0 15,-11 6 1-15,-17 2 0 16,-18 1-1-16,-21 4 0 16,-15 2 2-16,-11 0-2 15,-7 2 0-15,-5 0 3 0,0 0-2 16,0 0 3-16,0 0 7 15,0 0 14-15,0 0-19 16,0 0 8-16,0 0-6 16,0 0-1-16,0 0 4 15,0 0-5-15,0 0 5 16,0 0-11-16,0 0 4 16,0 0-8-16,0 0 3 15,0 2-2-15,0 19-2 16,0 20 5-16,0 25 0 15,0 24 0-15,0 28 6 16,0 18-6-16,0 9 18 16,0 3-8-16,0-11 3 0,3-18-5 15,7-17-4-15,-3-19-4 16,-4-16 4-16,-3-16-7 16,0-9 3-16,-4-12-3 15,-18-8-9-15,-14-7-145 16,-15-11-159-16,-21-4-471 15</inkml:trace>
  <inkml:trace contextRef="#ctx0" brushRef="#br1" timeOffset="151918.97">15875 7732 445 0,'0'0'170'0,"0"0"-142"16,-98-20-23-16,63 11 55 15,5 0 82-15,7 1 32 16,7 4-41-16,10-1-35 15,6 1-16-15,0-1 21 16,35 0-63-16,30-4-26 16,40 3-7-16,46 4 11 15,40-3-9-15,49 1 24 16,49-7-7-16,44-8 14 16,33-8-19-16,17-8 1 15,10-7-3-15,-13-3-8 16,-24 3-9-16,-37 6 14 0,-54 8 7 15,-55 14-17-15,-57 5-6 16,-57 5-7-16,-46 3 1 16,-34-1-62-16,-16-2-96 15,-11-3-37-15,-27-7-264 16</inkml:trace>
  <inkml:trace contextRef="#ctx0" brushRef="#br1" timeOffset="152040.07">20111 7183 1592 0,'0'0'0'15,"-96"-34"-445"-15</inkml:trace>
  <inkml:trace contextRef="#ctx0" brushRef="#br1" timeOffset="152932.54">15854 1776 437 0,'0'0'229'0,"0"0"-92"16,0 0-13-16,0 0-33 16,0 0-42-16,0 0-21 15,35-9 7-15,17 14 49 16,20-5-10-16,18 0-32 15,17-9-26-15,5-15-6 16,-3 1-3-16,-14 1-6 16,-20 6-1-16,-18 7-5 15,-27 3-141-15,-25 2-234 16,-15 1-240-16</inkml:trace>
  <inkml:trace contextRef="#ctx0" brushRef="#br1" timeOffset="161314.4">13423 7655 560 0,'0'0'126'0,"0"0"-104"15,0 0-9-15,0 0-5 16,0 0 19-16,0 0 55 16,0 0 13-16,0 0-31 0,106-103-21 15,-25 50-2 1,18-5 14-16,16-7-21 0,15-2-14 16,18-6-2-16,14-2 0 15,5-1 3-15,-3 1-7 16,-10 5-4-16,-26 13 2 15,-32 13 3-15,-37 19 2 16,-31 13-2-16,-21 9-6 16,-7 3 8-16,0 0 18 15,-6 0 34-15,-19 0-30 16,-8 0-37-16,-9 0-2 16,2 3 2-16,3 0 0 15,4-2-1-15,7 1-1 16,7-2 2-16,5 2 0 15,8-1-2-15,6 2-5 0,0 11-5 16,0 8 5-16,10 11 5 16,13 10 0-16,9 3-4 15,6 2-20-15,1-4-196 16,-13-6-275-16</inkml:trace>
  <inkml:trace contextRef="#ctx0" brushRef="#br1" timeOffset="166297.21">973 10354 481 0,'0'0'142'15,"0"0"-95"-15,0 0 10 16,0 0 21-16,0 0 38 16,0 0 14-16,0 0-65 15,0-53-36-15,0 53-16 16,0 24-13-16,0 22 3 16,0 29 17-16,-7 24 24 0,-1 19-8 15,1 11-15 1,7 10-15-16,0 8 3 0,8-12-6 15,19-14-3-15,11-22 0 16,9-22-4-16,8-14 3 16,6-12-1-16,1-14-94 15,0-14-112-15,-3-20-186 16</inkml:trace>
  <inkml:trace contextRef="#ctx0" brushRef="#br1" timeOffset="166680.04">2024 10307 485 0,'0'0'672'0,"0"0"-641"16,0 0-31-16,0 0-5 16,0 0 5-16,61 138 7 15,-28-62 3-15,-3 6 5 0,-6 3-2 16,-14 7-4-16,-10 1-4 15,-2 3-1-15,-27 2 1 16,-9-3-2-16,-9-5-1 16,1-13-2-16,4-17-100 15,4-19-155-15,15-28-151 16</inkml:trace>
  <inkml:trace contextRef="#ctx0" brushRef="#br1" timeOffset="167430.1">2248 10147 426 0,'0'0'15'16,"0"0"-13"-16,0 0 0 15,0 0 0-15,0 0 31 16,0 0 45-16,20 27 31 16,-18-27 8-16,0 0 27 15,1-7-27-15,2-12-49 16,0-5-16-16,-1-1-1 15,0-4-13-15,-4 1-19 0,0-2-2 16,0 1-6-16,-4 5 15 16,-10 3-5-16,-1 5-13 15,-2 3 2-15,5 8-8 16,2 3-2-16,2 2-4 16,0 0 3-16,-1 13-10 15,5 10 10-15,-2 7 1 16,6 2 0-16,0 2-1 15,0-2-2-15,17-5 3 16,3 0 0-16,7 0 0 16,3 0 0-16,0-1 0 15,-2 2 2-15,-6 2-2 16,-6 2 1-16,-12-1-2 16,-4-1 2-16,0-3 1 15,-15-1 1-15,-9-6 2 0,-7-5 36 16,0-4 17-16,-3-7-11 15,7-4-3-15,5 0-31 16,8-9-1-16,5-12-12 16,9-8-2-16,3-7-58 15,38-5-86-15,22-2-121 16,17 0-284-16</inkml:trace>
  <inkml:trace contextRef="#ctx0" brushRef="#br1" timeOffset="168679.95">4206 10375 360 0,'0'0'528'0,"0"0"-446"16,0 0-72-16,0 0 68 15,0 0 19-15,0 0-46 16,0-54-17-16,0 32-10 16,1 1 10-16,-1-2-17 15,3 0-5-15,-3 2 11 16,0 1-3-16,0 0 14 15,-7 2 0-15,-6 6-21 16,1 2-8-16,0 2 7 16,-2 5-5-16,3 3-7 15,-3 0 0-15,1 0-2 16,2 9 2-16,1 6-4 16,-1 1 1-16,6 4 1 0,4 0 2 15,1-1-3-15,0 0 3 16,0-1-3-16,10 1 2 15,7 0 1-15,4 3-3 16,4 0 1-16,2 1-1 16,-3-1 0-16,-3-1 2 15,-6-3-6-15,-6-3 3 16,-6-3-3-16,-3-5 3 16,0-2 4-16,-14 0 1 15,-10-2 43-15,-12 1-14 16,-6-2 9-16,3-2-18 15,5 0 5-15,9 0 5 16,7-8-4-16,8-5-20 16,6-2-7-16,4-6-21 0,4-6-88 15,25-5-48-15,15-2-162 16,8-6-251-16</inkml:trace>
  <inkml:trace contextRef="#ctx0" brushRef="#br2" timeOffset="172280.97">8095 10374 742 0,'0'0'225'15,"0"0"-145"-15,0 0-69 16,0 0-3-16,0 0 54 0,0 0 27 16,0-6-32-1,0 6-4-15,-14 0-19 16,-6 0-21-16,-8 6-8 0,-5 3-1 15,-1-4 0-15,0 1 6 16,3-2 7-16,3-4-8 16,4 0-8-16,9 0 10 15,6 0-4-15,6 0 5 16,3 0 4-16,0 0-14 16,0 0-2-16,0 0-2 15,0 0-6-15,0 7-1 16,0 16 6-16,0 5 3 15,0 7 4-15,0-1-2 16,0-2-2-16,0 0 0 0,0-6 0 16,-6-2 1-16,-3-6 1 15,1-5-2-15,5-7 3 16,3-3-2-16,0-3-1 16,0 0-1-16,4 0-13 15,20-4 14-15,15-8 7 16,11-1-5-16,7 4-2 15,-1 5-17-15,-4 4 6 16,-8 2 6-16,-13 18-3 16,-12 9 2-16,-13 3 1 15,-6 2 5-15,0 3 0 16,-22-4 17-16,-8 0 22 0,-8-6 4 16,-7-1-12-1,-2-5 1-15,0-4-12 0,2-1-8 16,5-5-9-16,4-2-3 15,7-5-1-15,7-3-17 16,11-1-67-16,7-11-69 16,4-21-153-16,2-14-354 15</inkml:trace>
  <inkml:trace contextRef="#ctx0" brushRef="#br2" timeOffset="172730.44">8125 9806 798 0,'0'0'101'0,"0"0"-88"16,0 0-12-16,0 0-1 15,0 0 37-15,0 0 61 16,55 116-52-16,-40-72-29 16,-3-10-1-16,1-6-7 15,-3-8-2-15,0-8-7 16,2-8 6-16,-2-2-4 0,2-2 10 16,1 0-9-1,1-17 1-15,-1-7 0 0,-1-10-2 16,-2-6 0-16,-3 0-2 15,-3 4-8-15,-1 11 7 16,-3 14 2-16,0 11 16 16,0 1 2-16,0 31-18 15,-4 18 23-15,-6 11-3 16,1 5-20-16,3 1 3 16,6-6-4-16,0-6-18 15,0-5-99-15,15-11-98 16,1-13-103-16,4-19-222 15</inkml:trace>
  <inkml:trace contextRef="#ctx0" brushRef="#br2" timeOffset="173196.22">8613 10015 681 0,'0'0'108'16,"0"0"-95"-16,12-93-13 15,-9 62 32-15,-3 7 119 16,0 7-42-16,-3 4-60 63,-124 85 82-32,144-55-127-31,9-1-2 15,3 2-2-15,3 2-14 16,-1 0 6-16,-3 5 0 16,-2 5 5-16,-8 2 3 15,-7-1-5-15,-8-1 4 16,-3-1-3-16,-10-5 4 16,-19 2 4-16,-8-2 9 15,-3-8-5-15,1-5 5 16,8-8-2-16,9-3 19 15,6-2 3-15,7-19-15 16,6-7-18-16,3-11-3 16,0-4-6-16,16 0-41 0,10 1-20 15,7 7-17-15,15 3-65 16,6 2-151-16,5 3-182 16</inkml:trace>
  <inkml:trace contextRef="#ctx0" brushRef="#br2" timeOffset="173647.43">8962 10519 989 0,'0'0'217'0,"0"0"-157"16,0 0-60-16,0 0 2 15,0 0-2-15,0 0 11 16,131-31-9-16,-73 24-1 15,-1 1-2-15,-10 6-2 16,-9 0-171-16,-10 0-155 16,-15 0-97-16</inkml:trace>
  <inkml:trace contextRef="#ctx0" brushRef="#br2" timeOffset="173826.24">9100 10562 1084 0,'0'0'158'0,"0"0"-158"0,0 0-29 16,0 0 29-16,110-30 6 15,-47 21 0-15,5 1-6 16,-5 5 0-16,-10 3-138 16,-16 0-161-16,-18 0-142 15</inkml:trace>
  <inkml:trace contextRef="#ctx0" brushRef="#br2" timeOffset="173983.99">9153 10728 981 0,'0'0'232'0,"0"0"-232"0,0 0-112 16,0 0 109-16,0 0 3 15,120 0 0-15,-56 0-5 16,1-2-209-16,-3-4-105 15</inkml:trace>
  <inkml:trace contextRef="#ctx0" brushRef="#br2" timeOffset="174276.95">9833 10266 1028 0,'0'0'139'0,"0"0"-77"16,0 0-50-16,0 0 9 16,0 0-6-16,0 0-12 15,-13 93 63-15,22-27-35 16,-1 2-23-16,1-2-7 0,-3 0 0 15,-3-3-2 1,-1-1-51-16,-2-2-48 0,0-13-148 16,0-11-164-1</inkml:trace>
  <inkml:trace contextRef="#ctx0" brushRef="#br2" timeOffset="175439.65">9163 10703 538 0,'0'0'176'0,"0"0"-94"15,0 0-24-15,0 0 67 16,0 0-30-16,0 0-79 16,0-10-16-16,12 10-5 0,8 0 5 15,13 0 2-15,9 7-2 16,7-1-163-16,2-3-175 16</inkml:trace>
  <inkml:trace contextRef="#ctx0" brushRef="#br2" timeOffset="176183.1">9076 11022 430 0,'0'0'192'0,"0"0"-141"16,0 0-27-16,0 0 2 15,0 0 12-15,97-18-4 0,-55 9-12 16,6 2-13 0,8-4-7-16,4 2-1 0,10-1-1 15,6-4-11-15,0-6-168 16,-4-1-113-16</inkml:trace>
  <inkml:trace contextRef="#ctx0" brushRef="#br2" timeOffset="176745.36">10325 10187 580 0,'0'0'212'16,"0"0"-105"-16,0 0-64 15,0 0 11-15,0 0-3 16,0 0-16-16,-80 47 0 16,61 7 14-16,5 16-1 15,4 8-24-15,4 5-6 16,6-4 9-16,0-7-21 0,4-5-6 16,14-13 0-16,4-10-3 15,5-15-3-15,-2-9-75 16,3-11-33-16,2-9-85 15,-3 0-92-15</inkml:trace>
  <inkml:trace contextRef="#ctx0" brushRef="#br2" timeOffset="178044.3">10409 10450 890 0,'0'0'157'15,"0"0"-128"-15,0 0-25 0,0 0-4 16,0 0 6 0,0 0-5-16,52 29 18 0,-31 11 45 15,-4 6-27-15,-3-1-17 16,-7-3-8-16,-1-6-8 16,-3-7 4-16,-2-9 1 15,-1-4-5-15,0-10 3 16,0-5-6-16,3-1 12 15,-3 0 27-15,1 0 10 16,-1-16-24-16,0-15-26 16,2-10-7-16,2-3 7 15,5-1-2-15,3 7-3 0,5 12-5 16,-3 10 3-16,2 12 6 16,-1 4-6-16,-4 5-2 15,3 16 5-15,1 1 3 16,0 0 1-16,-2-1 1 15,-3-2 0-15,-3-6-1 16,-2-2 0-16,-3-9 0 16,-2 0 0-16,2-2 0 15,-2 0 7-15,0 0 6 16,0-4-2-16,1-13-3 16,1-6-8-16,1-5 0 15,4-3 0-15,0 0 0 16,4 3-2-16,1 3 1 0,-2 11-4 15,-4 7 3 1,-2 7 2-16,-1 0-7 0,2 16-9 16,3 12 16-16,2 5 15 15,1 0-4-15,0 0-7 16,1-5 1-16,1-7-3 16,3-5 0-16,0-7 1 15,1-5-3-15,0-4 4 16,1-4-3-16,0-16-1 15,-1-5-2-15,-2-4-9 16,-3-4 2-16,-5 4 8 16,-6 6 0-16,-1 9 1 15,0 8 3-15,0 6 2 16,0 0-5-16,0 2-5 0,0 16-1 16,0 6 6-16,2 0 0 15,5 0 2-15,1-6-2 16,3-3 0-16,-1-1 0 15,0-7 0-15,1-1 0 16,-3-3-2-16,1-3-4 16,1 0 1-16,1 0-5 15,6-6 7-15,-2-4-3 16,0-3-10-16,-4 9 8 16,-2-2 3-16,-4 3 3 15,-1 2 2-15,-3-1 0 16,-1 2-3-16,0 0 0 15,0 0-2-15,0 0-5 16,0 0 10-16,0 0 5 16,0 0 3-16,0 0 19 0,0 0 9 15,0-8 18-15,0-1 12 16,-3-3-60-16,-2 2-4 16,0 0 5-16,1 3 9 15,1 1-9-15,1-1-7 16,2 1 4-16,0 0-4 15,0 0-3-15,0 0 3 16,0 0 0-16,0 0 0 16,0 1 2-16,0 3 2 15,0-2-2-15,0 4-2 16,0 0 4-16,0-1 1 16,0-1 1-16,0 0 8 0,-1 0-5 15,1-3-7-15,-4 4 1 16,2-1 7-16,2 2-9 15,-3 0-1-15,2 0-6 16,-2 0 5-16,-1 0 0 16,-1-1 2-16,-3-3 4 15,-4 2-1-15,-1-5-2 16,-1 3 1-16,2-5-1 16,1 0 0-16,2-3-2 15,1 0 0-15,1 1 0 16,4 4 3-16,-1 2-3 15,4 3 0-15,0 2-11 0,0 0-64 16,0 4-74-16,16 9 43 16,7 7-38-16,0-6-230 15,1 2-45-15</inkml:trace>
  <inkml:trace contextRef="#ctx0" brushRef="#br2" timeOffset="178394.49">11269 10508 800 0,'0'0'267'0,"0"0"-247"16,0 0-19-16,0 0 23 0,0 0 32 16,-34 85-13-16,34-59-25 15,0-6 6-15,4-7-17 16,6-2-5-16,0-10-2 15,4-1 7-15,0 0 13 16,2-14 0-16,1-10-4 16,-5-1 1-16,-8-8 50 15,-4-7 0-15,0-4-6 16,-18-4-11-16,-5-2-17 16,-4 4-23-16,1 6 8 15,0 11-6-15,6 9-12 16,8 11-1-16,8 5-16 15,4 4-51-15,0 0-114 16,20 0-88-16,11 5-5 16,9-1-116-16</inkml:trace>
  <inkml:trace contextRef="#ctx0" brushRef="#br2" timeOffset="178663.09">11501 10251 951 0,'0'0'259'16,"0"0"-248"-16,0 0-4 15,0 0 2-15,0 0 1 16,0 0 45-16,103-8-9 16,-56-4-32-16,1 0-6 15,-3 0-7-15,-8 3 2 16,-10 5 0-16,-10 4-2 16,-7 0 18-16,-4 16 23 0,0 16 16 15,-5 10 12-15,-1 8-27 16,0 2-22-16,0 3 0 15,0-2-21-15,-1-2 1 16,-3-7-1-16,4-3-41 16,0-8-92-16,0-11-94 15,7-13-240-15</inkml:trace>
  <inkml:trace contextRef="#ctx0" brushRef="#br2" timeOffset="178910.95">12004 9959 769 0,'0'0'652'0,"0"0"-623"16,0 0-29-16,0 0-5 16,0 0 5-16,91 108 22 15,-56-37 16-15,-6 12 5 16,-14 4-23-16,-15 3-11 15,0-6-4-15,-20-4-5 16,-15-7-5-16,-12-2-14 16,-13-4-98-16,-13-4-92 0,-16-6-328 15</inkml:trace>
  <inkml:trace contextRef="#ctx0" brushRef="#br2" timeOffset="179734.12">7483 10711 986 0,'0'0'278'0,"0"0"-217"16,0 0-55-16,0 0-5 0,0 0 4 16,0 0-5-16,0-2-7 15,0 2-5-15,0 10-72 16,-10 0-131-16,-19-6-326 15</inkml:trace>
  <inkml:trace contextRef="#ctx0" brushRef="#br2" timeOffset="180394.88">7189 10398 114 0,'0'0'884'0,"0"0"-787"16,0 0-88-16,0 0 57 15,0 0 8-15,0 0-1 16,-42-58-46-16,32 55-4 15,-5-2 3-15,-2 3-18 16,-3 1 0-16,-4 1-8 16,3 0 6-16,4 0 4 15,7 0 1-15,5 0-1 0,5 0-10 16,0 0 0-16,0 0-8 16,0 5-6-16,0 17 14 15,0 10 6-15,0 8-4 16,0 1 0-16,0 1 0 15,0-1-2-15,0-4 2 16,0-5-1-16,0-7-1 16,0-7 3-16,0-7-3 15,0-7 9-15,0-2-2 16,0-2-4-16,0 0 5 16,0 0-3-16,0 0-3 15,4 0-2-15,6-5 6 16,9-4-4-16,7 5-1 15,4 0-1-15,5 4-2 16,-2 5-3-16,4 21 3 0,-2 6 1 16,-8 8-5-16,-4 1 5 15,-11-4 2-15,-8-7 4 16,-4-6 26-16,-9-4 3 16,-18-3-1-16,-10 0 6 15,-4-1-25-15,-4-5-5 16,-4-2-9-16,4-9-4 15,0 0-53-15,8-7-78 16,7-19-13-16,11-15-164 16,15-16-321-16</inkml:trace>
  <inkml:trace contextRef="#ctx0" brushRef="#br2" timeOffset="180694.36">7251 10096 1104 0,'0'0'109'0,"0"0"-109"15,0 0-4-15,115-56 4 16,-73 56 5-16,-7 0-5 16,-13 18-3-16,-11 12-9 15,-9 2 10-15,-2 1 2 16,-9-1 14-16,-12-7 19 15,3-7 3-15,4-8 34 0,11-5-9 16,3-5-32-16,0 0-20 16,21 0-9-16,20 0 13 15,18-5-13-15,17-3-24 16,11 0-119-16,5 2-53 16,-4 0-265-16</inkml:trace>
  <inkml:trace contextRef="#ctx0" brushRef="#br2" timeOffset="181530.52">9989 10729 784 0,'0'0'304'15,"0"0"-258"-15,0 0-30 16,0 0 42-16,0 0-16 15,0 0-33-15,0 1-9 16,0-1-2-16,0 2-65 16,-5-2-120-16,-7 0-179 15</inkml:trace>
  <inkml:trace contextRef="#ctx0" brushRef="#br2" timeOffset="182210.83">10133 10363 896 0,'0'0'192'0,"0"0"-174"16,0 0 56-16,0 0-6 0,0 0-20 15,0 0-13 1,-34-31-16-16,26 28-4 0,0 1-7 16,-2 0-8-16,0 2 0 15,0 0 4-15,1 0-4 16,2 0 2-16,1 0-2 16,3 0 0-16,1 0-2 15,2 0 0-15,0 0-2 16,0 0 1-16,0 0-2 15,0 0 5-15,0 0 0 16,0 0 0-16,0 0 0 16,3 7 0-16,4 8 3 15,-4 1 0-15,1 4-3 16,-3 1 0-16,2 3 5 0,1 0-3 16,-2 3-1-1,-1 2 3-15,-1-1-1 0,0 1 4 16,0-5-3-16,0-7-1 15,0-4 1-15,0-8-1 16,5-1 2-16,2-2-4 16,6 1 1-16,4-3 5 15,5 0-2-15,1 1 0 16,2 2-5-16,-1 2 3 16,-2 3-6-16,-2-1 2 15,-5 3-1-15,-5 2 1 16,-6 3-4-16,-2 2 5 15,-2 1 6-15,0-1 16 16,-9 0 9-16,-13 3-1 16,-5-2-2-16,-8 0-22 0,-2-2-5 15,0-5 9-15,5-4-10 16,7-3 0-16,10-4-72 16,9-4-32-16,6-20-49 15,0-13-377-15</inkml:trace>
  <inkml:trace contextRef="#ctx0" brushRef="#br2" timeOffset="182543.7">10166 9996 1151 0,'0'0'90'16,"0"0"-60"-16,7-90-22 15,15 69 4-15,2 5-11 16,4 7 9-16,-5 9-6 16,-5 0-3-16,-9 22-2 15,-7 11 4-15,-2 9-2 16,-12 1 22-16,-12-1 14 16,-1-6 2-16,3-9-16 15,11-10 1-15,6-8-1 16,5-9 11-16,0 0-6 0,5 0-28 15,22 0 6-15,12-15-12 16,12-1-33-16,5-2-114 16,2 2-108-1,-9 1-252-15</inkml:trace>
  <inkml:trace contextRef="#ctx0" brushRef="#br1" timeOffset="187144.64">13487 9888 925 0,'0'0'252'0,"0"0"-235"0,0 0 2 16,0 0-2-16,0 0 59 15,0 0-16-15,0 0-27 16,-17-6 12-16,-10 6-25 15,-8 0-10-15,-2 0 0 16,-2 0-7-16,5 0 27 16,2 0-12-16,7 0-8 15,6-3 6-15,9 0-10 0,7 2 0 16,2 1-4 0,1 0-2-16,0 0-10 0,0 0-9 15,0 9 9-15,0 20 10 16,0 7 4-16,0 7 2 15,0 2-5-15,0-1 1 16,-10-3-1-16,1-9 1 16,0-6 0-16,3-9-1 15,4-9 0-15,0-4 1 16,2-4-2-16,0 0 0 16,0 0-12-16,0 0 5 15,21-4 7-15,9-9-3 16,10 1 7-16,4 9-4 15,-1 3 0-15,-3 0-6 16,-5 17 3-16,-5 10 3 0,-8 3-4 16,-9 4 3-16,-10 2 1 15,-3 2 1-15,-13-2 10 16,-19 1 12-16,-9 0 10 16,-8-4-8-16,-1-3 0 15,0-9-2-15,5-5-19 16,6-5 0-16,13-8-4 15,5-3-5-15,7 0-28 16,8-26-78-16,6-12-175 16,7-12-200-16</inkml:trace>
  <inkml:trace contextRef="#ctx0" brushRef="#br1" timeOffset="187759.92">13681 9463 1027 0,'0'0'141'0,"0"0"-102"15,0 0-36-15,0 0 18 16,0 0 62-16,0 0-27 15,-12-12-37-15,-7 12 14 16,-8 0-15-16,-1 3 9 16,-2 0-15-16,4-2 7 0,2-1 4 15,7 0-8-15,4 0-4 16,6 0-7-16,6 0-2 16,1 0-2-16,0 0-15 15,0 0 7-15,1 0-3 16,12 0 10-16,5 9 1 15,-4 2 0-15,-4-1 3 16,-1 7-7-16,-6 1 2 16,-3 3 2-16,0 3 0 15,0-1 3-15,-5-6-3 16,-3-1 0-16,1-8 0 16,4-5 0-16,3-1 3 0,0-2 2 15,0 0-5-15,3 0-34 16,17-5 23-16,12-5 11 15,3 1 0-15,2 6 0 16,-4 3-10-16,-6 0 4 16,-7 15 4-16,-5 9-9 15,-9 2 11-15,-6 3 0 16,0 3 0-16,-4 0 3 16,-16-2 11-16,-5-2 2 15,-4-2-10-15,-1-5 2 16,4-4-8-16,7-7-1 0,7-8-78 15,11-2-86 1,1-18-147-16,1-18-539 0</inkml:trace>
  <inkml:trace contextRef="#ctx0" brushRef="#br1" timeOffset="188044.04">13861 9594 910 0,'0'0'124'15,"0"0"-121"-15,0 0-2 16,2 93 12-16,18-80 27 16,8-7-29-16,8-6 9 15,0-3-8-15,1-18-3 16,-10-4-2-16,-13-7-6 0,-10-1 20 16,-4 0 93-16,-11-1-43 15,-20 2-22-15,-4 3-44 16,-2 6-2-16,4 9-6 15,6 7-11-15,7 7-19 16,5 3-54-16,3 18-62 16,8 8-41-16,1 3-95 15,3 1-149-15</inkml:trace>
  <inkml:trace contextRef="#ctx0" brushRef="#br1" timeOffset="188309.17">14132 10102 1245 0,'0'0'266'0,"0"0"-251"16,0 0-9-16,0 0-6 16,95-11 10-16,-43 8-10 15,3 2 0-15,-3 1-88 0,-14 0-154 16,-14-3-320 0</inkml:trace>
  <inkml:trace contextRef="#ctx0" brushRef="#br1" timeOffset="188458.81">14220 10228 1315 0,'0'0'166'0,"0"0"-166"16,0 0-86-16,89-6 86 16,-39 5 0-16,-1 1-191 15,-9 0-284-15</inkml:trace>
  <inkml:trace contextRef="#ctx0" brushRef="#br1" timeOffset="188608.97">14164 10415 1199 0,'0'0'321'0,"0"0"-321"16,0 0-99-16,0 0 99 15,140-59 1-15,-78 44-1 16,-2 4-200-16,-8 2-186 15</inkml:trace>
  <inkml:trace contextRef="#ctx0" brushRef="#br1" timeOffset="189941.45">19713 2217 859 0,'0'0'120'0,"0"0"-110"16,0 0-7-16,-92 25 3 16,65-23 56-16,0-2 44 15,-3 0-50-15,0-8-21 16,2-9 19-16,1-4-31 15,9-6-20-15,8-7 4 0,8-6-5 16,2 0 2-16,9 4-3 16,19 9-2-16,3 10 0 15,1 13-2-15,0 4-4 16,-6 28-1-16,-2 16 0 16,-9 12 6-16,-8 9 2 15,-7 1 7-15,-2 0 0 16,-23-2 0-16,-5-6 6 15,-7-12-13-15,-5-7 0 16,-3-7 26-16,-4-8-8 16,1-9-8-16,7-12-7 15,7-3 7-15,9-10-7 0,10-22 7 16,6-10-10 0,9-6-8-16,2 1 2 0,22 8 0 15,12 10 2-15,6 15 2 16,5 11 1-16,6 3 1 15,1 14-4-15,-2 15 0 16,0 6 0-16,-9 3 2 16,-5 2-2-16,-4 1 1 15,-4-3-14-15,0-6-120 16,-3-13-137-16,1-13-118 16</inkml:trace>
  <inkml:trace contextRef="#ctx0" brushRef="#br1" timeOffset="190541.69">20181 2073 636 0,'0'0'633'0,"0"0"-631"15,0 0-2-15,0 0 0 16,0 0 18-16,0 0 4 15,-69 24-7-15,44-16 5 16,-2 0-2-16,4-4-6 16,1-4-3-16,2 0-5 0,3 0 8 15,2-1-5 1,2-9-3-16,6 4-1 0,4-2-3 16,3 4-5-16,0 0 5 15,0 2-3-15,0 1 2 16,0 1-5-16,6 0-2 15,1 0 5-15,0 0-4 16,-5 14-2-16,-2 7 5 16,0 4-1-16,0 2 5 15,0 0 4-15,-7-5-3 16,1-4 3-16,0-6 1 16,5-5-2-16,1-4-3 15,0-3 4-15,0 0-2 16,3 0 6-16,20-6-8 15,13-6 8-15,9 1-6 0,7 2-1 16,-3 9-2 0,-1 0-1-16,-7 7 2 0,-6 15-3 15,-10 7-4-15,-9 2 4 16,-13 2-2-16,-3-2 5 16,-3-5 18-16,-21 0 4 15,-3-5 12-15,-4-1-5 16,0-5-10-16,3-6-14 15,7-5-2-15,2-4-3 16,7 0-42-16,4-1-82 16,8-19-69-16,0-5-238 15,13-9-172-15</inkml:trace>
  <inkml:trace contextRef="#ctx0" brushRef="#br1" timeOffset="191058.02">20765 1950 524 0,'0'0'162'0,"0"0"-85"0,0 0 48 16,0 0 58-16,0 0-108 15,0 0-55-15,-96 40 2 16,76 21 7-16,4 10 12 15,12 5-27-15,4 1 0 16,0-4-14-16,7-8-5 16,15-6 5-16,9-8-35 15,9-11-69-15,6-12-97 16,-3-15-123-16</inkml:trace>
  <inkml:trace contextRef="#ctx0" brushRef="#br1" timeOffset="191878.11">20933 2155 319 0,'0'0'663'0,"0"0"-567"0,0 0-96 16,0 0-6-16,0 0 6 15,0 0 12-15,62 43 3 16,-35-12 14-16,-5 0-9 15,-6 0-4-15,-4-2-8 16,-8-6-5-16,-3-6 3 16,-1-8-4-16,0-6 4 15,0-2-1-15,0-1 10 0,0 0 7 16,0-17 3 0,0-13-25-16,0-7-14 0,3-1 5 15,10 6 2-15,6 8 3 16,1 8 1-16,2 8-2 15,-4 8 3-15,0 0-4 16,-2 13 0-16,-1 11 3 16,-4 6 3-16,-1 1 3 15,-3 1 3-15,-2-4 7 16,-4-5-3-16,2-8-6 16,-2-7 2-16,-1-5-1 15,0-3 1-15,2 0 6 16,3 0 3-16,2-16 19 15,3-8-28-15,1-6-4 16,2 2-2-16,3 4 0 0,-3 4 0 16,2 6 0-16,0 7-12 15,-3 7 11-15,1 0-7 16,0 0-1-16,1 6 8 16,1 5 0-16,0-2 1 15,2-3 0-15,-1-4 2 16,3-2-1-16,1 0 3 15,2 0-2-15,-2-8 3 16,-2-3-5-16,-3 0 0 16,-2-2 0-16,-3 4-9 15,-1 1 5-15,-4 8 3 16,-2 0-8-16,2 0 1 0,2 9 3 16,3 8 3-1,2 1 1-15,3-2 1 0,3-2 0 16,1-4 3-16,-1-5-1 15,-3-1 2-15,-3-4 2 16,-6 0 10-16,-2-2 45 16,-4-13 16-16,0-6 18 15,0-4-30-15,-9 1-18 16,-9-3-8-16,-6 3-27 16,-2 5-8-16,0 2-4 15,3 6-6-15,8 2-14 16,7 5-45-16,8 4-57 15,0 0-81-15,5 0-168 16,15 0-15-16</inkml:trace>
  <inkml:trace contextRef="#ctx0" brushRef="#br1" timeOffset="192158.41">21866 2062 1135 0,'0'0'185'15,"0"0"-161"-15,0 0 10 16,0 0 24-16,0 0-24 15,0 0-19-15,63-37-12 16,-31 24-2-16,-2 2 3 16,-6 5-3-16,-10 4-1 15,-5 2 1-15,-2 0-1 0,-1 1 0 16,4 15 6 0,-1 7 16-16,-1 7-16 0,-3 8 7 15,-1 4-7-15,-3 3 0 16,3 0-6-16,-3 0 0 15,4-1 0-15,2-8-77 16,1-8-66-16,4-11-121 16,2-15-285-16</inkml:trace>
  <inkml:trace contextRef="#ctx0" brushRef="#br1" timeOffset="192392.55">22239 1844 1118 0,'0'0'171'0,"0"0"-167"16,0 0 3-16,0 0-7 15,0 0 3-15,0 0 9 16,120 128 36-16,-93-64-31 16,-9 4-3-16,-14 3-14 15,-4-1-1-15,-14 1 0 16,-16-2-49-16,-11-4-48 15,-10-6-130-15,-9-10-110 16,-10-6-136-16</inkml:trace>
  <inkml:trace contextRef="#ctx0" brushRef="#br1" timeOffset="193791.14">14976 9792 1067 0,'0'0'103'15,"0"0"-103"-15,0 0-7 16,0 0 7-16,-8 90 12 16,-2-50 6-16,-2 4-11 15,-3-6 2-15,-3-4-2 16,-4-6-4-16,1-7-3 15,5-9 5-15,6-8 1 16,5 0-2-16,5-4 23 16,0 0-10-16,0 0-14 15,0 0-3-15,0 0-10 16,7 7 1-16,8 1 9 0,7-1 4 16,8-1-1-16,5-5-3 15,5-1 1-15,-2 0 4 16,-3-12-5-16,-6-3 8 15,-11-1-3-15,-4-2-1 16,-6-4-3-16,-6-2 3 16,-2-5 1-16,0-2-1 15,0 0 6-15,-2 6-1 16,-2 9 23-16,1 12 26 16,2 4-12-16,-1 5-46 15,1 27-12-15,-3 17 12 16,1 10 6-16,1 5-4 15,-1-3-2-15,1-2 0 0,2-3-41 16,0-9-58-16,0-9-83 16,0-18-190-16,0-18-391 15</inkml:trace>
  <inkml:trace contextRef="#ctx0" brushRef="#br1" timeOffset="194053.88">15446 9687 1170 0,'0'0'171'0,"0"0"-161"16,0 0 16-16,0 0 52 15,0 0-48-15,0 0-26 16,-48 82 18-16,42-18 7 15,5 3-25-15,1 2-3 16,0-2 0-16,7-7-1 16,4-6 0-16,6-6-77 15,3-6-40-15,3-13-85 16,3-13-263-16</inkml:trace>
  <inkml:trace contextRef="#ctx0" brushRef="#br1" timeOffset="195041.06">15582 9885 842 0,'0'0'350'0,"0"0"-309"16,0 0-40-16,0 0-1 16,0 0 4-16,0 0 18 15,85 47-5-15,-65-5 19 16,-4-4-15-16,-3-1-11 15,-6-5 4-15,-3-8-9 16,-2-6-5-16,-2-6 4 16,0-7-2-16,0-2-1 15,0-3 8-15,0 0 2 0,0-10 9 16,0-18-17-16,1-11-3 16,10-8-15-16,2 2 6 15,3 6-1-15,4 9 5 16,0 9 1-16,2 13 3 15,-3 8 1-15,-3 2-6 16,3 25 2-16,-2 7 4 16,-3 7 11-16,2-1 4 15,-4-2-8-15,-2-6 4 16,-3-8-1-16,2-7-5 16,-4-8-2-16,-3-6-3 15,-1-3 4-15,1 0 6 16,1 0-1-16,4-14 6 15,3-15-10-15,3-4-4 16,-3 0-2-16,0 5 0 0,1 5 1 16,-3 8 0-16,1 7-1 15,-2 7 0-15,2 1-1 16,1 3-6-16,2 14 8 16,1 2 8-16,2 2 1 15,0-3-7-15,1-2-1 16,-3-5 1-16,1-3-1 15,0-4-1-15,3-2-5 16,3-2-40-16,2 0-42 16,1-12-8-16,2-10-36 15,-4-3-13-15,-2 2 60 16,-7 7 72-16,-5 7 12 0,-4 6 10 16,-3 3 31-16,1 0 0 15,5 0-37-15,2 1 0 16,0 14 0-16,2 8 27 15,0 1 32-15,2 3-25 16,3-3-14-16,0-1-10 16,1-8-10-16,-3-6 2 15,-3-5 1-15,-2-4 1 16,0 0 13-16,1 0 22 16,1-11 3-16,-3-6-26 15,-1-3-7-15,-5-4 20 16,-1-3 1-16,0-4-8 15,-10-6 27-15,-9 0-25 0,-3-5-13 16,2-2 0 0,0 2-2-16,3 4 9 0,7 7-8 15,4 7-6-15,2 7 1 16,2 8-8-16,2 3 1 16,-1 5-2-16,-1 1 1 15,2 0-2-15,0 0-12 16,0 0-30-16,0 0-77 15,0 3 24-15,0 10 32 16,0 2-81-16,9 2-81 16,2-2-39-16,1 1-23 15</inkml:trace>
  <inkml:trace contextRef="#ctx0" brushRef="#br1" timeOffset="195424.43">16656 9772 776 0,'0'0'180'0,"0"0"-88"15,0 0 5-15,0 0 16 16,0 0-32-16,0 0-51 15,0 0-10-15,0-18-18 16,0 18 4-16,11 0-6 0,5 0 4 16,9 0 6-16,6-3 2 15,4-4-11-15,-4-2 0 16,0 0 0-16,-7 2 2 16,-10 2-3-16,-7 3 1 15,-7 2-1-15,0 0 0 16,0 19 2-16,0 11 59 15,0 10 5-15,-4 12-46 16,-2 6-12-16,-3 0-7 16,4-5-1-16,1-5-14 15,4-7-120-15,0-12-46 16,4-15-253-16</inkml:trace>
  <inkml:trace contextRef="#ctx0" brushRef="#br1" timeOffset="195688.44">17064 9579 1274 0,'0'0'126'0,"0"0"-126"0,0 0-53 15,0 0 53 1,0 0 12-16,112 90 19 15,-80-38-7-15,-12 9 12 0,-13 7-2 16,-7 0-13-16,-5-3-8 16,-20-10-11-16,-5-8-2 15,-1-9-2-15,5-8-121 16,1-14-50-16,3-8-256 16</inkml:trace>
  <inkml:trace contextRef="#ctx0" brushRef="#br1" timeOffset="195990.88">17549 9300 1225 0,'0'0'210'15,"0"0"-210"-15,0 0 12 16,-36 141-12-16,36-52 44 16,10 13 30-16,11 7-29 15,1 2-21-15,-4-1-5 16,-4-9-15-16,-8-14-4 16,0-18 0-16,-5-15-30 15,-1-19-55-15,0-18-92 16,0-17-65-16,-10 0-336 15</inkml:trace>
  <inkml:trace contextRef="#ctx0" brushRef="#br1" timeOffset="196957.95">17479 9205 1283 0,'0'0'78'0,"-105"-3"-78"16,34 3 0-16,-10 0 8 15,-15 0 74-15,-14 0-7 16,-21 5-33-16,-19 2-8 0,-24 1-29 16,-21 1 4-1,-21-2 6-15,-17 1-12 0,-19 3 20 16,-9 5 1-16,-14 3-4 15,-20 7-20-15,1-2-2 16,6-4 2-16,26-5 6 16,31-6-6-16,27-5-1 15,22-4 0-15,20 0 1 16,26-5 4-16,29-14-3 16,27-2 3-16,23 0-1 15,16 4 1-15,10 1-2 16,11 7-1-16,7 3 3 0,4 3-4 15,2 2-1-15,0-2 1 16,-3 0 0-16,0 1 1 16,-4-1-1-16,0 0 0 15,-2 0 0-15,-2 1-1 16,-1-2 0-16,3 2 1 16,2 0 0-16,0-1 0 15,1 1 0-15,3 0 0 16,2 2 0-16,0 0-1 15,2 0 0-15,3 0 1 16,3 0 0-16,0 0 3 16,0 0-3-16,0 0 0 15,-1 0 1-15,1 0 6 16,0 0-6-16,0 0 5 0,0 5-6 16,0 24-12-16,0 17 12 15,0 22 5-15,6 16-3 16,10 17 4-16,-2 23-4 15,-4 20 2-15,0 12 1 16,-1 9-4-16,-1-9 0 16,-1-12-1-16,0-14 2 15,-4-14-4-15,-3-19 3 16,0-16-1-16,0-25 1 16,0-21-1-16,0-19 0 15,0-14 0-15,0-2-7 16,3 0 6-16,17 0 2 15,15-13 6-15,22-7 6 16,20 0-13-16,17 0 0 0,21 2-1 16,25 3 1-16,29 5-3 15,31 3 5-15,31 5-2 16,37 0 10-16,30-3-8 16,23-3-2-16,16-5 0 15,11-3 0-15,5-5 3 16,-4-7-3-16,-7 2 0 15,-23-1 4-15,-30 2-1 16,-38 7-3-16,-47 3-4 16,-45 6 4-16,-51 4-2 15,-38-1-18-15,-31 3-35 16,-26-5-27-16,-13-3-21 0,-15-4-22 16,-31-7-207-1,-23-6-363-15</inkml:trace>
  <inkml:trace contextRef="#ctx0" brushRef="#br1" timeOffset="202308.68">2675 2694 928 0,'0'0'162'16,"0"0"-110"-16,0 0-50 16,0 0 6-16,0 0 0 15,0 0 0-15,0 0 30 16,-19 80-1-16,11-35-18 0,-2 1-9 16,-4-4-10-16,1-6 0 15,-2-4 12-15,0-7-11 16,0-2 17-16,1-7-6 15,3-4-6-15,4-4-1 16,5-6-3-16,2-2 4 16,0 0-6-16,0 0 0 15,6 0-9-15,12 2 5 16,10 4 4-16,11-4 4 16,6-2-2-16,4 0-2 15,-1 0 0-15,-6-8-10 16,-9-1 5-16,-6 0 6 15,-11-1-2-15,-4-1 1 16,-6-2 0-16,-5-3 0 16,-1-4 7-16,0 2-5 0,-8-1 4 15,-6 2 16 1,1 6-4-16,5 4 11 0,1 3 4 16,4 4 14-16,3 0-35 15,0 0-12-15,0 26-21 16,0 16 16-16,0 21 5 15,6 11 7-15,2 4-4 16,1-1 2-16,-2-7-5 16,1-5-16-16,0-8-72 15,4-8-48-15,-1-17-132 0,3-17-196 16</inkml:trace>
  <inkml:trace contextRef="#ctx0" brushRef="#br1" timeOffset="202520.11">3119 3194 1068 0,'0'0'209'0,"0"0"-209"16,0 0-45-16,0 0 45 15,127-10 19-15,-63 2 3 16,6 1-9-16,0-2-10 15,0-2-3-15,-2 2-6 16,-10-2-129-16,-8 1-141 0,-15-1-74 16</inkml:trace>
  <inkml:trace contextRef="#ctx0" brushRef="#br1" timeOffset="202743">3405 2895 818 0,'0'0'177'16,"0"92"-164"-16,8-23 14 0,2 4-14 16,0 0 11-16,0-6-2 15,2-3-15-15,-3-9-7 16,1-5-15-16,0-8-143 15,-2-12-228-15</inkml:trace>
  <inkml:trace contextRef="#ctx0" brushRef="#br1" timeOffset="203005.46">3885 2825 1257 0,'0'0'0'0,"0"0"-33"16,0 0 33-16,18 107 32 16,-6-52 1-16,1 5-16 15,1 6 3-15,-4 0-19 16,-4 1-1-16,1-4-2 15,0-8-94-15,1-8-131 16,4-14-117-16</inkml:trace>
  <inkml:trace contextRef="#ctx0" brushRef="#br1" timeOffset="203298.67">4483 3066 1321 0,'0'0'131'15,"0"0"-131"-15,0 0-37 16,0 0 26-16,0 0 11 15,0 0 14-15,149 25-3 0,-73-21-10 16,0-4-1-16,-5 0 0 16,-10 0-81-16,-12-9-42 15,-12 0-83-15,-17 0-136 16</inkml:trace>
  <inkml:trace contextRef="#ctx0" brushRef="#br1" timeOffset="203499.18">4725 2970 1204 0,'0'0'31'0,"0"0"-27"0,-9 108-4 16,9-57 6-16,6 4 7 15,11-1-5-15,4-1-8 16,0-6-31-16,1-6-111 15,0-8-166-15,-4-12-401 16</inkml:trace>
  <inkml:trace contextRef="#ctx0" brushRef="#br1" timeOffset="204091.37">5293 2764 1160 0,'0'0'48'0,"0"0"-48"16,0 0-19-16,0 0 19 15,2 98 67-15,-2-47-32 16,-6-2-21-16,-7 1-8 16,1-3-1-16,-1-4-3 15,2-10-2-15,4-12-19 16,1-8-2-16,6-10-7 16,0-3-1-16,0 0-8 0,0 0-22 15,7-3 33-15,10-6 25 16,5 2-3-16,4 4 1 15,5 1-1-15,0-2-10 16,3 0 12-16,2-4 0 16,3-2-17-16,-4-4-27 15,-3-3-26-15,-11-3 3 16,-7-1 65-16,-11-1 4 16,-3 2 20-16,0-1 22 15,-7 0 51-15,-4 3-6 16,-1 4 10-16,2 8 2 15,3 3-20-15,4 3-15 16,1 3-64-16,2 26 7 0,0 14-7 16,0 14 9-1,0 8-2-15,0 1-4 0,4-3-3 16,7-5-26-16,3-6-65 16,2-8-118-16,2-14-173 15</inkml:trace>
  <inkml:trace contextRef="#ctx0" brushRef="#br1" timeOffset="204265.4">5830 3146 1139 0,'0'0'109'0,"0"0"-109"15,0 0-18-15,132 7 18 16,-73-1 5-16,5-4-3 15,-2 0-2-15,-8-2-39 16,-8 0-256-16,-14 0-221 16</inkml:trace>
  <inkml:trace contextRef="#ctx0" brushRef="#br1" timeOffset="204461.57">6031 2994 806 0,'0'0'432'0,"0"0"-432"16,0 0-29-16,-13 88 29 15,13-31 17-15,0 4 0 16,13 1-14-16,1-4-3 16,6-5-35-16,-2-8-130 15,1-10-253-15</inkml:trace>
  <inkml:trace contextRef="#ctx0" brushRef="#br1" timeOffset="205022.41">6475 2962 1112 0,'0'0'188'0,"0"0"-188"0,0 0-68 16,0 0 68-16,0 0 16 16,0 0-4-16,2 73-7 15,-2-42 3-15,-4 0-8 16,-4-6-2-16,-1-7-33 16,2-8-20-16,4-5 17 15,0-5 38-15,3 0-10 16,0-12 10-16,0-5-76 0,0 4 76 15,2 6 34 1,8 5-12-16,3 2-22 0,7 0-7 16,5 2 7-16,4 7 19 15,1 1-15-15,3-3 3 16,4-2-5-16,0-3 0 16,-2-2 5-16,-5 0-4 15,-10-2-2-15,-8-9-1 16,-7-2 2-16,-5-5 7 15,0-5-6-15,0-1 6 16,-3-3 45-16,-8 0-22 16,0 3-13-16,4 3 2 15,1 9 15-15,2 6 2 16,1 4 2-16,3 2-18 0,0 9-22 16,0 20-6-1,0 14 6-15,0 8 19 0,7 3-15 16,-1 1 0-16,-1-1-4 15,0-3-20-15,0-2-78 16,0-7-93-16,4-15-215 16</inkml:trace>
  <inkml:trace contextRef="#ctx0" brushRef="#br1" timeOffset="205202.64">7044 3156 1267 0,'0'0'141'0,"0"0"-141"16,0 0 0 0,0 0 14-16,116-59 15 0,-67 50-11 15,3 1-15-15,0 2-3 16,-4 4-1-16,-8 2-124 16,-10 0-107-16,-10 0-216 15</inkml:trace>
  <inkml:trace contextRef="#ctx0" brushRef="#br1" timeOffset="205405.03">7142 2881 1310 0,'0'0'49'15,"0"0"-49"-15,0 0 0 16,2 119 6-16,12-63 12 15,2 3-10-15,2 1-2 16,-1-2-6-16,0-5-85 16,1-11-143-16,-7-13-354 15</inkml:trace>
  <inkml:trace contextRef="#ctx0" brushRef="#br1" timeOffset="205630.94">7731 2698 1247 0,'0'0'261'0,"0"76"-261"16,6-9 0-16,1 6 0 15,1-2 2-15,4 5-1 16,-4-2 0-16,0 4-1 15,-4-2-115-15,-4-12-199 16,-2-12-333-16</inkml:trace>
  <inkml:trace contextRef="#ctx0" brushRef="#br1" timeOffset="208020.86">8882 3086 1202 0,'0'0'94'15,"0"0"-94"-15,0 0-32 16,0 0 32-16,114-12 9 15,-57 1-8-15,3 1-2 16,2 2-58-16,-10 4-188 16,-14 2-254-16</inkml:trace>
  <inkml:trace contextRef="#ctx0" brushRef="#br1" timeOffset="208186.11">9081 3228 1278 0,'0'0'39'0,"0"0"-39"16,0 0-166-16,0 0 166 15,0 0 0-15,124 16-22 16,-79-10-273-16,-8-2-187 16</inkml:trace>
  <inkml:trace contextRef="#ctx0" brushRef="#br1" timeOffset="208357.52">9170 3422 1362 0,'0'0'0'0,"0"0"-243"0,0 0 230 16,115-13 12-16,-63 11-40 15,8 2-150-15,2-5-106 16</inkml:trace>
  <inkml:trace contextRef="#ctx0" brushRef="#br1" timeOffset="208694.29">10354 2760 1034 0,'0'0'187'16,"0"0"-115"-16,0 0-66 15,0 0-6-15,0 0-1 16,0 0 1-16,24 123 77 16,2-48-33-16,0 4-34 0,-2-1-9 15,-1-3-1-15,-1-5-30 16,-2-8-59-16,-2-12-96 16,-3-17-207-16</inkml:trace>
  <inkml:trace contextRef="#ctx0" brushRef="#br1" timeOffset="209189.78">10711 2766 1424 0,'0'0'0'0,"0"0"0"0,0 0 0 16,-8 96 17-16,0-53 8 15,-1 2-19-15,-1-1 0 16,-3-3 0-16,-1-8-6 16,-1-8 0-16,4-10-14 15,1-8-4-15,0-7 18 16,3 0-3-16,-1-3 3 16,2-10-40-16,5 5 25 15,1 1 14-15,0 7-1 16,13 0-5-16,11 0 7 0,7 17 0 15,9 1 2 1,4-2 3-16,5-7-3 0,-1-5 2 16,-6-4-3-16,-7 0 1 15,-10-13-2-15,-9-7-19 16,-9-4 6-16,-7-2 13 16,0-2-2-16,-11 2 2 15,-9 2 3-15,1 6 17 16,4 6 2-16,7 5 17 15,3 7 12-15,5 0-51 16,0 22 0-16,0 21-5 16,0 16 5-16,5 6 3 15,5 1-3-15,3-6-28 16,6-3-78-16,-2-7-99 0,1-15-229 16</inkml:trace>
  <inkml:trace contextRef="#ctx0" brushRef="#br1" timeOffset="209461.88">11204 2731 1144 0,'0'0'241'0,"0"0"-203"15,0 0-34-15,0 0 10 0,-56 96 54 16,53-29-11-16,3 4-34 16,1-3-8-16,15-2-13 15,5-2 3-15,2-9-5 16,0-8-42-16,4-12-45 16,4-9-49-16,0-12-84 15,1-14-226-15</inkml:trace>
  <inkml:trace contextRef="#ctx0" brushRef="#br1" timeOffset="210821.37">11375 2886 1228 0,'0'0'81'0,"0"0"-81"15,0 0 0-15,-7 108 43 16,24-52 5-16,2 0-24 15,-1-2-11-15,-1-7-3 16,-6-8-8-16,-2-11 0 16,-6-13 0-16,-3-9 2 15,0-6-2-15,0 0 6 16,0 0 9-16,0-20-17 16,0-11-5-16,0-13-27 15,0-6 27-15,0 1-24 16,0 5 18-16,3 13 11 15,7 13-1-15,0 13-5 16,4 5 6-16,2 12 2 0,5 17 18 16,0 4-2-16,-1 2-14 15,1-4 2-15,-4-4-5 16,-1-9 0-16,-4-4 1 16,-5-9 1-16,-4-5-1 15,-2 0-2-15,-1 0 14 16,2-13 5-16,-1-11-14 15,3-11-5-15,-1-3 1 16,2 0-1-16,2 5 3 16,0 9-3-16,-4 10 1 15,0 8 0-15,-1 5-1 16,1 1 0-16,4 1 0 0,5 17 0 16,3 10 18-16,3 1 1 15,-1 2-12-15,1-4-5 16,1-5 0-16,3-7-1 15,-1-6-1-15,1-7-7 16,0-2-27-16,0-2 9 16,-2-17-18-16,-4-4 14 15,0-3 4-15,-7 2 18 16,-2 3 7-16,-2 5 2 16,-3 5-1-16,-1 7 1 15,-1 2 5-15,2 2-7 16,1 4-5-16,2 18 5 15,4 3 21-15,3 2-9 0,2-5-8 16,1-5 1-16,1-6 0 16,2-8-2-16,-3-3 5 15,0 0-1 1,-4 0 2-16,-5-9 8 0,-3-6 9 16,-3-5 7-16,0-2 3 15,-5-2-1-15,-12 0 6 16,-6-2-8-16,-4 1-7 15,-3-2 2-15,3 4-27 16,4 4 5-16,11 8-5 16,8 4-1-16,4 5-1 15,0 2-11-15,0 0-37 16,16 0-31-16,9 2 35 16,6 3 5-16,1 4-24 0,2 0-42 15,-4 3 20-15,-2 0 45 16,-3 6 41-16,-1 1 0 15,-3 2 2-15,-2 1-2 16,0 1 7-16,-5-1 7 16,0-2 1-16,-2-5-2 15,-6-3 6-15,-2-5-2 16,-1-1 5-16,-3-3 5 16,0-3 11-16,0 0 5 15,0 0 39-15,0-6 9 16,-3-13-47-16,-9-8-28 15,-3-6-3-15,-1-5 0 16,-3-3-5-16,0 1-7 0,3 7 2 16,2 7-2-1,6 8 0-15,3 8-1 0,3 1-19 16,2 3-55-16,0-3-42 16,15 1-61-16,11 0-17 15,2 1-53-15,2-3-36 16,-3 1 38-16,-4-2 179 15,-7 4 66-15,-7 0 114 16,-6 7 111-16,-1-3-40 16,0 3-41-16,1 0-28 15,4 0-15-15,5 0-6 16,2 0-33-16,7 0-15 0,2 6-9 16,2 8-12-16,2 7 1 15,-1 2-7-15,-2 3-5 16,-4 2 5-16,-3 2 12 15,-7 2-9-15,-2-1-7 16,-3 2-5-16,-3-2-11 16,0-2 1-16,-2 1-1 15,0 0-61-15,0 2-66 16,-7-6-124-16,-3-5-271 16</inkml:trace>
  <inkml:trace contextRef="#ctx0" brushRef="#br1" timeOffset="211104.34">12719 2554 1330 0,'0'0'164'15,"0"0"-164"-15,0 0-6 16,0 0 6-16,109 29 42 15,-54 17-10-15,0 15-10 16,-8 9-4-16,-11 6-5 16,-10 5 17-16,-17-1-20 15,-9 5 5-15,-7 0-13 0,-24-2-1 16,-2-9-1 0,0-14-73-16,2-17-41 0,7-16-87 15,2-16-97-15,3-11-308 16</inkml:trace>
  <inkml:trace contextRef="#ctx0" brushRef="#br1" timeOffset="211335.09">13271 2794 1480 0,'0'0'177'0,"0"0"-177"16,0 0-2-16,0 0 2 15,135-15 24-15,-77 15-17 16,-2 2-6-16,-5 8-1 16,-8 2-114-16,-14-5-160 15,-15 1-329-15</inkml:trace>
  <inkml:trace contextRef="#ctx0" brushRef="#br1" timeOffset="211493.1">13425 2969 1621 0,'0'0'17'0,"0"0"-17"16,0 0 0-16,92-7 8 15,-34 4-8-15,4 2 0 16,-7 1-112-16,-20 0-247 15,-22 0-552-15</inkml:trace>
  <inkml:trace contextRef="#ctx0" brushRef="#br1" timeOffset="211643.22">13457 3166 198 0,'0'0'1389'0,"0"0"-1389"16,0 0-102-16,0 0 102 15,0 0 4-15,114 4-4 0,-55-4-67 16,-2 0-125-16,-10 0-306 16</inkml:trace>
  <inkml:trace contextRef="#ctx0" brushRef="#br1" timeOffset="212003.95">14113 2773 1491 0,'0'0'46'0,"-10"93"-46"16,10-30 0-16,2 2 28 16,22 0-2-16,4-6-5 15,2-13-12-15,5-14-9 16,-2-19 1-16,1-13 4 15,0 0-2-15,-5-29 10 16,-2-8 0-16,-5-9-8 16,-12-10 11-16,-10-7 6 15,0-10 11-15,-25-5-19 16,-15 0-13-16,-5 10-2 16,3 16 0-16,5 22-18 15,11 19-6-15,5 11-53 16,11 11-82-16,10 15-78 15,2 0-149-15,23-3-451 16</inkml:trace>
  <inkml:trace contextRef="#ctx0" brushRef="#br1" timeOffset="212270.77">14672 2426 1245 0,'0'0'192'16,"0"0"-163"-16,0 0 74 16,0 0-12-16,0 0-40 15,0 0-40-15,-85 69-8 16,74 8 22-16,8 14-7 0,3 6-13 16,0-1 9-1,12-9-14-15,11-13 0 0,4-9 0 16,7-8-22-16,1-16-46 15,-4-10-78-15,0-14-85 16,-7-16-191-16,-5-1-432 16</inkml:trace>
  <inkml:trace contextRef="#ctx0" brushRef="#br1" timeOffset="213436.82">14838 2772 1150 0,'0'0'241'15,"0"0"-202"-15,0 0-25 0,0 0 10 16,0 0 2 0,0 0 33-16,33 108-10 0,-13-60-37 15,-3-6-3-15,-6-4-7 16,-2-9 1-16,-5-5-3 16,-1-13 0-16,-3-6 2 15,1-5-1-15,1 0 7 16,5-18 5-16,-1-11-13 15,3-10-7-15,2 0 7 16,-2 4 0-16,-1 8-2 16,-2 12 1-16,0 9-5 15,2 6 3-15,2 2-14 16,5 21 17-16,0 8 5 16,0 6 6-16,-4 5-5 0,-2-2-1 15,3-6-3-15,-2-8 3 16,-2-11-5-16,-1-9 1 15,-2-5 3-15,2-1 1 16,-3-4 7-16,5-16-5 16,-1-7-6-16,1-5 1 15,-4-3 0-15,0 2-1 16,-3 6 1-16,1 7-1 16,-2 9-1-16,1 6 6 15,0 5-2-15,0 0-4 16,1 9-1-16,4 11 1 15,1 5 19-15,2-3-16 16,0-2-1-16,1-7-2 0,5-2-11 16,0-7-13-16,4-4-23 15,0 0-12-15,1-1 6 16,0-13-18-16,-2 1 27 16,-7-3 43-16,-2 8 2 15,-4-1 0-15,-2 6-1 16,0 3 2-16,3 0 0 15,2 0 1-15,1 0 6 16,3 3 1-16,0 12-3 16,2-1 4-16,-1 3-3 15,1-2-5-15,-2-3-2 16,1-4 0-16,-1-5 4 0,-1-3 0 16,-1 0-4-1,-1-8 6-15,-1-8 3 0,-4-6-4 16,-4-1 26-16,-1-5 4 15,0 0-7-15,0-2 6 16,-8 3-8-16,-10 1-5 16,-4 4-3-16,-3 3-6 15,-2 6-4-15,4 3-9 16,1 4-6-16,5 6 6 16,5 0-13-16,5 0 0 15,4 4-36-15,3 6-16 16,0 3-7-16,3-2-23 15,20-5-20-15,5-2-6 16,4-4-60-16,0 0-12 16,-2-4 83-16,-4-7 6 0,0-5 104 15,-6 2 80-15,-4 2 76 16,-6 0 38-16,-4 6-75 16,-5 2 0-16,-1 4-43 15,0 0-29-15,2 7-29 16,-1 20-10-16,2 12 62 15,4 4-34-15,-2 4-34 16,5-3 5-16,0-6-1 16,4-5-3-16,-1-10-3 15,1-8 5-15,-3-10-1 0,-1-5 3 16,0 0 2-16,2-17 58 16,-3-11-1-16,-3-7-10 15,-4-4-4-15,-2-3-18 16,0-5-12-16,-14-1-2 15,-5-1-20-15,-4 3 1 16,4 12-1-16,2 11-9 16,7 11-20-16,5 9-37 15,5 3-88-15,0 0-123 16,0 0-206-16</inkml:trace>
  <inkml:trace contextRef="#ctx0" brushRef="#br1" timeOffset="213703.98">15829 2547 1170 0,'0'0'306'0,"0"0"-273"0,0 0 3 16,0 0 34-16,0 0-5 15,0 0-40-15,90-18-23 16,-57 18 4-16,1 0-3 16,-3 0-2-16,-5 0 2 15,-6 0-3-15,-4 8 2 16,-2 4 7-16,-2 12-6 15,-2 10 15-15,-5 10-1 16,-4 11-1-16,-1 0-7 16,0 2-5-16,0-4-1 0,-4-5-3 15,-3-5-5 1,-3-2-56-16,1-8-88 0,1-10-156 16,0-14-375-16</inkml:trace>
  <inkml:trace contextRef="#ctx0" brushRef="#br1" timeOffset="213938.37">16266 2267 806 0,'0'0'819'15,"0"0"-819"-15,0 0-33 16,110 95 33-16,-64-24 60 15,-2 19 15-15,-13 14-30 0,-10 12-5 16,-21 6-19-16,-12 0-12 16,-33-7-9-16,-20-6-4 15,-22-11-24-15,-25-11-61 16,-29-14-184-16,-29-11-717 16</inkml:trace>
  <inkml:trace contextRef="#ctx0" brushRef="#br1" timeOffset="-213693.56">4816 716 979 0,'0'0'96'0,"0"0"-72"0,0 0 13 16,0 0-37-16,0 0-21 15,-13 103 21-15,13-20 62 16,2 3-20-16,19-8-34 15,9-15 1-15,7-18-9 16,6-18 0-16,-2-18 15 16,1-9 11-16,3-10 26 15,-4-28-21-15,0-13-14 16,-8-12-5-16,-18-8-1 16,-15-1 27-16,-10-1-16 15,-31 3-21-15,-17 4 1 16,-4 12-1-16,4 18 5 0,8 19-6 15,8 17-6 1,10 20-5-16,7 26-110 0,14 13-34 16,11 4-73-16,3-2-63 15,25-9 3-15</inkml:trace>
  <inkml:trace contextRef="#ctx0" brushRef="#br1" timeOffset="-213293.56">5565 898 1315 0,'0'0'64'0,"0"0"-64"15,0 0-43-15,0 0 42 16,31 87 1-16,-17-42 5 16,5-1-4-16,0-7 12 15,-2-10-3-15,-3-12 5 16,-6-9 7-16,-1-6 21 15,5-4 48-15,13-28 41 16,18-19-68-16,21-19-45 0,18-15-13 16,8-11-5-16,7-9-1 15,5-5-39-15,0 6-18 16,-9 14-91-16,-16 24-47 16,-26 24-8-16,-33 22-324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12:31.57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7986 1179 827 0,'0'0'245'16,"0"0"-205"-16,0 0-18 15,0 0 71-15,0 0 15 16,0 0-14-16,0 0-30 16,2-9-14-16,10 0-3 15,13-6-30-15,16-11-16 0,25-8 1 16,20-7-1-16,23-4 12 16,27-3 0-16,16-1-8 15,13 3 5-15,3 5-10 16,-15 4 4-16,-13 7-4 15,-21 6 0-15,-20 4 1 16,-19 7 0-16,-16 1 1 16,-16 3-2-16,-14 4 2 15,-16 0-2-15,-10 4 1 16,-4 1 2-16,-4 0 3 16,0 0 28-16,0 0-9 15,0 0-7-15,0 0-7 16,0 0-4-16,0-2 2 15,-2-4-9-15,-4-1 8 0,-6-2-8 16,0-2 2-16,0 0-2 16,6 6 1-16,0 2-1 15,5 2 0-15,1 1-3 16,0 0 0-16,0 0-3 16,0 0-6-16,0 0 6 15,0 0 1-15,0 7 0 16,7 12 4-16,-1 8-9 15,3 8-56-15,2 2-97 16,5-2-114-16,2-12-190 16</inkml:trace>
  <inkml:trace contextRef="#ctx0" brushRef="#br0" timeOffset="585.57">10472 493 387 0,'0'0'440'0,"0"0"-303"15,0-101-117 1,-3 73 119-16,-1 4 3 0,3 9-23 16,-1 6-45-16,1 7-24 15,-1 2-14-15,0 6-36 16,2 31-15-16,-3 19 2 15,0 21 13-15,-3 10 19 16,3 1-2-16,1-8-9 16,2-13-7-16,0-14-1 15,17-16 0-15,5-11-1 16,1-11-2-16,4-11 2 16,3-4-29-16,5-10-63 0,1-22-88 15,-7-10-94 1,-12-10-184-16</inkml:trace>
  <inkml:trace contextRef="#ctx0" brushRef="#br0" timeOffset="719.25">10504 131 94 0,'0'0'935'0,"0"0"-890"16,0 0-45-16,0 0-16 15,0 0-51-15,0 0-178 16,0 0 91-16,58 54-104 15</inkml:trace>
  <inkml:trace contextRef="#ctx0" brushRef="#br0" timeOffset="1133.54">10703 570 865 0,'0'0'221'0,"0"0"-202"16,0 0 14-16,0 0 73 15,0 0-31-15,0 0-75 16,-4-2-12-16,20 48 12 16,-4 15 9-16,-6 11 9 15,-5-3 15-15,-1-9-13 16,0-17-11-16,0-16 1 16,0-12 6-16,0-9 13 0,0-5-3 15,0-1 6-15,0 0 50 16,0-20 2-16,0-14-51 15,0-19-33-15,0-7 2 16,12-1 2-16,12 4-4 16,1 12-6-16,0 16 6 15,-4 12 6-15,0 13-6 16,-3 4-2-16,2 1-11 16,2 20 7-16,0 7 4 15,-4 6 0-15,-1 5 1 16,-2 2 1-16,-2 1-1 15,5-4-83-15,5-2-81 16,2-9-95-16,5-11-160 16,-2-10-127-16</inkml:trace>
  <inkml:trace contextRef="#ctx0" brushRef="#br0" timeOffset="1732.22">11408 716 906 0,'0'0'267'0,"0"0"-249"0,0 0 21 16,-69-78 109-16,43 67-32 16,1 5-39-16,-4 6-45 15,-1 3-15-15,-3 27-17 16,-2 11-4-16,5 9 3 16,6-3 0-16,14-4-7 0,10-9 1 15,0-8-1-15,7-10 4 16,15-8 4-1,8-8 0-15,8 0 9 0,10-24 7 16,-2-11-12-16,-4-6-4 16,-7-8-7-16,-10-5-7 15,-10-4 14-15,-9-9 0 16,-6 1 0-16,-1-2 7 16,-17-1-5-16,-2 10 6 15,0 16 0-15,3 19 16 16,5 21 14-16,3 3-19 15,0 34-19-15,-1 22-12 16,0 18 2-16,5 7 10 16,5-2-3-16,0-8-1 15,20-11 4-15,7-13-9 0,6-14 4 16,4-15-2-16,1-11-32 16,2-7 4-16,2 0-18 15,-2-21-14-15,-5-8 15 16,-6-8 17-16,-11-4 35 15,-7-5 0-15,-10 1 2 16,-1 9 6-16,0 12 20 16,-4 13 14-16,0 9 24 15,0 2-40-15,2 9-26 16,1 23-15-16,1 9 15 16,0 5 0-16,1 0 0 15,18-10-2-15,6-6-4 0,3-11-141 16,2-10-142-16,-6-9-338 15</inkml:trace>
  <inkml:trace contextRef="#ctx0" brushRef="#br0" timeOffset="1870.35">11660 357 1068 0,'0'0'44'16,"0"0"-44"-16,0 0-116 15,0 0 42-15,0 0-80 16,14 82-223-16</inkml:trace>
  <inkml:trace contextRef="#ctx0" brushRef="#br0" timeOffset="2416.4">11822 549 1222 0,'0'0'88'0,"0"0"-87"16,0 0-1-16,0 0 15 15,0 0 15-15,91 63 3 16,-64-27-8-16,-5 0-20 16,-9 1-2-16,-4-2 0 15,-8-5-1-15,-1-8 3 16,0-7 10-16,0-6 4 16,-5-6 7-16,-3-3 50 15,-2-3-6-15,-4-22-7 16,1-20-30-16,4-16-33 0,8-9 8 15,1 6-7-15,0 14 1 16,15 17 2-16,0 16-4 16,2 10-1-16,3 7 0 15,4 0-10-15,5 9 3 16,3 12 3-16,2 0-2 16,-1 2-52-16,1-6-43 15,-6-3 16-15,-3-6-14 16,-7-7 27-16,-4-1 56 15,-4-4 17-15,-4-13 30 16,-2-5 15-16,-4-2 27 16,0-5-1-16,0 2-8 15,-7 3-12-15,-3 8 9 0,2 9-25 16,1 6-12-16,-1 1-10 16,-4 17-13-16,-1 14-8 15,-4 12 4-15,5 5-1 16,7-4 3-16,5-1 1 15,0-6-6-15,8-8 7 16,13-5-8-16,6-7-39 16,8-8-37-16,8-9-44 15,9 0-48-15,3-5-148 16,2-16-146-16</inkml:trace>
  <inkml:trace contextRef="#ctx0" brushRef="#br0" timeOffset="2799.42">12635 490 781 0,'0'0'376'0,"0"0"-234"0,0 0-4 16,0 0-33-16,-87-17-80 16,64 48-21-16,3 10 6 15,5 11 0-15,4 1-3 16,11-2 12-16,0-7-18 16,4-12-2-16,23-8 1 15,10-11-1-15,12-12-2 16,10-1-2-16,3-17-30 15,-5-16 1-15,-10-6 15 16,-15-5 18-16,-10-8-1 16,-10-2 4-16,-11-4 0 15,-1-4 4-15,-12-8 6 0,-9 2 8 16,-1 12 2-16,6 18 17 16,9 22 4-16,1 16 3 15,3 14-46-15,0 33-18 16,1 19 18-16,2 12-1 15,0-2 3-15,0-9-1 16,17-9-1-16,3-7-1 16,3-9-1-16,1-6-9 15,1-8-112-15,-3-11-140 16,-6-17-322-16</inkml:trace>
  <inkml:trace contextRef="#ctx0" brushRef="#br0" timeOffset="2924.37">12846 543 1615 0,'0'0'87'0,"0"0"-86"16,0 0-1-16,0 0-8 15,0 0-19-15,134-32-88 16,-61 25-78-16,-11-1-268 16</inkml:trace>
  <inkml:trace contextRef="#ctx0" brushRef="#br0" timeOffset="3758.16">13717 198 1055 0,'0'0'122'15,"0"0"-101"-15,0 0 8 16,0 0-14-16,-65 122 10 16,43-33 15-16,1 1-28 15,0-7-8-15,7-7-2 16,0-9 1-16,4-12-6 15,5-12-20-15,5-17-75 16,0-15-71-16,3-11-117 16,17-11-89-16</inkml:trace>
  <inkml:trace contextRef="#ctx0" brushRef="#br0" timeOffset="3937.45">13674 359 804 0,'0'0'255'0,"-2"-79"-145"16,-1 68 9-16,-1 9 8 15,4 2-64-15,0 16-63 16,10 21-17-16,14 17 17 16,4 12 18-16,4 1-11 15,-2-1-2-15,-1-1-2 16,-3-2-3-16,-2 1-60 16,-11-4-161-16,-13-9-221 15</inkml:trace>
  <inkml:trace contextRef="#ctx0" brushRef="#br0" timeOffset="4281.97">13458 708 352 0,'0'0'806'16,"0"0"-767"-16,0 0-39 16,0 0-2-16,89-43 2 15,0 21 11-15,12-7-6 16,6-6 1-16,-18 1 1 15,-22 3-4-15,-23 3-2 16,-28 0-1-16,-16-3 6 16,-2-4 6-16,-28-6 39 0,-6-2-5 15,-2 8 4 1,5 11 10-16,11 12-9 0,11 12 19 16,4 0-41-16,2 30-29 15,4 25-17-15,1 18 11 16,0 12 6-16,3 3 4 15,15 2-1-15,2-1-2 16,2-1-2-16,-2-6 1 16,-2 0-2-16,-2-2-35 15,-10-9-192-15,-6-11-188 16</inkml:trace>
  <inkml:trace contextRef="#ctx0" brushRef="#br0" timeOffset="4521.39">13948 598 1035 0,'0'0'312'0,"-4"-76"-248"0,8 59-52 16,18 8 31-16,6 9 26 16,11 0-56-16,4 20-13 15,-3 8 5-15,-8 8-3 16,-12 5-1-16,-10 4-1 15,-10 5 0-15,0 1 6 16,-7-3-6-16,-11-4-90 0,2-14-112 16,0-16-120-1,8-14-106-15</inkml:trace>
  <inkml:trace contextRef="#ctx0" brushRef="#br0" timeOffset="4732.3">14224 168 1163 0,'0'0'128'16,"0"0"-128"-16,0 0 0 15,10 152 0-15,4-59 57 16,0 8-7-16,1-1-26 16,1-2-11-16,-6-2-7 15,-4-2-3-15,1-7-3 0,-2-6-28 16,0-10-181-16,0-15-161 15,0-20-232-15</inkml:trace>
  <inkml:trace contextRef="#ctx0" brushRef="#br0" timeOffset="4949.99">14314 502 1306 0,'0'0'79'15,"0"0"-74"-15,0 0 8 16,0 0 21-16,94-46-19 16,-49 80-15-16,-5 14-1 15,-13 8 1-15,-14 4 0 16,-11 3 2-16,-2-3-2 0,-8-5-16 16,-11-11-102-16,1-17-106 15,4-17-201-15</inkml:trace>
  <inkml:trace contextRef="#ctx0" brushRef="#br0" timeOffset="5300.27">14575 264 1101 0,'0'0'221'0,"0"0"-221"0,-25 94-11 15,20-29 11 1,5-1 14-16,0 0 2 0,11-1 1 15,11-6-17-15,2-12 0 16,2-9 0-16,5-14-2 16,-1-10-4-16,3-12-52 15,1-4-15-15,-3-24-10 16,-6-14-38-16,-8-5 38 16,-11-4 56-16,-6-3 20 15,0 8 7-15,-10 12 96 16,-1 15 5-16,3 14 38 15,3 5-61-15,1 22-78 16,3 22-9-16,1 14 9 16,0 7 9-16,0-2-9 15,8-8-1-15,9-7-38 0,-3-18-296 16</inkml:trace>
  <inkml:trace contextRef="#ctx0" brushRef="#br0" timeOffset="5437.24">14866 243 1236 0,'0'0'0'0,"0"0"-116"16,0 0 58-16,1 124 21 16,35-71-220-16,6-7-318 15</inkml:trace>
  <inkml:trace contextRef="#ctx0" brushRef="#br0" timeOffset="6114.83">15187 499 1065 0,'0'0'119'0,"0"0"-107"16,0 0 44-16,-97-21 90 16,81 36-92-16,-2 15-54 15,5 11 1-15,6 2-1 16,7 1 0-16,0-8-1 15,15-6-1-15,14-9-8 0,10-12 9 16,10-9-8 0,10 0-77-16,3-24-13 0,-5-6-15 15,-15-5 43-15,-16-1 41 16,-16 0 30-16,-10 1 1 16,-3 7 53-16,-20 6 32 15,-1 8 4-15,-1 9-4 16,2 5-22-16,-2 5-44 15,-1 16-16-15,4 6-1 16,8 0-3-16,7 0-5 16,7-2-4-16,0-8-2 15,7-5 3-15,11-4 1 16,7-8-34-16,4 0 1 16,-1-10 3-16,0-7-5 15,-6 3-1-15,-6 4 20 16,-2 4 5-16,-3 6 16 0,-1 0-3 15,1 4-17-15,2 18 4 16,6 1 18-16,1 3 5 16,3-4 1-16,5-9 1 15,8-9 7-15,8-4 3 16,9-10 12-16,2-19-14 16,-3-6 0-16,-10-5 1 15,-14-3-11-15,-11-3 16 16,-14-3 10-16,-3-12 6 15,-2-1 11-15,-19-7-1 16,-3 7-25-16,3 15-7 16,2 18 23-16,9 17 12 15,5 12 6-15,2 5-56 0,-2 35-20 16,3 27 0-16,2 18 14 16,0 8 5-16,5-6 0 15,15-7 0-15,5-8 1 16,-2-4-63-16,-3-10-191 15,-11-16-259-15</inkml:trace>
  <inkml:trace contextRef="#ctx0" brushRef="#br0" timeOffset="6301.49">15715 445 1451 0,'0'0'49'0,"0"0"-46"0,40-78-3 15,4 69 28-15,8 9-28 16,3 8-3-16,-3 21-5 16,-12 9 2-16,-11 3-5 15,-7 7-28-15,-9 3-103 16,-10-2-71-16,-3-6-222 16</inkml:trace>
  <inkml:trace contextRef="#ctx0" brushRef="#br0" timeOffset="6465.14">16150 404 1265 0,'0'0'155'0,"0"0"-154"16,0 0-2-16,0 0-17 16,0 0-23-16,0 0 35 15,20 82-178-15,-5-51-128 16,-2-5-54-16</inkml:trace>
  <inkml:trace contextRef="#ctx0" brushRef="#br0" timeOffset="6950.55">16282 641 991 0,'0'0'23'0,"0"0"-19"15,0 84 24 1,5-51 60-16,13-6-31 0,2-8-24 15,-1-9-24-15,-3-8 8 16,-3-2-1-16,-7 0 3 16,-5-9 2-16,-1-7 19 15,0-6-22-15,-20-6-9 16,-2-2 11-16,-2-6-3 16,2-5-8-16,5-1-9 15,8 6 5-15,6 9-3 16,3 12 1-16,6 9-3 15,10 6-11-15,8 0-6 16,2 17 11-16,2 11 2 16,-4 10 3-16,-2 2 0 15,-7 3-2-15,-4-5 3 0,-2-5 1 16,-4-15 1-16,-3-7 1 16,-1-9-3-16,-1-2 8 15,0-2 30-15,2-20 59 16,3-11-58-16,3-6-28 15,6 0 9-15,4 4-8 16,2 8-12-16,3 8-4 16,3 10-5-16,-3 5-11 15,1 4 16-15,-6 4-9 16,-2 16-36-16,-4 7-29 16,1 6-29-16,-4 1-33 15,3-3-134-15,10-6-213 0</inkml:trace>
  <inkml:trace contextRef="#ctx0" brushRef="#br0" timeOffset="7449.44">17375 736 985 0,'0'0'385'0,"0"0"-385"15,0 0 0-15,-92-6 21 16,76-5 63-16,0-7-39 16,0-8-9-16,-1-6 5 0,1-4-2 15,0-4-7-15,8-5-11 16,5-7-10-16,3-6-5 16,1-3-6-16,19 6-2 15,4 7-1-15,3 15-11 16,1 15-11-16,-3 10 4 15,-2 8-3-15,1 9-10 16,-3 28 15-16,-4 23 12 16,-5 22 0-16,-7 25 7 15,-5 23 3-15,-2 18 3 16,-16 16-6-16,-2 6 5 16,2-5 0-16,8-21-4 15,10-32-2-15,3-41 1 0,17-36-6 16,1-28 6-16,1-7 1 15,0-30 51-15,0-21 14 16,-2-14-40-16,-9-7 13 16,-11-4-27-16,0 4-8 15,-13 2-4-15,-13 8-5 16,-3 13-37-16,-1 12-56 16,0 17-64-16,-1 7-134 15,7 6-396-15</inkml:trace>
  <inkml:trace contextRef="#ctx0" brushRef="#br0" timeOffset="7710.19">18239 346 507 0,'0'0'1151'0,"0"0"-1120"16,0 0-31-16,0 0-21 16,0 0 1-16,-28 98 20 15,28-13 0-15,5 8 6 16,2 1-3-16,-2-4-1 0,-3-9-4 16,1-13-49-1,-1-15-151-15,-2-24-172 0,0-23-252 16</inkml:trace>
  <inkml:trace contextRef="#ctx0" brushRef="#br0" timeOffset="7899.42">18128 287 1502 0,'0'0'165'0,"-12"-99"-145"15,12 78-20-15,16 4 22 16,16 10 19-16,12 7-40 15,8 0-1-15,5 25-9 16,-7 15-40-16,-12 7-104 16,-14 6-82-16,-17-2-154 0,-7-1-150 15</inkml:trace>
  <inkml:trace contextRef="#ctx0" brushRef="#br0" timeOffset="8053.26">18188 652 577 0,'0'0'1002'0,"0"0"-1002"15,0 0-3-15,0 0 3 16,0 0 6-16,0 0-6 16,141 0-1-16,-73 0-44 15,2 0-87-15,-3 0-63 16,-12 0-113-16,-13 2-45 16,-17 2-1-16</inkml:trace>
  <inkml:trace contextRef="#ctx0" brushRef="#br0" timeOffset="8264.65">18669 660 402 0,'0'0'374'0,"0"0"-102"0,0 0-25 15,0 0-60-15,-31-78-61 16,24 66-50-16,0 6-9 16,2 6-33-16,1 0-17 15,-3 0-16-15,-3 13-1 16,-4 11-8-16,2 8 7 16,6 0-1-16,6-1-1 15,0-4 3-15,16-5-3 16,8-2-1-16,6-8 4 15,5-1-41-15,5-5-70 16,3-6-59-16,1 0-135 16,-7-3-309-16</inkml:trace>
  <inkml:trace contextRef="#ctx0" brushRef="#br0" timeOffset="8548.43">18860 606 296 0,'0'0'1201'0,"0"0"-1119"16,0 0-79-16,0 0 21 15,0 0 12-15,0 0-32 16,65-3-2-16,-22 22 1 16,-7 2-3-16,-11 3-5 15,-14 1 1-15,-5-1-4 16,-6-3 8-16,0-4 4 16,-4-4-1-16,-4-9 4 15,3-2 7-15,3-2 5 0,-2-6 57 16,3-16-37-16,1-11-34 15,0-3-3-15,0 2-2 16,1 4 0-16,12 7 0 16,-2 7-18-16,4 5-26 15,4 7-66-15,1 2-123 16,0 2-109-16,0 0-209 16</inkml:trace>
  <inkml:trace contextRef="#ctx0" brushRef="#br0" timeOffset="9498.95">19214 547 715 0,'0'0'783'0,"0"0"-750"16,0 0-21-16,0 0-12 0,0 0 39 15,0 0-22-15,69 65 1 16,-44-29-10-16,-5 1-2 16,-5-1 5-16,-7-7-6 15,-3-6 0-15,-5-8-1 16,0-9-2-16,0-6 3 15,0 0 5-15,0 0 7 16,0-17 4-16,0-11-19 16,0-10 2-16,0 1-4 15,4 4-11-15,8 9 2 16,-2 10 2-16,4 6-6 16,7 8-8-16,0 0-3 0,0 17 12 15,-3 12 6 1,-2 1-4-16,-4 0 7 0,0-5 3 15,-4-10 1-15,-4-6-1 16,-1-5 3-16,-1-4 1 16,2-4 15-16,3-18 8 15,3-10-27-15,4-9 2 16,1 0 0-16,0 0-2 16,0 11-4-16,0 9 2 15,-3 13-1-15,-1 8-11 16,3 0 2-16,1 13-1 15,1 7 8-15,1 6 0 16,0-1 2-16,3-1 1 16,3-4-32-16,7-7-61 15,11-3-73-15,5-10-49 0,3 0-55 16,-7-4 159-16,-14-12 100 16,-11 0 13-16,-14-3 25 15,-3 1 50-15,0 5 68 16,-16 2 23-16,-4 7-52 15,-4 4-22-15,-1 0-32 16,-2 13-8-16,4 8-17 16,3 3-13-16,8-3-5 15,7-3-12-15,5-5-5 16,0-5 0-16,7-8 0 16,12 0 6-16,2 0-6 15,6-15-2-15,-3 2-25 0,-2 2-18 16,-2 6 17-16,-3 5 16 15,-3 0-1-15,0 5 10 16,2 15 3-16,2 0 3 16,4-2 17-16,4-7 15 15,6-4 5-15,5-7 7 16,3 0-9-16,-1-18 1 16,-7-7-17-16,-4-1-5 15,-8-6-3-15,-9-3-8 16,-2-5-1-16,-6-9 0 15,-3-12-5-15,0-8 0 16,0-2 0-16,-3 11 1 16,-2 20 10-16,1 23-8 0,3 14 28 15,1 6-31 1,0 34-10-16,0 22 5 0,1 17 5 16,11 5 12-16,2-5-9 15,-1-10-2-15,4-8 0 16,-4-12-1-16,-1-10-107 15,-9-15-148-15,-3-15-438 16</inkml:trace>
  <inkml:trace contextRef="#ctx0" brushRef="#br0" timeOffset="9607.52">20231 570 1145 0,'0'0'0'0,"0"0"-494"0,112-35 368 15,-62 17 104-15</inkml:trace>
  <inkml:trace contextRef="#ctx0" brushRef="#br0" timeOffset="9741.45">20624 120 1040 0,'0'0'129'16,"0"0"-129"-16,0 0-136 15,0 0 131-15,0 0 4 16,-12 110-340-16</inkml:trace>
  <inkml:trace contextRef="#ctx0" brushRef="#br0" timeOffset="10064.28">20883 418 919 0,'0'0'411'15,"0"0"-394"-15,0 0-8 16,0 0 47-16,0 0-1 16,0 0-55-16,-47 13-4 15,25 14 3-15,6-1-1 16,7-3-9-16,6-1-8 16,3-2-12-16,0-4 12 15,13-2 18-15,8-2 2 0,0-2 2 16,1-1 1-16,-6-2 20 15,-9-4 44-15,-4-2 17 16,-3-1-8-16,0 0 1 16,0 0-32-16,-17 0-24 15,-18 3-11-15,-13 6-11 16,-14 6-1-16,-10 8-99 16,-6 2-165-16,-11 2-305 15</inkml:trace>
  <inkml:trace contextRef="#ctx0" brushRef="#br0" timeOffset="10316.81">19049 1168 1582 0,'0'0'0'0,"195"-18"-63"15,-54 10 63-15,9 1 2 16,12 3 34-16,7 2-19 16,12 2 4-16,-4 0-5 15,-25 0-16-15,-40 0-95 16,-43 4-179-16,-48-4-107 16,-24 0-141-16</inkml:trace>
  <inkml:trace contextRef="#ctx0" brushRef="#br0" timeOffset="10498.17">19272 1314 1531 0,'0'0'0'0,"207"13"-18"15,-52-9-10-15,12-4 28 16,-2 0 5-16,-2-6-5 15,-13 0-2-15,-16 3-59 16,-28 0-160-16,-40 0-513 16</inkml:trace>
  <inkml:trace contextRef="#ctx0" brushRef="#br1" timeOffset="60704.52">9292 3110 539 0,'0'0'225'16,"0"0"-135"-16,0 0-58 0,0 0 23 15,0 0 41 1,0 0-29-16,0 0-28 0,0-38-13 15,0 38-15 1,0 0-2-16,0 0-9 0,0 0-2 16,0 8-2-16,1 18 4 15,6 14 45-15,2 21 1 16,1 23-27-16,2 16 29 16,-5 13 24-16,2 12-35 15,-2-4-20-15,1-6-11 16,-1-16-3-16,-2-17 4 15,0-19-6-15,-2-12 1 16,-1-14 5-16,0-12-5 16,-2-7 0-16,0-10-1 0,0 0 0 15,0-4-1 1,0-2-4-16,0 0-39 0,0-2-27 16,-4-2-37-16,-1-22-93 15,0-11-238-15</inkml:trace>
  <inkml:trace contextRef="#ctx0" brushRef="#br1" timeOffset="61887.3">9352 3106 323 0,'0'0'386'0,"0"0"-324"15,0 0-54-15,0 0 25 16,0 0 61-16,0 0-11 16,-14-67-21-16,13 60-7 15,1-2-6-15,-2-2 6 0,1 1-18 16,-1-1-9-16,-2 1 20 16,3 1 7-16,-2 2-10 15,3 0-3-15,-2 4-12 16,2 2 1-16,0-1 3 15,0 0-9-15,0 2-5 16,0-1-12-16,0 1-2 16,6-1-1-16,20-2-2 15,14 3 3-15,13 0 1 16,13 0-2-16,9 0-1 16,8 4 0-16,8 6 4 15,7 0 1-15,6-4-8 16,1 1 6-16,-3-2-7 0,-12-4 0 15,-11-1-2 1,-13 0 2-16,-15 0 0 0,-11 0 0 16,-10 0 1-16,-3 0 0 15,-5 0-1-15,0 0 0 16,0-3 1-16,-1-3 1 16,1 0 0-16,0-1 0 15,-4-1 1-15,-4 4-3 16,-4-1 1-16,-3 2-1 15,-1 0 0-15,-2 1 2 0,0 2-2 16,-1-3 2 0,1 0 0-16,-1 2-2 0,1-1 0 15,-1 2 0 1,0-1-1-16,-3 1 1 0,0 0 0 16,0 0 0-16,0 0-3 15,0 0 2-15,0 0-2 16,0 0 1-16,0 0 2 15,7 0-2-15,1 0 2 16,4 0 1-16,1 0 0 16,3 0-1-16,-3 0 1 15,0 0 0-15,-1 0-2 16,-1 0 3-16,1 0-2 16,-2 0 0-16,-2 0 3 15,-2 0-3-15,-3 0 2 16,-3 0-1-16,2 0 0 15,-2 0 1-15,0 0-1 0,0 0 1 16,0 0-1-16,0 0 6 16,0 0-2-16,0 0-2 15,0 0 3-15,0 0-6 16,0 0 3-16,0 0-3 16,0 0-2-16,0 3-1 15,0 12-5-15,0 11 8 16,1 14 8-16,1 11-1 15,-2 15 6-15,2 11 1 16,-1 7 4-16,3 5 2 16,3-5-8-16,0-10-7 15,5-6-1-15,0-8-3 0,2-9 1 16,-3-7 0-16,2-7-1 16,-4-9-1-16,1-8 0 15,-5-5 1-15,-1-6-2 16,-4-2-24-16,0-4-33 15,0 0-61-15,-7-3-76 16,-18 0-71-16,-12-5-351 16</inkml:trace>
  <inkml:trace contextRef="#ctx0" brushRef="#br1" timeOffset="62424.07">9429 4169 673 0,'0'0'165'16,"0"0"-132"-16,0 0 60 15,0 0 77-15,-94-11-34 16,91 8-20-16,3 1-26 16,0 2-34-16,0 0-18 15,10 0-29-15,25 0-7 16,30 0 32-16,29 8 2 16,21 0-7-16,18-2 0 15,7 0-13-15,2-1-1 0,-2-1-4 16,-9 2-9-1,-19-3 7-15,-19 0-1 0,-19 0-5 16,-22-1 0-16,-21 0-1 16,-12 0-1-16,-13-2-1 15,-6 2-13-15,0-1-55 16,0-1-86-16,0 0-215 16</inkml:trace>
  <inkml:trace contextRef="#ctx0" brushRef="#br1" timeOffset="67535.06">3972 4906 711 0,'0'0'240'0,"0"0"-185"16,0 0-36-16,0 0 51 15,0 0 59-15,0 0-36 16,0 0-18-16,0 0-16 16,-5-11-11-16,5 11-2 15,0 0-14-15,0 0 4 16,0 0-3-16,0 0-8 15,1 0-7-15,15 0-1 16,10 0 6-16,9 0 2 0,7 0-16 16,9 0 6-16,1 0 3 15,1 0-10-15,1-5-3 16,-2-1 4-16,-4-1-4 16,-2 3 3-16,-9-1-6 15,-6 1 1-15,-11 2 0 16,-9 1 0-16,-3-1-5 15,-2 2 2-15,-5 0-1 16,-1 0 1-16,0 0-12 16,0 0-31-16,0 2-112 15,-1-1-264-15,-23-1-568 16</inkml:trace>
  <inkml:trace contextRef="#ctx0" brushRef="#br1" timeOffset="71493.57">4925 2763 434 0,'0'0'553'16,"0"0"-484"-16,0 0-55 16,0 0 42-16,0 0 7 15,0 0-20-15,0 0-23 16,0 0 17-16,111-8 1 16,-46 8 19-16,6 0-37 15,1 0-15-15,-3-3-2 0,-7-6-2 16,-12 0-2-16,-12 2-28 15,-11-1-178-15,-15 0-90 16,-12 0-149-16</inkml:trace>
  <inkml:trace contextRef="#ctx0" brushRef="#br1" timeOffset="71743.63">5264 2513 1052 0,'0'0'169'16,"0"0"-161"-1,0 0-4-15,0 0-4 0,0 0-1 16,0 0 1-16,-17 116 24 16,14-47-10-16,0 1 0 15,-2-2-5-15,3-5-9 16,2-5 0-16,0-11-7 15,17-10-102-15,8-16-127 16,1-15-309-16</inkml:trace>
  <inkml:trace contextRef="#ctx0" brushRef="#br1" timeOffset="72350.83">5490 2625 795 0,'0'0'442'16,"0"0"-410"-16,0 0-32 15,0 0-18-15,0 0 15 16,0 0 3-16,64 84 8 16,-39-36-1-16,-4 0-1 15,-2 0-1-15,-4-6-2 16,-5-5-3-16,-3-8 3 15,-4-11-2-15,-2-9 5 0,-1-7 9 16,2-2-4 0,-2 0 101-16,4-6 23 0,-1-20-36 15,4-11-65-15,1-11-30 16,0 2-1-16,-1 0 7 16,-2 6-4-16,0 9-5 15,-3 8-1-15,1 10-5 16,-2 9-28-16,5 4-58 15,1 0-63-15,2 7 41 16,5 8 37-16,1-1-67 16,0-2 14-16,0-7 54 15,0-3 59-15,-1-2 16 16,-4 0 7-16,-6-9 53 16,-2-4 55-16,-2 4 13 0,0 1-11 15,0 1-12 1,-5 7-14-16,0 0-40 0,0 0-29 15,0 6-20-15,-5 18-2 16,0 14-4-16,0 6 3 16,2 0 2-16,8-7-1 15,0-6 0-15,1-6-4 16,16-5 2-16,4-6-1 16,7-3 1-16,5-9-7 15,6-2-64-15,4 0-81 16,2-17-48-16,-1-4-209 15</inkml:trace>
  <inkml:trace contextRef="#ctx0" brushRef="#br1" timeOffset="72546.06">6309 2585 1403 0,'0'0'81'0,"0"0"-81"15,0 0-11-15,0 0 5 16,-6 94-2-16,6-46 8 16,8-2 5-16,2-4-5 0,0-4-6 15,-3-3-103 1,-3-11-96-16,-2-8-228 0</inkml:trace>
  <inkml:trace contextRef="#ctx0" brushRef="#br1" timeOffset="72718.89">6349 2337 970 0,'0'0'229'16,"0"0"-229"-16,0 0-119 15,0 0-36-15,0 0 141 16,0 0-195-16,51 78-330 15</inkml:trace>
  <inkml:trace contextRef="#ctx0" brushRef="#br1" timeOffset="73285.99">6485 2569 1139 0,'0'0'21'15,"0"0"-15"-15,0 0-6 16,9 114 3-16,-3-72 3 15,-1-3 7-15,0-6-7 16,0-7-2-16,-3-10 2 16,-1-8 0-16,-1-7-1 15,2-1 7-15,0 0 87 0,-2 0-39 16,3-3-13 0,-2-17 20-16,5-12-61 0,1-14-1 15,2-3-10-15,5 1 3 16,-2 14-3-16,-2 12 8 15,-7 16-3-15,0 6 0 16,4 4-6-16,3 22-24 16,6 12 30-16,4 5 3 15,2 2 0-15,4-5 3 16,0-12-2-16,4-8-4 16,1-10 0-16,-1-8 2 15,-2-2-3-15,-1-6 3 16,-5-14 3-16,-5-7 11 15,-1-7-15-15,-6-7 7 16,-5-6-4-16,-5-4-3 0,0-4 8 16,-3-1-7-16,-9 8 10 15,0 9-1-15,2 16 17 16,5 12 19-16,2 9-7 16,1 2-21-16,2 0-19 15,0 16-10-15,0 26-5 16,0 21 14-16,0 11 2 15,0 1-1-15,7-6 0 16,5-7-2-16,-1-5-18 16,4-5-135-16,-3-15-74 15,-1-13-350-15</inkml:trace>
  <inkml:trace contextRef="#ctx0" brushRef="#br1" timeOffset="74683.47">6867 2641 1418 0,'0'0'85'16,"0"0"-85"-16,0 0-18 15,0 0 3-15,0 0 11 16,89 3-5-16,-32-2 9 16,3-1-2-16,-1-1-29 15,-9-14 16-15,-13-2 15 16,-14 4 3-16,-10 1-2 15,-9 1 35-15,-4 7-2 16,0-1-3-16,0 5 8 16,-2 0 7-16,-6 0-37 0,-4 5-6 15,-3 15-6 1,-1 12 2-16,4 7-4 0,8 1 5 16,4 1 2-16,0-9-2 15,22-5-1-15,8-9-5 16,10-9 6-16,7-5 3 15,3-4 1-15,-3-4-8 16,-7-11-6-16,-13-2-1 16,-9 0 2-16,-9 2 9 15,-6-4 5-15,-3 0 4 16,0-3-6-16,-9-3-2 16,-5 4 3-16,0 5 15 0,4 7-12 15,3 6-3-15,6 3-4 16,-2 1-1-16,-3 28-16 15,-2 16 13-15,0 16 4 16,3 13 1-16,5 6 0 16,0 4 1-16,0 1 1 15,0-7 1-15,0-10-3 16,0-16 2-16,0-13 0 16,0-14 1-16,0-14 23 15,0-5-17-15,-11-6 17 16,-5 0 21-16,-11-20-26 15,-5-14-14-15,4-10-8 16,3-8-2-16,12-4-1 0,13-2-6 16,0 5-6-1,27 3-10-15,12 2 0 0,12 3-1 16,4 1-9-16,0 3 24 16,-3-3 11-16,-5 6-2 15,-7 2 2-15,-13 6 7 16,-9 4-2-16,-10 8 8 15,-8 8 11-15,0 3 11 16,0 7-6-16,0 0-14 16,-3 0-7-16,-4 0-6 15,-1 17-2-15,1 12-4 16,2 7-2-16,5 7 1 0,0-3 3 16,15-3-2-16,9-5 2 15,6-10-26-15,0-6-59 16,-2-9-59-16,-1-7-78 15,-5 0-145-15,-4-18 58 16,-8-6 105-16,-5-4 206 16,-5-3 21-16,0-3 260 15,0-1 40-15,0-1-151 16,0 6-29-16,0 6-32 16,9 9-54-16,2 6-32 15,6 9-16-15,0 0-7 16,1 0-1-16,-3 18-3 15,-5 6 2-15,-5 6 2 16,-5 1 1-16,0-1 34 16,0-6-4-16,-3-5-9 0,-2-11-8 15,3-2-10-15,0-6-4 16,2 0 10-16,0 0 3 16,0-7 3-16,0-17-16 15,2-9-16-15,13-5-43 16,7 5-25-16,0 9-6 15,1 7-37-15,-1 10 24 16,-1 5 7-16,0 2-41 16,0 0 93-16,1-2 40 15,-3-3 4-15,-2 0 7 16,-1 1 3-16,-6-2 10 16,-5 2 40-16,-4-3 35 0,-1 4 38 15,0 2 7-15,0-2-2 16,-6 3-37-16,-4-2-48 15,1 0-41-15,2 2 1 16,0 0-7-16,-2 0-6 16,1 13-3-16,-2 5-1 15,3 3-1-15,5 3-2 16,2 5 1-16,0 0-1 16,5-3 4-16,14-1 1 15,3-4-2-15,-2-5 3 16,-7-7 1-16,-7-4 11 15,-2-3-2-15,-4-2 68 16,0 0 22-16,-1 0-36 0,-13 0-20 16,-8 0-26-16,-6 0-15 15,-8-4-2-15,-2 4-63 16,-4 0-79-16,-1 0-360 16</inkml:trace>
  <inkml:trace contextRef="#ctx0" brushRef="#br1" timeOffset="108432.01">8198 5856 970 0,'0'0'163'0,"0"0"-157"16,0 0 33-16,0 0 102 15,0 0-16-15,0 0-42 16,0 0-21-16,0 0-4 16,-23-4-25-16,38-1-20 15,17-3-3-15,18-1 5 0,22-3-1 16,13-1 3-1,7 0-10-15,3-2-2 0,-4 5-3 16,-9 0-2-16,-13 3-1 16,-18 2-6-16,-12 2-24 15,-13 3-28-15,-12 0-89 16,-11 0-70-16,-3 0-112 16,-10 1-184-16</inkml:trace>
  <inkml:trace contextRef="#ctx0" brushRef="#br1" timeOffset="108697.12">8252 5969 1269 0,'0'0'164'16,"0"0"-144"-16,0 0-17 15,0 0-1-15,0 0 49 16,120-23-7-16,-41 16-14 16,11-1-13-16,9 0-8 15,-2 0-7-15,-11 1-2 16,-8 2-26-16,-11 1-49 16,-12-2-92-16,-12-1-126 15,-14-2-294-15</inkml:trace>
  <inkml:trace contextRef="#ctx0" brushRef="#br1" timeOffset="108837.06">9123 5770 1205 0,'0'0'0'16,"0"0"-41"-16,0 0 34 15,0 0-6-15,0 0-286 16,0 0-100-16</inkml:trace>
  <inkml:trace contextRef="#ctx0" brushRef="#br1" timeOffset="109694.08">9768 5385 738 0,'0'0'253'16,"0"0"-188"-16,0 0-9 15,0 0 77-15,0 0-53 16,0 0-26-16,4-31-12 0,1 31-29 15,5 9-13 1,7 17 13-16,4 10 36 0,4 6-20 16,-3-2-8-16,-3-4-9 15,-5-7-6-15,-2-10 9 16,-5-7 7-16,-2-5 1 16,0-7 20-16,-3 0 8 15,8-5 4-15,8-25-8 16,14-20-17-16,18-16-23 15,10-6-3-15,8-5-3 16,9 0 0-16,7-1-1 16,1 7-6-16,-4 14 6 15,-16 18-6-15,-21 21-19 16,-23 18-47-16,-18 3-111 16,-3 27-189-16,-30 8-119 0</inkml:trace>
  <inkml:trace contextRef="#ctx0" brushRef="#br1" timeOffset="110046.84">10141 5124 1269 0,'0'0'43'0,"0"0"-42"15,0 0 4-15,0 0 4 16,0 0 0-16,0 0-2 16,-3 64 60-16,18-10-20 15,0 2-20-15,-2-2-12 16,-1-10 7-16,0-11 16 16,-2-19-4-16,-2-8 22 15,5-6 3-15,18-14-11 16,21-27-1-16,26-16-27 15,17-16-15-15,11-13-3 16,-1-4-1-16,-8 1-2 16,-12 12 0-16,-16 19-10 15,-21 20-26-15,-19 18-63 16,-19 17-127-16,-10 3-166 0</inkml:trace>
  <inkml:trace contextRef="#ctx0" brushRef="#br1" timeOffset="113909.07">6321 6292 780 0,'0'0'263'0,"0"0"-162"0,0 0-79 16,0 0 22-16,0 0 50 15,0 0-30-15,0 0-49 16,0 0-8-16,7-25-2 16,-7 37 13-16,-7 9 20 15,-17 8 4-15,-14 7-1 16,-14 4-13-16,-8 0-14 16,-8 1 4-16,-3-4-9 15,6-6 0-15,7-5 0 16,11-8 4-16,12-6 5 15,14-5 7-15,11-3-2 16,9-4 16-16,1 0-13 16,0 0-19-16,0 0-7 15,11 0 5-15,18 0-2 0,18 0 3 16,13 0-6 0,8 9 7-16,5 6-5 0,2-1-2 15,3 0-3-15,4-4 2 16,-5 2 1-16,-9-3-2 15,-13 3-6-15,-16-1-27 16,-14-1-39-16,-9-1-33 16,-15-1-53-16,-1-2-106 15,-19-5-223-15</inkml:trace>
  <inkml:trace contextRef="#ctx0" brushRef="#br1" timeOffset="114130.3">5938 6772 1313 0,'0'0'139'0,"0"0"-139"16,0 0-3-16,0 0 3 15,129 9 41-15,-59 3-14 16,2 3-23-16,0 1-4 15,-5 3 0-15,-5-1-30 16,-5-2-133-16,-7-7-139 16,-14-7-250-16</inkml:trace>
  <inkml:trace contextRef="#ctx0" brushRef="#br1" timeOffset="114692.26">6841 6529 1204 0,'0'0'65'0,"0"0"-57"16,0 0 34-16,0 0 50 16,18-100-24-16,-10 69-40 15,3-4 6-15,-4-4 3 16,-4-2-23-16,-2 2 5 0,-1 4 6 15,0 10 1-15,0 5-3 16,0 8-6-16,0 8 5 16,0 4-1-16,0 0-21 15,0 4-1-15,0 22-7 16,0 10 8-16,4 11 9 16,2 5-7-16,1 2 1 15,-2 0-2-15,0-1 1 16,-3-4-2-16,-2 0 0 15,0-6 0-15,0-4 0 16,0-7-3-16,-9-4 2 16,-7-6 1-16,-3-4-1 15,-2-4 1-15,-1-6 0 0,-4-6 6 16,3-2-1-16,1 0-2 16,5-9 4-16,4-3 0 15,10 1-6-15,3 2 9 16,0-4-6-16,23 0-3 15,16-1 1-15,13 0-1 16,6 5 4-16,4 2-5 16,0 2 2-16,-2 2-2 15,-3 2 0-15,-8 1-5 16,-8 0-49-16,-9 0-73 16,-5 0-82-16,-9 0-115 15,-8 0-353-15</inkml:trace>
  <inkml:trace contextRef="#ctx0" brushRef="#br1" timeOffset="115009.03">7281 6048 1161 0,'0'0'134'0,"0"0"-102"16,0 0-17-16,0 0 14 16,0 0 4-16,-14 85 51 15,18-16-42-15,7 11-7 16,1 8 7-16,-2 4-3 0,-1-4-11 16,-5-6-27-16,3-8 1 15,-2-11-2-15,0-13 0 16,-3-11-19-16,-1-12-58 15,-1-10-47-15,0-14-94 16,0-3-183-16,0-26-274 16</inkml:trace>
  <inkml:trace contextRef="#ctx0" brushRef="#br1" timeOffset="115812.72">7241 5952 1210 0,'0'0'84'16,"0"0"-81"-16,-93-6 1 16,61 6 84-16,-2 0-17 15,-7 0-23-15,-7 0-5 16,-12 0 9-16,-10 0-4 15,-14 0-12-15,-8 0-13 16,-8 0 15-16,-4-5-11 16,2-6-8-16,2 4-1 0,8 1-7 15,7 6-1-15,8 0 2 16,8 0-12-16,12 0 5 16,9 4-5-16,9 0-1 15,11 1 1-15,8-2 1 16,3-2 0-16,6 1 2 15,2-1-3-15,4 1 0 16,1 0 3-16,1-1-2 16,2-1 0-16,-1 0-1 15,1 0 3-15,1 0-3 16,-3 2 1-16,2 0-1 16,-2 6 0-16,-2 6-3 15,0 2 3-15,-2 5 0 0,5 3 0 16,1 8 0-16,1 9 2 15,0 20 1-15,0 18 1 16,3 12 4-16,5 14 0 16,1 7-4-16,-1-1 2 15,-2-7-3-15,1-10 0 16,0-14-3-16,-2-12 2 16,0-14 0-16,-5-11 4 15,0-11-6-15,0-10 6 16,0-7 2-16,0-10-8 15,0-3 8-15,0-2-1 16,4 0 5-16,-3 0-2 16,9 0-4-16,13 0-5 0,21 0 5 15,26-7 3 1,20 2 2-16,17-2-6 0,21 2-5 16,12-3-1-16,9 0-3 15,3-2 4-15,-10 0-1 16,-23 3 4-16,-24 1-3 15,-24 2 0-15,-27 1 0 16,-15-1 0-16,-16 3-4 16,-8 1-7-16,-5 0-6 15,0 0-2-15,0-1-12 16,0-7-25-16,0-8-32 16,0-12-296-16,0-6-345 0</inkml:trace>
  <inkml:trace contextRef="#ctx0" brushRef="#br1" timeOffset="118741.58">9922 6258 953 0,'0'0'209'0,"0"0"-127"15,0 0-53-15,0 0 57 0,0 0 22 16,0 0-40-16,-45-36-68 16,38 91 1-16,0 24 2 15,6 9 12-15,1-2-9 16,7-9-6-16,25-16 0 16,7-15 4-16,12-19-2 15,2-16-2-15,2-11-13 16,-3-13-13-16,-3-27 6 15,-9-12-12-15,-12-10 16 16,-16-6 15-16,-12-9 2 16,-7-3 2-16,-30-1 6 15,-13 7 18-15,-11 11-8 16,-10 18 5-16,-1 18-11 16,4 21-7-16,4 6-3 15,11 27-3-15,16 10-6 16,19 6 1-16,18-6-42 0,13-8-64 15,34-11 12-15,14-14-5 16,12-4-20-16,-1-17 2 16,-9-11 41-16,-19 0 81 15,-16-2 10-15,-17 2 51 16,-7 0 61-16,-4-1-19 16,0 4-20-16,-1 3 10 15,-6 6-13-15,1 7 1 16,5 5-10-16,1 4-26 15,0 7-41-15,0 31 4 16,0 19-8-16,0 22 47 0,0 13-32 16,0 6-5-16,0 0 9 15,-14-7-15 1,-3-1 3-16,-6-8-7 0,0-7 0 16,0-12 0-16,4-11-30 15,9-16-68-15,7-12-50 16,3-15-110-16,8-9-123 15,17-22-186-15</inkml:trace>
  <inkml:trace contextRef="#ctx0" brushRef="#br1" timeOffset="119008.49">10523 6005 1243 0,'0'0'101'0,"0"0"-73"16,-93-15 2-16,72 36 68 15,6 24-41-15,5 23-19 16,8 17-14-16,2 9 1 16,6 1-13-16,16-8-9 15,4-11-2-15,0-7-1 16,3-11-8-16,-1-9-68 15,2-10-50-15,-1-13-53 16,-1-15-199-16,-3-11-311 16</inkml:trace>
  <inkml:trace contextRef="#ctx0" brushRef="#br1" timeOffset="119194.49">10796 6214 1284 0,'0'0'116'0,"0"0"-111"16,-24 117-5-16,24-62 18 15,0 2 9-15,14 0-20 16,3-3-7-16,0-4 0 0,0-7-119 16,1-7-90-1,-3-13-256-15</inkml:trace>
  <inkml:trace contextRef="#ctx0" brushRef="#br1" timeOffset="119447.73">10912 6070 1269 0,'0'0'90'0,"0"0"-78"16,0 0 1-16,0 0 24 15,0 0 20-15,90 49-24 16,-53 15-5-16,-10 9-9 16,-10 7-1-16,-9 0-13 0,-8-7-4 15,0-8-1 1,0-7 0-16,-12-6-12 0,0-8-63 16,2-13-80-16,4-13-141 15,0-14-279-15</inkml:trace>
  <inkml:trace contextRef="#ctx0" brushRef="#br1" timeOffset="119620.7">11363 6358 542 0,'0'0'969'0,"0"0"-969"15,0 0 0-15,0 0 0 16,106-4 9-16,-64 13-9 15,0 1-36-15,-8-3-161 16,-10-1-304-16</inkml:trace>
  <inkml:trace contextRef="#ctx0" brushRef="#br1" timeOffset="119774.64">11446 6572 1510 0,'0'0'0'15,"0"0"-20"-15,0 0 17 16,0 0 0-16,116-20-57 16,-44 5-182-16,5-4-285 0</inkml:trace>
  <inkml:trace contextRef="#ctx0" brushRef="#br1" timeOffset="120241.64">12283 6316 1398 0,'0'0'65'0,"0"0"-48"15,0 0 52-15,-4-89-15 16,6 64-31-16,8-1-18 0,0-1 1 16,-1-1-2-1,-6 2 6-15,-3 1-5 0,0 4 8 16,0 4 5-16,0 7 7 15,0 3 4-15,0 7-10 16,0 0-14-16,0 0-5 16,-2 21-5-16,-1 17 5 15,1 15 2-15,2 13 1 16,0 11-1-16,0 4-2 16,0 2 1-16,0-8-1 15,5-9 0-15,-1-15-1 16,-4-13-3-16,0-16 1 15,0-9 2-15,-7-4 0 16,-10-5 1-16,-9-4 8 16,-3 0-1-16,4 0-5 0,8 0 16 15,11-4 9-15,6-7 2 16,0-4-15-16,25-5-14 16,18-3 0-16,12 5-1 15,10 2 0-15,4 6-39 16,1 3-40-16,2 3-77 15,-7 3-146-15,-14 1-365 16</inkml:trace>
  <inkml:trace contextRef="#ctx0" brushRef="#br1" timeOffset="121724.62">13094 4600 641 0,'0'0'140'16,"0"0"-109"-16,0 0 7 15,0 0 131-15,0 0-33 16,0 0-63-16,0 0-29 16,0-37 9-16,0 26-24 15,0-2-14-15,7-8-5 16,-3-2-2-16,3 0 28 0,-5 2 9 16,-1 4-7-1,-1 4-15-15,0 6 17 0,0 1-11 16,0 3-6-16,0 3 2 15,0 0-11-15,0 0-14 16,0 0-2-16,0 3-4 16,0 18-1-16,0 13 7 15,0 14 14-15,0 6-7 16,0 9-2-16,0 1 13 16,0 1-10-16,0-5 6 15,0-7-1-15,0-8-8 16,0-7 1-16,0-7 4 15,0-5-7-15,0-7 6 16,0-2-9-16,2-5 4 16,-1-2-1-16,6-1-3 0,5-2 0 15,7 2 1-15,5-1-1 16,10 1 0-16,1 2-7 16,0 2-32-16,-3 2-36 15,-2 2-48-15,-2-1-92 16,-1-7-159-16,-5-4-209 15</inkml:trace>
  <inkml:trace contextRef="#ctx0" brushRef="#br1" timeOffset="122342.43">13498 4768 231 0,'0'0'678'16,"0"0"-598"-16,0 0-68 15,0 0 59-15,0 0 62 16,0 0-68-16,9-43-20 15,3 25-34-15,1-1 28 16,-2-3-1-16,-1 1-4 16,1-2 2-16,-4-1-10 0,-1-1 6 15,-3 2-5-15,-1 5 1 16,-2 5-8-16,0 7-4 16,0 4 8-16,0 2-2 15,0 0-22-15,2 1-1 16,2 19-12-16,2 17 13 15,2 11 2-15,-1 4 3 16,1 3-4-16,-2-3 0 16,1 0-1-16,-1-3 2 15,-5-4-4-15,-1-7-1 16,0-8-2-16,-8-7-42 16,-14-5 14-16,-7-6 33 15,-4-7-2-15,-2-5-6 0,2 0 6 16,2-4 2-16,8-9 7 15,10 2 0-15,6 1 3 16,7 5 23-16,0 0-14 16,12 2-18-16,18-1-2 15,10 1 3-15,11-1-1 16,3 3-1-16,3 1-34 16,-2-2-67-16,-3-2-72 15,-7-2-158-15,-10-6-218 16</inkml:trace>
  <inkml:trace contextRef="#ctx0" brushRef="#br1" timeOffset="122501.47">13885 4809 1244 0,'0'0'81'0,"0"0"-79"16,0 0 7-16,0 0 51 15,-17 112-11-15,20-65-35 16,9-1-9-16,0-2-5 15,-2-5-61-15,0-9-88 16,-4-10-111-16,0-9-259 16</inkml:trace>
  <inkml:trace contextRef="#ctx0" brushRef="#br1" timeOffset="123010.43">14085 4733 1169 0,'0'0'73'0,"0"0"-64"15,0 0 36-15,5-81 18 16,14 57-18-16,-1 7-7 16,-3 5-8-16,-5 4 10 15,-5 5-13-15,-5 3-10 16,0 0 3-16,0 0-3 15,0 0 6-15,0 0-11 16,0 0-12-16,0 18-1 0,0 10 1 16,0 6 17-16,1 5-10 15,5 0-5-15,4 2 2 16,0-2-2-16,0-3-2 16,0 0 0-16,-4 0-2 15,-4-2-1-15,-2-3-30 16,0-3-41-16,-13-7 27 15,-9-2 23-15,-7-9 11 16,1-5 13-16,0-5 6 16,3 0 0-16,6-5 7 15,9-10 28-15,7-3 18 16,3-2-22-16,10 1-20 16,18 2-9-16,9 6-7 15,7 0 5-15,2 5-5 0,5 1-1 16,2 1 0-16,-1 1-1 15,-4 1-39-15,-7 2-74 16,-11-2-75-16,-12-5-176 16,-11-6-292-16</inkml:trace>
  <inkml:trace contextRef="#ctx0" brushRef="#br1" timeOffset="123242.84">14369 4432 734 0,'0'0'559'16,"0"0"-555"-16,0 0 5 0,0 0-9 15,37 98 31-15,2-34 33 16,-3 8-11-16,-4 5-19 16,-14 4-12-16,-12 5-14 15,-6-5-7-15,-6-4-2 16,-14-12-26-16,-3-19-104 15,0-10-53-15,-1-20-215 16</inkml:trace>
  <inkml:trace contextRef="#ctx0" brushRef="#br1" timeOffset="123573.49">14829 4759 765 0,'0'0'478'0,"0"0"-404"15,0 0-42-15,0 0 22 16,0 0 6-16,0 0-34 0,47-9-4 16,-8 13 21-16,10-1-17 15,7-3-21-15,-2 0-5 16,-8 0-1-16,-11 0-69 16,-8-5-135-16,-15-3-135 15,-12-2-423-15</inkml:trace>
  <inkml:trace contextRef="#ctx0" brushRef="#br1" timeOffset="123744.84">14913 4905 1461 0,'0'0'0'0,"0"0"-40"15,0 0 40-15,0 0 24 16,123 0-11-16,-59 0-13 15,-6 0-26-15,-16-2-211 16,-13-7-385-16</inkml:trace>
  <inkml:trace contextRef="#ctx0" brushRef="#br1" timeOffset="123933.75">14916 5065 1329 0,'0'0'3'0,"0"0"-3"0,0 0-34 15,0 0 34-15,120 15 0 16,-51-15-33-16,-3-2-166 16,-11-11-343-16</inkml:trace>
  <inkml:trace contextRef="#ctx0" brushRef="#br1" timeOffset="124759.13">15603 4768 1051 0,'0'0'175'16,"0"0"-159"-16,0 0-3 0,0 0 81 16,0 0-25-1,0-79-20-15,0 58-38 0,0-4-8 16,5 1 12-16,-4 1 9 15,-1-1-10-15,0 8 5 16,0 3 8-16,0 7-7 16,0 5 14-16,0 1-28 15,0 0-6-15,0 9-15 16,0 19 9-16,0 16 6 16,0 8 1-16,0 6-1 15,3 5 0-15,-2 0 4 16,-1 3-2-16,0-1-2 15,0-8-6-15,-11-10 6 16,-1-14-4-16,-3-14 4 0,1-12 0 16,-3-5 0-16,1-2 16 15,1-2-3-15,3-14 13 16,7-5 10-16,5-5-8 16,3-3-19-16,28-2-9 15,12 4 0-15,9 3-4 16,8 4 1-16,0 7-26 15,1 4-16-15,-5 3-35 16,-4 6-74-16,-7 0-84 16,-15 0-235-16</inkml:trace>
  <inkml:trace contextRef="#ctx0" brushRef="#br1" timeOffset="127089.3">9998 7772 682 0,'0'0'148'15,"0"0"-90"-15,0 0 48 16,0 0 65-16,0 0-61 16,0 0-47-16,-21 20-50 15,4 28 31-15,1 16 25 16,8 7-45-16,6-4-1 0,2-9-7 16,19-10 0-1,12-12-7-15,9-12-8 0,5-15 2 16,5-9 1-16,2-9-3 15,2-21-1-15,-8-9-22 16,-10-2 10-16,-17 1 9 16,-16-2 6-16,-3 1 1 15,-34-1-4-15,-16 3 0 16,-10 2-3-16,-4 3 3 16,2 7 0-16,12 6 4 15,15 9-4-15,17 6-3 16,11 4 2-16,7 1-8 15,7 0-49-15,26-8-93 16,14-6 140-16,10-8-4 0,0-6-19 16,-14 4 26-16,-11 3 8 15,-14 5 5-15,-10 5-1 16,-5 6 25-16,-3 1 61 16,0 2 19-16,0 2-45 15,-4 1-15-15,-5 0-12 16,0 7-7-16,-5 28-12 15,-4 16-8-15,1 15 18 16,0 12 4-16,-1 5-17 16,-1 3-1-16,1-3-10 15,2-7 0-15,5-11-4 16,4-9-1-16,6-13-7 16,1-8-36-16,0-9-68 15,0-9-95-15,13-14-91 16,6-3-280-16</inkml:trace>
  <inkml:trace contextRef="#ctx0" brushRef="#br1" timeOffset="127346.47">10566 7572 1415 0,'0'0'92'0,"0"0"-87"16,0 0 6 0,0 0 47-16,-55 103 9 0,50-34-18 15,5 4-25-15,0 3-6 16,11-5-12-16,8-2-4 16,4-10-4-16,2-6-8 15,1-9-57-15,0-8-60 16,3-12-115-16,-5-13-244 15</inkml:trace>
  <inkml:trace contextRef="#ctx0" brushRef="#br1" timeOffset="127706.08">10800 7839 1266 0,'0'0'264'0,"0"0"-200"0,0 0-51 16,0 0 54-16,0 0-24 15,0 0-28-15,72-32 2 16,-32 56-3-16,-5 8-14 16,-13 5 0-16,-15 7-3 15,-7 1 3-15,-17-1-3 16,-23-1 5-16,-12-6-4 16,-3-6 4-16,5-12 0 15,9-9 1-15,18-10 1 16,13 0 11-16,10 0 10 15,0-15-15-15,27-5-4 16,14-6 0-16,13 2-6 0,8 4 1 16,1 7-1-1,1 4 0-15,-2 3 0 0,-4 6-31 16,-3 0-30-16,-8 0-83 16,-5 0-95-16,-14 0-207 15,-9-6-464-15</inkml:trace>
  <inkml:trace contextRef="#ctx0" brushRef="#br1" timeOffset="127933.75">11256 7586 1259 0,'0'0'134'0,"0"0"-117"0,0 0-15 15,0 0 37 1,93 21 31-16,-52 26-38 0,-4 11 2 15,-11 5-5-15,-7 4 3 16,-16 2-17-16,-3-1-10 16,-3-4 0-16,-20-7-5 15,-4-8-3-15,2-9-47 16,1-13-90-16,11-14-107 16,3-13-215-16</inkml:trace>
  <inkml:trace contextRef="#ctx0" brushRef="#br1" timeOffset="128119.49">11823 7759 1556 0,'0'0'4'15,"0"0"-4"-15,0 0 0 16,103-11 4-16,-62 11-4 15,-3 0-118-15,-10 0-170 16,-18 2-378-16</inkml:trace>
  <inkml:trace contextRef="#ctx0" brushRef="#br1" timeOffset="128256.78">11819 7928 1500 0,'0'0'129'0,"0"0"-129"0,0 0-95 15,0 0 95-15,120-7 0 16,-59 1-225-16,-6-2-546 16</inkml:trace>
  <inkml:trace contextRef="#ctx0" brushRef="#br1" timeOffset="131638.95">8849 8900 600 0,'0'0'221'0,"0"0"-178"16,0 0-37-1,0 0 54-15,0 0 67 0,0 0-19 16,0 0-29-16,58-81-22 15,-48 55 10-15,0 1-14 16,-3-1-7-16,-2-2-13 16,-2 0-9-16,-1 3 0 15,0 4-4-15,-2 6-7 16,0 6 3-16,0 6 6 16,0 1-2-16,0 2-10 15,0 0-9-15,0 0-2 16,0 12-5-16,0 25 6 15,0 18 5-15,0 13 13 0,0 4-12 16,0-1 0-16,13-2-4 16,4-4 3-16,-1-5-5 15,2-9 1-15,-7-6-2 16,-6-8 2-16,-5-8-2 16,0-4 1-16,-6-9-8 15,-11-7-31-15,-5-3-17 16,-3-6 14-16,-4 0-3 15,-2-3 24-15,-1-10 17 16,1-4 4-16,5 2 1 16,8 1 3-16,6 4 11 15,10 5 18-15,2 2 11 16,0 2-41-16,27-1 4 16,11 0 3-16,13-1 4 15,6 2-4-15,3-1-10 16,0 2 1-16,-4 0-4 0,-2 0 3 15,-7 0-46-15,-9 0-76 16,-2 2-61-16,-10-2-105 16,-6 0-199-16</inkml:trace>
  <inkml:trace contextRef="#ctx0" brushRef="#br1" timeOffset="131860.43">9399 9105 845 0,'0'0'238'0,"0"0"-191"0,0 0-41 15,0 0-2-15,0 0 82 16,5 86 14-16,-3-43-60 16,-2 2-25-16,0-1-9 15,0-5-6-15,0-1-4 16,0-7-80-16,5-7-58 15,5-7-172-15,1-13-96 16</inkml:trace>
  <inkml:trace contextRef="#ctx0" brushRef="#br1" timeOffset="132273.01">9707 8872 353 0,'0'0'835'16,"0"0"-762"-16,0 0-41 16,0 0 35-16,10-82-6 15,26 73-29-15,13 7-5 16,1 2-1-16,-1 2-9 15,-10 22-13-15,-9 8-2 16,-14 4-2-16,-16 6-3 0,-2 3 2 16,-33 5 1-16,-13 3 3 15,-10-3 8-15,7-10 6 16,5-10 1-16,20-15 26 16,10-8 6-16,13-5 10 15,3-2-13-15,3 0-34 16,28-14-13-16,18-7 9 15,16 0-7-15,10 6-2 16,0 8-1-16,-1 7-40 16,-4 0-73-16,-8 10-84 15,-12 8-240-15</inkml:trace>
  <inkml:trace contextRef="#ctx0" brushRef="#br1" timeOffset="133493.94">10036 9324 1134 0,'0'0'143'0,"0"0"-143"16,0 0 5-16,0 0 2 16,0 0 26-16,0 0 28 15,0 5-43-15,0-5-12 0,0 0-6 16,0 0-4-16,0 0-48 15,0 0-25-15,0 0-71 16,0-15-199-16</inkml:trace>
  <inkml:trace contextRef="#ctx0" brushRef="#br1" timeOffset="133843.39">10853 8265 1039 0,'0'0'86'0,"0"0"-86"15,0 0 0-15,0 0 2 16,0 0 40-16,0 0-14 16,2-3-28-16,-2 3 0 15,2 0-31-15,-2 0-127 16,0 0-113-16,-4 0-273 0</inkml:trace>
  <inkml:trace contextRef="#ctx0" brushRef="#br1" timeOffset="135604.59">9717 8610 387 0,'0'0'124'16,"0"0"54"-16,0 0-36 15,0 0-53-15,-62-78 15 16,60 75-9-16,2 1 10 16,0 2-39-16,8 12-55 15,19 24 2-15,12 21 54 16,4 17-2-16,7 10-15 15,9 6 5-15,2-1-14 0,7-6-23 16,-3-5-4-16,-5-10-14 16,-7-9 14-16,-10-9-14 15,-5-10 1-15,-12-9-1 16,-9-6 0-16,-7-6-11 16,-7-7-42-16,-1-3-38 15,-2-5-40-15,0-4-42 16,-15-6 38-16,-10-22-238 15</inkml:trace>
  <inkml:trace contextRef="#ctx0" brushRef="#br1" timeOffset="135855.54">10133 8559 1133 0,'0'0'146'0,"0"0"-95"16,0 0-32-16,0 0-4 15,-87 91 57-15,52-16 1 16,-6 13-19-16,3 11-22 16,0 5-22-16,1 2-4 15,2 1-6-15,7-9-30 16,9-9-76-16,10-17-129 15,5-21-306-15</inkml:trace>
  <inkml:trace contextRef="#ctx0" brushRef="#br1" timeOffset="139454.78">9088 8262 363 0,'0'0'314'0,"0"0"-312"0,0 0-2 16,0 0 0-16,0 0 8 16,-92-6 32-16,78 6 16 15,-2 0-20-15,-2 0-3 16,-3 0 11-16,1 0-8 15,-2 0-2-15,1 0 1 16,-1 6-11-16,-1 4-12 16,4 1-6-16,1 4-3 15,3 2-3-15,2 1-1 16,3 6-2-16,1 2-4 16,3 3-26-16,0 4-26 0,2 0-44 15,1 1 3-15,3-1 19 16,0-3-65-16,0-2 75 15,0-8 21-15,0-4 29 16,6-7 18-16,-3-2 3 16,-2-1 2-16,2 0 5 15,-3 0 20-15,0 0 27 16,0 3 17-16,0 1 9 16,0 6-5-16,0 2-41 15,0 0-19-15,-6 2-3 16,-1-2-9-16,4 5 4 15,0 0-7-15,2 1-5 16,1 0 4-16,0 3-37 16,0 2-11-16,0 4-14 0,0 4-25 15,7 3-2-15,3 1-1 16,2-1-6-16,-3-4 15 16,-1-1 82-16,-1-6 24 15,-2-3 34-15,0-2 9 16,0-3 9-16,-2 1-15 15,4-5 22-15,1 1-10 16,3-2-25-16,2-3-12 16,3 2-2-16,1-2-22 15,3 3-5-15,0-5-5 16,2 3-1-16,-2-1-1 0,2 0-40 16,1-2-108-1,1-6-33-15,-1-3-83 0</inkml:trace>
  <inkml:trace contextRef="#ctx0" brushRef="#br1" timeOffset="139755.57">9156 9461 195 0,'0'0'135'0,"0"0"-83"15,0 0-5-15,0 0 35 16,0 0-5-16,0 0-38 16,72-52-16-16,-52 35 4 15,4-5-16-15,1 0-11 16,-1-6-11-16,-3-7-49 15,-3-5 28-15,-2-9 26 16,-5-6 6-16,-2-10 18 0,-3-7 31 16,-6-3 13-16,0-5 14 15,-6 2-16-15,-21 5-12 16,-10 11 43-16,-5 12-48 16,0 11-19-16,4 8 14 15,6 7-10-15,7 7-10 16,6 3-12-16,5 3-6 15,4 6-22-15,1-1-81 16,6 5-95-16,3-2-171 16</inkml:trace>
  <inkml:trace contextRef="#ctx0" brushRef="#br1" timeOffset="140903.54">12402 7717 688 0,'0'0'209'0,"0"0"-163"0,0 0 49 16,0 0 33-16,0 0-28 15,0 0-55-15,26-58-10 16,-14 38 29-16,-2-3-28 15,0 0 12-15,-3-1-2 16,-4 3 5-16,-1 0-16 16,-2 0-4-16,0 3-7 15,0 3 2-15,0 6-17 16,0 3 6-16,0 4 4 16,0 2-11-16,0 0-6 0,0 0-2 15,0 0-8-15,0 14 2 16,-2 14 4-16,-3 17 2 15,-2 10 13-15,0 6-9 16,4 3 0-16,0 3 1 16,3 0-4-16,0-3 1 15,0-6 1-15,0-14-3 16,0-9 0-16,3-11 1 16,0-9-1-16,-3-7 1 15,0-4 0-15,0-2-2 16,0-2 4-16,0 0-7 15,0 0 2-15,-4 0-3 0,-15 0 5 16,-6 0 12 0,-5 0-11-16,1 0 1 0,5 0 1 15,2-6-2-15,7 5 2 16,7-2-2-16,6 0 5 16,2 2 4-16,0-1-5 15,13-8-2-15,21 0-1 16,14-7 5-16,11-1-3 15,7 0-2-15,3 3-1 16,-2 1-1-16,-5 10-17 16,-11 4-87-16,-19 0-182 15,-23 10-421-15</inkml:trace>
  <inkml:trace contextRef="#ctx0" brushRef="#br1" timeOffset="150601.73">5259 10040 918 0,'0'0'262'0,"0"0"-247"15,0 0-7-15,0 0-2 16,0 0 29-16,0 0 7 16,-55 78 8-16,50-19-7 15,4 4-6-15,1-4-9 16,10-8-15-16,16-13-6 0,11-14-3 16,5-14 2-1,5-10 6-15,5 0-5 0,-1-24 2 16,-2-11-6-16,-6-1 3 15,-12 0-2-15,-14 5-2 16,-13 2 2-16,-4 2 5 16,-13 3-7-16,-19 0 0 15,-10 3-2-15,-5 2 1 16,2 6 0-16,5 6-1 16,12 4 0-16,11 1-6 15,8 1-25-15,9-1-1 16,0-2-4-16,9-10-80 15,18-7 45-15,6-9 58 16,4-7 13-16,-6-1 1 16,-5 3 5-16,-11 11 19 0,-8 6 30 15,-7 6 24 1,0 1-9-16,0 2-31 0,-9 2 10 16,1 1-6-16,-1 2-14 15,3 1 1-15,2 1-2 16,1 2-5-16,0 0-12 15,-4 30-7-15,-3 17-3 16,-2 19 21-16,1 14-1 16,-3 7-3-16,-3 8-6 15,-1 3-4-15,-4-2-2 16,0-6-6-16,-1-15-2 16,4-10 2-16,3-13-19 0,5-9-35 15,5-12-92 1,6-15-130-16,0-16-204 0</inkml:trace>
  <inkml:trace contextRef="#ctx0" brushRef="#br1" timeOffset="150898.59">5789 9881 1408 0,'0'0'64'0,"0"0"-61"16,0 0-3-16,-55 90 22 16,50-37 32-16,3 11-3 15,2 8-7-15,0-1-10 16,0-2-11-16,0-4-17 15,0-6-5-15,0-8 2 16,5-7-6-16,4-4-34 16,2-7-93-16,6-12-153 15,3-15-240-15</inkml:trace>
  <inkml:trace contextRef="#ctx0" brushRef="#br1" timeOffset="151369.15">5958 10153 1349 0,'0'0'150'15,"0"0"-139"-15,0 0 9 16,0 0 21-16,0 0 3 16,0 0-35-16,109-74-8 15,-69 74-2-15,-12 11-4 16,-9 11 1-16,-14 9 2 15,-5 3 2-15,-10 5 0 16,-21 1 7-16,-2-2-7 16,-2-7 8-16,5-12-5 0,12-9 4 15,8-6-2 1,8-4-4-16,2 0 7 0,5-13-8 16,20-7-7-16,8-4-5 15,7 8 7-15,2 4-3 16,-5 6 4-16,0 6-6 15,-4 0 7-15,-2 0 2 16,-7 5 0-16,-5 10-1 16,-7 3 2-16,-9 2 3 15,-3 5 10-15,-10 0 5 16,-15 1 7-16,-5-2-12 16,-2-3-6-16,0-2-3 15,2-6-3-15,5-4-1 16,5-6-56-16,8-3-84 0,8-8-115 15,4-20-328-15</inkml:trace>
  <inkml:trace contextRef="#ctx0" brushRef="#br1" timeOffset="151600.93">6391 9804 1424 0,'0'0'158'0,"0"0"-158"16,0 0 0-16,0 0 34 0,131 87 51 16,-85-24-31-16,-6 10-33 15,-11 2-8-15,-16 3 1 16,-13 2-10-16,-3-2-1 16,-32 0-3-16,-15-1-5 15,-12-1-51-15,-13 1-112 16,-9-3-266-16</inkml:trace>
  <inkml:trace contextRef="#ctx0" brushRef="#br1" timeOffset="160298.84">4774 11140 627 0,'0'0'145'15,"0"0"35"-15,0 0-148 16,0 0 11-16,0 0 23 0,0 0-15 15,0 0-7 1,17-31 24-16,-10 18-9 0,3-4-3 16,-2-4-22-16,-1-1 0 15,-1-1-20-15,-2-1-8 16,-1 4 21-16,0 6-7 16,-3 5 0-16,0 3-1 15,0 3-7-15,2 3 4 16,-2 0-7-16,0 0-9 15,0 0-1-15,0 1-6 16,0 21 2-16,0 13 5 16,4 10 1-16,1 6 2 15,1-2-3-15,3-4 1 16,-1-5-1-16,-1-9 1 16,-2-2-1-16,-2-5 0 0,-3-3 3 15,0-4-3 1,0-5 0-16,0-1-1 0,0-5 1 15,0-2 1-15,-11 5 5 16,-5-6-6-16,-6 5 5 16,-1-2-1-16,-3 1-1 15,-1-1-1-15,3-3 0 16,7 0 0-16,6-1-1 16,8 1 1-16,3-3 1 15,0 0 15-15,0 0-7 16,0 0-11-16,4 0 0 15,16-5 2-15,12-4-2 0,9-1-2 16,2 0 1 0,6 1-2-16,-1 2 2 0,2 4-31 15,-3 2-96-15,-5-3-119 16,-9-1-266-16</inkml:trace>
  <inkml:trace contextRef="#ctx0" brushRef="#br1" timeOffset="160525.09">5182 11234 989 0,'0'0'130'0,"0"0"-128"0,0 0-2 15,0 0 2-15,4 100 4 16,4-64 1-16,0 1-6 15,-2-3-1-15,0-5 2 16,1-3-2-16,-1-5 0 16,1-4-149-16,-1-14-144 15,0-3-298-15</inkml:trace>
  <inkml:trace contextRef="#ctx0" brushRef="#br1" timeOffset="160900.47">5316 11071 1166 0,'0'0'74'0,"0"0"-67"16,0 0 2-16,0 0 9 16,0 0 6-16,102-26-21 15,-76 45 1-15,-9 8 2 16,-5 5-2-16,-8 6-1 15,-4 1 0-15,-4 2 2 16,-19 0 1-16,-5-4 11 16,-2-3-10-16,4-11-4 15,10-10-1-15,6-8 3 16,7-5 45-16,3 0 29 16,0 0-18-16,0-4-42 0,4-7-2 15,13-3-8-15,7-1-4 16,2 4-3-16,6 4-2 15,1 4-3-15,4 3 3 16,0 0-6-16,2 0-52 16,-5 0-103-16,-3 5-72 15,-8-4-322-15</inkml:trace>
  <inkml:trace contextRef="#ctx0" brushRef="#br1" timeOffset="161073.59">5739 11239 1032 0,'0'0'205'0,"0"0"-204"16,0 0-1-16,0 0 3 15,-7 104-1-15,14-70 0 16,5 2-2-16,-2-6 1 16,1 1-2-16,1-11-129 15,-5-6-240-15</inkml:trace>
  <inkml:trace contextRef="#ctx0" brushRef="#br1" timeOffset="161532.5">5881 11027 1156 0,'0'0'126'0,"0"0"-117"16,0 0-5-16,0 0 8 15,0 0 2-15,94-72-8 16,-59 72-6-16,-7 16 0 16,-7 8-1-16,-11 3-3 15,-9 6 3-15,-1 3 0 16,-5-2 1-16,-17-1 6 16,0-9-1-16,6-10-4 15,6-7 9-15,7-6-3 16,3-1 5-16,0 0-2 15,1-6-6-15,16-10 2 16,7-1-6-16,4 1-3 0,3 5 3 16,1 11-2-16,-1 0-1 15,-3 3 3-15,-5 15-6 16,-6 5 6-16,-7-3 3 16,-6 0 6-16,-4-1 58 15,-4 0 28-15,-18 1-8 16,-6-4-34-16,-9 0-29 15,-3-2-9-15,-2-4-14 16,1 1-1-16,3-2-9 16,5 0-100-16,4 0-189 15,3-2-354-15</inkml:trace>
  <inkml:trace contextRef="#ctx0" brushRef="#br1" timeOffset="162671.04">6322 11302 1101 0,'0'0'191'0,"0"0"-166"0,0 0-24 16,0 0 43-16,0 0 72 16,0 0-48-16,-13 0-39 15,13 0-14-15,0 0-4 16,0 0-5-16,0 0-6 15,0 0 3-15,0 0-2 16,0 0 5-16,0 0-6 16,-1 0 0-16,-6 0-3 15,-4-3-128-15,-2-8-42 16,-1-1-145-16,-4-6-285 16</inkml:trace>
  <inkml:trace contextRef="#ctx0" brushRef="#br1" timeOffset="164133.66">5891 10844 549 0,'0'0'110'0,"0"0"-36"0,0 0-40 16,0 0 100-16,0 0-10 15,0 0-23-15,-26-29-36 16,26 29-29-16,0 0-15 16,0 0-5-16,0 0-8 15,0 12-2-15,18 14 3 16,12 12 55-16,7 12-30 15,5 13-3-15,0 4-10 16,1 3-3-16,-2-5-4 16,0-10 3-16,-1-7-10 0,-4-10 0 15,2-5 1-15,-7-7-5 16,-4-5-2-16,-7-5 0 16,-5-2 0-16,-7-4-1 15,-2-1 1-15,-5-2-2 16,-1-3-1-16,2-1 1 15,-2-3-13-15,0 0-93 16,0 0-20-16,-20 0-39 16,-8-6-258-16</inkml:trace>
  <inkml:trace contextRef="#ctx0" brushRef="#br1" timeOffset="164483.29">6145 10824 1084 0,'0'0'52'0,"0"0"-31"15,0 0-2-15,0 0 40 16,0 0-8-16,0 0-28 15,-14 33-19-15,11 20 59 16,-1 18 42-16,-3 10-65 0,-1-5-12 16,-1-2-12-16,-1-10 9 15,-1-6-8-15,-3-5-10 16,2-10-5-16,4-4-2 16,1-5-4-16,3-3 2 15,-2-4-117-15,3-7-86 16,-8-11-179-16,-6-9-396 15</inkml:trace>
  <inkml:trace contextRef="#ctx0" brushRef="#br1" timeOffset="165752.26">5471 11791 665 0,'0'0'126'16,"0"0"-91"-16,0 0-15 15,0 0 30-15,0 0-22 16,0 0-19-16,18 27 29 15,-8-7 31-15,-3 4-51 16,2-8-6-16,-2-3-8 16,-2-5 6-16,-2-8 55 15,-1 0-14-15,0 0 58 0,6-8 12 16,4-19-24-16,8-12-80 16,6-11-12-1,4-1-2-15,5-1 0 0,1 4-3 16,-1 9-5-1,0 8-24-15,-5 18-91 0,-4 12-94 16,-10 1-213-16</inkml:trace>
  <inkml:trace contextRef="#ctx0" brushRef="#br1" timeOffset="167320.87">4823 11789 675 0,'0'0'117'16,"0"0"-117"-16,0 0-1 15,0 0-3-15,0 0 4 0,0 0 4 16,18 29 11 0,-4-13-4-16,-1 3 27 15,-4-6 6-15,-3-4-25 0,-1-5 38 16,-3-4 20-16,-1 0 45 15,1 0 0-15,-2 0-9 16,1-10-12-16,3-12-54 16,-1-7-42-16,4-5-3 15,4 5-1-15,2-2-2 16,1 4 1-16,8 3-26 16,10 6-138-16,10 0-137 15,8-1-290-15</inkml:trace>
  <inkml:trace contextRef="#ctx0" brushRef="#br1" timeOffset="167959.83">6792 10242 629 0,'0'0'228'0,"0"0"-164"15,0 0 34-15,0 0 11 16,0 0-25-16,0 0-19 16,0-10-16-16,24 5-6 15,13-1-15-15,11-4 0 16,5 3-17-16,2 0-8 16,-4-1-3-16,-6 5-1 0,-6 2-30 15,-8 1-196-15,-12 0-257 16</inkml:trace>
  <inkml:trace contextRef="#ctx0" brushRef="#br1" timeOffset="168206.12">6926 10365 1084 0,'0'0'108'0,"0"0"-108"0,0 0 0 16,0 0 7-16,0 0 13 15,0 0 12-15,124-2-18 16,-82-7-12-16,-1-1-2 16,-2 0 0-16,1-4-127 15,0-3-179-15,-6-2-127 16</inkml:trace>
  <inkml:trace contextRef="#ctx0" brushRef="#br1" timeOffset="168698.81">7530 9953 893 0,'0'0'164'16,"0"0"-85"-16,0 0-18 15,-6-77 45-15,16 64-6 16,11 3-64-16,9 9-27 16,5 1-3-16,4 5-6 15,-5 19 7-15,-3 3-1 16,-11 6-6-16,-12 5 0 15,-8 2 3-15,-7 4-2 0,-26 2 4 16,-9 1-1-16,-8 0 3 16,-4-7-7-16,6-8 2 15,6-10 4-15,7-10 1 16,10-5 30-16,10-6 7 16,10-1-4-16,5 0-1 15,0-12-25-15,24-8-13 16,11-2-1-16,10 1 0 15,5 4 0-15,5 2-2 16,3 5 3-16,0 4-4 16,-7 6 3-16,-9 0-3 15,-9 0 0-15,-7 11-3 16,-8 3-63-16,-5 1-57 16,-4 2-72-16,-6-8-134 0,-3-2-334 15</inkml:trace>
  <inkml:trace contextRef="#ctx0" brushRef="#br1" timeOffset="174998.59">4525 2280 330 0,'0'0'78'0,"0"0"-57"16,0 0-10-16,0 0 52 15,0 0 59-15,0 0-28 16,0 0-21-16,0 0-6 16,-7-17-13-16,7 17-1 15,0 0 1-15,0 0-12 16,0 0-15-16,0 0-4 15,0 0 0-15,0 0 2 16,0 0 1-16,-1 0-7 0,1 8 3 16,0 8 39-16,0 7-23 15,0 8-25-15,4 9 21 16,2 6 9 0,4 5-4-16,0 7-28 0,0 9 1 15,0 7 6-15,-5 4 3 16,0 2 4-16,-5-8-16 15,2-7-3-15,-2-9 4 16,0-6-5-16,0-6 6 16,0-6-4-16,0-5-2 15,0-8 3-15,0-1-2 16,-5-3-1-16,0-1 0 16,0-3-4-16,0-1 4 0,2-4 0 15,-1-3-4 1,2-4 6-16,2-3-1 0,0-2 7 15,0 0 8-15,0 0-8 16,0 0 6-16,0 0-11 16,0 0-6-16,0 0 5 15,0 0-5-15,0 0 2 16,0 0 2-16,0 0-4 16,2 0 0-16,15 0-1 15,20 0 0-15,23-10 7 16,20-2-4-16,19-3 1 15,16 3-4-15,19 0 2 16,15-2-3-16,13-1 3 16,5-1-2-16,9 0 2 0,3 0-1 15,-4 3 4-15,0 2-6 16,-6 1-9-16,-7-1 9 16,-6 0 2-16,-8-2 0 15,-3-1-2-15,-6-3 2 16,-9 2 4-16,-12 1-6 15,-10-2-3-15,-19 2 3 16,-12 3 0-16,-9 3-3 16,-15 3 3-16,-6 1 0 15,-7 0 1-15,-2 0-2 16,-2 3 3-16,-7-3-2 16,-3 2 0-16,-4 1 2 15,-8 1-3-15,-1 0 1 0,1 0 0 16,-3 0 0-16,-1 0 0 15,-1 0 0-15,-1 0 0 16,3 0-2-16,-3 0 1 16,2 0 1-16,-1 0 0 15,1 0-1-15,-2 1 2 16,0 3-1-16,1 0 0 16,-2-1-1-16,-1 1 1 15,1-4 0-15,-1 2 1 16,-1-2-2-16,-2 2 1 15,1-2 0-15,-4 0 0 16,0 1-5-16,0-1 4 0,0 0-7 16,0 0-10-16,0 0-1 15,0 0-2-15,0 0 10 16,2 0 4-16,-2 0-3 16,0 0 6-16,0 0-2 15,0 2-9-15,0-2 1 16,0 0-27-16,0 2-43 15,0-2-44-15,0 5-38 16,0 1-123-16,-7 0-160 16</inkml:trace>
  <inkml:trace contextRef="#ctx0" brushRef="#br1" timeOffset="179513.4">10455 9782 873 0,'0'0'201'0,"0"0"-174"15,0 0-11-15,0 0 39 16,0 0 5-16,0 0-30 16,-45 94 3-16,44-33-3 15,1 0-15-15,5-6 4 0,14-8-5 16,5-9-7-16,4-13 4 15,1-4-7-15,-1-14 1 16,2-7 0-16,-1 0 0 16,0-11 1-16,-3-9 2 15,-6-9-3-15,-7-3-3 16,-7-6 0-16,-6-1 1 16,-9 0 0-16,-23 3-2 15,-12 4 0-15,-10 7-1 16,-1 7 1-16,1 6 2 15,11 5-2-15,13 4-1 16,13-1-5-16,14 2 0 16,3-2 0-16,1-5-55 15,26-9-67-15,11-6 97 16,11-6-2-16,-1-1 27 0,-6 5 5 16,-12 6 7-16,-11 8-3 15,-11 4 0-15,-6 5 37 16,-2 2 27-16,0 1 15 15,0 0 2-15,0 0-24 16,0 0-19-16,0 0-19 16,0 1-6-16,-7 22-16 15,-3 14 8-15,-2 19 20 16,1 13-4-16,-2 9-3 16,-3 6 0-16,-3 1-1 15,0-2-5-15,0-6-5 16,2-12-11-16,4-10 0 0,5-10-1 15,5-11-22 1,3-8-47-16,0-9-64 0,13-14-134 16,7-3-158-16</inkml:trace>
  <inkml:trace contextRef="#ctx0" brushRef="#br1" timeOffset="179829.01">10890 9650 1137 0,'0'0'155'0,"0"0"-87"0,0 0-62 15,0 0 7-15,0 0 35 16,0 0-21-16,-32 97 31 15,32-18-18-15,0 6-22 16,0 0-7-16,4-3-7 16,4-10-2-16,5-13-2 15,4-8-1-15,3-11-21 16,4-6-43-16,-1-12-39 16,2-10-40-16,-1-9-93 15,-2-3-126-15,-5-10-288 16</inkml:trace>
  <inkml:trace contextRef="#ctx0" brushRef="#br1" timeOffset="180346.13">11145 9778 1057 0,'0'0'155'15,"0"0"-108"-15,0 0-44 16,0 0-2-16,0 0 5 15,0 0 13-15,-9 59 31 16,4-23-34-16,-3 2-13 16,-6 1-1-16,-2-2 2 15,-8-5-4-15,3-7 3 16,1-11-2-16,6-6 3 0,6-5 1 16,4-3-4-16,4 0 2 15,0 0-3-15,0 0-6 16,0 0-8-16,15 0 12 15,7 0 2-15,3 0 0 16,2 0 1-16,3 0 0 16,3 0 2-16,3 0-1 15,0-6-2-15,-4-4 2 16,-3-6-2-16,-9 1 3 16,-10-4-1-16,-6-2-1 15,-4-4 1-15,0 0-1 16,0 1-1-16,-10 3 6 15,-3 7 11-15,5 5 6 16,1 5 21-16,4 4 3 0,1 0-44 16,0 27-2-16,-1 18-1 15,1 12 20-15,0 2-16 16,2-5-2-16,0-8-2 16,0-5-14-16,7-7-39 15,4-6-56-15,2-12-72 16,0-11-216-16,1-5-337 15</inkml:trace>
  <inkml:trace contextRef="#ctx0" brushRef="#br1" timeOffset="180606.8">11432 9682 1266 0,'0'0'75'0,"0"0"-75"16,0 0 0-16,0 0 11 16,55 117 55-16,-30-50-19 15,-3 6-23-15,-7 4-1 16,-7 0-14-16,-6-10-5 16,-2-6 0-16,0-10-3 15,-12-9-1-15,-3-6-26 16,0-11-53-16,3-8-66 0,4-11-165 15,3-6-191-15</inkml:trace>
  <inkml:trace contextRef="#ctx0" brushRef="#br1" timeOffset="180838.4">11880 9884 1260 0,'0'0'251'0,"0"0"-251"16,0 0 4-16,0 0-4 0,100-9 26 16,-51 6-16-16,-1-2-10 15,-2-2-37-15,-10 0-141 16,-16-2-222-16</inkml:trace>
  <inkml:trace contextRef="#ctx0" brushRef="#br1" timeOffset="180998.8">11898 10107 1489 0,'0'0'36'0,"0"0"-36"16,0 0-2-16,0 0 2 0,121 4 0 15,-63-8-47-15,-1-9-189 16,-15 3-455-16</inkml:trace>
  <inkml:trace contextRef="#ctx0" brushRef="#br1" timeOffset="189397.12">9691 10824 719 0,'0'0'175'0,"0"0"-157"15,0 0 9-15,0 0 69 16,0 0 4-16,0 0-26 15,0 0-19-15,7 0-18 16,-5-3 4-16,2-8-14 16,5-2-10-16,0-7-3 15,1 3 3-15,-2 0-2 16,-2 0 1-16,0 4-8 0,-3 2-1 16,0 3-3-16,-3 7 16 15,0 1 4-15,0 0-7 16,0 0-3-16,0 0-9 15,0 0-5-15,0 0-3 16,0 7-10-16,0 19 13 16,0 8 8-16,-3 7-2 15,0 0-3-15,0-2-2 16,-1-3 0-16,1-6-1 16,-3-2 1-16,0-2-1 15,-4-2 0-15,-2 2-6 16,-5-2-15-16,1-2 0 0,0-7 19 15,3-4-15-15,3-5 16 16,3-4 1-16,4-2 3 16,2 0-2-16,-1 0 4 15,2 0-2-15,0 0 0 16,0 0-3-16,0 0-4 16,6-10 4-16,13-3 4 15,6-1-3-15,3 5 9 16,6 3-6-16,1 2-3 15,2 4-1-15,2 0 0 16,-1 0-20-16,0 0-82 16,-1 0-55-16,-5 0-107 15,-5-6-142-15</inkml:trace>
  <inkml:trace contextRef="#ctx0" brushRef="#br1" timeOffset="189580.6">10079 10950 809 0,'0'0'329'16,"0"0"-281"-16,0 0-48 16,0 0 1-16,0 0 15 15,0 0 33-15,10 62-26 16,-6-36-23-16,1 3 0 16,0-2-45-16,-2 0-83 15,2-4-173-15,2-6-90 16</inkml:trace>
  <inkml:trace contextRef="#ctx0" brushRef="#br1" timeOffset="189976.43">10263 10851 1126 0,'0'0'114'0,"0"0"-103"15,0 0-5-15,0 0 34 16,0 0 18-16,115-71-20 16,-86 71-17-16,-4 12-10 15,-8 11-10-15,-7 4 2 16,-10 4 4-16,0 3-5 0,-14 3 2 16,-12-1-4-16,-8-3 0 15,3-6-13-15,2-9 13 16,7-7 0-16,7-9 5 15,5-2 3-15,5 0 1 16,5-16 5-16,0-1-3 16,8 0-5-16,16 1 0 15,6 6-2-15,2 3 2 16,3 3-4-16,2 4-1 16,-2 0-2-16,2 0 0 15,-4 0-52-15,-1 4-83 16,-2 0-83-16,-6 1-182 0</inkml:trace>
  <inkml:trace contextRef="#ctx0" brushRef="#br1" timeOffset="190150.08">10706 10944 306 0,'0'0'814'15,"0"0"-753"-15,0 0-57 16,0 0 7-16,0 81 23 15,7-48-22-15,1 0-7 16,2-6-5-16,0-4-57 16,0-8-104-16,4-6-164 15,-4-9-280-15</inkml:trace>
  <inkml:trace contextRef="#ctx0" brushRef="#br1" timeOffset="190596.46">10834 10829 1038 0,'0'0'184'15,"0"0"-175"-15,0 0-3 16,0 0-6-16,0 0 25 16,0 0-7-16,93-70-13 15,-68 70-3-15,-8 7-2 16,-6 10-1-16,-9 7 0 15,-2 4 0-15,-2-2 1 0,-14 1 6 16,-4-1-3-16,1-6-2 16,6-8 1-16,4-5 0 15,6-5-1-15,3-2 0 16,0 0-1-16,7-4-27 16,14-6 26-16,6 0 1 15,2-1 3-15,1 6-3 16,-2 4-1-16,1 1 1 15,-4 0 5-15,-7 6 5 16,-4 11 10-16,-7-1 0 16,-7 2 5-16,0 2 27 15,-16-1-12-15,-10 5-10 0,-5-5-12 16,-2 3-14-16,1-6-2 16,4-2-2-16,9-1-27 15,7-8-74-15,11-5-68 16,1 0-220-16,0-9-425 15</inkml:trace>
  <inkml:trace contextRef="#ctx0" brushRef="#br1" timeOffset="190784.42">11280 10991 1126 0,'0'0'96'0,"0"0"-90"15,-4 78-1-15,4-54 4 16,0 1 2-16,0-1-11 16,0-1-3-16,7-10-99 15,1-5-166-15,1-8-230 16</inkml:trace>
  <inkml:trace contextRef="#ctx0" brushRef="#br1" timeOffset="191260.08">11487 10713 1109 0,'0'0'156'0,"0"0"-143"16,0 0-10-16,0 0 13 16,0 0 8-16,0 0-17 15,-3 40 16-15,-1-18-15 16,-3 0-6-16,-1-3 4 15,-1-4-5-15,2-4 2 16,1-7 2-16,3-1-3 16,3-3-1-16,0 0-1 15,0 4-9-15,3 2 5 16,14 1 4-16,5 2 4 16,5 0-4-16,1-3 1 15,4-5-1-15,-2-1 5 16,0 0-4-16,-3-4 1 0,-7-6 2 15,-8-6-3-15,-7-1 6 16,-5 0-7-16,0-7 6 16,-2 4 2-16,-13-3 13 15,2 6 2-15,1 3 12 16,4 7-5-16,4 5 21 16,2 2-10-16,1 2-33 15,1 29-8-15,-2 13 0 16,0 16 4-16,2 10-4 15,0 7-7-15,0 7-90 16,0 0-154-16,-3 0-458 16</inkml:trace>
  <inkml:trace contextRef="#ctx0" brushRef="#br1" timeOffset="193459.77">11473 10603 445 0,'0'0'170'0,"0"0"-81"0,0 0 13 16,0 0 40-16,0 0-16 16,0 0-25-16,-13-24-49 15,13 24-14-15,0 0-10 16,0 0-2-16,0 0-9 16,0 4-15-16,13 19 17 15,8 8 75-15,3 13-59 0,5 8-13 16,4 9 6-1,8 2 3-15,-1-2-7 0,4 2-5 16,-1 1-7 0,-1-7-6-16,-6-6-6 0,-2-9 5 15,-9-10-5-15,-7-7 0 16,-2-8 0-16,-10-4-29 16,-1-8-25-16,-3-2-41 15,-2-3-60-15,0 0-32 16,-2-21-193-16</inkml:trace>
  <inkml:trace contextRef="#ctx0" brushRef="#br1" timeOffset="193875.72">11832 10568 800 0,'0'0'209'0,"0"0"-163"16,0 0-27-16,0 0 89 0,0 0 8 15,0 0-31 1,-6-9-35-16,-2 27-9 0,-8 17 20 16,-3 16-7-16,-4 8-9 15,-8 16 4-15,-4 1-5 16,-2 6-15-16,-2-1-10 16,0-5-18-16,6-6 7 15,4-11-8-15,7-10-2 16,7-7-24-16,8-9-77 15,6-6-96-15,-1-12-197 16,2-9-555-16</inkml:trace>
  <inkml:trace contextRef="#ctx0" brushRef="#br1" timeOffset="195494.56">10893 11396 447 0,'0'0'209'0,"0"0"-166"16,0 0 19-16,0 0 48 15,0 0-6-15,0 0-23 16,-3-17-30-16,3 15 14 16,0 1-15-16,0 1 0 15,0 0-21-15,0 0-16 16,0 0-5-16,0 4-3 15,5 12 16-15,5 7 31 16,0-5-34-16,0 2-4 16,-3-7-9-16,-1-5 3 0,-3-3 11 15,0-5 5 1,0 0 8-16,4 0 18 0,8-20-8 16,6-10-18-16,10-9-22 15,5-9-2-15,6-2-14 16,7-5-61-16,-1 3-62 15,1 12-21-15,-13 9-145 16,-12 18-253-16</inkml:trace>
  <inkml:trace contextRef="#ctx0" brushRef="#br1" timeOffset="196460.23">10305 10621 365 0,'0'0'443'0,"0"0"-350"16,0 0-59-16,0 0 59 15,0 0 25-15,0 0-11 16,-32-29-53-16,32 29-28 16,0 5-18-16,14 22-8 15,12 12 55-15,11 11 6 0,8 10-15 16,4 2-14-1,2-4-21-15,1-3 6 0,-5-2-5 16,-5-5-7-16,-7-3-1 16,-5-4-4-16,-7-5 0 15,-6-5-1-15,-5-8-22 16,-5-7-22-16,-4-1-40 16,-1-11-55-16,-2-4-63 15,0 0-119-15,0-24-202 16</inkml:trace>
  <inkml:trace contextRef="#ctx0" brushRef="#br1" timeOffset="196792.16">10698 10612 819 0,'0'0'212'16,"0"0"-134"-16,0 0-42 15,0 0 36-15,0 0 36 16,0 0-21-16,-49 51-26 16,26-1-3-16,-5 14-10 15,-4 5-2-15,-4 3-2 16,-2 2-16-16,-3-2 0 0,2-5-5 15,4-9-16-15,6-11-4 16,10-11-3-16,6-8-12 16,7-9-46-16,6-6-69 15,0-9-87-15,9-4-106 16,7-14-331-16</inkml:trace>
  <inkml:trace contextRef="#ctx0" brushRef="#br1" timeOffset="201656.87">12499 9843 634 0,'0'0'221'0,"0"0"-146"15,0 0-48-15,0 0 88 16,0 0-10-16,0 0-41 15,0 0-10-15,21-82-23 16,6 74-3-16,3 6-8 16,2 2 0-16,1 2 0 0,-4 17-5 15,-7 13 10-15,-9 7-6 16,-12 9-9-16,-1 7 3 16,-13 2-4-16,-19 0 3 15,-3-5 3-15,-5-8-6 16,5-11-1-16,5-11 7 15,7-6 10-15,6-9 17 16,7-3-10-16,5-4-1 16,5 0 11-16,0 0-15 15,0 0-16-15,13-11-9 16,20-7 10-16,14-5-7 16,12 2-4-16,6 1 4 15,3 6-5-15,-3-1-3 16,-4 6 1-16,-8 7 1 0,-8 2-24 15,-10 0-37-15,-7 0-38 16,-10 11-19-16,-8 4-103 16,-10-1-149-16,0 1-260 15</inkml:trace>
  <inkml:trace contextRef="#ctx0" brushRef="#br1" timeOffset="207905.7">18514 2790 732 0,'0'0'141'0,"0"0"-121"16,0 0 88-16,0 0 17 15,0 0-23-15,22-80-42 0,-19 73-21 16,-2 5 5-1,-1 2-1-15,0 0 17 0,0 0-13 16,0 0-8-16,-4 0-16 16,-10 2-5-16,-6 18-10 15,-5 14-5-15,0 10 2 16,2 11-1-16,6 8 6 16,9 2-3-16,8-2-4 15,0-9 2-15,20-12-5 16,12-12 0-16,6-13 0 15,5-13 1-15,6-4 10 16,3-15-6-16,1-16 9 16,-3-7-14-16,-5-6 7 15,-9 1-6-15,-14-2 4 0,-11-1-1 16,-11 2-1-16,-5-2-2 16,-23-1-1-16,-11 4 2 15,-6 7 4-15,-5 10-12 16,-2 17 6-16,2 9-1 15,0 4-11-15,8 17-14 16,8 0-44-16,16 1-57 16,13-3-44-16,5-6-68 15,20-4-100-15,17-9-67 16</inkml:trace>
  <inkml:trace contextRef="#ctx0" brushRef="#br1" timeOffset="208176.74">18676 2572 1098 0,'0'0'74'0,"0"0"-68"15,0 0 60-15,0 0 65 16,0 0-55-16,0 0-61 16,-29 22-12-16,29 41 34 15,0 18 16-15,-11 13-8 16,-11 2-17-16,-4-3 17 15,-5-4-33-15,3-9-5 16,6-14-5-16,7-10-2 16,8-11-5-16,7-9-38 0,0-7-54 15,0-9-82-15,16-11-93 16,-2-9-257-16</inkml:trace>
  <inkml:trace contextRef="#ctx0" brushRef="#br1" timeOffset="208522.5">19039 2591 989 0,'0'0'144'0,"0"0"-135"0,0 0 37 16,0 0 64-16,0 0-44 15,0 0-54-15,-13 54-1 16,3 10 77-16,-4 12-34 16,6 5-22-16,3-1 4 15,5-3-3-15,0-12-16 16,8-9-14-16,12-9 2 15,2-10-4-15,1-11-1 16,2-6-30-16,1-8-45 0,0-7-67 16,1-5-75-1,-2-4-177-15</inkml:trace>
  <inkml:trace contextRef="#ctx0" brushRef="#br1" timeOffset="209239.57">19529 2629 1216 0,'0'0'31'16,"0"0"-22"-16,0 0 13 15,0 0 39-15,0 0-3 16,0 0-29-16,-14-2 2 0,-1 11 15 16,-6-1-10-16,-4-1 2 15,-5 1-2-15,-4 1-18 16,-1-2 4-16,0 1-9 16,4-4-12-16,10-1 7 15,6-1-6-15,6 0 7 16,8-2 3-16,1 0-3 15,0 0-2-15,0 0-6 16,0 0-1-16,0 0 0 16,0 0-10-16,0 5 5 0,-2 9-6 15,-3 7 2 1,2 9 9-16,-3 1 5 0,0 1-5 16,1-2 0-16,2-6 3 15,-2-6-3-15,3-5 0 16,2-8 1-16,0-1 2 15,0-4-2-15,0 0-1 16,0 0-1-16,0 0 1 16,14-5 6-16,9-10 9 15,7 0-12-15,7 0 1 16,0 4-4-16,-2 5-7 16,0 5-1-16,-5 1-15 15,-4 0 14-15,-6 10 4 16,-4 6-5-16,-4 2 4 15,-6-1-1-15,-4 1 4 0,-2 0 3 16,0 2 6-16,-12-2 8 16,-10 4 10-16,-6-4-13 15,-2 4-2-15,0-4-5 16,3-4 1-16,2 2-3 16,1-4-2-16,8 0-6 15,4-2-53-15,10-3-79 16,2-6-112-16,17-1-86 15,15-15-168-15</inkml:trace>
  <inkml:trace contextRef="#ctx0" brushRef="#br1" timeOffset="209522.53">19719 2465 1312 0,'0'0'121'0,"0"0"-121"16,0 0-21-16,0 0 21 15,0 0 58-15,126 132-9 16,-84-60-23-16,-6 6 6 16,-10-2-2-16,-12-4 5 15,-14-5-22-15,0-1-7 16,-18-3 1-16,-16-5-6 0,-6-5-2 15,-1-8-5 1,1-10-80-16,2-8-58 0,2-11-97 16,1-10-250-16</inkml:trace>
  <inkml:trace contextRef="#ctx0" brushRef="#br1" timeOffset="211407.8">19454 3405 561 0,'0'0'299'0,"0"0"-238"0,0 0 11 16,0 0 67-16,0 0 0 16,0 0-35-16,-2-3-45 15,0 3-18-15,0 0-15 16,2 0-12-16,-3 0-6 15,-8 14-8-15,-9 20 0 16,-11 10 31-16,-2 9 3 16,-2-4-21-16,1-4-3 15,4-3 3-15,2-4 10 16,3-5-10-16,5-6-3 0,7-9-2 16,2-6-5-16,8-8 4 15,1-2-2-15,2-2-3 16,0 0 8-16,0 0 8 15,0 0 10-15,0-6-1 16,0-9-12-16,0-3-15 16,0-2 5-16,0 3-5 15,0 5 3-15,0 7-3 16,0-1-3-16,0 4 2 16,0 1 2-16,0-2-2 15,0 3-6-15,2 0-2 0,-2 0 9 16,0 0 0-1,0 0-6-15,1 0-14 0,-1 0-22 16,6 0-19-16,5 0-44 16,6 0-27-16,8 0-50 15,-3 0-199-15,-12-2-382 16</inkml:trace>
  <inkml:trace contextRef="#ctx0" brushRef="#br1" timeOffset="212474.09">17348 4115 454 0,'0'0'277'0,"0"0"-172"15,0 0-64-15,0 0 89 16,0 0 29-16,0 0-62 16,10-25-49-16,2 3-34 0,0-2 25 15,-2 0 7 1,-2-2-8-16,-1-2-9 0,-2-1 12 15,-1 1-23-15,-3 0 1 16,-1 9 8-16,0 5-5 16,0 7-2-16,0 4 0 15,0 3-10-15,0 0-8 16,0 0-2-16,0 5-8 16,0 17 4-16,-1 17 2 15,-1 12 2-15,2 7 4 16,0 2 2-16,0-6-3 15,8-4-1-15,4-7-4 16,-1-4 4-16,-2-6-1 16,-2-9-1-16,-6-6-3 15,1-3-15-15,-2-2-20 0,0-4-6 16,-3-1 15-16,-10-3 1 16,-5-4-5-16,2-1 22 15,-4 0 11-15,3 0 4 16,5-4 4-16,4-2-6 15,5 0 22-15,3 3 22 16,0 0-7-16,0-2-26 16,14-1-11-16,12-3 13 15,7 0-9-15,4 3-5 16,2 2-2-16,-1 1 1 16,-1 0-17-16,3 0-49 15,-2-2-60-15,1-2-31 16,-6-5-155-16,-6-4-132 15</inkml:trace>
  <inkml:trace contextRef="#ctx0" brushRef="#br1" timeOffset="212640.55">17798 4119 1004 0,'0'0'95'16,"0"0"-95"-16,0 0 0 15,0 0 67-15,0 94 39 16,0-52-79-16,2-3-19 15,6 1-8-15,1-7-4 16,2-6-79-16,5-7-97 16,0-13-157-16,4-7-167 0</inkml:trace>
  <inkml:trace contextRef="#ctx0" brushRef="#br1" timeOffset="213022.36">18042 3896 1262 0,'0'0'85'15,"0"0"-85"-15,0 0 0 16,0 0 29-16,0 0 8 16,0 0-12-16,97 47-7 15,-75-9-18-15,-6 3 0 0,-12-3 0 16,-4 2 6-16,0 1-5 15,-17 0 3-15,-9-5 1 16,-3-6-2-16,4-9 1 16,5-12-1-16,7-7 5 15,6-2 8-15,4 0-2 16,3-9 11-16,0-6-2 16,11-1-23-16,13 0 5 15,4 5-4-15,3 1 0 16,-2 6-1-16,3 2-9 15,4 2 0-15,0 0-67 16,6-1-52-16,0-1-81 0,-4-2-175 16,-4-5-201-1</inkml:trace>
  <inkml:trace contextRef="#ctx0" brushRef="#br1" timeOffset="213180.27">18487 4103 943 0,'0'0'231'0,"0"0"-227"16,0 0-4-16,0 0 46 16,-10 85 2-16,15-55-35 15,8-1-13-15,4-3-14 16,0-8-88-16,0-8-150 16,1-10-189-16</inkml:trace>
  <inkml:trace contextRef="#ctx0" brushRef="#br1" timeOffset="213605.38">18666 3838 1256 0,'0'0'47'0,"0"0"-32"15,0 0-14-15,0 0 27 16,0 0-7-16,94-48-18 15,-73 54-3-15,-6 13-4 16,-8 10-8-16,-7 4 6 16,0 2 4-16,-8 1 4 0,-14-3 4 15,-1-5-1-15,2-8 0 16,8-7-2-16,5-9-2 16,8-1 3-16,0-3-4 15,3 0-9-15,17 0 6 16,9-3 3-16,4-4 1 15,0 3 1-15,-4 4-2 16,-6 0 0-16,-2 0 3 16,-8 11-1-16,-5 5 3 15,-5 6 12-15,-3 1 6 16,0 3 1-16,-16-2-8 16,-6-2-1-16,1-1-9 15,1-3-6-15,2-3-1 16,8-5-121-16,7-10-103 0,3 0-272 15</inkml:trace>
  <inkml:trace contextRef="#ctx0" brushRef="#br1" timeOffset="213779.52">19084 4053 980 0,'0'0'213'16,"0"0"-210"-16,-7 77 5 15,1-46 45-15,0-1-16 16,6-1-26-16,0-3-11 16,0-5-18-16,3-8-118 15,4-9-244-15,3-4-114 0</inkml:trace>
  <inkml:trace contextRef="#ctx0" brushRef="#br1" timeOffset="214221.32">19230 3752 84 0,'0'0'1097'15,"0"0"-1097"-15,0 0-3 16,0 0 3-16,0 0 32 16,0 0-8-16,0 95-8 15,0-61-9-15,-4-3-4 16,-1-4-1-16,0-7-2 15,3-4 0-15,2-7 0 16,0-3-3-16,2-3-12 0,16-2 1 16,7-1 6-16,9 0 7 15,1 0-9-15,0-12 10 16,-6 0 4-16,-9 1 0 16,-5 0-3-16,-8 3 0 15,-3-1 5-15,-4 0 10 16,0-1 11-16,0-1 1 15,0 6 11-15,0-1-1 16,-1 6 5-16,-1 0-2 16,1 0-28-16,-3 19-13 15,1 14 0-15,1 12 11 16,2 3 3-16,0-1-11 0,0-4-2 16,6-6-1-16,7-2-56 15,2-6-109-15,-2-9-83 16,0-11-194-16</inkml:trace>
  <inkml:trace contextRef="#ctx0" brushRef="#br1" timeOffset="214386.79">19618 3975 1107 0,'0'0'181'0,"0"0"-181"0,0 0 0 16,0 0 9-1,4 112 3-15,5-75-9 0,2-3-3 16,6-5-58-16,1-9-190 16,2-9-202-16</inkml:trace>
  <inkml:trace contextRef="#ctx0" brushRef="#br1" timeOffset="-214525.2">20131 3668 1347 0,'0'0'23'0,"0"0"-17"16,0 0 50-16,0 0 5 15,0 0-29-15,0 0-7 16,-22-8-11-16,2 8-1 15,-2 0-9-15,1 0 1 16,0 0 5-16,6 0-5 16,5 0 4-16,2 0 2 15,6 0-10-15,0 0 3 16,1 0 1-16,1 0-4 16,0 0-1-16,0 0-2 15,0 0-3-15,0 0-3 0,0 0-14 16,0 7 9-16,0 10 7 15,0 7 6 1,-2 2 0-16,2-1 1 0,0-3-1 16,0-7 0-16,0-6-6 15,0-3-4-15,0-5-5 16,9-1-13-16,5 0 10 16,7 0 14-16,3 0 8 15,5-6-9-15,1 2-6 16,-1 4-3-16,-3 0 7 15,-4 0-2-15,0 15 6 16,-7 6 0-16,-3 3 3 16,-7 4 13-16,-5 0-2 15,0-4 28-15,0-2 2 16,-14-2-21-16,-4-5 7 0,-4-2-10 16,-3-3-9-16,-5-2-8 15,-2-3-1-15,-1-3-69 16,-4-2-161-16,0 0-219 15</inkml:trace>
  <inkml:trace contextRef="#ctx0" brushRef="#br1" timeOffset="-211909.44">20018 3668 623 0,'0'0'229'16,"0"0"-191"-16,0 0-2 16,0 0 126-16,0 0-17 15,0 0-55-15,0 0-2 16,-24-62-22-16,22 57-31 16,0 3 17-16,2 0-9 15,-2 2-4-15,2 0-4 0,0 0-18 16,0 0 0-16,0 0-2 15,0 0-10-15,0 0 6 16,0 0-11-16,0 0 0 16,0 0-7-16,0 2-2 15,2 16 3-15,12 12 6 16,6 15 4-16,8 17 11 16,2 10-10-16,5 8 1 15,-2-1 0-15,3-5-5 16,-3-6 4-16,1-8-4 15,-4-11 0-15,-4-5 0 16,-2-13 0-16,-6-5-1 16,-5-8 0-16,-3-7 4 15,-3-4-8-15,-3-2 3 0,-4-4-11 16,0 1-9-16,0-2-33 16,0 0-29-16,0-5-12 15,0-19-96-15,-14-12-253 16</inkml:trace>
  <inkml:trace contextRef="#ctx0" brushRef="#br1" timeOffset="-211575.88">20371 3543 1224 0,'0'0'58'0,"0"0"-57"15,0 0 46-15,0 0 73 16,0 0-47-16,0 0-33 16,-31 0-27-16,12 36-10 15,-6 19 21-15,-7 18 29 16,-1 10-8-16,0 7-7 15,-2 0-20-15,-1-7 2 16,3-9-8-16,1-11-12 16,6-9 3-16,5-5-3 0,4-4-24 15,7-4-98 1,2-9-110-16,1-11-233 0</inkml:trace>
  <inkml:trace contextRef="#ctx0" brushRef="#br1" timeOffset="-209973.69">17551 4580 374 0,'0'0'145'16,"0"0"-67"-16,0 0-43 0,0 0 11 15,0 0-13-15,0 0 68 16,-3 55-8-16,13-34-17 15,3-5-14-15,-2-7-3 16,1-1-4-16,0-5-14 16,0-3-6-16,1 0-5 15,5 0 6-15,4-4-7 16,2-10-18-16,-1 2-6 16,-1 2 0-16,1-1-4 15,0 0 1-15,5 3 0 16,-2 0-1-16,4 3-1 15,2 5 0-15,-2 0 12 16,2 0 3-16,-2 16 17 16,0 4 6-16,-2 1-16 15,-3-1 5-15,-3-5-8 0,-3-4-2 16,-6-4-1-16,-5-5 0 16,-1-2 0-16,-2 0 3 15,2 0-8-15,5-2 7 16,4-14-3-16,6-6-10 15,5 1 0-15,-2 2-5 16,3 1 0-16,-1 4-1 16,1 5 0-16,4 2 1 15,3 1-1-15,1 4 1 16,-1 2 1-16,1 0 1 16,0 0 0-16,-1 0 5 15,-2 0-7-15,-1 0 4 0,-2-1 1 16,-2-2-4-16,-3-2 0 15,2-1 2-15,0-1 2 16,-1 0-4-16,2-2 1 16,-2-1-1-16,3 1 1 15,-3 2-1-15,-3 1-1 16,1 3 0-16,-2 2-2 16,1 1 2-16,2 0-8 15,1 0 8-15,0 5 3 16,4 1-2-16,0-1 5 15,4-5 2-15,-2 0 2 0,-2 0 2 16,-5 0-10 0,-5 0 7-16,-4 0-3 0,-2 0-2 15,-2 0-1-15,2 0 0 16,1 0 2-16,1 0 7 16,-2-2-5-16,-2-2 5 15,0-1-3-15,-2 0-6 16,-2-3-2-16,1-3-1 15,-2-3-11-15,2-6-41 16,4-7-94-16,0-11-141 16,3-10-343-16</inkml:trace>
  <inkml:trace contextRef="#ctx0" brushRef="#br1" timeOffset="-209521.69">20475 2668 866 0,'0'0'264'0,"0"0"-227"16,0 0-10-16,0 0 70 15,0 0-17-15,0 0-59 16,38-5 18-16,1 5-1 16,8 0-24-16,5 0-10 15,-2 0-4-15,-5 3-76 0,-10 3-110 16,-12 3-188-16,-17-1-343 15</inkml:trace>
  <inkml:trace contextRef="#ctx0" brushRef="#br1" timeOffset="-209370.81">20568 2970 1339 0,'0'0'110'0,"0"0"-110"16,0 0-23-16,0 0 23 15,0 0 0-15,138-12-29 16,-66 3-149-16,-4-5-250 16</inkml:trace>
  <inkml:trace contextRef="#ctx0" brushRef="#br1" timeOffset="-208793.19">21366 2463 1339 0,'0'0'28'16,"0"0"-20"-16,0 0-8 16,0 0 37-16,0 0-28 0,0 0 9 15,0 62 15 1,0-24-16-16,0 2-5 0,-2-1-8 15,-7-2-1-15,-4-7 1 16,4-11-1-16,2-10-3 16,5-6 8-16,2-3-5 15,0 0 11-15,0 0 1 16,0-6 1-16,0-5-16 16,0 2-11-16,2 6 10 15,1 3-5-15,6 0-19 16,4 2 21-16,5 10-4 15,6-1 16-15,6 0-15 16,3-1 7-16,2-4 0 16,2-3 1-16,-6-3 0 15,-10 0 6-15,-6 0-4 0,-8 0-3 16,-5-6 8-16,-2-7 4 16,0-6-10-16,0-2 5 15,-4 1 4-15,-8 2 10 16,2 6 9-16,4 6-9 15,0 5 11-15,6 1-6 16,-1 3-26-16,1 25-21 16,0 19 15-16,0 13 6 15,0 5 6-15,1-1-4 16,10-2-2-16,-4-4-20 16,-4 0-129-16,-3-9-186 15,-3-8-596-15</inkml:trace>
  <inkml:trace contextRef="#ctx0" brushRef="#br1" timeOffset="-205893.75">18238 5543 1039 0,'0'0'151'0,"0"0"-144"15,0 0 5 1,0 0 41-16,0 0-1 0,-89 127-14 16,86-66-9-16,3-4-20 15,17-7-4-15,16-13-1 16,10-12-2-16,9-15 2 15,3-10 2-15,3-6-6 16,-5-21-3-16,-8-4-27 16,-11-5 6-16,-17-4 24 15,-17 1 1-15,-6-2 1 16,-32 1 4-16,-15 4-1 16,-9 5 0-16,-3 7 4 15,4 11 3-15,11 10-1 16,12 3-5-16,16 0-6 0,12 0-4 15,10 0-5-15,8 0-14 16,27-1-40-16,16-16 24 16,8-5 0-16,0-2 1 15,-14-2 28-15,-13 7 10 16,-19-1 3-16,-11 2 19 16,-2-2 42-16,-2 0-11 15,-11 3-4-15,0 5 7 16,3 4 2-16,1 5 5 15,6 3-16-15,-1 0-30 16,0 30-17-16,-3 22 1 0,-2 22 19 16,-1 17 9-1,-2 8-10-15,-2 7-3 0,-3-4-9 16,-5-6-1-16,2-10-6 16,3-11 1-16,0-13-3 15,6-5-44-15,6-16-115 16,5-19-143-16,0-20-290 15</inkml:trace>
  <inkml:trace contextRef="#ctx0" brushRef="#br1" timeOffset="-205459.67">18888 5402 1234 0,'0'0'96'0,"0"0"-93"15,0 0 83-15,0 0 8 16,-98 18-58-16,76 22-26 16,1 15 16-16,3 9 14 15,5 4-10-15,8-1-13 16,5-11-11-16,2-9-1 15,23-11-4-15,10-10 3 16,8-13 0-16,8-8 1 16,2-5-4-16,-5-5-1 15,-6-13-21-15,-15-3 13 16,-12 0 7-16,-15-1 2 0,0-1 6 16,-23-1-4-16,-17 4 5 15,-10 7 9-15,-6 6-6 16,3 7-4-16,9 0-7 15,9 7-2-15,13 11 0 16,14 2-4-16,8 4-6 16,7-4-114-16,33-4-114 15,11-12-122-15,10-4-459 16</inkml:trace>
  <inkml:trace contextRef="#ctx0" brushRef="#br1" timeOffset="-205186.62">19117 5356 1309 0,'0'0'72'16,"0"0"-64"-16,0 0 49 16,0 0-31-16,0 0-21 15,0 0 31-15,110 123 25 16,-71-62-37-16,-9 7-11 15,-15-2 4-15,-11 0-7 16,-4 0-4-16,-15-4 4 16,-17-3-5-16,-5-9-5 15,4-12 3-15,7-10-3 0,12-12-77 16,12-11-90-16,2-5-220 16,0-21-287-16</inkml:trace>
  <inkml:trace contextRef="#ctx0" brushRef="#br1" timeOffset="-204725.4">18691 5274 1032 0,'0'0'87'0,"0"0"-72"16,0 0-15-16,0 0 29 16,0 0 11-16,-35 111 2 15,25-38-3-15,0 14 11 16,7 9 2-16,3 6-34 15,0-3-11-15,13-7-4 16,14-11-1-16,9-12-2 16,8-13-86-16,6-12-74 15,4-14-205-15</inkml:trace>
  <inkml:trace contextRef="#ctx0" brushRef="#br1" timeOffset="-203026.99">16652 6676 669 0,'0'0'156'16,"0"0"-138"-16,0 0 1 15,0 0 122-15,0 0-19 16,0 0-38-16,0 0-28 15,29-31-29-15,-15 9 19 16,-2 3 10-16,-4-2-10 16,-3 1-16-16,-3 0 4 0,-2 2-1 15,0 3-6 1,0 6-10-16,0 5 18 0,0 1-19 16,-2 3-8-16,2 0-8 15,-3 2-11-15,-1 24 6 16,-1 19 5-16,0 11 0 15,5 7 2-15,0 3-1 16,0 1 0-16,0-7-1 16,0-9 0-16,0-11 2 15,0-9-2-15,0-7 2 16,0-7-3-16,-2-1 1 16,-12-4-6-16,-5-6-9 15,0-3-18-15,-4-3 31 0,1 0-3 16,2 0 3-16,4-3 2 15,4-4 6-15,7 2-2 16,5-1 4-16,0 0-2 16,15-5 2-16,15 1-8 15,9-1 4-15,4 4-6 16,6 1 2-16,1 1-6 16,0 0 3-16,2 1-46 15,-2 0-62-15,-3-1-61 16,-5 0-138-16,-7-7-72 15</inkml:trace>
  <inkml:trace contextRef="#ctx0" brushRef="#br1" timeOffset="-202869.24">17116 6880 980 0,'0'0'251'0,"0"0"-244"16,0 0-3-16,0 0 7 15,0 0 17-15,0 0 31 16,9 97-49-16,-1-70-10 15,2-6-4-15,5-5-115 16,2-5-95-16,1-10-175 16</inkml:trace>
  <inkml:trace contextRef="#ctx0" brushRef="#br1" timeOffset="-202509.07">17357 6629 1145 0,'0'0'151'0,"0"0"-143"16,0 0 3-16,0 0 53 15,105-46 1-15,-70 46-39 16,-3 9-13-16,-9 13-5 16,-6 5-6-16,-14 6-2 15,-3 1 1-15,-7 3 4 16,-25 2-1-16,-7-3 5 15,-3-4-3-15,4-7-4 16,8-10-1-16,13-7 3 16,11-6-3-16,6-2 9 0,0 0 4 15,0 0 5 1,19-5-13-16,11-7 3 0,11 1-9 16,2 2 0-16,0 3-6 15,2 2-1-15,3 3-60 16,-3-1-44-16,0 0-52 15,-5 0-108-15,-7-5-187 16</inkml:trace>
  <inkml:trace contextRef="#ctx0" brushRef="#br1" timeOffset="-202345.29">17850 6786 888 0,'0'0'283'0,"0"0"-270"15,0 0-3 1,0 0 16-16,0 0-10 0,0 0 27 15,-6 76-33-15,6-52-4 16,8-2-6-16,3-4-47 16,3-7-142-16,-1-6-175 15,1-5-331-15</inkml:trace>
  <inkml:trace contextRef="#ctx0" brushRef="#br1" timeOffset="-201905.2">18032 6527 1181 0,'0'0'120'0,"0"0"-116"0,0 0 5 16,0 0 32-16,0 0-15 16,116-66-15-16,-87 66-11 15,-12 4-3-15,-8 14-2 16,-6 5 4-16,-3 1 1 15,-5 4 9-15,-15-1-7 16,-5 0 5-16,1-2-3 16,5-7-1-16,3-6 2 15,10-5-5-15,2-4 3 16,4-1-3-16,0-2-1 16,0 0 0-16,19 0 1 15,7 0 5-15,8 0-3 0,1-2-2 16,-1 2 1-1,-4 0-1-15,-7 2-4 0,-8 10 4 16,-3 0 2 0,-9 1 0-16,-3 3 7 0,0 0 7 15,-13 2 17-15,-14 2 15 16,-5 0-28-16,-3-2-10 16,4 1-5-16,2-6-5 15,10-2-2-15,10-4-101 16,9-7-166-16,0 0-305 15</inkml:trace>
  <inkml:trace contextRef="#ctx0" brushRef="#br1" timeOffset="-201715.1">18589 6645 1361 0,'0'0'65'0,"0"0"-58"16,0 0-4-16,0 0 47 15,-30 97-25-15,25-67-18 16,4-1-6-16,1-2-2 16,0-3-4-16,0-6-146 15,0-8-169-15,6-10-216 16</inkml:trace>
  <inkml:trace contextRef="#ctx0" brushRef="#br1" timeOffset="-201293.94">18785 6403 128 0,'0'0'1064'15,"0"0"-1021"-15,0 0-40 16,0 0-2-16,0 0 20 16,0 0 34-16,11 102-30 15,-9-71-15-15,-2-7-4 16,0-4-5-16,2-8 1 15,0-6-1-15,2-5-1 16,6-1 0-16,9 0 9 16,4-3-9-16,4-10-2 15,-2-2-11-15,-3 1-6 0,-3-1 14 16,-8-1 0-16,-1 2 5 16,-5 1 0-16,-5-2 3 15,0 4 0-15,0 3-1 16,0 4 22-16,0 4 30 15,0 0-4-15,0 0-19 16,0 1-29-16,0 20 2 16,0 9-4-16,-2 8 5 15,2 6 2-15,0 1-4 16,0 3-1-16,0-3-4 16,3-3-1-16,4-4-117 0,0-9-125 15,0-10-265-15</inkml:trace>
  <inkml:trace contextRef="#ctx0" brushRef="#br1" timeOffset="-201105.77">19223 6617 1121 0,'0'0'189'0,"0"0"-183"16,0 0-9-16,0 110 6 15,3-76-1-15,4-5-2 16,0-5-3-16,3-7-124 16,-1-9-205-16,0-8-174 0</inkml:trace>
  <inkml:trace contextRef="#ctx0" brushRef="#br1" timeOffset="-200724.95">19477 6398 392 0,'0'0'823'0,"0"0"-818"16,0 0 1-16,0 0-6 16,0 0 36-16,0 0 0 0,-23 98-15 15,23-77 4 1,0-4-5-16,3-4-1 0,3-6 5 15,7-3 3-15,0-1 1 16,1 0-13-16,7 0-3 16,0 2 1-16,7 1-7 15,1-1 1-15,4-1 1 16,3 1-7-16,0-1 5 16,-4 4 3-16,-7-2-2 15,-6-1 3-15,-11 3-4 16,-6-1 5-16,-2 1-5 15,-9 3 3-15,-19 1 6 16,-9-3-11-16,-5-2-4 0,-1-5-71 16,1-2-119-1,2-8-283-15</inkml:trace>
  <inkml:trace contextRef="#ctx0" brushRef="#br1" timeOffset="-200582.13">19580 6405 1292 0,'0'0'85'16,"0"0"-85"-16,0 0 42 16,89-16-9-16,-57 16-33 15,3 0-10-15,-5 10-155 16,-5 2-357-16</inkml:trace>
  <inkml:trace contextRef="#ctx0" brushRef="#br1" timeOffset="-200394.41">19928 6530 1178 0,'0'0'227'0,"0"0"-220"15,0 0-7-15,-21 102 71 16,19-69-39-16,2-3-22 16,0-4-9-16,0-5-1 15,2-4-70-15,8-8-115 16,1-8-213-16,0-1-368 15</inkml:trace>
  <inkml:trace contextRef="#ctx0" brushRef="#br1" timeOffset="-200044.7">20269 6216 632 0,'0'0'656'16,"0"0"-626"-16,0 0-11 16,0 0 97-16,0 0-53 15,-88 67-29-15,76-10-16 16,6 6 20-16,6-1-16 16,0-9-4-16,9-7-8 0,18-11-7 15,7-13-3 1,6-11 3-16,2-11 3 0,3-4 2 15,-9-19 0-15,-7-2-8 16,-12 0 9-16,-16 4-1 16,-1 4-6-16,-8 1-2 15,-19 8 0-15,-8 5-2 16,-5 3-2-16,-5 11-71 16,1 18-67-16,6 5-203 15,4 4-362-15</inkml:trace>
  <inkml:trace contextRef="#ctx0" brushRef="#br1" timeOffset="-195245.26">20010 6053 709 0,'0'0'136'0,"0"0"-49"0,0 0-2 16,0 0 60-16,0 0-51 16,0 0-17-16,0 0-34 15,-18-31-29-15,18 40-14 16,0 25-3-16,13 20 3 15,14 19 32-15,10 9 7 16,11 4-13-16,4-3-22 16,5-8 14-16,0-5-6 15,-4-3-6-15,-3-8 1 16,-6-8-3-16,-7-10-2 16,-9-6 0-16,-8-8-1 15,-9-7-1-15,-4-6 0 0,-3-6-14 16,-4-3-33-1,0-3-53-15,0-2-21 0,-18 0-33 16,-8-17-297-16</inkml:trace>
  <inkml:trace contextRef="#ctx0" brushRef="#br1" timeOffset="-194895.59">20374 6058 595 0,'0'0'542'0,"0"0"-510"16,0 0-25-16,0 0-1 16,0 0 78-16,0 0-3 15,-16-23-50-15,6 36-26 16,-5 25-1-16,-9 24 30 15,-2 23 32-15,-1 13-24 16,4 2 0-16,2-1-2 16,3-6-13-16,1-2-18 15,0-9-1-15,6-10-7 16,-1-11-1-16,4-15 1 16,1-7-2-16,0-9-58 0,-1-7-70 15,-2-8-131 1,-6-14-179-16,-8-1-188 0</inkml:trace>
  <inkml:trace contextRef="#ctx0" brushRef="#br1" timeOffset="-194295.62">18735 6381 376 0,'0'0'83'0,"0"0"-27"16,0 0 113-16,0 0-33 15,0 0-68-15,0 0-53 16,-7 24 24-16,12 16 97 16,15 15-37-16,8 16-10 15,7 7 15-15,4 6-42 16,3-4-18-16,1-8-13 15,2-8-4-15,-4-9-17 16,-5-7-1-16,-6-7-6 16,-6-11-2-16,-7-8-1 15,-6-7-1-15,-6-6-24 0,-3-5-45 16,-2-4-57-16,0 0 17 16,0-25-118-16,-12-16-370 15</inkml:trace>
  <inkml:trace contextRef="#ctx0" brushRef="#br1" timeOffset="-194043.91">19054 6506 982 0,'0'0'180'16,"0"0"-162"-16,0 0 6 0,0 0 101 15,0 0-6 1,0 0-57-16,0 21-55 0,-8 27-3 15,-8 18 75-15,-4 9-34 16,-3 1-32-16,1-7 2 16,-1-8-10-16,1-4 1 15,4-8-5-15,1-6-1 16,2-3-1-16,2-3-57 16,1-2-92-16,-5-2-120 15,-9-7-242-15</inkml:trace>
  <inkml:trace contextRef="#ctx0" brushRef="#br1" timeOffset="-193406.55">17297 6584 788 0,'0'0'133'16,"0"0"-112"-16,0 0-11 15,0 0 85-15,0 0 46 16,0 0-120-16,-43-10-21 15,62 40 0-15,15 16 64 16,10 12 6-16,7 0-34 16,8-2-21-16,-1-7 14 15,-3-2-11-15,-5-8-10 16,-9-3-5-16,-10-4-2 16,-7-8-2-16,-11-4-24 0,-5-9-92 15,-2-4-30-15,-5-7-161 16,-1 0-79-16</inkml:trace>
  <inkml:trace contextRef="#ctx0" brushRef="#br1" timeOffset="-193165.25">17645 6572 1046 0,'0'0'220'16,"0"0"-182"-16,0 0-38 15,0 0 0-15,0 0 58 0,-66 122 20 16,39-57-20 0,-1 4-26-16,-5-2-6 15,-3-2-9-15,0-7-9 0,2-5-6 16,7-8-1-16,8-7-1 16,10-5-11-16,9-6-124 15,0-7-139-15,0-11-245 16</inkml:trace>
  <inkml:trace contextRef="#ctx0" brushRef="#br1" timeOffset="-191358.69">19907 5487 632 0,'0'0'247'16,"0"0"-158"-16,0 0-30 15,0 0 3-15,0 0 23 16,88 0-5-16,-33 0-35 15,4 0-32-15,-2 0-13 16,-7 5-11-16,-9 3-130 16,-10-3-236-16,-16 1-259 0</inkml:trace>
  <inkml:trace contextRef="#ctx0" brushRef="#br1" timeOffset="-191193.43">19920 5705 1263 0,'0'0'0'16,"0"0"-7"-16,0 0-61 15,139 0 68-15,-74-6 7 16,9 4-7-16,-1-3-221 16,-3-6-234-16</inkml:trace>
  <inkml:trace contextRef="#ctx0" brushRef="#br1" timeOffset="-190563.13">20826 5334 718 0,'0'0'348'0,"0"0"-313"0,0 0 20 16,0 0 73-16,0 0-21 16,0 0-32-16,-37-84-38 15,59 65-35-15,10-1-2 16,4 7-1-16,5 5 0 15,-5 8 1-15,0 0-8 16,-4 5 5-16,-8 12-3 16,-7 6 0-16,-12 4 1 15,-5 2-5-15,-10 4 10 16,-18 1 4-16,-4 0 1 0,1-8-3 16,6-6 3-1,11-9-3-15,7-5 2 16,7-5-2-16,0-1 0 0,0 0-2 15,7 0-19-15,16 0-23 16,12 0 38-16,7 0 0 16,1 2-39-16,1 11-22 15,-6 8 49-15,-7 5 4 16,-11 4 6-16,-12 3 4 16,-8 2 2-16,0-2 3 15,-12-1 5-15,-14-6-4 16,-8-2 31-16,-6-5 7 15,-4-6 14-15,-1-4-9 16,4-6-22-16,3-3-4 16,10 0-5-16,3-8-16 15,9-8 0-15,2-5-7 0,9-4-132 16,5 1-174-16,0 1-451 16</inkml:trace>
  <inkml:trace contextRef="#ctx0" brushRef="#br0" timeOffset="-163035.54">17992 6412 417 0,'0'0'128'16,"0"0"-100"-16,0 0 17 16,0 0-7-16,0 0 209 15,0 0-36-15,0 0-97 16,0 0-44-16,-23-32-22 15,18 25 19-15,1 1 15 16,4 5-18-16,0 0-27 16,0 1-21-16,0 0 1 15,0 0-8-15,0 0-9 16,17 13 2-16,8 16 10 0,11 12 14 16,3 11-5-16,7 6-13 15,-1 3 13-15,3-1-10 16,-1-4-9-16,1-7 3 15,3-5-4-15,-5-8 1 16,-2-5-2-16,-9-5 3 16,-8-7-3-16,-7-4 0 15,-8-4-3-15,-5-5-4 16,-6-5-28-16,-1-1-14 16,0 0-16-16,-1 0-40 15,-18-16-72-15,-6-19-291 16</inkml:trace>
  <inkml:trace contextRef="#ctx0" brushRef="#br0" timeOffset="-162700.41">18310 6307 1155 0,'0'0'73'16,"0"0"-64"-16,0 0 70 16,0 0 68-16,0 0-76 15,0 0-58-15,-39 39-6 16,24 31 27-16,-5 14 33 16,-1 8-27-16,-1-4-15 0,-1 0-2 15,-2-10 2-15,-4-9-2 16,2-9-16-16,5-11-2 15,3-12-5-15,5-11-1 16,2-6 0-16,8-7-26 16,4-7-62-16,1-6-140 15,28-2-160-15,12-29-333 16</inkml:trace>
  <inkml:trace contextRef="#ctx0" brushRef="#br0" timeOffset="-161418.33">21058 5306 217 0,'0'0'238'15,"0"0"-166"-15,0 0-25 16,0 0 50-16,0 0 16 15,0 0-23-15,-1-4-13 16,1 4 19-16,0 0-21 16,0 0-4-16,-6 0-2 15,2 11 0-15,-5 6 13 16,-2 1-17-16,-1 2-30 16,-1-3-3-16,-1-2-5 0,1 1 2 15,-4-5 7-15,0 0-11 16,-1-3-4-16,1-5-11 15,6-3-2-15,2 0 11 16,1-7-2-16,3-13 0 16,0-8-13-16,5-5-1 15,0-4 1-15,0-2-2 16,4 1-2-16,9 2 1 16,3 7-1-16,0 5 0 15,-2 5 1-15,2 4-1 16,-1 6-2-16,3 6 0 15,7 3-1-15,5 3-1 0,4 18 2 16,2 5 2 0,-3 10 0-16,-4 4 0 0,-6 5-2 15,-9 8 2-15,-6 3 0 16,-8 4 5-16,0 1 0 16,-2-2 2-16,-16-4 3 15,-4-7-2-15,-4-2 4 16,-4-7-1-16,-4-6-3 15,-1-5 5-15,-2-7-2 16,4-1 1-16,5-5 0 16,2-4-10-16,8-6 7 15,4-3-3-15,6-2 0 16,2 0 3-16,3 0-2 0,-3 0 5 16,1-5-5-1,-1-3-6-15,1-4 4 0,-1-3-2 16,5-5-2-16,1-4 1 15,0 0-2-15,7-2 0 16,9 5 0-16,4 2-4 16,2 1 3-16,7 5 0 15,-3 4 1-15,6 2-1 16,1 7-2-16,1 0 3 16,3 14 0-16,1 12 0 15,-5 3 0-15,1 5 0 16,-2-1 2-16,-2-4 0 0,-3-1-2 15,-2-4 5 1,-7-7-5-16,-3-2 4 0,-4-7-7 16,-4-2 5-16,-2-2-2 15,-3-4 0-15,0 0-11 16,-2 0-18-16,2 0-10 16,-2 0-34-16,0-13-138 15,0 1-235-15</inkml:trace>
  <inkml:trace contextRef="#ctx0" brushRef="#br0" timeOffset="-148988.71">14565 8211 606 0,'0'0'178'0,"0"0"-149"15,0 0-6-15,0 0 88 16,0 0-2-16,0 0-46 0,0 0 14 16,0 0-2-1,0-49 3-15,0 49-16 0,-3 5-38 16,-4 24-13-16,2 16 1 16,0 14 2-16,5 6 2 15,0-4-8-15,4-8-4 16,15-12 1-16,6-14-4 15,9-9 3-15,2-13-3 16,5-5 1-16,2-15 0 16,-3-14-2-16,-5-7-4 15,-8-8-7-15,-13-6 2 16,-13-4 8-16,-1-3-3 16,-18-2 1-16,-19 4 3 15,-8 2 0-15,-4 11-1 16,3 12 0-16,4 14-2 0,8 12 0 15,9 4 2-15,7 0-8 16,10 11 5-16,8 1-20 16,0 0-55-16,17-7-11 15,17-5 6-15,10 0-5 16,2-17 19-16,2-6 30 16,-10-2 40-16,-8 1 4 15,-7 3 8-15,-10 7 39 16,-6 5 32-16,-5 7 20 15,-2 2-3-15,0 0-23 16,0 10-33-16,-5 22-33 16,-5 20 15-16,-3 15 29 0,-2 14-22 15,-2 6-9 1,-1 5 0-16,-2-1 10 0,-2-5-20 16,3-11-10-16,4-7-4 15,4-11 0-15,2-11-2 16,5-13-21-16,1-10-68 15,3-12-55-15,0-11-88 16,16-8-150-16,4-31-175 16</inkml:trace>
  <inkml:trace contextRef="#ctx0" brushRef="#br0" timeOffset="-148674.84">15217 7981 1111 0,'0'0'96'0,"0"0"-91"15,0 0 40-15,0 0 64 16,0 0-42-16,0 0-37 15,-49 130 0-15,41-55 17 16,1 4-14-16,3 1 3 0,1-5-19 16,3-7-5-16,0-11-9 15,4-7 0-15,10-12-6 16,2-5-1-16,2-11-67 16,6-9-83-16,1-13-71 15,3 0-303-15</inkml:trace>
  <inkml:trace contextRef="#ctx0" brushRef="#br0" timeOffset="-148305.61">15369 8139 1252 0,'0'0'149'16,"0"0"-149"-16,0 0 5 15,0 0 0-15,0 0 16 16,0 0 26-16,104 27-5 16,-57-22-21-16,-3-5-14 15,-5 0-1-15,-7 0 2 16,-9-2 4-16,-9-2 3 16,-8 1 13-16,-4 1 1 15,-2 2 1-15,0 0-5 16,0 0-4-16,0 6-21 15,0 19 0-15,-2 13 12 16,-6 7 6-16,-1 4-13 16,3-1-3-16,1-3-2 0,-1-2-3 15,0-3-47-15,5-6-62 16,1-5-48-16,0-10-113 16,7-13-257-16</inkml:trace>
  <inkml:trace contextRef="#ctx0" brushRef="#br0" timeOffset="-148035.49">15807 7894 1279 0,'0'0'102'0,"0"0"-102"16,0 0 0-16,0 0 14 15,87 47 59-15,-45 0-27 16,-6 7-36-16,-8 8 3 16,-12-1 14-16,-9 0-9 15,-7 2-5-15,0-4-10 16,-10-2-2-16,-10-7-1 16,-1-8-2-16,4-7-74 15,1-12-47-15,8-8-63 16,1-13-235-16</inkml:trace>
  <inkml:trace contextRef="#ctx0" brushRef="#br0" timeOffset="-147833.14">16262 8166 1438 0,'0'0'120'15,"0"0"-120"-15,0 0 0 16,0 0 11-16,124 3 11 16,-79 2-22-16,-3-3-9 15,-4 0-112-15,-10-2-165 16,-14 0-363-16</inkml:trace>
  <inkml:trace contextRef="#ctx0" brushRef="#br0" timeOffset="-147667.72">16237 8381 926 0,'0'0'716'0,"0"0"-716"15,0 0-25-15,0 0 25 16,0 0 24-16,110-21-5 16,-45 11-19-16,-1 2-68 15,-9-1-202-15,-13-2-272 16</inkml:trace>
  <inkml:trace contextRef="#ctx0" brushRef="#br0" timeOffset="-136206.8">13523 7214 390 0,'0'0'385'0,"0"0"-340"16,0 0-13-16,0 0-12 15,0 0 78-15,0 0-23 16,0 0-51-16,-32-18-24 16,32 40 0-16,4 16 17 15,4 10 26-15,-2 8-12 0,-3 11-6 16,-3-2-16-16,0 2-5 15,0-6-2-15,0-8-2 16,0-8 0-16,0-4-60 16,0-8-85-16,-7-8-135 15,2-13-111-15</inkml:trace>
  <inkml:trace contextRef="#ctx0" brushRef="#br0" timeOffset="-135979.49">13691 7578 870 0,'0'0'213'0,"0"0"-202"0,-10 97-7 16,3-62-3-16,5-4-1 15,2-2 5-15,0-1-7 16,0 2 2-16,0-1-121 16,5-3-106-16,2-9-124 15</inkml:trace>
  <inkml:trace contextRef="#ctx0" brushRef="#br0" timeOffset="-135558.03">13869 7391 409 0,'0'0'629'0,"0"0"-534"16,27-84-90-16,-3 68 6 15,7 7 31-15,3 6-8 16,3 3-17-16,-5 6-14 15,-9 20 5-15,-7 8-7 16,-9 8 3-16,-7 7-4 16,0 4 0-16,-20 3 8 15,-12 0-4-15,-3-5-3 0,0-12 6 16,7-12-8-16,8-15 3 16,11-7 8-16,9-5 18 15,0 0 22-15,2-19-6 16,19-8-44-16,8-3 0 15,4 6-2-15,2 8 4 16,-3 8-4-16,-3 8-1 16,-1 0-2-16,-1 0-1 15,2 8-35-15,1 4-45 16,-1 3-36-16,0-2-141 16,-6 0-81-16</inkml:trace>
  <inkml:trace contextRef="#ctx0" brushRef="#br0" timeOffset="-135386.72">14386 7532 343 0,'0'0'403'15,"0"0"-298"-15,0 0-105 16,0 0 0-16,0 0 128 16,22 85-48-16,-10-48-65 15,1-5-11-15,2-1-4 16,2-6-16-16,-3-3-119 15,-2-5-136-15,-2-10-117 16</inkml:trace>
  <inkml:trace contextRef="#ctx0" brushRef="#br0" timeOffset="-134968.5">14570 7304 873 0,'0'0'151'16,"0"0"-151"-16,0 0 0 16,102-53 16-16,-70 53 22 15,-8 0-26-15,-6 9-9 16,-12 13-6-16,-6 5 6 16,0 5 2-16,-13 1 0 15,-9-2-2-15,0-6 3 16,4-5-1-16,4-8-4 0,10-7 11 15,2-5-5-15,2 0 10 16,0 0 25-16,5-5-40 16,15-5 0-16,5 1-2 15,2 4 0-15,-2 5-1 16,-5 0-2-16,-2 5 1 16,-4 14 0-16,-7 5 4 15,-6 6 2-15,-1 0 20 16,-1 0 7-16,-18-4-5 15,-3-2-11-15,-3-3-7 16,-2-4 0-16,1-5-8 16,6-5-14-16,4-4-110 15,9-3-220-15,7-9-173 0</inkml:trace>
  <inkml:trace contextRef="#ctx0" brushRef="#br0" timeOffset="-134804.95">14974 7557 627 0,'0'0'376'0,"0"0"-353"15,0 0-17-15,-33 95-3 16,31-75 1-16,2-3-4 16,0 0-12-16,2-7-140 15,13-10-184-15</inkml:trace>
  <inkml:trace contextRef="#ctx0" brushRef="#br0" timeOffset="-134358.02">15113 7277 851 0,'0'0'196'0,"0"0"-196"15,0 0-6-15,0 0 6 16,0 0 31-16,0 0-16 15,9 65-11-15,-9-47-2 16,0-3 4-16,0-3-2 16,0-4-2-16,-3-4 0 15,-1-1 5-15,4-1 2 16,0 1-9-16,0 2-7 0,4 3-3 16,12 1 10-16,6 0 12 15,3-2-12-15,2-2 1 16,-4-1-2-16,0-4 0 15,-4 0-9-15,-4 0 10 16,-5 0 0-16,-5-14 8 16,-5-3-1-16,0-2 0 15,0 2 11-15,-5 4 23 16,-3 4-5-16,4 4 23 16,1 5 12-16,1 0-48 15,2 12-23-15,0 21-7 16,0 16 7-16,0 9 13 0,0-1-12 15,2-3-2-15,6-2 0 16,4-6-112-16,0-6-108 16,2-11-237-16</inkml:trace>
  <inkml:trace contextRef="#ctx0" brushRef="#br0" timeOffset="-134179.71">15547 7511 1186 0,'0'0'60'0,"0"0"-60"0,-9 84 5 15,9-53-4-15,0 1-2 16,2-4 0-16,11-5-89 16,2-6-158-16,0-10-206 15</inkml:trace>
  <inkml:trace contextRef="#ctx0" brushRef="#br0" timeOffset="-133805.71">15758 7240 1044 0,'0'0'75'0,"0"0"-72"16,0 0 9-16,0 0 29 15,0 0-2-15,-36 105-18 16,36-76-6-16,0-7 1 16,8-4-3-16,7-9-6 15,2-2 5-15,1-5 3 16,6-2 16-16,1 0 4 16,7 0-11-16,3 0-8 15,0 0 1-15,2 0-6 16,-5 0 3-16,-5 0-5 15,-2 5-2-15,-11 3-2 16,-4 3-3-16,-7 1 0 16,-3 2 0-16,0 6-1 0,-23-1 6 15,-12 2-3 1,-7-2-4-16,-6-7-32 0,1-9-117 16,4-3-112-16,4-20-302 15</inkml:trace>
  <inkml:trace contextRef="#ctx0" brushRef="#br0" timeOffset="-133670.35">15911 7220 901 0,'0'0'117'0,"0"0"-106"16,0 0-11-16,87-2 18 16,-59 19-18-16,2 4-58 15,-3 2-183-15,-5-1-151 0</inkml:trace>
  <inkml:trace contextRef="#ctx0" brushRef="#br0" timeOffset="-133506.52">16221 7449 628 0,'0'0'594'0,"0"0"-577"16,0 0-15-16,-14 90 7 15,7-59 18-15,5 3-18 16,2-6-8-16,0-2-1 15,6-4-103-15,8-6-190 16,3-11-159-16</inkml:trace>
  <inkml:trace contextRef="#ctx0" brushRef="#br0" timeOffset="-133158.72">16428 7258 1129 0,'0'0'130'16,"0"0"-128"-16,0 0 9 16,0 0 52-16,-84 120-5 15,84-68-33-15,0 1-1 16,13-4-14-16,9-13-3 0,5-11-6 16,-1-10-1-1,5-10 0-15,-5-5-7 0,0 0 5 16,-9-12-8-16,-3-8 10 15,-6-1 10-15,-8-1-9 16,0-2 11-16,-5 1 5 16,-13 3-11-16,-2 10-1 15,0 9-5-15,0 1-6 16,1 7 5-16,5 17-11 16,4 3-23-16,7 1-99 15,3-2-146-15,7-11-163 16</inkml:trace>
  <inkml:trace contextRef="#ctx0" brushRef="#br0" timeOffset="-132987.99">16736 7476 958 0,'0'0'136'15,"0"0"-136"-15,0 0 13 16,-13 102 28-16,13-70-18 15,0-3-22-15,12-7-1 16,3-6-45-16,0-8-136 16,2-8-189-16</inkml:trace>
  <inkml:trace contextRef="#ctx0" brushRef="#br0" timeOffset="-132659.05">16822 7236 851 0,'0'0'271'16,"0"0"-235"-16,0 0-36 15,0 0 0-15,0 0 26 16,0 0 17-16,109-4-29 16,-68 4-7-16,-5-1-5 15,-8-3 0-15,-4-1 3 16,-6-3 5-16,-3 4 3 15,-5-1 22-15,-4 2 5 16,0 3-14-16,-3 0-12 16,-2 15-12-16,3 15 37 15,-1 12 6-15,-3 14-33 0,2 6-3 16,-2 4-6-16,2-1-2 16,-1-7-1-16,3-6-96 15,-2-9-85-15,1-13-147 16,-3-14-260-16</inkml:trace>
  <inkml:trace contextRef="#ctx0" brushRef="#br0" timeOffset="-132356.96">16915 7029 1188 0,'0'0'76'0,"0"0"-23"16,0 0-52-16,0 0 3 15,0 0 107-15,74 129-24 16,-23-65-59-16,2 3-12 16,1 2 1-16,-3 2-3 15,-4-2-9-15,-3-8-3 16,-6-10-4-16,-8-7 2 15,-9-10-34-15,-5-9-48 16,-10-8-56-16,-4-10-53 16,-2-7-90-16,0 0-91 0</inkml:trace>
  <inkml:trace contextRef="#ctx0" brushRef="#br0" timeOffset="-132108.7">17073 7120 1144 0,'0'0'133'0,"0"0"-53"15,0 0-74-15,0 0 35 16,0 0 26-16,0 0-11 16,3 73 35-16,7-17-35 15,-7 9-28-15,-3 8-10 0,0 1-12 16,-6-3-2-16,-8-1-4 15,-4 0-1-15,-2 0-91 16,-5-1-153-16,-7-10-413 16</inkml:trace>
  <inkml:trace contextRef="#ctx0" brushRef="#br0" timeOffset="-119778.14">17008 8051 301 0,'0'0'186'0,"0"0"-93"0,0 0-32 16,0 0 40-16,0 0 18 16,0 0-1-16,0 0-38 15,0 0-18-15,-12-9-15 16,12 9-5-16,-2 0 5 16,-3 0-5-16,-8 0-15 15,-9 12-15-15,-5 13-1 16,-1 11 2-16,1 9 5 15,5 8 9-15,8 6-4 16,4 1-13-16,6-5-5 16,4-8 5-16,0-9-7 15,20-10-1-15,7-8 5 16,8-8 4-16,7-10-4 16,3-2-7-16,4-4 4 0,-4-19 2 15,-7-1-1 1,-11-4 1-16,-13-1-2 0,-12 3-1 15,-2-3 5-15,-16 0 9 16,-15 3-13-16,-7 8 3 16,-2 5 3-16,3 10 0 15,2 3-8-15,3 3-2 16,2 18 0-16,4 8-4 16,7 3-3-16,10 1-27 15,9-3-162-15,3-1-114 16,12-5-289-16</inkml:trace>
  <inkml:trace contextRef="#ctx0" brushRef="#br0" timeOffset="-98632.14">1526 12297 778 0,'0'0'76'16,"0"0"-31"-16,0 0 84 15,0 0-10-15,0 0-60 16,0 0-14-16,0 0-10 16,-53 14-16-16,46 36-14 15,4 17-5-15,3 17 19 0,0-1 44 16,6-6 12-16,18-14-32 16,2-12-14-16,9-15-16 15,4-15-10-15,1-15 2 16,4-6-5-16,-1-10 10 15,-5-23 2-15,-8-3 5 16,-9-2-8-16,-13-4-4 16,-8-2 6-16,0-1-2 15,-20-1-8-15,-12-7 4 16,-7 2-5-16,-7 1-1 16,1 13 0-16,5 10 0 15,5 13-4-15,11 12 5 16,7 2-15-16,9 2-17 15,8 12-28-15,0-1-54 0,25-8-30 16,12-5-89-16,3-8 13 16,-3-16 51-16,-10-2 26 15,-13-1 143-15,-10 5 24 16,-4 4 121-16,0-1-26 16,-4-5 27-16,-9 4 6 15,-2 0-37-15,3 3-27 16,2 7 5-16,5 3-25 15,4 3-9-15,-1 4-1 16,2 4-19-16,0 26-39 16,0 23-15-16,0 28 15 15,0 14 50-15,0 4-16 16,-5 3-19-16,2-6-2 0,0-6-12 16,3-13 5-16,0-6-6 15,0-11-4-15,0-9-29 16,0-8-58-16,3-9-68 15,1-21-91-15,-2-13-193 16</inkml:trace>
  <inkml:trace contextRef="#ctx0" brushRef="#br0" timeOffset="-98214.18">2053 12183 891 0,'0'0'170'0,"0"0"-124"16,0 0 46-16,0 0 15 16,0 0-1-16,0 0-39 15,-44-5-33-15,33 38-15 0,1 21-7 16,1 22 6 0,6 11 8-16,3 6 2 0,0 1-5 15,8-7-12-15,14-11 6 16,2-5-14-16,4-13-3 15,3-12-3-15,0-5-25 16,0-14-47-16,0-5-35 16,-3-8-77-16,-4-14-137 15,-5 0-242-15</inkml:trace>
  <inkml:trace contextRef="#ctx0" brushRef="#br0" timeOffset="-97712.91">2313 12749 913 0,'0'0'135'16,"0"0"-132"-16,0 0 39 15,0 0 55-15,0 0-39 16,0 0-40-16,52-97 7 0,-41 64 30 16,-7-2-34-16,-2 3 5 15,-2-1-8-15,0-2-7 16,-8 2 8-16,-6 0 10 15,-1 5-14-15,2 6-9 16,3 9-1-16,1 8 9 16,6 5 7-16,2 0 11 15,1 0-21-15,0 31-11 16,0 12-17-16,0 14 17 16,0 8 4-16,9 4 3 15,1 5-3-15,0 4-2 16,0-6 9-16,0-7-11 0,2-11-1 15,0-16-1-15,-2-7-51 16,0-10-40-16,-2-12-45 16,1-9-24-16,-3 0-176 15,-2-20-136-15</inkml:trace>
  <inkml:trace contextRef="#ctx0" brushRef="#br0" timeOffset="-97479.17">2347 12595 1040 0,'0'0'99'16,"0"0"-62"-16,0 0 40 15,0 0-5-15,0 0-46 16,100-36-6-16,-75 61-1 16,-8 7 22-16,-7 4 14 0,-9 1-39 15,-1-3 8-15,0-4-8 16,-11 1 2-16,-6-6-17 15,2-7-2-15,2-5-27 16,3-7-54-16,0-6-129 16,5-6-103-16,-2-25-237 15</inkml:trace>
  <inkml:trace contextRef="#ctx0" brushRef="#br0" timeOffset="-97222.54">2588 12335 1294 0,'0'0'127'0,"0"0"-127"15,0 0 0-15,110 96 35 16,-72-46 19-16,-6 1-16 16,-12 1-5-16,-10 6-3 15,-10-1-3-15,0-3-14 16,-10-1-8-16,-8-6 7 15,0-7-9-15,1-9-3 16,3-11-35-16,3-11-69 16,2-9-80-16,-1-9-118 15,2-26-256-15</inkml:trace>
  <inkml:trace contextRef="#ctx0" brushRef="#br0" timeOffset="-97050.09">2954 12562 1440 0,'0'0'81'0,"0"0"-70"15,107-18-11-15,-53 12 33 16,1 0-24-16,1 3-9 16,-5 2-23-16,-15 1-129 15,-17 0-238-15</inkml:trace>
  <inkml:trace contextRef="#ctx0" brushRef="#br0" timeOffset="-96892.92">3080 12709 1389 0,'0'0'78'16,"0"0"-78"-16,0 0-29 15,108-16 24-15,-48 12-3 16,0-6-192-16,-3 6-165 15,-9-2-184-15</inkml:trace>
  <inkml:trace contextRef="#ctx0" brushRef="#br0" timeOffset="-96544.35">3559 12686 897 0,'0'0'422'0,"0"0"-408"0,0 0 3 15,74-94 56-15,-39 57 1 16,-1-3-45-16,-5 3-10 15,-7-2-7-15,-7 5-4 16,-10 1-2-16,-5 2-3 16,0 1 2-16,-8-3-2 15,-11 1-2-15,0 5 10 16,1 8-10-16,5 10 11 16,3 7 12-16,5 2 18 15,2 0-23-15,1 18-19 0,1 15-5 16,1 18 5-1,0 16 5-15,0 9 1 0,11 4-5 16,4 1 16-16,-1-4 1 16,-1 0-7-16,-1-4-5 15,-4-2-3-15,0-14-3 16,-1-7-2-16,-5-10-45 16,1-13-32-16,-3-13-110 15,0-14-74-15,0 0-205 16</inkml:trace>
  <inkml:trace contextRef="#ctx0" brushRef="#br0" timeOffset="-96308.85">3661 12536 1120 0,'0'0'141'0,"0"0"-105"16,0 0 16-16,85-85 28 15,-43 85-46-15,-2 0-22 16,-8 27-2-16,-9 7 9 15,-13 6-8-15,-10 0 19 16,0-1 0-16,-10-1-12 16,-13-1-1-16,-2-3-12 15,-2-7-5-15,4-10-25 16,4-12-69-16,4-5-34 16,5-11-71-16,7-17-158 15</inkml:trace>
  <inkml:trace contextRef="#ctx0" brushRef="#br0" timeOffset="-96137.21">3999 12584 1156 0,'0'0'187'16,"0"0"-182"-16,0 0 33 16,92-9 57-16,-49 7-62 15,4 0-24-15,1-1-9 16,2 0-5-16,-2-4-106 15,-9-2-111-15,-8-4-262 16</inkml:trace>
  <inkml:trace contextRef="#ctx0" brushRef="#br0" timeOffset="-95948.33">4438 12394 1253 0,'0'0'192'0,"0"0"-172"16,0 0 9-16,-3 87 22 15,3-30 8-15,0 0-18 16,3 0-26-16,4-3-7 16,0-4-8-16,1-9-18 15,1-11-85-15,-1-11-72 16,0-16-219-16,1-3-372 16</inkml:trace>
  <inkml:trace contextRef="#ctx0" brushRef="#br0" timeOffset="-95686.93">4728 12213 1009 0,'0'0'345'15,"0"0"-324"-15,0 0 2 16,0 0 64-16,0 0-35 15,18 81-45-15,-6-3 13 16,-2 5 57-16,-4 6-35 16,0 3-19-16,-2-8-15 15,-1-2-7-15,3-4-1 16,-3-14-42-16,1-21-130 0,-4-17-103 16,0-21-288-16</inkml:trace>
  <inkml:trace contextRef="#ctx0" brushRef="#br0" timeOffset="-94499.77">4611 11940 687 0,'0'0'314'0,"0"0"-290"15,0 0 22-15,0 0 103 16,-94-2-27-16,66 2-48 15,-4 0-12-15,-8 0-12 16,-7 0-2-16,-12 5-7 16,-11-2 4-16,-17 0-9 15,-15 0-3-15,-20-3-11 16,-16 0-9-16,-14 0 2 16,-11 0-1-16,5 0 0 0,2 0 0 15,7-3 2 1,10-11-9-16,4 1 0 0,6-3 8 15,11 1-8-15,14 5 2 16,11 0-8-16,17 5 8 16,7 3 2-16,4 2-8 15,2 0-2-15,4 0-1 16,4 11 0-16,5 2 0 16,1 1-7-16,-1-1 7 15,-4 4 0-15,-2-6-1 16,1-1-2-16,3-4 3 15,2 0 0-15,7-6 3 0,4 0 0 16,2 0-2-16,3 0-1 16,2 0 0-16,4-3 3 15,1-3 0-15,1 2-3 16,0-2 3-16,-2-2-1 16,1 2-2-16,2 0 0 15,2 2 0-15,5 1 1 16,3 3 1-16,1-4-1 15,5 4-1-15,3 0 1 16,1 0 0-16,3 0-1 16,1 0 0-16,1 0 0 15,-2 0-1-15,2 0 1 16,0 0-1-16,-2 0-3 0,2 0 1 16,0 17 1-16,0 10-6 15,0 20 3-15,7 12 0 16,15 16 5-16,8 12 1 15,1 20-1-15,5 10 7 16,-4 3-1-16,-6 2-3 16,-2-13-3-16,-6-11 1 15,-1-15 0-15,-5-12-1 16,0-17 0-16,-5-10 0 16,-1-11 2-16,-2-9-2 15,0-8-1-15,-1-3 1 16,-1-9 2-16,2-1-2 0,-3 0-3 15,1-3 3 1,3 0-1-16,5 0-4 0,10 3 1 16,17-2 4-16,20-1 3 15,21 0 6-15,24-1-9 16,29-12 7-16,35-4-4 16,32 1 1-16,34 1 5 15,25 2-9-15,9 1 0 16,7 5-1-16,-12 1 2 15,-17 1 2-15,-20-4-3 16,-28 2-4-16,-32-2 4 16,-36-2 0-16,-32 3 0 15,-30 0 0-15,-22 3 0 16,-19-1 6-16,-15 6-4 16,-6 0-2-16,-4-3 0 0,1 3 1 15,2 0-4-15,6 0-12 16,6 0-40-16,8-3-18 15,1-8-83-15,-5-13-176 16,-3-12-417-16</inkml:trace>
  <inkml:trace contextRef="#ctx0" brushRef="#br0" timeOffset="-94049.56">4816 12267 1386 0,'0'0'178'0,"0"0"-169"16,0 0 31-1,49-80 29-15,-6 67-36 0,7 9-18 16,2 4-12-16,-5 6 3 15,-12 21-6-15,-11 10-4 16,-13 6 4-16,-11 15 5 16,0 6 7-16,-16 3-4 15,-11 7-3-15,-4 2-5 16,7 1-13-16,5-6-107 16,14-14-160-16,5-13-263 15</inkml:trace>
  <inkml:trace contextRef="#ctx0" brushRef="#br0" timeOffset="-93930.1">5233 12880 570 0,'0'0'1155'0,"0"0"-1130"15,0 0-11-15,0 0-14 16,0 0-11-16,-87 0-85 16,63 10-256-16,-6 0-661 15</inkml:trace>
  <inkml:trace contextRef="#ctx0" brushRef="#br0" timeOffset="-76836.8">6060 12311 1042 0,'0'0'211'0,"0"0"-187"16,0 0-22-16,0 0-2 15,0 0 18-15,0 0 33 16,0 0 15-16,-1-30-26 0,2 12 0 16,8-5-13-16,-1-6-14 15,-2-4-11-15,-4-2 8 16,-2-6-6-16,0 2 2 15,-6-2-1-15,-10 5-5 16,0 9 7-16,4 11-5 16,4 8 32-16,2 8 8 15,5 0-29-15,1 0-13 16,0 30-5-16,5 21 5 16,15 18 19-16,10 16-2 15,2 6-4-15,3 12-5 16,0-3-7-16,-5 4-1 15,-5-10 1-15,-6-7-2 0,-7-9-28 16,-6-12-36-16,-4-9-41 16,-2-13-49-16,0-17-74 15,0-17-204-15,-7-10-138 16</inkml:trace>
  <inkml:trace contextRef="#ctx0" brushRef="#br0" timeOffset="-76604.18">6057 12434 699 0,'0'0'507'0,"-30"-87"-406"16,30 54-73-16,7 6-7 15,22 1 28-15,8 8 8 0,1 8-27 16,3 10-1-16,-6 0-16 16,-7 10-12-16,-7 14-1 15,-13 9 0-15,-8 8 1 16,0 3 8-16,-14 5-9 15,-5-2-30-15,-4-14-66 16,5-9-43-16,3-20-2 16,2-4-144-16,4-21-93 15</inkml:trace>
  <inkml:trace contextRef="#ctx0" brushRef="#br0" timeOffset="-76411.04">6455 12314 932 0,'0'0'354'0,"0"0"-322"15,0 0-24-15,0 0-8 16,0 0 34-16,0 0-19 16,122 0-15-16,-80-3-26 15,-4-1-99-15,-8-3-171 16,-15 4-256-16</inkml:trace>
  <inkml:trace contextRef="#ctx0" brushRef="#br0" timeOffset="-76203.13">6458 12528 1227 0,'0'0'109'0,"0"0"-109"0,0 0-49 16,102 1 49-16,-52 6 0 16,4-7-30-16,-1 2-137 15,-6-2-136-15,-12 0-223 16</inkml:trace>
  <inkml:trace contextRef="#ctx0" brushRef="#br0" timeOffset="-75816.87">6971 12385 1044 0,'0'0'169'15,"0"0"-169"-15,0 0 0 16,74-95 34-16,-46 55 21 15,-2 3-26-15,-6-2-21 16,-9 2 7-16,-6-1-3 16,-5 4-9-16,0 2 15 15,-16 1 16-15,-4 9 9 0,1 7-2 16,6 5 14-16,3 7-37 16,6 3-9-16,4 0 1 15,0 24-10-15,0 22 0 16,8 17 18-16,11 19 1 15,1 5-9-15,3 9 1 16,1 8-8-16,-3-6-1 16,-2-4-2-16,1-10-10 15,-5-14-47-15,-2-14-66 16,-6-15-94-16,-7-18-114 16,0-17-286-16</inkml:trace>
  <inkml:trace contextRef="#ctx0" brushRef="#br0" timeOffset="-75608.21">7103 12338 1187 0,'0'0'176'0,"0"0"-163"16,0 0 0-16,0 0 32 16,0 0-7-16,114-60-22 15,-77 75-6-15,-5 12-6 16,-8 11-4-16,-10 0-6 15,-11 3 6-15,-3-3-39 0,0-1-36 16,0-8-52 0,-4-11-114-16,1-12-284 0</inkml:trace>
  <inkml:trace contextRef="#ctx0" brushRef="#br0" timeOffset="-75270.96">7401 12227 664 0,'0'0'396'0,"0"0"-340"15,0 0-41-15,0 0 81 16,90 13-16-16,-63 10-40 16,0 4-17-16,-2 1-14 15,-9 4-7-15,-7-1 2 16,-9-2-4-16,0-5-1 16,-13-10-1-16,-4-8 4 15,0-6 4-15,3-20-6 0,7-16-11 16,3-7 2-16,4-5 9 15,1 4 8-15,20 8 5 16,6 5 0-16,1 13 1 16,0 10 1-16,1 8-4 15,-3 0 1-15,2 10-12 16,-5 17 4-16,-5 3-2 16,-4 10 3-16,-6 1-5 15,-6-1-29-15,-2-1-66 16,0-11-143-16,0-14-236 15</inkml:trace>
  <inkml:trace contextRef="#ctx0" brushRef="#br0" timeOffset="-75142.38">7774 12016 1041 0,'0'0'0'0,"0"0"-22"16,0 0-76-16,0 0-22 15,0 0-245-15</inkml:trace>
  <inkml:trace contextRef="#ctx0" brushRef="#br0" timeOffset="-74438.23">7894 12187 1016 0,'0'0'135'0,"0"0"-132"15,0 100-3 1,10-56 22-16,8-1 33 0,-1 4-24 16,-2-7-19-16,-5-6-2 15,-4-15-2-15,-3-8 4 16,-2-11 9-16,-1 0 27 16,0-13 32-16,0-18-67 15,0-11-12-15,4-3-1 16,4-2-1-16,2 7 1 15,2 7 0-15,0 9-2 16,0 17 2-16,-1 7 0 16,1 0-3-16,3 18 3 15,2 11 8-15,-1 5 9 16,1 3-11-16,-1-4-2 0,1-3-3 16,-3-9 0-16,-4-12-1 15,-3-4 0-15,-4-5-13 16,0-8 13-16,2-19 11 15,0-9-5-15,2-8-4 16,1 0 0-16,4 1 0 16,0 10 1-16,-1 12-1 15,-2 5 2-15,-5 16 3 16,0 0-6-16,1 7-1 16,2 23 0-16,3 3 31 15,0 3 9-15,3-2-34 0,2-11-6 16,5-8 2-1,5-12-5-15,4-3 4 0,3-13-1 16,1-19 1-16,-4-1 6 16,-5 0-6-16,-7 0 2 15,-9 5 0-15,-8 4 2 16,0 2 5-16,-15 12 1 16,-9 3 17-16,-5 7 7 15,0 7-16-15,3 23-3 16,6 7-1-16,8 10 8 15,7-4-8-15,5-3-7 16,5-5-6-16,17-10-2 16,8-7-3-16,8-8-19 15,8-7-47-15,-1-3-39 0,1-7-113 16,-5-13-147-16,-8-4-308 16</inkml:trace>
  <inkml:trace contextRef="#ctx0" brushRef="#br0" timeOffset="-74169.37">8840 12082 1211 0,'0'0'264'15,"0"0"-261"-15,0 0-3 16,0 0 0-16,0 0 26 16,25 79-11-16,-5-49-6 15,1-5-1-15,-8-4 1 16,-3-9 26-16,-6-7 26 0,-3-5 8 15,6 0 10 1,10-27-12-16,16-20-19 0,17-17-31 16,15-16-1-16,9-7-5 15,3 0-11-15,-3 0-18 16,-9 14-21-16,-16 13-35 16,-20 12-161-16,-26 6-419 15</inkml:trace>
  <inkml:trace contextRef="#ctx0" brushRef="#br0" timeOffset="15427.34">11902 2529 835 0,'0'0'206'0,"0"0"-177"0,0 0 22 16,0 0 49-16,0 0 19 16,0 0-19-16,0 0-58 15,-51-20-37-15,35 72 4 16,-6 27 13-16,0 11-8 15,9-2 0-15,9-9-5 16,4-21-7-16,17-11-4 16,15-16 0-16,12-16 2 15,5-15 0-15,10 0-6 16,-1-29 4-16,0-9-20 16,-9-9-15-16,-13-7 37 15,-14-1 4-15,-19-6 2 16,-3-4 0-16,-23 4-5 15,-22 2 7-15,-9 9-1 0,-5 13-1 16,3 14-6-16,4 16 0 16,8 7-5-16,5 4 1 15,13 15-3-15,11 3-24 16,15-3-34-16,3-5-57 16,31-8-8-16,14-6 5 15,8-6 17-15,-1-17-3 16,-6-2 48-16,-8-1 44 15,-11 0 19-15,-10-1 22 16,-5-2 56-16,-8-4 45 16,-4 1-4-16,-3 2-9 15,0 8 2-15,0 9 7 0,-6 8-27 16,-4 5-13-16,0 11-50 16,-6 30-13-16,-6 22 3 15,-2 23-3-15,-4 17 14 16,0 7-5-16,1 1-12 15,3-4-7-15,2-13 0 16,3-12-6-16,3-13-2 16,4-11 1-16,4-13-46 15,6-11-43-15,2-10-103 16,0-18-104-16,6-6-249 16</inkml:trace>
  <inkml:trace contextRef="#ctx0" brushRef="#br0" timeOffset="15760.28">12444 2302 1180 0,'0'0'167'0,"0"0"-162"15,0 0 14-15,0 0 62 16,0 0 10-16,0 0-60 16,-71 33-29-16,59 30 10 0,1 20 17 15,-2 16 3 1,4 2-11-16,2-4-7 0,7-12-3 16,0-14-8-16,6-14-2 15,11-12-2-15,4-10-39 16,0-11-40-16,6-9-34 15,1-13-77-15,-1-2-167 16,0-19-308-16</inkml:trace>
  <inkml:trace contextRef="#ctx0" brushRef="#br0" timeOffset="15983.06">12617 2491 106 0,'0'0'1158'16,"0"0"-1108"-16,0 0-49 16,0 0 1-16,0 0 71 15,-13 121 3-15,18-59-54 16,3 0-15-16,-3-3-1 16,-1-6-2-16,-4-6-8 15,0-7-7-15,0-5-77 16,0-5-36-16,5-7-114 15,2-11-191-15</inkml:trace>
  <inkml:trace contextRef="#ctx0" brushRef="#br0" timeOffset="16332.12">12801 2583 572 0,'0'0'738'0,"0"0"-709"16,0 0-21-16,0 0 10 15,-37 113 35-15,37-54-15 16,7-4-22-16,15-9-11 16,2-12-1-16,4-11 2 15,-2-10-4-15,-6-8 0 16,-1-5 9-16,-4 0-1 15,0-19 32-15,1-12-4 0,-2-8 3 16,-6-2 3-16,-8-5-14 16,0 1-6-16,-5 4-8 15,-13 7-14-15,-1 8-2 16,3 11-9-16,3 8-29 16,3 3-43-16,6 4-59 15,4 0-121-15,0 0-265 16</inkml:trace>
  <inkml:trace contextRef="#ctx0" brushRef="#br0" timeOffset="16610.2">13010 2405 1116 0,'0'0'248'0,"0"0"-213"0,0 0-8 16,0 0 52-16,0 0-54 15,0 0-15-15,99 21 11 16,-44 22 5-16,-7 13-3 16,-11 9-3-16,-13 5 2 15,-18 2-1-15,-6 1-19 16,-6-10 16-16,-20-6-18 16,-3-7-2-16,-3-4-12 15,0-5-29-15,2-6-64 0,5-10-138 16,6-10-199-1,6-12-394-15</inkml:trace>
  <inkml:trace contextRef="#ctx0" brushRef="#br0" timeOffset="18680.83">9905 1683 561 0,'0'0'365'0,"0"0"-309"0,0 0-56 16,0 0 53-1,0 0 82-15,0 0-14 0,6-7-27 16,1-6-17-16,4-8-29 16,-1-2-1-16,-2-2-15 15,1 0-7-15,-5 1 6 16,0-4-4-16,-1 6-1 15,-1 2-18-15,-2 7 3 16,0 6 3-16,0 6 7 16,0 1-3-16,0 0-18 15,0 0-1-15,0 6-5 16,0 25-8-16,0 12 14 16,0 12 4-16,0 4 3 15,8-2-3-15,-1 1-3 16,1-5 0-16,2-6-1 0,-3-3 1 15,-4-10-3 1,-3-5-2-16,0-6-27 0,-6-6 7 16,-11-4-15-16,-3-6 8 15,-5-2 4-15,-2-5 12 16,-1 0 14-16,-2 0 2 16,1-7-1-16,6 0 4 15,8 0-1-15,7 3 18 16,8 1 9-16,0 2-16 15,0 1-14-15,10-2-3 16,16 2 3-16,16 0 4 16,8 0-2-16,7 0-4 15,3 0-24-15,0 0-98 0,-1 0-62 16,-7 0-126-16,-11-3-166 16</inkml:trace>
  <inkml:trace contextRef="#ctx0" brushRef="#br0" timeOffset="18839.12">10310 1872 1164 0,'0'0'232'0,"0"0"-232"15,0 0 0-15,0 0 9 16,0 0 28-16,-17 85-21 16,17-49-16-16,4-3-13 15,14-5-82-15,5-5-80 16,1-10-240-16</inkml:trace>
  <inkml:trace contextRef="#ctx0" brushRef="#br0" timeOffset="19229.09">10519 1663 1171 0,'0'0'280'0,"0"0"-270"15,0 0-5-15,21-80 16 16,13 66 32-16,5 5-31 16,-1 7-8-16,-4 2-11 15,-11 13-3-15,-10 14-2 0,-10 10-1 16,-3 4 3-16,-14 3 3 16,-17 3 2-16,-2-4-4 15,-2-6-1-15,6-9 11 16,8-9-8-16,7-10 2 15,9-9 7-15,5 0 12 16,0 0 10-16,2-17-12 16,19-5-20-16,5-3-2 15,6 6 0-15,-2 6-3 16,0 10 0-16,0 3-2 16,0 0 2-16,0 9-24 15,-1 8-60-15,-1 1-32 16,0 0-87-16,-1-5-159 15,-2-4-246-15</inkml:trace>
  <inkml:trace contextRef="#ctx0" brushRef="#br0" timeOffset="19394.76">10997 1778 1189 0,'0'0'167'16,"0"0"-146"-16,0 0 58 15,0 0-25-15,0 0-50 16,0 0 19-16,-7 108-5 15,7-66-17-15,0-3-1 16,2-8-77-16,9-4-114 16,3-11-112-16,1-10-258 0</inkml:trace>
  <inkml:trace contextRef="#ctx0" brushRef="#br0" timeOffset="19811.21">11152 1642 1209 0,'0'0'216'0,"0"0"-193"16,-13-84 0-16,16 64 67 15,17 5-42-15,4 8-44 16,0 7-2-16,-5 0-2 16,-2 25-5-16,-7 8 0 15,-5 8 3-15,-5 1 2 16,0-3 1-16,-13-1 3 15,-2-7 1-15,2-7-3 0,6-12 1 16,4-9 4-16,3-3-1 16,0 0 6-16,0-7-10 15,13-10-1-15,7-2-1 16,6 1 0-16,3 4-3 16,-4 4 0-16,-2 7 1 15,-4 3-4-15,-9 0 0 16,-3 10 6-16,-4 9 14 15,-3 3 11-15,0 3-5 16,-7-1 9-16,-9-1-10 16,-7-1-15-16,-3-2-4 15,0 3-2-15,-2-1-73 0,12 0-92 16,6-9-171 0,10-8-281-16</inkml:trace>
  <inkml:trace contextRef="#ctx0" brushRef="#br0" timeOffset="19981.98">11570 1770 486 0,'0'0'969'0,"0"0"-926"16,0 0-41-16,0 0 21 16,0 0 31-16,-21 109-42 15,21-72-12-15,0-4-2 16,0-1-66-16,4-10-134 15,9-11-286-15</inkml:trace>
  <inkml:trace contextRef="#ctx0" brushRef="#br0" timeOffset="20411.92">11825 1514 1099 0,'0'0'229'16,"0"0"-213"-16,0 0 37 15,0 0 60-15,0 0-70 16,0 0-43-16,-7 6 0 16,4 27 1-16,-2 2 19 15,0-7-17-15,2-6 0 0,3-9-4 16,0-7 1-16,0 2-7 16,6-4-2-16,9 3 9 15,7 0 1-15,3-1-1 16,3-2-6-16,6-4-2 15,-4 0-3-15,-4 0-7 16,-7 0 15-16,-9 0 3 16,-7-6 3-16,-3-3 7 15,0-4-3-15,0-2 0 16,0 0 10-16,-8 3 11 16,1 4 7-16,1 5 0 15,4 3 0-15,0 0-14 0,2 6-21 16,0 21-14-1,0 11 14-15,0 5 3 0,0 6-3 16,0 0-2-16,5-1-53 16,2-3-72-16,2-7-134 15,-2-12-214-15</inkml:trace>
  <inkml:trace contextRef="#ctx0" brushRef="#br0" timeOffset="20579.69">12199 1824 1148 0,'0'0'276'0,"0"0"-276"16,0 0 0-1,0 0 27-15,-8 93 9 0,8-57-29 16,0-3-7-16,0-4-41 16,3-6-115-16,5-13-196 15,4-10-593-15</inkml:trace>
  <inkml:trace contextRef="#ctx0" brushRef="#br0" timeOffset="20926.74">12410 1633 1176 0,'0'0'198'0,"0"0"-189"16,0 0-5-16,0 0 58 15,0 0-30-15,0 0-31 0,-28 32 7 16,24-10 11-16,2-4-4 16,2-3-4-16,0-1 2 15,0-3-3-15,9 0-2 16,9-2-1-16,9-2-2 16,6 0 6-16,6-3-4 15,3 1-1-15,-2-2-1 16,-7 3 3-16,-8-2 0 15,-12 1 8-15,-9-1-4 16,-4 2-11-16,-8 5 4 16,-24 4-4-16,-11 4-1 15,-9-2-38-15,0-5-65 16,4-8-83-16,7-4-256 0</inkml:trace>
  <inkml:trace contextRef="#ctx0" brushRef="#br0" timeOffset="21064.52">12542 1583 1471 0,'0'0'64'0,"0"0"-59"15,0 0-5-15,0 0 3 16,87 24-3-16,-57 2-23 16,-2 0-163-16,-6-4-208 15</inkml:trace>
  <inkml:trace contextRef="#ctx0" brushRef="#br0" timeOffset="21242.86">12885 1783 1370 0,'0'0'156'16,"0"0"-150"-16,0 0-6 16,-29 79 49-16,29-47-35 15,0-1-14-15,0-4-35 16,7-5-70-16,10-10-123 15,1-8-339-15</inkml:trace>
  <inkml:trace contextRef="#ctx0" brushRef="#br0" timeOffset="21576.67">13153 1531 1358 0,'0'0'174'15,"0"0"-164"-15,0 0 81 16,0 0 15-16,0 0-97 16,0 0 0-16,-52 85-9 15,45-21 10-15,5-2-7 16,2-10-2-16,9-9 2 16,15-10-3-16,7-13-1 15,-1-12-5-15,-1-8-15 16,-5 0 21-16,-6-13 2 15,-8-9 1-15,-6 0 5 0,-4 2-2 16,0 2 1-16,-17 6-4 16,-6 4-3-16,-4 8-2 15,0 0 0-15,0 17-12 16,1 12-36-16,6 3-72 16,10-1-119-16,8-9-175 15,2-7-473-15</inkml:trace>
  <inkml:trace contextRef="#ctx0" brushRef="#br0" timeOffset="21741.86">13406 1821 1349 0,'0'0'108'0,"0"0"-108"16,0 0 0-16,0 0 25 15,0 0 7-15,7 87-32 16,-1-63-3-16,3-6-57 15,1-7-154-15,-3-11-285 16</inkml:trace>
  <inkml:trace contextRef="#ctx0" brushRef="#br0" timeOffset="22042.57">13577 1526 1187 0,'0'0'217'15,"0"0"-203"-15,0 0 52 0,0 0 36 16,0 0-50-16,0 0-52 16,15-33 8-16,15 29 2 15,2-1 9-15,-7 0-11 16,-7 2 0-16,-6 3 17 16,-4 0 2-16,-1 0-13 15,2 17-7-15,1 10-3 16,-1 9 7-16,0 8 0 15,-6 4-5-15,-1 2-4 16,-2 0-2-16,0 2-8 16,0-4-43-16,-5-4-65 15,1-8-92-15,3-14-294 0</inkml:trace>
  <inkml:trace contextRef="#ctx0" brushRef="#br0" timeOffset="22220.87">14041 1716 1484 0,'0'0'56'0,"0"0"-56"15,0 0 0-15,0 0 82 16,-6 121-44-16,6-72-30 16,0-6-8-16,2-4 0 0,6-9-75 15,2-9-107 1,3-13-153-16,2-8-205 15</inkml:trace>
  <inkml:trace contextRef="#ctx0" brushRef="#br0" timeOffset="22692.26">14391 1616 1230 0,'0'0'64'0,"2"-82"-21"16,-2 44 99-16,0 2-4 15,0 7-52-15,-3 9-49 16,-13 1-14-16,0 4-11 16,-3 6-4-16,-1 5-8 0,2 4-2 15,1 0 2-15,0 0 1 16,4 11 3-16,1 6-8 16,5 5 1-16,4 2 2 15,3-4-2-15,0 0-8 16,3-5-6-16,20-1 3 15,5-4 5-15,5 2-4 16,7 0-9-16,-1 1 7 16,1 7 8-16,-7 4-1 15,-6 4 6-15,-8 0 2 16,-12-1 0-16,-4-1 20 16,-3-4 14-16,0-5 8 15,-10-7-13-15,-9-3 4 16,-6-3 8-16,-3-4 2 15,-6 0-14-15,1 0-4 0,6-6-16 16,7-9 0-16,6-6-9 16,7-3-5-16,7-1-17 15,0 1-19-15,19 5-15 16,11 8-29-16,7 3-120 16,3 3-145-16,0 5-271 15</inkml:trace>
  <inkml:trace contextRef="#ctx0" brushRef="#br0" timeOffset="22844.1">14683 1627 987 0,'0'0'530'0,"0"0"-507"0,0 0-15 15,-3 95 64-15,-4-52 11 16,3 4-51-16,1-2-21 16,0-6-11-16,3-7-26 15,0-10-100-15,0-11-170 16,0-11-323-16</inkml:trace>
  <inkml:trace contextRef="#ctx0" brushRef="#br0" timeOffset="23342.9">15119 1491 1265 0,'0'0'215'0,"0"0"-207"15,0 0 9-15,0 0 74 16,-94-67-15-16,75 72-51 16,3 15-24-16,2 7-1 15,2 4 0-15,6 2-4 16,4-4 4-16,2-4 0 16,0-8-13-16,12-6-2 15,8-9-19-15,4-2-6 16,-3 0 10-16,-1-9 0 15,-3-6 27-15,-6-3-5 16,-4-2-7-16,-2-4 12 16,-3 0 3-16,-2 1 2 15,0 3 3-15,0 6-4 16,0 8 4-16,0 4 7 0,0 2-12 16,6 6-2-16,8 18-1 15,1 13 3-15,0 5 13 16,-5 2-5-16,-3-3 16 15,-7 1 14-15,0-5 3 16,-2-4 6-16,-15-3-7 16,-1-6-2-16,-6-4-8 15,-2-4-12-15,-3-4-9 16,3-5-6-16,0-1-3 16,5-6-5-16,4 0-37 15,6 0-72-15,7 0-103 16,4-9-192-16</inkml:trace>
  <inkml:trace contextRef="#ctx0" brushRef="#br0" timeOffset="23532.37">15126 1714 1453 0,'0'0'11'0,"0"0"19"16,0 0-30-16,19 92 90 15,-9-47-54-15,0 0-26 16,0-5-4-16,-3-4-6 16,-1-7-41-16,0-9-112 15,-2-11-186-15,3-9-310 0</inkml:trace>
  <inkml:trace contextRef="#ctx0" brushRef="#br0" timeOffset="23751.91">15499 1491 1113 0,'0'0'456'16,"0"0"-456"-16,0 0 0 16,9 109 13-16,4-55 57 15,0 0-39-15,3-4-21 16,-5-4-8-16,-1-6-2 0,-1-6-42 15,-4-9-108 1,2-11-181-16,1-14-245 0</inkml:trace>
  <inkml:trace contextRef="#ctx0" brushRef="#br0" timeOffset="24027.31">15707 1680 1238 0,'0'0'175'15,"0"0"-171"-15,0 0-4 0,0 0 54 16,0 0-16 0,0 0-19-16,87 34-11 0,-61-34 2 15,-2-6 20 1,-7-10 13-16,-7-6 5 0,-7 2 9 16,-3-4-1-16,0 1-19 15,-2-1-25-15,-11 6-11 16,-2 6-1-16,-3 10-8 15,-9 2-7-15,-5 24 6 16,-3 11-31-16,6 2-85 16,9 1-75-16,9-8-183 15,2-9-375-15</inkml:trace>
  <inkml:trace contextRef="#ctx0" brushRef="#br0" timeOffset="27425.45">10457 1508 650 0,'0'0'131'0,"0"0"-32"15,0 0-25-15,0 0 7 16,-17-86 3-16,17 77 8 16,0 5-4-16,0 4 8 0,0 0-45 15,17 20-51 1,17 22 3-16,14 21 22 0,11 17 41 16,1 7-27-1,0 3-16-15,-5-4-13 0,-4-10-8 16,-8-8 1-16,-5-9-3 15,-6-8 2-15,-5-9-2 16,-9-7 0-16,-4-11-3 16,-7-7-84-16,-4-7-92 15,-3-9-26-15,-3-1-173 16,-18-18-202-16</inkml:trace>
  <inkml:trace contextRef="#ctx0" brushRef="#br0" timeOffset="27661.07">10882 1561 917 0,'0'0'203'0,"0"0"-146"0,0 0 0 16,0 0 40-16,0 0-45 16,0 0-50-16,-35 62-2 15,22 7 44-15,-6 9-12 16,0 2-13-16,-2-5-18 15,-1-5 5-15,3-11-3 16,3-8-3-16,6-9-1 16,8-8-3-16,2-9-139 15,7-9-59-15,17-14-197 16</inkml:trace>
  <inkml:trace contextRef="#ctx0" brushRef="#br0" timeOffset="28140.68">11778 1496 191 0,'0'0'268'0,"0"0"-239"15,0 0 28-15,0 0 139 16,0 0 25-16,0 0-66 16,5-61-36-16,-5 56-22 15,-3 0 2-15,3 2-46 16,0 3 5-16,0 0-35 15,0 2-23-15,4 21-22 16,22 14 18-16,14 16 4 16,10 8 8-16,5 2-5 0,4 4 11 15,-2-1-3 1,-5-3-7-16,-6-6-3 0,-7-7 1 16,-7-10 0-1,-7-5 0-15,-9-8 0 0,-6-7-2 16,-6-6 0-16,-3-8 0 15,-1-1-8-15,0-5-104 16,0 0-88-16,-13 0-34 16,-11-21-280-16</inkml:trace>
  <inkml:trace contextRef="#ctx0" brushRef="#br0" timeOffset="28440.79">12143 1358 1129 0,'0'0'160'0,"0"0"-156"16,0 0 32-16,0 0 32 15,0 0-57-15,-48 97-5 16,30-14 52-16,-5 9-16 15,-1 0-8-15,-2-1 35 16,-3-6-57-16,2-9-10 16,4-11 3-16,3-7-4 15,3-8-1-15,6-5-3 16,7-5-120-16,4-13-173 16,4-17-210-16</inkml:trace>
  <inkml:trace contextRef="#ctx0" brushRef="#br0" timeOffset="29106.84">13087 1517 433 0,'0'0'268'0,"0"0"-153"16,0 0-11-16,0 0 6 16,-60-76 75-16,58 73-68 15,2 1-23-15,0 2-38 16,0 0-49-16,7 26-7 15,20 17 0-15,15 21 7 0,11 9 29 16,1 7-13-16,-1-1-8 16,2-2-2-16,-4-6-8 15,-5-10-2-15,-8-9-1 16,-8-10-1-16,-9-12-1 16,-10-9-2-16,-4-12-76 15,-4-5-64-15,-3-4-61 16,0-7 18-16,-1-23-172 15</inkml:trace>
  <inkml:trace contextRef="#ctx0" brushRef="#br0" timeOffset="29323.73">13470 1475 1076 0,'0'0'148'0,"0"0"-121"0,0 0 11 16,0 0-28-16,-22 99 45 15,2-16 29-15,-3 8-34 16,-6 3-9-16,1-5-11 16,-1-8-17-16,8-11-12 15,2-11-1-15,11-11 0 16,4-7-3-16,4-11-157 16,7-15-164-16,15-15-314 15</inkml:trace>
  <inkml:trace contextRef="#ctx0" brushRef="#br0" timeOffset="29794.73">14359 1375 985 0,'0'0'100'0,"0"0"-74"16,0 0 61-16,0 0 46 15,0 0-45-15,0 0-73 16,-40-24-15-16,40 60-16 16,19 15 16-16,9 18 29 15,9 2-14-15,6-4 6 16,4-2 4-16,3-6-10 0,0-7-4 15,-3-3-7-15,-7-6-3 16,-8-8-1-16,-9-7 0 16,-8-9-28-16,-5-4-70 15,-4-8-75-15,-6-7-61 16,0 0-101-16</inkml:trace>
  <inkml:trace contextRef="#ctx0" brushRef="#br0" timeOffset="30051.64">14628 1298 1219 0,'0'0'125'16,"0"0"-117"-16,0 0-8 0,0 0 0 15,-58 81 27-15,40-2 63 16,1 10-49-16,0-1-22 15,0-10 1-15,1-3-8 16,-1-7-11-16,-2-5 1 16,5-8-1-16,2-10-1 15,5-7-57-15,5-9-131 16,2-15-190-16,0-14-232 16</inkml:trace>
  <inkml:trace contextRef="#ctx0" brushRef="#br0" timeOffset="30507.22">15780 1364 776 0,'0'0'161'0,"0"0"-93"0,0 0 17 16,0 0 22-16,0 0 10 15,0 0-22-15,-42-60 7 16,42 60-42-16,0 0-60 16,0 16-7-16,16 26 3 15,12 20 4-15,9 10 19 16,5 5-9-16,6-7 0 16,2-5-6-16,4-4 0 15,-2-6-1-15,-7-5-1 16,-9-7-2-16,-10-8-8 15,-10-10-87-15,-6-8-86 16,-10-10-62-16,0-7-138 0</inkml:trace>
  <inkml:trace contextRef="#ctx0" brushRef="#br0" timeOffset="30740.75">16033 1271 1343 0,'0'0'156'16,"0"0"-146"-16,0 0-6 15,0 0-4-15,-85 127 43 16,51-51 19-16,-5 2-26 16,1-1-7-16,-3-4-22 0,-1 0-2 15,3-4-4-15,7-5-1 16,6-5-41-16,6-9-127 15,1-12-205-15,-3-11-292 16</inkml:trace>
  <inkml:trace contextRef="#ctx0" brushRef="#br0" timeOffset="31806.78">12455 1404 606 0,'0'0'234'0,"0"0"-159"16,0 0-64-1,0 0 3-15,0 0 52 0,0 0-1 16,-4-6-14-16,4 17-37 16,0 18-13-16,17 20 78 15,5 13 6-15,8 7-27 16,7 5 9-16,3-1-14 16,5-4-20-16,4-4-3 15,-2-9 2-15,-4-10-6 16,-10-9-21-16,-4-7-3 15,-11-6-2-15,-4-8 0 16,-6-4 0-16,-3-6 0 16,-3-2-1-16,-1-4-35 15,-1 0-43-15,0-2-35 16,0-21-33-16,-3-13-296 0</inkml:trace>
  <inkml:trace contextRef="#ctx0" brushRef="#br0" timeOffset="32076.36">12791 1325 980 0,'0'0'170'0,"0"0"-121"16,0 0-3-16,0 0 73 0,0 0-28 15,0 0-62 1,0 0-25-16,-36 87-4 0,13 5 80 16,-8 9-32-16,-3 4-36 15,-2 3-12-15,-1 0 1 16,0 5-2-16,4 2-2 16,-4-6-177-16,-2-10-264 15,-7-10-456-15</inkml:trace>
  <inkml:trace contextRef="#ctx0" brushRef="#br0" timeOffset="34602.73">10420 2251 402 0,'0'0'607'0,"0"0"-607"15,0 0-305-15,0 0 140 16,0 0 111-16,0 0-7 15,0 0-46-15</inkml:trace>
  <inkml:trace contextRef="#ctx0" brushRef="#br0" timeOffset="34888.37">11793 1985 1033 0,'0'0'0'0,"0"0"-427"16,0 0 260-16,0 0 54 16,0 0-7-16</inkml:trace>
  <inkml:trace contextRef="#ctx0" brushRef="#br0" timeOffset="35647.31">13747 2588 926 0,'0'0'249'0,"0"0"-203"0,0 0-25 15,0 0 67-15,0 0-11 16,0 0-37-16,32-15-36 15,5 9 0-15,3 6-4 16,3 0-13-16,-2 0-163 16,-6 6-150-16,-14 0-291 15</inkml:trace>
  <inkml:trace contextRef="#ctx0" brushRef="#br0" timeOffset="35824.33">13743 2787 1439 0,'0'0'82'16,"0"0"-82"-16,0 0-134 15,0 0 134-15,0 0 4 16,111-6-4-16,-42 6-48 16,8 0-138-16,-4 0-242 15</inkml:trace>
  <inkml:trace contextRef="#ctx0" brushRef="#br0" timeOffset="36372.25">14355 2422 1083 0,'0'0'142'0,"0"0"-114"15,0 0 20-15,0 0 27 16,0 0-29-16,0 0-46 15,0-2-11-15,-3 29 11 16,-1 7 6-16,-6 5 3 16,-5 4 2-16,-5-2-7 15,-2-3 6-15,0-5-3 16,1-9-5-16,2-7 2 16,6-6-4-16,6-7 5 15,4-4-4-15,3 0 8 16,0 0 3-16,0 0-6 15,0 0-5-15,0 0-1 0,4 0-7 16,9 0 3-16,9 3 4 16,8 4-1-16,8 1 0 15,8-3 2-15,3-2 0 16,-2-3 0-16,-11 0 0 16,-12 0 1-16,-12 0 2 15,-8 0-3-15,-2-8 9 16,-1-5-1-16,-1-7 0 15,0-2-5-15,0-6 2 16,-3 2 9-16,-7 0-6 16,2 6-4-16,3 9 26 15,4 10 12-15,1 1-11 16,0 12-32-16,-2 23-20 0,2 17 20 16,0 10 10-1,0 1-9-15,0 3 7 0,0-4-8 16,0-5 0-16,0-3-1 15,6-11-108-15,-2-16-215 16,-4-11-546-16</inkml:trace>
  <inkml:trace contextRef="#ctx0" brushRef="#br0" timeOffset="49176.77">735 9728 480 0,'0'0'635'15,"0"0"-602"-15,0 0-21 16,0 0-11-16,0 0 6 16,0 0-7-16,0 0-15 15,-11 116 15-15,18-22 21 16,4 19 31-16,-1 10-37 0,-2 2-15 15,-4-9 9 1,-4-12-9-16,0-14 3 16,0-18-1-16,0-12-2 0,-4-14-2 15,1-9-1 1,1-15-2-16,2-15-211 0,0-7-232 16</inkml:trace>
  <inkml:trace contextRef="#ctx0" brushRef="#br0" timeOffset="49819.76">720 9728 1138 0,'0'0'60'0,"0"0"-60"16,0 0 0-16,0 0 18 16,0 0 3-16,0 0-20 15,76-5 1-15,0 5 1 16,25 0 10-16,19 0-1 16,17 0-5-16,15 0-4 15,12-2-1-15,20-11 35 16,16-5 20-16,11-3-32 15,3-2-23-15,-8 1-1 16,-14 1 1-16,-20 1 0 16,-18 5 0-16,-18 1 2 15,-22 4-3-15,-21 5-1 0,-23 2 0 16,-20 3-1-16,-13 0 1 16,-10 0 1-16,-9 0-1 15,-5 0 0-15,-6 0 2 16,-2 0 0-16,-3 0-1 15,0 0 0-15,-2 0 4 16,0 0 20-16,0 0-4 16,0 0-5-16,0 0-10 15,0 0 6-15,0-1 0 16,0 1 6-16,0 0 11 16,0 0 0-16,0 0-4 15,0 0 6-15,0 0-9 16,0 0-4-16,0 0-7 15,0 0-9-15,0 0 4 0,0 0-4 16,0 0-1-16,0 0-1 16,0 0-4-16,0 0 3 15,0 0-4-15,0 0-22 16,0 9-60-16,-10 15-84 16,-12 2-54-16,-8-3-486 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21:07.49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15110 1418 356 0,'0'0'170'0,"0"0"40"0,0 0-160 16,0 0 38-16,0 0 96 15,-94-23-42-15,84 20-40 16,2 2-32-16,3-1-2 16,2 2-7-16,3 0-12 15,0-1-14-15,0 1-2 16,0-1-11-16,0 1-9 16,8 0-13-16,20 0 0 15,24-2 4-15,25-4 0 16,25-3 16-16,19-5-7 15,6 0-11-15,0-1-2 16,-11 4 0-16,-13 2-5 16,-21 1 5-16,-24 6 3 0,-22-2-1 15,-20 4-2-15,-13 0 3 16,-3 0-2-16,0 0 34 16,0 0-4-16,0 0-5 15,0 0-6-15,0 0-3 16,0 0-1-16,0 0-12 15,0-1 2-15,-3 1-6 16,1 0 0-16,-1 0-1 16,1 0-10-16,2 0-31 15,-2 0-47-15,-1 0-98 16,-5 9-174-16,1-2-421 16</inkml:trace>
  <inkml:trace contextRef="#ctx0" brushRef="#br0" timeOffset="372.9">16578 855 1185 0,'0'0'132'0,"0"0"-124"16,0 0 2-16,0 0 84 15,-42-76 27-15,42 76-77 16,0 1-44-16,3 31-19 16,16 17 18-16,1 21 1 15,-5 15 1-15,-4 3 7 16,-5 1-4-16,-5-2 8 15,1-7-11-15,-2-5-1 16,0-14 0-16,0-12-2 16,0-15-67-16,0-11-110 15,2-13-118-15,-1-10-238 16</inkml:trace>
  <inkml:trace contextRef="#ctx0" brushRef="#br0" timeOffset="594.72">16566 789 1113 0,'0'0'319'0,"0"0"-291"16,-17-84-15-16,17 67 39 16,25 7 14-16,19 7-60 15,13 3 1-15,11 1-11 16,1 21 4-16,-10 5-10 15,-11 6 4-15,-14 7-7 16,-13 4-112-16,-16 7-84 16,-5 3-129-16,-22 5-317 0</inkml:trace>
  <inkml:trace contextRef="#ctx0" brushRef="#br0" timeOffset="753.13">16668 1273 1025 0,'0'0'289'15,"0"0"-289"-15,0 0-51 16,0 0 51-16,112-15 22 16,-50 7-22-16,7-3 0 15,2 0-47-15,1 3-140 0,-10-5-103 16,-12 0-51 0</inkml:trace>
  <inkml:trace contextRef="#ctx0" brushRef="#br0" timeOffset="1322.17">17216 1148 506 0,'0'0'387'0,"0"0"-258"15,0 0-38-15,-88 16-12 16,65 20-40-16,4 14 15 16,6 5-20-16,11 2 14 15,2-6-40-15,15-7-8 16,20-14 1-16,10-13 3 16,5-13 5-16,1-4 5 15,-6-10 6-15,-9-16-8 16,-10-5 2-16,-11-6 3 15,-12-5 23-15,-3-3 5 16,-8 0-39-16,-21 4 2 0,-6 8 1 16,-3 9-6-1,1 12-3-15,5 7-3 0,11 5-5 16,5 0 5-16,10 2-61 16,6 7-38-16,8-5-28 15,24-4-92-15,8 0 85 16,2-11 30-16,-4-8 107 15,-4 0 19-15,-6 3 69 16,-3 4 32-16,-3 5-30 16,0 6-25-16,-2 1-9 15,5 9-14-15,3 17 4 16,0 7-9-16,-1 7-21 0,-5 4 3 16,-6 5 18-1,-7-1-31-15,-4 0-4 0,-5-8 0 16,0-11-1-16,0-13 4 15,0-10 0-15,0-6 75 16,0 0 41-16,0-27-25 16,-5-17-63-16,2-14-31 15,3-4-2-15,0 9 0 16,0 11-8-16,15 12 7 16,2 8-10-16,3 4-6 15,5 4-32-15,5 6-56 16,0 7-80-16,3 1 12 15,-1 0-97-15,-4 0-146 0,-4 0-138 16</inkml:trace>
  <inkml:trace contextRef="#ctx0" brushRef="#br0" timeOffset="2354.65">17921 1096 29 0,'0'0'670'0,"0"0"-396"0,0 0-120 16,0 0-72-16,0 0-29 16,0 0-42-16,23 52 43 15,-7-20 18-15,3 5-36 16,1 2-9-16,-3-2 3 15,-1-4-10-15,-3-3-12 16,-4-9-7-16,-2-9 2 16,-5-4 0-16,-1-8-2 15,-1 0 5-15,2 0 2 16,2-17 51-16,2-16-7 0,1-10-48 16,3-7-2-16,1 2-2 15,4 8-2-15,-2 12-8 16,0 13 1-16,-6 12 8 15,4 3-8-15,0 12-6 16,5 13 12-16,2 9 1 16,-3 1 2-16,-2-1 1 15,0-4 4-15,-2-6-4 16,-1-7-1-16,-5-8 2 16,0-6-1-16,-4-3 0 15,3 0 6-15,2-9 5 16,6-17 4-16,3-7-5 15,3-11-9-15,5-1 1 16,-5 1-3-16,-1 12 2 0,-4 12-2 16,-8 13 0-1,-2 7-4-15,2 4-11 0,2 22-12 16,5 7 27-16,1 6 3 16,2-1 4-16,0-5-5 15,2-7-2-15,3-1 0 16,1-9 0-16,3-4 0 15,-4-5-4-15,2-7 2 16,-2 0-10-16,0-13 7 16,-3-8-2-16,-6-3-1 15,0-3 8-15,-8 5 0 16,-2 4 1-16,-1 5 2 16,0 9 6-16,0 2-3 0,0 2-1 15,0 0-5-15,0 9-16 16,0 11 9-16,7 1 7 15,2 2 6-15,1-6-6 16,3-6 0-16,0-3 0 16,6-7 0-16,1-1 0 15,0-4-1-15,-1-16 1 16,-1-6-1-16,-7-2-2 16,-2-5 3-16,-8 2 0 15,1 5 3-15,-2 6 0 16,0 10 9-16,0 10-8 15,0 0-4-15,1 22-22 16,5 19 14-16,4 6 7 16,1 4 2-16,8-6 2 0,6-8-3 15,1-6-1-15,3-11-7 16,0-13-63-16,-5-7-61 16,0-14 52-16,-4-17-20 15,-1-9-15-15,-8-2 70 16,-4-5 25-16,-2-5 20 15,-5-7 22-15,0-5-7 16,0-6 70-16,-3 3 9 16,-9 5 26-16,4 15-26 15,1 17 5-15,2 17-21 16,3 10-8-16,0 3-59 16,0 24-11-16,2 18-11 0,0 18 11 15,0 7 3 1,0 0-3-16,4-1-1 0,10-5-3 15,4-5-4-15,4-5-115 16,7-10-60-16,12-13-61 16,9-18-157-16,4-10 20 15</inkml:trace>
  <inkml:trace contextRef="#ctx0" brushRef="#br0" timeOffset="2623.3">19469 1197 433 0,'0'0'335'15,"0"0"-200"-15,-47-105 5 16,17 80 41-16,1 12-47 15,3 12-39-15,0 1-68 16,1 24-24-16,1 13-2 0,5 6-2 16,9-3 1-1,10-7-3-15,0-12 0 0,11-6 2 16,13-10-2-16,4-5 6 16,6-2 1-16,1-13 10 15,3-2-7-15,-6 7-4 16,-4 3-2-16,-2 5-1 15,-3 2-3-15,2 0-4 16,-2 17 7-16,-1 4-8 16,-2 3 3-16,-4 3-56 15,-10-1-95-15,-6-8-173 16,0-2-389-16</inkml:trace>
  <inkml:trace contextRef="#ctx0" brushRef="#br0" timeOffset="2954.87">17083 2004 1355 0,'0'0'0'0,"143"-7"-163"0,-30 5 163 16,13 1 74-16,13 1-12 15,17-1-27-15,15-6-2 16,9 0 51-16,9-2-15 16,-12 0-49-16,-21 3-18 15,-23 1-2-15,-24 3 0 16,-23 0-8-16,-24 2-132 15,-16 0-38-15,-19 0-122 16,-12-2-144-16</inkml:trace>
  <inkml:trace contextRef="#ctx0" brushRef="#br0" timeOffset="3242.06">20062 683 1171 0,'0'0'116'0,"0"0"-116"0,0 0-30 15,0 0 30 1,40 88 6-16,-18-23 4 0,-2 10-8 16,-7 8-2-1,-11 3-7-15,-2 2-213 0,-16-3-439 16</inkml:trace>
  <inkml:trace contextRef="#ctx0" brushRef="#br0" timeOffset="3375.61">20192 1467 1526 0,'0'0'0'0,"0"0"-157"15,0 0 146-15,-20-83 6 16,20 59-287-16,14-2-666 0</inkml:trace>
  <inkml:trace contextRef="#ctx0" brushRef="#br0" timeOffset="3592.79">20475 682 1362 0,'0'0'108'15,"0"0"-108"-15,0 0-71 16,0 0 71-16,0 0 4 15,38 137 0-15,-26-58-4 16,-7 9 0-16,-5 6-1 0,0 3-196 16,-8-2-266-16</inkml:trace>
  <inkml:trace contextRef="#ctx0" brushRef="#br0" timeOffset="3682.83">20544 1538 1189 0,'0'0'0'15,"0"0"-583"-15</inkml:trace>
  <inkml:trace contextRef="#ctx0" brushRef="#br0" timeOffset="16267.72">1257 5481 441 0,'0'0'510'16,"0"0"-452"-16,0 0-47 15,0 0 31-15,0 0 66 16,0 0-21-16,0 0-18 16,15-26-23-16,-14 6-3 0,-1-1-5 15,0-1-17-15,0 2-3 16,0 0 8-16,-14 4 9 16,-2 4-21-16,-2 4-12 15,1 8 0-15,-3 3-2 16,-2 29-8-16,-2 19 5 15,2 17 5-15,5 7-2 16,7-6 0-16,10-13-1 16,0-19-5-16,4-14 6 15,7-13-11-15,1-8 6 16,1-2-2-16,4-8 2 16,1-19 3-16,1-9 2 15,-5-8-11-15,-4-4 11 16,0 3 0-16,-3 7 0 15,0 10 0-15,-3 13 0 0,-3 12-1 16,2 3 0-16,4 12-16 16,5 20-12-16,6 10 28 15,4 3 1-15,5-5 0 16,3-7-80-16,2-12-109 16,-2-10-278-16</inkml:trace>
  <inkml:trace contextRef="#ctx0" brushRef="#br0" timeOffset="16500.36">1466 5256 1349 0,'0'0'36'0,"0"0"-36"15,0 0-8-15,0 0 8 16,0 0 8-16,97 119 7 15,-69-65 3-15,-7 8-1 16,-14 2-6-16,-7 2-5 16,0-1-6-16,-14-6 0 15,-15-8-2-15,-4-6-91 16,-8-7-95-16,-2-14-295 16</inkml:trace>
  <inkml:trace contextRef="#ctx0" brushRef="#br0" timeOffset="16818.74">828 5069 1143 0,'0'0'56'0,"0"0"-50"16,0 0-5-16,-58 86 15 15,55-12-1-15,3 25 16 0,0 16 13 16,5 5-15-16,15-2-18 16,7-11-10-16,5-12 1 15,4-16-2-15,9-15-12 16,9-19-154-16,3-19-198 15,0-17-411-15</inkml:trace>
  <inkml:trace contextRef="#ctx0" brushRef="#br0" timeOffset="17288.81">2477 5296 985 0,'0'0'329'15,"0"0"-329"-15,0 0 4 16,0 0-4-16,-13 121 25 0,13-42 15 16,5 4-20-1,17-10-12-15,9-15-3 0,8-15-2 16,4-19-1-16,4-16 2 16,-3-8 0-16,-3-13-1 15,-5-19-3-15,-10-10-2 16,-9-7 2-16,-15-4 2 15,-2-3 5-15,-25 3 20 16,-21 4-6-16,-9 5-12 16,-12 11-9-16,1 6-1 15,5 12-2-15,13 7 1 16,18 8-13-16,17 0-57 16,13 0-38-16,8 8-71 15,27-5-25-15,13-3-118 16,6-6-9-16</inkml:trace>
  <inkml:trace contextRef="#ctx0" brushRef="#br0" timeOffset="17485.3">2691 5200 91 0,'0'0'608'0,"0"0"-369"16,0 0-54-16,0 0-9 15,10-76-11-15,-10 76-59 16,0 0-52-16,-1 0-38 16,-1 23-16-16,-1 21-2 15,-2 21 2-15,0 16 15 16,0 12-2-16,1 5-6 15,-3 1 1-15,1-8-8 16,1-10 0-16,-2-13-1 16,5-12-46-16,2-17-121 0,0-14-109 15,0-19-305 1</inkml:trace>
  <inkml:trace contextRef="#ctx0" brushRef="#br0" timeOffset="17801.81">3099 5000 10 0,'0'0'1325'0,"0"0"-1298"0,0 0-23 15,0 0 5-15,0 0 26 16,-77 143 9-16,74-57 6 16,2 9-1-16,1 1-8 15,0-1-18-15,4-7-16 16,8-12-3-16,5-10-3 16,3-14-1-16,5-8 0 15,4-13-108-15,0-12-148 16,1-18-229-16</inkml:trace>
  <inkml:trace contextRef="#ctx0" brushRef="#br0" timeOffset="18017.66">3384 5223 1155 0,'0'0'313'15,"0"0"-313"-15,0 0 0 16,0 119 2-16,0-61 10 16,6 1 6-16,2-3-7 15,3-4-10-15,-1-7-1 16,1-8-2-16,2-9-180 16,1-15-119-16,-4-11-259 15</inkml:trace>
  <inkml:trace contextRef="#ctx0" brushRef="#br0" timeOffset="18353.32">3516 5306 825 0,'0'0'493'16,"0"0"-493"-16,0 0 9 15,0 0-9-15,0 0 2 16,0 0 2-16,88-11 1 15,-62 11 5-15,-5 0-1 16,-4 1 7-16,-4 3-7 16,-5-2 5-16,-1 0 38 0,-1 3-6 15,1 1-16 1,2 4-13-16,-3 8 3 0,0 8 7 16,-2 5 6-16,0 11-7 15,-4 3-14-15,0 2-5 16,0 2-5-16,0 0-2 15,-1-7 0-15,-3-6-72 16,4-10-146-16,0-12-134 16,5-13-674-16</inkml:trace>
  <inkml:trace contextRef="#ctx0" brushRef="#br0" timeOffset="18590.34">3919 5086 249 0,'0'0'1263'15,"0"0"-1263"-15,0 0 1 16,0 0-1-16,87 61 18 16,-48-6 21-16,2 8 17 15,-4 5-6-15,-12 8-27 16,-11 2-1-16,-14 4-11 15,0 1-11-15,-23-7 0 16,-13-5 0-16,-13-5-112 16,-11-7-247-16</inkml:trace>
  <inkml:trace contextRef="#ctx0" brushRef="#br0" timeOffset="23129.11">4635 5420 1079 0,'0'0'196'15,"0"0"-162"-15,0 0-28 16,0 0 56-16,0 0-9 0,0 0-17 15,93-28-18-15,-40 18 14 16,7 1-16-16,0 1-14 16,-1 4-2-16,-5-1-5 15,-8 5-27-15,-4 0-78 16,-8 0-123-16,-16 0-198 16</inkml:trace>
  <inkml:trace contextRef="#ctx0" brushRef="#br0" timeOffset="23324.46">4780 5627 1188 0,'0'0'0'0,"0"0"-34"0,93 0 34 16,-36 0 30-16,8-4-30 15,5-2-13-15,-1 0-141 16,-9-2-203-16</inkml:trace>
  <inkml:trace contextRef="#ctx0" brushRef="#br0" timeOffset="23605.17">5393 5208 1074 0,'0'0'138'0,"0"0"-138"0,0 0-2 16,0 0-9-16,0 0 11 15,0 0 3-15,25 120 40 16,-8-50-16-16,-4 8 14 15,-3 3-20-15,-1-6-17 16,-3-8-4-16,3-11-20 16,1-9-61-16,3-14-126 15,-2-13-216-15</inkml:trace>
  <inkml:trace contextRef="#ctx0" brushRef="#br0" timeOffset="24000.29">5781 5258 63 0,'0'0'1281'0,"0"0"-1253"16,0 0-19-16,0 0 54 15,0 0-4-15,0 0-37 16,-90 57-10-16,76 3 12 0,4 14 5 16,7 1-19-16,3-5-2 15,0-12-7-15,8-16-1 16,16-13 0-16,7-15 0 16,10-11-1-16,1-3-1 15,-3-6 2-15,-7-13 1 16,-13-2 12-16,-12-2-3 15,-7 2 13-15,-19 3-3 16,-16 3-20-16,-12 9 0 16,-7 6 0-16,-2 9-20 15,-3 25-99-15,1 9-182 16,1 2-477-16</inkml:trace>
  <inkml:trace contextRef="#ctx0" brushRef="#br0" timeOffset="26868.65">4945 928 1 0,'0'0'37'0,"0"0"25"15,0 0 57-15,0 0-19 16,0 0-49-16,0 0-7 15,0 0-10-15,-55 15-3 0,38-8-10 16,0 2-21-16,-3 5 0 16,0 4-8-16,0 0 2 15,2-1-15-15,1-6 21 16,4-2 2-16,6-4 17 16,2-5 55-16,5 0 97 15,0 0 11-15,0 0-16 16,0 0-36-16,0 0-53 15,5-9-45-15,17-7 7 16,11-9-34-16,19-3-1 16,19-6 7-16,20-2 10 15,16-4-3-15,12-4-2 16,-2 1-3-16,-12 4 0 16,-19 7-3-16,-27 11-6 0,-23 9-2 15,-18 6-1-15,-11 3 0 16,-4 1 3-16,-3 2-3 15,0 0 11-15,0 0 7 16,0 0-7-16,0-3-12 16,0-1-4-16,-5-2-62 15,0 1-82-15,3 0-117 16,1-2-273-16</inkml:trace>
  <inkml:trace contextRef="#ctx0" brushRef="#br0" timeOffset="27283.16">5945 660 971 0,'0'0'260'16,"0"0"-260"-16,0 0 2 15,0 0 11-15,0 0 15 16,76-105 30-16,-55 66-30 16,-1 0 17-16,-5-1-28 15,-7 3-15-15,-4-2 6 16,-4 0 8-16,0-3 28 0,0 1-20 16,-9 4-5-1,1 12 1-15,3 13 0 0,1 8-4 16,3 4-2-16,1 0-14 15,0 27-14-15,0 25 0 16,13 25 14-16,5 13 0 16,3 8 0-16,-1 2 3 15,-2-3-3-15,2-5 0 16,-3-7 0-16,0-6-45 16,-4-8-127-16,-3-13-2 15,-4-16-214-15</inkml:trace>
  <inkml:trace contextRef="#ctx0" brushRef="#br0" timeOffset="27516.05">6187 621 1044 0,'0'0'187'16,"-25"-111"-152"-16,25 78 2 15,0 9 44-15,14 7-23 16,6 10-26-16,6 7-26 15,8 0-4-15,3 16-2 16,-4 12-4-16,-8 9 1 16,-8 4 4-16,-14 5-1 15,-3 2 0-15,-1 3-2 0,-20-2-5 16,3-6-175 0,3-13-162-16,7-16-336 0</inkml:trace>
  <inkml:trace contextRef="#ctx0" brushRef="#br0" timeOffset="27918.58">6536 538 1170 0,'0'0'76'15,"0"0"-72"-15,0 0-4 16,86 35 1-16,-55-7 3 15,0 4-1-15,-7 2 1 0,-5-2-2 16,-10-2 0-16,-8-3-1 16,-1-4 5-16,0-8-2 15,-11-6 4-15,-4-6 33 16,-2-3 7-16,0-5-33 16,2-20-6-16,6-15-4 15,8-11-5-15,1-3 3 16,12 3-3-16,15 6 3 15,1 14-3-15,0 11 0 16,1 13-2-16,-1 7 0 16,1 0-2-16,1 21-4 15,-5 8 6-15,-2 4-2 16,-6 7 4-16,-2-2-1 0,-4-2 0 16,-2-6-131-1,-4-11-262-15,-5-13-421 0</inkml:trace>
  <inkml:trace contextRef="#ctx0" brushRef="#br0" timeOffset="28048.04">6928 310 1100 0,'0'0'66'16,"0"0"-66"-16,0 0-21 15,0 0-45-15,0 0-27 16,0 0-36-16,2 56-212 0</inkml:trace>
  <inkml:trace contextRef="#ctx0" brushRef="#br0" timeOffset="28765.41">7000 493 780 0,'0'0'326'0,"0"0"-326"0,0 0 0 15,0 0 0-15,0 0 5 16,53 90 4-16,-38-49 5 15,-1 0-4-15,-3-2 10 16,-1-7-9-16,-4-8-5 16,-2-10-2-16,-2-6 0 15,-2-7 1-15,0-1 11 16,0 0 106-16,0-18-3 16,0-10-89-16,0-11-25 0,0-7-4 15,0-3-2-15,0 4-3 16,8 7-6-16,6 14 4 15,1 12-7-15,-2 12-2 16,4 2 3-16,-2 25-10 16,0 13 18-16,-1 10 4 15,-5 2-3-15,0-3 5 16,-1-8-2-16,1-9 0 16,-1-11 1-16,0-8-1 15,-3-8 0-15,2-5 0 16,0 0 2-16,0-17 3 15,0-9-5-15,2-10-12 0,-1-6 12 16,-2-2 0 0,-3 5-2-16,2 7 2 0,2 16-1 15,-4 8-1-15,1 8 2 16,0 2-14-16,5 16-9 16,2 7 22-16,3 4 2 15,1-5 0-15,3-3 0 16,2-9-1-16,5-7 0 15,0-5 2-15,0 0-1 16,-1-18 0-16,-6-6 11 16,-5-4-7-16,-1-3-1 15,-7-4-3-15,-2 1 11 16,-3-1 1-16,0 5 15 0,0 8 2 16,-1 7 7-16,-4 11 32 15,1 4-26-15,-2 2-43 16,-1 24-1-16,2 16 0 15,2 12-1-15,3 0 2 16,0-6 0-16,17-12-2 16,9-9 0-16,7-11-9 15,5-5-5-15,1-7-106 16,-2-4-91-16,-5 0-151 16,-10 0-297-16</inkml:trace>
  <inkml:trace contextRef="#ctx0" brushRef="#br0" timeOffset="29099.3">6332 1138 1177 0,'0'0'127'15,"0"0"-127"-15,0 0-17 16,162-15 17-16,-56 12 10 16,20 0 5-16,7 0 20 0,0 0-5 15,-3 2-14-15,-7 1-13 16,-10 0-3-16,-15 0 0 15,-16 0-2-15,-24 0-12 16,-17 0-105-16,-25 0-139 16,-16 0-152-16</inkml:trace>
  <inkml:trace contextRef="#ctx0" brushRef="#br0" timeOffset="29332.34">6438 1351 1333 0,'0'0'87'0,"142"-2"-87"0,-28-1-3 16,13-7 3-16,-5-1 7 15,-5 2 2-15,-12 4-6 16,-5 2-1-16,-3 2-2 15,-11-4-2-15,-11-2-179 16,-18-4-188-16,-16-4-135 16</inkml:trace>
  <inkml:trace contextRef="#ctx0" brushRef="#br0" timeOffset="29466.39">7819 1212 893 0,'0'0'436'0,"0"0"-436"15,0 0-126-15,0 0-13 16,0 0 4-16,0 0-83 16,-15-70-394-16</inkml:trace>
  <inkml:trace contextRef="#ctx0" brushRef="#br0" timeOffset="29815.24">8247 514 1400 0,'0'0'6'0,"0"0"-6"15,0 0-14-15,0 0 14 16,0 0 2-16,72 91 3 15,-57-71-4-15,-2-4 6 16,-3-9 17-16,-3-4 36 16,-4-3 21-16,4 0 33 15,17-27 3-15,21-24-43 0,28-21-62 16,26-23-5 0,8-12-1-16,-7 3-6 0,-15 15-1 15,-20 29-7-15,-14 30-29 16,-15 22-45-16,-16 8-171 15,-20 0-304-15</inkml:trace>
  <inkml:trace contextRef="#ctx0" brushRef="#br0" timeOffset="56264.45">9837 2795 1232 0,'0'0'35'0,"0"0"-35"16,-40 82-1-16,35-14 1 16,5 8 5-16,0 4 5 0,15-8-5 15,17-14 1-15,11-17-2 16,9-17-4-16,5-17 2 15,-4-7 1-15,-6-14 14 16,-10-15-6-16,-12-7-3 16,-12-6-1-16,-13-5 7 15,0-4 32-15,-32-1 2 16,-13-1-28-16,-12 2-4 16,-9 6-16-16,-1 4-2 15,11 13 2-15,20 9-5 16,14 11 5-16,17 2-7 15,5 6-23-15,2 0-81 16,26-2 25-16,17-5 35 16,17-13 24-16,3-10-64 15,-6-3 54-15,-17 0 37 0,-19 6 7 16,-17 5 24-16,-6 6 86 16,0 4 6-16,-1 5-11 15,-9 4-32-15,2 3-5 16,3 0-17-16,-2 30-58 15,-3 39-4-15,-5 30 4 16,-4 31 4-16,0 9 3 16,2-5-5-16,2-4-2 15,6-19 0-15,9-18-5 16,0-19-76-16,5-20-118 16,11-18-70-16,-5-18-316 15</inkml:trace>
  <inkml:trace contextRef="#ctx0" brushRef="#br0" timeOffset="56530.08">10432 2590 1488 0,'0'0'87'0,"0"0"-87"16,-58 104-1-16,45-17 1 16,4 12 11-16,9 9 11 0,0-3-21 15,5-2 6 1,15-12-7-16,5-11-7 0,3-14-46 16,4-10-144-16,-2-14-94 15,-3-13-214-15</inkml:trace>
  <inkml:trace contextRef="#ctx0" brushRef="#br0" timeOffset="56862.38">10750 3257 1164 0,'0'0'53'0,"6"-82"-45"15,6 32 5 1,0-4 54-16,-6 6 12 0,1 0-44 15,-5 1 13-15,-2 2 0 16,0-3-17-16,-3-2-9 16,-11 8-14-16,4 12 29 15,2 11 13-15,3 14-12 16,3 5-22-16,0 9-16 16,2 33-9-16,0 21 9 15,0 22 1-15,0 5 5 16,5 0-6-16,9-6 0 15,2-6-2-15,3-5 0 16,0-10-5-16,-3-7-109 16,-1-7-112-16,-3-11-78 0,-7-15-252 15</inkml:trace>
  <inkml:trace contextRef="#ctx0" brushRef="#br0" timeOffset="57082.2">10776 3082 1261 0,'0'0'151'16,"0"0"-143"-16,0 0 12 15,20-76 1-15,15 76 20 16,6 2-16-16,1 20-6 16,-6 10-11-16,-12 7-3 15,-11 4-4-15,-13 0 5 0,0-2-1 16,-18-4-1-1,-9-6-4-15,0-5-116 0,4-11-124 16,4-15-182-16,6 0-153 16</inkml:trace>
  <inkml:trace contextRef="#ctx0" brushRef="#br0" timeOffset="57288.36">11032 2770 1280 0,'0'0'95'0,"0"0"-95"16,0 0 0-16,55 84 26 16,-35-31 30-16,1 10-14 15,-8 6-29-15,-5 2-9 16,-8 3 3-16,0-2-7 16,-8-8 0-16,-9-8-197 15,2-12-105-15,3-17-328 16</inkml:trace>
  <inkml:trace contextRef="#ctx0" brushRef="#br0" timeOffset="57535">11518 3050 1495 0,'0'0'159'16,"0"0"-159"-16,0 0-16 15,0 0 16-15,121-14 17 16,-52 4-9-16,4-1-2 16,-1 6-6-16,-12 1-79 15,-15 1-221-15,-23 2-503 16</inkml:trace>
  <inkml:trace contextRef="#ctx0" brushRef="#br0" timeOffset="57713.83">11529 3317 489 0,'0'0'1182'0,"0"0"-1182"16,0 0-185-16,0 0 184 15,0 0 1-15,142-14 0 16,-67 3-24-16,2-2-233 16,-15-4-382-16</inkml:trace>
  <inkml:trace contextRef="#ctx0" brushRef="#br0" timeOffset="58127.04">12296 3091 674 0,'0'0'727'0,"0"0"-727"15,12-92-57-15,8 50 57 16,0-2 65-16,-3 2-19 15,-4 0-30-15,-3 0-2 16,-6-4 20-16,-4 1-12 0,0 0-12 16,-14 8-7-1,-4 8 18-15,1 13 14 0,5 8-9 16,5 8-11-16,6 0-15 16,-1 24 0-16,2 26-5 15,0 22 2-15,0 14 6 16,17 9-3-16,5 5 0 15,0 1 0-15,2-3 3 16,1-2-3-16,1-9-3 16,-4-7 0-16,-8-9-25 15,-7-11-155-15,-7-16-91 16,-3-13-270-16</inkml:trace>
  <inkml:trace contextRef="#ctx0" brushRef="#br0" timeOffset="58344.52">12328 3082 1103 0,'0'0'185'0,"0"-94"-153"15,22 65-25-15,8 8 29 16,5 9 55-16,7 12-36 16,1 0-24-16,1 28-6 15,-12 13-13-15,-14 14 0 16,-16 7-1-16,-2-1-3 15,-14 1-1-15,-8-4-7 16,3-7 0-16,2-8-189 16,8-21-239-16,7-17-364 15</inkml:trace>
  <inkml:trace contextRef="#ctx0" brushRef="#br0" timeOffset="58659.79">12766 3115 1112 0,'0'0'394'0,"0"0"-394"16,0 0-28-16,0 0 28 16,124-41 3-16,-59 28-1 15,8-4-2-15,3-1-1 16,-8-2-34-16,-16-1-109 0,-19-3 16 16,-14-2 34-1,-11-2 94-15,-8-2 33 0,0 1 46 16,-5 4-20-16,-7 7 35 15,6 6 5-15,2 9-13 16,3 3-24-16,1 16-62 16,0 28-10-16,0 22 10 15,0 12 4-15,0 8-4 16,0 0 0-16,0-6-2 16,4-7-143-16,2-10-166 15,2-12-357-15</inkml:trace>
  <inkml:trace contextRef="#ctx0" brushRef="#br0" timeOffset="58995.14">13776 2787 1360 0,'0'0'157'0,"0"0"-157"16,0 0-6-16,18 126 6 15,-18-61 26-15,0-2 64 16,0-9-15-16,0-14-24 16,0-15-14-16,4-16-6 0,14-9-14 15,24-25 15-15,28-33 26 16,29-28-15-16,15-26-36 15,9-19-5 1,-1-8-4-16,-1-3-2 0,-8 7-38 16,-16 18-19-16,-18 16-55 15,-31 19-360-15</inkml:trace>
  <inkml:trace contextRef="#ctx0" brushRef="#br0" timeOffset="81924.25">1311 8031 658 0,'0'0'361'0,"0"0"-330"15,0 0 20-15,0 0 21 16,0 0 19-16,0 0-56 16,0 0-35-16,-7 7-21 15,7 28 15-15,0 13 6 16,0 6 11-16,1 0-8 0,-1-4-2 16,0-2 2-1,0-6 2-15,-3-4-2 0,-4-10 0 16,1-8-1-16,2-9-1 15,3-8 2-15,-1-3 0 16,0 0 13-16,-1-2 0 16,-5-15 13-16,1-8-21 15,-2-7-6-15,8-4 3 16,1-1-5-16,0-1 0 16,17 7 1-16,6 3-1 15,0 12 0-15,1 10-1 16,-1 6-6-16,1 1 1 0,1 19 1 15,0 9-1-15,-2 2 4 16,-6 7 2-16,-7-2 1 16,-7 0 3-16,-3-2-3 15,0-4 6-15,-8-1 4 16,-12 0 2-16,-7-4-5 16,-2-2 2-16,3-8-9 15,1-7-1-15,6-8-81 16,8-8-86-16,5-27-254 15</inkml:trace>
  <inkml:trace contextRef="#ctx0" brushRef="#br0" timeOffset="82188.09">1536 7938 1234 0,'0'0'48'15,"0"0"-48"-15,0 0 0 16,0 0 0-16,117 81 9 16,-75-30 10-16,-5 6 3 15,-9 2 13-15,-11 4-16 16,-10 3-6-16,-7 2-10 16,-9-1 3-16,-21 3-5 15,-9-4-1-15,-6-5-60 16,-4-14-139-16,-2-12-168 15,-2-22-273-15</inkml:trace>
  <inkml:trace contextRef="#ctx0" brushRef="#br0" timeOffset="82473.61">966 7705 835 0,'0'0'372'15,"0"0"-339"-15,0 0-29 16,0 0 12-16,-87 24 11 0,79 28-7 16,1 28-8-16,5 23 5 15,2 20 8-15,0 4-8 16,0 0-5-16,15-9-11 15,8-7 0-15,12-15-2 16,10-12-10-16,11-17-65 16,9-20-94-16,2-19-237 15</inkml:trace>
  <inkml:trace contextRef="#ctx0" brushRef="#br0" timeOffset="82938.24">2635 8033 1188 0,'0'0'46'0,"0"0"-46"16,0 0 0-16,-15 133 6 0,26-67 13 15,17 0-5 1,11-13-1-16,8-12-13 16,2-16 8-16,-3-13-5 0,-4-12-2 15,-9 0 6-15,-4-21 26 16,-9-9 11-16,-7-9-22 15,-10-4 5-15,-3-1 32 16,-20 0-19-16,-19 3-18 16,-13 4-20-16,-7 4-1 15,2 7-1-15,4 9 0 16,11 7-1-16,10 10-8 16,16 0-50-16,10 0-50 15,6 2-20-15,25-2-62 0,19 0-94 16,6-21-37-1,0-6-39-15</inkml:trace>
  <inkml:trace contextRef="#ctx0" brushRef="#br0" timeOffset="83137.8">2852 7914 255 0,'0'0'215'0,"0"0"99"0,0 0-86 15,-3-78-63-15,-6 66-40 16,1 7-41-16,1 3 7 16,3 2-14-16,1 0-38 15,2 0-23-15,-2 22-16 16,-3 24-4-16,-1 25 4 15,0 16 4-15,0 12 5 16,-2 4-5-16,1-1 0 16,0 0-4-16,1-7 2 15,4-11-2-15,3-14-11 0,0-13-74 16,0-15-103 0,8-20-127-16,4-17-355 15</inkml:trace>
  <inkml:trace contextRef="#ctx0" brushRef="#br0" timeOffset="83437.59">3206 7748 1311 0,'0'0'119'0,"0"0"-119"0,0 0 0 16,-43 83 4-16,41-13 10 15,2 15 20-15,0 0-14 16,3 2-10-16,13-4-6 16,4-4 1-16,3-6-5 15,4-10 0-15,4-12-11 16,8-14-150-16,3-19-115 15,0-17-324-15</inkml:trace>
  <inkml:trace contextRef="#ctx0" brushRef="#br0" timeOffset="84105.62">3768 8144 1038 0,'0'0'161'15,"0"0"-139"-15,-10-106 4 16,0 76 116-16,-1 4-16 16,-3 6-72-16,-3 5-29 15,-1 6 0-15,-4 4-2 16,-4 5 1-16,-1 0-24 16,-4 5 3-16,1 13-6 15,4 3 3-15,4 3-1 16,6 0-2-16,9 2 0 15,5-2 2-15,2-2-1 0,0-4-1 16,16-3 1-16,12-3-8 16,5-5 5-16,6 0-3 15,2-3 8-15,-1 3 0 16,-3 2 3-16,-9 2-3 16,-8 3 0-16,-10 2-4 15,-8 4 4-15,-2 3 0 16,-17 3 0-16,-19 4 10 15,-11 1 11-15,-9-2 9 16,1-9-7-16,10-8-4 16,13-8 3-16,14-4-8 15,11-2-5-15,7-19-9 0,2-12 0 16,27-8-45-16,16-4-7 16,11-2-11-16,9 2 1 15,1 3-29-15,-4 3 23 16,-7 8 9-16,-12 2-22 15,-7 5 1-15,-13 3 41 16,-10-3 32-16,-3 3 7 16,-8 0 3-16,-2 5 1 15,0 6 28-15,0 5 70 16,0 5 8-16,0 0-47 16,0 0-47-16,0 0-16 15,0 17-8-15,0 15 8 16,0 14 2-16,3 11 1 15,1 5 0-15,1 3-3 16,-2-2 0-16,1-2 0 0,4-7-81 16,-2-8-180-16,0-14-347 15</inkml:trace>
  <inkml:trace contextRef="#ctx0" brushRef="#br0" timeOffset="84337.54">4161 7736 1513 0,'0'0'0'0,"0"0"-22"16,52 83 22-16,-24-25 5 15,0 9 3-15,-6 6 5 16,-13 8-1-16,-9 10 6 15,-22 6-18-15,-25 9-1 16,-16 2-79-16,-11-7-220 16,-7-7-810-16</inkml:trace>
  <inkml:trace contextRef="#ctx0" brushRef="#br0" timeOffset="90475.35">4596 8208 643 0,'0'0'297'16,"0"0"-186"-16,0 0-33 0,0 0 39 16,0 0-43-1,0 0-52-15,0 0-22 0,0 0 8 16,83-12-4-16,-34 7-4 15,1 0 0-15,-3 1 0 16,-4 4-8-16,-6-2-104 16,-9 2-160-16,-16 0-242 15</inkml:trace>
  <inkml:trace contextRef="#ctx0" brushRef="#br0" timeOffset="90654.2">4699 8341 1389 0,'0'0'0'0,"0"0"-45"0,0 0 32 15,0 0 13-15,97 0 5 16,-43 0-5-16,6 0-1 16,4 0-134-16,-2 0-145 15,-6 0-287-15</inkml:trace>
  <inkml:trace contextRef="#ctx0" brushRef="#br0" timeOffset="91252.65">5413 8025 93 0,'0'0'1185'0,"0"0"-1133"15,0 0-49-15,0 0 14 16,0 0 2-16,0 0-2 16,-49 102 18-16,49-43-12 15,0-4-15-15,12-7-5 16,11-8-1-16,6-15-2 16,3-8 2-16,0-12-2 15,-1-5 8-15,-2 0-8 16,-6-13 3-16,-4-9 1 15,-10-8 1-15,-5-3 1 16,-4-7-5-16,-10-2 4 16,-23-5-5-16,-18 6-2 15,-5 3 2-15,-3 8 0 0,4 10 1 16,13 8 4-16,14 6-5 16,14 2-4-16,12 3-1 15,2-1 0-15,4-4-61 16,21-4 3-16,13-11 36 15,11-7-29-15,3-7 7 16,-9 4 32-16,-12 6 17 16,-17 3 0-16,-8 7 9 15,-6 5 15-15,0 1 71 16,0 5 11-16,-6 4-30 0,2 0-11 16,-3 0-39-1,-3 22-26-15,-4 18 6 0,1 20 6 16,-2 11-8-16,3 8 12 15,1 2-11-15,2-3 3 16,3-5-5-16,0-4-2 16,5-7-2-16,1-7 0 15,0-8-46-15,0-10-84 16,0-12-119-16,10-14-261 16</inkml:trace>
  <inkml:trace contextRef="#ctx0" brushRef="#br0" timeOffset="91569.48">5849 7686 1303 0,'0'0'105'15,"0"0"-87"-15,0 0 0 16,0 0 53-16,0 0-20 16,0 0-43-16,-73 81 4 15,66-4 4-15,2 15 5 16,3 7-4-16,1 2-8 16,1-3-8-16,0-8 0 0,0-7 0 15,0-14-1-15,15-9-11 16,7-13-136-16,6-13-38 15,5-14-231-15</inkml:trace>
  <inkml:trace contextRef="#ctx0" brushRef="#br0" timeOffset="92219.74">6264 8057 994 0,'0'0'145'16,"0"0"-117"-16,0 0 43 16,-8-84 20-16,19 66-22 15,12 2-33-15,8 7-24 16,4 6-11-16,0 3-1 0,-1 0 0 16,-8 18 0-16,-7 8 0 15,-9 5-6-15,-10 4 6 16,0 3 0-16,-9-1 1 15,-16-2 2-15,-3-4 1 16,-2-8 4-16,3-7-3 16,5-8-1-16,11-5 1 15,5-3 5-15,5 0 6 16,1-2-3-16,0-11-13 16,15-2-7-16,10-1 6 15,7 7-5-15,4 3 3 16,3 6-1-16,0 0 0 15,-6 15-1-15,-5 7 3 16,-6 5 0-16,-7 3 1 16,-5 0 0-16,-8 1 1 0,-2-6 1 15,0-1 8-15,-19-8 32 16,-4-1 23-16,-9-1-9 16,-4-1-16-16,-4-4-27 15,-1-1-2-15,8-2-6 16,3-2-3-16,6 3-2 15,10-4-23-15,5-3-63 16,9 0-102-16,0-5-64 16,16-18-390-16</inkml:trace>
  <inkml:trace contextRef="#ctx0" brushRef="#br0" timeOffset="92735.32">6595 7664 1103 0,'0'0'103'16,"0"0"-82"-16,0 0-19 16,0 0-1-16,0 0 4 15,0 0-1-15,0 46 16 16,0-12 8-16,-11 1-21 15,1-6-2-15,-2-1 0 16,2-9-4-16,3-8 1 0,4-4 7 16,3-6 11-16,0-1-10 15,0 0-10-15,0 3 2 16,10-3-1-16,15 0-1 16,6 0 8-16,1 0-6 15,0 0-1-15,-6 0-2 16,-3 0 2-16,-8-3 1 15,-4-1-2-15,-2-2 4 16,-6-3-3-16,-2-4 1 16,-1 0 3-16,0-2-2 15,0 0 1-15,0 2-2 16,-6 1 5-16,1 4-3 16,3 6 41-16,1 2-6 15,1 0-30-15,-2 0-9 0,2 6-6 16,0 17 1-16,0 15 2 15,0 8 3-15,0 5 0 16,0 1 0-16,0-1 0 16,0-6-111-16,6-6-49 15,1-10-232-15</inkml:trace>
  <inkml:trace contextRef="#ctx0" brushRef="#br0" timeOffset="93003.06">6866 7635 1002 0,'0'0'69'0,"0"0"-67"15,0 0-1-15,85 44 48 16,-48 9 30-16,-2 14-14 15,-7 11-3-15,-9 9 16 16,-12 0-35-16,-7 1-18 16,-14 4-12-16,-31 6-12 15,-25 7-1-15,-25 8-135 0,-32 7-392 16</inkml:trace>
  <inkml:trace contextRef="#ctx0" brushRef="#br1" timeOffset="103500.53">894 9470 1086 0,'0'0'95'15,"0"0"-91"-15,0 0-2 16,0 0 0-16,0 0 52 16,0-81 2-16,2 61-26 15,2 1 16-15,0 1-13 0,-1 2-14 16,-1 0 13-16,-1 6-7 15,-1-1 0-15,3 6 10 16,-3 4-15-16,0 1-10 16,0 0-10-16,0 0-1 15,0 0-3-15,0 15-10 16,0 20 10-16,3 16 4 16,2 13 7-16,2 3-2 15,0-1-5-15,2-5 0 16,-1-11 0-16,-2-11 1 15,-3-10 3-15,-3-7-4 0,0-8-7 16,0-5 7 0,-3-2 5-16,-11 0-2 0,-2-4 7 15,-3-3 4-15,1 0-5 16,3 0-4-16,3-3 1 16,5-5-2-16,4 2 2 15,1 2-3-15,2 1-6 16,0 1 2-16,0 1-6 15,2-2 7-15,13 3-11 16,10-2 7-16,5 2-2 16,5 0-19-16,3 0-51 15,3 0-51-15,-1 0-71 16,0 0-181-16,-6 0-209 16</inkml:trace>
  <inkml:trace contextRef="#ctx0" brushRef="#br1" timeOffset="103659.59">1260 9697 1316 0,'0'0'0'0,"0"0"-20"15,0 0 20-15,0 0 10 16,2 78-6-16,5-43 1 16,-1 5-5-16,3 0-41 15,2-8-173-15,-1-5-156 16</inkml:trace>
  <inkml:trace contextRef="#ctx0" brushRef="#br1" timeOffset="104050.2">1429 9458 1375 0,'0'0'43'0,"0"0"-37"16,0 0-5-16,0 0 18 16,0 0-4-16,93-44-5 15,-59 49 4-15,-2 14-5 16,-5 8-9-16,-13 3 0 16,-8 5-4-16,-6 6 4 15,-10 5 0-15,-17-1 9 0,-5-3-9 16,2-8 8-16,6-16-8 15,10-9 6-15,9-8 3 16,5-1 6-16,0-5 4 16,0-17-19-16,13-3-8 15,10 2 4-15,8 4 4 16,0 8 0-16,1 7-8 16,2 4-12-16,-3 0-30 15,3 2-49-15,-1 9-53 16,2-2-162-16,-2-3-211 15</inkml:trace>
  <inkml:trace contextRef="#ctx0" brushRef="#br1" timeOffset="104220.79">1936 9628 1207 0,'0'0'153'0,"0"0"-149"15,0 0-3-15,0 0 0 16,0 0 0-16,0 0 10 15,-12 87-10-15,24-52-1 16,-2-3-31-16,3-1-105 16,0-5-176-16,4-12-153 15</inkml:trace>
  <inkml:trace contextRef="#ctx0" brushRef="#br1" timeOffset="104667.03">2133 9444 1107 0,'0'0'215'0,"0"0"-208"15,0 0-3-15,17-84-2 16,6 72 9-16,-1 6-11 16,0 6 0-16,-4 0 0 15,-3 8-16-15,-7 11 2 16,-3 6 11-16,-5 3 2 15,0 2 1-15,-6 2 30 16,-8-4-7-16,1-2-13 0,3-10-9 16,5-5 4-1,3-8-5-15,2-3-3 0,0 0-3 16,8 0-26-16,16 0 24 16,4-5 8-16,4 2 1 15,-2 2-1-15,0 1 0 16,-5 0 0-16,-6 8-4 15,-6 5 4-15,-8 1 14 16,-5-1 24-16,0 1 6 16,-2 2 26-16,-17 1-4 15,-8 1-16-15,-2-2-30 16,3-1-15-16,4-4-5 16,7-2-40-16,8-8-116 0,6-1-121 15,1-3-297 1</inkml:trace>
  <inkml:trace contextRef="#ctx0" brushRef="#br1" timeOffset="104820.74">2666 9570 1044 0,'0'0'228'0,"0"0"-215"16,0 0 9-16,-17 106 65 15,6-71-24-15,1-2-46 16,5-2-17-16,5 0-9 15,0-8-129-15,0-10-227 0,10-13-372 16</inkml:trace>
  <inkml:trace contextRef="#ctx0" brushRef="#br1" timeOffset="105250.23">2800 9403 1203 0,'0'0'107'15,"0"0"-99"-15,0 0 24 16,0 0 79-16,0 0-63 16,0 0-48-16,-15-14-17 15,13 34 6-15,-1 7 11 16,-1 2 0-16,1-2 3 0,2-5-3 16,1-2 1-1,0-4 0-15,8-1-1 0,10-1-2 16,8-5-4-1,3-9-3-15,7 0-39 0,-1 0 12 16,-5-17 23-16,-5 0 13 16,-8-2 3-16,-5 0 3 15,-8 0 2-15,-4 1 4 16,0 3 14-16,0 5 24 16,0 3-13-16,-3 3-4 15,-1 4 22-15,3 0-21 16,1 0-23-16,0 0-11 0,-2 21-20 15,1 12 20 1,-3 11-1-16,3 3 0 0,-1 4-14 16,2-5-100-1,0-5-85-15,0-8-193 0,10-14-485 16</inkml:trace>
  <inkml:trace contextRef="#ctx0" brushRef="#br1" timeOffset="105404.86">3255 9622 1411 0,'0'0'52'15,"0"0"-52"-15,0 0 0 16,-12 97 7-16,12-69-7 16,0-3-5-16,2-6-116 15,13-12-116-15,2-7-301 16</inkml:trace>
  <inkml:trace contextRef="#ctx0" brushRef="#br1" timeOffset="105766.5">3430 9341 1182 0,'0'0'172'0,"0"0"-169"16,0 0 7-16,0 0 41 15,0 0 0-15,0 0-38 0,-32 25-5 16,32-8-6 0,0 0 4-16,0-3-3 0,6 0-3 15,7-4 3-15,3-1-1 16,6 1 1-16,4-3-1 16,2 1 1-16,2-2 3 15,0-2 6-15,-4 2 0 16,-2-1 13-16,-6 1-14 15,-9-2-1-15,-4 3 0 16,-5 0-5-16,0 3 9 16,-14 7 5-16,-17 6-11 15,-13 2-8-15,-9-2-14 16,-2-9-109-16,1-14-182 16,2-4-507-16</inkml:trace>
  <inkml:trace contextRef="#ctx0" brushRef="#br1" timeOffset="105904.73">3537 9312 1334 0,'0'0'112'15,"0"0"-112"-15,0 0-29 16,0 0 25-16,96-5-6 16,-63 14-93-16,-1-1-178 15,-2-1-309-15</inkml:trace>
  <inkml:trace contextRef="#ctx0" brushRef="#br1" timeOffset="106082.6">3979 9390 916 0,'0'0'542'0,"0"0"-541"16,0 0-1-16,-35 115 5 15,23-75 24-15,5-2-22 16,7-5-7-16,0-8-26 15,0-10-98-15,13-12-117 16,4-3-305-16</inkml:trace>
  <inkml:trace contextRef="#ctx0" brushRef="#br1" timeOffset="106404.97">4206 9185 1284 0,'0'0'236'16,"0"0"-236"-16,0 0 0 16,-87 57 28-16,72-5 27 15,8 13-18-15,7 4-24 16,0-5 0-16,17-14-8 16,8-12-5-16,5-14 0 15,4-15-3-15,-3-9 1 16,3-3 2-16,-7-19 1 15,-8-4 19-15,-9 0-13 0,-10 2 1 16,0 4 17 0,-1 1 0-16,-18 9-11 0,0 2-14 15,-3 7-7-15,4 1 2 16,-3 6-23-16,4 15-69 16,8 3-38-16,5-2-165 15,4-8-222-15</inkml:trace>
  <inkml:trace contextRef="#ctx0" brushRef="#br1" timeOffset="106575.39">4473 9465 1018 0,'0'0'328'16,"0"0"-322"-16,0 0 3 15,0 85 39-15,0-56 6 0,0-1-31 16,7-3-23-16,3-7-6 15,1-6-135-15,0-10-180 16,-1-2-502-16</inkml:trace>
  <inkml:trace contextRef="#ctx0" brushRef="#br1" timeOffset="106882.67">4611 9204 1303 0,'0'0'75'0,"0"0"-75"0,0 0-5 16,0 0 5-16,86 15 7 15,-52-15 6-15,-2 0-13 16,-8-3 9-16,-5-3-3 16,-6 3-3-16,-6 1-1 15,-4 2-1-15,1 0 31 16,1 12-18-16,3 16 15 15,1 9 11-15,1 6-6 16,-4 6-3-16,-2 0-6 16,-1 3-22-16,-3 0-3 15,0 0-28-15,0-9-117 16,0-7-131-16,0-15-397 16</inkml:trace>
  <inkml:trace contextRef="#ctx0" brushRef="#br1" timeOffset="107050.56">5097 9458 1356 0,'0'0'105'16,"0"0"-102"-16,-2 93-3 16,2-50 2-16,0-3-2 15,0-5-18-15,7-9-129 16,3-9-120-16,-3-10-314 15</inkml:trace>
  <inkml:trace contextRef="#ctx0" brushRef="#br1" timeOffset="107535.23">5390 9333 1136 0,'0'0'152'15,"0"0"-106"-15,-4-97 22 16,-6 74 39-16,-3 6-15 16,-2 6-63-16,0 8-17 15,-2 3-3-15,-1 0-2 16,-5 10-6-16,-3 11-2 16,3 4 3-16,5 0-2 0,5-3 0 15,9 0-2-15,4-2 2 16,0 0 0-16,8-4-2 15,14-2 0-15,10 1 1 16,3-1 0-16,3-1 1 16,-1 4-2-16,-4 2 2 15,-4 5 0-15,-6 5 1 16,-8 2-2-16,-10 1 2 16,-5-2 0-16,0-3 18 15,-17-7 10-15,-4-6 11 16,-4-6-4-16,-5-5-9 15,-2-3-1-15,-3 0-7 16,3-15 1-16,2-14-10 0,7-6-9 16,11-6-2-1,12-2-1-15,0 5-8 0,26 4-9 16,3 9-27-16,4 6-29 16,1 5-65-16,-1 2-126 15,-1 3-224-15</inkml:trace>
  <inkml:trace contextRef="#ctx0" brushRef="#br1" timeOffset="107679.42">5574 9400 787 0,'0'0'545'0,"0"0"-530"16,0 0 0-16,0 110 55 16,-4-73-5-16,1-1-58 0,3-3-7 15,0-6-30-15,0-9-119 16,1-12-209-16,10-6-459 15</inkml:trace>
  <inkml:trace contextRef="#ctx0" brushRef="#br1" timeOffset="108149.57">5908 9168 1258 0,'0'0'119'0,"0"0"-74"0,0 0 18 16,-105-50 43 0,86 50-61-16,4 0-35 0,2 15-10 15,1 11 3-15,6 6-2 16,4 0-1-16,2-1-2 16,0-4 2-16,0-9 0 15,8-6-11-15,3-5-17 16,-2-5-11-16,1-2 13 15,2 0 8-15,-2-2 10 16,0-11 5-16,4-5-1 16,-3 1-5-16,3 2-4 15,-1 5-3-15,-2 2 15 16,5 8-3-16,2 0-5 16,2 12 9-16,3 20 6 15,1 9 40-15,-4 3 10 0,-6 3-16 16,-7-5 12-16,-7-4-11 15,0-6-4-15,-7-4-7 16,-15-9-10-16,-5-3-8 16,-1-3-6-16,-1-7-6 15,4-1-1-15,4-5-13 16,-1 0-54-16,5-20-93 16,5-10-198-16,9-5-460 15</inkml:trace>
  <inkml:trace contextRef="#ctx0" brushRef="#br1" timeOffset="108307.98">6082 9407 1164 0,'0'0'210'0,"0"0"-198"16,22 80 46-16,-19-42 2 16,-3-4-7-16,0-1-37 15,0-3-16-15,0-7-14 16,0-6-109-16,0-9-199 15,0-8-342-15</inkml:trace>
  <inkml:trace contextRef="#ctx0" brushRef="#br1" timeOffset="108501.77">6271 9174 1256 0,'0'0'224'0,"0"0"-224"0,0 0 0 16,3 109 13-16,2-59 1 16,2-2-1-16,0-6-13 15,1-4-14-15,2-9-105 16,-2-9-131-16,2-13-283 16</inkml:trace>
  <inkml:trace contextRef="#ctx0" brushRef="#br1" timeOffset="108783.06">6400 9332 384 0,'0'0'836'0,"0"0"-814"15,0 0-11-15,0 0 65 16,70 81 15-16,-37-62-29 16,6-10-52-16,-3-9 1 15,-2 0 7-15,-6-16 7 16,-3-12 6-16,-8-7-6 15,-8 0 23-15,-8-2-4 16,-1 2-13-16,-17 2-10 16,-11 4-18-16,-5 12-3 15,-4 10-2-15,0 7-6 16,0 18-26-16,5 14-66 0,10 6-60 16,12-5-154-16,10-7-291 15</inkml:trace>
  <inkml:trace contextRef="#ctx0" brushRef="#br1" timeOffset="108953.96">6805 9327 1440 0,'0'0'46'16,"0"0"-32"-16,0 87 32 15,0-49 3-15,0 2-23 16,-1-5-19-16,-1-2-7 15,1-5-29-15,-2-4-128 16,1-11-196-16,0-10-411 0</inkml:trace>
  <inkml:trace contextRef="#ctx0" brushRef="#br1" timeOffset="109162.35">6981 9056 1434 0,'0'0'39'0,"0"0"-34"15,14 92-5-15,-9-27 19 16,1 4-8-16,1-4-3 16,-2-5-5-16,2-10-3 0,-2-12-63 15,2-8-160-15,-3-14-238 16</inkml:trace>
  <inkml:trace contextRef="#ctx0" brushRef="#br1" timeOffset="109353.43">7116 9165 1207 0,'0'0'85'16,"0"0"-85"-16,0 0 0 15,21 107 28-15,-13-56-6 0,-1 0-22 16,-2-2-9-16,-4-5-62 16,-1-8-172-16,0-12-294 15</inkml:trace>
  <inkml:trace contextRef="#ctx0" brushRef="#br1" timeOffset="109554.13">7346 9468 1042 0,'0'0'140'0,"0"0"-112"16,-36 95-23-1,32-67 0-15,2-4-5 0,2-5-55 16,0-7-238-16,0-9-411 15</inkml:trace>
  <inkml:trace contextRef="#ctx0" brushRef="#br1" timeOffset="109765.55">7469 9216 1219 0,'0'0'8'0,"0"0"-8"0,0 0 0 16,38 108 9-1,-28-63 7-15,0-1-16 0,-6-6-43 16,-1-8-99-16,0-10-183 16,-3-9-394-16</inkml:trace>
  <inkml:trace contextRef="#ctx0" brushRef="#br1" timeOffset="110049.12">7652 9223 1044 0,'0'0'120'16,"0"0"-118"-16,0 0 10 16,95-10 72-16,-73 26-29 0,-9 2-36 15,-5 4-11-15,-8 0 3 16,0 1-7-16,-16 1 6 15,-11 1-9-15,-5 1 3 16,0-1 5-16,8-1-8 16,5-10 4-16,10-5-5 15,9-7 1-15,0-2 2 16,7 0-2-16,20-3-2 16,10-10-3-16,5-3-74 15,0 1-59-15,0 0-102 16,-1 3-221-16</inkml:trace>
  <inkml:trace contextRef="#ctx0" brushRef="#br1" timeOffset="110293.52">8120 9363 381 0,'0'0'194'0,"0"0"-159"16,0 0-11-16,97-21 123 16,-74 17-1-16,6-2-51 15,3-2-11-15,3 0 17 16,3 1-6-16,3 1-28 15,3 1-15-15,3-1 4 16,7 1-22-16,1 0-7 16,0 2-18-16,-10 2-9 15,-12-1 0-15,-11 2-1 16,-12 0-1-16,-6 0-23 16,-3 0-44-16,-1 0-28 0,0 0-44 15,0 0-97-15,0 0-134 16,0 0-171-16</inkml:trace>
  <inkml:trace contextRef="#ctx0" brushRef="#br1" timeOffset="110437.25">8869 9213 997 0,'0'0'296'16,"0"0"-218"-16,0 0-60 16,0 0 46-16,0 0 31 15,-14 98-33-15,-2-52-52 16,-4 3-10-16,-5-3-46 15,-2-6-247-15,-5-9-875 16</inkml:trace>
  <inkml:trace contextRef="#ctx0" brushRef="#br1" timeOffset="111698.71">9444 9225 1008 0,'0'0'112'15,"0"0"-98"-15,0 0-1 16,0 0 94-16,42-81-2 16,-34 52-44-16,-5-1-20 15,-1 0-9-15,-2 0-19 16,0 2-7-16,-16 0-5 15,-6 6 0-15,-5 1-2 16,-3 8-1-16,0 9-2 0,0 4 4 16,1 3 0-1,3 17 10-15,4 4-7 0,7 0-2 16,8 0-1-16,7-5 0 16,0-2 0-16,22-2 2 15,16-3 0-15,9 2 0 16,1 1-2-16,-3 2 1 15,-9 6-2-15,-13 3-1 16,-9 4 2-16,-13 4 0 16,-1 4 0-16,-16-1 2 15,-16-2 3-15,-5-8 7 16,-3-5 6-16,1-9 0 0,6-8-6 16,11-5-3-1,9 0-4-15,11-11 5 0,2-19-10 16,15-14-45-16,20-8-5 15,9-2 15-15,1 4-15 16,-3 10 13-16,-8 11 23 16,-6 9 14-16,-10 11 0 15,-5 8 1-15,-3 1 4 16,1 3 8-16,0 19 29 16,2 8-6-16,3 3-15 15,3-1-4-15,5-3-9 16,1-10 7-16,2-7-4 15,-2-9-2-15,-5-3-5 16,-2-3 15-16,-4-18-5 16,-6-6 9-16,-8-3 24 0,0-2-9 15,-13 1-18-15,-12 2-4 16,-5 7-9-16,-1 6-7 16,1 9-4-16,5 7 1 15,7 0-23-15,8 20-49 16,8 11-52-16,2 3-112 15,12-5-160-15,13-4-156 16</inkml:trace>
  <inkml:trace contextRef="#ctx0" brushRef="#br1" timeOffset="111847.57">9960 9233 1260 0,'0'0'190'0,"0"0"-180"0,-38 87-5 16,18-51 2-16,5-2 23 15,7-2-25-15,4-5-5 16,4-3-9-16,0-4-145 16,9-12-197-16,11-6-337 15</inkml:trace>
  <inkml:trace contextRef="#ctx0" brushRef="#br1" timeOffset="112416.86">10226 9155 1062 0,'0'0'106'0,"0"-86"-84"0,0 48-7 15,0 0 78-15,-8 9 10 16,-5 6-28-16,-1 10-45 16,-3 6 1-16,1 6-7 15,-4 1-9-15,-2 6-6 16,2 15-1-16,1 5 4 15,9 2-10-15,10-3 4 16,0 0-5-16,12-4 0 16,17-2 4-16,4-1-5 15,6 0 6-15,3 0-4 16,-3 0 0-16,-1 2-2 0,-7 1 0 16,-7 4-1-1,-13-4 1-15,-9 2-1 0,-2-2 1 16,-13-3 15-16,-18-5 9 15,-4-2 3-15,-2-5-7 16,1-6-11-16,7 0-3 16,11-9-4-16,10-19-2 15,8-11-17-15,4-10-39 16,25-5-17-16,10 0-2 16,4 5 10-16,2 7 13 15,0 6 27-15,-3 10 23 16,-7 2 2-16,-10 5 3 15,-7 5 49-15,-8 3 19 16,-6 5-8-16,-2 3-12 16,-2 2-2-16,0 1-17 0,1 2-32 15,-1 29 7-15,0 16-7 16,0 20 23-16,0 12-22 16,-13 8-1-16,-5 4-7 15,-4 5-92-15,-8-4-216 16,-11 0-622-16</inkml:trace>
  <inkml:trace contextRef="#ctx0" brushRef="#br1" timeOffset="181134.69">1826 10361 836 0,'0'0'210'0,"0"0"-195"15,0 0 8-15,0 0-19 0,0 0 4 16,0 0 2-16,0 118 39 15,0-59-9-15,1 1-24 16,-1-3 4-16,0-6-10 16,0-3-1-16,-4-4 18 15,-7-5-9-15,-1-6-8 16,4-9-4-16,0-8-6 16,4-8 1-16,2-6 1 15,2-2-1-15,0 0-1 16,0-24-9-16,0-15-82 15,0-12 56-15,2-6 35 16,2-5 2-16,-3 0 7 0,1 0-3 16,-2 3 2-1,5 7 13-15,0 9 28 0,0 8 1 16,2 12-13-16,-4 12 4 16,-2 5-3-16,2 6-13 15,-3 0-25-15,4 0-3 16,8 24-13-16,10 16 16 15,9 11 13-15,4 6 5 16,1 2-9-16,-3-3-8 16,-2-1-1-16,-4-2 1 15,-1 1-2-15,-7-1 0 16,-5-2-194-16,-7-7-46 16,-7-13-281-16</inkml:trace>
  <inkml:trace contextRef="#ctx0" brushRef="#br1" timeOffset="181553.1">1777 10757 1328 0,'0'0'76'0,"0"0"-76"16,0 0-31-16,0 0 30 15,0 0 1-15,117-28 11 16,-52 12-7-16,0-1 1 15,-4-3-5-15,-9 1-13 16,-13-4-48-16,-7 2 11 16,-10-2 40-16,-11 1 10 0,-7-1-8 15,-4-1 6-15,0-1 2 16,-10 1 14-16,-2 0 23 16,1 8-8-16,4 9-10 15,1 4 24-15,5 3-9 16,-1 0-18-16,2 0-16 15,0 17-21-15,0 16 21 16,0 10 2-16,6 7 4 16,7 4 1-16,0-3-4 15,4-4-2-15,-1-5-1 0,0-4 1 16,-3-8 0-16,0-6-2 16,-1-5-4-1,-2-8-90-15,2-5-64 0,-1-6-72 16,3-9-152-1,0-20-130-15</inkml:trace>
  <inkml:trace contextRef="#ctx0" brushRef="#br1" timeOffset="181755.02">2372 10432 836 0,'0'0'280'0,"0"0"-210"15,0 0-29-15,0 0-11 16,0 0-17-16,0 0 9 0,-12 100 37 15,26-43-11 1,-1 0-41-16,3 0 0 0,1-3-5 16,2-4-1-1,3-6-1-15,1-8-47 0,6-9-88 16,0-17-200-16,-2-10-144 16</inkml:trace>
  <inkml:trace contextRef="#ctx0" brushRef="#br1" timeOffset="182115.02">2925 10325 1219 0,'0'0'109'0,"0"0"-101"15,0 0 38-15,0 0-23 16,0 0-19-16,0 0-4 15,-17 129 3-15,26-64 8 0,-1 1-3 16,1-5-7 0,1 2-1-16,-1-2-7 0,0-3-149 15,-2-9-160-15,-6-12-211 16</inkml:trace>
  <inkml:trace contextRef="#ctx0" brushRef="#br1" timeOffset="182769.75">2949 10757 1051 0,'0'0'85'0,"0"0"-83"15,0 0-2-15,42-103 18 16,-14 68 8-16,-1 1-21 16,-6 1 0-16,-8 2 8 0,-6 1 7 15,-7 2-13-15,0-3 0 16,0 6 9-16,-7 6 38 15,0 9 16-15,1 6-14 16,3 4-21-16,2 1-35 16,1 28-24-16,0 16 24 15,0 14 0-15,11 5 11 16,4-2-8-16,1-8 1 16,-2-5-3-16,1-13 0 15,-1-9-1-15,-4-9 0 16,-5-9 4-16,-2-7-2 15,-1-2 0-15,-2 0 0 16,3 0 13-16,-1-18-1 16,1-13 17-16,2-12-27 15,2-7-4-15,3 5 0 0,1 9 0 16,3 10-5-16,-1 11 1 16,1 12-2-16,1 3-4 15,3 15-6-15,6 21 2 16,1 8 14-16,0 5 6 15,-2-6 0-15,1-9-4 16,1-7-2-16,0-13 0 16,0-9 3-16,0-5-3 15,-5 0 9-15,0-13 1 16,-5-13-1-16,-2-10 0 0,-3-5-3 16,-4-4-5-16,-6-1 6 15,0 0-7-15,-12 4 5 16,-7 7-2-16,4 11 0 15,3 14 3-15,6 10-5 16,2 0-1-16,4 25-11 16,0 17-3-16,0 5 14 15,0 0 0-15,10-6 0 16,14-8-4-16,4-11-7 16,9-7-146-16,1-15-213 15</inkml:trace>
  <inkml:trace contextRef="#ctx0" brushRef="#br1" timeOffset="183832.9">4039 10481 442 0,'0'0'620'0,"0"0"-571"15,0 0-40-15,0 0 31 16,0 0-7-16,0 0-33 16,0-29-3-16,23 52 3 15,4 8 1-15,1 8 13 16,-4 5 1-16,-4-3-14 0,-5-3 7 16,-5-3 0-1,-5-6 0-15,-5-7-3 0,0-6 9 16,0-6 14-16,0-7 2 15,0-3-5-15,0 0 24 16,0-12 8-16,-8-13-19 16,-6-15-33-16,1-3-10 15,6-5 4-15,4 2-1 16,3 5-1-16,0 11-1 16,10 7 0-16,6 11-2 15,5 10 4-15,3 2-14 16,4 17 3-16,0 15 5 15,0 3 7-15,-5 6 1 16,-4-2 1-16,-6-1 4 16,-4-8 0-16,-4-4 2 0,-5-8-7 15,0-9 1-15,0-2 5 16,0-7 2-16,0 0-1 16,0 0 3-16,0-24 3 15,0-11-13-15,0-9 0 16,0-3-3-16,0 6 4 15,0 7-1-15,0 14 0 16,0 8-2-16,5 7-1 16,2 5-2-16,4 0-10 15,6 12 5-15,3 13 10 16,2 3 4-16,-2 5 1 16,0-3-4-16,-4 1 0 0,-2-8 0 15,-2-2 0-15,-2-6-1 16,0-5-102-16,-2-9-42 15,6-1-129-15,-1-14-60 16,0-19-65-16</inkml:trace>
  <inkml:trace contextRef="#ctx0" brushRef="#br1" timeOffset="184367.61">4629 10416 791 0,'0'0'238'15,"0"0"-236"-15,0 0 35 16,0 0 81-16,0 116-46 15,0-76-44-15,12-3-8 16,1-7 1-16,2-6-16 0,2-12-4 16,1-6-1-16,0-6-4 15,2 0 2-15,-1-9 0 16,1-13-31-16,-3-6-1 16,-5-5 4-16,-6-6 30 15,-6 0 0-15,0 4 1 16,0 11 3-16,0 11 10 15,0 8 49-15,-3 5-12 16,3 0-51-16,0 22-8 16,0 10 8-16,3 8 18 15,9 1-7-15,5-4-6 16,1-8-2-16,2-5-3 0,4-11 0 16,-2-6-6-1,2-7 6-15,3 0-41 0,-2-13-13 16,2-11-33-16,-4-9 21 15,-6-7 25-15,-7-4 41 16,-8-5 1-16,-2-3 8 16,0 0 3-16,-15 7 24 15,1 12 11-15,2 12 43 16,6 15-5-16,2 6-5 16,4 2-50-16,0 28-30 15,0 16 0-15,6 14 49 16,7 7-23-16,2-7-18 15,3-7-7-15,4-5 1 16,4-11-2-16,-2-5-2 16,1-8-4-16,-2-4-78 0,-2-7-108 15,-7-6-187-15,-7-7-410 16</inkml:trace>
  <inkml:trace contextRef="#ctx0" brushRef="#br1" timeOffset="184735.59">5095 10528 370 0,'0'0'152'16,"0"0"-116"-16,0 0 71 15,0 0 34-15,0 0-10 16,0 0-52-16,-13 0-30 16,13 0-19-16,-1 0 6 15,-1 0-19-15,0-2-12 16,0-1 0-16,2-1-5 15,0 4-2-15,0-2-7 16,0 0-29-16,0 2 8 0,0 0-18 16,0 0-34-1,0 0-72-15,0 0-182 0</inkml:trace>
  <inkml:trace contextRef="#ctx0" brushRef="#br1" timeOffset="185049.92">5204 10317 1028 0,'0'0'136'0,"0"0"-134"15,0 0 16-15,0 0 0 16,-10 77 28-16,10-21 12 16,5 6-32-16,8-2-9 15,5-6 13-15,-4-1-13 16,1-10-16-16,1-6 3 16,-3-6-4-16,-2-10-2 15,-1-5-62-15,-4-12-101 16,-6-4-204-16,0-4-24 15</inkml:trace>
  <inkml:trace contextRef="#ctx0" brushRef="#br1" timeOffset="185416.78">5152 10541 817 0,'0'0'222'16,"0"0"-222"-16,0 0-4 15,0 0 0-15,0 0 8 16,126 4 19-16,-76-17-7 15,-3-8-7-15,-13 1-2 16,-10 2-7-16,-12 1 7 16,-9 2-1-16,-3-1 11 15,0 0 5-15,-8 1 7 16,-9-1-10-16,2 1 12 16,3 6 10-16,6 5 9 0,4 4-1 15,2 0-24-15,0 12-25 16,0 24 0-16,5 14 24 15,10 12 40-15,2 8-31 16,3 2 5-16,-2 0-2 16,-1 1-4-16,-2-4-11 15,-4-4-18-15,-4 2-2 16,-4-3-1-16,-3-10-2 16,0-8-85-16,0-13-106 15,0-16-102-15,-4-17-176 16</inkml:trace>
  <inkml:trace contextRef="#ctx0" brushRef="#br1" timeOffset="185627.09">5440 10559 907 0,'0'0'157'0,"0"0"-79"16,0 0-26-16,0 0 23 15,88-65-6-15,-59 88-34 16,0 8 2-16,-8 7-3 15,-6 4-15-15,-8 2-6 16,-7 0-9-16,0-6 0 16,0-2-1-16,0-13-3 15,0-8-121-15,-2-14-68 16,2-1-159-16,0-31-7 0</inkml:trace>
  <inkml:trace contextRef="#ctx0" brushRef="#br1" timeOffset="186351.92">5627 10388 891 0,'0'0'237'0,"0"0"-237"16,0 0 10-16,0 0 10 15,0 0 84-15,-3 114-64 16,9-71-10-16,5 2 7 16,0-2-8-16,2-12-18 15,3-7-11-15,0-12 5 16,4-6-5-16,4-6 1 15,1-10 5-15,0-14-6 0,-2-6-8 16,-4-3 5 0,-6-7-3-16,-6-3-12 0,-5 1-2 15,-2 4-5-15,0 13 25 16,0 11 5-16,-2 11 2 16,2 3-7-16,0 20-12 15,0 17 12-15,10 10 16 16,8-2-2-16,8-6-4 15,1-9-7-15,2-8 2 16,-4-7-5-16,-2-7 0 16,-6-8 1-16,0 0-1 15,-2-8-11-15,2-18-26 16,-2-6-1-16,-2-6-16 16,0 3 21-16,1 1-16 0,1 9 9 15,2 12 17-15,-1 9 17 16,3 4 5-16,1 11 0 15,2 14 1-15,0 4 24 16,-2-1 21-16,-4-4-1 16,-4-4-3-16,-5-8-6 15,-7-4-14-15,0-7 12 16,-2 1 36-16,-18-2 46 16,-5 0-55-16,-5-15-27 15,1-14 12-15,4-11-17 16,5-9-25-16,9-11-3 15,9-3 0-15,2 1-3 16,22 11-5-16,11 11 5 16,9 10 3-16,1 11-1 15,2 13 1-15,0 6-4 0,0 9 4 16,-3 25 3-16,-6 13 4 16,-7 14 14-16,-9 8 11 15,-8 4-5-15,-3 1-5 16,-9-4-10-16,0-3-6 15,0-6-6-15,0-8 0 16,-7-9-1-16,4-10-58 16,3-10-104-16,0-8-216 15,0-13-483-15</inkml:trace>
  <inkml:trace contextRef="#ctx0" brushRef="#br1" timeOffset="186865.8">6918 10496 178 0,'0'0'1228'16,"-32"-81"-1188"-16,25 35-30 15,7-3 51-15,0-2 23 16,22 5-31-16,8 10-35 15,7 11-13-15,-2 10 4 0,-1 9-9 16,-8 6 0 0,-6 2-5-16,-3 17 1 0,-8 10-2 15,-9 5 5-15,0 8 2 16,-9 5 0-16,-11-3 7 16,0-8-5-16,5-9-3 15,8-12 2-15,6-10-2 16,1-1-1-16,0-4-16 15,7 0-24-15,12 1 37 16,8 1 3-16,3-1-1 16,-3 4-4-16,-4 4 4 15,-6 0 0-15,-8 3 2 16,-9 3 5-16,0-2 31 16,-7 3 19-16,-17 1 18 0,-6-2-27 15,-3 1-8-15,1-7-10 16,2-4-15-16,2 1-2 15,6-5-8-15,7 0-3 16,6-1-2-16,6 0-8 16,3 0-61-16,0 0-31 15,0 0-183-15,10 0-273 16</inkml:trace>
  <inkml:trace contextRef="#ctx0" brushRef="#br1" timeOffset="187399.52">7147 10013 201 0,'0'0'983'0,"-100"-45"-946"15,43 28-23-15,4 3 41 16,-1 1 73-16,5 7-54 16,7 6-14-16,2 4-17 15,3 21-13-15,1 14-11 16,3 11-9-16,4 14 12 0,7 16 3 16,11 13 1-1,11 9-1-15,0 8-9 0,11-3-7 16,17-6-2-16,8-14-3 15,10-14-1-15,15-16-1 16,9-17-1-16,12-15-2 16,6-16 4-16,5-9-2 15,0-17-1-15,-3-19-32 16,-3-17-22-16,-12-9 11 16,-12-8 28-16,-18-3 15 15,-15-4 2-15,-16-2 4 16,-14-6 22-16,-3-6-9 15,-35-7 2-15,-22-5-11 16,-19-6-3-16,-11 8 1 16,-4 17-7-16,6 26 1 0,4 31-2 15,2 27-3-15,-5 37-4 16,-5 41-55-16,-10 22-209 16,-10 20-660-16</inkml:trace>
  <inkml:trace contextRef="#ctx0" brushRef="#br1" timeOffset="189916.68">2106 9204 739 0,'0'0'120'0,"0"0"-87"16,0 0 2-16,0 0 84 16,0 0 3-16,0 0-53 15,0 0-3-15,-28-24-29 16,28 24-20-16,0 2-17 16,7 26-11-16,21 22 6 15,17 21 5-15,10 8 13 16,9 5 20-16,0-4-22 15,-2-6-2-15,-4-11-5 0,-10-12 3 16,-9-7 0 0,-9-10-7-16,-7-4 7 0,-8-6-2 15,-5-3-1-15,-5-3-1 16,-3-2-3-16,-2-6-4 16,0-3-96-16,-5-7-140 15,-16-24-239-15</inkml:trace>
  <inkml:trace contextRef="#ctx0" brushRef="#br1" timeOffset="190232.35">2409 9122 1083 0,'0'0'173'0,"0"0"-139"0,0 0-18 16,0 0 27-16,0 0 27 16,0 0-44-16,-40 10-25 15,21 34 2-15,-7 18 3 16,-6 11 24-16,0 1-1 16,2-4-20-16,3-4 8 15,2-1 3-15,3-5-12 16,3-4-3-16,5-7-5 15,2-5 0-15,7-8 0 16,5-7-4-16,0-10-40 0,0-13-160 16,14-6-127-16,0-30-154 15</inkml:trace>
  <inkml:trace contextRef="#ctx0" brushRef="#br1" timeOffset="193047.67">4104 9081 131 0,'0'0'289'0,"0"0"-239"16,0 0-12-16,0 0 43 16,0 0 79-16,0 0-8 15,0 0-69-15,-8-62 15 16,6 62 1-16,1 0-42 16,-1 0-18-16,2 0-27 15,0 0-12-15,0 25-5 0,16 19 5 16,11 19 6-1,7 11 8-15,4 4-14 0,1-3 16 16,1-2-9-16,-1-5-4 16,-1-4 8-16,-7-8-4 15,-3-8-4-15,-9-9-3 16,-3-6 1-16,-7-6-1 16,-4-4 1-16,-3-9-1 15,-2-4-32-15,0-10-160 16,0-10-30-16,-16-24-227 15</inkml:trace>
  <inkml:trace contextRef="#ctx0" brushRef="#br1" timeOffset="193381.93">4331 8950 1034 0,'0'0'128'0,"0"0"-104"16,0 0-22-16,0 0 4 15,0 0 5-15,0 0 0 16,-41 90 70-16,29-28-41 16,2 7-9-16,0 5-4 15,0 1 2-15,-2 3-5 16,-1-3 23-16,-3-1-35 0,0-4-2 15,1-8-7 1,3-10-3-16,4-11 0 0,4-9-1 16,4-5-4-16,0-3-53 15,0-7-194-15,9-10-165 16,-1-7-121-16</inkml:trace>
  <inkml:trace contextRef="#ctx0" brushRef="#br1" timeOffset="194499.21">5701 9035 536 0,'0'0'171'0,"0"0"-42"0,0 0-34 16,0 0-4-16,0 0 10 15,0 0-20-15,-36-71-27 16,36 71-12-16,4 0-37 16,16 3-5-16,11 25 6 15,13 13 21-15,3 16 3 16,5 7-1-16,-2 4-22 16,0-3 0-16,-3-4 1 15,-5-5-8-15,-9-8 0 0,-6-6-1 16,-7-5-1-1,-7-9 0-15,-4-6-1 0,-4-7 0 16,-2-4-6 0,-1-6-94-16,-2-5-12 0,0 0-48 15,0-21-39-15,-15-16-529 16</inkml:trace>
  <inkml:trace contextRef="#ctx0" brushRef="#br1" timeOffset="194780.88">6018 8828 463 0,'0'0'726'0,"0"0"-684"0,0 0-33 15,0 0 21-15,0 0 15 16,0 0-29-16,-63 47-15 15,36 28 51-15,0 15 4 16,-1 8-41-16,1 0-8 16,2-7-5-16,2-11-1 15,3-11-1-15,4-10-1 16,3-8-2-16,2-5 0 16,0-9-123-16,1-12-252 15,-1-17-309-15</inkml:trace>
  <inkml:trace contextRef="#ctx0" brushRef="#br1" timeOffset="195618.76">7398 9098 900 0,'0'0'91'0,"0"0"-64"15,0 0 9-15,0 0-18 16,0 0-8-16,0 0 62 16,110 104 48-16,-35-30-54 15,5 6-46-15,-1-2-9 16,-7-6-7-16,-12-7 3 15,-9-7-6-15,-13-8 1 0,-10-10-3 16,-8-8 1-16,-10-9-1 16,-6-8-29-16,-4-11-142 15,0-4-43-15,-14-13-113 16</inkml:trace>
  <inkml:trace contextRef="#ctx0" brushRef="#br1" timeOffset="195864.62">7831 8920 1207 0,'0'0'73'0,"0"0"-46"16,0 0-16-16,0 0-11 16,-107 112 12-16,76-31 67 15,1 8-19-15,2 1-35 16,3-4-16-16,3-9-5 15,7-11-4-15,5-8-2 16,7-15 2-16,3-8-9 16,0-11-172-16,12-15-148 15,2-9-209-15</inkml:trace>
  <inkml:trace contextRef="#ctx0" brushRef="#br1" timeOffset="198854.29">6453 8643 843 0,'0'0'186'0,"0"0"-127"16,0 0-33-16,0 0 44 16,0 0 34-16,0 0-8 15,-15-29-22-15,15 29-26 16,0 0-24-16,0-1 2 0,10 1-17 15,17-2 2 1,13-3 29-16,13-5-1 0,6-1-12 16,1-2-8-16,-7 3-15 15,-9 2 2-15,-16 2-3 16,-11 5-2-16,-10 1-1 16,-7 0-4-16,0 0 2 15,0 0-3-15,-12 1 2 16,-21 13 2-16,-14 3-27 15,-15 7-15-15,-3-4 28 16,-6 1 14-16,2-1 1 16,3-3 0-16,9-3 2 15,16-4-1-15,17-5 3 16,16-5-1-16,6 0 5 0,2 0-1 16,4 0-5-16,17-7-1 15,11-8 1-15,10-3 4 16,2 0-6-16,-3 3 0 15,-3 4-3-15,-7 8-6 16,-5-1-63-16,-6 4-96 16,-1 0-18-16,-9 0-162 15,-7 0-229-15</inkml:trace>
  <inkml:trace contextRef="#ctx0" brushRef="#br1" timeOffset="210894.6">7968 10271 764 0,'0'0'225'16,"0"0"-190"-16,0 0-24 0,0 0 45 15,0 0 22 1,0 0-31-16,0 0-47 0,0 0-2 16,2 1 2-16,8 34 14 15,-2 8 17-15,0 5-19 16,-1-5-1-16,-2-3 0 15,0-6-8-15,0-10-1 16,-2-8-1-16,-3-9 1 16,2-7-1-16,0 0-1 15,-1 0 10-15,2-9 15 16,3-16 13-16,1-4-28 16,0-5-10-16,4 1 0 15,2 5-4-15,1 9 1 16,-1 8 0-16,4 9-1 15,-1 2-5-15,3 6 3 0,4 10 6 16,-1 0 2 0,-2-1-2-16,-1-4 2 0,-5-6-2 15,-5-3 0-15,-5 0 4 16,-2-2-4-16,-2 0 22 16,2-17 56-16,-2-10-36 15,0-6-12-15,0-6 23 16,0 1-30-16,-5 2-17 15,-4 4-1-15,5 12-5 16,1 6 1-16,3 9-2 16,0 2-16-16,1 3-60 15,19 0-72-15,8 0 30 0,6 0-42 16,1 0-76-16,0 0-73 16,-6 0 68-16</inkml:trace>
  <inkml:trace contextRef="#ctx0" brushRef="#br1" timeOffset="211055.38">8469 10162 427 0,'0'0'323'15,"0"0"-156"-15,0 0-3 16,0 0-36-16,0 0-57 16,0 0-53-16,-2 24-15 15,2 11 1-15,0 6 53 16,0-2-47-16,0-2-6 16,6-4-3-16,0-3 0 15,1-6-2-15,3-4-7 16,0-9-131-16,2-7-117 0,1-4-215 15</inkml:trace>
  <inkml:trace contextRef="#ctx0" brushRef="#br1" timeOffset="211280.19">8576 10027 1074 0,'0'0'206'16,"0"0"-174"-16,0 0-32 15,0 0 7-15,-6 80 2 16,7-30 19-16,9 3-7 16,4 1-2-16,-3-2-8 15,1-3-2-15,-4-2-8 16,-1-9 1-16,0-4-2 0,1-10-8 16,4-7-119-16,3-14-163 15,2-3-288-15</inkml:trace>
  <inkml:trace contextRef="#ctx0" brushRef="#br1" timeOffset="211893.99">8845 9996 472 0,'0'0'530'0,"0"0"-478"0,0 0-30 16,0 0 28-16,0 0 69 16,0 0-57-16,-15-28-47 15,15 28-4-15,0 3-4 16,0 24-3-16,0 15 0 15,0 11 59-15,0 2-13 16,3-5-38-16,8-5-3 16,3-9 6-16,-3-8-9 15,-3-6-4-15,-1-10-2 0,-4-3 3 16,-1-5-1-16,-2-4-2 16,0 0 1-16,0 0 7 15,0 0-1-15,0 0-3 16,0 0 2-16,0 0-3 15,0 0-1-15,0 0-2 16,0 0 0-16,0 0 0 16,0 0 0-16,0 0-2 15,0 0 1-15,0 0-2 16,0 4 2-16,2 1-1 16,-1 4 1-16,3 4 1 15,-3 0 0-15,3 4 0 16,-1-3 0-16,0 3 0 15,1-3 0-15,-2-2 0 0,1-5 0 16,0-4-1-16,1 0-8 16,3-3-7-16,4 0-36 15,4 0-43-15,10-10-20 16,4-9-57-16,2-3-127 16,-3 0-98-16</inkml:trace>
  <inkml:trace contextRef="#ctx0" brushRef="#br1" timeOffset="212610.84">9292 9989 1130 0,'0'0'113'0,"0"0"-111"16,0 0-2-16,0 0-10 15,0 0 10-15,8 89 9 16,6-45-2-16,-1-1-1 16,-5-3-3-16,-1-3-3 15,-7-7 7-15,0-6-6 16,0-10 9-16,0-4 23 15,0-5-12-15,-5-5-4 0,3 0-4 16,1 0 21-16,-1-7 22 16,2-14-56-16,0-7-8 15,12 1-14-15,11 3 16 16,6 6-3-16,4 7 9 16,0 9-9-16,-4 2 5 15,-6 5 0-15,-5 14-1 16,-9 4 5-16,-9 5-1 15,0 1 1-15,-5 1 10 16,-18-3-2-16,-4-1-2 0,0-8 0 16,6-7-1-1,7-7-3-15,9-4-1 0,5 0-2 16,0-9-44-16,25-18-97 16,12-6 8-16,10-5 66 15,1 0 28-15,-3 1-89 16,-7 4 91-16,-7 6 38 15,-11 9 21-15,-10 4 38 16,-7 10 45-16,-3 2 33 16,0 2 8-16,0 0-18 15,-6 0-41-15,-3 0-59 16,-2 9-10-16,1 12-2 16,1 9 7-16,4 8-2 15,5 4-1-15,0 1-2 16,8-2-16-16,14-6 3 15,5-6-4-15,5-8-1 16,4-8-4-16,3-6-101 0,4-7-82 16,2-2-113-16,-3-20-308 15</inkml:trace>
  <inkml:trace contextRef="#ctx0" brushRef="#br1" timeOffset="213680.03">10170 10143 1278 0,'0'0'117'0,"0"0"-117"0,0 0 3 16,0 0 6-16,0 0 14 15,-55 104 13-15,55-57-10 16,4-4-17-16,15-9-5 15,1-7-4-15,2-15-5 16,-4-4 5-16,-1-8 7 16,-4 0 3-16,-3-3-2 15,-1-14 6-15,-2-6-6 16,-3-4 6-16,-2-4 23 16,-2-5-18-16,0 0-16 15,-5 0-3-15,-10 5-1 16,0 7 1-16,2 11 0 15,1 8-2-15,7 5-5 0,1 0-2 16,3 0 7 0,1 0-8-16,0 8-17 0,0-2-44 15,5-3-42-15,10-3 15 16,7 0 98-16,0-6 9 16,-1-6-5-16,1 3-2 15,1 1 2-15,0 6 1 16,1 2 11-16,-3 0 10 15,0 17-1-15,-3 6 4 16,-3 6 0-16,-3 2-3 16,-7 4-7-16,0-5 1 15,-5-3-8-15,0-8 0 0,0-6-11 16,0-6 5-16,0-6-3 16,0-1-3-16,0 0 9 15,0-3 20-15,0-21 19 16,1-12-46-16,5-9 1 15,2 3-5-15,4 9 2 16,-1 11-2-16,1 8-2 16,0 9 4-16,-1 5-1 15,4 0-2-15,2 11-1 16,2 11 4-16,-1 5 5 16,-1-1-2-16,-3-1-2 15,0-5 0-15,-4-4 1 16,-5-6-2-16,0-6 0 15,-1-1 0-15,-3-3 2 16,1 0 0-16,1-7 3 0,5-20-4 16,4-9-1-16,0-5-2 15,-1 0-4-15,-1 12 6 16,-3 10-1-16,0 10 2 16,-4 8 2-16,4 1-3 15,3 7 3-15,7 15-3 16,1 4 18-16,0 3-5 15,-1 0-6-15,-2-4-6 16,-3-3 0-16,-2-8-1 16,0-6-4-16,0-6 0 0,4-2-53 15,1-8-33 1,-2-14 19-16,-2-5 28 0,-5-1 30 16,-5-4 11-16,-1 5-5 15,0 8 1-15,0 8 6 16,0 8 20-16,0 3 17 15,0 0-28-15,4 14-9 16,4 11 0-16,4 7 51 16,1-1-15-16,2-3-29 15,0-8-1-15,1-4-2 16,-5-9-4-16,1-7-1 16,0 0-22-16,-1-7-73 15,1-14-13-15,-2-5-102 16,-5-1-48-16,-3-5-19 15,-2-2-92-15</inkml:trace>
  <inkml:trace contextRef="#ctx0" brushRef="#br1" timeOffset="213828.66">11104 9983 734 0,'0'0'281'16,"0"0"-224"-16,0 0-38 16,0 0 13-16,0 0-29 15,0 0-3-15,-3-1 0 16,3 1-8-16,6 0-42 15,3 0-119-15,1 0-38 16,2-6-20-16,1-11-64 16</inkml:trace>
  <inkml:trace contextRef="#ctx0" brushRef="#br1" timeOffset="214011">11188 9828 561 0,'0'0'331'0,"0"0"-156"0,0 0-48 15,0 0-29-15,0 0-52 16,0 0-38-16,3 68 14 15,6-10 95-15,-2 4-86 16,2-2-15-16,0-5-16 16,1-9 4-16,0-7-4 15,0-8-1-15,-4-6-128 16,4-10-88-16,-5-12-292 16</inkml:trace>
  <inkml:trace contextRef="#ctx0" brushRef="#br1" timeOffset="214206.6">11290 9913 871 0,'0'0'364'0,"0"0"-257"0,0 0-97 16,0 0-6-16,0 0-3 16,0 0 24-16,40 97 48 15,-20-52-60-15,0-3-13 16,-6-6 2-16,-8-7-2 15,-1-5-6-15,-5-3-116 16,0-5-180-16,-1-7-273 16</inkml:trace>
  <inkml:trace contextRef="#ctx0" brushRef="#br1" timeOffset="-214666.83">11233 10160 1010 0,'0'0'348'0,"0"0"-348"15,0 0-3-15,0 0 3 16,0 0 8-16,0 0-4 16,110-20-3-16,-69 16-1 15,-1 1-14-15,-7-1-24 16,-3-3-17-16,-6-4 23 16,-8 2 32-16,-6 3 4 15,-8 4-3-15,-2 2 0 16,0 0 10-16,0 0 18 15,0 2 2-15,0 13-26 0,0 3 31 16,0 4 3-16,0-2-31 16,0-4 0-16,10-3 7 15,7-4 7-15,6-7-10 16,6-2-9-16,3 0 6 16,1-17 2-16,0-3-4 15,-1-4-1-15,-10 3-5 16,-8 3 3-16,-7 4 1 15,-7 4 1-15,0 2 11 16,0 2-12-16,0 2-1 16,0 1-2-16,0 1-2 15,0 2-11-15,0 0-58 0,2 0-65 16,7 6 103-16,2 9 31 16,2 3 0-16,2-3 1 15,2-4 0-15,3-7 0 16,-1-4 4-16,-1 0 24 15,-1-17 34-15,-2-9 26 16,-4-9-9-16,-2-5 4 16,-4-7-6-16,-5-8-12 15,0 1-19-15,-10-4-26 16,-12 4-6-16,-8 7 1 16,0 8-5-16,3 12-7 15,7 12-2-15,9 11-2 16,2 4-12-16,-1 10-50 0,0 19-49 15,-5 5-168 1,0 4-388-16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25:08.27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brush xml:id="br2">
      <inkml:brushProperty name="width" value="0.05292" units="cm"/>
      <inkml:brushProperty name="height" value="0.05292" units="cm"/>
      <inkml:brushProperty name="color" value="#002060"/>
    </inkml:brush>
  </inkml:definitions>
  <inkml:trace contextRef="#ctx0" brushRef="#br0">7015 11088 534 0,'0'0'572'0,"0"0"-487"16,0 0-50-16,0 0-26 0,0 0-7 15,0 0 19-15,0 0 46 16,-25-34 22-16,25 31-16 15,5-1-35-15,22-5-22 16,12-2-8-16,20-6-3 16,8-2 4-16,-2 3-1 15,-7-1-6-15,-13 6-2 16,-12 5-5-16,-13 5-35 16,-8 1-92-16,-12 0-67 15,-4 15-251-15</inkml:trace>
  <inkml:trace contextRef="#ctx0" brushRef="#br0" timeOffset="5663.6">2736 11487 1078 0,'0'0'86'16,"0"0"-82"-16,0 0-2 15,0 0-2-15,0 0 1 16,14-80-1-16,8 76-3 0,0 4-3 16,-1 0 2-1,-4 7-2-15,-7 16-10 0,-5 7-1 16,-5 3 17-16,0 5 20 16,-5-1 12-16,-12-3-12 15,2-11-16-15,2-5 26 16,3-9 10-16,3-3-8 15,5-3-16-15,2-3-6 16,0 0 2-16,0 0-5 16,0-4-6-16,10-10-1 15,9 2-7-15,7-1-8 16,3 7 8-16,1 6 5 16,0 9-7-16,-3 20 3 15,-4 9 3-15,-8 6 0 16,-6 3 3-16,-8-10 2 0,-1-1 25 15,-6-3 14-15,-16-9 21 16,-7-1 6-16,0-9-15 16,-5-4-14-16,4-7-9 15,1-3 7-15,3 0-13 16,4-10-14-16,2-10-10 16,5-1-2-16,5 1-1 15,8 4-49-15,2-4-40 16,7 1-66-16,19 1-69 15,8-8-81-15,3 2-114 16</inkml:trace>
  <inkml:trace contextRef="#ctx0" brushRef="#br0" timeOffset="5883.42">3021 11577 924 0,'0'0'233'16,"0"0"-216"-16,0 0-17 15,0 0 0-15,0 0 4 16,0 0 47-16,127 63-2 16,-81-33-35-16,-1 5-5 15,-4 1-5-15,-11 5-3 16,-5-5-1-16,-8 1-39 16,-7 3-52-16,-7-3-105 15,-3-10-141-15,0-10-250 16</inkml:trace>
  <inkml:trace contextRef="#ctx0" brushRef="#br0" timeOffset="6117.03">3313 11527 1180 0,'0'0'99'16,"0"0"-95"-16,0 0-4 15,-38 83 19-15,30-29 9 16,-1 3-4-16,2 1-7 0,2-4-7 16,0-5-10-1,2-7-1-15,3-4-40 0,0-7-39 16,0-11-62-16,1-8-105 16,15-12-144-16</inkml:trace>
  <inkml:trace contextRef="#ctx0" brushRef="#br0" timeOffset="6495.89">3477 11534 1173 0,'0'0'71'0,"0"0"-70"15,0 0-1-15,0 0 27 16,121-7 11-16,-85 17-22 0,-6 7-7 15,-8 6-8 1,-12 7-1-16,-10 3 0 0,0 8 0 16,-23 6 14-16,-13-4 32 15,-3-2-24-15,2-8 2 16,6-16-18-16,12-8 2 16,9-5 16-16,7-4 6 15,3 0-5-15,0 0-16 16,3-4-3-16,12-5 2 15,6 2 0-15,8-3-6 16,4 3 4-16,5 3-3 16,4 3-3-16,6 1 0 0,-2 0-2 15,1 0 1-15,-4 0-26 16,-4 4-98-16,-7 4-26 16,-9-6-124-16,-10-2-248 15</inkml:trace>
  <inkml:trace contextRef="#ctx0" brushRef="#br0" timeOffset="6766.1">3960 11561 725 0,'0'0'512'15,"0"0"-457"-15,0 0-47 0,0 0 18 16,0 0 13-1,0 0-3-15,94-41-11 0,-61 41-7 16,-6 8-8-16,-9 14-8 16,-5 5-2-16,-10 6-2 15,-3 3 2-15,0 9 3 16,-17 2-3-16,-4-1 0 16,5-2-103-16,4-10-21 15,4-8-66-15,8-15-123 16,0-11-156-16</inkml:trace>
  <inkml:trace contextRef="#ctx0" brushRef="#br0" timeOffset="6938.46">4383 11634 1200 0,'0'0'105'0,"0"0"-101"16,0 0-4-16,0 0 5 15,86-7-4-15,-53 8-1 16,-1 11-95-16,-9 1-159 16,-13 4-303-16</inkml:trace>
  <inkml:trace contextRef="#ctx0" brushRef="#br0" timeOffset="7080.08">4400 11888 1206 0,'0'0'233'0,"0"0"-233"15,0 0-19-15,0 0 19 16,0 0-2-16,0 0-6 16,140-35-120-16,-74 19-98 15,-1 0-270-15</inkml:trace>
  <inkml:trace contextRef="#ctx0" brushRef="#br0" timeOffset="7798.95">5059 11661 1170 0,'0'0'163'16,"0"0"-149"-16,0-84 18 0,-4 54 85 15,-2-5-51 1,-3 6-54-16,-4 3 7 0,-7 2 4 16,-3 4 1-16,-6 10-24 15,-1 3-10-15,-1 7 10 16,5 4 0-16,4 15-3 15,9 1 3-15,6 4-7 16,7-4 5-16,0 0-1 16,17 0 1-16,17 4 2 15,9-1 0-15,5 4 1 16,1 4-2-16,-2 5 0 16,-7-1 1-16,-7 1 0 15,-11 0-2-15,-10-8 1 16,-11-6 0-16,-1-5-3 0,-6-2 4 15,-21-6 45-15,-8-2 0 16,-7-7-17-16,-3 0-16 16,5-7 1-16,6-19-1 15,7-11-9-15,11-10-3 16,13-8-14-16,3 4-18 16,26 6-10-16,15 10-14 15,9 9 2-15,1 7 14 16,0 9 10-16,-7 5 1 15,-3 2 4-15,-9 3 10 16,-11 0 9-16,-9 0 2 16,-5 3-10-16,-5 8-8 15,-2 6-8-15,0 2 30 0,0-1 0 16,0 1 0-16,3-4 3 16,-2 1-1-16,3 0 0 15,-1 0-1-15,-3 4 0 16,0 1-1-16,0-1 0 15,0-3 2-15,0-2 0 16,2-3 7-16,-2 1 7 16,1-5 21-16,1 1 3 15,0-2-16-15,0-1 2 16,2 1-2-16,-1 0-10 16,1 3-9-16,1-1 0 15,0 2-2-15,2-1-2 16,-2 4-1-16,0-4-12 0,3 2-66 15,2-1-86-15,-1-7-241 16,-3-2-372-16</inkml:trace>
  <inkml:trace contextRef="#ctx0" brushRef="#br0" timeOffset="8728.78">4002 11309 706 0,'0'0'256'0,"0"0"-191"0,0 0-32 15,-42-84 41-15,19 62 27 16,-5 1-2-16,-6 0-26 16,-4 4-4-16,-6 2-24 15,-5 7 21-15,-4 3-50 16,-5 5-14-16,-4 0 1 15,2 2 10-15,4 15-3 16,8 0-8-16,3 5-1 16,5 6 9-16,5 9 1 15,1 14-7-15,9 15 7 16,9 17-2-16,10 15 2 16,6 7 12-16,16 8 3 15,19-2-2-15,8-4-12 0,10-11-11 16,11-12 0-16,10-13 1 15,11-14-2-15,8-18 0 16,8-15 2-16,1-13 4 16,-4-11-4-16,-6-5 2 15,-12-21-3-15,-11-11 5 16,-12-13-5-16,-12-13 1 16,-8-12-1-16,-12-15 5 15,-15-14-3-15,-10-13-1 16,-15-3-3-16,-28-11 2 15,-16 10-2-15,-11 17-1 16,-5 20-10-16,0 32 3 16,4 32-2-16,9 20-15 0,14 22-34 15,11 36-83-15,16 15-136 16,15 8-249-16</inkml:trace>
  <inkml:trace contextRef="#ctx0" brushRef="#br0" timeOffset="11012.13">6526 11833 1046 0,'0'0'141'15,"0"0"-133"-15,0 0 16 16,0 0 29-16,-6-95-7 16,9 65-34-16,7-6 9 15,-1 4 12-15,-8-3 3 16,-1 1-19-16,-1 3 3 15,-19 2-12-15,-8 8 6 16,-3 5-6-16,-3 11 1 16,-1 5-5-16,4 7-4 15,-1 13 0-15,9 5-3 16,4 4 0-16,9-2 3 0,10 1 0 16,0-2-8-16,11 2 8 15,18 1-1-15,8 5 1 16,7 2 0-16,2-3 0 15,2 1-5-15,1-1 5 16,-4-3 3-16,-11 4-3 16,-10-7-2-16,-15-3 2 15,-9-4-3-15,0-4 3 16,-9-3 0-16,-23 1 37 16,-12 2-8-16,-4-8-10 15,-3-5-7-15,6-3 3 16,7-11 11-16,8-19-4 15,13-10-12-15,12-6-10 0,5-2-1 16,23-3-12-16,22-2-33 16,11 0 8-16,4 3-7 15,0 3 22-15,-10 7 9 16,-8 10 12-16,-13 3 2 16,-13 13 5-16,-9 3 2 15,-5 7 14-15,-2 2 20 16,0 2 6-16,0 0-11 15,0 0-15-15,0 14-21 16,0 18 0-16,0 15 22 16,0 14 9-16,7 3-18 15,4 3-7-15,-1-5-1 16,3-6-2-16,1-6-3 0,3-7-3 16,-3-3-57-16,-2-6-104 15,-5-8-133 1,-7-12-329-16</inkml:trace>
  <inkml:trace contextRef="#ctx0" brushRef="#br0" timeOffset="11192">6911 11855 1453 0,'0'0'117'0,"0"0"-117"0,0 0 0 16,0 0 9-1,136-30 5-15,-68 23-14 0,6 1-55 16,1-5-108 0,-9 1-134-16,-8-6-285 0</inkml:trace>
  <inkml:trace contextRef="#ctx0" brushRef="#br0" timeOffset="11561.21">7607 11568 1359 0,'0'0'176'0,"0"0"-129"16,0 0 16-16,0 0 13 16,0 0-54-16,92-21-14 15,-47 38-2-15,-7 13-6 0,-11 7-7 16,-15 13 5-16,-12 0 3 16,-9 3-1-16,-26 0 0 15,-14-2 0-15,-4-10 0 16,-1-8-4-16,11-11 4 15,11-13 0-15,14-9 1 16,13 0 21-16,5-13-17 16,0-5-3-16,14-6-4 15,15 1 4-15,7 1 2 16,5 6 5-16,5 8-2 16,-3 3-5-16,2 5 3 15,-1 0-2-15,-8 0-3 16,-2 7 0-16,-7 4-4 0,-7 2-10 15,-6-2-52 1,-2 2-65-16,-3-3-120 0,-1-10-199 16</inkml:trace>
  <inkml:trace contextRef="#ctx0" brushRef="#br0" timeOffset="11878.17">7986 11594 258 0,'0'0'1058'16,"0"0"-997"-16,0 0-24 16,0 0 33-16,0 0-44 0,0 0-4 15,74-26-4 1,-31 24-6-16,-1-3-5 16,-5 1-4-16,-9 3 0 0,-9 1 4 15,-8 0 12-15,-4 0 12 16,-2 14-14-16,-2 13 6 15,1 13 22-15,-4 10-7 16,0 7-9-16,0 0-11 16,0-3-5-16,0-4-9 15,0-6-3-15,0-9 0 16,0-7-1-16,0-4-35 16,4-8-84-16,3-3-107 15,0-13-240-15</inkml:trace>
  <inkml:trace contextRef="#ctx0" brushRef="#br0" timeOffset="12116.11">8529 11744 1314 0,'0'0'236'16,"0"0"-236"-16,0 0 0 16,0 0 34-16,101-26 15 15,-53 19-32-15,-1 0-17 0,-4 0-1 16,-4 1-81-16,-9 3-158 16,-12-1-258-1</inkml:trace>
  <inkml:trace contextRef="#ctx0" brushRef="#br0" timeOffset="12281.55">8600 11926 1357 0,'0'0'186'0,"0"0"-186"16,0 0-28-16,0 0 28 15,0 0 11-15,110-18-11 16,-55 6-81-16,-8-2-101 0,-14 3-316 15</inkml:trace>
  <inkml:trace contextRef="#ctx0" brushRef="#br0" timeOffset="13793.54">9240 11511 725 0,'0'0'149'0,"0"0"-149"15,0 0 0-15,0 0 58 16,0 0 78-16,0 0-42 16,0 0-32-16,15-5 6 15,-15 5 19-15,0 0-2 16,0 0-22-16,-2 0-6 16,-11-3-2-16,-9-1-22 15,-6-1-28-15,-7 4-4 16,-2-2-1-16,4 0 2 15,4-1 3-15,7 0-4 0,8 3 7 16,5-1-4-16,6 2-4 16,3-2 1-16,0 2-1 15,0 0-6-15,0 0-4 16,0 0-7-16,8 19 17 16,2 8 0-16,-3 6 1 15,-4 11-1-15,-3 10 1 16,0-3 1-16,0 2-2 15,0-9 0-15,-6-12 2 16,2-12 0-16,2-9-2 16,2-4 0-16,0-7 2 15,0 0-1-15,0 0-1 0,12-22-10 16,11-4 10-16,11-7-13 16,4 0 11-16,4 2-7 15,2 11-6-15,-1 7-14 16,-1 13 14-16,-6 0 11 15,-5 26-3-15,-8 12 4 16,-8 8-2-16,-8-2 2 16,-7-1 3-16,0-2 0 15,-17-8 21-15,-6-6 10 16,-6-6-2-16,-2-3-5 16,-6-3-16-16,0-2-2 15,-3-4-6-15,5-2-9 16,7-7-75-16,9 0-32 15,14-3-79-15,5-19-149 16,5-13-348-16</inkml:trace>
  <inkml:trace contextRef="#ctx0" brushRef="#br0" timeOffset="14277.18">9586 11499 1192 0,'0'0'78'16,"0"0"-64"-16,0 0-3 16,0 0 53-16,0 0 1 15,0 0-64-15,-28 28 3 16,15 9 8-16,-4 4-6 16,2-6-5-16,1-3 0 0,6-7 0 15,1-11 2-15,6-7-3 16,1-4-1-16,0-3-2 15,1 0-10-15,19 0 13 16,7 0 12-16,6 0-7 16,3 0-4-16,-3 0-1 15,0 0 3-15,-2 0-3 16,-5 0 2-16,-6 0 1 16,-5-7-1-16,-5-2 3 15,-6-2 1-15,-4-8-2 0,0-3 6 16,0-1-9-1,-7-2-1-15,-6 5 0 0,1 3 5 16,2 10 11-16,3 2 7 16,6 5-2-16,-3 12-21 15,1 25-1-15,-1 18 1 16,0 13 5-16,-2 3-5 16,5-1 0-16,1-7-23 15,0-6-93-15,0-10-79 16,8-14-123-16,2-12-157 15</inkml:trace>
  <inkml:trace contextRef="#ctx0" brushRef="#br0" timeOffset="14812.65">9697 11116 1072 0,'0'0'92'0,"-133"-63"-62"15,60 38-27-15,-4 4 13 16,-3 6 49-16,-1 7 20 16,4 8-7-16,2 8-40 15,1 22-1-15,3 17-23 16,4 15 2-16,5 19 6 15,7 22 6-15,12 23-15 16,14 21 7-16,16 9 3 0,13-1-8 16,22-2-7-16,24-22 6 15,25-20-3-15,14-17-10 16,15-23-1-16,12-18 0 16,8-24 6-16,6-21-6 15,1-13 0-15,-2-34 0 16,3-21-8-16,-12-11-32 15,-9-13 21-15,-18-10-8 16,-25-9 16-16,-26-17 11 16,-23-17 0-16,-15-15 2 0,-25-20-2 15,-30 3 0 1,-22 13 1-16,-15 31 5 0,-5 38-4 16,4 32 5-16,3 35-7 15,7 20-2-15,0 20 1 16,6 35-16-16,12 19-79 15,19 30-85-15,14 18-149 16,9 9-230-16</inkml:trace>
  <inkml:trace contextRef="#ctx0" brushRef="#br0" timeOffset="15195.62">9106 12702 1240 0,'0'0'204'0,"0"0"-164"16,0 0-27-16,129-40-13 15,-27 30 39-15,20-3-3 16,19-4-11-16,5 3-11 15,-3 7-11-15,-17 1-3 16,-20 6-80-16,-27 0-134 16,-29 0-105-16,-35 0-246 15</inkml:trace>
  <inkml:trace contextRef="#ctx0" brushRef="#br0" timeOffset="15410.21">9076 12926 1211 0,'0'0'441'0,"0"0"-441"15,110 7-97-15,-6-7 97 16,23-9 15-16,20-19 3 16,14-5-1-16,3 0-12 15,-10 9-5-15,-16-2-175 16,-27 2-239-16,-39 0-576 15</inkml:trace>
  <inkml:trace contextRef="#ctx0" brushRef="#br0" timeOffset="15521.7">10202 12628 1414 0,'0'0'0'0,"0"0"-159"15,0 0-95-15,0 0 46 16,0 0-291-16</inkml:trace>
  <inkml:trace contextRef="#ctx0" brushRef="#br0" timeOffset="37423.18">15904 3028 963 0,'0'0'106'0,"0"0"-106"16,0 0-24 0,0 0 24-16,0 0 9 0,0 0-4 15,0 0 5-15,19 0 36 16,-8 0-32-16,0 0-5 15,0 0 9-15,-1 0 4 16,2-17-3-16,-1-3-1 16,1-5-7-16,0-4-9 15,-2 0 1-15,0 2 3 16,0 6-6-16,-1 6 6 16,-2 6-5-16,0 8-1 15,3 1-3-15,0 0-6 16,5 12 9-16,2 1 14 15,0 2-9-15,-2-2 0 16,0-4-3-16,-4-3-2 0,-4-5 0 16,-2-1 0-16,-3 0 3 15,0 0 5-15,-1-5-2 16,1-13-6-16,0-3-4 16,-2-1 4-16,0 1 0 15,0 5 0-15,-5 6-12 16,-9 6-1-16,-4 4 10 15,-4 11 3-15,-3 25 2 16,-2 13 14-16,4 9-2 16,8 4 1-16,7-4-8 15,8-6-2-15,0-12-3 16,12-8 4-16,12-10-5 0,7-7 0 16,3-11 1-1,3-4 6-15,0 0-8 0,-3-9-44 16,-4-12-49-16,-5-6-134 15,-4-10-197-15</inkml:trace>
  <inkml:trace contextRef="#ctx0" brushRef="#br0" timeOffset="37671.64">16317 2563 1155 0,'0'0'122'0,"0"0"-122"16,0 0 4 0,0 0-4-16,0 0 49 0,115 64 17 15,-66 5-18-15,-7 11-19 16,-11 3-16-16,-8-1-11 16,-14-4-1-16,-7-6-1 15,-2 0-7-15,-11-9-39 16,-20-7-43-16,-9-10-80 15,-5-12-128-15,-7-15-218 16</inkml:trace>
  <inkml:trace contextRef="#ctx0" brushRef="#br0" timeOffset="37990.92">15933 2517 1134 0,'0'0'85'0,"0"0"-77"15,0 0-8-15,0 0 31 16,-104 121 29-16,84-41 0 15,5 12-25-15,5 6-1 16,6-3-24-16,4-7-4 0,6-4-4 16,18-13-2-1,14-10-40-15,11-8-59 0,13-14-79 16,9-14-197-16,2-16-288 16</inkml:trace>
  <inkml:trace contextRef="#ctx0" brushRef="#br0" timeOffset="38639.72">17594 2713 843 0,'0'0'401'0,"0"0"-395"16,0 0 0-16,0 0 17 15,0 0 2-15,-20 93 46 16,20-34-39-16,12 0-23 16,13-8-4-16,7-7-2 15,4-12-1-15,2-11-2 16,-2-11 3-16,-3-10 7 15,-4 0-4-15,-3-20 4 16,-5-10 1-16,-6-7-3 16,-12-4-3-16,-3-5 3 0,-20 0 0 15,-18-1-5-15,-11 0-2 16,-7 2 13-16,-3 7-12 16,7 7-4-16,11 10-1 15,13 12 3-15,15 6-9 16,13 3-21-16,0 0-52 15,28 0-39-15,20 3 89 16,7-3-60-16,5-6-11 16,-9-11 56-16,-14-4 36 15,-13 2 11-15,-14-2 15 16,-10 1 80-16,0 0 23 16,-7 3-19-16,-9 3-11 0,0 4-10 15,6 5-18 1,2 5-3-16,3 0-14 0,0 12-41 15,-3 29 5-15,-1 25 4 16,-1 18 12-16,4 13-5 16,-3 3-7-16,-1 0 0 15,-1-1-7-15,-3-8-3 16,-1-5-1-16,0-12-38 16,0-11-78-16,1-14-104 15,4-14-157-15,2-23-275 16</inkml:trace>
  <inkml:trace contextRef="#ctx0" brushRef="#br0" timeOffset="38955.58">18135 2507 1309 0,'0'0'96'15,"0"0"-92"-15,0 0 17 16,0 0 30-16,0 0-42 16,-44 141 45-16,44-48-16 15,0 4-23-15,0-3-4 0,0-7-2 16,3-9-6-16,11-12-3 15,4-12-15-15,2-12-45 16,4-9-65-16,-1-10-70 16,2-16-208-16,0-7-362 15</inkml:trace>
  <inkml:trace contextRef="#ctx0" brushRef="#br0" timeOffset="39174.62">18462 2620 1047 0,'0'0'363'0,"0"0"-360"0,0 0-3 16,-19 112 34-16,19-54 17 16,0-1-22-16,16 0-14 15,0-4-12-15,3-6-3 16,-2-3-35-16,-1-8-78 15,0-8-74-15,0-11-139 16,-1-11-215-16</inkml:trace>
  <inkml:trace contextRef="#ctx0" brushRef="#br0" timeOffset="39672.89">18750 2755 1288 0,'0'0'24'0,"0"0"-13"16,-29 107-4-16,29-68 37 15,8-5-24-15,20-3-9 16,1-7-6-16,0-4-5 16,-9-11-4-16,-8 0-32 15,-5-7 8-15,-7-2 28 16,0 0 14-16,0-9 23 15,0-15-12-15,0-7-24 16,-4-6 33-16,2-4-14 0,2 4-7 16,0 1-9-16,10 8-2 15,10 11-4-15,4 10 2 16,-1 7-7-16,4 3 7 16,1 21-9-16,1 7 9 15,1 1 1-15,0-2-1 16,0-6 0-16,0-6 1 15,0-9-1-15,-3-8 2 16,-3-1-1-16,-7-4 18 16,-4-15 33-16,-7-9 5 15,-6 0 17-15,0-3-27 16,-12-1-21-16,-12 5-6 0,-7 4-11 16,0 5-9-1,-1 6-2-15,1 9-10 0,7 3-56 16,7 0-74-16,9 3-96 15,8 3-229-15,0-5-369 16</inkml:trace>
  <inkml:trace contextRef="#ctx0" brushRef="#br0" timeOffset="39897.22">19246 2444 1158 0,'0'0'163'15,"0"0"-152"-15,0 0-7 16,0 0 28-16,87 37 50 0,-37 20-20 16,1 16-25-16,-8 6 5 15,-13 5 5-15,-13 1-19 16,-14-3-3-16,-3 1-8 16,-17-5-11-16,-13-7-6 15,-5-7-5-15,-3-10-106 16,-3-8-75-16,0-14-268 15</inkml:trace>
  <inkml:trace contextRef="#ctx0" brushRef="#br0" timeOffset="40607.07">19766 2725 791 0,'0'0'476'16,"0"0"-476"-16,0 0-7 16,0 0 7-16,102-31 25 0,-47 23-12 15,6 1-13-15,1 6-2 16,-9 0-208-16,-16-1-251 16</inkml:trace>
  <inkml:trace contextRef="#ctx0" brushRef="#br0" timeOffset="40777.6">19905 2869 1405 0,'0'0'0'0,"0"0"-72"16,0 0 19-16,0 0 53 15,105-4 0-15,-40 4-80 16,13 0-146-16,-2 0-281 15</inkml:trace>
  <inkml:trace contextRef="#ctx0" brushRef="#br0" timeOffset="41338.14">20647 2519 1292 0,'0'0'34'15,"0"0"-33"-15,0 0-1 16,-53 119 25-16,53-56 10 0,6 0-13 16,26-10-12-16,11-13-9 15,9-13 1-15,-1-14-2 16,-5-11-1-16,-9-2 1 16,-10-13 6-16,-9-11 12 15,-9-8-8-15,-9-5-4 16,-14-6 4-16,-22-1-9 15,-15-3 6-15,-5 4-7 16,2 6-3-16,9 5 3 16,15 11-2-16,17 8-6 15,11 2-41-15,2 2-39 16,16-1-65-16,16-2 51 0,8-3 46 16,-2 1 48-16,-6-1-28 15,-10 1 36-15,-12-5 9 16,-10 0 65-16,0-1 42 15,0 2-14-15,0 4-17 16,-5 7 13-16,0 2-22 16,2 5-3-16,-2 0-21 15,3 0-48-15,-1 0-4 16,-7 24-8-16,-5 14 8 16,-5 18 11-16,-5 15-3 15,3 14-3-15,1 5 0 16,2 2-4-16,6-5 0 15,1-7-1-15,8-11-15 16,4-6-46-16,0-10-70 16,12-13-83-16,8-20-126 0,5-17-247 15</inkml:trace>
  <inkml:trace contextRef="#ctx0" brushRef="#br0" timeOffset="41604.4">21251 2228 1384 0,'0'0'71'0,"0"0"-71"15,-57 83 0-15,50-15 30 16,7 16 14-16,0 11-6 15,7 1-8-15,13 0-15 16,0-10-15-16,4-10-7 16,2-13-58-16,4-10-57 15,-2-10-61-15,-1-17-175 16,-5-21-340-16</inkml:trace>
  <inkml:trace contextRef="#ctx0" brushRef="#br0" timeOffset="41970.7">21580 2481 1421 0,'0'0'83'0,"0"0"-83"0,0 0 0 16,0 0 15-16,0 0-5 15,97 23-5-15,-67 15-3 16,-8 10-2-16,-12 7-5 15,-10 1 0-15,-10 0-4 16,-24-3 9-16,-9-4 4 16,-4-11 0-16,4-9-2 15,11-14 2-15,10-11 2 16,11-4 12-16,7-8 28 0,4-13-23 16,0-3-23-16,17 0 1 15,8 4 4-15,5 6 5 16,3 5-2-16,1 7-8 15,1 2-2-15,3 0-1 16,0 11 0-16,-2 3 0 16,-3 3-32-16,-2-3-108 15,-7-7-76-15,-3-7-235 16</inkml:trace>
  <inkml:trace contextRef="#ctx0" brushRef="#br0" timeOffset="42307.14">21794 2173 1267 0,'0'0'46'0,"0"0"-46"15,0 0 0-15,0 0 14 16,0 0-3-16,111-9-11 15,-90 27 0-15,-9 2-5 16,-11 0-22-16,-1 2-14 16,-13-3 37-16,-10-2 4 15,-3-6 16-15,5-3 23 0,4-5 27 16,7-3 21 0,9 0-2-16,1 0 1 0,0 0-49 15,11 0-37-15,16-4-1 16,8 3-2-16,10 1 0 15,4 0-80-15,1 18-91 16,-7 2-142-16,-9 3-389 16</inkml:trace>
  <inkml:trace contextRef="#ctx0" brushRef="#br0" timeOffset="42448.78">22103 2732 1103 0,'0'0'256'16,"0"0"-256"-16,0 0-57 0,0 0 2 16,0 0-175-16,0 0-320 15</inkml:trace>
  <inkml:trace contextRef="#ctx0" brushRef="#br0" timeOffset="43087.38">22702 2382 1161 0,'0'0'204'0,"0"0"-170"16,0 0-22-1,0 0 66-15,0 0-43 0,0 0-17 16,-19-6-17-16,6 6 18 15,-7 3-10-15,-6 3-6 16,-6 0 4-16,0 1 3 16,3 0-8-16,4-3 4 15,7 0-2-15,5-4 3 16,3 0 1-16,4 2-5 16,3-2-1-16,3 0 1 15,0 0-1-15,0 0-4 16,0 0 4-16,0 0-2 15,0 1 2-15,0-1-1 0,0 2-1 16,-2 6-2-16,-6 4-9 16,-2 6 10-16,-2 4 2 15,2 0-1-15,2 0 1 16,1-4-1-16,4-3 2 16,3-3-2-16,0-3-4 15,0-6 2-15,3 0 1 16,12-3 1-16,8 0 9 15,12 0 0-15,3 0-2 16,3 0-4-16,1 0 0 16,-7 0-3-16,-5 1-4 15,-5 12 3-15,-9 3-3 0,-5 7-5 16,-8 4 6 0,-3 0 3-16,0-2 17 0,-11-1 19 15,-12-1 2-15,-9-3 2 16,-10 0-15-16,-6-3-12 15,-3 0-3-15,3-7-10 16,3-1-1-16,10-6-51 16,11-3-104-16,17 0-132 15,7-18-194-15</inkml:trace>
  <inkml:trace contextRef="#ctx0" brushRef="#br0" timeOffset="43404.45">22715 2168 1354 0,'0'0'32'16,"0"0"-26"-16,0 0-6 16,0 0 35-16,95-22-24 15,-67 25-5-15,-5 14 1 16,-7 2-7-16,-7 4-5 15,-9-1 1-15,0 4-8 16,-21 0 2-16,-6-1 10 16,-2-4 9-16,9-8 1 15,10-5 0-15,8-8 5 16,2 0 25-16,9 0-27 0,19 0-13 16,12-8 12-16,10-2-12 15,5 1-69-15,0 2-126 16,-3-6-187-16,-10 0-370 15</inkml:trace>
  <inkml:trace contextRef="#ctx0" brushRef="#br0" timeOffset="43637.06">23162 2125 1311 0,'0'0'251'0,"0"0"-245"16,0 0-6-16,0 0 36 15,0 0-35-15,0 0 55 0,110 146-7 16,-77-62-14 0,-13 14-9-16,-20 9-4 0,0-2-8 15,-30-2 0-15,-13-12-14 16,-11-9 0-16,-11-11-28 16,-12-11-85-16,-11-13-251 15,-11-18-652-15</inkml:trace>
  <inkml:trace contextRef="#ctx0" brushRef="#br1" timeOffset="50456.49">15758 4046 747 0,'0'0'413'16,"0"0"-378"-16,0 0-32 15,0-92 11-15,4 64 53 16,1 3-6-16,0 3-34 16,0 3 16-16,-2 6-11 15,-1 4-21-15,-2 3-4 16,2 5-1-16,-2-2 1 15,0 3 0-15,0 0-7 16,0 0-6-16,0 8 2 0,0 22 4 16,0 14 6-1,0 10 1-15,0 2-6 0,0-1 4 16,0 1-4-16,0-3-1 16,0-2 4-16,0-8-4 15,0-8 0-15,0-8 0 16,0-5 0-16,0-6 0 15,-2-3 0-15,-8-1-4 16,-4-3 0-16,0-3-2 16,-5-4 6-16,-3-2 2 15,1 0-1-15,-1 0 2 16,6-6 0-16,7 1 1 16,6 3-2-16,3 0 1 0,0-1 5 15,0 1-8-15,16-2-4 16,14-1 2-16,11-1 2 15,5 0-2-15,6-2-1 16,5 0-58-16,0-1-60 16,-4 0-104-16,-10-2-145 15,-8 2-132-15</inkml:trace>
  <inkml:trace contextRef="#ctx0" brushRef="#br1" timeOffset="50606.83">16117 4235 1111 0,'0'0'120'0,"0"0"-120"16,0 0 0-16,0 0 0 16,0 0 52-16,-7 102-40 0,7-64-8 15,0-5-4-15,0-4-58 16,14-12-176-16,3-9-204 16</inkml:trace>
  <inkml:trace contextRef="#ctx0" brushRef="#br1" timeOffset="50970.69">16357 4039 1169 0,'0'0'133'0,"0"0"-125"16,0 0-1-16,59-89 49 15,-26 83 5-15,4 6-39 16,-4 0-15-16,-1 15-7 15,-10 7-5-15,-11 8 5 16,-11 5 2-16,-3 5 0 16,-29 4 4-16,-9 3 2 15,-6 0-3-15,0-3-5 16,3-8 0-16,9-12 5 16,14-10-1-16,9-9 1 15,10-5 4-15,2 0 12 16,2 0-3-16,23-7-5 15,12-8-4-15,10 0-9 16,5 2 0-16,3 0-1 16,7 0-31-16,4-1-60 15,3 3-48-15,-4-4-96 0,-12 6-287 16</inkml:trace>
  <inkml:trace contextRef="#ctx0" brushRef="#br1" timeOffset="51140.28">16937 4134 1080 0,'0'0'174'0,"0"0"-173"16,0 0-1-16,0 0 16 15,0 0 13-15,-18 82-2 16,18-43-19-16,0-3-8 0,0-3 0 16,2-3-28-16,8-6-134 15,2-9-158-15,-1-6-141 16</inkml:trace>
  <inkml:trace contextRef="#ctx0" brushRef="#br1" timeOffset="51602.82">17176 3952 156 0,'0'0'1190'15,"0"0"-1152"-15,29-100-36 16,4 74 28-16,6 8 26 16,3 10-42-16,-4 8-13 0,-6 0-1 15,-11 17-1-15,-8 10-4 16,-9 4-1-16,-4 4 6 16,-5 3 2-16,-21-2 3 15,-3-3-1-15,2-9 2 16,7-8-2-16,10-7 1 15,7-7-3-15,3-2 3 16,0 0-5-16,5 0 1 16,17-15-3-16,8-1 2 15,6 1-3-15,1 8 3 0,0 7-5 16,-4 0 3 0,-4 0-1-16,-7 15 1 0,-8 5 2 15,-7 4 0-15,-7 2 2 16,0-2 10-16,-11-2-6 15,-14 1 19-15,-7-4 4 16,-4 0-17-16,0-3-9 16,4-3-3-16,5-5 0 15,12-5-85-15,8-3-99 16,7-1-116-16,6-19-335 16</inkml:trace>
  <inkml:trace contextRef="#ctx0" brushRef="#br1" timeOffset="51776.21">17785 4074 963 0,'0'0'348'0,"0"0"-345"0,0 0 1 16,-23 101 4-16,14-71 2 16,4 0-5-16,5 0-4 15,0-4-1-15,0-7-117 16,8-8-244-16,8-11-274 15</inkml:trace>
  <inkml:trace contextRef="#ctx0" brushRef="#br1" timeOffset="52221.1">18041 3859 1220 0,'0'0'130'0,"0"0"-125"16,0 0 7-16,0 0-5 15,0 0-4-15,0 0 16 16,-13 111-1-16,4-78-12 16,1-4-2-16,-3-5-3 15,1-6 0-15,6-6 2 16,0-5 0-16,4-5-3 16,0-2-8-16,0 0-36 15,15 0 25-15,10-2 19 16,10-9 4-16,2-3-4 15,0 2-3-15,-5 0-3 16,-2 0-1-16,-7 2 7 16,-4-1 0-16,-6-3 2 0,-5 1-1 15,-3-5 4 1,-1-2 4-16,-3 0 5 0,-1 3 2 16,0 4 3-16,0 3 10 15,0 4-9-15,0 5 12 16,-1 1-12-16,-3 10-20 15,3 23-14-15,-4 15 14 16,2 6 2-16,0 1-2 16,3-3-2-16,0-2-7 15,0-7-171-15,9-8-218 16,4-13-478-16</inkml:trace>
  <inkml:trace contextRef="#ctx0" brushRef="#br1" timeOffset="52389.76">18554 4037 1340 0,'0'0'38'0,"0"0"-34"16,-25 121-4-16,23-70 5 16,2-3-2-16,0-4-3 15,12-11-70-15,8-13-182 16,2-14-330-16</inkml:trace>
  <inkml:trace contextRef="#ctx0" brushRef="#br1" timeOffset="52752.83">18803 3821 1304 0,'0'0'2'0,"0"0"2"15,0 0-4-15,0 0 21 16,0 0-2-16,-23 85-9 16,23-61-6-16,0-4 0 15,0-3-1-15,6-2 1 16,8-3 6-16,4-3 5 0,4-3-5 16,8-3 3-16,5-2 0 15,5 1 2-15,2 1-6 16,-6 1 6-16,-5 6 8 15,-8 0-10-15,-9 2 0 16,-6 0 8-16,-8-1-11 16,0 4-3-16,-15 2 2 15,-22 4-4-15,-13-2-4 16,-3-2-1-16,2-8-118 16,12-9-84-16,11 0-286 15</inkml:trace>
  <inkml:trace contextRef="#ctx0" brushRef="#br1" timeOffset="52888.35">19040 3794 1019 0,'0'0'280'0,"0"0"-273"0,0 0 5 16,0 0 29-16,90-24-34 16,-64 24-7-16,0 17-94 15,-5 2-235-15,-6 6-564 16</inkml:trace>
  <inkml:trace contextRef="#ctx0" brushRef="#br1" timeOffset="53055.25">19410 4079 1336 0,'0'0'21'0,"0"0"-18"15,-24 79-2-15,24-53 6 16,0-3-7-16,0-3-2 15,12-7-149-15,4-10-231 16,-2-3-442-16</inkml:trace>
  <inkml:trace contextRef="#ctx0" brushRef="#br1" timeOffset="53328.11">19891 3926 730 0,'0'0'215'0,"0"0"-207"0,106-1 12 15,-57 1 91-15,4 0-32 16,11-2-37-16,9 1-8 16,4-3 4-16,1-1-10 15,-9 1-14-15,-7-1-6 16,-12-1-5-16,-10-2 2 15,-6 0-3-15,-8-2 1 16,-6 0-3-16,-6-2-2 16,-6-2-44-16,-8-1-81 15,0 0-271-15</inkml:trace>
  <inkml:trace contextRef="#ctx0" brushRef="#br1" timeOffset="55070.62">21077 4028 324 0,'0'0'667'15,"0"0"-667"-15,0 0 0 16,0 0 0-16,0 0 1 15,-12 108 8-15,5-69-6 16,-1 0-3-16,3-5 0 16,4-5-239-16,1-14-116 15</inkml:trace>
  <inkml:trace contextRef="#ctx0" brushRef="#br1" timeOffset="55702.65">21532 3756 725 0,'0'0'168'0,"0"0"-168"16,0 0 1-16,0 0 12 15,0 0 71-15,0 0-40 16,0-61-22-16,0 50 2 0,0 1 9 16,0-5-24-16,-5 3 6 15,-7-1 18-15,-2 4-10 16,-2 5-9-16,-3 4-3 16,-1 0-8-16,-1 0 2 15,0 17-3-15,4 4 0 16,1 4-2-16,7 3 3 15,9-1-3-15,0-3-1 16,2-5-1-16,18-5 2 16,6-5 0-16,6-9 7 15,-1 0-1-15,1 0 1 16,-4-14-7-16,-8-1-27 16,-5-2 17-16,-5-1 1 0,-4 2 4 15,-5-2 5-15,-1 3 9 16,0 1-2-16,0 4 1 15,0 5 5-15,0 2 7 16,0 3-5-16,0 0-15 16,0 0-4-16,3 18-18 15,9 9 22-15,2 11 0 16,-1 4 6-16,0 1-1 16,-4 1-2-16,-2-7 0 15,-7-6 1-15,0-3-2 16,0-2 7-16,-13-3-6 15,-5-3 2-15,-5-4-1 16,1-3-4-16,1-5-33 0,2-5-87 16,11-3-136-16,6-3-97 15</inkml:trace>
  <inkml:trace contextRef="#ctx0" brushRef="#br1" timeOffset="56187.97">21918 3719 958 0,'0'0'172'15,"0"0"-171"-15,17-81 6 16,-16 59 68-16,-1-1 9 0,0 3-30 16,-5-1-21-16,-10 3 3 15,2 3-26-15,-4 5-4 16,2 5 5-16,-2 5-11 15,-3 0-5-15,0 9 3 16,-2 16 0-16,4 5-1 16,4 1 2-16,11-1-7 15,3-5 3-15,0 1 5 16,19-3-5-16,7-4 5 16,6 0-6-16,1-2 6 15,3-2 2-15,-6 2-1 16,-6-1-1-16,-8 2 0 15,-9-1-3-15,-6 1-4 16,-1 0 5-16,-1 1 2 0,-16-3 8 16,-5 0 10-16,-1-5 8 15,-2-4 8-15,-2-3 5 16,2-4-4-16,3 0-22 16,5 0-1-16,6-6-2 15,6-10 6-15,3-6-16 16,2-3-3-16,5-1-52 15,20 2-57-15,11 5-46 16,2 9-56-16,2 4-185 16,-4 3-236-16</inkml:trace>
  <inkml:trace contextRef="#ctx0" brushRef="#br1" timeOffset="56339.46">22171 3800 742 0,'0'0'306'0,"0"0"-299"16,0 0 33-16,13 97 54 15,-12-61-41-15,1 1-26 16,1-2-13-16,1-3-11 16,2-6-3-16,6-5-83 15,2-10-256-15,6-9-245 16</inkml:trace>
  <inkml:trace contextRef="#ctx0" brushRef="#br1" timeOffset="56855.81">22566 3629 859 0,'0'0'301'16,"0"0"-287"-16,0 0 0 16,0 0 111-16,0 0-23 15,0 0-45-15,-71-75-44 16,52 92-13-16,1 8-5 15,0 6 4-15,8 1 1 16,6-4-4-16,4-3 2 16,0-5 0-16,14-11-4 15,7-4-28-15,3-5-23 16,1 0-12-16,-5-1 12 0,-6-16 7 16,-1-3-32-1,-9-1 20-15,-2 2 56 0,-2 0 6 16,0 2 11-16,0 5 19 15,-2 2 23-15,-1 6 2 16,3 3-5-16,0 1-12 16,0 0-38-16,0 4-23 15,10 16 23-15,4 5 1 16,2 2 4-16,1 8-3 16,-4 1-1-16,0 0 5 15,-6-1 10-15,-4-2 2 16,-3-4 13-16,0-1 11 15,-7-4-14-15,-15 0 2 16,-5-1-2-16,-3-5-10 16,-1-3-10-16,3-6-4 0,5-6-4 15,3-3-3-15,7 0-120 16,6-5-150-16,7-10-246 16</inkml:trace>
  <inkml:trace contextRef="#ctx0" brushRef="#br1" timeOffset="57073.31">22796 3805 1238 0,'0'0'50'0,"0"0"-46"0,0 0-4 15,0 0 18-15,18 113 6 16,-16-76-12-16,-1 1-9 15,1-7 0-15,-2-2-3 16,2-5-52-16,-1-8-159 16,1-9-184-16,1-7-299 15</inkml:trace>
  <inkml:trace contextRef="#ctx0" brushRef="#br1" timeOffset="57298.38">22955 3637 1137 0,'0'0'129'0,"0"0"-129"16,0 0-9-16,0 0 9 16,0 97 18-16,0-49 0 15,6 1-7-15,1-6-5 16,-1-2-4-16,6-10-2 15,2-5-129-15,-3-10-263 16,2-8-349-16</inkml:trace>
  <inkml:trace contextRef="#ctx0" brushRef="#br1" timeOffset="57755.15">23159 3680 930 0,'0'0'306'16,"0"0"-306"-16,0 0-14 16,0 0 14-16,0 0 6 15,0 0 5-15,-4 85 0 16,8-72-5-16,0-7-6 16,2-5 6-16,-3-1-1 15,-2 0 7-15,2 0 19 16,3-9 29-16,4-9-41 15,5-1-13-15,3 1-6 16,7 2-4-16,4 6-1 0,4 7-14 16,1 3-9-16,-1 0 12 15,-3 15 6-15,-1 5 4 16,-4 2 5-16,-2-1-4 16,-1-6 5-16,-4-6 0 15,-3-6 6-15,-3-3 17 16,-5 0 20-16,1-1 19 15,-2-19 16-15,-2-2-11 16,-4-4-15-16,0-1-10 16,-1 0-12-16,-16 2-27 15,-2-1-3-15,-3 4 1 16,2 5-1-16,-2 8-24 16,-1 9-68-16,-2 0-81 0,-5 18-109 15,-3 9-357-15</inkml:trace>
  <inkml:trace contextRef="#ctx0" brushRef="#br1" timeOffset="62351.45">15826 4916 772 0,'0'0'182'15,"0"0"-170"-15,0 0 14 16,0 0 85-16,0 0-34 15,0 0-46-15,0 0-12 16,0 0 3-16,1-11 8 16,-1 11 9-16,0 0 4 15,0 0 6-15,0 0-8 0,0 0-12 16,-3 0-21-16,-14 16-4 16,-6 16-1-16,-9 21 9 15,2 16-3-15,7 11-3 16,9 3 3-16,11 0-2 15,3-4-2-15,8-7-5 16,17-7-1-16,7-11 0 16,3-8-1-16,3-9-1 15,1-5-67-15,1-7-70 16,0-6-120-16,-1-12-117 16</inkml:trace>
  <inkml:trace contextRef="#ctx0" brushRef="#br1" timeOffset="63003.07">15984 5307 1145 0,'0'0'101'16,"0"0"-95"-16,0 0 22 15,0 0 36-15,10-76-32 16,23 76-28-16,3 11-3 15,2 23 2-15,-4 8 3 16,-7 5-5-16,-7 2 5 16,-7-3-6-16,-4-5 7 15,-6-8-6-15,-2-6-1 0,-1-7 3 16,0-10-2-16,0-2 1 16,0-4 2-16,0-4 4 15,0 0 6-15,0-13 4 16,0-16-18-16,0-11-3 15,9-7 3-15,4 0 0 16,4 4-2-16,3 8-2 16,0 13-5-16,-2 10 7 15,-2 8-3-15,-3 4-1 16,2 8-5-16,0 15 7 16,-2 4 3-16,-1 4 2 15,-4-1 4-15,1 0-2 16,-4-3-2-16,0-7 2 0,-3-3-1 15,-1-9-2-15,1-4 0 16,-2-3 0-16,1-1 3 16,1 0 6-16,2-5 5 15,2-23 1-15,2-8-11 16,4-6-4-16,1-2 2 16,3 7-2-16,-2 5 3 15,4 8-2-15,-4 9 6 16,2 6 2-16,-1 6-3 15,-2 3-1-15,2 0-5 16,-2 14-2-16,1 6 2 16,-4 8 2-16,-2 0-1 0,-2 1 4 15,0-1-5 1,1-4 0-16,2-7-50 0,7-2-90 16,5-10-129-16,3-5-117 15,3-8-73-15</inkml:trace>
  <inkml:trace contextRef="#ctx0" brushRef="#br1" timeOffset="63567.1">16867 5253 12 0,'0'0'834'15,"0"0"-707"-15,0 0-43 16,0 0-9-16,0 0-45 16,0 0 29-16,-7 71-1 15,7-46-53-15,0-5 8 0,11-5 12 16,3-7-9-1,3-7-1-15,3-1 6 0,1 0-11 16,-2-11 2 0,1-6-9-16,-3-8 4 0,-4 0-3 15,-2-3 1-15,-6 2 2 16,-4 5-5-16,-1 9 10 16,0 5 13-16,0 7 7 15,0 0-31-15,0 3-1 16,7 14-16-16,4 4 14 15,3 3 3-15,4-6-1 16,4-3 0-16,5-4-1 16,3-8-18-16,4-3-38 15,-3 0-34-15,0-8 18 0,-7-10 37 16,-2-4 7-16,-3-4 27 16,-6-4 2-16,-5-3 2 15,-4-1 2-15,-4-4 16 16,0 0 15-16,0 0-6 15,-12 7 16-15,0 8 4 16,5 12-8-16,3 7 25 16,2 4-23-16,2 9-43 15,0 24-20-15,0 14 20 16,0 9 4-16,6 2 0 16,4-5-3-16,4-8 0 15,4-6-1-15,2-9-1 16,1-6 0-16,0-7-51 15,1-8-46-15,1-6-16 16,-1-3-106-16,1 0-39 0,-6-15-86 16</inkml:trace>
  <inkml:trace contextRef="#ctx0" brushRef="#br1" timeOffset="63903.72">17552 4997 572 0,'0'0'131'0,"0"0"-117"15,0 0 114 1,0 0 37-16,0 0-85 0,0 0 6 16,0-22-22-16,0 22 0 15,-1 0-25-15,1 0-39 16,0 13-2-16,0 12 2 15,0 6 15-15,4 5-2 16,2 5-6-16,2 0-2 16,-1 1 0-16,-1-4-4 15,1-2 4-15,-2-3-3 16,2-4-1-16,-4-6 0 16,3-6-1-16,-3-5 0 15,2-4-6-15,1-3-94 16,3-1-47-16,-1-4-141 15,0 0-54-15</inkml:trace>
  <inkml:trace contextRef="#ctx0" brushRef="#br1" timeOffset="64267.13">17520 5208 307 0,'0'0'768'16,"0"0"-768"-16,0 0 9 15,0 0-9-15,0 0 10 16,106-27-4-16,-51 10-3 0,-2-1-1 16,-7 2-1-16,-16 1 0 15,-10 1-1-15,-10 2 2 16,-5 0-2-16,-5-1 8 16,0-1 10-16,0 1 19 15,0 3 20-15,-1 6-18 16,-5 2 13-16,6 2 7 15,-3 23-59-15,2 22 7 16,1 15-4-16,0 11 20 16,0-4-8-16,3-3-2 15,15-6-5-15,0-7-1 16,-1-6-7-16,0-7 0 16,-7-9-26-16,-2-8-109 15,-2-7-107-15,-6-10-165 16</inkml:trace>
  <inkml:trace contextRef="#ctx0" brushRef="#br1" timeOffset="64661.75">17952 5245 1046 0,'0'0'153'0,"0"0"-138"16,0 0 61-16,0 0-2 15,0 0-32-15,0 0-30 16,64-9 11-16,-41 35 4 16,-5 6-8-16,-5-1-10 0,-6 0-3 15,-5-3 2 1,-2-6-3-16,0-5-4 0,0-5 1 16,0-5-2-16,0-6 1 15,-2-1 5-15,-8 0 0 16,0 0 17-16,-5-3-17 15,4-3 4-15,1-1-9 16,5 3 3-16,3 1-4 16,2 1 2-16,0 2-2 15,0-1-1-15,0 1-3 16,0 0 1-16,0-1-4 16,0 1-2-16,0 0-20 15,0 0-19-15,0 0-33 16,0 0-36-16,0 0-101 15,8-4-118-15,-1 1-218 0</inkml:trace>
  <inkml:trace contextRef="#ctx0" brushRef="#br1" timeOffset="65551.25">18142 4999 1033 0,'0'0'141'0,"0"0"-120"0,0 0-5 16,0 0 86-16,0 0-101 15,0 0 13-15,-7 85-14 16,18-27 23-16,1-2-19 15,-2-5 8-15,0-6-5 16,0-9-2-16,0-10-1 16,2-9-4-16,1-8 3 15,6-9 0-15,0 0 6 16,5-9-9-16,1-13-3 16,-3-5 3-16,-2-4 0 15,-5-3 0-15,-7-1-3 16,-5 2 0-16,-3 8 3 0,0 6 0 15,0 12 1 1,0 7-1-16,0 0-15 0,0 20-7 16,9 7 22-16,6 3 0 15,3-5 2-15,2-5-1 16,0-4 0-16,-3-7-1 16,-3-2 0-16,-3-6-4 15,-1-1-11-15,0 0 10 16,-1 0 5-16,0-9 2 15,0-6 2-15,1-1-4 16,3 1-3-16,4-2-3 16,3 5-3-16,2 5 6 15,3 2-3-15,2 5-1 0,-2 0 2 16,-2 0 4-16,-4 12-1 16,-6 5-3-16,-5 0 2 15,-6 0 1-15,-2-1 4 16,0-3 27-16,0-6 17 15,-10-3 3-15,-3-4 15 16,-2 0-5-16,-7 0-20 16,-2-2-22-16,4-16-12 15,4-9 7-15,9-13-2 16,7-11-10-16,0-5 0 16,15-1 1-16,10 8 0 15,4 9-2-15,4 11-7 0,4 9 7 16,0 8-1-1,-2 10 1-15,-2 2-4 0,-1 14-3 16,-3 21 4-16,-3 11 4 16,-1 13 2-16,-7 10 14 15,-2 5 12-15,-6 3 17 16,-2-1-14-16,-3-2-14 16,0-5-6-16,-1-11-8 15,-1-9-1-15,0-11-4 16,-2-10 0-16,5-5-119 15,-2-10-129-15,2-8-311 16</inkml:trace>
  <inkml:trace contextRef="#ctx0" brushRef="#br1" timeOffset="65935.85">19507 4973 1452 0,'0'0'66'0,"0"0"-64"15,87-79 44-15,-39 69 25 16,6 10-51-16,-2 2-18 16,-4 23-2-16,-9 12-3 15,-19 9 3-15,-16 4 0 16,-4 1 2-16,-26 1 0 15,-21-3 4-15,-11-4 6 16,-9-4-1-16,2-8-10 0,10-11 8 16,14-10-6-16,18-5 17 15,15-7 25-15,8 0-6 16,0 0-24-16,21-11-9 16,18-9-2-16,11-3-4 15,5 4-5-15,4 4 5 16,-4 3-2-16,1 3-3 15,-4 3-17-15,0 5-53 16,0-3-61-16,-4 1-113 16,-4-1-252-16</inkml:trace>
  <inkml:trace contextRef="#ctx0" brushRef="#br1" timeOffset="66483.02">20326 4969 1310 0,'0'0'126'15,"0"0"-115"-15,0 0-5 16,0 0 42-16,-52 106-13 16,52-60-8-16,5-3-11 15,21-9-13-15,4-11 4 16,-1-6-3-16,-2-11 1 15,-8-6-5-15,-7 0-5 0,-8-6 5 16,-2-15 9-16,-2-8-3 16,0-4-2-16,-8-1 0 15,-7-3 16-15,-2 3 15 16,3 1-17-16,7 4-4 16,4 9-8-16,3 0-6 15,7 6-1-15,17 4-6 16,6 4-10-16,3 6-2 15,1 0-2-15,-4 18 8 16,-2 8 10-16,-3 6-2 16,-1 5 4-16,-6 1-1 15,-3-1 2-15,-7-7 0 0,-4-8 2 16,-4-6-2 0,0-9 10-16,0-4 13 0,0-3 11 15,0 0 21-15,0 0 12 16,0 0-14-16,0-13-11 15,0-12-12-15,0-9-26 16,5-9-4-16,7 1 0 16,2 1-8-16,7 6-28 15,4 0-25-15,6 5-53 16,9 3-148-16,4 4-273 16</inkml:trace>
  <inkml:trace contextRef="#ctx0" brushRef="#br1" timeOffset="67115.75">21373 4696 1352 0,'0'0'68'16,"0"0"-65"-16,0 0 64 15,0 0 25-15,0 0-47 16,0 0-33-16,-21-3 1 15,4 11 8-15,-11 3 11 16,-2-1-12-16,-2-1 6 16,3-3-9-16,-1-1 2 15,-2-3-16-15,5 0 3 16,2 0-5-16,6 0 0 0,8-2 0 16,6 0 1-16,5 0-2 15,0 0 0-15,0 0-4 16,0 0 4-16,0 0-2 15,0 0-2-15,0 0 4 16,0 4-4-16,0 1-1 16,-4 8-2-16,-1 5 7 15,-5 4 0-15,0 3 1 16,-1-5-1-16,1-2 4 16,1-3-2-16,4-7-1 15,4-5 1-15,-1-1-1 16,2 0-1-16,0-2 1 15,0 0-1-15,0 0-5 0,0 0 0 16,18 0 5 0,12 1 2-16,9 0 1 0,5 0 0 15,1 6-2-15,-5 3-2 16,-5 5 0-16,-9 2-1 16,-7 3 2-16,-9 2-1 15,-5 0 1-15,-5 1 0 16,0-2 6-16,0-4 3 15,-15-4 4-15,-10 2-3 16,-7-1 1-16,-8-2-6 16,-2-2-4-16,0-2-1 15,6-7-7-15,8-1-81 0,11 0-117 16,8-12-174-16,9-14-436 16</inkml:trace>
  <inkml:trace contextRef="#ctx0" brushRef="#br1" timeOffset="67354.28">21376 4612 1479 0,'0'0'0'16,"0"0"-1"-16,0 0 1 15,95 56 39-15,-51-6-4 16,3 11 2-16,-4 9-4 0,-8 5 2 15,-13 3 16 1,-17 4-23-16,-5-4-19 0,-27-2 0 16,-15-7-4-16,-10-5-4 15,-4-8-1-15,-1-9-47 16,2-12-174-16,1-19-323 16</inkml:trace>
  <inkml:trace contextRef="#ctx0" brushRef="#br1" timeOffset="68600.78">22129 4850 869 0,'0'0'199'0,"0"0"-199"15,0 0 7-15,0 0-6 16,0 0 9-16,0 0 59 16,-44 110-34-16,39-64-19 15,2-4-5-15,1-6-1 16,1-10-1-16,1-8 0 15,0-12-2-15,0-4-2 16,0-2 2-16,0 0 3 16,1-6 16-16,16-15 4 15,10-8-24-15,1-1-4 16,2 6-2-16,0 6-24 0,2 7-15 16,1 4 11-16,-1 5 11 15,0 2-15-15,-6 0 29 16,-4 0 0-16,-7 0 3 15,-5 0 0-15,-6 0 2 16,-4 0 3-16,0 0 48 16,0 0 39-16,0 0 35 15,0-7-27-15,-11-8-63 16,1-2-12-16,-3 1 0 16,3 1-12-16,0 2-9 15,2 2-4-15,4 0-2 16,3 5-4-16,1 0-74 15,0 1-45-15,16 0-86 0,14-3-61 16,6-1 94 0,4-2 80-16,-3 1 37 0,-9-2 61 15,-10 0 30-15,-8 1 79 16,-6 1 68-16,-4 4-31 16,0 1-9-16,0 3-30 15,0 2-14-15,0 0-50 16,0 2-43-16,0 24-12 15,-4 9 12-15,3 5 3 16,1 3 1-16,0-1-2 16,0-2-2-16,0-2 1 15,5-5-1-15,5-8-129 0,5-10-110 16,0-13-187-16</inkml:trace>
  <inkml:trace contextRef="#ctx0" brushRef="#br1" timeOffset="68823.72">22713 4594 1198 0,'0'0'46'0,"0"0"-46"16,0 0 0-16,0 0 20 15,0 104 30-15,7-54-18 16,4-2-3-16,-4-1 11 0,0-3-30 15,-4-1-4 1,0-1-2-16,-2-4-4 0,4-4-21 16,2-3-148-16,3-15-289 15</inkml:trace>
  <inkml:trace contextRef="#ctx0" brushRef="#br1" timeOffset="69072.22">22897 4580 506 0,'0'0'804'0,"0"0"-804"16,0 0-15-16,0 0 15 16,-6 76 6-16,9-17 30 15,4 5-5-15,1-2 0 16,0-5-19-16,-1-6-9 15,2-3 0-15,0-8-3 16,4-6-3-16,1-6-132 16,3-14-138-16,0-6-274 15</inkml:trace>
  <inkml:trace contextRef="#ctx0" brushRef="#br1" timeOffset="69799.77">23344 4618 1033 0,'0'0'74'0,"0"0"-65"16,0 0 41-16,0 0-17 16,0 0-33-16,0 0-5 15,-7 80 5-15,14-32 11 0,-2 0-5 16,-4-5-4-16,-1-9 1 16,0-4 3-16,-4-9 2 15,-5-7-3-15,3-6 8 16,0-6 13-16,3-2-2 15,3 0 41-15,0-19-6 16,0-9-56-16,7-6 1 16,18-2-8-16,10 4-11 15,8 9-17-15,2 8 2 16,-1 11 0-16,-4 4 18 16,-6 15 8-16,-9 15-4 15,-7 7 2-15,-11 0 6 16,-7-1 0-16,0-4 3 0,-7-4 5 15,-6-7 3 1,-2-7-6-16,1-6 7 0,8-7-11 16,-1-1 19-16,5-1 2 15,2-18-11-15,0-3-11 16,2-7-14-16,16-3-26 16,7-2-19-16,1 0 28 15,-4-1 4-15,-1 1 6 16,-3 2 21-16,-2 2 6 15,-5 7 13-15,-4 6 33 16,-5 7 38-16,-2 7 14 16,0 2-24-16,0 1-26 15,0 0-39-15,-10 10-15 16,-4 14-1-16,2 5 0 0,4 2 1 16,6-2 0-16,2-5-3 15,0-1 3-15,14-4-1 16,8-2-2-16,4-4-23 15,4-3-103-15,-3 1-103 16,-12-2-244-16</inkml:trace>
  <inkml:trace contextRef="#ctx0" brushRef="#br1" timeOffset="70900.86">22521 5565 1102 0,'0'0'165'0,"0"0"-164"15,0 0 35-15,0 0 54 16,0 0-69-16,0 0-10 0,-53 105 18 16,51-61-10-1,2-3-7-15,6-6-3 0,18-7-9 16,7-9 2-16,3-14-2 16,5-5 9-16,2-3-2 15,1-21-7-15,-3-7-15 16,-7-7-18-16,-14-3 33 15,-14-3 1-15,-4 0 4 16,-24 1-3-16,-15 5 0 16,-5 5 1-16,-1 10-1 15,4 13 6-15,8 10-8 16,8 0 2-16,6 22-2 16,8 4-3-16,7 2-2 15,4-2 1-15,2-7-4 16,18-3 3-16,8-9-11 15,7-7-35-15,6 0 21 16,-1-7 22-16,-4-11 6 0,-4-2 0 16,-9 5 2-16,-4 3 5 15,-7 7 0-15,-4 5 5 16,-1 0-8-16,-1 5-1 16,3 12 9-16,-1 10 8 15,-1-1-8-15,0-1 2 16,0-1-7-16,-4-8-2 15,0-5 0-15,-2-5-2 16,-1-5 0-16,3-1 4 16,-3 0 6-16,3 0 14 15,1-5 22-15,5-17-20 16,4-6-26-16,3-2-2 0,-2 3-4 16,0 7-15-16,-2 9 16 15,-4 8 1-15,0 3-8 16,2 0 2-16,0 17 4 15,2 6 0-15,-2 4 5 16,0-2 3-16,0-2-1 16,0-6-2-16,2-6 3 15,3-4-2-15,0-5 3 16,0-2 1-16,1 0 6 16,-3-11-4-16,0-9-1 15,-3-3-5-15,-2-3 2 16,-1 1-3-16,-2 3-2 15,-2 3 1-15,-3 9 1 0,2 7 1 16,-2 3-1-16,0 0-8 16,4 4-13-16,0 9 7 15,3 6 14-15,3-3 2 16,2-2 0-16,4-5 0 16,4-6 2-16,8-3-3 15,0 0-1-15,-3-15-30 16,-5-7-15-16,-5-3 24 15,-5 0 21-15,-5-1 4 16,-4 4-1-16,-1 7 19 16,0 7 19-16,0 5-7 15,0 3-7-15,0 3-27 16,0 22-23-16,0 9 23 16,0 4 4-16,0 2-1 0,6-4-3 15,12-9-6-15,7-6-136 16,4-10-176-16,-3-11-467 15</inkml:trace>
  <inkml:trace contextRef="#ctx0" brushRef="#br1" timeOffset="71142.92">23528 5273 1157 0,'0'0'147'0,"0"0"-147"15,0 0-1 1,0 0 1-16,0 0 60 0,13 123 25 16,-1-66-38-16,-2-1-30 15,-2-6 6-15,2-6-13 16,-3-7-6-16,1-9-3 16,-1-6-2-16,2-7-96 15,1-8-123-15,0-7-211 16,1 0-140-16</inkml:trace>
  <inkml:trace contextRef="#ctx0" brushRef="#br1" timeOffset="71336.14">23712 5233 210 0,'0'0'1107'0,"0"0"-1075"0,0 0-30 15,0 0-2-15,-9 89 53 16,9-33-3-16,4 4-23 15,4-2-6-15,-1-2-15 16,0-8-2-16,-3-7-4 16,-1-7-13-16,1-8-143 15,-4-8-197-15,0-12-262 16</inkml:trace>
  <inkml:trace contextRef="#ctx0" brushRef="#br1" timeOffset="71898.49">23596 5572 162 0,'0'0'1193'0,"0"0"-1156"16,0 0-35-16,0 0 48 16,0 0-38-16,0 0-11 15,117-65-2-15,-53 54-71 16,-2 2-14-16,-7 3 8 16,-15 1 48-16,-13 0 30 15,-13 5 1-15,-10 0 16 16,-4 0 54-16,0 0 36 15,0 0-20-15,0 0-47 16,0 1-3-16,-4 12-16 16,1 2 10-16,3-3-23 15,0 1-8-15,4-2 0 0,14-2 1 16,6-5-1-16,5-3-19 16,6-1-47-16,1-2-28 15,3-14-11-15,-1-1-51 16,1-2-86-16,-6 8 38 15,-5 5 88-15,-4 6 116 16,-11 0 37-16,-3 2 50 16,-4 11 15-16,1 0 12 15,-1 1-25-15,-3-3-15 16,-2-4-33-16,-1-3 14 16,0-4 4-16,0 0 21 15,0 0 64-15,-4-4-2 16,-9-14-60-16,-3-14-58 15,3-5 4-15,-3-6 11 16,6-10-25-16,4 3-10 0,5 5 3 16,1 5-6-16,0 14-1 15,0 8-1-15,11 8-10 16,5 10 5-16,3 0-16 16,1 17-29-16,3 14-9 15,-4 9-56-15,-6 3-97 16,-13 1-259-16</inkml:trace>
  <inkml:trace contextRef="#ctx0" brushRef="#br1" timeOffset="72198.64">22806 5971 1379 0,'0'0'189'15,"0"0"-189"-15,0 0-50 16,118-3 50-16,-19-1 74 16,31 2-39-16,26-3-15 15,14 0-6-15,15-3 4 0,-10 0-18 16,-22 2 0-1,-25 1-1-15,-35 4-43 0,-29 1-83 16,-31 0-119-16,-30-1-67 16,-13-1-173-16</inkml:trace>
  <inkml:trace contextRef="#ctx0" brushRef="#br1" timeOffset="72397.92">23011 6131 1539 0,'0'0'0'0,"0"0"-32"15,134 0 32-15,-37 0 104 0,24-3-56 16,19-7-31 0,12-4-13-16,-7-1-4 0,-12 0-66 15,-23-6-270-15,-22-3-468 16</inkml:trace>
  <inkml:trace contextRef="#ctx0" brushRef="#br1" timeOffset="72520.78">24521 5930 1744 0,'0'0'0'16,"0"0"-26"-16,0 0 26 15,0 0 0-15,0 0-19 16,0 0-200-16,8-17-415 15</inkml:trace>
  <inkml:trace contextRef="#ctx0" brushRef="#br1" timeOffset="81730.62">14903 5452 869 0,'0'0'155'0,"0"0"-129"0,0 0 35 15,0 0-2-15,0 0 15 16,0 0-37-16,0 0-32 15,19 19-1-15,5 23 16 16,-2 8 4-16,-6-1-9 16,-2-5-6-16,-4-8-5 15,-2-10 3-15,-1-10 8 16,-2-5 5-16,-4-8-5 16,3-3-1-16,1 0 13 15,8-11 24-15,11-21-4 0,9-15-32 16,5-12-8-1,4-4-6-15,2-1 2 0,3 4-1 16,-7 9-2 0,-9 14 0-16,-7 13-8 0,-16 11-57 15,-8 12-51-15,0 1-73 16,-32 12-278-16,-14 9-265 16</inkml:trace>
  <inkml:trace contextRef="#ctx0" brushRef="#br1" timeOffset="82064.14">15010 5354 929 0,'0'0'84'0,"0"0"-82"0,0 0 0 15,0 0 34-15,18 89 53 16,-3-40-14-16,0 5-45 15,1-4-13-15,-3-5 0 16,-5-11 5-16,-2-10-11 16,-2-8 11-16,-1-10 24 15,-1-4-2-15,0-2 5 16,-1 0 12-16,9-11-7 16,12-20-12-16,11-16-33 15,19-15-6-15,13-10-3 16,11-5-1-16,9 0-15 0,6 7-66 15,3 11-88 1,-5 13-103-16,-13 15-348 0</inkml:trace>
  <inkml:trace contextRef="#ctx0" brushRef="#br1" timeOffset="84529.84">14780 6670 846 0,'0'0'136'0,"0"0"-87"16,0 0 16-16,-16-87 4 15,16 62 8-15,8 6-42 16,6 7-12-16,1 10 2 16,2 2-16-16,0 18-8 15,8 20 15-15,-6 10 6 0,0 8-12 16,-4 1 0-16,-3-3-3 15,-5-6-7-15,-4-6 0 16,-3-10 1-16,0-13 2 16,0-7 1-16,0-7-1 15,0-5 5-15,0 0 13 16,0 0 23-16,0-19 7 16,0-11-48-16,0-13 1 15,0-5-4-15,6-5 2 16,4 0-2-16,3 6 0 15,3 9-1-15,0 13 0 16,1 12 0-16,-1 13-2 16,1 2 0-16,4 25-2 0,-1 15 5 15,-4 6 4-15,0 5-2 16,-6 0 4-16,-4-7-5 16,-1-9 4-16,0-8-5 15,-1-11-1-15,-3-7 1 16,1-8 2-16,-1-3-1 15,-1 0 0-15,2 0 7 16,0-12 4-16,1-17-12 16,2-13 3-16,1-6-3 15,0-5 0-15,1 4 1 16,-1 7-1-16,1 10 0 16,1 13 0-16,2 10-1 15,2 9-9-15,3 0 7 16,3 17 3-16,0 12 0 0,-2 7 1 15,-3 2 7-15,-1-1-4 16,-5-5-4-16,0-5 4 16,-4-6-4-16,1-6 0 15,2-6-2-15,-3-6 1 16,2-1-9-16,2-2-34 16,4 0-13-16,6-14 32 15,3-13-34-15,1-6-3 16,-5-8 10-16,-3-2 45 15,-1-1 7-15,-5 6 0 0,-2 7 3 16,-2 12 4 0,-3 11 44-16,0 8 36 0,0 3-41 15,0 28-43-15,0 12 24 16,0 8 16-16,0-1-20 16,9-9-22-16,7-6 10 15,6-9-9-15,3-11-2 16,2-8 0-16,0-4 1 15,-2-3 0-15,-1-3 2 16,2-15-2-16,-6-5 3 16,-2-5-4-16,-2-6-1 15,-6-7-2-15,-3 0-2 0,-3 1 4 16,-1 5 0 0,-3 13 2-16,0 10-1 0,0 12 0 15,0 0-5-15,0 24-10 16,0 9 15-16,0 3 4 15,3-1-1-15,4-6-3 16,2-7 0-16,4-7-1 16,0-5 2-16,3-6-2 15,2-4 1-15,-1 0 0 16,1-1 0-16,0-14-10 16,-1-4 5-16,-2-3-11 15,-3 1-5-15,-4-1 7 16,-2-4 8-16,-6 3 6 15,0-1-2-15,0 6 5 16,0 7 0-16,-3 5 9 16,0 3 8-16,0 3-3 15,3-2-5-15,0 2-7 0,0 0-2 16,-1 0 0-16,1 0 0 16,0 0 3-16,0 0 2 15,-3-2 2-15,3-1-3 16,0-1-4-16,-1-2-1 15,-1 2 0-15,2 0-2 16,0-3 1-16,0 2-1 16,0 0 0-16,0-2 0 15,0 0 2-15,0 0-2 16,0-2 0-16,0-5-1 0,0 1 2 16,0-6-1-1,0 0 3-15,0-2-2 0,0 1 0 16,0 5 2-16,0 6-3 15,0 6 6-15,0 2 5 16,0 1 1-16,0 0-12 16,0 8-7-16,0 23 7 15,0 11-2-15,0 9 4 16,0 6 2-16,0 0-1 16,2-3 5-16,6-5-5 15,2-8-2-15,2-9 0 16,1-8-1-16,1-8-1 15,2-5 1-15,1-8 0 16,4-3-3-16,2 0-4 16,3-16-16-16,1-8-10 0,-3-8-5 15,-3-6-7 1,-4-3 0-16,-9-6 0 0,-4-3 23 16,-4-1 17-16,0 2 1 15,-7 2 4-15,-6 7 6 16,0 7 8-16,3 16 25 15,4 7 10-15,3 10 11 16,3 14-54-16,0 23 4 16,0 13-10-16,6 7 15 15,10-1-14-15,2-3 4 16,0-5-1-16,2-7-4 16,-1-7-1-16,-4-7-1 15,-2-6-14-15,-3-6-72 0,-5-1-26 16,-5-9-129-16,0-5-233 15</inkml:trace>
  <inkml:trace contextRef="#ctx0" brushRef="#br1" timeOffset="84895.81">16166 6623 846 0,'0'0'91'15,"0"0"-89"-15,0 0 6 16,94-45 6-16,-40 28 4 15,1-1-13-15,-6 4-2 16,-13-1 3-16,-14 4 4 0,-9-2-3 16,-6 0-2-16,-7-2 54 15,0-2 48-15,0-1-41 16,-10-2-12-16,-6 2-14 16,2-1-7-16,2 9 1 15,6 4 7-15,2 6-9 16,2 0-5-16,2 24-26 15,0 18-1-15,0 15 26 16,0 13-7-16,9 6-1 16,2 2-6-16,7-1-1 15,-2-7-6-15,1-5-4 16,-1-8 0-16,-4-3-1 0,-5-7-1 16,-6-2-41-1,-1-4-83-15,0-7-39 0,0-8-135 16,-7-14-166-16</inkml:trace>
  <inkml:trace contextRef="#ctx0" brushRef="#br1" timeOffset="85614.87">16439 6897 616 0,'0'0'179'0,"-10"-138"-86"16,10 74 5-16,6 14 31 15,20 13-33-15,2 16-29 16,8 15-33-16,-1 6-16 15,1 18-8-15,0 19 18 16,-12 9 5-16,-5 4-18 16,-13 0 3-16,-2-4-14 0,-4-6-3 15,0-8-1-15,0-10-7 16,-2-11-68-16,0-11-4 16,2 0 16-16,0-20 31 15,4-17-209-15,11-15 91 16,2-11 145-16,-5-7 4 15,-2 0 2-15,-3 9 5 16,0 13 53-16,-2 15 29 16,-1 15 6-16,-1 10-17 15,-3 8-1-15,0 3-31 16,0 22-44-16,0 15 62 16,0 2 1-16,0-1-34 0,7-6-16 15,3-7-5 1,6-9-4-16,3-10 0 0,3-7-1 15,3-2 7-15,2-5-4 16,-1-14-2-16,-3-4-4 16,-6-2-1-16,-3 1-1 15,-4 4-1-15,-3 6-8 16,-4 5 9-16,-3 9-4 16,3 0 3-16,-1 0-16 15,4 22 0-15,3 5 18 16,1 5 0-16,2-1 3 15,2-4-3-15,2-8 1 16,-3-7-3-16,-1-5 2 16,-5-6 0-16,-3-1 3 0,-2-3 2 15,3-16 7-15,4-13-12 16,4-5 0 0,3-1 3-16,10-1-2 0,4 8-2 15,3 12 2-15,2 7-2 16,-3 11 2-16,-5 1-5 15,-6 9 8-15,-7 11 6 16,-8 6 12-16,-6-1 4 16,0 0 3-16,-7-3-2 15,-12-4-22-15,-1-4-3 16,-3-2-4-16,1-6-111 0,5-6-118 16,5 0-248-16</inkml:trace>
  <inkml:trace contextRef="#ctx0" brushRef="#br1" timeOffset="85742.48">17474 6366 1105 0,'0'0'0'0,"0"0"-207"16,0 0-33-16,0 0-142 15</inkml:trace>
  <inkml:trace contextRef="#ctx0" brushRef="#br1" timeOffset="86522.18">17569 6604 953 0,'0'0'222'0,"0"0"-190"16,0 0 11-16,0 0 45 16,0 0-46-16,0 0-42 15,-4-3-5-15,4 3-50 16,0 0-116-16,0-2-305 15</inkml:trace>
  <inkml:trace contextRef="#ctx0" brushRef="#br1" timeOffset="87662.54">17610 6470 717 0,'0'0'181'0,"0"0"-169"16,0 0-7-16,-14 82 7 15,18-59 47-15,17-2-15 16,3-3-23-16,-4-4-5 15,-7-8-5-15,-6-3-3 16,-4-2-4-16,-3-1 5 16,0 0 95-16,0-13 18 0,-13-11-95 15,-3-6-24-15,-2-5 6 16,-3-4 4-16,-5-2 6 16,-2-1 8-16,-2-2-10 15,7 4-5-15,4 4-3 16,11 10-1-16,8 7 1 15,0 8-5-15,25 6-4 16,13 5-1-16,13 0 0 16,0 23 2-16,3 21-3 15,-7 12-2-15,-9 13 3 16,-8 11-4-16,-10 10 4 16,-12 5 0-16,-8 1 0 0,0-6-1 15,0-15 2-15,-10-16 0 16,0-17 1-16,0-17 0 15,6-9 2-15,0-9 9 16,4-7-1-16,0 0 2 16,0-4 17-16,7-22-9 15,10-11-16-15,1-10-4 16,-1-2 0-16,-6 4 0 16,-9 5 0-16,-2 8-2 15,0 11 1-15,-5 6-46 16,-5 7-62-16,2 1-103 15,1-1-129-15,5-1-340 16</inkml:trace>
  <inkml:trace contextRef="#ctx0" brushRef="#br1" timeOffset="88011.76">18016 6399 1088 0,'0'0'117'0,"0"0"-101"15,70-95-6-15,-20 67 40 16,7 10 31-16,-4 13-40 16,-6 5-33-16,-13 26-3 15,-15 13-5-15,-13 8 6 16,-6 2-6-16,-22 4 5 16,-18 0 29-16,-8 1-12 0,-4-7-19 15,7-9 2-15,11-14-1 16,16-15 7-16,11-6 28 15,7-3 22-15,0 0-18 16,18-9-33-16,16-7-8 16,9 1 2-16,2 5-3 15,4 6-1-15,-1 4 0 16,1 0-6-16,1 4 6 16,-2 6-20-16,1 0-134 15,-4-1-41-15,-5-4-262 16</inkml:trace>
  <inkml:trace contextRef="#ctx0" brushRef="#br1" timeOffset="88188.03">18812 6493 562 0,'0'0'637'16,"0"0"-578"-16,0 0-59 15,0 0 0-15,0 0 19 16,3 97 9-16,-3-50-23 15,0-1 0-15,0-2-5 16,0-3-40-16,0-10-201 16,0-10-278-16</inkml:trace>
  <inkml:trace contextRef="#ctx0" brushRef="#br1" timeOffset="88728.78">19230 6311 903 0,'0'0'216'0,"0"0"-129"0,0 0-15 16,0 0 3-16,0-86 7 16,23 79-65-16,12 7-12 15,5 0-1-15,4 9-4 16,-4 14 2-16,-7 6-2 15,-9 4-1-15,-13 0 0 16,-11 3-2-16,0 1 3 16,-20-2 0-16,-16 1-1 15,-15-3 1-15,-1-3 19 16,3-7-18-16,8-11 2 0,18-6 6 16,7-6 15-1,10 0 33-15,6-5-10 0,0-9-25 16,8-2-22-16,21 1 2 15,7 6 3-15,8 4-1 16,0 5-4-16,-1 0 0 16,-3 5-9-16,-1 11 7 15,-3 1-18-15,-3 3-147 16,-2-3-31-16,-4-7-235 16</inkml:trace>
  <inkml:trace contextRef="#ctx0" brushRef="#br1" timeOffset="88915.98">19704 6451 1107 0,'0'0'166'0,"0"0"-150"0,0 0 11 16,0 0-6-16,0 0-14 16,0 0 24-16,24 116-23 15,-17-71-2-15,-3-1-6 16,2-3-4-16,-2-5-85 15,3-10-124-15,-2-11-191 16</inkml:trace>
  <inkml:trace contextRef="#ctx0" brushRef="#br1" timeOffset="89528.09">19963 6166 946 0,'0'0'121'0,"0"0"-40"16,0 0 12-1,0 0-44-15,0 0-48 0,0 0 1 16,-1 60 2-16,1-18 6 16,-2-1 9-16,-5-4-6 15,-1-9-10-15,3-3 4 16,2-6-5-16,1-10-2 15,2-2 1-15,0-6-1 16,8-1 0-16,15 0 9 16,8-1-5-16,4-10-3 15,-4 0 1-15,-3 2-2 16,-7 0 0-16,-4 1 0 0,-5-4 0 16,-6 1 0-1,-3 1 1-15,-3-4-2 0,0 0 1 16,0 2 0-16,-4 2 2 15,-3 3 0-15,0 3 11 16,4 3 10-16,-1 1 6 16,1 14-29-16,-2 21-1 15,0 14 1-15,4 5 12 16,1 3-11-16,0 1-1 16,3-4 0-16,7-1-1 15,-2-6-72-15,-8-13-136 16,0-12-288-16</inkml:trace>
  <inkml:trace contextRef="#ctx0" brushRef="#br1" timeOffset="90055.79">18958 6271 429 0,'0'0'250'0,"0"0"-204"16,0 0-45-16,0 0-1 15,0 0 19-15,0 0 71 16,7 25-12-16,-7-9-20 16,0-4 24-16,-4 0-18 15,-9-5-27-15,-2-1 7 16,-1-2 3-16,-2-4-8 15,-6 0-17-15,0 0-14 16,5-11 4-16,5-2 14 0,9-4 1 16,5-1-1-16,0 0-23 15,13 1 8-15,9 5-11 16,1 3 2-16,-2 4-1 16,-4 5-1-16,-3 0-5 15,-4 0 4-15,-3 13-6 16,-2 6 2-16,-3 3-3 15,-2 2-58-15,0-2-57 16,0 1-86-16,-5-2-234 16</inkml:trace>
  <inkml:trace contextRef="#ctx0" brushRef="#br1" timeOffset="90447.62">18897 6721 686 0,'0'0'40'15,"0"0"-32"-15,0 0 45 16,0 0 87-16,0 0-46 16,0 0-41-16,0 44 7 15,0-44 11-15,0 0-5 16,0 0-16-16,-5-16-31 15,1-3-19-15,4-3 8 16,0-3-8-16,14 3 0 16,9 4 1-16,4 5 0 0,-2 9-1 15,-5 4 0-15,-5 3-1 16,-5 17-1-16,-5 4 2 16,-5 0 8-16,0-2 9 15,-5-4 11-15,-8-3 4 16,1-7-3-16,2-3-8 15,3-2-16-15,-1-3-2 16,1 0-3-16,3 0-103 16,4-7-59-16,0-9-246 15</inkml:trace>
  <inkml:trace contextRef="#ctx0" brushRef="#br1" timeOffset="90836.13">20385 6667 924 0,'0'0'70'15,"0"0"-46"-15,0 0-7 16,0 0 41-16,-57 85-40 16,44-61-15-16,-3-4-3 15,1-1-43-15,0-3-260 16</inkml:trace>
  <inkml:trace contextRef="#ctx0" brushRef="#br1" timeOffset="91227.27">20483 6237 1178 0,'0'0'102'0,"0"0"-78"15,0 0 11-15,0 0 7 16,0 0 30-16,-71 136-28 15,65-67-28-15,6 1 6 16,0-7-5-16,6-8-12 16,10-11-3-16,6-12 1 0,1-13-3 15,3-9 6-15,-3-10-5 16,0 0 3-16,-1-16 8 16,-5-9-10-16,-6-4 4 15,-6-2-3-15,-5-1 1 16,0 4 2-16,-13 2-5 15,-9 9-2-15,-6 9 0 16,0 8-13-16,-1 11 12 16,3 15-12-16,7 7-89 15,12 4-56-15,7-3-85 16,0-8-243-16</inkml:trace>
  <inkml:trace contextRef="#ctx0" brushRef="#br1" timeOffset="91383.68">20762 6605 1177 0,'0'0'70'0,"0"0"-55"15,0 0-9-15,-13 80 21 16,8-53-15-16,1 0-12 16,4-5 0-16,0-5-61 15,0-8-250-15,9-9-336 16</inkml:trace>
  <inkml:trace contextRef="#ctx0" brushRef="#br1" timeOffset="92010.57">20993 6325 1006 0,'0'0'101'15,"-1"-81"-45"-15,-3 50 25 16,-1 7 14-16,1 6-49 15,-5 7-20-15,1 5 25 16,-4 3-18-16,-4 3-24 16,-5 0 15-16,-6 21-20 15,-3 11 5-15,2 4 2 16,4-2-11-16,8-4 0 0,9-9 0 16,7-6-5-16,0-2 0 15,18-3 5-15,17-4 2 16,9-2 3-16,6 0-3 15,4 2-2-15,-4 4 0 16,-5 7 0-16,-7 4-1 16,-11 1 0-16,-14 4 1 15,-11-2-2-15,-2 0-4 16,-13-3 6-16,-14-2 3 16,-7-5 13-16,-1-5 12 15,2-6 3-15,4-3 12 16,5 0-9-16,5-12-10 15,7-6-1-15,9-5-12 16,3-3-10-16,0 0-1 16,13 3-4-16,9 5 4 0,3 6-3 15,4 8-61-15,2 4-26 16,3 0-13-16,3 0-45 16,-1 12-53-16,3-2-108 15,-4-1-31-15,-5-3 174 16,-9-1 166-16,-8-2 48 15,-7 0 166-15,-1 6-1 16,-2 0 22-16,-1 6-60 16,0 7-62-16,0-1-31 15,-2 7-49-15,0 1-13 16,0-2-15-16,0 1-5 16,0-5-3-16,3-7-158 0,5-10-173 15,4-6-321-15</inkml:trace>
  <inkml:trace contextRef="#ctx0" brushRef="#br1" timeOffset="92216.34">21459 6148 1006 0,'0'0'183'15,"0"0"-120"-15,0 0-10 16,0 0-32-16,0 0-17 15,-10 90 59-15,10-28-22 16,6 1-39-16,1-6 6 0,1-9-8 16,3-9-8-1,5-9-81-15,0-13-120 0,1-13-196 16</inkml:trace>
  <inkml:trace contextRef="#ctx0" brushRef="#br1" timeOffset="92477.48">21663 6334 864 0,'0'0'219'16,"0"0"-208"-16,0 0-8 15,0 0 18-15,0 0 7 16,0 0-12-16,48 52-6 0,-27-52 9 16,-3-3 47-1,-1-19-1-15,-3 0 7 0,-8-2-3 16,-2 0-11-16,-4 3 12 15,0 0-15-15,-17 7-30 16,-3 5-25-16,-3 8-10 16,-3 1 6-16,1 17-70 15,2 17-82-15,5 5-34 16,7-3-174-16,11-7-203 16</inkml:trace>
  <inkml:trace contextRef="#ctx0" brushRef="#br1" timeOffset="92650.77">21908 6405 898 0,'0'0'415'0,"0"0"-414"0,0 0-1 16,0 96 18-16,-2-60 12 16,-1 2-27-16,3-6 0 15,0-3-3-15,0-9-14 16,3-8-170-16,4-12-232 15</inkml:trace>
  <inkml:trace contextRef="#ctx0" brushRef="#br1" timeOffset="92963.91">22045 6089 1050 0,'0'0'108'0,"0"0"-103"16,0 0-5-16,0 0 20 16,0 0 5-16,0 0-16 15,0-3 0-15,0 3 39 16,0 0-11-16,3 0-28 16,3 14 20-16,-2 12 38 15,3 3-26-15,-1 9-12 16,4 2-16-16,2 1-2 15,0-2-6-15,0-6-4 16,0-5 1-16,-5-6-2 0,-1-6-5 16,-1-1-84-16,-2-7-81 15,-1-7-178-15,0-1-445 16</inkml:trace>
  <inkml:trace contextRef="#ctx0" brushRef="#br1" timeOffset="93280.18">22219 6151 1213 0,'0'0'184'0,"0"0"-155"15,0 0-2-15,0 0 3 16,0 0-5-16,102-13-16 0,-74 37-3 16,-8 6-6-16,-8 3 0 15,-11 1 0-15,-1 1 0 16,-6-2 0-16,-16-4-3 15,-3-4 3-15,0-7 4 16,5-6-3-16,8-7 4 16,9-5-3-16,3 0 40 15,0-6 12-15,0-10-52 16,18-1 4-16,4 3-6 16,5 2 3-16,-1 6-8 15,3 4-1-15,1 2-41 16,3 0-105-16,1 5-80 15,-2 3-331-15</inkml:trace>
  <inkml:trace contextRef="#ctx0" brushRef="#br1" timeOffset="93452.1">22669 6390 1307 0,'0'0'80'0,"0"0"-74"16,0 0-6-16,0 0 51 15,-35 77-25-15,35-48-21 16,0-3-5-16,0-1-3 16,0-8-118-16,3-6-81 15,5-8-245-15</inkml:trace>
  <inkml:trace contextRef="#ctx0" brushRef="#br1" timeOffset="93714.74">22919 6425 1084 0,'0'0'19'0,"0"0"-15"15,109-31 64-15,-57 21 11 16,0 3-45-16,4-1-18 16,0 4 0-16,-5-3 22 15,-5 5-12-15,-17-1-17 16,-7-1-1-16,-13 3-5 15,-8-1 1-15,1 2 2 16,-2 0-5-16,0 0 0 0,0 0-1 16,0 0-29-16,0 0-131 15,0 0-188-15,-5 0-109 16</inkml:trace>
  <inkml:trace contextRef="#ctx0" brushRef="#br1" timeOffset="94228.16">23586 6117 701 0,'0'0'170'0,"0"0"-116"0,0 0 86 16,0 0-1-16,0 0-44 15,0 0-88-15,-2-9-1 16,2 44 9-16,0 11 25 15,6 2-22-15,2 2-11 16,-3-4-7-16,2-5 3 16,-2-7 0-16,0-4-3 15,1-6-6-15,4-9-140 0,4-11-181 16,0-4-363 0</inkml:trace>
  <inkml:trace contextRef="#ctx0" brushRef="#br1" timeOffset="94629.88">23758 6252 1152 0,'0'0'43'15,"0"0"-35"-15,0 0-8 16,0 0 12-16,0 0-2 16,0 0 1-16,37 63-2 15,-28-60 0-15,-1-3 1 16,-1 0-5-16,3 0 21 15,3-14 27-15,7-1-42 16,2 0-5-16,5 3-6 0,-5 3-1 16,1 6 1-1,2 3-4-15,0 0 4 0,2 2 0 16,0 8-4-16,-4-1 4 16,-5-4 1-16,-4-4 0 15,-4-1 40-15,-2 0 62 16,-1-9 3-16,0-9-15 15,-3-3-35-15,-2-2-9 16,-2 4-14-16,0-2-9 16,-2 4-14-16,-8 4-5 15,-1 1-10-15,-1 5 5 16,0 3-44-16,-1 4-26 16,-5 0-61-16,-4 11-124 15,-3 3-60-15,-2-1-452 0</inkml:trace>
  <inkml:trace contextRef="#ctx0" brushRef="#br1" timeOffset="95816.4">24282 6265 1114 0,'0'0'124'0,"0"0"-89"0,0 0-1 15,0 0 40-15,0 0-21 16,0 0-51-16,88-18 7 15,-44 18-9-15,-3 9-4 16,-5 8-7-16,-11-1-181 16,-17-1-271-16</inkml:trace>
  <inkml:trace contextRef="#ctx0" brushRef="#br1" timeOffset="95959.74">24312 6447 1151 0,'0'0'0'16,"0"0"-91"-16,104-7 87 0,-49-1 1 16,2-4-117-1,3 2-410-15</inkml:trace>
  <inkml:trace contextRef="#ctx0" brushRef="#br1" timeOffset="96644.04">24977 6052 86 0,'0'0'1087'16,"0"0"-1066"-16,0 0-17 16,0 0 55-16,0 0 103 15,0 0-37-15,-3-11-78 0,-8 11-8 16,-8 0-2-16,-8 0-31 15,-1 0 9-15,-4 0-5 16,0 0-1-16,4 0-3 16,1 0-3-16,6 0 1 15,0 0-4-15,10 0 5 16,1-1-3-16,6 0-2 16,4 1 3-16,0 0-3 15,0 0-5-15,0 0 2 16,0 0 3-16,0 0-3 15,0 0 3-15,0 0-6 0,0 2 0 16,0 12 5-16,0 4-3 16,-3 2 4-16,-2 2 0 15,-7-1 1-15,2-2-1 16,-1-1 1-16,2-5-1 16,4-6 0-16,2-3 1 15,1-4-1-15,2 0 3 16,0 0-2-16,0 0 2 15,0 0-3-15,5 0 0 16,16 0 2-16,11 0-1 16,10 0 2-16,3 0-3 15,-1 0-3-15,3 3 2 16,-2 11-1-16,-6 5-2 16,-8 6 4-16,-9 4-9 0,-14 2 8 15,-8 2-2 1,0-1-2-16,-15-4 5 0,-8-3 6 15,-3-3-3-15,-6-4 1 16,-6-5 1-16,-7-1 8 16,-3-1 0-16,6-3-13 15,5-5 5-15,9-3-3 16,14 0-2-16,4 0-14 16,6 0-45-16,4-9-51 15,7-7-107-15,25-3-140 16,16-5-140-16</inkml:trace>
  <inkml:trace contextRef="#ctx0" brushRef="#br1" timeOffset="96960.21">25132 6258 871 0,'0'0'344'0,"0"0"-344"0,0 0-1 15,0 0 1-15,0 0 27 16,0 0-11-16,-3 72-7 15,20-62 2-15,0-4-6 16,4-6 13-16,-2 0 34 16,1 0-2-16,-1-15 6 15,-4-4-9-15,-1-2-23 16,-4-2 17-16,-6 2-28 0,-4 0 0 16,-4 0 11-1,-16 2-13-15,-8 5-11 0,0 5-7 16,1 2-15-16,-2 7-27 15,5 0-41-15,2 8-23 16,0 11-30-16,5 0-102 16,7 1-43-16,5-2-84 15</inkml:trace>
  <inkml:trace contextRef="#ctx0" brushRef="#br1" timeOffset="97255.51">24662 6719 1082 0,'0'0'258'0,"0"0"-230"15,0 0-20-15,0 0 58 16,0 0-9-16,128-11-25 16,-46 2-19-16,9 2-8 15,-5 1 2-15,-7-1-6 16,-16 2-2-16,-15 4 0 16,-12 1-40-16,-21 0-155 0,-14 0-108 15,-1 0-353-15</inkml:trace>
  <inkml:trace contextRef="#ctx0" brushRef="#br1" timeOffset="97444.43">24695 6839 1196 0,'0'0'166'0,"0"0"-162"16,88 0-4-16,-18 0 15 15,21 0 12-15,6-8-21 16,-3 1-6-16,-11 3-1 0,-20-2-79 16,-22-3-352-16</inkml:trace>
  <inkml:trace contextRef="#ctx0" brushRef="#br1" timeOffset="98976.36">15043 7679 897 0,'0'0'187'0,"0"0"-175"15,-4-78 6-15,8 47 8 16,13 6 3-16,4 7-14 15,1 5-12-15,1 7 1 16,0 6 3-16,-1 11-7 16,-5 22 13-16,-3 8 34 15,-6 5-15-15,-6 6-16 16,-2-2-3-16,0-4-1 16,0-5-4-16,0-8-1 15,-5-8 18-15,-2-7-4 16,2-7-1-16,4-3 4 15,1-5 5-15,0-3 23 16,0 0 0-16,0-20-31 16,0-15-17-16,0-8-4 0,0-8 0 15,0 1 0-15,10 3-1 16,3 6-4-16,6 12 5 16,-2 9-5-16,-1 10 5 15,0 10-3-15,1 0 2 16,-2 9 1-16,1 16-3 15,-3 6 3-15,-5 3 2 16,-1 4-1-16,-2-2 3 16,-4-1-4-16,1-3 1 15,-2-4-1-15,0-8 3 16,0-6-2-16,0-5-1 16,0-5 1-16,0-1-1 0,2-3 5 15,1-3 5-15,4-22-4 16,1-12-4-16,2-11-2 15,2 0 0-15,-2 5 2 16,2 7-2-16,-2 8 0 16,-2 11 1-16,-2 6-2 15,3 10-4-15,3 1-2 16,1 15 5-16,4 14 2 16,-4 5 13-16,-1 3-6 15,-4-3-6-15,-1-3-1 16,-2-1 2-16,0-5-2 15,-2-6 0-15,2-6-1 16,2-4-5-16,3-9-59 0,5 0-52 16,7-3 14-16,5-19-92 15,3-10-209-15,-2-3-86 16</inkml:trace>
  <inkml:trace contextRef="#ctx0" brushRef="#br1" timeOffset="99792.67">15770 7590 679 0,'0'0'280'0,"0"0"-271"16,0 0 37-16,0 0 37 16,-18 78-29-16,18-47-40 15,0-1 1-15,0-2 7 16,9 0-4-16,2-8-7 0,-1-3-4 16,4-6-7-16,-3-4 5 15,1-7-2-15,3 0 6 16,-1 0 1-16,0-16-8 15,1-3 1-15,-3-7-1 16,-2-7-1-16,-2-1 0 16,-2-1 3-16,-5 1-2 15,-1 2 2-15,0 8-3 16,0 9 19-16,0 4 66 16,0 7-33-16,0 4-36 15,0 0-17-15,0 19-3 16,0 10 3-16,0 5 7 15,0-3-3-15,0-2 0 16,9-5-1-16,1-3-3 16,3-4 1-16,2-4-1 0,2-6 0 15,3-2-1-15,2-5-46 16,1 0-35-16,0-3-30 16,1-17-98-16,-4-6-44 15,-3-3 68-15,-7-7 28 16,-7-5 94-16,-3-1 64 15,0-2 16-15,0 2 57 16,-9 3 63-16,2 4 56 16,3 8-34-16,2 8-21 15,1 8-36-15,1 8-16 16,0 3-41-16,0 13-44 16,0 17 2-16,0 16 9 0,4 4 35 15,5-1-32 1,-1 1-8-16,4-5 12 0,0-1-8 15,1-5-5-15,4-7-2 16,1-4-2-16,2-12 1 16,2-7 0-16,3-9-2 15,3 0-4-15,1-12-45 16,-4-11-7-16,-5-9 13 16,-3-5 10-16,-7-7 0 15,-5-6-5-15,-4-3 38 16,-1 0 0-16,0 1 3 15,-1 9 11-15,-8 15 44 16,3 10 5-16,2 14 49 0,1 4-44 16,0 25-68-16,-3 19 0 15,5 11 15-15,1 2-8 16,0-5 0-16,1-4-6 16,11-4-1-16,0-5 0 15,0-2-2-15,-3-5-22 16,1-5-127-16,-4-6-76 15,-5-9-255-15</inkml:trace>
  <inkml:trace contextRef="#ctx0" brushRef="#br1" timeOffset="100142.82">16421 7654 696 0,'0'0'129'0,"0"0"-128"16,0 0 0-16,132-64 5 15,-81 40-2-15,0 0-1 16,-9 1 3-16,-14 3-5 16,-13 4 2-16,-9 0 8 15,-6-1 69-15,0-3 69 16,-10 0-69-16,-9 1-8 16,-3 3-48-16,2 4-3 15,6 7 19-15,6 5 0 16,4 0-12-16,3 8-28 15,1 22 5-15,0 11-5 0,0 13 13 16,12 4-3 0,3 6 15-16,0 3 22 0,0 4-27 15,-2 0-10-15,-2-2-8 16,-4-3 1-16,-1-6-3 16,-6-7-4-16,0-6-116 15,0-11-96-15,-3-11-168 16,-11-9-120-16</inkml:trace>
  <inkml:trace contextRef="#ctx0" brushRef="#br1" timeOffset="100369.11">16633 7750 898 0,'0'0'198'0,"16"-92"-155"0,20 62 22 15,4 10 30-15,5 13-19 16,0 7-52-16,-8 4-6 15,-5 21-8-15,-11 4-8 16,-5 1 8-16,-8 2 4 16,-8-2-11-16,0-2-2 15,0-3-1-15,0-5-20 16,-7-4-139-16,2-8-80 16,2-8-99-16,3-12-5 15</inkml:trace>
  <inkml:trace contextRef="#ctx0" brushRef="#br1" timeOffset="101190.66">16960 7414 607 0,'0'0'239'0,"0"0"-124"15,0 0 54-15,0 0-45 0,0 0-114 16,0 0-9-16,21 69 120 16,-16-14-93-16,0-6-6 15,5-8 8-15,3-10-19 16,1-10 7-16,2-9-11 15,3-7-2-15,1-5 0 16,6 0 3-16,2-11-3 16,-2-5-1-16,-4-4-1 15,-7 0 0-15,-5 0-3 16,-4 3-3-16,-2 5-3 0,-2 4 3 16,-2 5 3-1,0 3 0-15,1 0-5 0,2 6-8 16,8 16 2-16,3 6 11 15,6 2 1-15,8-3 0 16,2-7 0-16,2-7 1 16,-4-9 0-16,-7-4-2 15,-5 0 4-15,-5-7 1 16,0-9 1-16,-4-5-3 16,3-7-1-16,0-1-2 15,4-7 2-15,-2-2-2 16,0 1 0-16,-1 10-5 15,-1 8 5-15,-3 11 0 16,-2 8-3-16,1 0-4 16,7 14-3-16,1 9 10 0,3 2 2 15,1 1-2-15,-1-5 0 16,-2-4 2-16,-2-5-1 16,-4-6-2-16,-4-2 3 15,-3-2-2-15,-2-2 3 16,0 0 14-16,0 0 20 15,-4 0-4-15,-9 0-1 16,-4 0-4-16,-4 0-21 16,-3-14 18-16,0-6-11 15,3-4-8-15,3 2 11 16,4-3-12-16,6 8 2 16,3-3-2-16,5-1 2 0,0 0-7 15,0-1 0 1,17-1 2-16,3 3-3 0,5 3 2 15,-2 4 0-15,-1 5-1 16,-2 5 2-16,-2 3-2 16,0 0 0-16,1 22-2 15,-2 14 2-15,-1 12 2 16,-4 13 9-16,-2 4 14 16,-1 3-9-16,-5-5 1 15,3-4-11-15,-1-7-6 16,-3-3 1-16,-3-9-2 15,0-13-2-15,0-5-31 16,0-9-63-16,0-7-107 16,0-6-123-16,-6 0-359 0</inkml:trace>
  <inkml:trace contextRef="#ctx0" brushRef="#br1" timeOffset="101975.47">18171 7345 1062 0,'0'0'175'0,"0"0"-155"0,0 0 97 16,0 0 7-16,0 0-80 15,0 0-44-15,0-4 14 16,0 4-4-16,0 0 2 16,0 0 12-16,0 0 10 15,0 0 4-15,0 0-2 16,0-2-21-16,0 2-5 16,0 0-2-16,0-1-7 15,0 1 0-15,0-5-1 16,2-3 0-16,8 0-2 15,0-2-9-15,0 4 10 16,0-1 1-16,-1 1-14 16,1-2 8-16,0 2 3 0,-3 2 3 15,2 1 0-15,-6 1 2 16,-1 2-2-16,-2-1 0 16,0 1 1-16,0 0-1 15,-3 0 8-15,-14 0 6 16,-6 6-1-16,-6 1-7 15,-1 1 1-15,1 1 1 16,0-2-8-16,2 3 1 16,2 0-1-16,5 0 1 15,5 0-2-15,6-3-5 16,9-4 5-16,0-3 1 16,0 0-4-16,0 0 4 0,0 0-6 15,9 0 6-15,13 0-1 16,7 0 2-16,3 1-1 15,4 7 0-15,-3 4-4 16,-3 5 2-16,-3 4 1 16,-7 6-3-16,-9 3 3 15,-7 1-3-15,-4 1 4 16,0-5-2-16,-4-6 5 16,-9-4-3-16,-5-4 3 15,-7-1 11-15,-4-2-4 16,-3-3-7-16,2-1 6 15,4-2-5-15,4-1-4 16,5-3 0-16,11 2-1 0,2-2-11 16,4 0-50-1,1 0-60-15,27-7-157 0,10-16-142 16</inkml:trace>
  <inkml:trace contextRef="#ctx0" brushRef="#br1" timeOffset="102212.93">18604 7294 1126 0,'0'0'201'0,"0"0"-195"16,0 0-6-16,0 0 4 16,0 0 16-16,0 0-8 0,25 44-3 15,-13-44 2-15,-2-16 38 16,-7 0-17-16,-3-2-21 15,0 3 31-15,0 3-27 16,-3 6-15-16,-8 4-22 16,-3 2-83-16,0 8-5 15,1 11-95-15,3 5-197 16</inkml:trace>
  <inkml:trace contextRef="#ctx0" brushRef="#br1" timeOffset="102408.9">18624 7604 741 0,'0'0'264'0,"0"0"-245"0,0 0 55 16,0 0 52-16,0 0-18 15,0 0-50-15,91-3-29 16,-77-12-15-16,-7-1-9 16,-7 2 4-16,0 1-9 15,0 2-11-15,-11 3-57 16,-9 0-60-16,-7 0-155 15,-4-1-302-15</inkml:trace>
  <inkml:trace contextRef="#ctx0" brushRef="#br1" timeOffset="103375.43">19438 7253 729 0,'0'0'119'0,"0"0"-113"16,0 0 9-1,0 0 171-15,0 0-72 0,0 0-43 16,44-26 19-16,-46 26 34 15,-16 0-34-15,-10 0-45 16,-13 5-22-16,-2 5-8 16,-4-3 21-16,-1 0-15 15,1 2-16-15,5 0-3 16,10-1 2-16,11-2-4 16,11-3 1-16,8-3-1 15,2 0-3-15,0 0-2 16,0 0 5-16,0 0-3 15,0 0 6-15,0 1 0 0,0 1-3 16,0 4-9 0,3 6 7-16,7 5 0 0,0 6 4 15,-5 7-4-15,-4 0 6 16,-1 3-4-16,0-4 0 16,0-5 0-16,-7-6 0 15,1-7 2-15,3-6 0 16,3-5-2-16,0 0 4 15,0 0 2-15,2-3-6 16,16-12 0-16,7-1-1 16,8 0 2-16,2 5-1 15,6 7 0-15,1 2-4 16,-7 2 4-16,-4 3 0 16,-11 17-8-16,-9 4 8 0,-8 5-2 15,-3-2 2 1,-7-3-2-16,-16 0 4 0,-7-3 9 15,-7 0 14-15,-3-3-14 16,1 0 1-16,4-4-10 16,10-2-2-16,5-5 0 15,9 1-8-15,4-6-17 16,5 3-73-16,2-3-174 16,9-2-102-16,17-3-96 15</inkml:trace>
  <inkml:trace contextRef="#ctx0" brushRef="#br1" timeOffset="103572.37">19624 7503 1270 0,'0'0'99'16,"0"0"-99"-16,0 0 7 15,-6 87 11-15,6-47 5 16,0 0-7-16,-2-2-14 15,-3-4-1-15,0-2-2 16,1-5-15-16,2-5-132 16,2-8-176-16,0-9-184 15</inkml:trace>
  <inkml:trace contextRef="#ctx0" brushRef="#br1" timeOffset="103819.73">19786 7271 1100 0,'0'0'147'16,"0"0"-124"-16,0 0-20 16,0 0-3-16,0 0 13 15,27 96 0-15,-15-56-2 16,-2-2-11-16,-2-2 3 0,-2-6-3 15,1-9 0 1,2-5-29-16,3-8-117 0,4-8-67 16,2 0-183-16</inkml:trace>
  <inkml:trace contextRef="#ctx0" brushRef="#br1" timeOffset="104108.35">20002 7417 902 0,'0'0'216'0,"0"0"-208"15,0 0 12-15,0 0 32 16,-5 78-4-16,25-62-30 16,12-11-3-16,3-5 3 15,0 0-3-15,-5-13 16 16,-5-7 25-16,-10-3 15 16,-8-7-22-16,-7 1-5 0,0-3 21 15,-12 2-2-15,-16 2-26 16,-7 2-7-16,-4 6-30 15,3 6 0-15,4 9-3 16,3 5-6-16,6 5-12 16,4 18-35-16,9 8-47 15,10 0-58-15,0 5 2 16,23-4-142-16,5-6-119 16</inkml:trace>
  <inkml:trace contextRef="#ctx0" brushRef="#br1" timeOffset="104299.06">20405 7434 978 0,'0'0'360'0,"0"0"-326"16,0 0-34-16,0 0 0 16,0 0 9-16,0 112 36 15,-7-60-45-15,-5-5 3 16,-1-4-3-16,1-7-7 15,2-7-131-15,7-10-122 16,0-12-133-16</inkml:trace>
  <inkml:trace contextRef="#ctx0" brushRef="#br1" timeOffset="104538.06">20548 7251 715 0,'0'0'572'0,"0"0"-549"15,0 0-18-15,0 0-5 16,0 0 10-16,32 120 20 16,-24-71-17-16,-2 2-12 15,-3-4 0-15,-3-5-1 16,0-7 0-16,2-7-91 15,-2-8-170-15,0-11-212 16</inkml:trace>
  <inkml:trace contextRef="#ctx0" brushRef="#br1" timeOffset="104941.59">20837 7217 1025 0,'0'0'183'16,"0"0"-171"-16,0 0 6 16,0 0 18-16,0 0 5 15,0 0-13-15,-16 21-28 0,9-3 15 16,3 2-1 0,-2-2-7-16,3 0 1 0,1-5-2 15,2 0-3-15,0-6-2 16,9-2 0-16,11-4 9 15,8-1-1-15,4 0-8 16,5 0 5-16,7 0-4 16,-1 0-1-16,0 0-2 15,-5 0 2-15,-9 0-1 16,-10 3 0-16,-9 5 3 16,-7 2-3-16,-3 2 3 15,0 3 35-15,-23 5 9 16,-15 1-9-16,-5 0-22 15,-5 0-16-15,-3-5-6 16,5-6-113-16,4-10-97 16,12-2-427-16</inkml:trace>
  <inkml:trace contextRef="#ctx0" brushRef="#br1" timeOffset="105086.69">21034 7180 777 0,'0'0'419'15,"0"0"-415"-15,0 0 2 16,0 0-1-16,98-11-3 16,-70 20-2-16,-1 4-6 15,-4 4-142-15,-5-5-296 16</inkml:trace>
  <inkml:trace contextRef="#ctx0" brushRef="#br1" timeOffset="105258.33">21326 7333 1302 0,'0'0'96'0,"0"0"-91"16,0 0-4-16,0 90 63 15,0-48-23-15,0 1-35 16,0-3-4-16,3-7-2 16,4-6 0-16,-1-5-149 15,1-13-131-15,-1-5-326 16</inkml:trace>
  <inkml:trace contextRef="#ctx0" brushRef="#br1" timeOffset="105807.7">21510 7244 1259 0,'0'0'121'0,"0"0"-120"15,0 0 9-15,0 0 48 16,117-12-7-16,-78 22-42 16,-10 3 2-16,-7 3-6 15,-12 0-3-15,-8 2-1 0,-2 1 2 16,0 0 2 0,-20 3 14-16,-4 0-1 0,-1-1-5 15,2-4-9-15,8-5-3 16,7-8 2-16,8-4-3 15,0 0 5-15,0 0 1 16,4-3-6-16,18-12 1 16,7-1-1-16,4 1-2 15,-1 3 0-15,-3 6-5 16,-6 3 5-16,-3 3 2 16,-1 0-1-16,2 0 1 15,0 0 0-15,1 0-1 16,4-6 1-16,2-7 2 15,-3-1-1-15,-3-3 10 16,-6 0-8-16,-7 0 59 16,-9-2-13-16,0 4-3 15,-5 0-6-15,-15 0-11 0,-6 3-25 16,0 3-4-16,1 5-6 16,1 4 3-16,5 0 3 15,2 3-36-15,3 14-28 16,6 3-31-16,5 4-85 15,3 1-21-15,0-6-178 16,0-1-256-16</inkml:trace>
  <inkml:trace contextRef="#ctx0" brushRef="#br1" timeOffset="106000.72">22210 7335 997 0,'0'0'232'0,"0"0"-232"16,0 0 5-16,0 0 38 16,0 102 32-16,0-60-48 15,0 0-14-15,0-2-7 16,0-5-6-16,0-5 0 16,0-9-50-16,0-9-194 15,4-10-352-15</inkml:trace>
  <inkml:trace contextRef="#ctx0" brushRef="#br1" timeOffset="106285.65">22742 7367 1043 0,'0'0'177'16,"0"0"-176"-16,0 0 4 15,116-15 84-15,-70 14-34 16,6 0-28-16,2-1 1 16,-5 1 3-16,-5-4 3 15,-10 2 2-15,-9-1-19 16,-9 0-4-16,-6 2 0 16,-3-2-11-16,-5 3-1 0,-1 1-1 15,-1 0 0-15,0 0-47 16,0 0-112-16,0-2-114 15,0-2-307-15</inkml:trace>
  <inkml:trace contextRef="#ctx0" brushRef="#br1" timeOffset="106486.48">23275 7217 907 0,'0'0'291'0,"0"0"-252"0,0 0-36 16,0 0 36-1,0 0 2-15,0 0 60 0,0 94-63 16,0-58-18-16,0 0-6 16,0 0-6-16,0-1-8 15,2-3 0-15,-2-4-1 16,2-4-139-16,-2-10-118 16,0-10-362-16</inkml:trace>
  <inkml:trace contextRef="#ctx0" brushRef="#br1" timeOffset="106750.09">23444 7067 1213 0,'0'0'193'0,"0"0"-193"0,0 0 10 15,0 0 5-15,0 93 105 16,0-39-69-16,4 2-26 16,1-5-10-16,-1-5-6 15,2-5-9-15,1-4 3 16,-3-4-6-16,1-6-53 16,0-11-157-16,0-10-150 15,2-6-417-15</inkml:trace>
  <inkml:trace contextRef="#ctx0" brushRef="#br1" timeOffset="107176.13">23600 7282 1062 0,'0'0'167'0,"0"0"-163"16,0 0 0-16,0 0 7 15,0 0 21-15,0 0 9 16,67 78-22-16,-57-78 27 15,-4 0 7-15,-2 0 18 16,-1-12 18-16,0-6-31 16,-3 2-17-16,4-3-17 15,1 4-19-15,3 2-1 16,9 4-4-16,6 2 0 16,5 7 0-16,6 0-7 0,0 0 7 15,-1 4-1-15,-1 6-3 16,-4-1 4-16,-6-3 0 15,-7-1 1-15,-9-3-2 16,-2-2 4-16,-4 0 1 16,0 0 11-16,0-7 48 15,0-11-14-15,-8-4-40 16,-6-2 12-16,-3-1-5 16,1 7-14-16,2 2 2 15,4 6-4-15,4 5-4 16,2 3-15-16,4 2-36 15,0 0-38-15,0 0-117 16,0 8-93-16,5 0-130 16</inkml:trace>
  <inkml:trace contextRef="#ctx0" brushRef="#br1" timeOffset="107492.36">24143 7017 818 0,'0'0'139'16,"0"0"-133"-16,0 0 72 15,0 0 50-15,0 0-63 16,0 0-45-16,0-7-10 0,0 7 58 16,0 0 20-1,0 0-12-15,0 0-29 0,0 0-16 16,1-2-3-16,8 2 10 15,6-3-2-15,7 0-4 16,6 0 2-16,1 0-29 16,-3 3 1-16,0 0-6 15,-5 0 0-15,0 0-1 16,-7 8-18-16,0 2-85 16,-8 2-143-16,-6 0-152 15</inkml:trace>
  <inkml:trace contextRef="#ctx0" brushRef="#br1" timeOffset="107665.67">24176 7198 1079 0,'0'0'315'16,"0"0"-315"-16,0 0 0 16,0 0 1-16,0 0 13 15,0 0 0-15,103 4-6 16,-67-4-8-16,1 0-136 15,-7 0-195-15,-5-4-420 16</inkml:trace>
  <inkml:trace contextRef="#ctx0" brushRef="#br1" timeOffset="108240.77">24561 7028 1155 0,'0'0'280'0,"0"0"-278"15,0 0 1-15,0 0 64 16,112-18 3-16,-85 32-52 16,3 6-11-16,-8 5-1 15,-8 0-4-15,-8 1 1 16,-6-2-3-16,-12 1 6 16,-20-1-3-16,-10-1 26 15,-1-3-9-15,0-5-2 16,9-5-15-16,13-4 4 15,10-5 1-15,11-1-5 16,0 0 21-16,0 0-14 0,18-8-5 16,16-9 6-16,10-6-10 15,9 1-1-15,4 1 0 16,5 1-8-16,-2 2 6 16,-7 5-15-16,-5 0-19 15,-14 6 14-15,-9 4 22 16,-9 3 3-16,-10 0-3 15,1 0-4-15,-4 4 3 16,4 9-1-16,5 3 2 16,-1 2 5-16,10 1-4 15,2-2 13-15,5-6 2 16,-4-5-5-16,1-6 18 0,2 0 4 16,-6-11 1-1,0-7-2-15,-5-3-20 0,-6-5 5 16,-3 1 12-16,-7-2-20 15,0-2-2-15,-20 3 0 16,-4 1-5-16,-4 6-2 16,-2 11-13-16,-7 8-8 15,-6 0-27-15,-5 15-36 16,-1 18-29-16,-9 6-184 16,-5 6-195-16</inkml:trace>
  <inkml:trace contextRef="#ctx0" brushRef="#br2" timeOffset="115456.15">21497 5897 566 0,'0'0'219'0,"0"0"-188"0,0 0 0 16,0 0 54-16,0 0 31 15,0 0-70-15,0 0 17 16,-54-36-30-16,36 36-2 16,-3 0 0-16,0 1-2 15,-6 14-4-15,-1 11-1 16,-4 10 0-16,-2 12 7 15,4 13-5-15,5 6-4 16,12 7-15-16,11 5 2 16,2-2-4-16,17-8-4 15,18-10 1-15,12-15-2 16,8-10 1-16,10-8-2 0,4-8-19 16,3-11-7-1,1-5-7-15,-1-2-7 0,0-6-5 16,-7-14 5-16,-6-6-7 15,-11-3 41-15,-11 0 7 16,-7-4 5-16,-6-7-3 16,-6-4 4-16,-8-8 0 15,-9-2 19-15,-1 1 13 16,-11-1-1-16,-17 1 21 16,-8 0-32-16,-2 1-12 15,-1 7 1-15,1 3 6 16,3 9-6-16,5 8-3 15,0 9-12-15,0 8-7 0,-2 8-7 16,-7 15-35 0,-2 21-50-16,-5 13-20 0,-2 7-134 15,-4 0-204-15</inkml:trace>
  <inkml:trace contextRef="#ctx0" brushRef="#br2" timeOffset="116423.62">20070 6997 684 0,'0'0'56'0,"0"0"-51"0,0 0-4 16,0 0 31-16,0 0 25 15,-97-5-20-15,74 12-11 16,-5 5 14-16,-3 1 3 15,-4 3-6-15,2-1 1 16,-4 4 10-16,2 1-9 16,-2 2-8-16,4 4-9 15,1 5-5-15,4 0 9 16,4 5-2-16,6 6 9 16,8 3-15-16,8 4-5 15,2 9 1-15,9 0-8 0,14 2 0 16,10-5 3-1,11-7 1-15,6-4-3 0,5-7-2 16,2-3-3 0,2-8-2-16,-4-5-3 0,0-7 0 15,-2-12 0-15,2-2-7 16,2-9-8-16,2-17-15 16,-4-9 8-16,-3-4 1 15,-9-2 8-15,-8-1 16 16,-8-6 3-16,-9-4-2 15,-2-6 4-15,-10-4-3 16,-4 3 0-16,-2 3 3 16,0 5 10-16,-20 3 23 15,-5 7 4-15,-7 6-22 16,-2 7-4-16,-4 7 16 16,-5 5-13-16,0 8-19 0,-9 8 0 15,-2 0-17-15,-3 24-49 16,-1 14-42-16,1 6-99 15,8-1-260-15</inkml:trace>
  <inkml:trace contextRef="#ctx0" brushRef="#br2" timeOffset="118105.73">22976 6077 429 0,'0'0'69'0,"-17"128"-25"16,17-60-37-16,0-7-7 15,17-12-3-15,10-13-5 16,3-13-4-16,6-13 12 16,3-10-11-16,5 0-41 15,-1-23-19-15,-3-10-9 16,-5-6 80-16,-8-2 13 16,-7-2 25-16,-6-3 44 15,-6 3-22-15,-6-3 24 16,-2-1-18-16,-2 4-18 0,-16-1-39 15,-6 6 4-15,-3 5-7 16,-6 10-6-16,-7 12-5 16,-4 11 4-16,-2 2-20 15,1 24-51-15,1 5-71 16,6 6-64-16</inkml:trace>
  <inkml:trace contextRef="#ctx0" brushRef="#br2" timeOffset="119705.39">21929 6858 752 0,'0'0'100'0,"0"0"-98"0,-97-30 0 16,59 22 24-16,0 3 58 15,-1 4-22-15,-3 1-30 16,1 3-14-16,-3 19 5 15,-1 12-6-15,0 14 2 16,7 14 14-16,4 16 1 16,12 15 19-16,10 8-20 15,11 2-19-15,1-3 0 16,18-15-13-16,16-12 2 16,12-19 0-16,12-19-3 15,8-14-6-15,11-14-13 16,7-7-10-16,4-6 3 15,-2-20 1-15,-8-10-8 16,-11-10 21-16,-15-10 4 0,-9-5 8 16,-9-5 2-16,-12-4 3 15,-13-1 9-15,-9-2 5 16,-6 0-2-16,-26 4 5 16,-11 5 4-16,-11 5-12 15,-6 12-12-15,-4 16-2 16,6 14-9-16,6 17-4 15,9 0 7-15,8 26-34 16,8 12-48-16,12 8-90 16,13 0-140-16,2-2-50 0</inkml:trace>
  <inkml:trace contextRef="#ctx0" brushRef="#br2" timeOffset="121355.02">14443 6514 624 0,'0'0'118'16,"0"0"-92"-16,0 0 19 15,0 0 14-15,0 0 31 16,0 0 21-16,-26-76-51 16,26 76-29-16,0 5-30 15,14 19 11-15,4 12 37 16,4 9-1-16,-2 0-9 0,-3-4-29 16,-2-13 5-16,-5-10-6 15,0-12 8-15,0-6 15 16,9-13 41-16,13-31-4 15,16-21-53-15,14-23-14 16,6-14-1-16,7-1-1 16,3 4-33-16,-3 18-65 15,-2 22-64-15,-10 27-74 16,-15 31-265-16</inkml:trace>
  <inkml:trace contextRef="#ctx0" brushRef="#br2" timeOffset="122190.88">14488 7885 1039 0,'0'0'191'0,"0"0"-167"15,0 0-11-15,0 0-13 16,0 104 13-16,0-73 21 16,5-8-12-16,10-12-1 15,8-11 28-15,9-3 17 0,19-31-18 16,17-21-23-1,22-19-24-15,17-15 2 0,12-9-3 16,8-4-99 0,-6-2-122-16,-20 8-408 0</inkml:trace>
  <inkml:trace contextRef="#ctx0" brushRef="#br2" timeOffset="127992.6">15103 8790 695 0,'0'0'124'0,"0"0"-104"15,0 0 93-15,0 0 31 16,0 0-54-16,-38-76-45 15,36 52-9-15,2 1 19 16,0 4-7-16,0 4 7 16,0 7-10-16,0 3-5 15,0 4-23-15,4 1-16 16,10 0-2-16,5 18-1 16,1 12 2-16,0 6 7 15,-2 3-4-15,-4 0-1 0,-6-3-2 16,-3-2 6-1,-3-7-6-15,-2-8 0 0,0-4 0 16,0-7-1-16,0-5 0 16,0-3 2-16,0 0 13 15,0 0-4-15,0-8 1 16,0-15-11-16,0-11-3 16,0-10-1-16,0 0-2 15,8-7-2-15,7 5 4 16,4 6 1-16,2 11 1 15,0 11 0-15,-1 11 0 16,-2 7 1-16,2 2-7 16,1 25 8-16,0 9 10 15,-1 5 5-15,-2 3 0 16,-6-5-12-16,0-4 2 0,-4-6-3 16,-3-7-2-16,-4-8-1 15,-1-7-3-15,0-3 4 16,0-4 2-16,0 0 5 15,0 0 2-15,0 0 2 16,0-20-11-16,0-8-1 16,0-13-14-16,0-5 12 15,0-1 1-15,0 5-2 16,6 10 3-16,2 12 1 16,4 7 0-16,0 9-8 15,2 4 7-15,2 0-5 16,3 17 6-16,-2 12 4 0,0 7 8 15,0 6-4-15,-6-4-1 16,1 0-4-16,-5-7-1 16,1-4 2-16,-3-7-4 15,1-9 0-15,-2-2-3 16,-1-6-3-16,4-3-18 16,3-3 3-16,7-20 12 15,3-8 4-15,-3-9-7 16,-2-6 10-16,-5-3-9 15,-3 4 7-15,-6 11 4 0,-1 14 0 16,0 11 5 0,0 9 8-16,0 0 14 15,0 12-27-15,0 20 5 0,0 10 12 16,3 3 10-16,3 0-21 16,1-7-6-16,2-8 1 15,3-4 3-15,2-10-4 16,-1-5-5-16,0-7 4 15,4-4-6-15,2 0-1 16,-2-16 2-16,1-8-1 16,-4-8-8-16,-1-5 14 15,-4-1-3-15,-4-2 3 16,-3 6-1-16,-2 8 2 16,0 10 2-16,0 8-1 15,0 8 12-15,0 0-9 16,0 15-4-16,0 17 0 15,0 10 8-15,0 3 4 0,5-6-10 16,9-7 2-16,0-10-4 16,3-8 0-16,1-6-5 15,2-8 1-15,4 0 0 16,3-18-8-16,-1-9-1 16,0-6-10-16,-7-4 8 15,-3-4 6-15,-8-1-8 16,-6 0 17-16,-2 5 0 15,0 7 0-15,-2 7 2 16,-5 11 1-16,3 9 29 16,0 3 9-16,1 0-41 0,-1 24 0 15,2 8 0 1,2 8 18-16,0 0-14 0,0-6-3 16,13-6 1-1,0-2-1-15,1-9-1 0,2-4-5 16,0-8-8-16,3-5-15 15,3 0 4-15,1-7-17 16,-1-12-2-16,-1-8 24 16,-8-3 11-16,-1-3 4 15,-6-1-2-15,-6-1 6 16,0 2 4-16,0 1 2 16,-12 6 22-16,-1 7 23 0,4 9-14 15,2 5 3 1,6 5 2-16,1 3-39 0,0 25 5 15,0 16-8-15,11 7 31 16,2 3-21-16,3-3-10 16,0-4 3-16,1-7-3 15,-2-7-15-15,-3-8-41 16,-5-7-60-16,-6-4-81 16,-1-8-90-16,0-6-218 15</inkml:trace>
  <inkml:trace contextRef="#ctx0" brushRef="#br2" timeOffset="128345">16314 8668 898 0,'0'0'159'0,"0"0"-141"15,0 0 11-15,0 0 27 0,0 0 15 16,105-7-50-16,-60 7-13 16,4 0-5-16,-4-12 5 15,-7-7-4-15,-6-4 2 16,-12 1-3-16,-7-2 1 15,-6 1 5-15,-7 1 22 16,0-2 23-16,-1 4-1 16,-10 3 3-16,3 5-22 15,-1 6-3-15,6 4 9 16,3 2-5-16,0 0-35 16,0 14-3-16,0 9 3 15,6 8 18-15,1 0-7 16,2 3-7-16,1-3 0 0,-1 0 1 15,-3-4-4-15,1-5 0 16,-2-6-2-16,-2-1-14 16,0-2-62-16,1-6-92 15,-1 1-44-15,-1-8-199 16,0 0-373-16</inkml:trace>
  <inkml:trace contextRef="#ctx0" brushRef="#br2" timeOffset="129503.5">16815 8383 874 0,'0'0'265'0,"0"0"-232"15,0 0-24 1,0 0 79-16,-13 114 19 0,13-46-50 15,10 7 2-15,0 6-14 16,-3 3-20-16,-3-4 3 16,-1-7-20-16,-3-5-4 15,0-8-4-15,0-10-2 16,0-12-28-16,-9-16-50 16,1-9-16-16,-3-10-11 15,1-3-23-15,-3-14-172 16,2-21-52-16,-1-13 231 15,2-11 123-15,0-8 13 16,0-9 54-16,3-6 45 16,5 2-2-16,2 6 45 15,9 14 29-15,16 17-61 16,8 16-27-16,6 9-28 0,1 12-26 16,2 6 5-16,-4 0 4 15,-3 7-12-15,-8 10-9 16,-10 6-6-16,-11 2-2 15,-6 3 0-15,0-2-5 16,-18 2-10-16,-2-2-6 16,2-3-1-16,4-7 0 15,7-8-42-15,6-8-26 16,1-2 36-16,0-25-47 16,18-13-94-16,6-10 23 15,2 0 57-15,0 7 31 0,-5 9 55 16,-4 13 7-1,-6 10 46-15,-2 6 40 0,-1 5-9 16,-1 0-42-16,5 2 22 16,0 8 18-16,1 3-33 15,0 2-11-15,2-2-12 16,-1-1-8-16,0-3-6 16,-2-3-1-16,-3-3-4 15,1-2 0-15,-3-1-19 16,0 0-9-16,5-1 1 15,2-13-27-15,2-1 2 16,3 1 15-16,1 3 19 16,0 5 5-16,-2 3 3 15,-2 3 10-15,-3 0 0 16,-5 4 0-16,-2 9 50 0,-3 6 15 16,-3-1-9-16,0-5-2 15,0-2-11-15,0-6 7 16,0-5-3-16,-4 0 13 15,-8 0 15-15,-2 0-32 16,-5-9-28-16,4-14 4 16,4-8-1-16,5-10-14 15,6-6-2-15,0 2 0 16,7 7-2-16,15 9-2 16,4 11-3-16,6 8 4 15,1 9 1-15,1 1 2 16,-3 8-2-16,1 22-2 0,-3 11 2 15,-4 12 1-15,-3 6 5 16,-7 2 10-16,-9 4-9 16,-2 1 0-16,-4-4-7 15,0-8 0-15,0-14-10 16,2-13-56-16,4-10-69 16,4-14-105-16,2-3-202 15</inkml:trace>
  <inkml:trace contextRef="#ctx0" brushRef="#br2" timeOffset="129718.91">17932 8240 1303 0,'0'0'244'0,"0"0"-239"0,-11 83-5 16,11-26 43-16,0 1 13 15,10 4-25-15,4-7-20 16,-3 0-11-16,0-8 0 16,-1-3-18-16,-1-9-99 15,2-11-76-15,1-12-141 16,0-12-310-16</inkml:trace>
  <inkml:trace contextRef="#ctx0" brushRef="#br2" timeOffset="129987.23">18159 8523 1214 0,'0'0'55'15,"0"0"-51"-15,4 85 21 16,21-65 19-16,9-15-17 16,2-5-21-16,3-2 4 15,-4-22-1-15,-5-6-3 16,-7-3 16-16,-8-1 49 15,-11 2 25-15,-4 1-22 16,-14 3-32-16,-14 5-18 16,-2 5-21-16,5 8-2 0,5 5-2 15,4 5-16-15,6 0-88 16,7 15-114-16,3-1-71 16,0-5-368-16</inkml:trace>
  <inkml:trace contextRef="#ctx0" brushRef="#br2" timeOffset="130257.19">18594 8365 1270 0,'0'0'82'16,"0"0"-77"-16,0 0-5 0,0 0 55 15,0 0 2 1,119-32-30-16,-89 15-9 0,-5-1 8 15,-8-2 5-15,-9 0 0 16,-8 2-2-16,0 1 22 16,-3 2-14-16,-13 3-33 15,0 3-4-15,-2 4-9 16,1 5-7-16,-1 0-50 16,-1 20-68-16,4 9-46 15,4 2-158-15,2 3-154 16</inkml:trace>
  <inkml:trace contextRef="#ctx0" brushRef="#br2" timeOffset="130505.24">18754 8570 929 0,'0'0'346'0,"0"0"-334"15,0 0-7-15,0 0 66 16,0 0-7-16,0 0-18 15,83-28-8-15,-75 15 29 16,-5 0-8-16,-3 0-11 16,0 2-16-16,-8 4-19 15,-9 5-13-15,-3 2-3 16,-2 0-17-16,-2 17-54 16,2 10-76-16,0 1-89 15,5-4-377-15</inkml:trace>
  <inkml:trace contextRef="#ctx0" brushRef="#br2" timeOffset="132056.98">21232 5587 834 0,'0'0'62'0,"0"0"-52"16,0 0 38-16,0 0 119 15,0 0-61-15,0 0-60 16,22-39-25-16,-18 39 5 15,-3 0 6-15,-1 0-9 16,0 0 16-16,0 0 21 16,0 0 19-16,0 0 2 15,0 0-17-15,10-8-18 16,15-10-15-16,20-12-18 16,24-19-7-16,21-7-6 15,7-10 0-15,0 0 0 0,-13-1-10 16,-16 7-37-1,-19 12-41-15,-21 18-88 0,-16 18-102 16,-12 12-278-16</inkml:trace>
  <inkml:trace contextRef="#ctx0" brushRef="#br2" timeOffset="133068.91">19369 8245 241 0,'0'0'319'0,"0"0"-192"15,0 0-47-15,0 0 101 16,0 0 23-16,0 0-81 0,-16-69-22 16,14 68-16-1,2 1-12-15,0 0-30 0,0 19-27 16,0 19-12-16,0 19 49 16,11 5-18-16,2 4-24 15,0-5-6-15,-1-7-4 16,-2-5 1-16,-5-7-2 15,-2-5-20-15,-3-9-57 16,0-8-91-16,0-14-73 16,6-6-221-16</inkml:trace>
  <inkml:trace contextRef="#ctx0" brushRef="#br2" timeOffset="133354.85">19577 8306 1151 0,'0'0'168'0,"0"0"-167"16,0 0 2-16,-15 87 20 15,26-72 18-15,12-6-12 16,5-6-5-16,0-3 3 16,-4 0 9-16,-4-15 16 15,-7-5-2-15,-6-4-1 16,-7 1-6-16,0 0-20 15,-13 4-2-15,-14 4-20 16,-4 4-1-16,-3 8-6 16,-4 3-10-16,2 6-41 0,4 19-78 15,7 4-90-15,8 4-225 16</inkml:trace>
  <inkml:trace contextRef="#ctx0" brushRef="#br2" timeOffset="134404.72">19940 7877 1068 0,'0'0'85'15,"0"0"-76"-15,0 0 19 16,0 0 70-16,0 0-4 16,-95-63-24-16,63 59-42 15,-5 2-12-15,-1 1 8 16,-1 1 2-16,1-2-8 16,1 2 8-16,0 0-9 15,-5 0 7-15,0 0-10 16,-4 3-1-16,-3 8-2 15,-3 3-1-15,4 5 3 16,2 6-1-16,4 4-4 16,4 7 5-16,5 6 1 0,1 8-7 15,4 11 0-15,4 7 2 16,5 12 1-16,7 4-1 16,10 1-2-16,2-5-3 15,12-7-1-15,19-10-3 16,11-14 0-16,9-11 2 15,14-12-1-15,12-17 4 16,11-9-4-16,9-15 1 16,5-23-2-16,4-5-2 15,-3-4-3-15,-6 2-4 16,-16 6 2-16,-23 3 0 16,-18 4 7-16,-15 0 1 15,-11 1 4-15,-11-5-4 0,-3-5 2 16,-12-7 0-1,-21-9 1-15,-12-6 2 0,-12-5-6 16,-7 2 7-16,-4 2-3 16,1 12-4-16,7 12-2 15,8 16 2-15,7 15-1 16,11 9-1-16,7 0-15 16,12 24-31-16,14 5-30 15,1 9-104-15,18 7-8 16,17 0-38-16,9 1-119 15,-1 0-121-15</inkml:trace>
  <inkml:trace contextRef="#ctx0" brushRef="#br2" timeOffset="135072.99">20471 8153 426 0,'0'0'492'0,"0"0"-409"15,0 0-63-15,0 0 7 16,0 0 39-16,0 0 51 15,48 46-27-15,-27-4-20 16,3 9-17-16,-3 2-22 16,-2-3-14-16,-4-8-1 15,-5-12-3-15,-6-12 13 16,-1-11 5-16,0-7 33 16,-2 0 18-16,8-20-8 15,11-23-41-15,10-19-26 0,15-19-6 16,15-7-1-16,9-10 0 15,6 3-13-15,-1 16-21 16,-13 23-31-16,-17 32-78 16,-20 24-199-16,-23 9-509 15</inkml:trace>
  <inkml:trace contextRef="#ctx0" brushRef="#br2" timeOffset="138087.51">10989 4966 1140 0,'0'0'149'0,"0"0"-142"15,0 0 4-15,0 0 79 16,0 0 11-16,0 0-31 16,-37 4-38-16,9 3-22 0,-7 2 16 15,-3-1-7 1,2-2-5-16,1-4 2 0,1-2 1 15,5 0 4-15,1 0 0 16,7 0-16-16,4-2 3 16,7-1 0-16,3 0-3 15,6 2 1-15,1 1-5 16,0 0 0-16,0 0-1 16,0 0-7-16,0 0 0 15,-2 9-1-15,-2 15 4 16,0 9 4-16,-5 8 1 15,-1 4 1-15,-2-2-2 0,1-2 1 16,1-5-1 0,0-8 0-16,5-11 1 0,1-8-1 15,4-4-2-15,0-4-3 16,0-1 1-16,0 0-12 16,0 0 1-16,19-6 0 15,8-11 15-15,6-2 2 16,5 2-2-16,4 4 0 15,2 10-1-15,-4 3-5 16,0 11 3-16,-6 19 1 16,-4 9-1-16,-9 7 3 15,-6 3 0-15,-12-3 0 16,-3-2 6-16,0-5-1 16,-19-4 14-16,-7-5 6 15,-5-3-5-15,-3-6-8 16,1-7-9-16,3-5 4 15,2-4-5-15,2-5-2 0,3 0-1 16,4 0-25-16,6-9-37 16,13-10-76-16,0-8-141 15,27-8-92-15,11-1-107 16</inkml:trace>
  <inkml:trace contextRef="#ctx0" brushRef="#br2" timeOffset="138402.03">11076 5348 1154 0,'0'0'45'0,"0"0"-40"16,0 0 20-16,13 101 63 15,4-73-7-15,5-1-42 16,4-4-20-16,3-10-6 16,-2-4-6-16,-2-8-1 15,-4-1-1-15,-2-1 4 16,-3-20 20-16,0-6-11 15,-9-6 20-15,-4-2-5 16,-3-2 16-16,-14 2-6 16,-20 2-5-16,-6 7-24 15,2 6-13-15,3 6-1 16,7 10-4-16,9 4-3 16,6 1-12-16,3 20-53 15,7 4-51-15,3 1-63 16,0-5-167-16,18-6-193 0</inkml:trace>
  <inkml:trace contextRef="#ctx0" brushRef="#br2" timeOffset="138614.6">11472 5399 1166 0,'0'0'170'0,"0"0"-162"15,0 0-8-15,95-10 91 16,-34 1-27-16,9-3-48 16,5-2-12-16,-3-1 0 0,-8 3-4 15,-11 0-16-15,-13 4-79 16,-12 5-70-16,-11 1-56 16,-14 2-213-16</inkml:trace>
  <inkml:trace contextRef="#ctx0" brushRef="#br2" timeOffset="138833.17">11780 5134 1278 0,'0'0'101'15,"0"0"-95"-15,0 0 3 0,-17 90 61 16,17-36-27-16,0-2-30 15,0 0-6-15,0-1-7 16,0-8-14-16,5-6-113 16,5-7-69-16,3-10-213 15,2-13-372-15</inkml:trace>
  <inkml:trace contextRef="#ctx0" brushRef="#br2" timeOffset="139685.15">12184 5154 1275 0,'0'0'96'0,"0"0"-90"0,0 0 13 15,0 0 85-15,0 0-64 16,0 0-35-16,-73 24 0 15,63-23-4-15,0-1 8 16,3-1 10-16,2-17-7 16,5-5-3-16,0 1-9 15,0 0-4-15,16 7 4 16,6 4 3-16,5 6-1 16,1 5-2-16,1 0-8 0,-3 22 4 15,-7 12-1-15,-7 5 1 16,-9 6 3-16,-3 5-1 15,-7 0 2 1,-14 0 0-16,-6-2 2 0,-3-5-2 16,0-6 1-16,3-6 0 15,5-10-1-15,7-8 1 16,7-8-1-16,5-3-3 16,1-2-12-16,2-6 5 15,-1-18-9-15,1-4-54 16,0-3 70-16,0 4 3 15,0 7-2-15,3 0-2 16,10 4 4-16,4 1 0 16,-1 4 3-16,4 3-1 0,-3 5 1 15,0 3 3-15,0 0 14 16,-1 13 2-16,4 3-5 16,2 4-3-16,0-1-4 15,-1-3-5-15,1-1 0 16,-2-5-3-16,0-3-2 15,1-3 0-15,-1-4-35 16,0 0-10-16,-1 0-60 16,0-13 17-16,-2-3 1 15,-7-1 1-15,-2 3 86 16,-6 5 2-16,0 5 7 16,1 4 22-16,-2 0 1 15,8 0-20-15,2 0 5 16,8 0 23-16,4 0-9 15,6 0-15-15,3-8 1 0,-3-5-5 16,-3-4 3-16,-11-2-3 16,-8-3 27-16,-7 4 61 15,-6-1-13-15,-19 4-39 16,-8 3-15-16,-6 5-8 16,1 2-16-16,3 5-9 15,7 0-4-15,9 0-2 16,9 1-44-16,8 15-49 15,2 6-70-15,4 0-42 16,16-2-186-16,4-2-197 0</inkml:trace>
  <inkml:trace contextRef="#ctx0" brushRef="#br2" timeOffset="139880.97">12810 5298 1087 0,'0'0'320'0,"0"0"-296"16,0 0-24-16,0 0 39 16,0 0-6-16,107-29 4 15,-48 19-27-15,4-4-10 16,-5 5-4-16,-2-2-32 16,-10 3-97-16,-4-1-37 0,-7 1-78 15,-8-2-176 1</inkml:trace>
  <inkml:trace contextRef="#ctx0" brushRef="#br2" timeOffset="140136.85">13376 4931 1055 0,'0'0'208'15,"0"0"-201"-15,0 0 8 0,0 0 55 16,-3 83 46 0,8-29-66-16,0 5-19 0,0-2-10 15,0-1-4-15,-2-7-13 16,2-4-4-16,-1-4-1 16,3-7-49-16,-1-3-99 15,4-8-70-15,0-9-232 16</inkml:trace>
  <inkml:trace contextRef="#ctx0" brushRef="#br2" timeOffset="140488.14">13588 5149 1233 0,'0'0'56'0,"0"0"-50"0,0 0-1 16,0 0 42-16,-6 98-14 16,24-69-20-16,4-5-6 15,5-11-2-15,-1-5-2 16,1-8 1-16,0 0 1 16,-6-15 9-16,-2-8-4 15,-4-5 4-15,-7-3 19 16,-2 0 7-16,-6-2 8 15,0 1-1-15,-14 3-8 16,-9 3-18-16,-2 6-12 0,0 10-9 16,3 4-4-1,2 6-3-15,0 4-23 0,0 22-58 16,0 9-92-16,1 5-157 16,-3 4-379-16</inkml:trace>
  <inkml:trace contextRef="#ctx0" brushRef="#br2" timeOffset="141179.03">11725 6302 943 0,'0'0'164'15,"0"0"-35"-15,0 0-61 16,0 0 12-16,0 0-20 16,0 0-32-16,48 0-9 15,-5 0 17-15,8 0-13 16,2 0-21-16,-1 0-2 15,-1 0-32-15,-2 0-113 16,-8-6-85-16,-15 2-283 16</inkml:trace>
  <inkml:trace contextRef="#ctx0" brushRef="#br2" timeOffset="141351.21">11816 6443 1243 0,'0'0'204'16,"0"0"-204"-16,0 0-84 16,0 0 84-16,0 0 9 15,136 37-9-15,-74-29-75 16,1-6-125-16,-3-2-268 16</inkml:trace>
  <inkml:trace contextRef="#ctx0" brushRef="#br2" timeOffset="142000.64">12745 6049 1187 0,'0'0'173'16,"0"0"-153"-16,0 0 3 15,-94-23 88-15,70 23-37 16,1 5-36-16,1 19-17 16,0 10 6-16,4 15-5 15,3 10 0-15,7 14-10 0,6 3 2 16,2-1-7-1,8-7-3-15,21-14-3 0,13-13 1 16,7-13-1-16,7-14-2 16,-1-11-10-16,-7-3-6 15,-6-1-9-15,-10-13-6 16,-12-2 9-16,-8-4 7 16,-11 0 16-16,-1-8 8 15,-6 3-4-15,-18-4 5 16,-5 4 6-16,-7 1 3 15,-1 8-7-15,0 10-5 16,2 6-4-16,7 0-3 0,4 11 1 16,10 5-4-1,8 4-13-15,6-1-56 0,6-2-55 16,20-7-48-16,11-7-44 16,5-3-164-16,3-12-10 15</inkml:trace>
  <inkml:trace contextRef="#ctx0" brushRef="#br2" timeOffset="142285.35">12960 6345 951 0,'0'0'215'0,"0"0"-191"15,0 0 17-15,0 0 66 16,12 86-40-16,4-53-33 16,10-8-13-16,2-7-5 0,2-5 1 15,-3-12-3-15,-1-1-6 16,-4-3 12-16,-3-18 19 15,-6-8-3 1,-8-4 2-16,-5-1-15 0,0-4 16 16,-14 0-9-16,-10 5-15 15,-5 8-4-15,-1 5-11 16,5 10-6-16,5 6 4 16,6 4-37-16,10 0-32 15,4 9-64-15,0 5-80 16,8-2-78-16,16-6-227 15</inkml:trace>
  <inkml:trace contextRef="#ctx0" brushRef="#br2" timeOffset="142818.9">13267 5995 1142 0,'0'0'125'15,"0"0"-111"-15,-98-82 34 16,56 53 93-16,-6 1-84 16,-7 0-20-16,-9 2 5 15,-5 4 8-15,-5 2-10 16,-5 6-15-16,-2 7 5 0,6 7-6 16,5 3-8-1,3 23-11-15,4 11 5 0,2 11-5 16,5 14-1-16,5 13 2 15,15 13-5-15,10 20 2 16,17 10 1-16,9 10-3 16,4 7 4-16,23-5-1 15,12-13 0-15,11-16 0 16,10-23-2-16,12-19-1 16,12-16 0-16,9-15 2 15,11-16-3-15,6-12 0 16,5-12-15-16,1-29-3 15,-6-16-12-15,-6-14 4 16,-14-12 20-16,-15-4 6 0,-20-2 4 16,-16 2 2-1,-22 2 3-15,-17 2 2 0,-9-3 0 16,-29 3 5-16,-12 1-5 16,-7 11-5-16,2 11-5 15,3 14-1-15,8 18 0 16,11 15-3-16,4 13-4 15,4 0-1-15,4 27-44 16,7 7-88-16,7 4-171 16,6-2-329-16</inkml:trace>
  <inkml:trace contextRef="#ctx0" brushRef="#br2" timeOffset="143719.85">12427 7049 277 0,'0'0'16'16,"0"0"-9"-16,0 0 6 15,0 0 65-15,0 0 7 0,0 0 40 16,23-25 20-16,-23 12 54 15,0 1-8-15,0 0-31 16,0 0-59-16,0 1 7 16,0 4-36-16,-2 1-22 15,-1 3-5-15,2 3-8 16,-2 0-14-16,2 11-23 16,-1 29 8-16,1 22-2 15,1 16 11-15,0 1-7 16,7 0-7-16,9-5-2 15,1-8 1-15,-1-11-1 16,-3-12-1-16,-2-18 0 16,-4-12 3-16,-6-10-3 15,1-3 1-15,-2 0 0 0,0 0 5 16,0-3 9-16,-2-14 5 16,-11-10-18-16,-4-8 1 15,1-3-3-15,-3-1 1 16,3 6 0-16,2 9-1 15,6 9 1-15,4 9-1 16,1 6 0-16,3 0-3 16,0 4-2-16,0 13 1 15,7 3 4-15,8-1-1 16,3-4 0-16,0-6 1 16,-1-3 0-16,-1-6 0 15,-3 0 0-15,-1 0 1 16,-1-12 0-16,-1-9 4 0,-4-1-4 15,-2-2 2 1,-4 7-3-16,0 6-9 0,-4 6 1 16,-10 5-21-16,-6 3-73 15,-5 27-110-15,-6 13-91 16,-6 9-234-16</inkml:trace>
  <inkml:trace contextRef="#ctx0" brushRef="#br2" timeOffset="144252.19">11656 7993 650 0,'0'0'554'15,"0"0"-465"-15,0 0-63 16,0 0 42-16,0 0 37 16,0 0-55-16,-60 83-15 15,60-17-3-15,0 3 1 0,5-1-8 16,16-6-16-16,8-12-2 15,9-15-4-15,4-15-3 16,3-14 3-16,1-6-1 16,-1-14 5-16,-5-17-4 15,-7-8-1-15,-9-5 0 16,-11-2 3-16,-13-4 1 16,0-2-1-16,-30-3 0 15,-14 0 4-15,-9 2-7 16,-6 8 5-16,3 12 0 15,7 13-7-15,13 16 0 16,10 4-3-16,10 17-10 16,7 17-6-16,9 3-30 0,0 2-45 15,26-4-65-15,16-8 26 16,6-9-83-16,3-9-87 16,1-9-27-16</inkml:trace>
  <inkml:trace contextRef="#ctx0" brushRef="#br2" timeOffset="144950.82">11980 8087 324 0,'0'0'306'0,"0"0"-70"16,0 0-75-16,0 0-65 16,0 0-2-16,0 0-18 15,94-3-5-15,-74 27-20 16,-1 6-19-16,-5 1-10 16,-4 1-12-16,-3-2 4 0,-4-5-7 15,-1-8-2-15,-2-7 2 16,0-4-5-16,0-6 8 15,0 0 5-15,0 0 3 16,0-6 11-16,0-17-26 16,3-12-3-16,7-10-4 15,6 0-10-15,2 5 12 16,2 16-1-16,-2 14 0 16,-1 7 3-16,4 3-5 15,-2 6 5-15,1 12 5 16,-1 8-4-16,-5 1 6 15,-2 1 1-15,-3-2-5 16,-4-7-1-16,0-1 1 16,-4-7-3-16,1-5 0 0,-2-4 0 15,0-2 1-15,2 0 5 16,0 0 5-16,4-20 1 16,2-11-12-16,4-12 3 15,4-4-7-15,-5 4 8 16,-1 8-4-16,-2 14 2 15,-4 14-1-15,-3 7 1 16,1 0-2-16,6 15-1 16,1 12 1-16,6 8 16 15,-2 1-3-15,4 0-6 16,3-3-5-16,2-6-1 16,3-5-2-16,2-6-12 15,1-10-28-15,-1-6-31 0,1-3-42 16,-1-22 52-16,-2-7 3 15,-5-8 19-15,-8 0 32 16,-5-1 8-16,-7 4 17 16,0 3 32-16,0 10 19 15,-6 7 2-15,3 10 1 16,3 7 5-16,0 6-58 16,0 23-4-16,0 10-12 15,0 6 28-15,9-4-20 16,2-7-3-16,2-5-6 15,-1-8-2-15,0-6 1 16,-1-6-37-16,1-6-39 16,-2-3-81-16,6 0-36 15,-5-20-209-15</inkml:trace>
  <inkml:trace contextRef="#ctx0" brushRef="#br2" timeOffset="145267.29">12914 7894 873 0,'0'0'407'16,"0"0"-319"-16,0 0-79 16,0 0 9-16,0 0-12 15,0 0 19-15,17 70-1 16,-8-45-20-16,0-4-4 16,-5-1 0-16,-1-6 4 15,0 2-3-15,-3-1 1 16,0-1-1-16,0 5 1 0,0 0-2 15,0 3 0-15,0 4 0 16,3-2 2-16,5-3-2 16,0-3 0-16,-1-5 3 15,3-6-6-15,-3-3 2 16,2-2-40-16,4-2-27 16,-3 0-30-16,5-4-9 15,-2-16-52-15,2-9-155 16,2-8-122-16</inkml:trace>
  <inkml:trace contextRef="#ctx0" brushRef="#br2" timeOffset="145455.07">13132 7762 1003 0,'0'0'226'0,"0"0"-140"16,0 0-50-16,0 0-16 15,0 0 47-15,-1 121-1 16,10-59-39-16,1 1 1 15,0 0-5-15,-1-4-18 16,1-3-5-16,-3-5-21 16,-2-5-91-16,-5-3-122 15,0-10-284-15</inkml:trace>
  <inkml:trace contextRef="#ctx0" brushRef="#br2" timeOffset="146083.49">12930 8108 1105 0,'0'0'165'15,"0"0"-165"-15,0 0 0 16,100-19 5-16,-43 17 38 16,6-3-34-16,-1-2-8 15,-1-4-1-15,-9-2 0 16,-13 2-14-16,-12 2 12 15,-15 1 2-15,-9 4 10 16,-3-1 57-16,0 1 27 0,0-1-46 16,-6 2 9-1,-3 2-5-15,1 1-20 0,-4 0-18 16,2 16-8-16,0 9-1 16,7 1-5-16,3-2 3 15,0-1-1-15,10-6-2 16,12-5 0-16,6-7-5 15,7-5-10-15,9 0-27 16,1-13-28-16,0-6-9 16,-2-3-5-16,-9-2 25 15,-9 4 26-15,-9 3 13 16,-6-1 15-16,-4 1 5 16,-5 6 1-16,-1 2 18 0,0 5 33 15,0 4 41-15,2 5-60 16,3 17-32-16,3 11 31 15,5 3 2 1,4-3-28-16,2-8 6 0,-1-12 1 16,-3-8-1-16,-3-5 20 15,-6-11 24-15,1-21 12 16,-4-12-21-16,-3-11-15 16,0-5 10-16,-17-5-7 15,-11-1-5-15,0 2-13 16,-3 3-15-16,3 11 0 15,7 13-2-15,8 16-6 16,6 16-18-16,0 5-41 16,-1 29-49-16,-5 16-87 0,-4 10-85 15,-7-1-315-15</inkml:trace>
  <inkml:trace contextRef="#ctx0" brushRef="#br2" timeOffset="146254.5">12562 7767 791 0,'0'0'0'0</inkml:trace>
  <inkml:trace contextRef="#ctx0" brushRef="#br2" timeOffset="146799.51">12032 8814 1182 0,'0'0'208'0,"0"0"-144"16,0 0-64-16,98-26 0 16,19 17 30-16,41-7 13 15,29-3-22-15,27-6-13 0,17-4-8 16,-4-4-7-16,-18 6-67 15,-33 0-167-15,-46 5-267 16</inkml:trace>
  <inkml:trace contextRef="#ctx0" brushRef="#br2" timeOffset="148332.79">21040 505 600 0,'0'0'213'16,"0"0"-157"-16,0 0-28 16,0 0 110-16,0 0-17 15,0 0-2-15,-5-49-40 16,5 49-59-16,0 18-16 16,0 19 10-16,0 17 46 0,6 11-16 15,4 3-31-15,-1 4 1 16,0-4-13-16,-5-4 0 15,0-2 0-15,-2-7-1 16,-2-8-26-16,0-6-78 16,1-10-40-16,6-12-82 15,-1-10-136-15</inkml:trace>
  <inkml:trace contextRef="#ctx0" brushRef="#br2" timeOffset="148884.75">21303 750 826 0,'0'0'258'0,"0"0"-238"16,0 0 34-16,0 0 56 16,0 0-15-16,0 0-34 15,-2-7-52-15,0 31-3 16,2 7 5-16,0 7 12 15,0-4-14-15,0-3-6 16,8-4 1-16,1-8-4 16,-2-5 3-16,-2-8-3 15,-2-3-1-15,-1-3 1 16,0 0 5-16,-1 0 2 16,4-6 4-16,0-15 11 15,1-8-16-15,3-4-1 0,-1 0-3 16,1 3 2-16,1 6-4 15,2 7-1-15,2 10-2 16,4 7-3-16,2 0-3 16,3 9-2-16,2 16 3 15,3 3 7-15,0-3 2 16,0-3-1-16,-2-6 1 16,-2-6 0-16,-6-5 1 15,-7-5 4-15,-5 0-1 16,-5 0 23-16,-1-17 29 15,0-7-1-15,0-3-21 16,-10-1-12-16,-10-1-7 16,-6 0-11-16,-4 3-5 15,-1 6 0-15,6 6-8 0,7 9-19 16,6 5-30-16,5 7-75 16,6 15-126-16,1-1-104 15,3-4-188-15</inkml:trace>
  <inkml:trace contextRef="#ctx0" brushRef="#br2" timeOffset="149067.29">21766 812 1198 0,'0'0'317'0,"0"0"-317"15,0 0 0-15,0 0 2 16,0 0 43-16,125-14-21 15,-65 4-18-15,4 1-6 0,-4-1-69 16,-2-1-149-16,-4-2-125 16,-9-4-331-16</inkml:trace>
  <inkml:trace contextRef="#ctx0" brushRef="#br2" timeOffset="149448.64">22366 499 989 0,'0'0'213'0,"0"0"-206"0,0 0 67 16,0 0 91-16,0 0-89 15,0 0-25-15,-59-6-32 16,43 38-13-16,-3 13 23 16,1 9-7-16,3 6-5 15,8-3-1-15,7-6-14 16,0-7 1-16,18-10-3 15,11-9 1-15,6-9-2 16,5-10-15-16,4-6-13 16,-6 0-4-16,-9-6 4 15,-11-9 27-15,-12-2 2 16,-6 3 9-16,0-2 17 16,-23-1-14-16,-9 4 0 15,-6 2-7-15,-2 7-2 16,3 4-2-16,5 0-1 0,7 3-6 15,9 9-21-15,7 4-84 16,9-2-82-16,7-4-125 16,23-9-137-16</inkml:trace>
  <inkml:trace contextRef="#ctx0" brushRef="#br2" timeOffset="149765.67">22560 667 1229 0,'0'0'137'0,"0"0"-136"16,0 0 29 0,0 0 48-16,0 0-10 0,-82 93-34 15,82-68-11-15,11-3-14 16,15-5-8-16,2-9 8 16,2-2 0-16,-1-6-8 15,-6 0 11-15,-1-11-8 16,-7-2 20-16,-8-6 16 15,-6 1 3-15,-1 1-9 16,-3-5-18-16,-16 1-10 16,-5 2-1-16,-2 3-5 15,0 3 1-15,5 5-2 0,7 7-16 16,5 1-35 0,6 0-69-16,3 5-79 15,0 6-150-15,15-4-133 0</inkml:trace>
  <inkml:trace contextRef="#ctx0" brushRef="#br2" timeOffset="149921.04">22826 674 1072 0,'0'0'276'16,"0"0"-269"-16,0 0 0 15,0 0 63-15,103-9-34 16,-67 9-29-16,-1 0-7 15,1 0-59-15,-7 2-155 16,-9 2-381-16</inkml:trace>
  <inkml:trace contextRef="#ctx0" brushRef="#br2" timeOffset="150086.54">22893 881 1510 0,'0'0'104'15,"0"0"-104"-15,0 0-18 16,0 0 18-16,0 0 1 16,0 0-1-16,125 8-35 15,-70-8-191-15,-7 0-255 16</inkml:trace>
  <inkml:trace contextRef="#ctx0" brushRef="#br2" timeOffset="150665.57">23511 469 1387 0,'0'0'39'0,"0"0"-32"15,0 0-7-15,0 0 25 16,0 0 5-16,0 0-23 15,-12 18-1-15,-8 5 32 16,-5 1-12-16,-7 0-15 0,1-2-5 16,3-4-5-16,0-2 5 15,12-8-6-15,8-5-10 16,6-1-31-16,2-2 5 16,0 0-10-16,12 0-11 15,8 0 17-15,6-5 39 16,5 1 1-16,-1 4 1 15,-1 0 0-15,0 12-1 16,3 8 23-16,3 1-4 16,-2 0-18-16,-3-6 6 15,-7-3-2-15,-5-6-5 16,-10-3 3-16,-6-3 0 16,-2 0 5-16,0 0 24 15,0-5 8-15,0-11-20 16,0-3-13-16,-3-3 8 0,-4 1-10 15,0 0 0-15,2 6 9 16,-1 7 11-16,5 5 8 16,1 3 3-16,0 0-36 15,0 19-1-15,0 14 1 16,0 9 8-16,0 6 2 16,0 3-8-16,0-4 0 15,5-2-4-15,4-5-21 16,-1-5-106-16,3-8-90 15,5-12-217-15</inkml:trace>
  <inkml:trace contextRef="#ctx0" brushRef="#br2" timeOffset="150982.38">23837 606 212 0,'0'0'1122'0,"0"0"-1051"0,0 0-59 15,0 0-6-15,0 0 63 16,-25 102-12-16,25-69-26 16,15-7-11-16,7-7-12 15,4-7-1-15,0-6 11 16,-4-6-9-16,-5 0 10 16,-3-9 5-16,-2-10 8 0,-6-5-1 15,-2-3-11-15,-4-3 4 16,-5-2-14-16,-16 3-10 15,-3 5-1-15,-1 8-7 16,2 8 3-16,2 8-17 16,6 0-55-16,9 5-52 15,6 11-65-15,1-1-76 16,24-6-137-16</inkml:trace>
  <inkml:trace contextRef="#ctx0" brushRef="#br2" timeOffset="151431.88">24103 436 892 0,'0'0'370'0,"-5"-79"-338"0,-14 39 12 16,-4-4 56-16,-9-1 9 15,-4 3-34-15,-9 0-31 16,-9 3-10-16,-8 6-19 16,-5 7-6-16,-2 13-8 15,0 13 11-15,1 9-5 16,-2 34-2-16,0 24 4 15,0 21-8-15,8 18 9 16,15 12-3-16,19-2-2 16,18 3 1-16,10-4 5 15,13-12-7-15,26-7-3 16,16-15 1-16,15-18-2 16,12-10 0-16,13-21 1 15,12-14-3-15,6-14 2 0,1-4-3 16,0-33-1-16,-10-9-11 15,-12-10 15-15,-19-6 4 16,-17-3-3-16,-22-7 10 16,-15-6-6-16,-16-8 4 15,-3-10 2-15,-32-4-3 16,-13-6-2-16,-13-6-6 16,-5 12 1-16,-1 14-4 15,-1 25-7-15,1 27 8 16,-2 21-23-16,-7 9-37 15,1 33-90-15,1 12-155 16,0 10-269-16</inkml:trace>
  <inkml:trace contextRef="#ctx0" brushRef="#br2" timeOffset="152599.29">11485 941 1083 0,'0'0'184'15,"0"0"-159"-15,0 0-18 16,0 0 11-16,0 0 64 16,0 0-14-16,-71 3-46 15,59 50-6-15,8 12 9 0,4 1-16 16,10-6-4-16,25-9-3 16,9-13 1-16,9-16 4 15,9-14-5-15,7-8 1 16,-2-12 3-16,-3-19-6 15,-16-6 1-15,-17-5 6 16,-17-2-3-16,-14 2 8 16,-31 5 9-16,-35 4-14 15,-19 4-2-15,-16 6 0 16,0 10-5-16,10 4 0 16,23 9-1-16,26 0-1 15,25 0-74-15,17 0-54 16,32 0-82-16,28-16 94 0,18-12-60 15,9-10 44-15,-3-5 81 16,-13 1 12-16,-22 4 41 16,-20 7 49-16,-19 8 178 15,-10 5-11-15,0 6-27 16,-17 4-46-16,1 2-51 16,2 6-19-16,4 0-24 15,-1 19-29-15,-1 24-14 16,-2 20-5-16,1 15 6 15,0 10-3-15,0 4-1 16,-4 2-2-16,-1 1-1 16,2-6-14-16,3-5-63 0,6-14-128 15,7-14-67-15,0-23-230 16</inkml:trace>
  <inkml:trace contextRef="#ctx0" brushRef="#br2" timeOffset="152883.89">12027 622 1305 0,'0'0'186'0,"0"0"-186"0,0 0-2 16,0 0 2-16,-50 97 28 15,48-27 7-15,2 11-4 16,0 4-2-16,2-4-9 16,9-4-12-16,6-10-7 15,4-8 1-15,3-10-2 16,8-12-15-16,3-11-60 16,4-10-43-16,1-12-45 15,-2-4-147-15,-4-13-182 16</inkml:trace>
  <inkml:trace contextRef="#ctx0" brushRef="#br2" timeOffset="153109.14">12310 849 1016 0,'0'0'288'0,"0"0"-254"15,0 0-30-15,0 0 2 16,0 0 10-16,-17 77 35 15,29-26-9-15,-1 2-31 16,1 0-2-16,-2-5-6 16,-1-3-2-16,0-6-2 15,1-6-40-15,4-8-84 16,1-9-92-16,0-13-173 16,0-3-317-16</inkml:trace>
  <inkml:trace contextRef="#ctx0" brushRef="#br2" timeOffset="153550.19">12493 997 905 0,'0'0'400'15,"0"0"-385"-15,0 0-15 16,-30 83 9-16,30-52 30 16,0-1-14-16,0-3-15 15,14-6-2-15,-1-7-7 16,2-7 3-16,2-7 6 15,2 0-6-15,-2-10 4 16,2-4 0-16,-4 0-3 16,-1-1 4-16,1 0-5 0,-1-1 0 15,6 1-3-15,6 3-1 16,0 3 0-16,5 3-3 16,-3 5 1-16,-1-2-4 15,-4 3 2-15,-6 0 4 16,-7 0 0-16,-4 0 1 15,-6 0-1-15,0 0 4 16,0 0 32-16,0 0 38 16,0-8 29-16,-13-7-2 15,-16-6-74-15,-7-3-26 16,-11-3 6-16,-3 0-3 16,7 0 2-16,4 3-6 0,16 4-4 15,11 6-16-15,12 4-53 16,3-1-80-16,31 0-193 15,7-3-47-15,5 1-92 16</inkml:trace>
  <inkml:trace contextRef="#ctx0" brushRef="#br2" timeOffset="153747.91">12848 763 997 0,'0'0'328'15,"0"0"-304"-15,0 0-18 16,0 0-4-16,0 0 51 15,0 0 18-15,128 89-23 16,-79-42-2-16,-4 8-13 0,-6 0-10 16,-13 3-7-1,-8 3-12-15,-12-3-1 0,-6-2-3 16,-2-5-11-16,-21-4-78 16,-2-14-130-16,0-15-288 15</inkml:trace>
  <inkml:trace contextRef="#ctx0" brushRef="#br2" timeOffset="153927.1">13532 943 1438 0,'0'0'173'0,"0"0"-173"0,0 0 0 16,0 0-2-16,107 0 1 15,-79 0-72-15,-4 0-162 16,-14 0-278-16</inkml:trace>
  <inkml:trace contextRef="#ctx0" brushRef="#br2" timeOffset="154066.76">13515 1164 1331 0,'0'0'0'15,"0"0"-180"-15,0 0 169 0,131-22 6 16,-80 4-191-16,2-2-356 16</inkml:trace>
  <inkml:trace contextRef="#ctx0" brushRef="#br2" timeOffset="154581.71">14002 740 1252 0,'0'0'205'0,"0"0"-192"16,0 0 45-16,0 0 6 16,0 0-53-16,0 0-11 15,4 20 0-15,12 15 1 16,-8 6 2-16,-8-1 1 16,0 0 3-16,-14-4-6 0,-7-6 5 15,1-7-3-15,5-10-3 16,3-7-4-16,5-6-7 15,-1 0 11-15,3-6-10 16,2-11-27-16,3 2 14 16,0 2 14-16,2 5-11 15,11 4 3-15,3 4 13 16,6 0-2-16,3 4 3 16,3 10 2-16,4-1 1 15,4 0 0-15,-3-8 0 16,-3-2 3-16,-6-3-3 15,-10 0 6-15,-4-5 4 16,-4-11-7-16,-6-1 9 0,0-2 7 16,0 2 12-1,-4-2-6-15,-2 2 1 0,0 7-10 16,2 2 3-16,2 8 2 16,2 0-6-16,0 8-15 15,0 22-27-15,0 15 27 16,0 9 7-16,0 4 0 15,0 2-7-15,0-7-4 16,0-7-51-16,0-12-82 16,12-12-137-16,2-18-248 15</inkml:trace>
  <inkml:trace contextRef="#ctx0" brushRef="#br2" timeOffset="154848.57">14352 1012 1016 0,'0'0'302'0,"0"0"-269"16,0 0-28-16,0 0 32 16,0 0 39-16,0 0-35 15,46 76-17-15,-16-68-6 16,5-8-4-16,2 0 13 16,-2-16-5-16,-5-7-8 15,-10-4 24-15,-12-2 11 16,-8 3-5-16,-1-2-14 15,-23 3-16-15,-6-1-11 0,0 8-3 16,0 9-1 0,4 9-19-16,0 3-34 15,0 28-59-15,2 14-58 0,3 4-142 16,0-1-222-16</inkml:trace>
  <inkml:trace contextRef="#ctx0" brushRef="#br2" timeOffset="155198.44">12617 1672 1491 0,'0'0'0'0,"0"0"-49"16,135 13 49-16,-16-13 23 15,38 0 40-15,30-9-28 16,26-11-22-16,14-6-5 16,-4 1 11-16,-16 3-9 15,-30 6-10-15,-39 5-10 16,-43 7-46-16,-38 4-16 15,-34 0-90-15,-23 0 0 16,-16 9-35-16,-40-1 114 16,-17 5-275-16</inkml:trace>
  <inkml:trace contextRef="#ctx0" brushRef="#br2" timeOffset="155414.42">12858 1922 1161 0,'0'0'500'0,"0"0"-500"15,129 0-141-15,-9-3 141 16,30-12 46-16,26-3-10 16,8-4-23-16,7 2 3 15,-7-1-4-15,-24 2-12 0,-19 7-50 16,-30 2-114-16,-20 3-93 15,-20-3-208-15</inkml:trace>
  <inkml:trace contextRef="#ctx0" brushRef="#br2" timeOffset="155508.07">14645 1732 717 0,'0'0'472'0,"0"0"-446"16,0 0-26-16,0 0 0 15,0 0-53-15,0 0-320 16</inkml:trace>
  <inkml:trace contextRef="#ctx0" brushRef="#br2" timeOffset="182175.66">18183 8878 536 0,'0'0'426'0,"0"0"-316"16,0 0-101-16,0 0 95 15,0 0 39-15,0 0-39 16,0 0-37-16,-69-10-12 16,69 10-19-16,0 0-7 15,0 0 7-15,0 0-9 16,7 0-9-16,14 0-10 16,15 4 16-16,16-4 15 15,8 0-26-15,10 0-6 16,-3-10 2-16,-9-1-2 15,-16 2 0-15,-20 2-6 16,-14 6 3-16,-8 1-1 16,0 0 1-16,-10 0 19 15,-28 0-8-15,-19 7-6 16,-13 3-8-16,-2 3 0 16,11-4 1-16,15-2 2 0,17-2-4 15,16-2-2-15,10-3-7 16,3 0-46-16,16 0-115 15,21 0-193-15,12 0-373 16</inkml:trace>
  <inkml:trace contextRef="#ctx0" brushRef="#br2" timeOffset="184811.39">21160 5593 948 0,'0'0'201'16,"0"0"-174"-16,0 0-20 0,0 0 0 15,0 0 11-15,0 0 1 16,0 0-14-16,30 37 4 16,-8-3 18-16,-2 0-2 15,0-7-13-15,-5-7-1 16,-2-8 34-16,-6-8 15 16,2-4 5-16,8 0-17 15,18-28 15-15,21-24-2 16,28-30-46-16,15-14-15 15,6-7-1-15,-5 12-44 16,-16 27-68-16,-24 31-101 16,-32 33-174-16</inkml:trace>
  <inkml:trace contextRef="#ctx0" brushRef="#br2" timeOffset="186010.17">19741 6876 685 0,'0'0'211'0,"0"0"-160"15,0 0-12-15,0 0 23 16,0 0 19-16,0 0-16 16,5-6-38-16,5 10-26 15,7 19 9-15,6 13 43 16,1 8-9-16,-2 4 2 15,-5-3-13-15,-1-9-22 16,-4-12 3-16,-1-10 8 16,4-13-2-16,14-1 12 0,19-30 13 15,21-23-22 1,18-17-17-16,10-14-6 0,0-7-70 16,-9 10-108-16,-19 18-150 15,-27 20-420-15</inkml:trace>
  <inkml:trace contextRef="#ctx0" brushRef="#br2" timeOffset="192678.53">15600 5925 643 0,'0'0'112'0,"0"0"-112"16,-50 123-247-16</inkml:trace>
  <inkml:trace contextRef="#ctx0" brushRef="#br2" timeOffset="193258.3">15015 6197 745 0,'0'0'127'0,"0"0"-31"16,0 0-34-16,0 0 26 16,0 0-7-16,0 0-5 15,31-69-59-15,-6 100 17 16,9 15 43-16,4 13-27 16,-1 2-12-16,0-3-20 15,-5-18-7-15,-7-15 13 16,-5-15 5-16,0-10 25 15,9-26 23-15,14-32-10 16,14-29-43-16,11-22-20 0,14-20 0 16,10-10-3-1,12-12-1-15,3 4-9 0,-3 27-25 16,-18 37-37-16,-13 47-44 16,-18 36-101-16,-12 29-124 15,-10 28-145-15</inkml:trace>
  <inkml:trace contextRef="#ctx0" brushRef="#br2" timeOffset="194042.18">14147 8182 175 0,'0'0'31'0,"0"0"45"16,0 0-30-16,0 0 13 15,0 0 9-15,-23-104 33 16,23 66-9-16,0 2 14 16,5 5 2-16,0 13 28 15,-2 10-35-15,-2 8-28 16,6 0-52-16,8 22-16 15,11 11 27-15,5 9 40 16,3 3-34-16,1-4-14 16,-4-9 2-16,-3-12 9 15,-4-11 23-15,3-9 0 0,7-17 4 16,15-35 0-16,21-30-37 16,19-31-6-16,23-29-11 15,14-17-8-15,10 3-34 16,4 11-68-16,-11 36-73 15,-16 37-65-15,-24 34-304 16</inkml:trace>
  <inkml:trace contextRef="#ctx0" brushRef="#br2" timeOffset="195051.77">13723 4608 211 0,'0'0'0'16,"0"0"-14"-16,0 0-149 16</inkml:trace>
  <inkml:trace contextRef="#ctx0" brushRef="#br2" timeOffset="195157.15">13723 4608 1 0,'-7'-2'72'0,"5"2"19"0,0 0-39 16,1 0-24-16,1-1 14 15,-2-1 17-15,2-1-44 16,-2 2-15-16,2 1-28 15,-2-3-48-15</inkml:trace>
  <inkml:trace contextRef="#ctx0" brushRef="#br2" timeOffset="195999.45">13642 4561 261 0,'0'0'67'15,"0"0"-51"-15,0 0-16 16,0 0 0-16,0 0 0 16,0 0 0-16,-20-5-1 15,20 5-3-15,0 0-4 16,-2 0-3-16,-1 0-9 16,-2 0-1-16,0 0-7 0,2 0-82 15</inkml:trace>
  <inkml:trace contextRef="#ctx0" brushRef="#br2" timeOffset="196275.05">13400 4530 315 0,'0'0'47'0,"0"0"-31"0,0 0-15 15,0 0-1-15,0 0 4 16,0 0-2-16,-50 4-2 16,36 5 0-16,3 0-4 15,-5 0-21-15,0-5-158 16</inkml:trace>
  <inkml:trace contextRef="#ctx0" brushRef="#br2" timeOffset="196425.89">13157 4598 331 0,'0'0'41'0,"0"0"-15"16,0 0-17-1,0 0-2-15,0 0 7 0,0 0-5 16,-84 0-6-16,76 4-3 15,0 0-4-15,0 4-10 16,-2-3-68-16</inkml:trace>
  <inkml:trace contextRef="#ctx0" brushRef="#br2" timeOffset="196589.31">12900 4759 385 0,'0'0'67'0,"0"0"-45"0,0 0-20 15,0 0 1 1,0 0-1-16,0 0 0 16,-45 33-2-16,42-26-4 0,-4 0-19 15,0 3-103-15</inkml:trace>
  <inkml:trace contextRef="#ctx0" brushRef="#br2" timeOffset="196741.78">12766 4910 377 0,'0'0'119'0,"0"0"-84"16,0 0-30-16,0 0-3 16,0 0 5-16,0 0-1 15,-11 62-2-15,11-48-3 16,0 5-1-16,0 0-1 16,0 0-85-16,-4-1-139 0</inkml:trace>
  <inkml:trace contextRef="#ctx0" brushRef="#br2" timeOffset="196939.4">12723 5187 377 0,'0'0'167'0,"0"0"-135"0,0 0-31 16,0 0-1-16,0 0 10 16,0 0-7-16,1 86 13 15,14-64-7-15,2 1-8 16,0-1-2-16,0 1-37 15,-1-2-48-15,1-2 18 16,-2 0-13-16,-4-5-66 0</inkml:trace>
  <inkml:trace contextRef="#ctx0" brushRef="#br2" timeOffset="197100.8">12876 5528 238 0,'0'0'118'0,"0"0"-20"15,0 0-38-15,0 0 12 16,0 0 15-16,0 0-42 15,25 82-11-15,-6-71-22 16,3 2-3-16,2-1-9 16,5 1-2-16,3 1-73 15,0 1-74-15,1-4 24 16,-3 4 22-16,-2-5-78 16</inkml:trace>
  <inkml:trace contextRef="#ctx0" brushRef="#br2" timeOffset="197257.98">13219 5746 36 0,'0'0'211'0,"0"0"-71"16,0 0-34-16,0 0 7 15,0 0-16-15,0 0-28 16,99 7-11-16,-76-7-10 16,6 0-13-16,4 0-21 15,0-2-11-15,2-3-3 16,1 2-37-16,-3-1-43 16,-1-1-27-16,0-1-70 15,-4-3 57-15,-1 0-33 16</inkml:trace>
  <inkml:trace contextRef="#ctx0" brushRef="#br2" timeOffset="197408.93">13759 5650 219 0,'0'0'177'16,"0"0"-14"-16,0 0-44 0,0 0-64 15,0 0 12-15,0 0-11 16,64-72-21-16,-54 63-27 16,3 1-8-16,4-3 0 15,-1 1-60-15,4-2-22 16,-3-1-47-16,0-6-57 15,0 2-61-15</inkml:trace>
  <inkml:trace contextRef="#ctx0" brushRef="#br2" timeOffset="197572.47">13998 5298 417 0,'0'0'157'16,"0"0"-34"-16,0 0-108 0,0 0 9 15,0-92 2 1,0 73-9-16,0-1-17 0,0 0-6 15,0 0-48-15,0-3-55 16,0 3-19-16,0-3-33 16,-8-4-82-16</inkml:trace>
  <inkml:trace contextRef="#ctx0" brushRef="#br2" timeOffset="197703.77">13866 4849 387 0,'0'0'203'15,"0"0"-30"-15,0 0-99 16,-90-90-29-16,76 73-6 15,2 3-20-15,2 4-7 16,4 2-12-16,1 4 0 0,2 2-87 16,-2 2-129-16,0 0-133 15</inkml:trace>
  <inkml:trace contextRef="#ctx0" brushRef="#br2" timeOffset="197826.97">13685 4674 1143 0,'0'0'103'0,"0"0"-94"16,0 0-7-16,0 0-2 16,0 0-84-16,0 0-165 15,-87-9-130-15</inkml:trace>
  <inkml:trace contextRef="#ctx0" brushRef="#br2" timeOffset="204654.54">23384 1442 697 0,'0'0'167'0,"0"0"-110"0,0 0-8 15,0 0 55-15,0 0-23 16,0 0-12-16,0 0-28 16,-18-17-8-16,21 17 8 15,20 0-13-15,14 0 8 16,15 0-16-16,15 0-12 15,13 0-5-15,7-1 2 16,152 2-1444 62,-318 22 1439-78,1 5 0 16,4 3 0-1,9 3 0-15,12-1 0 0,12-2 0 16,9-3 0-16,8-7 0 16,5-18 0-16,13 5 0 15,-6-4 0-15,5-4 1018 16,7 0-978-16,0 0-40 16,0 0-85-16,119-21 85 15,-45 3 5-15,11 0-5 16,5 4-3-16,-3-1-134 15,-14 5-116-15</inkml:trace>
  <inkml:trace contextRef="#ctx0" brushRef="#br2" timeOffset="204759.67">24058 1583 87 0,'0'0'0'16</inkml:trace>
  <inkml:trace contextRef="#ctx0" brushRef="#br2" timeOffset="206370.75">6759 3292 1028 0,'0'0'146'0,"0"0"-101"0,0 0-40 16,0 0-2-1,0 0 7-15,0 0 13 0,0 0-23 16,-51-45-13-16,38 84 13 16,-3 15 7-16,-6 5-2 15,-2-4-2-15,1-8-3 16,3-10 2-16,4-13-1 15,5-11 0-15,4-6-1 16,6-4-5-16,1-3 1 16,0 0 4-16,0-7 0 15,0-7-45-15,0-1-3 16,0 6 47-16,0 4-4 16,7 4 5-16,5 1-8 15,4 0 4-15,2 6 1 16,6 8-1-16,-1 3 4 0,3-6 0 15,-2-2 1-15,0-3-1 16,-6-6 5-16,-5 0-4 16,-4 0 7-16,-2 0-6 15,-5-6 5-15,-1-10 0 16,-1-4 5-16,0-4 4 16,0 0 8-16,0 3-11 15,0 6 10-15,-1 6-6 16,1 7 37-16,-2 2-22 15,2 0-32-15,0 14-20 16,0 17 20-16,0 16 0 16,0 9 21-16,0 4-19 0,0 4 1 15,0-3-3-15,-4 1-71 16,3-8-52-16,1-11-112 16,0-13-101-16</inkml:trace>
  <inkml:trace contextRef="#ctx0" brushRef="#br2" timeOffset="206670.06">6961 3671 1109 0,'0'0'75'0,"0"0"-75"16,0 0 4-1,-3 87 7-15,3-58 24 0,5-4-17 16,15-5-10-1,2-9-2-15,1-9-2 0,4-2 10 16,-2-10 16-16,-2-13-6 16,-4-8 8-16,-6-2 8 15,-10-3 2-15,-3-1-4 16,-5 0-7-16,-19 2 7 16,-7 5-37-16,0 9-1 15,0 10-3-15,0 10-19 16,-1 1-40-16,0 15-59 15,2 9-70-15,3 2-233 16</inkml:trace>
  <inkml:trace contextRef="#ctx0" brushRef="#br2" timeOffset="207689.08">6274 2331 478 0,'0'0'565'16,"0"0"-417"-16,0 0-125 15,0 0 21-15,0 0 46 16,0 0-11-16,2-3-13 16,-2 3-24-16,-7 0-9 15,-10 0-6-15,-6 0-12 0,-10 1-10 16,-3 5 1-16,-2-1-4 15,1-1 5-15,2-3-4 16,6-1 3-16,5 0-2 16,2 0-3-16,7-2 3 15,3-4-3-15,5 0 1 16,4 1 1-16,1 4-3 16,2-1 0-16,-2 2 3 15,2 0-3-15,-1 0-8 16,-1 0-7-16,-1 9 1 15,2 15 8-15,-6 8 5 16,-2 2 0-16,1-8 1 0,0-6 1 16,1-5 1-16,0-5-1 15,4-3-1-15,3-2 0 16,-2-5 1-16,2 0-1 16,0 0 0-16,0 0-16 15,0 0-4-15,9 0-22 16,13-7 8-16,7-2 31 15,7 3-2-15,-1 6 0 16,-2 0 0-16,-4 2-5 16,-5 15 5-16,-3 4 2 15,-10 3-7-15,-5 2 10 16,-6 0 0-16,0-2 14 16,-6 0 10-16,-12 1-5 15,-7-1 6-15,-5-1-13 16,-5-2-10-16,-2-4 1 0,3-6-3 15,2-5-65-15,11-6-59 16,9-2-36-16,12-27-188 16,0-11-258-16</inkml:trace>
  <inkml:trace contextRef="#ctx0" brushRef="#br2" timeOffset="208138.01">6477 2273 1198 0,'0'0'97'0,"0"0"-97"16,0 0 0-16,0 0 2 15,-55 96 18-15,34-63-4 16,0 1-6-16,2-4-5 16,2-5 0-16,4-7-4 15,4-8 1-15,5-4 0 16,2-6-1-16,2 0 0 15,0 0-1-15,0 0-20 16,2 0 5-16,11 0-3 16,7 0 18-16,10 0 3 15,7 0-2-15,1 0 3 16,3-12 0-16,-8-1 5 16,-8 0-4-16,-6 0 2 15,-9-1-4-15,-7-1 6 0,-3-1 16 16,0-4-6-1,0 0 1-15,-7 6 10 0,1 4 6 16,0 7 10-16,3 3-4 16,1 0-42-16,-1 19-17 15,-2 16 13-15,-4 20 4 16,-2 10 0-16,-1 6-31 16,4-3-121-16,0-7-30 15,-1-12-224-15</inkml:trace>
  <inkml:trace contextRef="#ctx0" brushRef="#br2" timeOffset="208686.45">5657 1149 404 0,'0'0'134'0,"0"0"-55"16,0 0 19-16,0 0 14 16,0 0 6-16,0 0-2 0,-28-32-66 15,28 32-47-15,0 15-3 16,0 23 0-16,0 20 18 16,1 16 36-16,4 8-10 15,2-1-35-15,-1-1-4 16,-2-11-5-16,-2-11 3 15,1-11-3-15,4-11-10 16,1-12-115-16,6-14-99 16,1-10-113-16</inkml:trace>
  <inkml:trace contextRef="#ctx0" brushRef="#br2" timeOffset="209037.68">5861 1186 842 0,'0'0'179'0,"0"0"-144"15,0 0-30-15,0 0 2 16,-51 82 44-16,45-23 28 16,6 15-39-16,0 4-19 15,6-1-8-15,10-15-2 16,3-17-4-16,2-16-7 15,-1-14-4-15,2-12 4 16,-3-3 7-16,2-6 5 0,-6-20 13 16,-3-11-11-1,-9-6-2-15,-3-6-11 0,-13 5 20 16,-16 10-1-16,-2 10-20 16,2 18-7-16,2 6-10 15,4 24-34-15,4 24-16 16,8 15-96-16,11 3-95 15,4-1-225-15</inkml:trace>
  <inkml:trace contextRef="#ctx0" brushRef="#br2" timeOffset="209787.48">7545 1660 733 0,'0'0'135'0,"-18"-134"-88"16,18 57-38-16,0 5 80 15,0 12 36-15,7 18-19 16,5 14-68-16,0 9-11 15,-5 11-14-15,-2 8-10 16,0 0-3-16,5 36-34 16,7 27 34-16,5 31 46 15,-3 24-6-15,3 8-32 16,2-3-1-16,2-15-5 16,8-22-1-16,3-24-1 15,5-23-5-15,-1-17 4 0,3-13 1 16,2-9 6-1,-1-3-6-15,-3-19 0 0,-13 3-16 16,-14 2 15-16,-15 3 1 16,0 8 0-16,-10 0-12 15,-12 6 1-15,-4 0 2 16,-5 28 4-16,-2 17 5 16,3 20 0-16,6 20 1 15,9 17 6-15,13 22 0 16,2 12-4-16,12 1-1 15,20-6-2-15,3-15 0 16,0-22-1-16,-7-16-17 16,-11-16 18-16,-15-15 4 0,-2-7-1 15,-33-5 18-15,-22 0 25 16,-18-3 22-16,-10-10-29 16,-6-8-26-16,9-14-4 15,11 0-9-15,10-12-4 16,0 0-108-16,-8 7-112 15,-14 5-502-15</inkml:trace>
  <inkml:trace contextRef="#ctx0" brushRef="#br2" timeOffset="-166138.09">5344 2028 449 0,'0'0'278'0,"0"0"-132"16,0 0-102-16,0 0 32 16,0 0-2-16,0 0-18 0,-75-85 26 15,49 68-43 1,-8 2 24-16,-6 2-54 0,-10 1 22 16,-5 3-23-16,-7 2 1 15,0 1 13-15,-1 5-1 16,-2 1-12-16,-6 0 10 15,1 18-4-15,0 8 2 16,0 8-10-16,8 9 0 16,7 6-2-16,6 6-4 15,12 11 7-15,9 2 1 16,9 9-4-16,11 9-1 16,8 12-2-16,0 11 2 15,25 9 3-15,17-3-7 16,15-9 5-16,15-16 2 0,21-16-4 15,18-19-2-15,17-21 2 16,17-22 0-16,13-12-2 16,1-12 4-16,-4-26-5 15,-15-17-1-15,-19-10 1 16,-22-13 9-16,-21-13 1 16,-20-12-9-16,-20-9 1 15,-27-7 1-15,-12-4-6 16,-47 3 3-16,-23-1-1 15,-28 6-1-15,-18 11-2 16,-13 20 4-16,-6 27-2 16,5 25-2-16,8 32 1 15,16 18-40-15,14 48-99 0,9 32-76 16,7 21-204 0</inkml:trace>
  <inkml:trace contextRef="#ctx0" brushRef="#br2" timeOffset="-164888.12">3426 8657 700 0,'0'0'194'16,"0"0"-73"-16,0 0-53 16,0 0 33-16,0 0-6 15,0 0 0-15,-9-14-25 16,9 14-32-16,0 0-14 15,10 0-14-15,20 0 6 16,20-2 14-16,17-7 8 16,10-4-20-16,3 0-2 15,-8 2-13-15,-20 3 2 0,-24 7-4 16,-18 0-1-16,-10 1-6 16,0 0 6-16,-13 0 7 15,-22 2 3-15,-17 7-6 16,-11 5 9-16,1-5-8 15,11-3-4-15,22-5 2 16,15-1 0-16,14 0-3 16,0 0-6-16,17 0-31 15,28 0-129-15,27 0-14 16,19 0-106-16,12-7-262 16</inkml:trace>
  <inkml:trace contextRef="#ctx0" brushRef="#br2" timeOffset="-164104.9">6436 7352 365 0,'0'0'12'0,"0"0"-11"0,0 0 4 16,2-94 10-16,-4 72 63 16,-18 4 41-16,-5 4-37 15,-5 1 5-15,-2 6-41 16,-3 6 0-16,-3 1 7 16,-6 0-27-16,-1 19 12 15,-4 14-1-15,-2 23-13 16,1 29 31-16,1 31-9 15,9 31 1-15,12 22 2 16,13 5-20-16,15-5 8 16,11-24-28-16,33-28-4 15,21-27 1-15,15-23-6 16,12-18 9-16,12-18 0 0,8-24 2 16,5-9-11-16,3-40 0 15,-6-17 12-15,-12-15-7 16,-20-5-1-16,-25-8 5 15,-27-5 11-15,-29-10 23 16,-12-11-32-16,-46-14-11 16,-32-9 0-16,-27-6 0 15,-27 11 2-15,-12 18-2 16,-4 29-5-16,5 37-6 16,19 36-30-16,14 27-42 15,16 63-59-15,15 26-185 16,12 17-292-16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28:53.989"/>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definitions>
  <inkml:trace contextRef="#ctx0" brushRef="#br0">16497 1433 526 0,'0'0'308'0,"0"0"-286"15,0 0-18-15,0 0 55 16,0 0 78-16,0 0-28 16,0 0-70-16,-30-44-3 15,29 42-8-15,-1-3 10 16,-1-1 2-16,-1-3-8 16,1-2-3-16,-2-3 1 15,-2-2 0-15,3 1-8 0,-2 1-7 16,2 1 5-1,0 1 7-15,2 4-6 0,1 4-4 16,-1 1 2-16,2 3-5 16,-1 0 1-16,1 0-15 15,-2 7-7-15,2 22-10 16,-2 20 17-16,-1 17 25 16,-2 8-12-16,-2 0-6 15,-2-6 7-15,1-12-4 16,0-11-3-16,1-9-6 15,3-9 0-15,0-8 0 16,2-5-1-16,2-8-16 16,0-4-40-16,0-2-43 0,0-8-15 15,0-21-105-15,2-11-552 16</inkml:trace>
  <inkml:trace contextRef="#ctx0" brushRef="#br0" timeOffset="223.55">16397 1346 1076 0,'0'0'140'16,"0"0"-91"-16,0 0 45 15,0 0 12-15,0 0-72 16,0 0-33-16,38 55 23 16,-2-5 11-16,4 3-10 0,-2-1-15 15,6-6-5-15,1-6 0 16,-3-4-3-16,-5-4-2 15,-8-3-47-15,-5-5-57 16,-6-4-87-16,-4-7-76 16,-8-10-189-16</inkml:trace>
  <inkml:trace contextRef="#ctx0" brushRef="#br0" timeOffset="466.95">16742 1264 1068 0,'0'0'132'0,"0"0"-113"0,0 0 35 15,0 0-6-15,0 0-31 16,0 0 56-16,30 131-26 16,-14-61-23-16,-6-3-6 15,-1-1-12-15,-6-12-4 16,-1-5-2-16,0-7-39 15,1-6-87-15,0-11-65 16,1-8-215-16,1-14-303 16</inkml:trace>
  <inkml:trace contextRef="#ctx0" brushRef="#br0" timeOffset="643.9">17019 1478 1246 0,'0'0'217'0,"0"0"-217"16,0 0-18-16,0 0 18 15,111-7 8-15,-65 8-8 16,1 11-127-16,-12-5-169 16,-13 3-352-16</inkml:trace>
  <inkml:trace contextRef="#ctx0" brushRef="#br0" timeOffset="802.52">17061 1732 1382 0,'0'0'141'0,"0"0"-141"0,0 0-11 16,0 0 4-16,0 0 3 15,97-9-42-15,-25 11-163 16,3-2-221-16</inkml:trace>
  <inkml:trace contextRef="#ctx0" brushRef="#br0" timeOffset="1233.83">17734 1520 1305 0,'0'0'32'0,"0"0"-18"0,0 0-14 16,97-87 64-16,-66 66-35 16,-6-3-11-16,-3 2 4 15,-9-2 13-15,-7-2 5 16,-6-2 5-16,0-3-8 16,-1 0-16-16,-14-1-7 15,-2 4 4-15,4 8-7 16,1 7 8-16,5 8 6 15,4 3-9-15,0 2-9 16,3 0-6-16,0 0-1 16,0 11-8-16,0 24-2 0,0 13 10 15,0 21 10-15,5 10-7 16,5 8 1-16,3 5-2 16,-1-3 3-16,2-6-3 15,-1-6 0-15,1-10-2 16,0-5 0-16,-6-10-2 15,1-8-18-15,-5-10-36 16,-1-7-64-16,0-6-71 16,0-14-121-16,2-7-315 15</inkml:trace>
  <inkml:trace contextRef="#ctx0" brushRef="#br0" timeOffset="1472.83">17890 1602 1042 0,'0'0'330'16,"0"0"-295"-16,12-91-22 16,20 73 34-16,8 7 25 15,4 11-36-15,-1 2-13 16,-8 25-8-16,-12 13-9 16,-13 3 18-16,-8 4-8 15,-2-3-8-15,-10-6-8 16,-12-3 2-16,-4-8-2 15,1-11-22-15,1-7-45 16,6-9-45-16,6-4-87 0,7-20-202 16</inkml:trace>
  <inkml:trace contextRef="#ctx0" brushRef="#br0" timeOffset="1739.66">18181 798 964 0,'0'0'266'0,"0"0"-230"0,0 0-35 16,0 0 24-1,0 0-2-15,0 0-9 0,9 87 35 16,2-33-20-16,1 4-13 15,-2-4-7-15,0-1-9 16,-1-4 0-16,-3-7-68 16,-2-4-87-16,-1-13-165 15,0-12-155-15</inkml:trace>
  <inkml:trace contextRef="#ctx0" brushRef="#br0" timeOffset="2032.27">18400 928 1009 0,'0'0'185'0,"0"0"-175"0,0 0 0 15,0 0 30-15,0 0-14 16,0 0 8-16,-45 57-18 16,22-24 3-16,-2 0-5 15,-1-5 7-15,8-8 8 16,4-8-3-16,11-7 18 15,3-4-17-15,0 2-12 16,10 3-15-16,15 1 17 16,7 6 1-16,7 2-4 15,3 3-10-15,1 1-4 0,-1 3-5 16,-4 2-53 0,-5-2-145-16,-11-2-119 0</inkml:trace>
  <inkml:trace contextRef="#ctx0" brushRef="#br0" timeOffset="2949.03">19255 1534 1150 0,'0'0'204'0,"0"0"-191"0,0 0 11 15,0 0 72-15,0 0-56 16,96-47-21-16,-22 44 2 15,11 3-8-15,5-2-5 16,6-1-1-16,-4-5-5 16,-5-5-1-16,-17 0 6 15,-23 3-3-15,-21 4-2 16,-14 1 2-16,-12 3 2 16,0 0 46-16,0-7 20 0,-8-2-42 15,-10-4-30-15,-4 3-1 16,0 1 1-16,4 2 5 15,1 2 14-15,5 1-12 16,6 2-7-16,4 4 0 16,2 0 1-16,0 0-1 15,0 2-6-15,0 15-5 16,0 8 9-16,0 6 2 16,2 0-1-16,9 1-2 15,1-1-3-15,1 1-43 16,0-5-53-16,1-5-71 15,-2-6-112-15,0-11-234 16</inkml:trace>
  <inkml:trace contextRef="#ctx0" brushRef="#br0" timeOffset="3382.18">20499 1466 1044 0,'0'0'175'16,"0"0"-165"-16,0 0-10 0,56-81 77 16,-33 54 10-16,-1-5-65 15,-2 1-15-15,-4 0 19 16,-12-6 17-16,-4-1-19 15,0-2 33-15,-14-2-29 16,-8 2 2-16,0 5 1 16,4 9-5-16,8 12 7 15,3 8-7-15,4 6 1 16,3 0-27-16,0 11-2 16,0 28-16-16,0 26 18 15,6 16 2-15,8 17 5 16,2 11 0-16,4 1-2 15,0 2-2-15,-1-9-2 16,-3-13-2-16,-3-8-3 16,-6-13-52-16,-3-14-77 0,-2-17-72 15,-1-17-98-15,1-18-272 16</inkml:trace>
  <inkml:trace contextRef="#ctx0" brushRef="#br0" timeOffset="3605.79">20633 1414 1285 0,'0'0'151'0,"0"0"-122"15,0 0 34-15,0 0 29 16,0 0-47-16,101-61-25 16,-59 88 6-16,-5 13-2 0,-17 7-15 15,-12 3-9 1,-8 2 0-16,0-6 0 0,-15-4 0 15,-5-8-3-15,2-11-64 16,5-7-61-16,6-9-109 16,5-7-183-16,2-7-283 15</inkml:trace>
  <inkml:trace contextRef="#ctx0" brushRef="#br0" timeOffset="4252.3">21177 1295 577 0,'0'0'245'0,"0"0"-152"16,0 0 46-16,0 0 33 16,0 0-48-16,0 0-19 15,2-58-55-15,-2 58-16 16,0 24-34-16,0 17 11 15,0 17 32-15,0 3-15 16,0 2-17-16,11-6-7 16,3-9-4-16,4-8-35 15,1-17-85-15,1-14-175 16,-4-9-398-16</inkml:trace>
  <inkml:trace contextRef="#ctx0" brushRef="#br0" timeOffset="4379.07">21269 1079 859 0,'0'0'0'0,"0"0"-211"0,0 0 57 16,0 0-20-16</inkml:trace>
  <inkml:trace contextRef="#ctx0" brushRef="#br0" timeOffset="4684.22">21455 1251 1283 0,'0'0'39'0,"0"0"-22"0,0 0 109 15,0 0-34-15,0 0-83 16,0 0-5-16,-74 46-7 16,74-18 4-16,0 0-1 15,0 4 5-15,10-4-3 16,7 0 3-16,0-4 2 15,-4-7 0-15,-5-8 9 16,-5-2-4-16,-3-6 16 16,0-1 11-16,0 0 14 15,-9 2-19-15,-13 1-8 16,-5-2-20-16,2 2-6 16,4-1-24-16,7-1-77 0,11 1-99 15,3-2-222-15,7-3-314 16</inkml:trace>
  <inkml:trace contextRef="#ctx0" brushRef="#br0" timeOffset="5015.2">21743 1351 1379 0,'0'0'39'0,"0"0"-33"15,101-85 25-15,-75 56 33 16,-7 2-26-16,-7-3-20 15,-7 0-7-15,-5 0 4 16,0-2 6-16,-8 3-6 16,-13-1-7-16,-2 1 21 0,1 5-13 15,6 6-1-15,4 8 5 16,7 9-10-16,4 1 3 16,1 14-13-16,0 22-2 15,0 20 2-15,3 13 8 16,10 10 1-16,4 12 6 15,-1 4-10-15,3 5 3 16,-2-1-6-16,-1-5-2 16,-2-11 0-16,-6-13-14 15,0-11-69-15,-2-15-85 16,-6-17-112-16,0-16-193 16</inkml:trace>
  <inkml:trace contextRef="#ctx0" brushRef="#br0" timeOffset="5225.34">21891 1322 1216 0,'0'0'206'0,"0"0"-156"16,0-78-10-16,20 71 29 16,8 6-20-16,13 1-34 15,1 8-11-15,-4 16-4 16,-8 9 0-16,-15 8-12 15,-10 6 4-15,-5 5 2 16,0-2-61-16,-1 0-76 0,-13-9-179 16,0-14-464-16</inkml:trace>
  <inkml:trace contextRef="#ctx0" brushRef="#br0" timeOffset="5583.25">22135 1293 1272 0,'0'0'165'16,"0"0"-165"-16,0 0 0 16,0 0 17-16,0 0 1 15,105-1-16-15,-83 29 1 16,-6 3 2-16,-9 2-3 0,-5-3 4 16,-2-3-6-1,0-10 1-15,0-6 3 0,0-8-1 16,0-3 5-16,0-3 15 15,0-21 0-15,0-10-19 16,0-11-4-16,8-2-1 16,10 5-17-16,2 9 7 15,0 16 10-15,-2 8 2 16,2 9 2-16,0 2-1 16,0 25 8-16,-4 7 1 15,0 8-4-15,-6 1-6 16,-4-1 5-16,1-3-6 15,-2-2-72-15,-3-10-158 16,-2-10-305-16</inkml:trace>
  <inkml:trace contextRef="#ctx0" brushRef="#br0" timeOffset="5700.72">22488 1095 347 0,'0'0'0'16</inkml:trace>
  <inkml:trace contextRef="#ctx0" brushRef="#br0" timeOffset="6398.48">22583 1217 629 0,'0'0'638'0,"0"0"-638"15,0 0 11-15,0 0 0 16,0 0 96-16,37 105-33 16,-22-60-50-16,-2 0-5 15,-1-6 7-15,-3-8-6 16,-5-12-9-16,-2-12-5 16,0-7 9-16,-2 0 26 15,3-17 24-15,0-14-10 16,3-15-53-16,0-2 2 15,2-4-1-15,4 4-3 16,5 8 0-16,-1 11-4 0,3 11 3 16,1 16-2-16,-1 2-11 15,-1 24 3-15,-3 12 5 16,-2 9 3-16,-4 0 1 16,-3-2-2-16,-1-8 4 15,0-9 0-15,1-10 0 16,-3-14-3-16,1-2 3 15,0-5 11-15,6-19 3 16,3-9-13-16,5-7 0 16,-1 6-1-16,-1 5-2 15,-4 11-2-15,-4 9 4 16,-5 8-1-16,2 1-7 16,2 1-8-16,0 17 8 15,3 4 3-15,1-2 5 0,6-2 3 16,6-7-3-16,7-8 1 15,6-3 7-15,-3 0-7 16,-5-16 5-16,-6-3-2 16,-5-2 1-16,-7-3-1 15,-5-1 2-15,-5 1 9 16,0-2 6-16,-6 0-6 16,-6 10 1-16,2 5 0 15,1 10-7-15,-1 1-3 16,-3 26 2-16,-3 18-2 15,3 10 10-15,9 2-4 16,4 0 1-16,3-5-10 16,20-12-2-16,9-6-2 0,4-10 0 15,3-11-35-15,-6-6-25 16,-11-6-83-16,-10 0-149 16,-12-20-325-16</inkml:trace>
  <inkml:trace contextRef="#ctx0" brushRef="#br0" timeOffset="8580.86">6844 2955 884 0,'0'0'209'0,"0"0"-209"0,0 0-26 15,0 0 26-15,0 0 83 16,0 0 0-16,35 80-33 15,-25-64-24-15,-1-2 1 16,-2-5-2-16,-3-5-10 16,2-2 0-16,0-2 6 15,3 0 4-15,2-3-8 16,4-12-2-16,5-3-8 16,0-3-5-16,2-2 1 15,1 2-3-15,1 4 0 16,-2 7-1-16,-3 4-2 15,0 6 0-15,-4 0 3 16,3 2 5-16,-1 9 7 0,4 0 1 16,-4 0 2-1,0-4 5-15,1-3-14 0,-5-1 1 16,0-3 6-16,2 0-5 16,-3 0 6-16,1-1-4 15,2-11 1-15,5-1 0 16,-1-1-10-16,6 2 2 15,-2 3-3-15,-1 4-5 16,3 4 5-16,-2 1-9 16,2 0 3-16,2 7 3 15,0 6 3-15,0-4 2 16,-2-1 4-16,-1-6-3 0,-2-2 3 16,-3 0 1-1,1 0 1-15,0-6 2 0,3-9-7 16,2-3 2-16,1-2-3 15,0 2-1-15,1 0-1 16,-2 5 0-16,-2 2-2 16,-2 5 2-16,-1 5-5 15,-2 1 5-15,2 0 0 16,-2 0-5-16,1 10 5 16,-3 1 5-16,1-2 4 15,-2-1-7-15,1-4 2 16,-2-3 10-16,-1-1-10 15,0 0 3-15,2 0 2 16,-1 0 0-16,7-4-4 16,2-10 2-16,7-1-7 0,2 0 0 15,0 2 2-15,-2 4-2 16,-4 3-2-16,-6 3 1 16,-1 3-5-16,-4 0 1 15,0 5-1-15,0 10 4 16,2 4 2-16,-4-3 6 15,0-4 3-15,-2-4 0 16,-3-4 3-16,-1-2-1 16,-2-2-7-16,2 0 4 15,3 0 3-15,4-2-4 16,8-10 0-16,3-3-3 16,2 3-4-16,-2 2 0 0,2 2-1 15,-1 4 0 1,2 0 1-16,0 3-6 0,-3 1 1 15,-2 0 1-15,-1 0 0 16,-3 5-1-16,-1 7 0 16,-1-2 4-16,-1 2-4 15,3-1 2-15,-1-4 2 16,2-2 1-16,5-5 0 16,2 0 0-16,0 0-1 15,-1-5 0-15,-2-1-3 16,1-1 1-16,0 1 3 15,2 0 1-15,1 0 1 16,4 0-2-16,-1 0-3 16,5-1 3-16,-1 1 2 15,-3-1-2-15,-2 1 10 0,-7-3 11 16,-3 3-7-16,-3-1 3 16,-6 1-6-16,3-2-3 15,-4 4-3-15,-3-1-5 16,0 4-3-16,-7 1-57 15,0 0-174-15,-12 0-474 16</inkml:trace>
  <inkml:trace contextRef="#ctx0" brushRef="#br0" timeOffset="12180.6">2251 4429 796 0,'0'0'411'16,"0"0"-366"-16,0 0-7 16,0 0 42-16,0 0-14 15,0 0-45-15,0 0-21 16,-48 43 3-16,44 9 1 16,4 8 9-16,0 3-13 0,4-9-1 15,14-12 1-15,8-10 2 16,4-14-2-16,5-9 0 15,5-9 6-15,5-2 2 16,2-23 3-16,-2-13-3 16,-8-3-1-16,-15 0-5 15,-18 1 12-15,-4 5 4 16,-23 2 11-16,-20 2-28 16,-9 7 8-16,-6 4-9 15,-1 7 2-15,9 5-3 16,11 7 1-16,14 1-22 15,15 0-50-15,10-1-19 0,0-7-14 16,22-8-46-16,8-9 93 16,5-8 40-16,-3-1 18 15,-9 2 73-15,-10 6 0 16,-7 8 8-16,-6 8 23 16,0 6-3-16,0 1-4 15,0 3-33-15,0 0-46 16,0 0-18-16,0 0-3 15,0 22-9-15,0 16 6 16,0 18 6-16,0 15 6 16,0 9 5-16,-4 4-3 15,-5 2 1-15,-5-4-8 16,-1-5 0-16,3-10 0 16,4-4 2-16,6-8-6 15,2-9-69-15,6-9-105 0,20-17-118 16,0-19-242-16</inkml:trace>
  <inkml:trace contextRef="#ctx0" brushRef="#br0" timeOffset="12494.34">2837 4155 1167 0,'0'0'117'0,"0"0"-117"16,0 0 5-16,0 0 11 16,-37 101 23-16,27-36 35 15,2 10-28-15,-1 0 1 16,6-1-16-16,1-7-9 15,2-7-18-15,0-7 2 16,7-10-6-16,12-6 0 16,5-9-25-16,8-9-146 15,5-12-79-15,1-7-303 16</inkml:trace>
  <inkml:trace contextRef="#ctx0" brushRef="#br0" timeOffset="12881.66">3069 4394 1338 0,'0'0'170'0,"0"0"-141"16,0 0 24-16,0 0-18 16,0 0-28-16,0 0 7 15,119-12-3-15,-84 33-3 16,-7 7-8-16,-11 2-5 15,-12 4 5-15,-5 3 8 0,-12 4-4 16,-21 4 4-16,-9 0-1 16,-6-1-3-16,4-9 2 15,9-11-4-15,13-11 1 16,9-9 3-16,11-4 3 16,2 0 18-16,0 0 1 15,7-8-10-15,13-6-17 16,8 1 0-16,6 2 2 15,3 5-3-15,1 0 2 16,5 3-4-16,-1 0-1 16,3-1-60-16,1 2-61 15,-6-2-112-15,-9-7-142 16,-12-2-613-16</inkml:trace>
  <inkml:trace contextRef="#ctx0" brushRef="#br0" timeOffset="13379.85">3372 4015 1242 0,'0'0'81'0,"0"0"-48"15,0 0 61 1,0 0-47-16,0 0-31 0,0 0-16 16,60-30 3-16,-43 35-2 15,-4 10-1-15,-4 2-6 16,-8 7 5-16,-1 1 1 16,0 4 1-16,-3-1 9 15,-9-3-6-15,2-9 7 16,6-8-7-16,3-7-1 15,1-1 2-15,0 0-2 16,0 0-3-16,5 0-2 16,8 0 2-16,8 0 4 15,0 0-2-15,4 0-2 16,-3 0 0-16,-5 0-4 16,-4 0 4-16,-6 6 4 0,-4 1 0 15,-1 2 0-15,-2 0 7 16,0 6 10-16,-15 1 27 15,-7 3-12-15,-3 0-20 16,0-3-8-16,-2 1-6 16,4-3-4-16,1-2 0 15,7-4-137-15,7-8-100 16,8 0-195-16</inkml:trace>
  <inkml:trace contextRef="#ctx0" brushRef="#br0" timeOffset="13632.05">3702 3944 1352 0,'0'0'6'0,"0"0"-3"16,0 0-3-16,119 74 47 15,-75-23 12-15,-4 10-12 16,-7 2 7-16,-11 3-9 15,-12 3-19-15,-10-1-7 16,-3 1-5-16,-29 0 1 16,-13-1-2-16,-14 2-8 15,-6-1-5-15,-5-7-160 16,0-8-246-16,0-12-733 0</inkml:trace>
  <inkml:trace contextRef="#ctx0" brushRef="#br0" timeOffset="15582.14">2614 5962 723 0,'0'0'44'0,"0"0"-33"16,0 0 23-16,0 0 54 15,0 0 7-15,0 0-46 16,0 0 5-16,0 0-14 16,-33-47-9-16,24 55-15 15,-2 23 2-15,-4 19-6 0,1 16 16 16,6 3 0-16,8-3-9 15,0-13-10-15,17-15-8 16,11-14 3-16,9-15 6 16,8-9 13-16,4-9 2 15,0-20-10-15,-8-9-2 16,-13-1-3-16,-14 0-4 16,-14 3 6-16,-7 3 8 15,-33 4-7-15,-17 7-13 16,-15 7 2-16,-5 7-2 15,5 7 1-15,14 1-1 16,19 0-5-16,19 0-40 16,17 0-65-16,3 0-27 0,35-3-141 15,17-23 224 1,10-10-81-16,-2-6 47 0,-8 1 88 16,-19 8 65-16,-16 11 31 15,-14 4 35-15,-3 7 30 16,-1 4-14-16,-14 0-24 15,3 5-29-15,2 0-8 16,3 2-26-16,4 0-24 16,-1 0-19-16,1 12-17 15,-5 24-15-15,-4 21 15 16,-3 18 0-16,0 8 10 16,-2 9-10-16,-1 1 6 0,-1-2-4 15,-1-8-2-15,5-9-3 16,5-11-11-16,7-10-164 15,3-20-201-15,0-20-216 16</inkml:trace>
  <inkml:trace contextRef="#ctx0" brushRef="#br0" timeOffset="15863.2">2989 5692 1327 0,'0'0'130'16,"0"0"-130"-16,-57 110 0 16,43-42 3-16,7 11 22 15,3 16 11-15,4 9-12 16,0 0-8-16,7-10-8 15,14-13-8-15,10-15 0 16,5-16-4-16,4-10-94 16,4-15-108-16,-1-18-237 15</inkml:trace>
  <inkml:trace contextRef="#ctx0" brushRef="#br0" timeOffset="16564.8">3790 5835 176 0,'0'0'1192'15,"0"0"-1162"-15,0 0-20 0,0 0 24 16,0 0 31 0,0 0-32-16,-44-3-20 0,28 6 0 15,-5 4 16-15,-5 1-7 16,-3 0-5-16,2-4 1 16,4-2 11-16,1-2 1 15,6 0-16-15,2 0-7 16,2 0-3-16,6 0 1 15,2 0-3-15,4 0-1 16,0 0 0-16,0 0-1 16,0 0-3-16,0 0 1 15,-1 0-2-15,-4 11 0 16,-5 9-4-16,-3 10 8 16,-4 6 0-16,0-2 0 0,4-6 0 15,4-7-1-15,4-9 1 16,4-4-2-16,1-5 2 15,0-3-4-15,0 0 1 16,0 0-1-16,3 0-8 16,19 0 12-16,11 0 6 15,10-8-2-15,8 1-3 16,4 3-1-16,0 4-8 16,-6 0-9-16,-11 0 2 15,-10 16 9-15,-9 5 1 16,-7 2 1-16,-9-3 4 15,-3 0 2-15,0-4 8 16,-5 3 24-16,-20 0 8 0,-10 5-1 16,-12 0-15-1,-3 0-15-15,-1-2-5 0,5-5-6 16,7-3 2-16,10-2-2 16,10-6-12-16,13-3-58 15,6-3-100-15,22 0-207 16,12-21-335-16</inkml:trace>
  <inkml:trace contextRef="#ctx0" brushRef="#br0" timeOffset="18229.09">4054 5477 669 0,'0'0'160'0,"0"0"-117"16,0 0 11-16,0 0 50 16,0 0-23-16,0 0-35 15,0 0-29-15,0-22-14 16,0 22-3-16,0 13-23 16,-3 11 23-16,-9 11 20 15,-5 4 12-15,1-2-16 0,-1-3-7 16,5-10-3-16,2-10-3 15,7-4 0-15,1-7 0 16,2-3-1-16,0 0 8 16,0 0-4-16,0 0 0 15,3 0-4-15,11 0 15 16,6-2-17-16,0 1 1 16,5 1 2-16,5 0-4 15,2 0 2-15,3 0 0 16,-2 0 3-16,-3-4 0 15,-6-3 0-15,-6 1 3 16,-8-1-3-16,-5-1 9 16,-3-1 20-16,-2-1-10 0,0-4 4 15,0 4 1-15,-8 0-3 16,1 6 2-16,2 2-1 16,3 2 15-16,0 0-35 15,2 5-6-15,-1 20-22 16,-3 15 22-16,3 5 0 15,1 3 0-15,0 0-2 16,0-1-2-16,6-2-161 16,10-6-12-16,0-11-309 15</inkml:trace>
  <inkml:trace contextRef="#ctx0" brushRef="#br0" timeOffset="18528.86">4467 5443 1252 0,'0'0'90'15,"0"0"-90"-15,0 0 0 16,0 0 22-16,64 116 75 15,-28-45-29-15,-1 8-17 16,-8 4-13-16,-10 2-11 0,-16 4-9 16,-1 4-5-16,-35 11-8 15,-20 3 0-15,-13 3-5 16,-11-4-12-16,-1-11-190 16,-1-18-252-16</inkml:trace>
  <inkml:trace contextRef="#ctx0" brushRef="#br0" timeOffset="19695.64">2778 8256 896 0,'0'0'108'0,"0"0"-106"16,0 0 2-16,0 0 12 16,0 0 20-16,-36 120 20 0,36-64-2 15,0 3-18-15,11-3-13 16,14-9-12-16,7-11-5 15,5-17-2-15,-1-14 15 16,6-5 12-16,-3-21 4 16,-2-13-9-16,-13-4-7 15,-8-3 26-15,-15 0 13 16,-1 0-22-16,-17-1-3 16,-19 0-9-16,-7 4-22 15,-11 5 2-15,2 14-4 16,4 8 8-16,6 11-8 15,10 0-9-15,9 5-1 16,13 9-36-16,10-1-52 16,0-4-2-16,23-5-37 0,14-4-9 15,10-12 64-15,1-13-9 16,-3-5 81-16,-6 1 10 16,-13 1 35-16,-7 3 52 15,-11 8-14-15,-5 5 44 16,-3 4-2-16,0 7 20 15,0 1-49-15,0 0-27 16,0 0-53-16,-4 21-6 16,-6 25-4-16,-3 27 4 15,-6 17 17-15,-3 16-7 16,-1 10-2-16,-4 3-4 16,2-4-2-16,2-15-2 15,7-15 0-15,8-16-58 0,8-18-110 16,0-24-131-16,7-23-237 15</inkml:trace>
  <inkml:trace contextRef="#ctx0" brushRef="#br0" timeOffset="19979.37">3310 8013 1447 0,'0'0'100'0,"0"0"-100"16,-84 84-9-16,61-16 9 16,4 16 13-16,6 10 11 15,5 12-6-15,5 2-9 16,3-4-2-16,0-10-6 15,13-12-1-15,12-19-10 16,12-12-73-16,11-14-93 16,4-18-201-16,0-18-487 15</inkml:trace>
  <inkml:trace contextRef="#ctx0" brushRef="#br0" timeOffset="21012.19">3609 8342 966 0,'0'0'129'0,"0"0"-79"15,0 0-9-15,0 0 54 16,0 0-10-16,0 0-37 16,-50-37-16-16,48 37 5 15,2-2-10-15,0 2-17 16,0 0-7-16,0 0-3 16,0 0-3-16,0 0-6 0,9 0 1 15,4 0 8 1,6 0 0-16,0 0 3 0,1 0 1 15,2 0-2-15,-3 0 1 16,-5 0-1-16,-4 0-2 16,-4 0 7-16,-5 0-2 15,-1 0 6-15,0 0 5 16,0 0-4-16,0 0 3 16,0 10-15-16,0 10 1 15,0 10 3-15,0 12 2 16,0 7 0-16,0 4 1 15,0 3-6-15,0 0 5 16,-1-2-4-16,-5-6-2 16,2-5 0-16,4-4-10 0,0-11-138 15,0-10-139-15,8-12-322 16</inkml:trace>
  <inkml:trace contextRef="#ctx0" brushRef="#br0" timeOffset="22028.5">3768 8051 1085 0,'0'0'143'0,"0"0"-136"15,0 0-2-15,0 0 13 16,55-89 30-16,-13 80-42 0,-1 7-2 16,0 2-3-16,-8 2-1 15,-4 16-5-15,-9 1 5 16,-7 2-5-16,-7 1 5 16,-6 0 0-16,0 2 0 15,-13-3 21-15,-5-3-8 16,0-6 6-16,5-6 18 15,4-3-1-15,6-3-11 16,3 0-4-16,0 0 8 16,0-4 11-16,6-9-40 15,13 2-7-15,2 4 2 16,3 3 4-16,-3 4-2 16,5 0-5-16,-4 11 2 0,-1 10 6 15,-4 5 0-15,-7-2 1 16,-7 2 1-16,-3-2 7 15,0-3 0-15,-10 0 5 16,-15-3 6-16,-4 1-4 16,0-7-10-16,3-8-5 15,8-4-1-15,8 0-56 16,6-14-130-16,4-21-215 16,3-9-526-16</inkml:trace>
  <inkml:trace contextRef="#ctx0" brushRef="#br0" timeOffset="22230.99">4310 7948 1220 0,'0'0'123'0,"0"0"-109"0,33 86-14 16,-13-25 105-16,0 6-23 16,2 7-22-16,-3-1 8 15,-5-1-33-15,-3 2-11 16,-11 3-18-16,-4 4-2 15,-30 3 1-15,-12 0-5 16,-9-3-89-16,-9-5-164 16,-3-10-160-16,-8-6-250 15</inkml:trace>
  <inkml:trace contextRef="#ctx0" brushRef="#br0" timeOffset="23011.89">2899 10619 646 0,'0'0'267'0,"0"0"-267"16,0 0-1-16,-22 113 1 15,22-58 69-15,0 7 22 16,18 0-3-16,9-5-44 16,5-10 0-16,6-13-13 15,-1-12-11-15,0-18 0 0,-2-4 7 16,-7-21 11-16,-1-14-11 15,-10-6-9-15,-12 3-1 16,-5-2 27-16,-12 1 3 16,-23-1-17-16,-10 2-26 15,-12 1-3-15,-5 7 7 16,0 10-8-16,7 11-5 16,15 6-8-16,15 3-36 15,13 0-15-15,12 0-37 16,7 0-13-16,28 0-47 15,13-11 106-15,11-12 39 16,1-12-41-16,-8 3 13 0,-13 4 44 16,-18 5 34-16,-10 10 50 15,-10 6 46-15,-1 6 11 16,0 1-17-16,0 0-35 16,0 0-36-16,0 0-28 15,-7 15-21-15,1 21-2 16,-8 18 2-16,-1 17 11 15,-3 12 1-15,-4 7 4 16,-5 8-13-16,0 2-3 16,-1-5-4-16,8-12-1 15,6-17 0-15,13-15-82 16,1-17-169-16,10-21-168 16</inkml:trace>
  <inkml:trace contextRef="#ctx0" brushRef="#br0" timeOffset="23278.21">3382 10461 1464 0,'0'0'125'0,"0"0"-125"0,0 0-5 16,-85 108 5-1,63-25 28-15,4 14 5 16,2 14-2-16,8 6-6 0,7-3-15 16,1-10-5-1,4-17-5-15,20-22-3 0,7-12-41 16,10-14-86-16,4-15-142 16,-2-17-214-16</inkml:trace>
  <inkml:trace contextRef="#ctx0" brushRef="#br0" timeOffset="23796.53">3730 10750 1421 0,'0'0'156'16,"0"0"-147"-16,0 0-6 16,0 0 9-16,0 0 2 15,0 0-14-15,86-41 0 16,-45 61 1-16,-8 8-1 16,-8 1-4-16,-12-2 4 15,-11 2 2-15,-2-1 5 16,-8 2 2-16,-15 1 3 15,-6-2-2-15,6-5-6 16,7-13-1-16,12-8 1 16,4-3 2-16,0 0-6 0,1 0-6 15,21-6-6-15,10-5 11 16,6 5-5-16,4 0 3 16,-4 6 0-16,-4 0 2 15,-7 6-3-15,-9 7 0 16,-8 3-2-16,-8 5 6 15,-2 1 9-15,-2 2 15 16,-18 2 18-16,-11-2 2 16,-7 0-9-16,-4 0-14 15,1-6-14-15,1-1-5 16,7-3-2-16,7-7-1 16,11-2-6-16,8-5-72 15,7 0-114-15,6-24-126 16,13-13-531-16</inkml:trace>
  <inkml:trace contextRef="#ctx0" brushRef="#br0" timeOffset="25362.2">4203 10347 95 0,'0'0'698'0,"0"0"-613"16,0 0-1-16,0 0 65 16,0 0 5-16,0 0-25 0,7-15-33 15,-7 15-26-15,-10 0-9 16,-4 0-21-16,-4 0-19 15,-5 0-8-15,-5 2-2 16,4 1-4-16,-4 0-1 16,4-2-1-16,-1 0-4 15,5 1 0-15,3-2 0 16,8 0 1-16,6 0 2 16,1 0-2-16,2 0 2 15,0 0-3-15,0 0 1 16,0 0-2-16,0 0-1 15,0 0-5-15,0 3-4 16,0 11-6-16,-1 5 11 16,-3 10 5-16,1-1 1 0,0 0 0 15,-1-6-1-15,1-6 1 16,1-4-1-16,2-8 1 16,0-2-1-16,0-2 0 15,0 0 0-15,0 0-5 16,0 0-15-16,12 0 5 15,8 0 12-15,9 0 3 16,3 0-3-16,-1 0-2 16,-1 2-3-16,-3 13 0 15,-7 3 1-15,-5 3 3 16,-7-1-1-16,-3-4-3 16,-5-3 8-16,0 2 3 15,0-4 11-15,-15 4 5 16,-8 2-2-16,-7-1-10 0,0-3-5 15,2 0-1-15,0-2-2 16,7-5-65-16,6-3-145 16,8-3-96-16,7 0-239 15</inkml:trace>
  <inkml:trace contextRef="#ctx0" brushRef="#br0" timeOffset="25646.43">4405 10347 1313 0,'0'0'151'16,"0"0"-151"-16,0 0-1 16,89 101 1-16,-48-43 55 15,3 12 10-15,-8 4-11 16,-7 5-10-16,-12-1-15 15,-17 2-7-15,-2 1-12 16,-33 2-3-16,-19 4-4 16,-9-6-3-16,-9-1 0 15,-1-9-20-15,1-11-150 16,2-16-164-16,6-21-392 16</inkml:trace>
  <inkml:trace contextRef="#ctx0" brushRef="#br0" timeOffset="27994.67">7100 3196 359 0,'0'0'65'0,"0"0"9"0,0 0-26 16,0 0 62 0,0 0-13-16,0 0-66 0,-20-16-31 15,20 27 4-15,9 4 50 16,2-1-22-16,2-3-10 15,1-3-9-15,1-3-3 16,-2-3 30-16,4-2-2 16,0 0-9-16,4-7-4 15,4-8-11-15,5-2-3 16,4 0-2-16,0 0 6 16,2 3-6-16,3-2-9 15,1 4 0-15,1 1 0 16,1 6 0-16,-1 0 3 15,-3 1-3-15,-1 4 1 0,-5-2 1 16,-6 0 3-16,-6 2-5 16,-7 0 8-16,-1 0 25 15,-3 0-19-15,-2 0-1 16,1 0-4-16,2 0 9 16,2 0 0-16,4 0-7 15,7-1 0-15,11-7-1 16,6-3-4-16,9 0 0 15,-3-1-4-15,-2 6 1 16,-9 6-3-16,-3 0-4 16,-5 0 1-16,-1 10 3 15,4 2 0-15,-1 2 0 16,3-2 2-16,-2-3-1 16,-2-1 0-16,1-6 1 15,-5-2-1-15,0 0 3 0,-4 0-1 16,-1 0 3-16,-5 0 0 15,0 0 0-15,1-1-2 16,0-6-4-16,2-4 2 16,4 1-2-16,-2 5-14 15,-7-1-257-15,-12 1-439 16</inkml:trace>
  <inkml:trace contextRef="#ctx0" brushRef="#br0" timeOffset="46590.4">9795 4360 1088 0,'0'0'146'0,"0"0"-138"15,0 0-6-15,-75 81-1 16,63-30 11-16,8 6 11 15,4-3-8-15,4-5-7 16,15-11-1-16,9-9-7 16,5-11 9-16,11-12 0 15,4-6-3-15,4-10 6 16,0-19-2-16,-8-3-3 16,-15-5-2-16,-15 0 3 0,-14-3 29 15,-5 1-19-15,-30 2 4 16,-14 0-7-16,-6 9-13 15,-3 5 0-15,7 8-4 16,10 7-2-16,13 4 1 16,9 4-15-16,12 0-43 15,7-1 13-15,10-5-57 16,25-7-57-16,8-9 152 16,5-2-16-16,-6 0 26 15,-11 3 1-15,-9 3 9 16,-9 3 7-16,-4-1 39 15,-6 5 47-15,-3 3-7 0,0 2-28 16,0 5 22 0,0 1 6-16,0 1-64 15,-12 28-30-15,-8 17 1 0,-3 21 7 16,-2 11 12-16,3 3-9 16,2 1 12-16,0-4-13 15,3-2-11-15,4-8-1 16,4-9-3-16,6-10-26 15,3-10-49-15,0-7-91 16,9-14-70-16,5-16-261 16</inkml:trace>
  <inkml:trace contextRef="#ctx0" brushRef="#br0" timeOffset="46956.15">10429 4166 349 0,'0'0'710'0,"0"0"-642"16,0 0-49-16,0 0 39 0,0 0 34 15,0 0-29 1,0-11-28-16,0 25-13 0,0 22 6 16,-10 19 37-16,-5 16-2 15,-1 7-28-15,5 4-6 16,4-8-3-16,7-7-15 16,0-9-7-16,4-6-4 15,14-7-4-15,4-8-19 16,3-4-70-16,3-9-77 15,2-8-69-15,-1-12-254 16</inkml:trace>
  <inkml:trace contextRef="#ctx0" brushRef="#br0" timeOffset="47405.97">10705 4465 1231 0,'0'0'210'15,"0"0"-182"-15,0 0-16 16,0 0 39-16,48-80-25 16,-3 77-16-16,2 3-4 15,0 0 12-15,-7 18 2 16,-8 5-14-16,-9 4-2 15,-13 1 0-15,-10 7 1 0,-1 1 5 16,-31 6-5-16,-12 2 3 16,-7-3-2-16,-5-5-5 15,6-11 7-15,10-10-8 16,13-8 10-16,12-5 3 16,10-2 9-16,5 0 15 15,0 0-6-15,3-2-21 16,23-9-6-16,10-1 0 15,11-2 0-15,5 5-3 16,0 3 0-16,0 3-1 16,-4 0 0-16,-5 3-1 15,-5 0-6-15,-12 0-70 16,-2-1-41-16,-6-3-92 16,-8-6-144-16,-7-4-271 15</inkml:trace>
  <inkml:trace contextRef="#ctx0" brushRef="#br0" timeOffset="47907.25">11149 4052 1103 0,'0'0'154'16,"0"0"-147"-16,0 0 6 15,0 0 49-15,0 0-31 16,0 0-25-16,80-67-2 16,-56 67 1-16,-4 0-4 15,-6 3 0-15,-6 9-1 16,-6 5 0-16,-2 1 9 15,-4 4 6-15,-16 3 18 16,0-4-19-16,3-5 4 16,6-4-8-16,6-5-5 15,3-1-5-15,2-2 0 0,0 1-11 16,0 2 11 0,15 1 2-16,5-3 5 0,3 1-4 15,2-1 0-15,-1 1 0 16,-7-2-1-16,-6 1-2 15,-6 1 3-15,-5-2 21 16,0 3 11-16,0 4 12 16,-15 2-3-16,-3 4-19 15,0 0-20-15,-2-2-5 16,4-1 0-16,3-1-45 16,1-2-114-16,4-7-111 15,3-4-238-15</inkml:trace>
  <inkml:trace contextRef="#ctx0" brushRef="#br0" timeOffset="48173.12">11492 3881 1373 0,'0'0'90'15,"0"0"-90"-15,0 0 0 16,0 0 16-16,102 76 44 15,-53-20-10-15,1 15-2 16,-7 6 3-16,-11 2-23 16,-12 2-7-16,-17-3 2 15,-3-3-14-15,-33-4-6 16,-17-2-3-16,-21 2-1 0,-13 1-36 16,-20-1-117-1,-13-5-201-15,-9-3-555 0</inkml:trace>
  <inkml:trace contextRef="#ctx0" brushRef="#br0" timeOffset="52371.61">9444 3280 664 0,'0'0'234'0,"0"0"-206"16,0 0-23-16,0 0 94 15,0 0 15-15,0 0-45 16,0 0-24-16,72-78 32 16,-50 46-44-16,-6 1-8 15,-1 4 5-15,-4 3 5 16,-7 5 3-16,0 9 0 15,-2 4-2-15,-2 4-13 16,0 2-9-16,0 0-14 16,0 0-9-16,0 15-10 15,0 17 19-15,0 13 7 0,3 5-2 16,5 1-4 0,1-6-1-16,1-3 2 0,-1-4-1 15,-2-7-1-15,-4-2-1 16,-3-7 0-16,0-2 1 15,0-4-27-15,-18-2 26 16,-7-4 1-16,-5-2 5 16,0-6-2-16,3-2-3 15,4 0 7-15,4-5-1 16,6-2 1-16,8-1 7 16,3 5 2-16,2-1-2 15,2 2-14-15,20-3 0 0,11 1 0 16,12 1 1-16,6 1 0 15,2 1-2-15,5 1 0 16,4-3-46-16,2 0-66 16,1-2-53-16,-8-1-141 15,-12-3-206-15</inkml:trace>
  <inkml:trace contextRef="#ctx0" brushRef="#br0" timeOffset="52522.29">10054 3333 1029 0,'0'0'190'0,"0"0"-188"16,0 0 2-16,0 0-4 16,0 0 27-16,0 0-11 0,-10 102-9 15,10-72-7 1,0-3-41-16,3-1-91 0,6-10-132 16,2-5-205-16</inkml:trace>
  <inkml:trace contextRef="#ctx0" brushRef="#br0" timeOffset="52872.8">10254 3190 1003 0,'0'0'163'16,"0"0"-145"-16,0 0-4 0,83-84 57 15,-43 73-15 1,-1 7-30-16,-4 4-14 0,-11 0-6 15,-7 15-4-15,-8 7-2 16,-8 6-2-16,-1 4 2 16,-7 4 27-16,-16 0 1 15,-5 0-5-15,-2-4-21 16,1-10 6-16,11-6-6 16,9-10 8-16,8-6 10 15,1 0 19-15,0 0-13 16,15 0-16-16,10-8-10 15,10 2 5-15,8 6-5 16,1 0-4-16,2 0-60 16,0 8-29-16,4 2-32 15,-1-4-108-15,-8-3-254 16</inkml:trace>
  <inkml:trace contextRef="#ctx0" brushRef="#br0" timeOffset="53031.56">10873 3266 1180 0,'0'0'120'16,"0"0"-72"-16,0 0 19 16,0 0-52-16,0 0-4 15,0 0-10-15,-1 118 3 16,1-73-4-16,0-1-55 16,5-8-58-16,10-10-114 15,0-9-222-15</inkml:trace>
  <inkml:trace contextRef="#ctx0" brushRef="#br0" timeOffset="53439.17">11074 3102 1139 0,'0'0'148'15,"0"0"-138"-15,0 0-1 16,0 0 12-16,0 0 0 15,97-31-18-15,-74 34-3 16,-7 14 0-16,-8 5-4 16,-8 4 3-16,0 1 1 0,-8 0 3 15,-11-5 26 1,4-7-16-16,5-4 17 0,5-8-15 16,5-3-11-16,0 0 11 15,0 0-14-15,15 0 5 16,13 0-2-16,11 0-1 15,-1 0 2-15,-1 3-3 16,-5 6-2-16,-7 1 0 16,-10 4 8-16,-8 1-2 15,-7 2 15-15,0 2 19 16,-24-1 8-16,-7 3-2 16,-10-4-36-16,-2-1-4 0,5-3-6 15,6-5-38 1,10-1-91-16,12-7-119 0,10-2-203 15</inkml:trace>
  <inkml:trace contextRef="#ctx0" brushRef="#br0" timeOffset="53602.28">11601 3275 1089 0,'0'0'178'16,"0"0"-167"-16,0 0-2 15,-15 92 16-15,9-65-18 16,5-1-7-16,1-4-54 16,0-7-191-16,5-9-400 15</inkml:trace>
  <inkml:trace contextRef="#ctx0" brushRef="#br0" timeOffset="54038.36">11898 2972 1283 0,'0'0'87'0,"0"0"-87"15,0 0 0-15,0 0 21 16,0 0 5-16,-31 90-16 16,19-61-7-16,0-1 0 15,2-7-3-15,3-6-9 16,4-7-16-16,3-1 5 15,0 1-2-15,9 2 6 0,12 2 13 16,7-1 3-16,10-4 8 16,4-3-8-16,-1-4 1 15,-1 0-1-15,-7 0-1 16,-7-11 1-16,-11-4 1 16,-7-2 3-16,-5-2 3 15,-3-1-3-15,0 2 9 16,0 2 29-16,0 8 17 15,0 5-5-15,-1 3-15 16,-1 0-11-16,2 6-28 16,0 18-8-16,-1 12 8 15,-3 7 6-15,2 0-6 16,2-1-2-16,0-3 0 0,0-3-55 16,0-6-103-16,2-8-77 15,8-9-342-15</inkml:trace>
  <inkml:trace contextRef="#ctx0" brushRef="#br0" timeOffset="54196.77">12321 3291 351 0,'0'0'1013'0,"0"0"-993"16,0 0-15-16,-5 83 14 15,4-41-2-15,1-4-16 16,3-3-2-16,16-8-92 0,2-11-110 15,-3-13-360-15</inkml:trace>
  <inkml:trace contextRef="#ctx0" brushRef="#br0" timeOffset="54537.79">12604 2999 282 0,'0'0'1031'0,"0"0"-1004"16,0 0-20-16,0 0-7 0,0 0 36 16,-40 83 5-1,40-50-26-15,0-6 1 0,3-5-4 16,10-7-4 0,6-3-5-16,3-6 4 0,8 1 1 15,5-5 6-15,2 1 5 16,-1 1-4-16,-1 5 6 15,-3-1-6-15,-2 3-2 16,-8-2 8-16,-9 1-6 16,-7-1-10-16,-6 2 3 15,-2 2-7-15,-28 3 0 16,-15 3-1-16,-14-3-7 16,-5-5-138-16,2-11-197 15,9-2-487-15</inkml:trace>
  <inkml:trace contextRef="#ctx0" brushRef="#br0" timeOffset="54677.41">12796 3019 1224 0,'0'0'201'16,"0"0"-201"-16,0 0-1 16,0 0 0-16,109 5-4 15,-71 7-88-15,-3-1-208 16,-6-2-466-16</inkml:trace>
  <inkml:trace contextRef="#ctx0" brushRef="#br0" timeOffset="54838.37">13095 3148 1335 0,'0'0'68'0,"0"0"-68"0,-25 83 44 15,22-49 9-15,3-3-25 16,0-3-28-16,0-5-13 15,13-4-118-15,6-12-103 16,0-7-395-16</inkml:trace>
  <inkml:trace contextRef="#ctx0" brushRef="#br0" timeOffset="55154.88">13380 2914 1275 0,'0'0'165'0,"0"0"-159"0,0 0-6 16,-45 80 57-16,42-21-2 15,3 1-30-15,3-1-9 16,16-9-16-16,7-7 0 16,4-12-2-16,3-11 0 15,1-11-4-15,-6-9-6 16,-3 0 12-16,-10-1 2 15,-8-14 5-15,-7 1 2 16,0-2 1-16,-19-1-5 16,-9-1-5-16,-6 3-2 15,-1 4-6-15,5 6-33 0,8 5-46 16,11 0-105 0,9 0-183-16,2 0-191 0</inkml:trace>
  <inkml:trace contextRef="#ctx0" brushRef="#br0" timeOffset="55304.06">13685 3180 1180 0,'0'0'195'0,"0"0"-184"16,0 89 36-16,0-54 28 16,2-3-41-16,3-6-24 15,5-3-10-15,2-6-47 16,1-12-139-16,0-5-273 0</inkml:trace>
  <inkml:trace contextRef="#ctx0" brushRef="#br0" timeOffset="55588.05">13869 2912 1246 0,'0'0'221'16,"0"0"-221"-16,0 0-10 15,0 0 10-15,0 0 21 16,113-2 6-16,-68 8-11 16,-5 3-16-16,-8 4 5 0,-7 6-3 15,-11 5 13 1,-4 6 2-16,-3 6 22 0,-7 5 4 16,0 0-24-16,0 0-9 15,-1-4-10-15,-9-2-9 16,0-3-15-16,0-3-94 15,5-8-110-15,1-9-145 16,4-10-275-16</inkml:trace>
  <inkml:trace contextRef="#ctx0" brushRef="#br0" timeOffset="55749.31">14314 3196 978 0,'0'0'466'0,"0"0"-463"15,0 0 9-15,-4 97 50 16,0-54-34-16,2-5-14 16,2-3-14-16,0-8-55 15,15-9-125-15,4-13-236 16</inkml:trace>
  <inkml:trace contextRef="#ctx0" brushRef="#br0" timeOffset="56154.98">14742 3006 503 0,'0'0'665'15,"24"-99"-613"-15,-16 58 9 0,-6 10 81 16,-2 6-24-16,0 12-58 16,-13 9-21-16,-9 4-26 15,-8 2-3-15,-2 22-6 16,0 4-3-16,6-2 2 15,12-2-3-15,9-4-2 16,5-3 0-16,0 1 0 16,23-1 2-16,9 1 6 15,8 1 1-15,4 3-6 16,-3 3 0-16,-2 2-1 16,-6 1 2-16,-8-1-2 15,-10 2 0-15,-11-5 4 0,-4-3 5 16,-9-2 12-1,-20-8 11-15,-15-4 13 0,-12-7-15 16,-2 0-11-16,3-15-6 16,13-11-5-16,17-10-4 15,18-11-4-15,7-7-12 16,24-3-26-16,21 1-34 16,12 6-111-16,1 5-282 15</inkml:trace>
  <inkml:trace contextRef="#ctx0" brushRef="#br0" timeOffset="56887.82">12338 4397 1253 0,'0'0'182'0,"0"0"-170"0,0 0-6 16,0 0 27-16,117 0 15 16,-48 0-30-16,4 0-16 15,-3 0-2-15,-8 0-102 16,-18 2-220-16,-26-1-465 16</inkml:trace>
  <inkml:trace contextRef="#ctx0" brushRef="#br0" timeOffset="57036.49">12334 4588 1463 0,'0'0'45'0,"0"0"-45"15,0 0 0 1,101 0 6-16,-24 0-3 0,20 0-3 16,11 0-164-16,-1 0-183 15,-11-1-620-15</inkml:trace>
  <inkml:trace contextRef="#ctx0" brushRef="#br0" timeOffset="57554.99">13439 4412 1172 0,'0'0'208'0,"0"0"-194"15,0 0-3 1,48-102 67-16,-26 72-26 0,-2 1-28 15,-6 1-12-15,-4-1 18 16,-10 3-4-16,0 2-3 16,-8 2-3-16,-14 6 7 15,-3 3-14-15,-3 6-10 16,-3 7 2-16,5 0 1 16,-1 9-6-16,5 12-2 15,6 7 0-15,6 6 1 16,10-3-3-16,0 0 0 15,6-3 2-15,20-3 2 16,5 3-3-16,6 0 2 16,2 1-4-16,1 2 3 15,0 0 1-15,-3-3 2 0,-8-2 0 16,-6-4-1 0,-14-2 1-16,-9-4-1 0,0-3 0 15,-8 0 15-15,-23 0 11 16,-14-2-1-16,-13-2 5 15,-2-5-9-15,5-4-7 16,13 0 6-16,14-6 0 16,15-9 1-16,13-6-11 15,0-3-10-15,26-3-2 16,16-3-5-16,10 3-11 16,6 3-20-16,4 3-35 15,3 1-72-15,-3 2-203 0,-11 2-394 16</inkml:trace>
  <inkml:trace contextRef="#ctx0" brushRef="#br0" timeOffset="57696.84">13850 4379 1637 0,'0'0'109'0,"0"0"-106"16,0 0 12-16,0 0 26 15,130-6-28-15,-69 2-13 16,-3 4 0-16,-12 0-42 15,-7 0-151-15,-14 0-328 16</inkml:trace>
  <inkml:trace contextRef="#ctx0" brushRef="#br0" timeOffset="58470.66">14657 4029 872 0,'0'0'202'0,"0"0"-142"0,0 0 43 16,0 0 53-16,0 0-48 16,0 0-75-16,-33-7-29 15,19 44 1-15,-3 26 42 16,-1 22 20-16,2 13-35 16,2 5-6-16,11-8-12 15,3-14-14-15,11-13-1 16,24-11-2-16,14-11-10 15,9-9-84-15,7-15-102 16,0-16-118-16,-6-6-458 16</inkml:trace>
  <inkml:trace contextRef="#ctx0" brushRef="#br0" timeOffset="58888.85">15165 4131 1347 0,'0'0'115'15,"0"0"-106"-15,-22 96-9 16,14-32 30-16,2 3 14 16,0-2-8-16,0-6-16 0,-3-9 4 15,1-10-3 1,-2-10-16-16,1-13 0 0,5-8-2 15,1-9 5-15,3 0 1 16,0-6 3-16,0-22-12 16,0-14-9-16,0-11 9 15,7-9 5-15,3-8-4 16,-1 0 1-16,-1 9 0 16,1 16 0-16,-6 22 1 15,2 13-1-15,3 10-2 16,2 8 1-16,7 22-1 15,5 12 17-15,1 8-9 16,2 4-3-16,0-2-3 16,2-2-2-16,-2-3-1 15,-3-2 1-15,-4-1-69 0,-8-6-135 16,-10-6-97 0,0-13-375-16</inkml:trace>
  <inkml:trace contextRef="#ctx0" brushRef="#br0" timeOffset="59419.91">15078 4540 1189 0,'0'0'187'0,"0"0"-183"15,0 0-1-15,0 0 16 16,136-86 13-16,-56 61-20 16,7-4-7-16,-2 0-5 15,-14 1 0-15,-22 1 0 0,-13 2 0 16,-18-2 2-1,-11-1 1-15,-7 3 3 0,0 1 2 16,-15 5-2-16,-2 2 29 16,5 7 14-16,4 6-11 15,3 4 5-15,3 4-34 16,-1 25-8-16,1 14-1 16,2 9 11-16,0 5-10 15,0-4 7-15,12-3-8 16,8-9-1-16,3-8 0 15,4-7-9-15,1-10-24 16,-1-8-34-16,1-8-17 16,1 0-27-16,-4-19-29 15,-1-9-7-15,-9-11 30 16,-5-6 87-16,-6-9 31 0,-4-3 7 16,0-2 41-16,0 5 79 15,-10 11-6-15,-1 9-31 16,3 17 18-16,4 7-10 15,4 10-10-15,0 3-50 16,0 29-36-16,0 16 3 16,8 14 20-16,4 3-4 15,1-3-18-15,3-6-3 16,2-6 0-16,2-7-7 16,4-7-68-16,1-13-107 15,3-11-75-15,0-12-335 16</inkml:trace>
  <inkml:trace contextRef="#ctx0" brushRef="#br0" timeOffset="59609.94">16140 4087 722 0,'0'0'665'0,"0"0"-637"15,0 0-25-15,0 0 18 16,10 109 38-16,12-48-26 15,1 0-17-15,0-4-11 16,-4-7-5-16,-6-3-13 16,-4-3-119-16,-9-8-93 15,0-10-232-15</inkml:trace>
  <inkml:trace contextRef="#ctx0" brushRef="#br0" timeOffset="60237.15">16163 4421 1044 0,'0'0'190'15,"0"0"-171"-15,6-78 30 16,22 46 13-16,13-2-20 16,10-5-36-16,1 4-4 15,-9 4-1-15,-11 3 0 16,-14 8 2-16,-11-1-1 16,-6 2 1-16,-1 3 9 15,0 1 16-15,-11 6-6 0,1 2-14 16,1 7 11-1,3 5 3-15,2 27-15 0,1 15 0 16,3 14 20-16,0 5-13 16,0-1 0-16,7-5 3 15,5-10 1-15,2-11-7 16,0-10-2-16,-1-13-9 16,-5-8 0-16,-2-7 1 15,-3-1 0-15,4-1 7 16,4-19 5-16,6-12-8 15,1-8-4-15,2-8-1 16,-3-2-22-16,-3 9-10 16,-6 14 29-16,-5 16 3 15,-1 9 0-15,-1 2-2 16,5 9-2-16,2 22 4 0,6 7 12 16,2 7 11-16,2-4-11 15,6-7 1-15,1-11-6 16,2-10-5-16,-4-8 3 15,-3-5-4-15,-1-1 9 16,-3-20-1-16,1-8-7 16,-5-4 5-16,-5-2 1 15,-4 2 0-15,-3 3 1 16,0 9-7-16,0 10 6 16,0 7 3-16,0 4-8 15,0 8-3-15,0 17-12 16,0 10 12-16,0 3 0 0,7-1 0 15,9-4-28-15,6-6-47 16,8-8-124-16,3-8-77 16,1-11-328-16</inkml:trace>
  <inkml:trace contextRef="#ctx0" brushRef="#br0" timeOffset="61853.38">17040 4247 199 0,'0'0'1060'16,"0"0"-982"-16,0 0 14 16,-34-87 44-16,39 76-88 15,18 6-41-15,7 2-4 0,5 3 0 16,-1 5-2-16,-1 19 4 16,-4 11 0-16,-8 6 4 15,-2-1-1-15,-7-1 7 16,-8-4-11-16,-1-7 1 15,-3-7-3-15,0-5-1 16,0-9 4-16,-7-5 1 16,1-2 10-16,3 0-2 15,-2-2 3-15,0-21-5 16,0-11-12-16,5-14 0 16,0-5-2-16,2 2-3 15,11 9-9-15,4 14 14 16,-2 15-6-16,0 10 0 0,0 3 5 15,4 11-2-15,2 16 2 16,0 7 1-16,-4 7 3 16,1-3-1-16,-7-4-2 15,-1-4 1-15,-4-7 4 16,-2-8-3-16,-1-6-1 16,-3-5-1-16,2-4 0 15,-2 0 7-15,0 0 2 16,4-21-2-16,-1-10-7 15,2-10 0-15,2-7 0 16,0 1-1-16,0 7 0 16,3 9-1-16,-1 11 0 15,-1 11-1-15,4 9-1 16,3 2-2-16,5 27 5 0,2 9 1 16,1 9 6-16,-1-3 1 15,-1-4-4-15,1-8 0 16,2-10-3-16,-2-9 0 15,-2-10-3-15,-2-3-14 16,-3-4-15-16,-1-17 1 16,-4-6 15-16,-4-8 4 15,-1-3 2-15,-5-2-3 16,0 4 0-16,0 9 12 16,0 10 1-16,0 10 3 15,0 7 4-15,3 0-7 16,4 24 2-16,2 12-1 0,1 6 35 15,0 0-14-15,3-4-7 16,0-8-6-16,5-9-9 16,-1-9 6-16,2-9-3 15,1-3-2-15,2-2 5 16,0-19-4-16,-2-4 3 16,-4-5-5-16,-6-6-1 15,-4 0-3-15,-6-1 4 16,0 7-1-16,0 12 1 15,0 9 1-15,0 9 1 16,0 0-2-16,0 18-16 16,6 15 13-16,5 8 3 15,5-1 7-15,-3-4-5 16,6-8 0-16,1-9 2 16,2-8-4-16,1-10 2 0,0-1-3 15,0-2 1-15,-4-18-7 16,-6-4-1-16,-4-3 7 15,-5-7 1-15,-4-3-3 16,0-5 3-16,0 1-2 16,0 2 2-16,0 7 0 15,-1 7 0-15,-2 8 1 16,1 8 0-16,1 6 6 16,1 3-3-16,-2 0-4 15,2 0-1-15,0 3-11 16,0 6 7-16,0 4 5 15,0-4 1-15,0-1 1 0,0-3-2 16,0-4 0-16,0 1 3 16,0-2-1-16,0 0 1 15,0 0 1-15,0 0 0 16,0 0 7-16,0 0-9 16,0-9 3-16,0-7-4 15,0-1 1-15,0 0 0 16,0 2 11-16,0 3-5 15,-2 4 3-15,0 4-2 16,1 3 0-16,-1 1-3 16,2 0-6-16,0 0 0 0,0 24-8 15,0 9 8 1,0 7 4-16,0 3-3 0,9-2 5 16,1-4-4-16,3-4-2 15,-2-3 1-15,1-9-1 16,-2-6 2-16,-3-6-4 15,1-5 0-15,-1 0-1 16,0-4 1-16,3 0-11 16,-1 0 6-16,5 0-8 15,-2 0-6-15,1 0 5 16,-1-8 4-16,-1-3 0 16,1-2 5-16,2-5 3 0,-4-5 3 15,-4-4 0 1,0-2 1-16,-5-3 0 0,-1-4 1 15,0 2 4-15,0-4 4 16,0 1 2-16,-4 5 2 16,1 7-2-16,2 10 7 15,-1 9-4-15,2 6 0 16,0 0-11-16,0 21-3 16,0 17 0-16,0 8 0 15,0 2 5-15,12 1-2 16,-2-6-3-16,1-2 0 15,1-5 0-15,-7-6-40 16,-5-4-77-16,0-7-148 16,0-13-177-16,-13-6-182 15</inkml:trace>
  <inkml:trace contextRef="#ctx0" brushRef="#br0" timeOffset="62187.87">18442 4179 1014 0,'0'0'148'0,"0"0"-79"16,0 0-11-16,0 0-16 15,0 0-32-15,118-45 0 16,-63 24 6-16,-6 0 4 16,-12 0 1-16,-12 0-6 15,-13 1 23-15,-7-1 4 16,-5 2 7-16,0-4-11 16,0 4-15-16,-12 1-20 15,0 6 8-15,6 6 21 0,2 3-7 16,3 3-9-16,-1 0-16 15,1 12-6-15,-3 24 6 16,1 15 6-16,3 12 16 16,0 6-2-16,3 4-4 15,14 2 1-15,1-3-12 16,3-5-5-16,-4-5 0 16,-5-10-12-16,-6-3-66 15,-6-9-130-15,0-10-147 16,-4-13-533-16</inkml:trace>
  <inkml:trace contextRef="#ctx0" brushRef="#br0" timeOffset="63486.44">18599 4253 1030 0,'0'0'392'16,"-1"-92"-339"-16,7 65 21 15,18 8 10-15,1 10-32 16,0 9-44-16,-2 0-8 15,-1 16 2-15,-5 13-1 16,-4 2 2-16,-2 1-3 16,-4-2 0-16,-4-5-1 15,1-3 0-15,-2-10-38 16,-1-8-39-16,4-4-24 16,7-7 37-16,2-20 48 0,0-11-65 15,2-6 71 1,-7-1 11-16,-3 2 1 0,-6 0 12 15,0 3 38-15,0 4 25 16,-3 11-11-16,-3 8 3 16,5 10 6-16,-2 7-17 15,-1 9-57-15,-1 26 2 16,0 10-1-16,3 5 20 16,2-2-11-16,0-4-10 15,5-7 0-15,13-7 1 16,6-8-1-16,3-12 0 15,1-7-7-15,3-3-19 16,-2 0-1-16,0-17-26 16,-6-7-27-16,-1 0 18 15,-7 2 36-15,-3 2-29 16,-2 8 19-16,-2 4 33 16,-3 5 1-16,2 3 1 0,2 6-2 15,4 14 3-15,2 4 33 16,1 1-14-16,-2-7-11 15,-3-3 12-15,-2-6 12 16,-6-5-2-16,-3-3 0 16,0-1 1-16,0 0 42 15,0 0-12-15,0 0-21 16,-3-5-18-16,-2-6-18 16,0-2-4-16,5 0-7 15,0-2-21-15,0-2 3 16,0 0-5-16,0 1 8 15,3 4 20-15,4 2 0 0,1 1 4 16,-1 2 1-16,1-2 4 16,2 1-1-16,-1 3 2 15,-1 2-6-15,-1-1 1 16,-4 4-3-16,-3 0-4 16,0 0 4-16,0 0 0 15,0 0 4-15,0 0-3 16,0 0 0-16,1 0-1 15,-1 0 0-15,0 0 1 16,0 0-1-16,0 0 2 16,0 0-1-16,0 0 2 15,0 0 5-15,0 0-1 0,0 0-1 16,0 0-6-16,0 0 0 16,6 0 5-16,-3 0-2 15,0 4-1-15,-1-4-1 16,0 3 1-16,1 2-2 15,-2-3 0-15,3 5 0 16,-1-3 1-16,-1 1 0 16,1 1-2-16,1 0 1 15,1 2 0-15,0 0 0 16,-2 3 0-16,-1 0-3 16,1 0 3-16,-3-4 0 15,2-3 2-15,-2-1-2 16,0-1 0-16,0-2 1 0,0 0 4 15,0 0 30-15,0 0-7 16,0 0-1-16,-4-2-9 16,-9-8-5-16,-2-3-10 15,0-4 1-15,3-3-3 16,4-5 1-16,5-7-2 16,3-3 0-16,0 2 0 15,0 2 1-15,14 4 2 16,3 2-3-16,7 4-1 15,3 7 1-15,1 1 0 16,2 12 0-16,-1 1-1 16,-3 7 0-16,1 21 0 15,-5 7-4-15,-2 12 5 16,-5 8 4-16,-5 8 6 0,-3 3 4 16,-4 3 1-16,-3-3-8 15,0-9-4-15,0-7-2 16,0-9-1-16,0-12-9 15,0-9-26-15,-2-8-17 16,-2-4-54-16,3-8-96 16,1 0-64-16,0-18-182 15</inkml:trace>
  <inkml:trace contextRef="#ctx0" brushRef="#br0" timeOffset="64486.63">19885 3974 582 0,'0'0'443'16,"0"0"-343"-16,0 0 32 15,0 0 38-15,0 0-55 16,0 0-74-16,28-55-16 16,2 46-3-16,7 5-13 15,3 4 0-15,-1 0-1 16,-4 16 4-16,-8 10-6 16,-5 5 2-16,-11 5 1 15,-6 2-2-15,-5-4 2 0,-3 4 3 16,-21-5-10-16,-7-4 14 15,-7-3-7-15,-1-8 2 16,3-3 10-16,8-8-3 16,10-5 3-16,11-2 8 15,7 0-2-15,0 0-2 16,5-2-8-16,18-13-7 16,11-5-10-16,11 1 1 15,7-1-3-15,3 2 3 16,2 1-1-16,0 0 0 15,-2 0-25-15,-6 2-15 16,-10 0-23-16,-9 1-73 16,-11-6-182-16,-10-2-309 15</inkml:trace>
  <inkml:trace contextRef="#ctx0" brushRef="#br0" timeOffset="64702.53">20373 3678 1156 0,'0'0'364'0,"0"0"-346"16,0 0 13-16,0 0 38 16,0 0-19-16,0 0-48 15,72 17 8-15,-39 38 15 16,-6 16 10-16,-7 5 0 16,-12-1-11-16,-8-1-8 0,-1 1-8 15,-31-3-3 1,-13-5-10-16,-15-2 1 0,-14-9-41 15,-11-12-97-15,-8-13-324 16</inkml:trace>
  <inkml:trace contextRef="#ctx0" brushRef="#br0" timeOffset="65849.8">12853 5423 1267 0,'0'0'195'0,"0"0"-195"15,0 0-6-15,0 0 6 16,0 0 30-1,151 0 5-15,-65 2-28 0,4-1-7 16,-6-1-107-16,-22 0-235 16,-28 0-664-16</inkml:trace>
  <inkml:trace contextRef="#ctx0" brushRef="#br0" timeOffset="66007.46">12920 5574 1332 0,'0'0'182'0,"0"0"-182"16,0 0-20-16,0 0 20 16,0 0 14-16,143 7-14 0,-53-7-40 15,6 0-123 1,-4 0-151-16,-11 0-262 0</inkml:trace>
  <inkml:trace contextRef="#ctx0" brushRef="#br0" timeOffset="66535.28">13711 5507 1056 0,'0'0'113'15,"0"0"-102"-15,39-81 54 16,-17 49 55-16,2-1-52 16,-4 0-23-16,-5-1 15 15,-3-1-11-15,-9 1-21 0,-3 0-3 16,0 5-2-1,-13 4 1-15,-7 6-12 0,-2 11-9 16,-1 8-2-16,-2 0 5 16,-1 17-5-16,3 3 3 15,1 7-4-15,11-1-2 16,7 2 0-16,4-1 0 16,5-2 2-16,14 1 1 15,5-1 0-15,7 0 0 16,1-1 2-16,4 1 2 15,1-1-4-15,-2 2 1 16,-2-2-2-16,-8 0 0 16,-9-2 0-16,-8-1-1 15,-8-1 0-15,0-3 1 0,-10 0 2 16,-15 0 10-16,-9-2 5 16,-9-1 4-16,-5-4-10 15,-1-5 3-15,5-5 0 16,8 0 8-16,7-12 0 15,11-10-6-15,12-5-8 16,6-3-8-16,14-3 0 16,20-1-2-16,7 3 2 15,3 8-15-15,-2 7-26 16,1 3-32-16,2 2-66 16,4 1-138-16,1 1-286 15</inkml:trace>
  <inkml:trace contextRef="#ctx0" brushRef="#br0" timeOffset="66895.08">14301 5476 1336 0,'0'0'240'0,"0"0"-223"15,0 0 17-15,0 0 32 16,0 0-50-16,0 0-8 16,129-20 0-16,-58 16-6 15,-2 1-2-15,-9 0-48 16,-11 0-142-16,-16-4-172 16,-17-2-459-16</inkml:trace>
  <inkml:trace contextRef="#ctx0" brushRef="#br0" timeOffset="72469.16">15095 4977 630 0,'0'0'134'0,"0"0"-125"16,0 0 3-16,0 0 12 16,0 0 72-16,0 0-5 15,0 0-19-15,0 0-2 16,-5-28-6-16,3 28-5 16,1 0-2-16,-6 0-15 15,-3 0 4-15,-5 0-11 16,-4 12-17-16,-1 8-3 15,-2 7-2-15,2 8-5 16,0 10 18-16,5 14-2 16,4 12-2-16,5 13 6 15,6 3 6-15,0-4-7 0,9-6-10 16,9-12-11-16,6-12-3 16,1-10-1-16,0-7 0 15,-3-7-2-15,0-3-32 16,-1-6-65-16,4-6-60 15,4-4-40-15,3-10-101 16,-2 0-104-16</inkml:trace>
  <inkml:trace contextRef="#ctx0" brushRef="#br0" timeOffset="73017.23">15356 5134 1123 0,'0'0'125'0,"0"0"-110"16,0 0-14-16,0 0 1 15,0 0 21-15,0 0-6 16,-19 24 5-16,9 11 32 16,-5 0-13-16,-5-1-26 15,-3-3 3-15,0-6 1 16,-3-3-2-16,4-4-3 15,4-5-6-15,9-6-6 16,3-3 1-16,6-4-1 16,0 0 3-16,0 0-5 15,0 0 0-15,0 2-6 16,6 1-4-16,11 2 10 0,10-1 3 16,8-1-2-16,7-3 2 15,6 0-3-15,1 0-3 16,-5-10 2-16,-8-3-1 15,-9 0 2-15,-7-1 0 16,-6-1-5-16,-10-1 5 16,0-2 4-16,-4-4-1 15,0-4-3-15,-7-2 6 16,-6 0-5-16,-2 6 4 16,3 5 0-16,4 7 12 15,4 9 17-15,1 1 5 0,3 5-39 16,-1 25-3-16,1 10 3 15,0 12 17-15,0 2-14 16,3-1-1-16,5 0-2 16,1-6 0-16,-1-3-1 15,-2-5-28-15,0-6-76 16,-3-6-97-16,0-13-249 16</inkml:trace>
  <inkml:trace contextRef="#ctx0" brushRef="#br0" timeOffset="73251.28">15635 5051 1325 0,'0'0'155'0,"0"0"-155"0,0 0-17 15,0 0 17-15,58 109 41 16,-16-49 20-16,-3 5-34 15,-4 2-6-15,-14 4-5 16,-15 2-14-16,-6-2-2 16,-26 3-1-16,-20-3-60 15,-15-2-99-15,-7-8-158 16,-6-10-349-16</inkml:trace>
  <inkml:trace contextRef="#ctx0" brushRef="#br0" timeOffset="73991.36">13246 6218 1014 0,'0'0'279'0,"0"0"-224"0,0 0-48 15,0 0 35-15,0 0 32 16,0 0-39-16,92-16 5 15,-40 16-11-15,-3 0-21 16,-3 2-8-16,-11 7-55 16,-10 3-101-16,-17 3-159 15,-8 0-268-15</inkml:trace>
  <inkml:trace contextRef="#ctx0" brushRef="#br0" timeOffset="74138.33">13089 6493 989 0,'0'0'390'16,"0"0"-390"-16,0 0-80 16,107 0 80-16,-42 0 11 15,10 0-11-15,11 0-74 16,-1-5-155-16,-5-3-331 16</inkml:trace>
  <inkml:trace contextRef="#ctx0" brushRef="#br0" timeOffset="74650.09">14090 6086 1313 0,'0'0'122'0,"0"0"-122"16,0 0 0-16,0 0 6 15,0 0-3-15,0 0 16 16,-13 83 4-16,1-46-7 16,-9 4-4-16,-8-3 1 15,-3-3-9-15,0-6 3 16,6-8-3-16,7-8-3 16,9-9 1-16,9-2-1 15,1-2 1-15,0 0-2 16,3 0-1-16,20 0-9 0,10 0 10 15,13 0 6-15,4 0-6 16,2 0 1-16,3 0-1 16,-3-11 0-16,-3-2 0 15,-13-3-2-15,-9 0 5 16,-12-4-3-16,-10-6 0 16,-5-3 0-16,0-3 2 15,-3 1 1-15,-14 5 9 16,2 6 13-16,2 9-3 15,6 4 10-15,4 7 0 16,3 0-18-16,0 33-14 16,0 23 0-16,0 18 1 15,0 9-1-15,0 2-1 16,0 4-16-16,0 3-78 0,0-5-100 16,0-9-257-16</inkml:trace>
  <inkml:trace contextRef="#ctx0" brushRef="#br0" timeOffset="76936.14">4898 6130 604 0,'0'0'358'0,"0"0"-269"16,0 0-57-16,0 0 63 16,0 0 16-16,0 0-35 15,10-17-38-15,-8 17-5 16,0-2 1-16,-1 1-16 16,1 1-2-16,3 0-4 15,1 0 6-15,4 0 6 16,4-1-8-16,-2 1-1 15,0 0-9-15,-1 0-4 16,1 0 6-16,1 0-7 16,0 0 1-16,1 0-1 15,1 0-1-15,5 0 2 0,0 0 0 16,5 0 1 0,1 0-1-16,-5 0-2 0,-1 0-44 15,-5 0-61-15,0 0-70 16,-3 1-63-16,-7 7-148 15</inkml:trace>
  <inkml:trace contextRef="#ctx0" brushRef="#br0" timeOffset="77129.78">4894 6349 678 0,'0'0'687'0,"0"0"-636"15,0 0-51-15,0 0-9 16,0 0 9-16,0 0 20 16,138-22-20-16,-69 19 0 15,1 1-141-15,-1 0-184 16,-13-5-492-16</inkml:trace>
  <inkml:trace contextRef="#ctx0" brushRef="#br0" timeOffset="78600.41">6102 5971 906 0,'0'0'303'0,"0"0"-262"0,0 0-29 16,0 0 70-16,0 0 12 16,0 0-52-16,0 0-19 15,0 0 11-15,0 0 0 16,-7 0 4-16,-13 0 0 16,-13 4-6-16,-11 5-17 15,-2 2-6-15,1-4 4 16,4-1-4-16,8-3-8 0,4-3 5 15,7 0 4 1,8 0-8-16,5 0 2 0,2 0 0 16,7 0 0-16,0 0-2 15,0 0 2-15,0 0-5 16,0 0 1-16,0 0-7 16,0 0 6-16,0 6-7 15,0 9 0-15,0 8 8 16,0 7 0-16,0 4 0 15,-3 3 4-15,-8 4-3 16,-1-3 0-16,0-5-1 16,2-7 1-16,3-9-1 15,4-8 1-15,3-7-1 0,0-2 4 16,0 0-4-16,0 0-10 16,16-13-4-16,13-7 14 15,8-2-2-15,7-1 1 16,1 6-8-16,0 7-1 15,-3 7-7-15,-8 3 16 16,-9 2-6-16,-6 20 2 16,-12 7 4-16,-4 6-8 15,-3 0 9-15,-3-2 15 16,-16-1-1-16,-7-5 2 16,-4 0 3-16,-2-3-2 15,0-3-8-15,2-1-8 16,8-7 3-16,6-5-4 15,3-3 0-15,9-4-25 0,-2-1-61 16,6 0-74-16,0-17-79 16,4-13-370-16</inkml:trace>
  <inkml:trace contextRef="#ctx0" brushRef="#br0" timeOffset="79101.14">6211 5516 1150 0,'0'0'123'0,"0"0"-112"15,0 0-10-15,0 0-1 16,0 0 11-16,0 0 5 15,4 58 1-15,0-32-4 16,-4-2-1-16,0-4-7 16,0-5 5-16,0-4 0 15,0-6 1-15,0 1-4 16,0-2-5-16,0-1-1 16,9 1 2-16,10-2-3 0,11-1 11 15,8-1-10-15,0 0 3 16,-3-3 0-16,-4-8-2 15,-8-2 0-15,-9 1 7 16,-5-3-9-16,-9-2 10 16,0 0 0-16,0-3 2 15,-7 3 13-15,-5 2-14 16,1 8 2-16,4 2 4 16,2 4-2-16,1 1 2 15,3 6-17-15,-2 20-9 16,3 11 9-16,-2 8 0 15,2 4-1-15,0 5-4 16,0-1-72-16,0 6-71 16,10-3-159-16,-4-5-210 15</inkml:trace>
  <inkml:trace contextRef="#ctx0" brushRef="#br0" timeOffset="79270.7">6413 6181 994 0,'0'0'401'0,"0"0"-379"16,0 0-10-16,88-46-12 15,-31 29 7-15,11 1-7 16,1 1-40-16,0 5-129 16,-10 1-244-16</inkml:trace>
  <inkml:trace contextRef="#ctx0" brushRef="#br0" timeOffset="79969">7364 5703 731 0,'0'0'125'16,"0"0"-44"-16,0 0 54 16,0 0-21-16,-89-36-16 15,71 43-32-15,2 33-21 0,-5 21-1 16,3 19 0-16,5 11-6 16,2 6-4-16,10 6-6 15,1 0-13-15,0-9-14 16,17-8-1-16,12-19-11 15,9-16-80-15,8-15-65 16,5-20-88-16,1-16-240 16</inkml:trace>
  <inkml:trace contextRef="#ctx0" brushRef="#br0" timeOffset="80386.16">7699 5913 1203 0,'0'0'168'0,"0"0"-162"16,0 0-3-16,-58 93 18 15,52-47 30-15,1 2-26 16,3 0-5-16,-5 0-10 16,1-4 4-16,-1-8-11 15,-1-12 1-15,1-11-1 16,6-6-2-16,1-7 4 15,0 0-3-15,0-7 5 16,0-27-7-16,0-18-9 16,11-8-5-16,3 1 14 15,0 0 2-15,3 5-1 16,0 8-1-16,1 9 1 0,-1 9 1 16,-2 11-2-1,-5 8 1-15,0 9 0 0,5 0 4 16,4 10-4-16,4 21 18 15,3 9-3-15,-3 8-8 16,0 6-3-16,0 3-3 16,-1 0-4-16,-3 4-1 15,-5-4-40-15,0-5-111 16,-9-8-96-16,-5-12-177 16</inkml:trace>
  <inkml:trace contextRef="#ctx0" brushRef="#br0" timeOffset="80748.78">7630 6242 535 0,'0'0'585'0,"0"0"-503"15,0 0-78-15,0 0 17 16,91-97 16-16,-23 73-9 16,7-4-26-16,3 0 1 15,-5-1-2-15,-13 1-2 16,-18 1-1-16,-16 1-6 15,-14 2 8-15,-12 1 4 16,0 1 9-16,-2 1 23 16,-15 2-9-16,1 5 3 15,3 7 22-15,-1 7 0 0,2 0-21 16,1 25-24-16,1 13-5 16,3 8 7-16,5 4 0 15,2-2-2-15,0-3-2 16,9-3-4-16,1-2 0 15,0-3-1-15,0-4-18 16,0-4-56-16,3-8-63 16,3-11-47-16,3-10-170 15,7-9-58-15</inkml:trace>
  <inkml:trace contextRef="#ctx0" brushRef="#br0" timeOffset="80939.25">8253 5871 703 0,'0'0'254'0,"0"0"-136"0,0 0 14 16,0 0 15-16,0 0-21 16,0 0-112-16,-33-37-4 15,45 80-2-15,2 11 33 16,0 5-28-16,0-3-6 16,1-4-7-16,-2-5 0 15,2-3-20-15,0-6-86 16,0-4-90-16,0-13-108 15,0-16-228-15</inkml:trace>
  <inkml:trace contextRef="#ctx0" brushRef="#br0" timeOffset="81256.35">8612 5768 1073 0,'0'0'167'0,"0"0"-85"0,0 0-39 15,0 0 4 1,0 0-33-16,-4 85 60 0,21-23-23 15,3 0-38-15,2-6-4 16,-2-2-9-16,-4-3 0 16,-6-5 0-16,-4-1-33 15,-6-1-90-15,0-6-105 16,-14-10-212-16</inkml:trace>
  <inkml:trace contextRef="#ctx0" brushRef="#br0" timeOffset="81868.71">8590 6127 909 0,'0'0'172'16,"0"0"-166"-16,0 0 6 15,120-103 56-15,-58 67-38 0,-1-1-21 16,-3 1-7-16,-13 4 3 16,-13 2 2-16,-14 5 1 15,-12-1-3-15,-6 1 2 16,0 5 10-16,-4 3 27 15,-10 7 22-15,2 8-28 16,-1 2 2-16,1 23-17 16,1 19-20-16,-1 12 11 15,7 7 7-15,2-1-8 16,3-5-4-16,0-7 1 16,0-9-9-16,10-10 1 15,0-12 0-15,0-7-2 16,-2-7 0-16,0-3 1 15,4-3 2-15,2-18 6 0,0-7-9 16,4-5-17-16,-5-5 16 16,-2 1-25-16,-2 9 6 15,-4 9 20-15,-2 11 0 16,-1 8 0-16,1 0-9 16,4 21-14-16,1 9 23 15,4 4 17-15,5-5-9 16,4-6-1-16,6-8-3 15,1-10 0-15,1-5-3 16,-3 0 4-16,1-13 4 16,-5-8-5-16,-2-6 0 15,-6 0-2-15,-9-3 3 16,-5-1 1-16,0 0-3 0,-4 6 9 16,-8 5 11-16,4 9 3 15,3 7 15-15,4 4-20 16,1 6-21-16,0 21-13 15,0 11 13-15,1 4 0 16,18-2-2-16,7-2-72 16,8-3-67-16,3-8-92 15,2-9-217-15</inkml:trace>
  <inkml:trace contextRef="#ctx0" brushRef="#br0" timeOffset="83226.11">9623 5912 1135 0,'0'0'175'16,"0"0"-136"-16,0 0 73 15,0 0-31-15,0 0-64 16,0 0-8-16,80 13 12 16,-55 24-8-16,-7 1 3 15,-4 1-6-15,-8-5-4 16,-2-5-6-16,-4-7 4 15,0-6 1-15,0-8-5 16,0-5 1-16,0-3 5 16,0 0 7-16,0 0 7 15,0-18-5-15,-2-13-15 0,-3-9-6 16,5-5-5-16,0 5-5 16,2 5 11-16,11 9 4 15,3 10-1-15,0 6-9 16,1 8 7-16,2 2 1 15,-3 11-4-15,1 13 2 16,-1 5 5-16,-3 1 0 16,0-3 0-16,-7-1 0 15,-1-5 1-15,-1-4-3 16,-3-5 2-16,-1-4-4 16,0-4 2-16,0-3 2 15,0-1 1-15,0 0 5 16,3 0 4-16,6-20-4 0,1-9-6 15,3-8-7-15,6 0 5 16,-1 6-2-16,1 6 2 16,-6 10 3-16,-4 8-1 15,-5 5 1-15,3 2-1 16,3 5 6-16,3 18-5 16,2 8 13-16,1 3 2 15,-3 2-9-15,2-4-6 16,2-6 3-16,-3-6-4 15,3-4-11-15,0-8-44 16,0-8-63-16,1 0-57 16,2-8 40-16,-3-15-2 15,-5-4 69-15,-5-5 68 16,-7 0 2-16,0-6 6 0,0 2 9 16,-4 9 35-16,-3 7 21 15,4 9 36-15,1 10 10 16,2 1-34-16,0 0-79 15,0 20 5-15,0 10-5 16,7 4 35-16,6-1-24 16,6-6-6-16,2-6-3 15,4-7-6-15,4-6 1 16,0-8 1-16,-3 0-1 16,-4 0-3-16,-4-12-15 0,-4-5 0 15,-6-4 13 1,-2-3 2-16,-2-5-5 0,-4-3-1 15,0-3-7-15,0 3 0 16,0 10 12-16,0 9 1 16,0 9 4-16,0 4 1 15,0 4-5-15,0 17 0 16,5 9 7-16,5 1 3 16,2-4-4-16,5-3-5 15,1-7 2-15,2-7-3 16,0-4-2-16,2-6-13 15,-1 0-7-15,3 0-25 16,-2-10-16-16,-3-9 11 16,-5-3 39-16,-6-4 10 15,-1-5 3-15,-7-7 0 16,0-2 1-16,0-4 7 16,-3 2 5-16,-9 4 13 0,2 11 14 15,2 11-3-15,2 9 50 16,5 7-12-16,1 7-75 15,0 20 0-15,0 15 0 16,0 8 22-16,0 5-11 16,14-2 1-16,2-6-10 15,3-6 1-15,4-9-3 16,2-11-2-16,5-6-22 16,2-9-25-16,5-6-9 15,-1 0-32-15,-4-12-23 16,-7-12 32-16,-9-5 55 0,-9-5 13 15,-7-8-41-15,0-5 42 16,-6 2 12-16,-14 1 27 16,0 10 35-16,3 10-5 15,7 10 35-15,5 11 9 16,5 3-41-16,0 26-60 16,0 19 0-16,0 15 67 15,5 3-39-15,12-4-19 16,4-9-6-16,1-12-2 15,0-7-1-15,-5-7-52 16,-7-9-72-16,-5-6-76 16,-5-7-155-16,-5-2-430 15</inkml:trace>
  <inkml:trace contextRef="#ctx0" brushRef="#br0" timeOffset="83534.98">10897 5919 509 0,'0'0'545'0,"0"0"-543"15,0 0 29-15,0 0-31 16,0 0 33-16,92-3-25 16,-53-3-5-16,-1-4-3 15,-7-4-9-15,-9-1 8 16,-5-1 1-16,-7-1 8 16,-4 2 33-16,0 2 41 0,-5 2-30 15,-1 5-42 1,0 3 27-16,0 3 35 0,0 0-29 15,0 0-43-15,0 9-8 16,0 13 8-16,0 6 12 16,0 3-8-16,0 2 2 15,2-1-3-15,5-2-3 16,1-3-8-16,2-6-64 16,0-1-68-16,1-7-77 15,0-7-284-15</inkml:trace>
  <inkml:trace contextRef="#ctx0" brushRef="#br0" timeOffset="85251.13">11280 5897 835 0,'0'0'200'0,"0"0"-181"0,0 0 22 16,0 0 1-16,0 0-24 15,0 0 1-15,80 15-3 16,-60-2-6-16,-3 3 18 15,-7-2 2-15,-9-1-2 16,-1-3-12-16,-1 2 19 16,-22-3 24-16,-6 0 9 15,-1-2-37-15,3-7-2 16,7 0 4-16,7 0-12 16,6 0-9-16,5-16-4 15,2-6-8-15,5-6-43 0,15 2-17 16,7 0 24-1,0 1-9-15,3 3 3 0,2 2 6 16,-4 2 14-16,-1 7 22 16,-6 0 1-16,0 2 0 15,-4 5 15-15,-7-1 14 16,-6 3 5-16,0 2 7 16,-4 0-9-16,0 0-11 15,2 0-5-15,-1 0-15 16,1 0 17-16,1 0 8 15,-3 0-16-15,2 0-4 16,-1 0 1-16,-1 0 2 16,0 0 3-16,0 0-6 15,2 0 7-15,-2 0 5 16,0 0-5-16,0 0 3 0,0-3 4 16,0-9-14-16,4 0-7 15,-3 5 1-15,-1 1 2 16,0 3-1-16,0 1 1 15,0 2 1-15,0 0 5 16,0 0-6-16,0 0-3 16,0 0 4-16,0 0-4 15,0 0 1-15,0 0 2 16,0 0-2-16,0 0-1 16,0 0-1-16,0 0 0 15,0 0 2-15,0 0 2 16,0 0-3-16,0 0 0 0,2 0 4 15,-2-1-4-15,0 1 3 16,0-3-1-16,1-2-2 16,3-2 0-16,1-4 1 15,-2-1-1-15,1 3 1 16,-3 0-1-16,1 0 2 16,-1 2-2-16,1-1 4 15,-2-1-3-15,2 1 0 16,-2 0 0-16,0 1-2 15,0 5 3-15,0 2-2 16,0 0 2-16,2 0-1 16,-2 0-1-16,0 0-1 15,0 0-6-15,1 10 0 0,1 16 4 16,1 13 3-16,1 12 11 16,1 9-4-16,0 6 11 15,0 0-7-15,0 1-11 16,-2 0 3-16,0-2-2 15,-1 0 0-15,-2-5-1 16,0-8-9-16,-5-7-7 16,-8-8-36-16,1-11-41 15,2-6-46-15,5-8-82 16,2-5-87-16,-4-7-6 16,-3-3 123-16,-3-18 104 15,-8-16 35-15,0-13 52 16,-1-14 89-16,3-10 109 15,6-2 26-15,10 0 26 0,3 5-85 16,2 7-40-16,21 8-37 16,9 9-46-16,3 12-6 15,3 18-7-15,1 12-13 16,-1 5 11-16,-5 13-17 16,-5 13-5-16,-8 8 0 15,-10 2-2-15,-7 1 6 16,-3 1-5-16,0-6-2 15,-6-4-4-15,-1-8-50 16,1-10-71-16,6-10-44 16,0 0-5-16,7-24 32 15,10-13-85-15,1-14 225 16,-6-2 21-16,-5-7 4 0,-6 2 39 16,-1 6 38-16,0 11 35 15,0 15-14-15,0 15-18 16,0 9 13-16,0 2-69 15,0 13-49-15,0 16 0 16,0 9 23-16,0 1-2 16,0-4-13-16,0-2-6 15,5-9 1-15,7-8-3 16,2-4-12-16,2-7-27 16,1-5-16-16,2 0-33 15,-2-2 22-15,0-13 45 16,-2 2 8-16,2-1 6 0,-4 4-1 15,1 3 8-15,-3 4-4 16,-1 3 1-16,-3 0-3 16,-2 7 3-16,-3 6 3 15,-2 2 18-15,0 1 16 16,0-5-11-16,0 0 8 16,-7-6 11-16,4-2-21 15,-1-3 0-15,0 0 25 16,-3 0 23-16,-6-1-25 15,-2-11-30-15,1-3-6 16,4-4 3-16,5-4 0 16,4-1-8-16,1 2-3 15,0 0 0-15,0 8 0 0,3 1-5 16,7 2 10 0,-2 2-6-16,2 2 1 0,0 1-3 15,4 2-14-15,-3 2 0 16,-1 2 1-16,0 0 9 15,-3 0 0-15,0 0-2 16,-4 0 5-16,-1 2-4 16,-2 6-30-16,0 1-47 15,0 4-38-15,-19-1-126 16,-6-2-282-16</inkml:trace>
  <inkml:trace contextRef="#ctx0" brushRef="#br0" timeOffset="85835.14">9790 6744 681 0,'0'0'371'0,"0"0"-333"15,0 0-14-15,0 0 82 16,0 0 44-16,0 0-19 16,-32 46-46-16,7-46-30 15,-7 0-28-15,-3-4-7 16,-3-14-9-16,1-6-2 16,7-12 6-16,5-5 10 15,12-9-12-15,9-3-12 16,4 7 0-16,6 8-1 0,17 16 0 15,9 11-1-15,6 11 1 16,3 0-3-16,4 23 4 16,0 16-1-16,-6 13 0 15,-3 12 1-15,-8 8 2 16,-6 3 2-16,-9 1 5 16,-6-2-7-16,-6-4-2 15,-1-9-2-15,0-10-1 16,0-10 1-16,-1-9-21 15,-2-11-33-15,3-8-87 16,0-13-155-16,14 0-264 16</inkml:trace>
  <inkml:trace contextRef="#ctx0" brushRef="#br0" timeOffset="86431.36">10592 6452 1450 0,'0'0'115'0,"0"0"-106"15,0 0 6-15,0 0 80 16,0 0-51-16,-88-14-23 16,49 14-7-16,-4 6 17 15,-5 2-14-15,0-1-8 0,3-1-1 16,9-1-5-16,9-2 6 15,11-3-7-15,9 0 3 16,5 0-5-16,2 0 3 16,0 0-3-16,0 0 0 15,0 0-7-15,0 0 1 16,0 0 5-16,0 0-2 16,0 1 2-16,0 6-2 15,0 5-5-15,0 5 0 16,0 9 8-16,0-1 1 15,0-1 1-15,0-5-1 16,0-9-1-16,0-3 1 16,0-3-1-16,0-1-3 15,13 1 3-15,9-4-1 16,11 0 0-16,13 0-1 0,8 0-1 16,5 2 0-16,3 9-2 15,-5 5-4-15,-8 6 6 16,-14 6 2-16,-14-2 0 15,-11 3 2-15,-10-2 0 16,-5-1 15-16,-23-1-2 16,-12-2 12-16,-8-4-10 15,-3-3-2-15,1-5-6 16,5-3-8-16,3-3 0 16,10-2-1-16,11-3-37 0,9 0-30 15,12-8-128 1,0-20-266-16</inkml:trace>
  <inkml:trace contextRef="#ctx0" brushRef="#br0" timeOffset="86882.33">12030 5241 1203 0,'0'0'90'0,"0"0"-79"15,0 0 40-15,0 0 71 16,0 0-86-16,0 0-30 16,96 108 61-16,-44-32-13 15,0 6-18-15,-6 4-4 16,-7 2 6-16,-14-1-9 15,-17-2-5-15,-8 1-11 0,-30 6-3 16,-30 3-9-16,-26 1 0 16,-17 2-1-16,-12 3-21 15,-4-4-89-15,6-8-226 16,6-14-795-16</inkml:trace>
  <inkml:trace contextRef="#ctx0" brushRef="#br0" timeOffset="88485.05">5122 6995 703 0,'0'0'225'15,"0"0"-127"-15,0 0-19 16,0 0-9-16,0 0 5 15,0 0-23-15,0 0-27 16,-3-29-17-16,6 59 15 16,19 18 55-16,10 19-26 15,11 13-27-15,13 24 14 0,9 13 3 16,11 9-12 0,11 3-8-16,10-9-6 0,12-9-4 15,13-11 4-15,13-14-7 16,14-12 2-16,12-13-8 15,-1-8-2-15,-1-11-1 16,-7-11 0-16,-14-7 0 16,-20-8 3-16,-21-3-2 15,-23-4 0-15,-25-3 0 16,-18-2 0-16,-18-2-1 16,-8-1 0-16,-5-1 3 15,0 0-2-15,0 0 7 0,0 0 9 16,0 0 9-1,0 0-5-15,-8-8-10 0,-11-9-11 16,0-2-1-16,-5 2 1 16,0 0 1-16,6 4-1 15,5 2-2-15,4 4 2 16,6 2 2-16,1 4-2 16,2 1 2-16,0 0-2 15,0 0 0-15,0 0-4 16,2 1 4-16,10 9 0 15,-2 4 0-15,-2 1-1 16,-3 5-20-16,-1 0-53 16,-4 3-79-16,0-2-156 15,3-7-305-15</inkml:trace>
  <inkml:trace contextRef="#ctx0" brushRef="#br0" timeOffset="89131.28">7961 8085 1273 0,'0'0'189'16,"0"0"-169"-16,0 0 10 0,0 0 90 15,0 0-59-15,0 0-34 16,-72-30-15-16,47 30 15 16,-5 3-6-16,-4 3-9 15,-2-2-3-15,-1 1 4 16,0-3-5-16,6-2 3 16,3 0-6-16,12 0-1 15,4 0-3-15,9 0 2 16,1 0-3-16,2 0 0 15,0 0-7-15,0 3 1 16,0 7 3-16,-2 7 3 16,-2 10 0-16,-2-1 1 15,0 7 0-15,1-4-1 0,-2 0 1 16,1-4-2-16,0-3 2 16,2-9-2-16,2-6 2 15,2-3-2-15,0-4 1 16,0 0-2-16,0 0-6 15,16 0 8-15,11 0 0 16,11 0 1-16,8 0-1 16,4 0-1-16,2 9-4 15,-6 12 5-15,-2 3-3 16,-12 2 2-16,-8 0 0 16,-13 2 1-16,-11-3 1 15,0-1 7-15,-14 0 4 0,-19 0 6 16,-9-1 3-16,-6-2-9 15,-1-2-8-15,3-2-3 16,7-1-2-16,5-6 1 16,13-3-35-16,9-5-21 15,12-2-55-15,0-19-82 16,16-22-305-16</inkml:trace>
  <inkml:trace contextRef="#ctx0" brushRef="#br0" timeOffset="89600.02">8000 7532 1219 0,'0'0'55'0,"0"0"-55"0,0 0 0 16,0 0 22-16,0 0 40 15,3 88-36-15,-12-53-11 16,-9-2 18-16,-7-4-3 16,2-4-14-16,4-6-13 15,7-8 5-15,8-4-7 16,4-5-1-16,0 3-4 16,20 1 4-16,11 0 6 15,11 0-1-15,4-2-5 0,-1 1 2 16,-5-2-1-16,-9-3 1 15,-7 0 1-15,-12 0 2 16,-8-8 0-16,-4-2 4 16,0-3-1-16,0-2 10 15,0 2 13-15,-8 2 3 16,0 6-9-16,3 0-13 16,1 4 3-16,4 1-3 15,0 6-12-15,0 25-7 16,0 16 7-16,0 11 0 15,0 4 0-15,0 3-5 16,0 1-61-16,0-1-58 16,0-4-140-16,0-4-182 0</inkml:trace>
  <inkml:trace contextRef="#ctx0" brushRef="#br0" timeOffset="89782.22">8125 8422 527 0,'0'0'847'16,"0"0"-774"-16,0 0-69 16,0 0 29-16,117-57 34 15,-67 51-49-15,2-1-17 16,-2 5-1-16,-3 0-54 16,-5 2-131-16,-7-3-214 15,-12-1-524-15</inkml:trace>
  <inkml:trace contextRef="#ctx0" brushRef="#br1" timeOffset="97278.8">3287 458 734 0,'0'0'192'16,"0"0"-162"-16,0 0-13 15,0 0 81-15,0 0 26 16,0 0-17-16,0 0-23 15,4 0-8-15,-4 0-20 16,0 0-8-16,0-2-17 0,0-8-10 16,-1 3 14-16,-8-1-15 15,-1 3-1-15,0 2-11 16,0 3-5-16,-3 0 0 16,-6 1-3-16,-4 21-1 15,-3 19 0-15,0 17-3 16,8 15 3-16,8 8-2 15,10-1 0-15,0-10 1 16,10-12 2-16,15-17-10 16,7-12 8-16,1-12-3 15,2-14 4-15,1-3 0 16,0-11-6-16,-6-16 7 16,-3-4-4-16,-13-4 4 0,-10-1 7 15,-4 0 2-15,-3 3-4 16,-20 5-5-16,-3 5 8 15,-1 7-5-15,-2 11-3 16,2 5-1-16,-1 3-5 16,-1 23 0-16,6 3-15 15,11 3-90-15,12-6-61 16,5-6-55-16,27-12-50 16,10-8-103-16</inkml:trace>
  <inkml:trace contextRef="#ctx0" brushRef="#br1" timeOffset="97680.33">3552 551 1132 0,'0'0'120'0,"0"0"-77"16,0 0 24-16,0 0 19 15,0 0-31-15,0 0-51 16,50-57 3-16,-19 57 0 15,-5 4-7-15,-2 16-1 16,-9 9 0-16,-7 4-1 16,-8 8 2-16,0 1 7 15,-14 2-6-15,-15 1 8 16,-8-2-2-16,-3-6-4 16,-2-6 3-16,9-11 1 0,7-11-2 15,12-6 4 1,8-3 3-16,6 0 48 0,0-10-17 15,0-10-43-15,22-6-5 16,11 1 5-16,13 2 0 16,4 5 0-16,0 8-1 15,2 9-2-15,-5 1-2 16,-4 1-1-16,-4 15-4 16,-7-1-43-16,-5 2-78 15,1-4-55-15,-4-5-120 16,-5-8-250-16</inkml:trace>
  <inkml:trace contextRef="#ctx0" brushRef="#br1" timeOffset="98312.04">4214 449 781 0,'0'0'525'16,"0"0"-471"-16,0 0-43 16,0 0 70-16,0 0 31 15,0 0-56-15,-16-9-33 16,11 9-8-16,-7 0-2 16,-7 2-7-16,-7 7-3 15,-4 0 0-15,1-3 2 0,6-2 24 16,1-1-12-16,7-3-4 15,1 0-9-15,7 0-1 16,3 0 1-16,1 0-2 16,1 0 2-16,2 0-4 15,0 0-3-15,0 0 2 16,0 0-4-16,0 0-4 16,0 1 5-16,-1 15-1 15,-1 7 5-15,-3 9 0 16,0 5 3-16,-4-1-3 15,2-6 0-15,3-11 1 0,0-6-2 16,4-9 2 0,0-4 0-16,0 0-1 15,0 0-21-15,4 0 7 0,16-1 0 16,13-10 14-16,12-1 2 16,6 3 3-16,2 3-5 15,-5 6-15-15,-4 0 2 16,-9 15 7-16,-10 8-1 15,-10 2 1-15,-8 1 4 16,-7-4 0-16,0 1 2 16,-12-4 4-16,-13 1 2 15,-5 0 4-15,-5-3-5 16,-3-2-2-16,6-4-1 16,3-7-2-16,7-2 0 0,9-2-60 15,8-2-117-15,5-20-137 16,14-6-238-16</inkml:trace>
  <inkml:trace contextRef="#ctx0" brushRef="#br1" timeOffset="98501.85">4780 520 1377 0,'0'0'173'15,"0"0"-173"-15,0 0-2 16,0 0 2-16,127 0 3 0,-79 0-2 16,1 0-2-1,-6 0-50-15,-15 3-178 0,-18 6-284 16</inkml:trace>
  <inkml:trace contextRef="#ctx0" brushRef="#br1" timeOffset="98641.42">4749 795 1196 0,'0'0'256'0,"0"0"-256"16,0 0-23-16,0 0 23 15,0 0 6-15,149-19-6 16,-62-3-79-16,9-4-121 0,-3-4-264 16</inkml:trace>
  <inkml:trace contextRef="#ctx0" brushRef="#br1" timeOffset="99245.07">5758 413 1321 0,'0'0'96'16,"0"0"-90"-16,0 0 79 15,0 0 11-15,0 0-48 16,0 0-22-16,-19-4-6 15,9 4 2-15,-6 0-9 16,-6 0-9-16,-2 0 3 16,-1 0 8-16,2 0 11 0,3 0-12 15,7 0-10-15,2 0 0 16,4 0-3-16,6 0 0 16,-1 0-2-16,2 0 1 15,0 0-2-15,0 0-2 16,0 0-4-16,0 6 7 15,0 6-5-15,-5 7 5 16,-1 8 1-16,-4 4-1 16,0 3 4-16,-2 1-6 15,0-2 7-15,4-8-5 0,1-9 1 16,4-8 0 0,1-5 0-16,2-3 0 0,0 0-5 15,0 0-16-15,2 0 5 16,15 0 11-16,8-3 5 15,9-4 1-15,5 2 3 16,-1 5-3-16,-1 0 0 16,-6 9-1-16,-6 13-5 15,-7 3 5-15,-8 1-1 16,-7-1-2-16,-3 1 1 16,0-4 4-16,-18-2 9 15,-7 0 9-15,-8 1-6 16,-6-4-2-16,-2-6-9 15,5-5-1-15,4-6 1 16,6 0-3-16,4-8-41 0,7-23-80 16,11-15-171-1,4-13-198-15</inkml:trace>
  <inkml:trace contextRef="#ctx0" brushRef="#br1" timeOffset="99712.2">5896 93 1065 0,'0'0'326'0,"0"0"-306"15,0 0-16-15,0 0 0 16,0 0 34-16,0 0-25 0,0-1-13 16,-5 20-4-16,-8 13 4 15,-7 4 16-15,-2 0-9 16,2-6-3-16,7-11 0 15,4-8 0-15,8-6-3 16,1-5-1-16,0 0-5 16,0 0 3-16,3 0 2 15,15 3 2-15,7 3-1 16,2 0 2-16,3-2 0 16,4-4-3-16,1 0 2 15,-2 0 3-15,-6-3-5 16,-9-4 3-16,-9-2 7 15,-6-5-3-15,-3-3 55 16,0 0-32-16,0-2-20 16,-6 3 14-16,-5 2-7 0,3 5-1 15,5 6-6 1,3 3 3-16,0 0-13 0,0 17-17 16,0 23-2-16,0 18 19 15,0 11 2-15,0-4-2 16,0-3-5-16,0-2-88 15,4-10-79-15,3-9-178 16,-2-13-470-16</inkml:trace>
  <inkml:trace contextRef="#ctx0" brushRef="#br1" timeOffset="101131.89">5315 1108 710 0,'0'0'174'0,"0"0"-50"16,0 0 25-16,0 0 28 16,0 0-24-16,0 0-68 15,-37-6-35-15,47 6-46 16,17 0-2-16,19 12-1 15,26 3 4-15,22-2 7 16,14-3-9-16,13-5 1 16,2-3 1-16,-7-2-5 0,-11 2-1 15,-21-2-172-15,-27 0-105 16,-31 0-376-16</inkml:trace>
  <inkml:trace contextRef="#ctx0" brushRef="#br1" timeOffset="101794.91">5938 1431 467 0,'0'0'772'0,"0"0"-693"0,0 0-64 15,0 0 28-15,0 0 100 16,0 0-64-16,-67-27-40 16,44 24-18-16,-5 3-8 15,-4 0-3-15,-1 0-3 16,1 0-2-16,2 3-3 16,4-2 3-16,7 2-2 15,3-3-3-15,8 0 2 16,4 0 0-16,4 0 2 15,0 0-4-15,0 0-3 16,0 0 2-16,0 0-6 16,0 3-1-16,0 6 4 0,0 9 4 15,0 11 2-15,-1 5 2 16,-5 5-3-16,-4-3 0 16,-1-1 2-16,1-4-1 15,-2-6-2-15,2-9 0 16,5-7 2-16,4-7-2 15,1-2-2-15,0 0-7 16,8 0-2-16,19 0 9 16,13 0 2-16,17-3 4 15,13-8 1-15,1 4 3 16,2 4-7-16,-11 3-1 16,-17 0 0-16,-14 2-5 15,-17 7-1-15,-9-1 1 0,-5 3 1 16,-5 2 4-16,-22 3 6 15,-16 3 20-15,-11 3 1 16,-8-3-6-16,3-1-11 16,8-2-4-16,9-6-1 15,12-2-5-15,11-5-2 16,11-3-7-16,8 0-52 16,0 0-82-16,20-23-117 15,16-10-179-15,9-8-212 16</inkml:trace>
  <inkml:trace contextRef="#ctx0" brushRef="#br1" timeOffset="102378.73">3452 1166 918 0,'0'0'238'16,"0"0"-199"-16,0 0-35 16,0 0 24-16,0 0 24 15,0 0-49-15,57-7 12 16,13 12 9-16,26-1 52 15,19-4-38-15,12 0-23 16,0-6-2-16,-10-7-11 16,-13-1-1-16,-17 3-2 15,-19 7-35-15,-19 1-275 16,-26 2-213-16</inkml:trace>
  <inkml:trace contextRef="#ctx0" brushRef="#br1" timeOffset="102945.55">4081 1367 1144 0,'0'0'78'0,"0"0"-69"16,-117 0 16-16,80 0 112 15,-1 3-40-15,2 0-52 16,-1 0-11-16,-1 3-3 15,1 0-15-15,4 0-4 16,8-2-7-16,5-1 0 16,10 0-2-16,4-3 0 0,5 0-2 15,1 0 3 1,0 0-3-16,0 0 1 0,0 0-2 16,0 0-7-16,0 4-5 15,0 6 4-15,0 10 7 16,0 7 0-16,0 6 2 15,0 3 0-15,0-8 3 16,-2-2-4-16,-2-9 1 16,-2-8 1-16,5-5 0 15,1-3-2-15,0-1-1 16,0 0-3-16,7 0-14 16,22-3 18-16,17-7 1 0,14-2 3 15,5 1 0 1,1 6-4-16,-8 5 2 0,-12 0-2 15,-12 4 0-15,-14 12-3 16,-10-3 1-16,-10 2-4 16,0 0 6-16,-29 5 11 15,-17 6 21-15,-16 1 1 16,-5 1-13-16,2-7-10 16,10-2 0-16,13-7-10 15,15-5-1-15,17-5-1 16,10-2-56-16,18 0-167 15,34-3-131-15,19-17-36 16</inkml:trace>
  <inkml:trace contextRef="#ctx0" brushRef="#br1" timeOffset="103239.2">6604 672 1548 0,'0'0'65'16,"0"0"-65"-16,0 0-31 15,0 0 31-15,91-3 14 16,-26 1-13-16,8 1-1 16,-4 1-1-16,-13 0-215 15,-24 0-247-15</inkml:trace>
  <inkml:trace contextRef="#ctx0" brushRef="#br1" timeOffset="103382.28">6580 913 1485 0,'0'0'0'16,"0"0"-148"-16,0 0 148 0,142 1 0 15,-53-7-64-15,9-13-207 16,5-9-240-16</inkml:trace>
  <inkml:trace contextRef="#ctx0" brushRef="#br1" timeOffset="103944.19">7669 523 925 0,'0'0'571'0,"0"0"-519"0,0 0-47 16,0 0 39-16,0 0 42 15,0 0-55-15,-93-12-11 16,72 12 2-16,-10 0-12 15,-4 0-1-15,-3 0-5 16,0 0-4-16,3 0 4 16,6 0 7-16,10 0-9 15,8 0-2-15,8 0 3 16,3 0-3-16,0 0-3 16,0 0-9-16,0 0-6 15,0 9 3-15,0 7 10 16,0 10 5-16,0 1 0 15,-2 4 1-15,-6-3 0 16,-2-4 1-16,0-5-2 0,1-8 3 16,3-5-2-1,4-4 1-15,2-2-2 0,0 0 0 16,0 0-7-16,10 0-5 16,17 0 11-16,18 0 1 15,10-5 5-15,7 5-5 16,0 0 0-16,-6 3 0 15,-8 12-1-15,-13 3-3 16,-12 1 4-16,-16 0-1 16,-7 1 1-16,-2 0 2 15,-23 0 17-15,-9 0 11 16,-9-3-12-16,-6-3-12 16,3-3-2-16,2-7-4 15,2-4-1-15,9-4-58 0,4-25-111 16,13-18-252-16,16-16-387 15</inkml:trace>
  <inkml:trace contextRef="#ctx0" brushRef="#br1" timeOffset="104312.3">7857 221 1168 0,'0'0'450'0,"0"0"-425"16,0 0-18-16,0 0-7 15,0 0 1-15,0 0 2 16,78-30-3-16,-72 30-3 16,-3 9-4-16,-3 10-5 0,0 7 0 15,0-1-1-15,-3 0 13 16,-2-7 10-16,4-6-8 16,1-2-2-16,0-1-3 15,19 2 0-15,7 0 3 16,4-1 7-16,2 2-5 15,-4 0-2-15,-7-5 2 16,-5 2-1-16,-12-5 1 16,-4 2 0-16,0 1 14 15,-1 2 27-15,-21 3 4 16,-13 3 3-16,-7 2-22 16,-5-4-23-16,1-1-3 0,5-1-2 15,11-6-5-15,7 0-58 16,10-1-176-16,4 0-192 15</inkml:trace>
  <inkml:trace contextRef="#ctx0" brushRef="#br1" timeOffset="105712.09">9055 8243 61 0,'0'0'548'0,"0"0"-508"16,0 0-27-16,0 0-4 16,0 0 39-16,0 0 115 15,0 0-52-15,0-42-57 16,0 42-22-16,0 0-16 15,0 0 4-15,0 0 4 16,0 0 37-16,0 0 28 0,-6 0 13 16,-10 0-11-1,-11 0-35-15,-8 6-15 0,-6 3-3 16,0-2 0-16,-1 1-22 16,1-3 2-16,-3-1-10 15,2-1-1-15,3-3-6 16,12 0 3-16,8 0 5 15,9 0-3-15,7-2 1 16,3 1-5-16,0 1-2 16,0 0-2-16,0 0 0 15,0 0-3-15,0 0 4 16,4 5 1-16,10 17 0 0,-3 5 2 16,1 8-2-1,-2-1 0-15,-5 1 1 0,-2-4 1 16,-3-1-2-16,0-4 0 15,0-10-1-15,0-7 1 16,0-5 1-16,0-4 2 16,0 0-2-16,0 0-1 15,4 0-1-15,16-10-6 16,10-4 6-16,9-1 2 16,4 6-2-16,2 4 1 15,-3 5-3-15,2 0 3 16,-6 9-1-16,-7 8 1 15,-7 3-2-15,-12 2 1 16,-12 2 1-16,0 1 0 16,-12 1 5-16,-15 1-1 0,-8-1 0 15,0-4 6 1,2-6-7-16,3-1 1 0,3-8-1 16,3-5-3-16,3-2 0 15,2 0-7-15,7 0-55 16,8-18-63-16,4-16-89 15,3-10-199-15,19-9-355 16</inkml:trace>
  <inkml:trace contextRef="#ctx0" brushRef="#br1" timeOffset="106194.31">9071 7799 1091 0,'0'0'78'16,"30"-83"-41"-16,9 55-29 15,13 7-3-15,6 9 60 16,-1 12-1-16,-5 0-41 16,-12 15-17-16,-11 11-5 15,-16 2 1-15,-13 2-1 16,0 4-1-16,-24 4 22 15,-13 0 13-15,-2-4-9 16,-2-6-10-16,11-9-7 0,12-7 0 16,11-9-2-16,7-3-6 15,0 0 2-15,18 0-3 16,18-2 11-16,10-7-6 16,8 1-5-16,2 2 0 15,-5 2 1-15,-8 4 2 16,-12 0-3-16,-15 0 1 15,-9 4 0-15,-7 3-1 16,-2 4 14-16,-28 4 68 16,-18 5 7-16,-14-3-57 15,-2 3-15-15,4-3-8 16,12-2-3-16,14-1-6 16,16 0 0-16,11 1-2 15,7 0-12-15,15 2-59 0,29-5-64 16,12-3-99-16,10-8-239 15</inkml:trace>
  <inkml:trace contextRef="#ctx0" brushRef="#br1" timeOffset="106466.86">9815 8274 1277 0,'0'0'200'16,"0"0"-197"-16,0 0-1 15,0 0 17-15,128-12-3 16,-60 3-9-16,-2 4-7 15,-9-2-7-15,-15 4-124 16,-18-1-214-16,-21 1-558 16</inkml:trace>
  <inkml:trace contextRef="#ctx0" brushRef="#br1" timeOffset="106615.71">9750 8512 1135 0,'0'0'332'0,"0"0"-332"15,0 0-21-15,0 0 21 16,124 4 20-16,-34-16-20 16,12-5-16-16,3-4-143 15,-11-3-225-15</inkml:trace>
  <inkml:trace contextRef="#ctx0" brushRef="#br1" timeOffset="107744.9">11333 7874 31 0,'0'0'888'0,"0"0"-743"15,0 0-133-15,0 0 76 16,0 0 28-16,0 0-30 16,0 3-34-16,0-3 3 15,0 3 17-15,0 0-5 16,-12 0-14-16,-18 4-19 16,-12 0-14-16,-9 3-13 0,-5 0-4 15,1-2 5-15,2 0 0 16,3-3-2-16,8-4-1 15,10 1 6-15,12-2-3 16,9 0-4-16,7 0-1 16,4 0-3-16,0 0-4 15,0 0 1-15,0 0 1 16,0 0 1-16,0 0 1 16,0 7 1-16,7 8-1 15,-2 8 0-15,0 8 1 16,-5 7 1-16,0 2 0 15,0-2-2-15,0-5 2 16,0-8-1-16,-3-8-1 16,-1-8 0-16,4-6 0 0,-2-1 2 15,2-2-1-15,0 0-1 16,0 0 4-16,0 0-4 16,16-9 0-16,12-8 0 15,7-2 0-15,3 4 1 16,3 3-1-16,-6 7-1 15,-2 5 0-15,-3 0-5 16,-1 10 5-16,-4 14-1 16,-4 4-3-16,-7 3 5 15,-7 2 0-15,-7-2 0 16,0-1 0-16,-9-4 3 16,-13 0-2-16,-8-3 7 15,-3-3-4-15,-2-1 3 0,3-5-2 16,3-2-2-16,8-4-3 15,7-6 0-15,7 0-1 16,6-2-2-16,1 0-28 16,0 0-55-16,0-8-92 15,19-12-125-15,8-7-350 16</inkml:trace>
  <inkml:trace contextRef="#ctx0" brushRef="#br1" timeOffset="108961.4">11559 7268 692 0,'0'0'189'16,"0"0"-135"-16,0 0-49 16,0 0 25-16,0 0 64 15,0 0-13-15,-23-21-56 16,23 21-13-16,0 0-2 15,0 0-3-15,0 0-1 16,0 0 5-16,0 0 20 16,0 0 12-16,-2 0-13 15,2 0-10-15,0 0-5 16,0 0 0-16,0 0 17 0,0 0-9 16,-2 0-11-1,2 0 2-15,0 0 6 0,0 0 21 16,0 0-7-16,0 0-9 15,0-1-8-15,0-1-4 16,0 1-5-16,0 1 4 16,0-1 0-16,0 1-5 15,0 0-2-15,0 0 1 16,0 0-3-16,0 0-2 16,0 0-1-16,0 0 3 15,0 0-3-15,0 0 0 16,0 0-1-16,0 0 1 15,0 0-3-15,0 0 3 16,0 0-3-16,0 0 3 16,0 0 0-16,0 0-1 0,0 0-1 15,0 14 1 1,0 10 1-16,0 10 8 0,-1 6-7 16,-3 5 5-16,1-1-6 15,1-4 1-15,1-8 1 16,1-8 0-16,0-6-3 15,0-7 1-15,0-6 0 16,0 0 2-16,3-3-2 16,10-2 1-16,9 0 4 15,6 0-3-15,3 0-2 16,2-10 0-16,-3 1 1 16,-5-3 0-16,-5 1 0 0,-5-2-1 15,-3 0 1-15,-5-1 1 16,-4-3 1-16,-3-6-2 15,0-1 0-15,-6-6-1 16,-10 2 3-16,3 4-1 16,3 8-2-16,3 9 3 15,5 5 0-15,2 2-3 16,0 12-12-16,0 20 7 16,13 14 5-16,4 8 1 15,-2 2-1-15,2-2-2 16,-4 2-1-16,1 1-3 15,-4-1-91-15,-2-2-99 16,-5-9-102-16,0-12-309 16</inkml:trace>
  <inkml:trace contextRef="#ctx0" brushRef="#br1" timeOffset="109312">12140 7380 1193 0,'0'0'107'0,"0"0"-76"16,0 0-13-1,0 0 91-15,0 0 13 0,0 0-107 16,-59-22-9-16,55 80-6 15,2 20 8-15,2 17-4 16,0 15 11-16,0 10 13 16,0 9 22-16,0 5-34 15,4-8-9-15,11-12 1 16,10-19-8-16,8-15-2 16,7-12 2-16,4-16-3 15,1-12-12-15,-2-15-88 16,1-16-103-16,-4-9-50 15,-4-14-364-15</inkml:trace>
  <inkml:trace contextRef="#ctx0" brushRef="#br1" timeOffset="109575.2">12500 7601 1174 0,'0'0'105'0,"0"0"-70"16,0 0 24-16,0 0-29 15,0 0-28-15,12 98 34 16,7-33 28-16,-2 4-25 16,-3-2-26-16,-4-7-7 0,-2-7-4 15,-1-8-2-15,-2-6 0 16,-1-4-4-16,-1-7-83 15,-2-8-151-15,1-14-299 16</inkml:trace>
  <inkml:trace contextRef="#ctx0" brushRef="#br1" timeOffset="109749.11">12786 7933 1343 0,'0'0'35'15,"0"0"-24"-15,0 0-11 16,115-35 6-16,-60 28-6 0,6 2-3 16,2 1-23-1,3-4-127-15,-4-3-215 0,-10-8-376 16</inkml:trace>
  <inkml:trace contextRef="#ctx0" brushRef="#br1" timeOffset="109961.55">13393 7508 1053 0,'0'0'157'0,"0"0"-93"15,0 0 8-15,0 0-4 16,0 0-67-16,0 0 7 0,1 97 3 16,13-39-8-16,0-1-2 15,-4 2 1-15,-4-5-2 16,-1 3-2-16,-3-6-14 15,-2-3-154-15,0-7-179 16,-16-7-343-16</inkml:trace>
  <inkml:trace contextRef="#ctx0" brushRef="#br1" timeOffset="110123.88">13221 8191 1239 0,'0'0'126'0,"0"0"-126"15,0 0 26-15,0 0 0 0,122-40 8 16,-65 31-29 0,0 2-5-16,-5 4-1 0,-4 1-93 15,-10 2-239-15,-11 0-389 16</inkml:trace>
  <inkml:trace contextRef="#ctx0" brushRef="#br1" timeOffset="110742.97">13707 8261 1143 0,'0'0'138'16,"0"0"-130"-16,0 0 56 0,0 0 45 15,0 0-67-15,0 0-23 16,-88 13 3-16,59-6 29 15,1 1-18-15,-2-3-17 16,1 1-3-16,4-1 3 16,4-3-7-16,3 2-5 15,8-4-2-15,4 0 0 16,2 0-1-16,3 0 2 16,1 0-1-16,0 0-2 15,0 0 2-15,0 0 1 16,0 0-3-16,0 0 1 15,0 0 1-15,0 0-4 16,-2 3-1-16,-2 7-5 16,-5 8 5-16,-1 7 3 15,0-1 0-15,3-5 1 0,4-6 2 16,3-6-6-16,0-2 2 16,0-5-2-16,0 0 1 15,0 0 2-15,7 2 1 16,13-2 3-16,9 0 2 15,10 1 1-15,5-1-5 16,2 4-2-16,0 0 2 16,-7 4-2-16,-5 4 1 15,-10 0-1-15,-11 4-1 16,-6 0 0-16,-7 4 1 16,0 0 12-16,-14 0 17 15,-14 0 4-15,-11 0-15 0,-3 0-6 16,-1-3-11-16,1-7 0 15,4-4-1-15,2-6-3 16,9 0-4-16,3-6-75 16,9-20-77-16,9-11-176 15,6-10-387-15</inkml:trace>
  <inkml:trace contextRef="#ctx0" brushRef="#br1" timeOffset="111042.76">13709 7508 1240 0,'0'0'175'0,"0"0"-138"16,0 0-34-16,0 0 11 15,0 0 1-15,99 38 15 16,-38 23 33-16,1 17-22 15,-3 11-14-15,-12 3 1 16,-14 4 22-16,-16-1-18 16,-17-4-22-16,0 1 3 15,-33-2-9-15,-18-3-4 16,-12-3-2-16,-11 1-1 16,-10-5-81-16,-11-10-238 0,-14-9-785 15</inkml:trace>
  <inkml:trace contextRef="#ctx0" brushRef="#br1" timeOffset="113010.02">11360 9097 865 0,'0'0'153'0,"0"0"-109"15,0 0-39-15,0 0 47 16,0 0-2-16,0 0-21 16,135 3 27-16,-39 7-1 15,19-2-23-15,22-4-7 16,15-4-14-16,10 0-4 15,2-7-1-15,4-10-2 16,-8-3 0-16,-16 2 0 16,-17 4-4-16,-30 4-5 15,-25 5-1-15,-22 0-98 0,-22-1-148 16,-19-3-173-16</inkml:trace>
  <inkml:trace contextRef="#ctx0" brushRef="#br1" timeOffset="113292.98">11532 9257 1313 0,'0'0'164'16,"0"0"-164"-16,129 0-5 16,-14 0 5-16,31 0 5 15,21-7-1-15,10-3 1 16,5-1 0-16,-9 2-3 16,-18 5-2-16,-18 0-194 15,-23-3-146-15,-34 0-310 16</inkml:trace>
  <inkml:trace contextRef="#ctx0" brushRef="#br1" timeOffset="116608.85">4796 8691 388 0,'0'0'214'0,"0"0"-142"0,0 0-43 16,0 0 33-16,0 0 29 15,0 0-25-15,0-51-17 16,0 42 49-16,0 8 4 15,0 1-40-15,0 0-26 16,0 0-22-16,0 0 0 16,0 0 12-16,0 0-1 15,0 0-4-15,0 0-8 16,0 1-1-16,4 8 14 16,2 1 17-16,4 6-18 15,2-1-7-15,3 5-4 0,3 0 13 16,2 6-6-16,4 2-6 15,4 4-3-15,4 4 5 16,7 5-1-16,-1 4 21 16,2 4-29-16,0 4 4 15,0-2 0-15,0 0-4 16,1-1 5-16,-1-4-1 16,3-1 11-16,1 1 0 15,2-1-18-15,5 0 6 16,1-1 1-16,3-1-5 15,3-1-1-15,6-1 0 16,6-5-1-16,5-4 1 16,7-7-5-16,2-5 7 0,-1-5-7 15,1-4-1 1,-6-2 0-16,5-6 0 0,-5 0 0 16,0-3 0-16,-4 0 0 15,-9 0 0-15,-8 1 3 16,-7 2-2-16,-9 1 0 15,-11-2 0-15,-9 1 0 16,-9-2-1-16,-6 1 1 16,-6-2-1-16,0 0 1 15,0 0 0-15,0 0 2 16,0 0 5-16,0 0 3 16,0 0-3-16,0 0-5 0,0 0 7 15,0 0-7-15,0 0 1 16,0 0 2-16,0 0-4 15,0 0 3-15,0 0-1 16,0 0-2-16,0 1 6 16,0-1-3-16,0 0-5 15,0 2 1-15,0-2 0 16,0 0-1-16,0 1 0 16,0-1 0-16,0 0 0 15,0 0 1-15,0 0-1 16,0 0 3-16,0 0-3 15,0 0 3-15,0 0-6 16,-1 0 5-16,-1 0-2 16,1 0 0-16,-1 0 0 15,1 0 0-15,-3 0 0 0,2 0 4 16,-1 0-4-16,1 0 0 16,-3 0 1-16,-3 0-1 15,-4 0-1-15,-3 0 0 16,-2 0 0-16,1 0 2 15,0 2-2-15,6-2 2 16,6 0-1-16,0 0 2 16,4 0-2-16,0 0 1 15,0 0-1-15,0 0 0 16,0 0-1-16,0 0 0 16,0 0 1-16,0 0 0 15,0 0 0-15,0 0 0 0,0 0-1 16,0 0 1-16,0 0 0 15,0 0-2-15,0 0 2 16,0 0 0-16,0 0 1 16,0 0 0-16,0 0 2 15,0 0-2-15,0 0-2 16,0 0 5-16,0 0-3 16,0 0 0-16,0 0 0 15,0 0-1-15,0-3 0 16,0-5 2-16,0-2-2 15,0-4-2-15,0 4 2 16,0-2 0-16,-3-2-2 0,-1 2 2 16,1-2 0-16,2 3 0 15,-2 4 0-15,0-2 2 16,3 6-5-16,-1 3 3 16,1 0-2-16,0 0 0 15,-2 0 0-15,2 0 2 16,0 0-2-16,0 0-7 15,0 0 9-15,0 5 0 16,0 6-1-16,0 1 1 16,5-3 0-16,5 1 1 15,2-2-1-15,2-2 1 16,-5-1-1-16,1 0 0 16,-5-1 1-16,0 2-2 0,-3-2 1 15,2 1 0-15,-4 7-1 16,0 2-6-16,-7 10 5 15,-18 8-4-15,-10 6-44 16,-7 2-31-16,-4-2-79 16,-3-6-197-16,-8-10-327 15</inkml:trace>
  <inkml:trace contextRef="#ctx0" brushRef="#br1" timeOffset="118323.96">7230 10120 193 0,'0'0'8'0,"0"0"-8"0,0 0-10 16,0 0 10-16,0 0 10 15,0 0 0-15,21-18-8 16,-11 12 2-16,-6 3-1 15,-2 0 40-15,-2 0 114 16,0 1 88-16,0-1-32 16,0 0-56-16,-3 0-70 15,-4-1-33-15,1 2 15 16,4 2 25-16,1-1-37 16,1 1-9-16,0 0 1 0,0 0-13 15,0 0-17-15,4 0-11 16,18 0-3-16,11 0 21 15,11 0 4-15,5 3-9 16,0-3-6-16,2 0-8 16,-3 0 3-16,-4-6-2 15,-9-2-6-15,-9 1 3 16,-9 2-2-16,-10 3 4 16,-4 2 1-16,-3 0 13 15,0 0 18-15,0 0-17 16,0 0-16-16,0 0-6 15,0 13 0-15,-5 14 0 16,-3 13 5-16,1 14-5 16,2 6 5-16,2 3-4 15,-1 4-1-15,1-6 4 0,-2-3-4 16,2-7 3-16,-3-6-3 16,0-4-2-16,-1-6 1 15,1-1 1-15,2-10-53 16,1-8-77-16,3-10-133 15,0-6-147-15,0-17-479 16</inkml:trace>
  <inkml:trace contextRef="#ctx0" brushRef="#br1" timeOffset="118924.13">7807 9662 946 0,'0'0'121'0,"0"0"-60"15,0 0 70-15,0 0-67 0,5-87-14 16,17 69-22-16,3 5-19 16,2 5 11-16,-6 7-5 15,0 1-9-15,-7 0-5 16,-4 3-1-16,-4 15 0 16,-6 7 6-16,0 4-1 15,-16 2 0-15,-5-6 2 16,-1-6-2-16,4-2-2 15,8-9-1-15,3-3-1 16,6-1-1-16,1-4 0 16,0 0 0-16,0 0-3 15,6 0 3-15,12 2 0 16,8 1 0-16,-1 4 0 16,0 0 3-16,-5 5-3 0,-6 4 0 15,-5 4-4-15,-9 0 4 16,0 3 4-16,0-2-3 15,-16-7 8-15,-4 1 24 16,-8-4 29-16,-1-4-23 16,-1 0-23-16,1-5-6 15,6 0-7-15,6-1-2 16,7 1-1-16,6-2 0 16,4 4-27-16,2 5-211 15,21 0-162-15,9 5-63 0</inkml:trace>
  <inkml:trace contextRef="#ctx0" brushRef="#br1" timeOffset="119359.06">8180 10363 376 0,'0'0'551'0,"0"0"-451"15,0 0-62-15,0 0 137 16,0 0-18-16,0 0-71 16,-2-25-78-16,41 21 7 15,11-5 14-15,10 5 0 16,5-1-15-16,2-3-7 15,-1 3-4-15,-10 2-3 16,-7 2-1-16,-9 1-55 0,-11 0-177 16,-12 0-150-16,-11 0-354 15</inkml:trace>
  <inkml:trace contextRef="#ctx0" brushRef="#br1" timeOffset="119709.36">9088 9753 623 0,'0'0'618'0,"0"0"-574"16,0 0-40-16,0 0 55 15,0 0 37-15,0 0-79 16,-61 15-14-16,55 45 4 16,-2 17 24-16,1 10-1 15,2 5 27-15,2 2-36 16,3 0-10-16,0-4-5 16,0-11-5-16,18-10-1 15,3-14-1-15,7-10-6 0,0-5-101 16,2-17-105-1,3-11-168-15,1-12-370 16</inkml:trace>
  <inkml:trace contextRef="#ctx0" brushRef="#br1" timeOffset="120107.95">9407 10015 1327 0,'0'0'52'16,"0"0"-47"-16,-33 112-5 16,31-54 6-16,2 4 9 15,0-1-2-15,0-6-6 16,-2-8-1-16,-1-12-2 0,0-11-2 16,-1-12 0-1,3-9-1-15,1-3-1 0,0 0 7 16,0-15 1-16,0-17-8 15,0-17-48-15,10-14 46 16,1-7 2-16,1-4 5 16,-4 4-4-16,-1 12 0 15,-2 18-1-15,0 19 10 16,-3 15 32-16,3 6-7 16,2 12-35-16,6 17 0 15,7 13 18-15,2 5 13 16,1 6-27-16,-1 0 1 0,-4 0-4 15,1-3 0 1,-4-4-2-16,-4-5-5 0,-1-4-119 16,-4-5-71-16,-6-10-275 15</inkml:trace>
  <inkml:trace contextRef="#ctx0" brushRef="#br1" timeOffset="120693.44">9312 10412 1118 0,'0'0'183'0,"0"0"-166"16,0 0-8-16,0 0-9 15,99-71 7-15,-34 47-5 16,7 1-2-16,-2-7 0 16,-8 4-2-16,-15-2-31 0,-16 2-60 15,-12 2 34-15,-12-1 59 16,-7 1 26-16,0 0 37 15,0 0-22-15,-14-2-13 16,2 4 14-16,0 3-9 16,5 7 16-16,1 10-16 15,3 2 16-15,3 2-42 16,0 29-6-16,0 9-1 16,0 10 5-16,3 1-2 15,7-2-2-15,3-2 3 16,3-3-4-16,0-8 2 15,1-7-4-15,0-10 2 16,1-7-5-16,-1-6-34 16,0-6-39-16,1 0 3 0,2-12-7 15,-2-6-36-15,-2-12 23 16,-2-5 68-16,-4-6 24 16,-3-5-6-16,-5-2 9 15,-2 3 10-15,-2 4 39 16,-13 1 21-16,0 5 28 15,4 10-33-15,2 9 4 16,4 10 20-16,4 6-14 16,1 0-48-16,0 22-27 15,0 13-2-15,6 12 2 16,7 5 5-16,4-5-4 16,2-1 0-16,3-4 1 0,-2-9-4 15,-4-3 0-15,1-6-116 16,-1-4-65-16,3-10-139 15,1-9-282-15</inkml:trace>
  <inkml:trace contextRef="#ctx0" brushRef="#br1" timeOffset="120934.1">10352 9850 848 0,'0'0'576'0,"0"0"-545"16,0 0-31-16,0 0 0 16,9 112 30-16,20-40 13 15,1 1-29-15,2-3-9 16,-5-4-1-16,-4-4-1 16,-8-5-3-16,-6-7 0 15,-9-6-45-15,0-7-132 16,-17-13-188-16,-7-13-493 15</inkml:trace>
  <inkml:trace contextRef="#ctx0" brushRef="#br1" timeOffset="121540.81">10377 10150 1046 0,'0'0'63'0,"0"0"-57"15,0 0 2 1,120-81 23-16,-75 60-13 0,-5 1-13 15,-9 2-4-15,-13 3 3 16,-9 0 3-16,-9 1 13 16,0-5 35-16,0 2 20 15,-13 5-20-15,6 7-26 16,0 5 4-16,5 0-8 16,2 22-25-16,0 19 0 15,0 17 6-15,2 4 13 16,12-1-8-16,3-5 0 15,0-7-11-15,1-11 8 0,-1-13-6 16,0-8 1 0,-6-11 0-16,-4-3-1 0,-4-3-1 15,1 0 14-15,4-17-1 16,2-14-5-16,0-8-8 16,-1-4-1-16,-2 0-1 15,-4 12-7-15,0 11 7 16,-1 13-3-16,0 7 4 15,-1 0-3-15,6 20-14 16,3 9 14-16,4 6 3 16,2-4 4-16,4-3-3 15,2-12-1-15,1-8 2 16,0-7-1-16,-4-1 1 16,-4-1-2-16,-3-17 6 15,-4-8-2-15,-1-6-1 0,-4 1 0 16,1 2-3-16,-3 9 3 15,-1 11 0-15,0 5 31 16,0 4 12-16,3 5-46 16,4 17 0-16,5 10 1 15,3 0-1-15,2-1 4 16,5-5-4-16,-1-5 0 16,6-7-38-16,0-6-206 15,-2-8-166-15</inkml:trace>
  <inkml:trace contextRef="#ctx0" brushRef="#br1" timeOffset="122792.89">11433 10169 287 0,'0'0'934'16,"0"0"-910"-16,0 0-16 16,0 0 59-16,-49-85 6 15,43 58-24-15,6 1-2 16,0 5-12-16,0 6 2 16,7 4-21-16,5 10 2 0,5 1-12 15,2 6-3-15,8 17-2 16,2 5 5-16,-3 7-6 15,-5-1 4-15,-7 1-3 16,-4-1 1-16,-3-2-1 16,-4-4-1-16,-3-11-2 15,0-6 2-15,0-6 2 16,0-5 0-16,0 0-1 16,0 0 5-16,0-5 5 15,0-18-4-15,0-9-7 16,0-8-16-16,0-2-17 15,0 7 4-15,0 11 22 0,10 7 3 16,6 10-7 0,-1 5-1-16,3 2 6 0,-1 17 1 15,0 12 2-15,1 5 3 16,-3-1 1-16,-3-3 3 16,-4-4-1-16,-3-8-3 15,-1-7 6-15,-4-8-6 16,1-3 4-16,-1 0 0 15,0 0 10-15,0-5 22 16,0-12-6-16,0-9-29 16,0-11 0-16,0-7-1 15,3 0-12-15,6 1-9 16,3 14 15-16,1 9 4 16,-2 11 1-16,3 9-6 15,3 4 6-15,0 21 1 0,1 8 3 16,-1 4 7-16,-3 0 2 15,0-6-5-15,1-4-4 16,0-7-2-16,3-8-1 16,4-6 0-16,1-6-5 15,6 0-25-15,1-9-40 16,1-14-65-16,-7-4 49 16,-3-1 21-16,-8-4 36 15,-6 6 23-15,-4 5 6 16,-3 9 12-16,0 7 69 15,0 5 41-15,0 0-82 16,0 11-37-16,0 7-3 0,0 5 42 16,0-4-28-16,0-1-2 15,7-4-7-15,2-4 0 16,5-2-4-16,6-8 2 16,2 0 2-16,3 0-5 15,0-15 6-15,-5-4-6 16,-7-3-3-16,-5 0 3 15,-6-3 3-15,-2 4-1 16,0 4-1-16,0 3 5 16,0 10 19-16,0 2 23 15,0 2-26-15,0 3-22 16,0 18-6-16,0 8 6 16,0 4 3-16,5-6-3 0,7-6 0 15,3-6 0 1,3-6-5-16,6-7 3 0,1-2-4 15,3 0-34-15,-1-13-19 16,-3-5-40-16,-6-3 65 16,-6-1 23-16,-4-2 11 15,-5-2 5-15,-3-1-1 16,0-3-3-16,0 3 14 16,-3 6 9-16,-2 8 13 15,2 9 5-15,3 4-3 16,0 0-27-16,0 0-12 15,0 12-6-15,0 6 6 16,0 4 1-16,0-2 4 0,0 0-5 16,4-2 2-16,0-3-2 15,-1 2 1-15,4-7-1 16,0 1-2-16,3-2-96 16,4-5-17-16,5-4-77 15,-2 0-176-15,-4 0-143 16</inkml:trace>
  <inkml:trace contextRef="#ctx0" brushRef="#br1" timeOffset="124090.27">12538 9731 445 0,'0'0'114'0,"0"0"-80"16,0 0 62-16,0 0-4 16,0 0-20-16,0 0 10 15,-4-36 8-15,4 35 15 16,0 1-32-16,0 0-23 15,0 0-26-15,0 0-14 16,0 0-9-16,0 0 4 16,0 0-1-16,0 0-3 15,-2 0 0-15,2 5 0 16,0 8 0-16,0 6 13 16,0 3 6-16,0 7 4 0,0 8 2 15,0 10 7 1,5 9-3-16,0 4 3 0,1 0 2 15,0-2 3-15,0-2-15 16,-1-7-12-16,0-7-8 16,2-7 0-16,-4-12-2 15,3-11 0-15,-2-8-1 16,6-4 0-16,9 0 0 16,10-14 11-16,6-12-11 15,1-4-38-15,-3-8-25 16,-4 2-13-16,-6-3-4 15,-6 3 26-15,-7 0 4 0,-3 1 8 16,-7 7 20 0,0 5 9-16,0 12 13 0,0 8 12 15,0 0 32-15,0 3-26 16,0 0-11-16,-7 0-3 16,2 0-3-16,0 0-1 15,-3 3 0-15,2-1 3 16,2 3-1-16,-1-2-2 15,3 0 1-15,0 0 0 16,2-3-1-16,0 0 2 16,0 0-3-16,0 0 2 15,0 0 0-15,0 0 3 16,0 0-4-16,0 0 3 16,0 0-3-16,0 0 0 15,0 0 0-15,0 0 0 0,0 0 0 16,0 0-2-16,0 0 1 15,0 0 1-15,0 0 1 16,0 0 1-16,0 0-2 16,0 0 0-16,0 0 0 15,0 0 0-15,0 0 0 16,0 0 0-16,0 0 1 16,0 0 0-16,0 0 2 15,0 0-2-15,0 0 4 16,0 0 8-16,0 0 24 15,0 0-1-15,0-13-21 16,0 1-15-16,0-3 3 16,0-1 0-16,0-2 2 0,0-5 18 15,0-1-4-15,0-2 5 16,-3 4-16-16,0 4 2 16,-1 3 8-16,1 7 3 15,1 2-10-15,2 3 9 16,-1 3-13-16,1 0-1 15,0 0-2-15,0 0-2 16,0 0-2-16,0 9-1 16,0 21-7-16,0 18 6 15,0 8 2-15,0 4 8 16,0-9-1-16,0-5-6 16,6-10 2-16,3-8 0 0,1-7-2 15,3-7-1-15,4-8-2 16,5-5-5-16,6-1-51 15,2-2-109-15,-3-15-119 16,-11-6-278-16</inkml:trace>
  <inkml:trace contextRef="#ctx0" brushRef="#br1" timeOffset="124442.24">12710 10006 1125 0,'0'0'65'0,"0"0"-65"15,0 0-10-15,0 0 10 0,0 0 10 16,133-22-9 0,-83 7-1-16,-8-3-15 0,-11 0 11 15,-10 3 4-15,-11 2 4 16,-10 1 12-16,0 1 27 16,0-2-5-16,0 1-16 15,-5 3-1-15,0 1 17 16,3 7 25-16,2 1-23 15,0 7-40-15,0 26 2 16,0 17-2-16,0 12 52 16,3 4-3-16,7-3-23 15,2-3-7-15,3-6-8 16,3-6-9-16,-1-10 0 0,-4-8 3 16,-2-11-5-1,-5-6-2-15,-4-7-44 0,-2-2-132 16,0-2-48-16,0-1-193 15</inkml:trace>
  <inkml:trace contextRef="#ctx0" brushRef="#br1" timeOffset="124721.35">13035 10439 996 0,'0'0'278'15,"0"0"-269"-15,0 0 0 16,0 0 51-16,-31 80 17 15,31-61-46-15,0 0-23 16,0 0 1-16,0-3-8 0,0 2 4 16,0-2-2-16,0 1-1 15,0 3 2-15,-2-1-4 16,-2-1 0-16,1-2 2 16,2-4-2-16,1-7 1 15,0 1-1-15,0-2-1 16,0-3-8-16,0-1-65 15,0 2 12-15,0-2-15 16,0 0-83-16,0-13-88 16,1-11-258-16</inkml:trace>
  <inkml:trace contextRef="#ctx0" brushRef="#br1" timeOffset="124968.23">12990 10145 1274 0,'0'0'106'16,"0"0"-93"-16,14-92 35 16,16 83 2-16,6 9-27 15,5 0-12-15,-5 13 3 16,-7 17 4-16,-11 10-5 16,-8 7 5-16,-8 0-10 15,-2-1 5-15,0-4-10 16,-14-7-2-16,-6-5-2 15,-2-9 0-15,3-9-105 0,3-12-62 16,10-4-155-16,6-30-242 16</inkml:trace>
  <inkml:trace contextRef="#ctx0" brushRef="#br1" timeOffset="125806.8">13186 9754 783 0,'0'0'246'16,"0"0"-128"-16,0 0 13 15,0 0-27-15,0 0-76 16,0 0-26-16,8 34 6 16,-1 28 60-16,1 3-41 15,2-1-10-15,2-10 12 16,1-8-22-16,3-5 4 16,1-10-10-16,0-9 0 0,-2-10-1 15,1-8 2-15,0-4-2 16,1 0 0-16,3-12-22 15,0-14-22-15,-5-3-17 16,-3-2 14-16,-4 1 25 16,-3 6 12-16,0 7 10 15,-2 7 0-15,2 6-6 16,4 4-1-16,2 1-1 16,6 16 8-16,2 3 8 15,-3 2-6-15,-3 0 4 16,-2-1-2-16,-3-3 0 15,-3-2 6-15,-1-8-4 16,-1-3-4-16,-2-5 0 0,2 0 3 16,-3 0 6-1,3 0-1-15,0-15-1 0,4-8-9 16,1-5-38-16,-2 2 28 16,5 6-17-16,-1 4 6 15,0 4 17-15,1 5 2 16,-1 1-6-16,-1 1 8 15,-1 5 0-15,0 0 0 16,4 2 0-16,-2 15 6 16,2 6 15-16,-2 0-7 15,-2-1-11-15,1-2 0 16,-5-5 0-16,2-2 3 16,-5-2 0-16,-1-4-6 0,0-1 4 15,0-1 8 1,-3-2 0-16,-11 0 10 0,1-3 5 15,-2 0-8-15,4 0 8 16,-1-14-12-16,-2-9-8 16,1-9 2-16,7-10-7 15,2-8 1-15,4-3 7 16,0 1 18-16,20 5-8 16,7 8-16-16,5 9 5 15,-1 9-6-15,1 12-1 16,-2 9-1-16,0 1 2 15,-3 35 0-15,-3 17 16 0,-6 14 7 16,-4 12 22 0,-8 5-9-16,-5 0-22 0,-1-1 2 15,0-8-16-15,0-11 2 16,3-17-5-16,0-15-4 16,0-14 3-16,7-10-52 15,3-8-132-15,7-11-72 16,4-22-309-16</inkml:trace>
  <inkml:trace contextRef="#ctx0" brushRef="#br1" timeOffset="126123.34">14327 9682 1410 0,'0'0'163'0,"0"0"-163"15,0 0 12-15,0 0-5 16,0 0 38-16,135-58-38 16,-84 46-1-16,-14 4-4 15,-15 3-2-15,-11 4 3 16,-7 0-2-16,-4 1 1 16,0 0 2-16,0 8-4 15,5 22 1-15,1 17 14 16,0 16-1-16,-3 11-4 15,-3 5 4-15,0 5 5 16,-5-6-19-16,-10-7 0 0,0-8-1 16,-1-10-97-1,2-18-164-15,-5-16-434 0</inkml:trace>
  <inkml:trace contextRef="#ctx0" brushRef="#br1" timeOffset="127622.97">14814 9407 806 0,'0'0'103'16,"0"0"-82"-16,0 0 68 16,0 0-57-16,0 0-8 15,0 0 108-15,127 103-16 16,-72-41-56-16,-6 11-13 15,-17 5 15-15,-19 5-18 16,-13 8-24-16,-32 3-9 0,-35 6-3 16,-30 3-8-16,-25 2-3 15,-22-5-104-15,-13-9-262 16</inkml:trace>
  <inkml:trace contextRef="#ctx0" brushRef="#br1" timeOffset="135204.34">7576 11624 306 0,'0'0'175'15,"0"0"-94"-15,0 0-7 16,0 0 48-16,-13-77-47 0,8 64 96 16,0 2-70-1,2 5-7-15,-1 2 19 0,1 3-41 16,3 1-9-16,0 0-29 15,0 0-20-15,0 0-14 16,0 0 0-16,2 0-5 16,15 0 5-16,3 0 7 15,5 5-7-15,3-5 6 16,-1 0-8-16,0 0 4 16,-5 3 0-16,-6-3-1 15,-2 0-1-15,-5 1 1 16,-4-1 1-16,-1 0-2 15,-3 3 2-15,-1 3-2 16,6 11 0-16,2 9 1 0,2 13 15 16,2 10 1-16,-4 8-11 15,-1 4-5-15,-2 2 4 16,-2-3-3-16,-3 0-2 16,0-9 0-16,0-1 0 15,0-4-2-15,-7-5-1 16,1-4-126-16,-1-8-51 15,4-15-145-15,3-14-195 16</inkml:trace>
  <inkml:trace contextRef="#ctx0" brushRef="#br1" timeOffset="135821.16">7991 11245 929 0,'0'0'182'0,"0"0"-132"15,0 0-38-15,0 0 27 0,0 0 12 16,13-79-32-16,6 79-11 16,-3 0-4-16,0 10 4 15,-6 10 2-15,-4 6 5 16,-6 4-1-16,0-2 0 16,0 4-2-16,-13-5-2 15,0-3-6-15,1-7 5 16,5-8-7-16,6-6 0 15,1-3-1-15,0 0-1 16,0 0 2-16,0 0 0 16,17 0 0-16,4-5 4 15,6-1-5-15,-2 6-1 16,-4 0-2-16,-4 15-5 16,-5 5 6-16,-5 5 1 15,-7 0-6-15,0 2 6 0,0-3 1 16,-5-4 4-16,-9-3 2 15,0-1 11-15,-5-5 21 16,-1-4 17-16,-3-1-10 16,-3-2-22-16,1-3-12 15,0 1-6-15,5-2 0 16,5 0-6-16,5 0 0 16,5 0 0-16,3 0-2 15,2 0-55-15,0 0-91 16,2 9-86-16,18 5 109 15,5-1-183-15,2 1-281 16</inkml:trace>
  <inkml:trace contextRef="#ctx0" brushRef="#br1" timeOffset="136045.85">8182 11858 1033 0,'0'0'262'16,"0"0"-225"-16,0 0-35 15,0 0 16-15,0 0 16 16,117-24-6-16,-66 18-16 16,1 3-11-16,0-3-1 0,0 5-58 15,-5-5-252-15,-8-2-411 16</inkml:trace>
  <inkml:trace contextRef="#ctx0" brushRef="#br1" timeOffset="138553.18">12055 638 695 0,'0'0'229'16,"0"0"-175"-16,0 0 6 15,0 0 69-15,0 0-10 16,0 0-29-16,0 0-37 0,0 0-25 15,-5-29-13 1,14 29-10-16,16 0 1 16,10 0-1-16,7 0-4 0,1 0 3 15,-3 0-2-15,-5 0-1 16,-9 0-1-16,-8 3 0 16,-7-1 3-16,-5 1-3 15,-5-2-1-15,-1 1 1 16,0-2 2-16,0 1 6 15,0 5 11-15,0 10-10 16,-7 13-7-16,-4 11 3 16,1 8-3-16,-2 4-1 15,2 1-1-15,4-4 0 16,-1-2 0-16,4-6-1 16,3-4-100-16,0-9-22 0,0-8-73 15,11-13-143-15,4-7-263 16</inkml:trace>
  <inkml:trace contextRef="#ctx0" brushRef="#br1" timeOffset="139021.25">12396 442 1135 0,'0'0'154'0,"0"0"-144"0,0 0 1 15,4-89 21 1,14 77 11-16,5 4-41 0,6 8 1 16,1 0-3-1,-5 5-5-15,-5 15 1 0,-8 2-1 16,-9 2 1-16,-3 1 0 16,0-1 4-16,-8 0 6 15,-6-3-2-15,1-8 0 16,7-6-1-16,4-3 1 15,2-4-1-15,0 0-3 16,0 0-7-16,14 0 7 16,7 1 6-16,7 5-6 15,1 5 3-15,-3 2-3 16,-4 1 0-16,-7 2 0 0,-10 1-1 16,-5-3 1-1,0 2 11-15,-3 1 25 0,-17-3 27 16,-8 5 8-16,-9-3-27 15,-4-1-17-15,5-1-25 16,3-5 3-16,5-3-5 16,7-1-3-16,3-1-37 15,4 1-109-15,2 2-115 16,4 3-159-16,0 2-288 16</inkml:trace>
  <inkml:trace contextRef="#ctx0" brushRef="#br1" timeOffset="139267.04">12009 1176 317 0,'0'0'994'0,"0"0"-916"16,0 0-66-16,0 0-12 15,118-12 36-15,-51 3 13 16,5 2-25-16,2 0-17 16,-2 1-4-16,-7 3-2 15,-11 0-1-15,-9 0-31 16,-11 3-136-16,-15-2-112 16,-19 1-277-16</inkml:trace>
  <inkml:trace contextRef="#ctx0" brushRef="#br1" timeOffset="139554.09">12258 1271 945 0,'0'0'323'16,"0"0"-299"-16,0 0-19 16,0 0-1-16,0 0 22 15,0 0 8-15,75 0 0 16,-47 7 2-16,-1 4-12 15,0 7-3-15,-1 8 6 0,-4 7-4 16,-6 6 9-16,-6 7-5 16,-6 1-10-16,-4 0-4 15,0-1-10-15,0-4 0 16,-11-5-3-16,-3-6-4 16,4-7-88-16,9-11-122 15,1-13-179-15,0-1-500 16</inkml:trace>
  <inkml:trace contextRef="#ctx0" brushRef="#br1" timeOffset="139762.23">12921 917 1505 0,'0'0'97'0,"0"0"-97"16,0 0-33-16,0 0 33 16,0 0 4-16,89 9-3 15,-32-3-1-15,-2-1-38 16,-11-3-192-16,-19-2-280 16</inkml:trace>
  <inkml:trace contextRef="#ctx0" brushRef="#br1" timeOffset="139903.81">12935 1133 1089 0,'0'0'236'0,"0"0"-236"15,0 0-59-15,107-25 59 16,-35 3 0-16,8-7-169 16,2-2-287-16</inkml:trace>
  <inkml:trace contextRef="#ctx0" brushRef="#br1" timeOffset="140220.22">13478 740 1157 0,'0'0'187'16,"0"0"-187"-16,0 0 6 0,0 0-6 15,0 0 3 1,0 0 8-16,94 1 9 0,-47 3 9 15,-4-4-7-15,-8 0-4 16,-9 0-4-16,-12 0-12 16,-5 0 17-16,-9 0 17 15,0 0-11-15,0 0-7 16,0 9-13-16,0 10-4 16,1 11 7-16,1 10 6 15,-2 9-5-15,0 5-5 16,0-1-3-16,0-2 1 15,0-5-2-15,0-5-77 16,0-12-131-16,0-13-215 16</inkml:trace>
  <inkml:trace contextRef="#ctx0" brushRef="#br1" timeOffset="140556.1">13809 490 1240 0,'0'0'230'0,"0"0"-224"15,0 0-5-15,90-37 1 16,-49 37 11-16,-9 0-11 0,-9 8-2 16,-8 13 0-1,-15 8-13-15,0 7 13 0,-22 6 5 16,-13 0 3-16,-2-6 4 15,10-11 12-15,11-13 31 16,11-9-8-16,5-3-16 16,0 0-4-16,0 0-10 15,25 0-12-15,19-8 6 16,15-8-3-16,17-4-6 16,3 0-2-16,-1-1-4 15,0 6-59-15,-1 5-119 16,-8 4-160-16,-17 6-699 15</inkml:trace>
  <inkml:trace contextRef="#ctx0" brushRef="#br1" timeOffset="141689.04">8823 11586 693 0,'0'0'101'15,"0"0"-81"-15,0 0 132 16,0 0 21-16,0 0-59 15,0 0-72-15,0 0-28 16,-1 0-1-16,1 0-6 16,5 0-6-16,12 0 2 15,8 0 3-15,7 0 28 16,4 0-13-16,-1-1-16 16,1-7 1-16,-8-1-2 15,-6 5 1-15,-12 1-1 16,-7 3-4-16,-3 0 13 15,0 0 44-15,0 0-4 16,0 7-16-16,0 22-32 0,-6 14 15 16,-4 8 16-16,1 10-32 15,0-4 8-15,-1 3-5 16,4-6-6-16,-2-4-1 16,3-7 0-16,0-7-5 15,3-8-35-15,2-9-166 16,0-12-29-16,0-7-403 15</inkml:trace>
  <inkml:trace contextRef="#ctx0" brushRef="#br1" timeOffset="142053.76">9085 11239 1304 0,'0'0'118'0,"0"0"-118"16,0 0 1-16,0 0 5 15,101-65-1-15,-59 65-2 16,-7 4 0-16,-6 16-3 16,-11 4-2-16,-13 6 1 15,-5 3-1-15,-8-1 2 16,-19 1 13-16,-6 0 0 15,0-3-5-15,7-13-3 0,13-6 2 16,11-11 31-16,2 0 41 16,0 0-46-16,25-4-32 15,14-9 11-15,13-5-9 16,6 1-3-16,6 2-3 16,-4 4-35-16,-3 1-93 15,-4 4-51-15,-13 2-247 16</inkml:trace>
  <inkml:trace contextRef="#ctx0" brushRef="#br1" timeOffset="142260.01">9698 11704 1602 0,'0'0'0'0,"0"0"-17"16,0 0 10-16,119-34 7 15,-56 24 0-15,4 3-155 16,-5 0-155-16,-18 1-386 16</inkml:trace>
  <inkml:trace contextRef="#ctx0" brushRef="#br1" timeOffset="142410.19">9760 11905 1379 0,'0'0'17'0,"0"0"-17"0,0 0-14 16,0 0 14-16,0 0 0 16,152-3-56-16,-63-20-188 15,1-5-244-15</inkml:trace>
  <inkml:trace contextRef="#ctx0" brushRef="#br1" timeOffset="142770.32">10537 11476 1252 0,'0'0'221'16,"0"0"-221"-16,0 0 4 15,0 0-4-15,0 0 15 16,0 0-8-16,122-11 7 16,-73 11-8-16,-2-2 2 15,-9-2-6-15,-6-1 3 16,-10 1-4-16,-9 0 2 16,-8 4 5-16,-5 0 13 15,0 0-12-15,0 6-3 16,0 20-3-16,0 9 53 15,0 16-22-15,0 6-21 0,0 3-7 16,0 3-3-16,-7-3-3 16,2-2 0-16,0-1 0 15,1-11-6-15,0-5-144 16,1-11-54-16,0-14-150 16,-3-12-481-16</inkml:trace>
  <inkml:trace contextRef="#ctx0" brushRef="#br1" timeOffset="143218.92">10892 11174 1299 0,'0'0'121'16,"0"0"-121"-16,0 0 3 15,0 0 0-15,0 0 2 16,92-51-3-16,-70 53-2 16,-7 17-2-16,-7 3-3 15,-5 1 1-15,-3 0 1 16,0-5 3-16,-1-1 8 16,-6-6 2-16,2-4-8 15,5-3-2-15,0-4 0 16,0 0-4-16,3 2 1 0,16-2 3 15,7 4 6-15,3-1-4 16,-1 1-2-16,0 4 5 16,-2 1-5-1,-8-2 0-15,-7 2 1 0,-7 5-1 16,-4 0 0-16,0 2 17 16,-17 4 18-16,-11 1-1 15,-3 1-18-15,-7-3-11 16,5-3-5-16,7-7 0 15,4-5-6-15,9-4-129 16,12 0-101-16,1-16-363 16</inkml:trace>
  <inkml:trace contextRef="#ctx0" brushRef="#br1" timeOffset="143520.65">11482 11055 1224 0,'0'0'202'15,"0"0"-183"-15,0 0-4 16,0 0 87-16,0 0-59 16,0 0-40-16,-80 117 28 0,62-33 23 15,6 9-32 1,5 12 3-16,7 7-2 0,0 6 0 15,0-7-16-15,17-7-3 16,8-14-4 0,8-10 0-16,6-9-6 0,-3-15-3 15,3-6-36-15,-4-18-79 16,1-13-93-16,3-19-81 16,-4-4-298-16</inkml:trace>
  <inkml:trace contextRef="#ctx0" brushRef="#br1" timeOffset="143820.69">11970 11144 1030 0,'0'0'185'16,"0"0"-163"-16,0 0-18 16,0 0-4-16,5 78 86 15,2-24 3-15,-2 6-59 16,2 4 28-16,-1-5-26 16,-1 2-22-16,2-7-3 15,-2-4-7-15,0-6 0 16,2-7-4-16,3-7-163 15,5-10-108-15,0-16-343 0</inkml:trace>
  <inkml:trace contextRef="#ctx0" brushRef="#br1" timeOffset="143987.51">12224 11537 850 0,'0'0'462'0,"0"0"-419"16,0 0-43-16,117-61 8 15,-66 51 5-15,-3 3-7 16,1 5-6-16,-1-3-4 16,2 1-88-16,1-1-160 15,-6-8-282-15</inkml:trace>
  <inkml:trace contextRef="#ctx0" brushRef="#br1" timeOffset="144202.54">12848 11108 1105 0,'0'0'182'16,"0"0"-134"-16,0 0 46 15,0 0-51-15,0 0-43 16,0 0 2-16,-10 74-2 16,11-15 11-16,8 0-10 15,-1 1-1-15,1-4 0 16,-3-3-2-16,-1-2-56 0,-5-5-96 15,0-7-186-15,0-7-288 16</inkml:trace>
  <inkml:trace contextRef="#ctx0" brushRef="#br1" timeOffset="144421.82">12669 11777 173 0,'0'0'1242'0,"0"0"-1190"16,0 0-41-16,0 0-11 16,0 0 59-16,131 0 5 15,-79 0-41-15,-3-2-11 0,-4-5-8 16,-4-2-4-16,-8 2-2 16,-7 2-89-16,-10 2-137 15,-9 3-165-15,-7 0-414 16</inkml:trace>
  <inkml:trace contextRef="#ctx0" brushRef="#br1" timeOffset="144736.59">12852 11896 1383 0,'0'0'141'15,"0"0"-140"-15,0 0 0 16,0 0 31-16,0 0-9 0,0 0-10 15,107-17 3-15,-78 17-4 16,-7 0-9-16,-7 0 2 16,-5 0-5-16,-3 3 3 15,-3 6 5-15,-3 2 9 16,1 9 1-16,-1 10 19 16,-1 7-14-16,0 4 8 15,0 1-21-15,0 0 1 16,0-3-8-16,0-9-3 15,0-2 0-15,0-9 0 16,0-3-7-16,2-5-76 16,9-8-86-16,5-3-118 0,2 0-252 15</inkml:trace>
  <inkml:trace contextRef="#ctx0" brushRef="#br1" timeOffset="145004.6">13277 11042 1180 0,'0'0'301'16,"0"0"-286"-16,0 0-13 15,0 0-2-15,94 83 10 16,-49 1 8-16,-4 12 9 0,-10 8 11 15,-16 0-18-15,-13 4 5 16,-2-5-12-16,-34-5-4 16,-15-1-9-16,-19-6 0 15,-15 1-29-15,-14-3-201 16,-8-6-316-16</inkml:trace>
  <inkml:trace contextRef="#ctx0" brushRef="#br1" timeOffset="153150.96">2661 11547 518 0,'0'0'204'0,"0"0"-168"16,0 0-19 0,0 0 42-16,0 0 23 0,0 0 5 15,0 0-35-15,-41-13-3 16,15 13-19-16,-4 0 26 15,-8 0-32-15,-7 13 15 16,-11 6-4-16,-4 5-9 16,-3 4 3-16,-2 2-5 15,1-1-5-15,5 5 16 16,1-1 8-16,3 2-26 16,8 5-2-16,6 3-10 15,7 7-1-15,10 6 2 16,9 9-5-16,10 11 4 15,5 6-1-15,5 5 0 0,24-1 1 16,12-13-1-16,13-13 1 16,9-5 6-16,8-8-10 15,4-7 6-15,2-10-6 16,0-10 1-16,2-3-1 16,-4-14 7-16,-8 1-7 15,-12-4 0-15,-13 0 0 16,-14 0 3-16,-10-7-1 15,-11 7 3-15,-4-4 2 16,-3 4 15-16,0-3 29 16,0-3-2-16,0 2-21 0,-3-6-9 15,-5 3-14 1,-1-3-4-16,1 3 1 0,0 1-3 16,2 2 0-16,2 1 1 15,2 3 2-15,2 0 0 16,0 0-1-16,0 0-2 15,0 0-1-15,0 0-2 16,0-3-1-16,0 3 1 16,0 0-6-16,0 0 4 15,0 0-27-15,2 0-61 16,2 16-28-16,-2 4-70 16,-2 4-35-16,0 0-207 15</inkml:trace>
  <inkml:trace contextRef="#ctx0" brushRef="#br1" timeOffset="154020.01">1253 13255 1026 0,'0'0'169'0,"0"0"-116"16,0 0 10-16,0 0 2 16,-14-91-19-16,32 76-30 15,2 10-12-15,0 3-4 16,-3 2 0-16,-2 2-1 15,-4 12-5-15,-4 7 3 16,-4 1 3-16,-3 8 0 16,0 4 14-16,-10 3-10 0,-8-3-4 15,0-8 10 1,-1-2-9-16,6-7 1 0,3-12 2 16,5 2-2-16,5-7 5 15,0 0-3-15,0 0-4 16,0 0-6-16,13-3-15 15,12-6 16-15,10 5 4 16,4 4 0-16,1 0-3 16,-5 17 1-16,-5 12-11 15,-6 6 10-15,-7 6-2 16,-10 2 2-16,-7 1 4 16,0-9 0-16,-4 2 14 15,-21-10 12-15,-5-1 40 16,-6-1 7-16,-4-6-13 0,0-5-20 15,5-5-20 1,5-7-14-16,8-2-1 0,11 0-2 16,1 0-3-16,6 0-2 15,2 0-50-15,2-8-70 16,0-9-88-16,14-10-197 16,8-6-127-16</inkml:trace>
  <inkml:trace contextRef="#ctx0" brushRef="#br1" timeOffset="154686.76">1671 12917 472 0,'0'0'743'0,"0"0"-713"16,0 0-29-16,0 0 3 16,0 0 46-16,0 0 13 15,0-3-25-15,0 3 29 16,0 0 0-16,-4 0-25 16,-8-5-20-16,-3 3-20 15,0-5 12-15,-1 3 8 0,2 1-10 16,2 0-6-1,2 0-6-15,1-1 2 0,5 1 0 16,-2 3 1-16,5 0-2 16,1 0-1-16,-2 0-4 15,2 0 2-15,0 0-3 16,-1 0-2-16,-1 3 1 16,-2 14-2-16,-1 7 8 15,2 2 2-15,-2-2-2 16,2-2 0-16,0-2 1 15,0-5-1-15,2-3 0 16,1-7-1-16,0-2 1 16,0-3-3-16,0 0-11 15,1 0-10-15,13 0 4 16,8 0 20-16,6-3-5 0,5-5 4 16,1 8-1-1,-3 0-6-15,-5 0-1 0,-6 0 5 16,-8 14 0-16,-6 3-3 15,-2-1 3-15,-4 2 2 16,0 2 2-16,-9 2 9 16,-9-4 0-16,-2-2 20 15,-4-1 0-15,4-6-10 16,5-5-7-16,4-1-11 16,4-3 5-16,2 0-6 0,1 0-2 15,3 0-125 1,1 0-75-16,0 0-164 0,10 0-289 15</inkml:trace>
  <inkml:trace contextRef="#ctx0" brushRef="#br1" timeOffset="154938.26">1901 13325 1152 0,'0'0'310'16,"0"0"-280"-16,0 0-8 15,0 0 34-15,0 0-21 0,0 0-32 16,65-36 7-16,-15 28-8 16,3 2-2-16,2 3-4 15,-4 3-17-15,-5 0-164 16,-2 0-55-16,-7-4-293 15</inkml:trace>
  <inkml:trace contextRef="#ctx0" brushRef="#br1" timeOffset="155850.19">2713 12887 791 0,'0'0'203'0,"0"0"-182"16,0 0 20-16,0 0 76 16,0 0-29-16,0 0-57 15,-42 22-23-15,26 22-1 16,0 14 36-16,5 9 10 16,3 7-21-16,8 5-14 15,0 6-5-15,0 7-4 0,13 6-6 16,3-4-3-1,3-13 1-15,0-14-4 0,-3-15-77 16,2-14-79-16,1-18-107 16,-1-20-237-16</inkml:trace>
  <inkml:trace contextRef="#ctx0" brushRef="#br1" timeOffset="156317.24">2911 13030 1030 0,'0'0'214'0,"0"0"-189"16,0 0-25-16,0 0-6 16,0 0 6-1,0 0 15-15,0 114 2 0,0-62 7 16,0-3-13-16,-3-2 0 15,0-7-4-15,0-4-3 16,-2-9-3-16,0-6 1 16,2-7 1-16,-1-8-2 15,4-6 1-15,0 0 1 16,0-8 11-16,0-25-14 16,0-16-4-16,9-12-14 0,-1 5 18 15,-2 1 3 1,0 8-2-16,-2 11 2 0,2 10 2 15,2 9-4-15,-1 6 0 16,-2 8 0-16,1 3 0 16,3 0-1-16,6 0-1 15,2 20 1-15,4 10 7 16,2 13 0-16,-2 4 1 16,-3 1-6-16,-3 8-1 15,1 2-1-15,-6 1-4 16,-3 9-102-16,-4-8-154 15,-3-10-245-15</inkml:trace>
  <inkml:trace contextRef="#ctx0" brushRef="#br1" timeOffset="156684.14">2957 13343 977 0,'0'0'229'16,"0"0"-229"-16,0 0 1 15,0 0-1-15,0 0 2 16,123-54 0-16,-67 37 0 16,6-3-1-16,-2-1 0 15,-5-1-1-15,-13 1-2 16,-12-2-30-16,-17 2 19 16,-9-1 13-16,-4 1 3 15,-2 1 4-15,-11 4 19 16,-2 2 21-16,1 6 19 0,4 2-20 15,2 6-20-15,3 0-3 16,3 0-23-16,1 20-12 16,-1 14 12-16,1 13 2 15,-3 3 6-15,4 1-3 16,0-1-2-16,0-3-2 16,13-1-1-16,2-5-3 15,4-12-60-15,3-12-118 16,1-17-164-16,0-9-246 15</inkml:trace>
  <inkml:trace contextRef="#ctx0" brushRef="#br1" timeOffset="156886.93">3501 13037 217 0,'0'0'906'0,"0"0"-788"15,0 0-81-15,0 0-22 16,0 0-13-16,0 0 8 15,-4 77 19-15,16-30 2 16,-1-1-19-16,3-1-8 16,-1-2-3-16,1-6-1 15,3-7-2-15,-3-6-109 16,5-11-114-16,0-13-261 16</inkml:trace>
  <inkml:trace contextRef="#ctx0" brushRef="#br1" timeOffset="157111.14">3883 12900 422 0,'0'0'989'16,"0"0"-965"-16,0 0-24 15,0 0 0-15,-23 104 4 16,23-54 3-16,1 1-2 15,11-1 0-15,0 0-4 16,-2-3-2-16,-5-1-5 16,0-3-143-16,-4-5-117 15,-1-9-192-15</inkml:trace>
  <inkml:trace contextRef="#ctx0" brushRef="#br1" timeOffset="157749.81">3877 13198 962 0,'0'0'276'0,"0"0"-252"0,0 0-18 16,0 0 1-16,0 0-2 15,88-73-2-15,-43 49-3 16,-3 1 2-16,-7-1-1 16,-12 4-1-16,-7-1 0 15,-10-1 0-15,-6 1 1 0,0 1-1 16,0 7 4-1,-5 2-2-15,-2 9 34 0,4 2 18 16,2 0-25-16,-1 9-29 16,2 19-4-16,0 13 4 15,0 5 5-15,3 1-2 16,6 0 3-16,-1-8 1 16,0-6-4-16,1-5 0 15,-1-12-2-15,-3-6 0 16,-1-6 1-16,-1-4-2 15,-2 0 5-15,1 0 5 16,5-7-1-16,3-19 5 16,2-12-14-16,2 5-17 15,2 3-32-15,-6 17 41 16,0 6 8-16,0 7-5 0,0 0-4 16,5 16 6-16,0 5-1 15,-1-2 4-15,0 3 3 16,4-6-2-16,-2-3-1 15,2-9 3-15,1-4-2 16,-1 0 1-16,-1-7 4 16,-5-10-2-16,-4-3 0 15,-5-4-2-15,-3-2 4 16,0-1 6-16,0 3 6 16,-7 11 13-16,3 3 2 0,-2 10 30 15,5 0-5 1,1 0-58-16,-2 20-11 0,2 17 11 15,0 6 1 1,0 5 0-16,9-6-1 0,9-4-3 16,5-2-69-16,2-9-94 15,0-9-114-15,1-12-303 16</inkml:trace>
  <inkml:trace contextRef="#ctx0" brushRef="#br1" timeOffset="158367.74">4661 13057 845 0,'0'0'475'0,"0"0"-425"0,0 0-45 16,0 0 3-16,0 0-1 16,0 0 1-16,93 14 9 15,-66 20 6-15,-5 3-3 16,-7 0-1-16,-4-2 9 15,-4-4-15-15,-5-4-6 16,-2-10 7-16,0-7-1 16,0-1-9-16,0-5 9 15,0-4-2-15,0 0 3 16,0 0-1-16,0-17 0 16,-6-10-13-16,0-12-24 15,6 4 11-15,0-1 6 0,10 5-4 16,10 7 6-16,4 8-7 15,-3 7 1-15,0 9 10 16,-3 0-1-16,-1 17-8 16,-2 10 5-16,1 0 4 15,0 3-1-15,-6-8 2 16,-1-2 2-16,-3-2 0 16,-2-6 1-16,-1-8-2 15,-2-1-1-15,-1-3 2 16,2 0-1-16,-2 0 9 15,0-3 3-15,1-21-6 16,1-11-7-16,3-6-1 16,3 0-1-16,4 8 2 15,2 12-1-15,-4 6 1 16,-3 10 1-16,0 5 0 0,4 0-1 16,0 20 2-16,5 7 0 15,-2 6 19-15,0 2-15 16,1-2 2-16,0-3-7 15,0-3-2-15,2-10 1 16,1-4-81-16,2-10-106 16,0-3-143-16,2-10-204 15</inkml:trace>
  <inkml:trace contextRef="#ctx0" brushRef="#br1" timeOffset="158716.68">5328 13016 582 0,'0'0'318'0,"0"0"-122"0,0 0-88 15,0 0-92-15,0 0 1 16,0 0 36-16,-15 98-13 16,21-65-6-16,6-6-18 15,0-7-14-15,1-5 5 16,1-10-3-16,2-1 1 16,1-4 0-16,5 0-1 15,-3-11-2-15,-5-8-2 16,-1-5-18-16,-6-5 16 15,-3-1 0-15,-3-1-1 16,-1 11 3-16,0 6 1 16,0 8 32-16,0 6 29 15,0 0-24-15,0 6-38 0,0 15-3 16,0 5 3 0,7 5 2-16,0-5 0 0,1 1-2 15,3-8 0-15,1-2-2 16,2-10-54-16,4-3-56 15,2-4-117-15,0-4-110 16,2-14-169-16</inkml:trace>
  <inkml:trace contextRef="#ctx0" brushRef="#br1" timeOffset="159167.98">5657 12871 817 0,'0'0'203'0,"0"0"-72"15,0 0 27-15,0 0-68 16,0 0-53-16,0 0-29 16,-9-15-8-16,9 25 0 15,0 14 0-15,0 6 4 16,0 8 3-16,3 4 5 16,1-2 18-16,3 1-10 15,2-4-18-15,1-11 0 16,2-2 1-16,-1-4-2 15,-1-10 1-15,0-3-1 16,0-7-1-16,2 0-3 16,0 0-9-16,1-11-13 0,0-9-7 15,-3-2 7 1,0-5-4-16,-4 0 7 0,-2 0 16 16,-4 1 3-16,0 5 2 15,0 1 1-15,0 7 3 16,0 5 8-16,0 5 36 15,0 3 22-15,0 0-35 16,0 0-26-16,0 0-8 16,0 0-5-16,0 16 0 15,-1 6 4-15,1 0 2 16,0 3-1-16,0 0 0 16,0-1-2-16,0 4-117 0,4-5-64 15,0-3-251 1</inkml:trace>
  <inkml:trace contextRef="#ctx0" brushRef="#br1" timeOffset="159568.42">5771 13065 916 0,'0'0'170'0,"0"0"-163"15,0 0-2-15,0 0 0 16,0 0 3-16,0 0-7 15,110-34-1-15,-71 24 0 16,-4 0-19-16,-2-7-6 16,-10 0 16-16,-7 1 9 15,-9-1 5-15,-7-1 0 0,0 5 8 16,0-4 33-16,-6 4 1 16,-4 3-2-16,-1 3 0 15,6 1 4-15,0 6-14 16,1 0-6-16,4 0-11 15,0 23-18-15,0 14 1 16,0 13 7-16,4 7 7 16,9 6 21-16,1 2 12 15,-1 2-20-15,-1 3-13 16,1 6-9-16,-5 2-5 16,-3 6-1-16,-5-6-2 15,0-12-67-15,0-15-110 0,-10-21-174 16,0-16-448-1</inkml:trace>
  <inkml:trace contextRef="#ctx0" brushRef="#br1" timeOffset="159803.66">5953 13074 1165 0,'0'0'98'0,"0"0"-75"16,62-91 29-16,-24 78 5 15,1 10-28-15,-4 3-16 16,-8 13-11-16,-7 11-2 16,-10 6 1-16,-5 3-1 0,-5 1 14 15,0 0-10-15,0-5-1 16,0-8-3-16,-2-8-22 16,2-6-106-16,0-7-58 15,15-17 0-15,7-16-74 16,-4-11-75-16</inkml:trace>
  <inkml:trace contextRef="#ctx0" brushRef="#br1" timeOffset="160382.29">6263 12920 352 0,'0'0'285'16,"0"0"-5"-16,0 0-82 15,0 0-43-15,0 0-55 16,0 0-67-16,-18-33-27 16,15 63 2-16,2 3 19 15,1 4-13-15,0-6-3 16,0-1-5-16,11-7-6 0,6-3 0 15,0-6 0 1,3-8-11-16,0-6 6 0,2 0-41 16,0-3-6-16,-4-14-4 15,-3 0 18-15,-3 4-4 16,-2 0 0-16,-3 8 19 16,-1 2-8-16,-2 3 20 15,-3 0 11-15,2 0 0 16,0 11 11-16,1 3 8 15,1 2 5-15,0-6-6 16,2 2-2-16,0-4-9 16,-1-1 1-16,1-5-2 15,-3 0-2-15,2-2 4 0,-3 0-3 16,1 0 33-16,1-11 6 16,-2-2-16-16,4-4-9 15,-3 3-16-15,2 4 1 16,-2 1 1-16,3-2-4 15,2 4-1-15,1-5-1 16,2 5-4-16,-2 3 5 16,0 4-1-16,1 0-1 15,3 0-1-15,-1 11-2 16,2 5 5-16,2 4 12 16,-2 0 3-16,-3-3 0 15,-6-5 7-15,-2-7-6 16,-4 1 14-16,0 0 5 15,-19-1 12-15,-6-3-11 0,-5 2-25 16,3-4-5-16,4 0-6 16,2-13-3-16,7-14-94 15,7-7-127-15,7-2-238 16</inkml:trace>
  <inkml:trace contextRef="#ctx0" brushRef="#br1" timeOffset="160768.7">6951 13018 601 0,'0'0'307'16,"0"0"-296"-16,0 0-8 0,0 0 83 16,0 0 90-16,0 0-72 15,-1 9-25-15,-9-9 11 16,-4-9-56-16,-1-13-13 15,2-3 5-15,4-6-7 16,5-5-9-16,4 3 1 16,0 5-6-16,1 7-5 15,15 5-5-15,8 3 4 16,1 9-1-16,4 4 0 16,-1 4 2-16,-1 22-4 15,-5 9 4-15,-2 11 4 16,-5 7 8-16,-5 5 11 0,-2 5 1 15,-5-2 12 1,-3 0-23-16,0-2-7 0,0-2-4 16,-8-1-2-16,2-8-3 15,2-8-90-15,4-10-99 16,0-17-109-16,0-13-272 16</inkml:trace>
  <inkml:trace contextRef="#ctx0" brushRef="#br1" timeOffset="161433.26">7349 12967 450 0,'0'0'346'0,"0"0"-220"0,0 0-7 16,0 0 37-16,0 0-50 15,12-94-38-15,16 77-23 16,6 7-22-16,-2 3-11 16,-1 1-6-16,-6 6-5 15,-8 0-1-15,-7 3-7 16,-5 10 3-16,-5 4 4 15,0 7 0-15,-5 3 8 16,-16 0-3-16,-7 3 10 16,0-4-6-16,3-5-7 0,9-5 2 15,7-8-4 1,8-5 0-16,1-3-1 0,4 0 1 16,25 0 1-16,7 0 4 15,8-8-5-15,-5 8-1 16,-6 0 1-16,-4 0 1 15,-8 17-1-15,-7 4 0 16,-4 4 8-16,-9 3 19 16,-1-1 21-16,0-4-10 15,-10 1-4-15,-7-4-14 16,-5-3-5-16,-1-1-10 16,0-6-5-16,1-6-3 15,0-4-100-15,5-4-150 16,3-25-290-16</inkml:trace>
  <inkml:trace contextRef="#ctx0" brushRef="#br1" timeOffset="161649.01">7667 12686 726 0,'0'0'305'0,"0"0"-258"16,100 120 19-16,-56-63 14 15,-6 4 5-15,-10 2 15 16,-11 4-30-16,-17 1-22 16,-3 0-18-16,-34 4-11 15,-18-2-13-15,-13 4-3 16,-11-3-3-16,-8-5-108 0,-3-16-326 16</inkml:trace>
  <inkml:trace contextRef="#ctx0" brushRef="#br1" timeOffset="162343.92">8479 13127 1016 0,'0'0'342'15,"0"0"-317"-15,0 0-18 16,0 0-7-16,111-5 0 15,-68 5 4-15,5-4-4 16,1 0-3-16,-2 1-157 16,-14-3-262-16</inkml:trace>
  <inkml:trace contextRef="#ctx0" brushRef="#br1" timeOffset="162503.31">8505 13336 1344 0,'0'0'150'0,"0"0"-150"16,0 0-113-16,95 16 113 16,-24-16 0-16,20 0-16 15,12-11-151-15,1-11-120 16,-7 1-298-16</inkml:trace>
  <inkml:trace contextRef="#ctx0" brushRef="#br1" timeOffset="162999.17">9444 13045 1220 0,'0'0'191'0,"0"0"-164"16,0 0-24-16,0 0 57 15,0 0 15-15,1-84-42 16,38 73-32-16,8 1 1 15,-2 7-2-15,-5 3-1 16,-10 0-3-16,-11 7 3 0,-7 7-6 16,-9 5-1-1,-3 4 7-15,0 4 0 16,-17 7 1-16,-11 0 6 0,-4-4-6 16,5-8 3-16,12-8-3 15,8-10 1-15,7-4-3 16,0 0 1-16,12-4-29 15,15-5 19-15,12-1 11 16,4 2 3-16,2 5-3 16,-2 3 0-16,-4 4-1 15,-9 19-1-15,-9 4 0 16,-7 6 0-16,-11 4 2 16,-3 0 6-16,-7-3 13 15,-20 2 0-15,-11 1 22 16,-5-3 9-16,-4-7-25 0,4-7-14 15,7-10-11-15,13-7 3 16,7-3-1-16,4-13-2 16,8-15-122-16,4-12-185 15,0-7-268-15</inkml:trace>
  <inkml:trace contextRef="#ctx0" brushRef="#br1" timeOffset="163417.26">9849 12625 1119 0,'0'0'143'0,"0"0"-128"15,0 0-12-15,0 0 17 16,0 0 8-16,0 0-28 15,0-9 0-15,0 15 0 16,0 8 2-16,0-1 0 16,0 4-2-16,0-4 0 15,0 1 0-15,0-1 1 16,3 1-1-16,7 1 1 16,5-4 0-16,5-4 4 15,8-1 1-15,6 0-3 16,5-4 9-16,-3 1-9 0,-3-3 6 15,-9 3 22-15,-9-3 18 16,-10 0-9-16,-5 3-27 16,0 1 7-16,-5 9 16 15,-24 3-15-15,-14 5 25 16,-10 2-30-16,1-9-14 16,2-5-2-16,8-5-10 15,7-4-228-15,5-20-260 16</inkml:trace>
  <inkml:trace contextRef="#ctx0" brushRef="#br1" timeOffset="163574.9">10122 12615 1296 0,'0'0'304'0,"0"0"-304"16,0 0-2-16,0 0 2 15,0 0 0-15,0 0-5 16,68 16-13-16,-45 5-147 15,-3-1-142-15,-10 1-444 16</inkml:trace>
  <inkml:trace contextRef="#ctx0" brushRef="#br1" timeOffset="163874.95">10219 13101 1005 0,'0'0'266'0,"0"0"-234"16,0 0-7-16,88-27 113 15,-43 20-47-15,7 5-56 16,3 2-30-16,-3 0-2 16,-9 0-3-16,-8 0-1 15,-6 0-112-15,-11 0-171 0,-13 0-394 16</inkml:trace>
  <inkml:trace contextRef="#ctx0" brushRef="#br1" timeOffset="167249.07">10915 12987 397 0,'0'0'632'0,"0"0"-550"16,0 0-70-16,0 0 27 15,0 0 79-15,0 0-44 16,-40-83-54-16,65 69-4 16,10 7-16-16,2 0 1 15,-2 7 1-15,-7 0-2 16,-8 11-1-16,-8 11 0 15,-6 9 1-15,-6 0 3 16,0 2 5-16,-19 0 1 16,-4 1 2-16,-5-7-8 15,2-5 4-15,4-7-1 16,8-6-6-16,5-6 6 16,9-3-1-16,0 0 2 15,0 0-1-15,13-9-4 16,11-7 2-16,9-5-4 15,3 10-1-15,2 5 0 0,-5 6-1 16,-1 0 0-16,-5 7 2 16,-7 16-5-16,-7 1 1 15,-8 6 4-15,-5-2 3 16,0 1 9-16,-8-2 9 16,-16-4 19-16,-2 0 0 15,-6-5-9-15,-3-2 0 16,-1-5-9-16,3-5-1 15,3 0-11-15,5-6-4 16,2 0-5-16,8 0-1 16,8 0-19-16,7-6-83 15,2-11-110-15,22-7-216 0,7-6-85 16</inkml:trace>
  <inkml:trace contextRef="#ctx0" brushRef="#br1" timeOffset="167647.95">11236 12565 757 0,'0'0'453'0,"0"0"-388"0,0 0-55 15,0 0 3-15,0 0 10 16,0 0-15-16,22-3-7 15,-7 33 18-15,2 3-3 16,1 0-13-16,-1-5 1 16,0-8-3-16,-3-7 0 15,0-9 3-15,0-4-4 16,-4 0 3-16,-6-3 7 16,0-11-7-16,-4-10 3 15,0 0-6-15,0 2 6 16,0 5-1-16,0 10-1 15,0 3 10-15,0 4-5 16,0 4-9-16,0 20-26 16,0 15 23-16,0 12 6 0,0 7-6 15,3-3-45 1,10-4-77-16,2-4-107 0,2-7-165 16</inkml:trace>
  <inkml:trace contextRef="#ctx0" brushRef="#br1" timeOffset="167828.98">11653 12983 1260 0,'0'0'59'0,"0"0"-56"15,108-19-3-15,-46 11 6 0,2 2-6 16,-1 0-2-1,-8 6-131-15,-13 0-207 0,-20 0-434 16</inkml:trace>
  <inkml:trace contextRef="#ctx0" brushRef="#br1" timeOffset="167984.89">11681 13209 958 0,'0'0'512'16,"0"0"-512"-16,0 0-71 15,0 0 71-15,90 3 8 16,-20-3-8-16,15-3-10 0,5-10-151 16,-7-4-126-1,-10-1-380-15</inkml:trace>
  <inkml:trace contextRef="#ctx0" brushRef="#br1" timeOffset="168582.48">12686 12904 1164 0,'0'0'124'0,"0"0"-113"16,0 0 2-16,0 0 1 15,100-50 4-15,-53 50-9 16,0 0-8-16,-10 2 0 16,-12 13-1-16,-12 7-4 15,-12 2 4-15,-1 3-1 16,-13 0 1-16,-17 4 10 15,-7-2-9-15,-3-6 2 16,4-3 1-16,7-10 2 16,13-3 1-16,10-7-3 0,6 0 5 15,0 0 10-15,19-4-19 16,14-9 8-16,9 4-8 16,5 1-2-16,-4 8 1 15,-4 0-1-15,-7 3-4 16,-8 15 6-16,-3 5-3 15,-11 7-1-15,-9 0 4 16,-1 5 16-16,-7-2 17 16,-16-4 22-16,-5 2-4 15,-6-8-3-15,-3 1-10 16,1-4-13-16,0-5-8 16,8-7-10-16,8-3-2 15,9-5-2-15,1 0-3 16,8-11-8-16,2-16-184 0,2-14-141 15,19-2-332-15</inkml:trace>
  <inkml:trace contextRef="#ctx0" brushRef="#br1" timeOffset="169231.23">13453 12592 616 0,'0'0'591'16,"0"0"-548"-16,0 0-39 16,0 0 30-16,0 0 65 15,0 0-33-15,0-8-40 16,-11 8 3-16,-12 8 31 15,-5 3-22-15,-7-2-12 16,-2 1-4-16,2-1-4 16,2-1-1-16,3-2-11 15,5-2-6-15,6-1 5 16,8 0-5-16,5-3 0 16,6 0 2-16,0 0-1 15,0 0-2-15,0 0 1 0,0 0-1 16,0 0 0-16,0 0 2 15,0 0 0-15,0 7-1 16,0 0-6-16,-3 10 6 16,-4 3 0-16,3 4 1 15,-2-8-1-15,5-3 0 16,1-7 2-16,0-1-2 16,0-5-3-16,0 0-1 15,5 0-10-15,14 0 14 16,7 0 6-16,9 0-4 15,5 0 4-15,2 3-6 16,-2 4-1-16,-5 6 1 16,-10 0 0-16,-9 0-1 0,-12 4-4 15,-4-4 5 1,0 4 1-16,-8 0 1 0,-16-3 5 16,-6 3 4-16,-5-5-2 15,-1 2-6-15,-1-7 0 16,6-4-2-16,7-3-2 15,5 0-10-15,7 0-128 16,8-13-107-16,4-10-217 16,6-4-380-16</inkml:trace>
  <inkml:trace contextRef="#ctx0" brushRef="#br1" timeOffset="169514.36">13746 12521 1278 0,'0'0'131'0,"0"0"-121"16,0 0 1-16,0 0 46 16,0 0-27-16,-52 94 15 15,40-20-21-15,2 10 21 16,2 10-6-16,1 6-9 15,2 0-18-15,5-3-5 16,0-9-3-16,5-4-3 16,15-8-2-16,5-12-1 15,0-17-52-15,2-17-102 0,1-16-42 16,-1-14-304-16</inkml:trace>
  <inkml:trace contextRef="#ctx0" brushRef="#br1" timeOffset="170551.16">14174 12622 697 0,'0'0'105'0,"0"0"-105"16,0 0 4-16,0 0 8 15,0 0 45-15,0 0-33 16,-30-14-11-16,30 14 29 16,0 0 57-16,0 0-4 0,0 0-27 15,0 0-9-15,0 0-12 16,0 0-15-16,0 0-16 16,0 0-14-16,0 0 7 15,0 0 0-15,0 0-1 16,0 0 12-16,0 0 10 15,0 0 4-15,0 0 2 16,0 0-8-16,0 0-3 16,0 0-5-16,0 0-7 15,0 0-5-15,0 0-5 16,0 0 4-16,0 0-6 16,0 0-1-16,0 0 3 15,0 0 4-15,0 0-7 16,0 0 8-16,0 0-2 0,0 0 1 15,0 0-2-15,0 0-2 16,0 0 8-16,0 0-1 16,-2 0-2-16,2 0-2 15,0 0-2-15,0 0 0 16,0 0-1-16,0 0-2 16,0 0-1-16,0 0 6 15,0 0-6-15,0 0 7 16,0 0-2-16,0 0 2 15,0 0 0-15,0 0-6 16,0 0 2-16,0 0-2 0,0 0 0 16,0 0-1-1,0 0 3-15,0 0-2 0,0 0-1 16,0 0 2-16,0 0-2 16,0 0 0-16,0 0 0 15,0 0 0-15,0 0 0 16,0 0 1-16,0 0-1 15,0 0 0-15,0 0 0 16,0 0 3-16,0 0-1 16,0 0 1-16,0 0 4 15,0 0 0-15,0 0 7 16,0 0-11-16,0 0 11 16,0 0-9-16,0 0 0 0,0 0-1 15,0 0 0 1,0 0-3-16,0 0-2 0,0 0-6 15,0 17-1-15,0 13 1 16,0 14 7-16,2 10 0 16,5-5 0-16,-1 2 0 15,2-11 0-15,-3-2 0 16,0-5-1-16,-1-10 1 16,-1-3-3-16,1-9-33 15,4-5-128-15,4-6-149 16,2-8-251-16</inkml:trace>
  <inkml:trace contextRef="#ctx0" brushRef="#br1" timeOffset="170736.74">14361 12800 1361 0,'0'0'144'0,"0"0"-144"16,0 0 0-16,0 0 10 15,118 6 4-15,-67-6-6 16,-1 0-6-16,0 0-2 16,0-4-40-16,-3-12-202 15,-4-3-257-15</inkml:trace>
  <inkml:trace contextRef="#ctx0" brushRef="#br1" timeOffset="170963.81">14896 12437 1231 0,'0'0'180'0,"0"0"-165"15,0 0-15-15,0 0 27 16,0 0-15-16,0 0 7 16,-7 99 3-16,17-51-11 15,-3 4-10-15,-2-2 5 16,0-1-10-16,-5-6 4 15,0 1-83-15,0-3-95 16,-1-7-211-16,-18-5-318 0</inkml:trace>
  <inkml:trace contextRef="#ctx0" brushRef="#br1" timeOffset="171141">14685 13074 1259 0,'0'0'228'0,"0"0"-220"15,0 0-4-15,0 0 15 16,0 0 19-16,131-43-23 16,-77 30-13-16,-5 2 0 15,-4 4-2-15,-8 1-38 16,-10 3-190-16,-13 3-101 16,-14 0-232-16</inkml:trace>
  <inkml:trace contextRef="#ctx0" brushRef="#br1" timeOffset="171532.83">14874 13149 1145 0,'0'0'336'16,"0"0"-323"-16,0 0-11 15,0 0 32-15,0 0-15 16,0 0-3-16,62 19-7 16,-38-8 1-16,-8 0-6 15,-2 0 1-15,-8 6-4 16,-4-4 0-16,-2 4-1 15,-4 3 4-15,-17-3 2 0,-4 6-2 16,3-6-3 0,9-6 3-16,8-6-4 0,5-3-1 15,1-2-5-15,26 0 1 16,10 0 5-16,5 0 5 16,1 0-2-16,-4 0-2 15,-11 3 0-15,-8 3 0 16,-10 4 0-16,-7 1 0 15,-3 6 33-15,-9 5 24 16,-21 5 4-16,-15 3-24 16,-11 5-25-16,-2-5-3 15,1-8-9-15,5-8-1 16,9-7 0-16,9-7-21 16,7-21-98-16,12-25-143 15,10-25-394-15</inkml:trace>
  <inkml:trace contextRef="#ctx0" brushRef="#br1" timeOffset="171797.25">15130 12568 575 0,'0'0'920'0,"0"0"-908"16,0 0-4-16,0 0-8 15,135 14 20-15,-73 32 17 16,-1 19 6-16,-8 12-20 0,-16 9-2 16,-19 5 12-1,-18 5-11-15,-10-1-5 0,-42 5-14 16,-20 5-2 0,-16 4-2-16,-11 9-80 0,-8-11-249 15,-12-14-550-15</inkml:trace>
  <inkml:trace contextRef="#ctx0" brushRef="#br1" timeOffset="183244.83">17513 5198 1150 0,'0'0'37'0,"0"0"-33"16,0 0 10 0,0 0 27-16,0 0-13 0,-77 76-25 15,75 2 1 1,2 13 6-16,7-4-3 0,14-10-6 15,6-17 4-15,7-17-2 16,2-13 0-16,5-11 5 16,-5-11-8-16,1-8 5 15,-7-6 4-15,-3-24 1 16,-9-9-2-16,-10-7-2 16,-5-7-5-16,-3-1 2 15,-14-5 7-15,-16 1-1 16,-10 1-8-16,-5 10 0 15,-3 9-2-15,3 17-1 16,4 15-9-16,7 6-17 16,8 11-92-16,13 11-115 15,13-6-100-15,0-9-164 0</inkml:trace>
  <inkml:trace contextRef="#ctx0" brushRef="#br1" timeOffset="183461.04">17634 5117 734 0,'0'-31'258'15,"0"12"-155"-15,0 8 34 16,-1 8-8-16,-2 3-37 16,-1 3-53-16,-2 38-39 15,-4 28 8-15,-2 29 11 16,0 18 25-16,0 4-31 16,0 0-2-16,1-7-5 15,1-12-3-15,3-14-3 0,7-15 0 16,0-13 0-16,0-14-3 15,7-12-115-15,3-12-110 16,0-16-230-16</inkml:trace>
  <inkml:trace contextRef="#ctx0" brushRef="#br1" timeOffset="183765.96">17932 5097 1171 0,'0'0'81'0,"0"0"-70"16,0 0 11-16,0 0 49 15,0 0-46-15,0 0-21 16,-21 96 3-16,21-9 2 15,0 13 16-15,0-1 31 16,0-4-41-16,6-11-9 16,8-15-3-16,2-11-4 15,4-11 1-15,7-11-11 0,1-9-160 16,2-12-105 0,-3-13-258-16</inkml:trace>
  <inkml:trace contextRef="#ctx0" brushRef="#br1" timeOffset="184111.02">18260 5587 1058 0,'0'0'93'16,"0"0"-74"-16,0-91 21 16,6 50 41-16,3-5-25 15,-3 2-9-15,0 0-8 16,-6 1-6-16,0-4-17 15,0-2 4-15,-4 4 7 16,-4 10-7-16,-1 15 2 0,6 13 40 16,1 7-36-1,2 22-26-15,0 23 0 0,0 19 0 16,0 15 2-16,12 5 4 16,3 3-6-16,2-1 3 15,0-8 1-15,0-8-3 16,-1-14 1-16,1-8-2 15,-4-5 0-15,-3-6-2 16,-3-5-28-16,-5-5-151 16,-1-11-49-16,-1-10-220 15</inkml:trace>
  <inkml:trace contextRef="#ctx0" brushRef="#br1" timeOffset="184335.49">18290 5442 1161 0,'0'0'77'16,"0"0"-23"-16,0 0 11 16,0 0 23-16,0 0-15 15,118-67-31-15,-80 81-19 16,-10 19-5-16,-8 10-11 16,-12 7-2-16,-8-2-3 15,0-3-1-15,0-4-2 16,-8-9 0-16,-1-7-2 0,5-12-132 15,-2-7-28-15,5-6-75 16,-1-10-174 0</inkml:trace>
  <inkml:trace contextRef="#ctx0" brushRef="#br1" timeOffset="184563.85">18494 4966 1088 0,'0'0'124'16,"0"0"-99"-16,0 0-6 16,0 0-11-16,0 0-7 15,18 107 55-15,-6-47-10 16,0-3-36-16,-5-6-4 16,-1-7-4-16,-1-8-2 0,-2-8 0 15,-1-6-9-15,-2-8-137 16,0-9-203-16,0-5-308 15</inkml:trace>
  <inkml:trace contextRef="#ctx0" brushRef="#br1" timeOffset="184878.17">18619 5062 996 0,'0'0'154'0,"0"0"-146"16,0 0-3-16,0 0-3 15,0 0 1-15,0 0 17 16,-11 83 8-16,-8-49-4 0,-4-1-7 16,0-3-3-1,-3-6-4-15,6-5-8 0,5-9 3 16,7-5 0-16,6-3 20 16,2-2 20-16,0 0-17 15,19 0 20-15,16 0-30 16,8 0-17-16,9 4 7 15,1 14-7-15,1 4 0 16,-1 4-2-16,-2 1-2 16,-5-1-3-16,-2-4-94 15,-5-7-95-15,-10-7-197 16</inkml:trace>
  <inkml:trace contextRef="#ctx0" brushRef="#br1" timeOffset="185130.64">19009 4868 1155 0,'0'0'176'16,"0"0"-176"-16,0 0 0 16,87 57 2-16,-34 1 17 15,1 14 29-15,-4 13 3 16,-12 7-20-16,-16 3-9 15,-17 3-12-15,-5-1-5 16,-23 0-3-16,-16-7-2 0,-6-7-2 16,0-8-102-16,-2-11-155 15,5-11-439-15</inkml:trace>
  <inkml:trace contextRef="#ctx0" brushRef="#br1" timeOffset="187863.36">19586 5412 953 0,'0'0'273'15,"0"0"-232"-15,0 0-41 16,0 0 0-16,0 0 35 15,0 0 7-15,115 0-29 16,-71 0-13-16,-1 0 0 16,1 0-42-16,-10 8-151 15,-10-3-200-15</inkml:trace>
  <inkml:trace contextRef="#ctx0" brushRef="#br1" timeOffset="188033.38">19580 5619 1298 0,'0'0'67'0,"0"0"-67"15,0 0-93-15,0 0 93 16,103 8 2-16,-37-5-2 16,13 1-124-16,-4-4-243 15,-6 0-374-15</inkml:trace>
  <inkml:trace contextRef="#ctx0" brushRef="#br1" timeOffset="188876.99">20345 5373 797 0,'0'0'273'16,"0"0"-256"-16,0 0-6 15,0 0 47-15,0 0 10 16,43-82-15-16,-31 60-21 16,-4 2-6-16,-1-5-6 15,-2-1-2-15,-3-5-5 0,-2 0 8 16,0-3 18-16,0 3-3 15,-10 3-17-15,-2 5 4 16,3 8 11-16,1 7-21 16,5 8 12-16,-1 0-3 15,2 0-22-15,2 8-4 16,0 28-4-16,0 20 8 16,0 14 7-16,4 13-5 15,9 3 7-15,1 1 0 16,-1 3 8-16,1-4-11 15,-4-4-5-15,-4-8 0 16,-3-8 0-16,-3-8-1 16,0-10-27-16,-1-9-89 0,-11-7-45 15,-1-13-60-15,1-12-198 16</inkml:trace>
  <inkml:trace contextRef="#ctx0" brushRef="#br1" timeOffset="189114.56">20364 5406 1219 0,'0'0'60'15,"0"0"-57"-15,0 0 19 0,0 0 50 16,90-25-10 0,-64 40-4-16,-1 12-10 0,-5 8-14 15,-10 3-16 1,-5 2-9-16,-5-2-7 0,0-7 2 15,0-7-4-15,-8-7-4 16,-5-5-38-16,-3-5-57 16,0-5-58-16,-1-2-147 15,4-15-336-15</inkml:trace>
  <inkml:trace contextRef="#ctx0" brushRef="#br1" timeOffset="189383.81">20535 4721 559 0,'0'0'650'16,"0"0"-608"-16,0 0-22 15,0 0 28-15,0 0-40 16,0 0-3-16,5 55 4 15,12-7 14-15,-3 2-2 16,-1-2-9-16,-5 0-10 16,-6-3 0-16,-1-2-2 15,-1-4-59-15,0-11-107 16,0-13-201-16,0-15-231 0</inkml:trace>
  <inkml:trace contextRef="#ctx0" brushRef="#br1" timeOffset="189697.44">20665 4761 834 0,'0'0'418'0,"0"0"-415"16,0 0-1-16,0 0 2 16,0 0 3-16,0 0 9 15,-16 60 1-15,-6-29 5 16,-5-2 14-16,-1 0-1 15,1-6-13-15,5-7 3 16,8-6-2-16,7-7-1 16,4-1-11-16,3-2 2 0,0 0-6 15,0 0-7 1,0 0 0-16,13 0 0 0,8 0 1 16,8 6 11-16,4 7-6 15,5 4-5-15,4 9-1 16,0 4-14-16,0 5-113 15,0 1-98-15,-6-3-212 16</inkml:trace>
  <inkml:trace contextRef="#ctx0" brushRef="#br1" timeOffset="189909.81">20803 5435 1432 0,'0'0'140'16,"0"0"-140"-16,0 0 0 15,0 0 17-15,114 0 12 16,-49 0-22-16,1-2-7 16,1-2-21-16,-6 0-189 15,-13-4-176-15</inkml:trace>
  <inkml:trace contextRef="#ctx0" brushRef="#br1" timeOffset="190463.16">21675 4755 906 0,'0'0'245'0,"0"0"-224"0,0 0-5 16,0 0 77-16,-88 19-16 15,71 27-57-15,2 21-15 16,5 23 29-16,7 8 23 16,3 4-18-16,0-1-16 15,18-10-19-15,4-5 3 16,4-8-7-16,3-8-9 15,0-11-97-15,-1-12-62 16,0-19-186-16,-4-14-283 16</inkml:trace>
  <inkml:trace contextRef="#ctx0" brushRef="#br1" timeOffset="190913.82">21825 5044 1209 0,'0'0'86'15,"0"0"-86"-15,0 0 0 16,-29 122 10-16,24-64 33 16,1 3-15-16,-1-4-12 15,0-5-4-15,-2-6-4 16,1-12-4-16,2-8 1 15,1-11-4-15,2-9 4 0,1-5-5 16,0-1 9-16,0-2 3 16,0-26-12-16,0-14-71 15,7-15 52-15,2-14 14 16,0-7 5-16,-1-4 2 16,-1 4 0-16,-1 11 7 15,0 16 7-15,0 19 14 16,-4 17 9-16,1 14-3 15,2 1-36-15,5 19 8 16,3 21-1-16,7 17 26 16,1 9-3-16,0 5-20 15,1 2-1-15,0-7-4 16,-1-5-4-16,1-3-1 16,-3-4-61-16,-8-5-105 15,-8-12-135-15,-3-12-305 0</inkml:trace>
  <inkml:trace contextRef="#ctx0" brushRef="#br1" timeOffset="191276.28">21727 5378 1158 0,'0'0'85'16,"0"0"-82"-16,0 0-2 15,0 0 15-15,129-82-9 16,-60 57-5-16,1-2-2 15,-7 0-3-15,-9-3-51 16,-17-3-22-16,-14 0 27 0,-13-2 49 16,-10 2 7-16,0 3 13 15,0 4 39-15,-14 2-5 16,4 6-14-16,2 9 18 16,5 5 4-16,1 4-19 15,0 0-38-15,2 19-5 16,0 17-2-16,0 13 2 15,0 7 16-15,11 0-10 16,2-3 1-16,4-5-7 16,1-7-1-16,2-7 0 15,4-5-54-15,-5-10-70 16,0-8-80-16,-1-11-246 16,-6 0-134-16</inkml:trace>
  <inkml:trace contextRef="#ctx0" brushRef="#br1" timeOffset="191454.32">22294 4949 1071 0,'0'0'158'15,"0"0"-109"-15,0 0-46 16,0 0 17-16,-9 128 95 16,9-59-79-16,9 3-11 15,6-4-4-15,0-8-11 16,5-6-9-16,0-4-1 15,4-8-92-15,1-12-90 0,3-15-235 16</inkml:trace>
  <inkml:trace contextRef="#ctx0" brushRef="#br1" timeOffset="191670.5">22647 4910 1248 0,'0'0'188'0,"0"0"-188"16,0 0 0-16,-3 127 2 15,22-64 26-15,8-1-3 16,2 1-13-16,-1-8-9 16,-3-5-3-16,-7-8 0 0,-4-5-120 15,-11-3-60-15,-3-12-286 16</inkml:trace>
  <inkml:trace contextRef="#ctx0" brushRef="#br1" timeOffset="192309.58">22618 5259 1126 0,'0'0'159'16,"0"0"-156"-16,0 0 3 15,0 0 21-15,117-97-18 16,-52 66-7-16,2 1 3 15,-11 4-4-15,-17 1-1 16,-13 4 2-16,-16 3 0 0,-7 1 7 16,-3 0-5-16,0 1 2 15,-8 3 25-15,-1 5-11 16,5 5 20-16,2 3-1 16,2 3-39-16,0 23-16 15,0 13 13-15,0 12 3 16,0 3 3-16,13-2 1 15,2-8 5-15,0-9-4 16,-1-11-2-16,-3-11 2 16,-2-8-5-16,-5-5 11 15,3 0-6-15,0 0 15 16,1-14-5-16,5-11-9 16,-4-8-4-16,-1-7-2 0,1 5-6 15,-2 5-6 1,-4 13 12-16,-1 10-1 0,-1 7-1 15,1 0-17-15,1 20-13 16,5 11 28-16,2 5 4 16,6-5 7-16,4-3 4 15,2-12 1-15,3-7-7 16,-1-7 7-16,0-2-1 16,3-5 1-16,-6-14-9 15,0-7 4-15,0-5-4 16,-6-9-1-16,-3-1 1 15,-4 4 2-15,-6 7 6 0,-2 10 23 16,0 11 10-16,0 6-13 16,0 3-31-1,-3 5-4-15,-2 22-4 0,1 8 8 16,4 8 0-16,0-2 0 16,0-7-5-16,20-2-59 15,4-11-65-15,4-8-69 16,3-8-223-16,-8-5-434 15</inkml:trace>
  <inkml:trace contextRef="#ctx0" brushRef="#br1" timeOffset="194109.92">22443 5799 963 0,'0'0'167'0,"0"0"-165"15,0 0-1-15,0 0 21 16,0 0-12-16,0 0 1 16,77 39 40-16,-54 7-21 15,-3 7-1-15,-7 0-10 16,-6-2 5-16,-7-6-3 16,0-7-4-16,0-11 5 15,0-12 1-15,0-8 3 16,0-7 7-16,0 0 23 15,-3 0 11-15,-4-6-28 0,-1-13-29 16,0-12-10-16,4-15-2 16,4-10-11-16,0-5-17 15,8 6 7-15,10 9 17 16,-1 18 6-16,2 13-11 16,-2 15 6-16,1 0-4 15,1 24 4-15,-1 10 5 16,0 4 10-16,-1 1-1 15,-4-3-3-15,-1-2 2 16,-4-5-2-16,-1-5-2 16,-5-5 3-16,-2-6-7 15,0-9 5-15,0-2-5 16,0-2 5-16,0 0 5 16,0 0 2-16,0-4 3 0,1-16 5 15,1-14-18-15,3-9-2 16,-1 0 3-16,0 6-2 15,3 7 0-15,2 10-1 16,-1 10 0-16,0 4 2 16,1 5-5-16,2 1 2 15,5 3-3-15,0 19 4 16,3 7 8-16,-5 4-1 16,0 1-4-16,-1-1 1 15,-4-2-4-15,-1-9 2 16,-1-5-2-16,-3-6 0 15,0-7-1-15,-1-4-8 16,0 0-14-16,4-6-5 0,2-17 18 16,1-6-13-16,0-10 16 15,-5 0 0-15,-2-5 0 16,-3 2 7-16,0 6-1 16,0 7 1-16,0 7 6 15,0 11-1-15,0 8 20 16,0 3 6-16,0 1-27 15,0 20-4-15,2 8 0 16,4 5 14-16,4 0-9 16,2-2-1-16,1-5 2 15,1-4-5-15,-1-5 1 16,1-6-2-16,-3-6-6 16,3-6-17-16,-2 0-29 0,1 0-14 15,0-16 4 1,-3-8 17-16,-1-5 11 0,-3-5 7 15,-6-4 2-15,0 2 23 16,0 6 2-16,0 10 6 16,-3 10 37-16,0 8 28 15,1 2-22-15,2 12-49 16,0 16 0-16,0 9 21 16,0 0 8-16,0-4-15 15,6-4-4-15,8-6-8 16,0-7-1-16,0-5-1 15,2-7 0-15,-1-4 0 0,3 0 0 16,-1-10-10-16,0-7-4 16,-4-7-17-16,-3-3 20 15,-7-5-1-15,-3-2-15 16,0-3 27-16,-2 4 1 16,-8 6-1-16,0 9 3 15,6 9 24-15,0 9 10 16,4 2-33-16,0 21-4 15,0 8 0-15,0 8 19 16,0-1-12-16,7-4-3 16,4-4-3-16,5-7 0 15,0-6-2-15,4-6-31 16,2-6-50-16,3-5-19 16,2 0-33-16,-4-16-69 15,-1-9-96-15,-7-5 45 0,-5-4 163 16,-6-6 62-16,-4-3 29 15,0-5 36-15,0 0 35 16,-10 1 67-16,-2 10 49 16,2 11-5-16,3 11 13 15,4 12-59-15,3 3-32 16,0 15-104-16,0 22 9 16,0 15 27-16,0 6 17 15,4 2-17-15,6-4-6 16,1-5-19-16,-3-7 1 15,1-6-10-15,1-5-2 16,-4-6-5-16,-1-8-100 0,0-4-76 16,-5-11-165-16,0-4-187 15</inkml:trace>
  <inkml:trace contextRef="#ctx0" brushRef="#br1" timeOffset="194475.81">23380 5865 678 0,'0'0'231'0,"0"0"-222"16,0 0-5-16,0 0 35 16,109-12 6-16,-66 12-24 15,6 0 2-15,2 0 1 16,-5-6 0-16,-11-3-8 16,-13-3-8-16,-12 0-5 0,-10 0 12 15,0-3 25-15,-2-2 8 16,-16-1-26-16,0 0-17 15,-2 0 9-15,1 7-1 16,8 1 3-16,2 7 13 16,6 3 14-16,1 3-17 15,2 26-24-15,0 15 10 16,0 17 53-16,0 9-9 16,5 5-3-16,7-1-16 15,2-1-15-15,-1-5-12 16,-2-4-7-16,1-6-1 15,-5-9-2-15,-4-10-38 16,-3-13-146-16,0-11-75 16,0-15-192-16</inkml:trace>
  <inkml:trace contextRef="#ctx0" brushRef="#br1" timeOffset="194725.68">23632 5841 1123 0,'0'0'252'16,"0"0"-232"-16,0 0-19 16,0 0 27-16,0 0 36 15,117 47-31-15,-82-11-12 16,-9 6 1-16,-9 1-2 0,-11 1-17 16,-6-4-1-16,0-6-2 15,-9-9 0-15,-6-11-38 16,1-13-30-16,4-1 17 15,3-21-46-15,6-15-142 16,1-15-18-16,0-10 59 16,0-12-54-16</inkml:trace>
  <inkml:trace contextRef="#ctx0" brushRef="#br1" timeOffset="195592.22">23794 5681 491 0,'0'0'294'16,"0"0"-162"-16,0 0-8 15,0 0-62-15,0 0-7 16,0 0-19-16,22-16 18 0,-19 41 11 15,0 6-25 1,-3 1-6-16,4-1 9 0,-3-5-12 16,4-6-21-16,3-5-2 15,4-8-3-15,5-6-4 16,5-1 4-16,4 0 2 16,0-11-7-16,-3-8-18 15,-3-5 15-15,-8 0-2 16,-4 1-19-16,-6 10 14 15,-2 4 10-15,0 9 8 16,0 0 11-16,0 0-19 16,-7 21 4-16,-2 5-1 15,6 9 15-15,3-1 5 16,0-5 4-16,7-3-25 16,11-6 1-16,-1-8 0 0,-1-4-3 15,0-5 2 1,-4-3-5-16,-1 0-6 0,1-8 4 15,-1-13-21-15,5-4-4 16,-3-4-16-16,0 3-12 16,-3 6 24-16,2 7 22 15,-3 5 6-15,1 6 6 16,0 2-9-16,-2 0 9 16,4 0 1-16,-2 10 6 15,-1 2 7-15,0 0 3 16,-4 0-1-16,-2-1-6 15,-3-2-3-15,0-3 5 0,0 0 11 16,0-2-2-16,-8-3 0 16,-4-1-9-16,1 0-4 15,-3 0-8-15,-1-7-58 16,0-6-54-16,4-5-72 16,4-2-22-16,5-3-37 15,2 1-51-15,0 2-23 16,5 2 317-16,7 2 114 15,-2 1 128-15,-2 0-4 16,0 1-86-16,1 2 10 16,-2 0-23-16,-1-1-39 15,3-1-15-15,-2-2-14 16,3 0 19-16,-3 1-48 16,2 2-8-16,0 4 0 15,-1 1-7-15,0 4-4 0,-3 1-3 16,-2 3 3-16,1 0-3 15,1 1-12-15,5 20-6 16,3 12 18-16,3 10-3 16,2 12 3-16,-3 5 4 15,-2 5-3-15,-1 1 8 16,-4-1-7-16,-3-7-9 16,0-5-5-16,-3-6-8 15,-2-11 0-15,0-9 0 16,0-9-6-16,-2-6-46 0,-5-6-62 15,-1-6-100 1,0-1-134-16,1-28-664 0</inkml:trace>
  <inkml:trace contextRef="#ctx0" brushRef="#br1" timeOffset="196775.01">24710 5716 866 0,'0'0'83'0,"0"0"-78"15,0 0-5-15,0 0 43 16,0 0 11-16,0 0-35 16,-20 24 1-16,20-24 22 15,-4 2 21-15,1 1-10 16,-2 3-11-16,-4 6 4 15,3 2-11-15,1 2-26 16,3 1 6-16,2-4-12 16,0-1 0-16,3-5-1 15,6-3 2-15,-1-3-2 16,-3-1 4-16,-1 0-5 16,-3-1 2-16,-1-11-3 0,0-7-6 15,0-2 4-15,-11 1-10 16,-6-6 12-16,-1-3 12 15,1 0 1-15,4-7 4 16,4 2 8-16,8 4 1 16,1 5-18-16,0 6-3 15,6 9 8-15,8 7-7 16,-1 3-6-16,3 0-7 16,8 7 0-16,4 16 5 15,-1 7 1-15,1 9-3 16,-8 6 4-16,-8 8 0 15,-8 7 13-15,-4 5 13 0,-2 1-13 16,-13-5-7-16,3-8-3 16,8-10-3-16,4-11 0 15,0-12-10-15,6-7-105 16,11-10-113-16,3-3-334 16</inkml:trace>
  <inkml:trace contextRef="#ctx0" brushRef="#br1" timeOffset="197144.04">24960 5888 1222 0,'0'0'0'0,"0"0"-24"15,0 0 24-15,110-77 57 0,-93 53-32 16,-1-6-9-16,-10-2-11 15,-4-1 9-15,-2-1 5 16,-3-3 0-16,-18 3 10 16,-6-1-20-16,-2 7 1 15,4 8 18-15,8 8-1 16,8 9 3-16,8 3-6 16,-1 0-24-16,2 16-5 15,-3 24 5-15,3 18 1 16,0 14 17-16,0 10 7 0,0 7-1 15,3 4-2 1,9 1-9-16,-2-3-3 0,0-6-6 16,-7-7-4-16,-3-11 0 15,0-13-86-15,0-18-120 16,0-18-171-16,0-18-259 16</inkml:trace>
  <inkml:trace contextRef="#ctx0" brushRef="#br1" timeOffset="197371.86">24982 5818 1309 0,'0'0'137'0,"0"0"-135"16,0 0-2-16,112-17 10 0,-67 30 16 15,-6 7-7 1,-12 5 2-16,-14 6-14 0,-13 0 7 15,0 0-8-15,-28-1 2 16,-4-4 0-16,-1-6-8 16,-6-8-31-16,4-8-99 15,3-4-140-15,4-9-446 16</inkml:trace>
  <inkml:trace contextRef="#ctx0" brushRef="#br1" timeOffset="197658.41">25103 5034 1335 0,'0'0'125'16,"0"0"-125"-16,0 0-24 15,0 0 24-15,85 79 3 16,-27-4 42-16,6 15-27 15,-14 12-1-15,-22 3 26 16,-12 1 0-16,-10 2-7 16,-6-5 3-16,0-10-21 15,-1-9-5-15,-26-7-6 16,-26-12-7-16,-23-11-21 16,-10-13-126-16,-4-15-211 15</inkml:trace>
  <inkml:trace contextRef="#ctx0" brushRef="#br1" timeOffset="201808.97">19618 7270 1161 0,'0'0'128'0,"0"0"-119"0,0 0-8 16,0 0 15-16,0 0 33 16,107-30-12-16,-56 24-32 15,1-1-5-15,-9 3-32 16,-9 4-164-16,-21 0-241 15</inkml:trace>
  <inkml:trace contextRef="#ctx0" brushRef="#br1" timeOffset="201958.44">19631 7468 1059 0,'0'0'179'0,"0"0"-179"16,121-8-72-16,-50-2 62 15,6 0 0-15,1-1-203 16,-3-2-258-16</inkml:trace>
  <inkml:trace contextRef="#ctx0" brushRef="#br1" timeOffset="202361.68">20286 7271 1012 0,'0'0'180'0,"0"0"-180"0,0 0-8 15,0 0 8-15,42-91 43 16,-13 64-15-16,-5 0-20 16,-3 0 1-16,-10-2 5 15,-2 0 21-15,-9 2 4 16,0-1-12-16,0 1-8 15,-7 1 13-15,-5 6-30 16,0 7 28-16,6 8 13 0,1 5-16 16,3 0-12-1,2 17-15-15,0 19 0 0,0 18 9 16,3 14 2-16,11 10 15 16,3 8-8-16,-1 4-11 15,1 3 0-15,-5 1-4 16,-2-4 0-16,-7-9-3 15,-3-12-3-15,0-7-2 16,0-9-47-16,-2-8-104 16,-6-12-19-16,2-15-144 15,-1-16-238-15</inkml:trace>
  <inkml:trace contextRef="#ctx0" brushRef="#br1" timeOffset="202594.89">20361 7389 852 0,'0'0'232'0,"17"-84"-160"0,10 59-39 16,3 9 44-16,0 10 31 15,-3 6-51-15,-4 4-37 16,-3 17-1-16,-3 8 8 16,-8 4-6-16,-8-2-8 15,-1 4-13-15,0-5 10 16,-10-4-10-16,-3-4 0 15,-3-6-44-15,2-7-68 16,-2-9-27-16,3-2-122 16,6-27-287-16</inkml:trace>
  <inkml:trace contextRef="#ctx0" brushRef="#br1" timeOffset="202833.71">20535 6558 1296 0,'0'0'57'15,"0"0"-50"-15,0 0-7 16,20 106 20-16,0-51 20 16,0 2-12-16,-1-3-18 15,-4-4-5-15,-8-4 3 0,-6-6-8 16,-1-5 0-1,0-3-73-15,-4-7-88 0,-5-10-214 16,1-15-394-16</inkml:trace>
  <inkml:trace contextRef="#ctx0" brushRef="#br1" timeOffset="203141">20733 6625 1163 0,'0'0'167'0,"0"0"-167"16,0 0-2-16,0 0 2 0,0 0 13 16,0 0 11-16,-9 79-9 15,-11-38-6-15,-9-2 2 16,-2-6 2-16,3-6-3 16,7-9-2-16,10-9 15 15,7-6-2-15,4-1 5 16,0-1-15-16,5 2-6 15,19 2 3-15,9 2 5 16,6 3 10-16,4 5-19 16,1 3-4-16,-4 1-1 15,-4 6-8-15,-1 0-87 16,-3 4-69-16,-2-4-124 16,-6-4-284-16</inkml:trace>
  <inkml:trace contextRef="#ctx0" brushRef="#br1" timeOffset="203337.53">21005 7375 601 0,'0'0'968'0,"0"0"-963"15,0 0 2-15,0 0-7 16,133-61 10-16,-62 54-10 15,4 1-7-15,-3 3-126 0,-10-1-136 16,-18-2-420 0</inkml:trace>
  <inkml:trace contextRef="#ctx0" brushRef="#br1" timeOffset="205226.22">21610 7133 771 0,'0'0'121'16,"0"0"-117"-16,0 0 5 15,0 0 121-15,0 0-27 16,0 0-48-16,99-15-9 16,-81 1-4-16,-1-1-5 15,-4-1-2-15,-3-5-16 16,-5-3-9-16,-1-2-5 16,-4-1-1-16,0 3-3 15,0-1 2-15,-10 5 4 0,-2 6 4 16,1 2 3-1,4 8-2-15,3 4 13 0,3 0-8 16,-1 1-17-16,0 24-2 16,0 10 2-16,2 14 17 15,0 9-6-15,0 5 5 16,7 7 11-16,8 0-10 16,4 0-3-16,1-4-6 15,3 0-7-15,-4-1 1 16,-1-6-2-16,-7-4 0 15,-2-11-6-15,-2-11-54 16,-4-9-52-16,-2-11-50 16,1-11-136-16,-2-2-120 15</inkml:trace>
  <inkml:trace contextRef="#ctx0" brushRef="#br1" timeOffset="205460.79">21756 7178 1016 0,'0'0'198'16,"0"0"-162"-16,0 0-32 16,0 0 21-16,0 0 64 15,110-21-45-15,-83 41-21 16,-4 5 10-16,-10 4-3 16,-4 0-14-16,-9-1-3 15,0-2-2-15,-3-1-9 16,-13-6-4-16,2-3-7 0,2-8-49 15,-2-6-60-15,1-2-78 16,-3 0-198-16</inkml:trace>
  <inkml:trace contextRef="#ctx0" brushRef="#br1" timeOffset="205774.34">21886 6471 972 0,'0'0'71'16,"0"0"-71"-16,0 0 9 15,0 0 67-15,0 0-26 16,0 0-36-16,30 43 55 15,-13 6-5-15,0 9-3 16,0 1-1-16,-4-2-40 16,0-4-10-16,-4-6-9 15,-3-4 2-15,-1-6-3 16,-3-8-54-16,1-11-91 16,-1-9-109-16,0-9-238 15</inkml:trace>
  <inkml:trace contextRef="#ctx0" brushRef="#br1" timeOffset="206122.98">22050 6617 853 0,'0'0'227'0,"0"0"-223"16,0 0-4-16,0 0 42 15,0 0 24-15,0 0-29 16,-38 65-25-16,16-43 1 15,-5 2 1-15,-1 0-1 16,-1-7-8-16,7-4-3 0,11-6-1 16,4-6 6-1,7-1 1-15,0 0 8 0,0 0 7 16,4 0 3-16,10-4-15 16,5-3-11-16,6 7 0 15,4 0 5-15,2 0 2 16,3 8-3-16,1 10 3 15,-4 5-7-15,-2-1 0 16,-4-1 0-16,-2-3-10 16,-1-1-95-16,-5-5-119 15,-5-6-161-15</inkml:trace>
  <inkml:trace contextRef="#ctx0" brushRef="#br1" timeOffset="206422.72">22227 6803 957 0,'0'0'176'0,"0"0"-176"16,0 0 11-16,102-33 9 15,-40 15-7-15,10 1-13 16,2-4 4-16,-11-1-4 16,-15 4-31-16,-19 0-86 15,-17 0-24-15,-12 1 89 16,-2-3 40-16,-23 2 12 15,-3 2 85-15,2 4 29 16,4 7-19-16,11 5 0 16,6 0-45-16,5 17-50 0,0 12-2 15,3 12 2-15,16 7 9 16,4 8-9-16,2 4-61 16,4 1-92-16,-3-1-131 15,-2-2-343-15</inkml:trace>
  <inkml:trace contextRef="#ctx0" brushRef="#br1" timeOffset="207813.69">19776 8459 1093 0,'0'0'178'15,"0"0"-177"-15,0 0 6 16,0 0 10-16,0 0 44 16,119-5-42-16,-64 0-13 15,-1 2-6-15,-5 2-14 16,-5-1-118-16,-14 1-221 15,-16-2-288-15</inkml:trace>
  <inkml:trace contextRef="#ctx0" brushRef="#br1" timeOffset="207959.16">19808 8620 54 0,'0'0'1016'16,"0"0"-1016"-16,117-12-134 15,-48 5 118-15,6-4-59 16,2 2-193-16</inkml:trace>
  <inkml:trace contextRef="#ctx0" brushRef="#br1" timeOffset="208272.87">20443 8332 853 0,'0'0'209'0,"0"0"-165"15,0 0 12-15,0 0 69 16,-38-79-11-16,38 79-62 16,0 0-52-16,0 17 1 15,1 19 1-15,15 17 42 16,0 13-1-16,3 10-4 15,1 10-9-15,-2 8-3 16,-3 2-12-16,-3 0-14 16,-4-4-1-16,-1-11-2 15,-2-10-40-15,-2-14-99 0,-1-18-58 16,-2-18-119-16,0-17-257 16</inkml:trace>
  <inkml:trace contextRef="#ctx0" brushRef="#br1" timeOffset="208499.07">20490 8655 1152 0,'0'0'176'16,"0"0"-131"-16,0 0-39 0,0 0 1 16,105-38 80-1,-68 61-53-15,-1 5-20 16,-8 5-1-16,-10-1-6 0,-11-1-4 15,-7 0-3-15,0-4-1 16,-20-1-5-16,-7-4-6 16,-7-4-74-16,4-11-103 15,7-7-154-15,3-11-265 16</inkml:trace>
  <inkml:trace contextRef="#ctx0" brushRef="#br1" timeOffset="208760.91">20782 8088 725 0,'0'0'475'16,"0"0"-407"-16,0 0-57 15,0 0 36-15,0 0 21 16,0 0-55-16,10 9-11 15,2 27 10-15,0 4 2 16,-5 1-11-16,0 1-1 16,-3-2-2-16,-2-1-20 15,-1-5-73-15,3-5-92 16,-2-11-165-16,1-12-224 16</inkml:trace>
  <inkml:trace contextRef="#ctx0" brushRef="#br1" timeOffset="209059.15">20930 8145 724 0,'0'0'208'0,"0"0"-113"15,0 0-68-15,0 0 53 16,0 0-1-16,0 0-50 16,0 6-8-16,-9 16 20 15,-6 0-6-15,-3 2-19 16,-5 2-13-16,-2-1-2 15,-1-6 2-15,4-1 0 16,6-7 3-16,8-6-4 16,6-2-2-16,2-3 1 15,0 0-1-15,13 0 3 0,11 1 9 16,6 2-10-16,5 3 0 16,2 1-2-16,5 2-3 15,3 2-73-15,3-3-81 16,1-3-126-16,-4-1-162 15</inkml:trace>
  <inkml:trace contextRef="#ctx0" brushRef="#br1" timeOffset="209339.57">21345 8088 1197 0,'0'0'155'0,"0"0"-155"16,0 0 9-16,0 0 44 16,0 0-21-16,-38 94 18 15,38-24-11-15,9 8 0 16,4 4 7-16,-1 0-11 16,2 1-14-16,0-3-8 15,5-4-12-15,3-5 0 16,3-9-1-16,2-9-22 15,2-14-72-15,1-6-111 0,1-16-44 16,-3-9-325 0</inkml:trace>
  <inkml:trace contextRef="#ctx0" brushRef="#br1" timeOffset="209563.04">21747 8285 899 0,'0'0'539'16,"0"0"-458"-16,0 0-81 15,0 0 0-15,0 0 1 16,17 93 37-16,3-42-24 16,0-5-13-16,-3-1 0 15,-4-6-2-15,-1-3-68 16,-2-5-102-16,-6-9-150 0,-4-9-287 15</inkml:trace>
  <inkml:trace contextRef="#ctx0" brushRef="#br1" timeOffset="209711.73">21948 8521 622 0,'0'0'638'0,"0"0"-627"15,0 0 1-15,133-52-12 16,-81 42 18-16,5 3-18 15,2 4-60-15,1-1-112 16,-3-3-185-16,-7-5-355 16</inkml:trace>
  <inkml:trace contextRef="#ctx0" brushRef="#br1" timeOffset="209923.92">22593 8122 1130 0,'0'0'133'16,"0"0"-104"-16,0 0-4 16,0 0 10-16,0 0-16 15,0 0 23-15,34 121-25 16,-17-73-9-16,-3 3-8 16,-2-2 0-16,-3-3-15 15,-6-3-95-15,-3-3-97 16,0-6-274-16</inkml:trace>
  <inkml:trace contextRef="#ctx0" brushRef="#br1" timeOffset="210087.67">22458 8661 1185 0,'0'0'144'0,"0"0"-142"15,92-51-2-15,-40 35 34 16,3 3-21-16,0 4-13 15,-3 5-21-15,-7 4-77 16,-12 0-142-16,-13 0-268 16</inkml:trace>
  <inkml:trace contextRef="#ctx0" brushRef="#br1" timeOffset="210298.39">22690 8640 1210 0,'0'0'56'16,"0"0"-41"-16,-1 79-2 16,9-27 64-16,10 9-25 15,4 2-19-15,2-2-15 16,-5-1-7-16,0-3-9 16,-4-1-2-16,-3-2-24 15,-6-6-101-15,-2-9-138 0,-4-8-300 16</inkml:trace>
  <inkml:trace contextRef="#ctx0" brushRef="#br1" timeOffset="210536.84">22744 8960 1228 0,'0'0'120'0,"0"0"-116"16,40-82 3-16,-7 68 65 15,-1 8-36-15,-2 6-27 16,-6 0 2-16,-8 4 0 16,-7 16 5-16,-9 7-2 0,0 3 5 15,-2 2 0-15,-17-5-11 16,2-5-8-16,-4-6-6 16,4-6-79-16,4-10-63 15,3 0-200-15</inkml:trace>
  <inkml:trace contextRef="#ctx0" brushRef="#br1" timeOffset="210773.3">22983 7992 1289 0,'0'0'220'0,"0"0"-220"0,72 87 0 15,-29-27 7-15,4 11 23 16,-4 13 1-16,-9 7-10 16,-12 9-20-16,-19 4-1 15,-3 1-2-15,-27-2-38 16,-18-5-120-16,-13-15-101 16,-14-15-323-16</inkml:trace>
  <inkml:trace contextRef="#ctx0" brushRef="#br1" timeOffset="211072.35">21045 9645 1181 0,'87'-19'222'0,"39"1"-222"15,36-2-22-15,28-6 22 16,29-2 35-16,17-1 1 16,5 5-16-16,-6 7-15 15,-25 10-5-15,-37 7-8 16,-39 0-131-16,-37 0-149 15,-38 0-194-15</inkml:trace>
  <inkml:trace contextRef="#ctx0" brushRef="#br1" timeOffset="211356.47">21169 9815 1382 0,'0'0'208'0,"173"-38"-208"16,-39 20-160-16,25-3 160 15,20-5 68-15,12-1-14 16,11 3-35-16,2 4-15 15,-17 8-4-15,-21 8-5 16,-34 3-61-16,-28-1-110 16,-28-3-107-16,-25-4-260 15</inkml:trace>
  <inkml:trace contextRef="#ctx0" brushRef="#br1" timeOffset="211705.33">23596 8563 1221 0,'0'0'194'0,"0"0"-194"16,0 0-121-16,0 0 121 15,0 0 43-15,65 87 4 0,-41-40-16 16,-4-3 1 0,-3-14 4-16,-9-11 7 0,-3-12 9 15,-4-7 18-15,2 0 34 16,3-9-17-16,16-37-29 16,23-23-37-16,35-27-20 15,37-20-1-15,32-13 0 16,24-21-3-16,24-12-47 15,12-9-48-15,-2-10-162 16,-26 5-437-16</inkml:trace>
  <inkml:trace contextRef="#ctx0" brushRef="#br1" timeOffset="-210043.68">6214 3148 1189 0,'0'0'153'16,"0"0"-142"-16,0 0-10 15,0 0 15-15,0 0 18 16,0 0-2-16,0 0-31 16,75 56 47-16,-32-3 8 15,-2 9-36-15,-6-2-17 0,-10-6 4 16,-5-9-4-16,-6-10 11 15,-6-16 16-15,-2-11-10 16,1-8 3-16,5 0 17 16,10-35 11-16,16-17-11 15,14-20-19-15,10-11-13 16,3-2-7-16,1 4 2 16,2 6-1-16,-8 10-2 15,-7 16-2-15,-13 16-27 16,-16 17-60-16,-17 14-78 15,-7 2-104-15,-17 20-349 16</inkml:trace>
  <inkml:trace contextRef="#ctx0" brushRef="#br1" timeOffset="-209726.06">6475 3139 1383 0,'0'0'146'0,"0"0"-146"16,0 0-48-16,0 0 35 16,0 0 13-16,0 0 29 15,58 123 26-15,-28-61-25 16,-5 2-2-16,-6 1-6 16,-6-11 6-16,-7-10 10 15,-3-16 1-15,-2-16 4 16,1-7-8-16,3-5-14 0,8-9-12 15,18-31 6-15,18-26 9 16,23-21-14-16,14-18-8 16,9-11-1-16,2 2-1 15,3 7-26-15,-1 12-40 16,-7 17-109-16,-12 13-221 16,-20 19-489-16</inkml:trace>
  <inkml:trace contextRef="#ctx0" brushRef="#br1" timeOffset="-209620.76">7624 2632 1435 0,'0'0'265'0,"0"0"-252"16,0 0-13-16,0 0 0 15,0 0-91-15,0 0-258 0,-26-31-661 16</inkml:trace>
  <inkml:trace contextRef="#ctx0" brushRef="#br1" timeOffset="-204907.52">5205 2714 971 0,'0'0'234'0,"0"0"-170"16,0 0-17-16,0 0 39 16,0 0 16-16,0 0-33 15,0 0-27-15,-21-13-18 16,21 13-5-16,0 0-9 16,0 0-10-16,0 0 4 15,0 0-4-15,0 0-1 16,0-2-11-16,0-1-58 15,0-4-72-15,0-4-86 16,7-2-254-16,14-2-142 16</inkml:trace>
  <inkml:trace contextRef="#ctx0" brushRef="#br1" timeOffset="-202075.98">8864 1164 456 0,'0'0'397'0,"0"0"-310"0,0 0-84 16,0 0 0-16,0 0-3 15,0 0 1-15,40-2 0 16,-21 28 15-16,2 12 12 15,1 5 9-15,-4 2 2 16,-3-6-12-16,-4-10-11 16,-7-14 17-16,-1-8 53 15,1-7-4-15,2 0 59 16,18-19 3-16,31-39-36 16,44-34-91-16,55-41-17 0,36-25 0 15,29-30-91 1,7-34-277-16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33:02.32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brush xml:id="br2">
      <inkml:brushProperty name="width" value="0.05292" units="cm"/>
      <inkml:brushProperty name="height" value="0.05292" units="cm"/>
    </inkml:brush>
  </inkml:definitions>
  <inkml:trace contextRef="#ctx0" brushRef="#br0">3611 1174 553 0,'0'0'354'16,"0"0"-298"-16,0 0-55 15,0 0 59-15,0 0 30 16,0 0 1-16,0 0-34 15,0-52 1-15,0 50-10 16,-2 2 4-16,1 0-11 16,1 0-2-16,0 0-11 15,-2 0 9-15,0 0-14 0,0 0-7 16,1 0-3 0,-1 0-1-16,1 0 2 0,-2 0-1 15,0 0-11 1,0 0 1-16,-4 6-3 0,1 5-2 15,-2 2 1-15,-3 10-5 16,1 8 1-16,-1 13 1 16,1 10-2-16,1 8 5 15,4 1-1-15,5-1 0 16,0-6 0-16,2-6 0 16,14-9 1-16,4-7-2 15,8-11 0-15,3-8 3 16,6-15 2-16,6 0 4 15,6-28 5-15,3-14-4 16,-2-10-3-16,-8-5-4 16,-12-3 0-16,-15 3 9 15,-15 3 0-15,-3 3-4 0,-29 2-4 16,-12 8 0-16,-8 6-1 16,-7 12 0-16,-2 14-13 15,6 9 9-15,8 2-91 16,19 18-67-16,18-1-68 15,10-4-126-15,16-11-27 16</inkml:trace>
  <inkml:trace contextRef="#ctx0" brushRef="#br0" timeOffset="268.38">3837 1021 1065 0,'0'0'113'16,"0"0"-82"-16,0 0 63 15,-51-78 51-15,45 70-46 16,1 4-28-16,1 4-17 16,3 0-29-16,1 1-25 15,0 32-15-15,0 26-2 16,0 27 17-16,0 22 18 16,-9 12-3-16,-8 9-7 15,-4 4-4-15,-6-10-1 16,0-10 0-16,2-18-2 15,4-19-2-15,6-17-44 16,2-17-112-16,12-20-117 16,1-22-225-16</inkml:trace>
  <inkml:trace contextRef="#ctx0" brushRef="#br0" timeOffset="586.91">4198 977 1268 0,'0'0'83'0,"0"0"-81"16,0 0 35-16,0 0 58 15,0 0-87-15,-34 86-6 16,31-8 33-16,-2 14-1 16,3 8-4-16,2-6-12 15,0-5-4-15,2-11-12 16,16-7 0-16,9-8-4 16,3-11-16-16,4-8-143 15,-1-15-174-15,-4-18-340 16</inkml:trace>
  <inkml:trace contextRef="#ctx0" brushRef="#br0" timeOffset="951.97">4490 1447 1057 0,'0'0'273'16,"0"0"-255"-16,-5-98-15 15,5 60 52-15,5-1 35 16,0 0-37-16,-1 0-28 16,-4-2-5-16,0 5 4 15,0 7-16-15,0 11 7 16,0 8 17-16,-2 7-1 16,0 3-10-16,1 0-21 0,-1 13-12 15,2 22-4-15,0 21 16 16,0 19 0-16,0 9 5 15,3 1-4-15,9-1 5 16,3-4-4-16,3-8-1 16,2-3 1-16,2-7-2 15,0-8 0-15,-4-10-4 16,-3-13-126-16,-5-9-56 16,-4-9-128-16,-6-12-227 15</inkml:trace>
  <inkml:trace contextRef="#ctx0" brushRef="#br0" timeOffset="1178.13">4549 1351 786 0,'0'0'501'0,"0"0"-458"0,0 0-33 16,0 0 31-16,90-67 50 15,-52 67-47-15,-4 13-20 16,-9 16-12-16,-8 11-1 15,-16 6-4-15,-1 4 5 16,-13-2-9-16,-13-4 10 16,-5-6-6-16,0-7-7 15,0-13-103-15,5-11-87 16,6-7-156-16,8-15-220 16</inkml:trace>
  <inkml:trace contextRef="#ctx0" brushRef="#br0" timeOffset="1420.31">4753 804 1136 0,'0'0'219'0,"0"0"-192"15,0 0-11-15,0 0 46 16,0 0-62-16,0 0 4 15,20 91-4-15,-6-31 11 16,0 2-6-16,-2-2-1 0,-3-2-4 16,-3-4 0-1,1-4-85-15,-3-11-146 0,3-16-210 16</inkml:trace>
  <inkml:trace contextRef="#ctx0" brushRef="#br0" timeOffset="1733.33">4946 914 1162 0,'0'0'155'0,"0"0"-144"16,0 0-8-16,0 0 23 0,0 0-8 16,0 0-17-16,-58 85 6 15,37-49-5-15,-1-1 3 16,2-8-5-16,1-7 0 15,9-9 7-15,7-10-2 16,3-1 4-16,0 0 37 16,1 0-32-16,20 0-5 15,3 0 7-15,10 0-9 16,3 0-7-16,1 9-1 16,1 6 1-16,0 5-1 15,-1 1-17-15,-4 2-84 16,-2-3-69-16,-8-6-248 15</inkml:trace>
  <inkml:trace contextRef="#ctx0" brushRef="#br0" timeOffset="1983.3">5216 890 1288 0,'0'0'78'15,"0"0"-78"-15,0 0-40 16,0 0 40-16,0 0 5 16,127 129 13-16,-87-61 13 15,-7 13-5-15,-12 8-7 16,-13 5-3-16,-8 0 1 16,0-7-10-16,-18-10-4 0,-1-14 4 15,1-9-7-15,1-17-76 16,4-17-109-16,1-17-250 15</inkml:trace>
  <inkml:trace contextRef="#ctx0" brushRef="#br0" timeOffset="2184.86">5758 1256 1523 0,'0'0'0'0,"0"0"-38"0,140-8 38 15,-82 4 0-15,-6 4-74 16,-10 0-174-16,-15 0-364 16</inkml:trace>
  <inkml:trace contextRef="#ctx0" brushRef="#br0" timeOffset="2320.63">5859 1482 1212 0,'0'0'340'15,"0"0"-340"-15,0 0-199 16,0 0 189-16,129 0-31 0,-65 0-162 16,-11-15-407-16</inkml:trace>
  <inkml:trace contextRef="#ctx0" brushRef="#br0" timeOffset="2903.65">6587 1377 991 0,'0'0'300'0,"0"0"-275"15,0 0-5-15,53-84 68 0,-24 51 1 16,-1-3-43 0,-1-2-16-16,-7 0 10 0,-7 0-18 15,-6 0-8-15,-7 2 0 16,0 0 2-16,-10 1-3 15,-7 2 3-15,1 6-5 16,2 7-3-16,9 11-6 16,4 9 1-16,1 0 0 15,0 3-3-15,0 28-23 16,0 18 13-16,10 21 10 16,5 9 3-16,-1 6 0 15,3 0 2-15,-2-1-1 16,1-8-3-16,-5-1 1 15,-1-7-1-15,-5-7-1 16,-5-7 0-16,0-8-76 16,0-16-72-16,-3-13-104 15,-6-14-238-15</inkml:trace>
  <inkml:trace contextRef="#ctx0" brushRef="#br0" timeOffset="3136.11">6757 1146 1275 0,'0'0'140'16,"0"0"-99"-16,0 0 24 15,0 0 13-15,0 0-50 16,0 0-28-16,54 11 0 0,-39 30 6 16,-7 9 2-1,-6 4-1-15,-2-1-1 0,0-7-1 16,-5-6-5-16,-3-10-2 15,-1-12-95-15,3-9-72 16,-3-9-94-16,-1-3-244 16</inkml:trace>
  <inkml:trace contextRef="#ctx0" brushRef="#br0" timeOffset="3392.11">6888 609 1233 0,'0'0'148'0,"0"0"-131"16,0 0-5-16,0 0 16 16,0 0-18-16,20 93 29 15,-5-45-19-15,-1 3-11 16,-3 0-8-16,-3-4 5 15,-1 0-6-15,-2-8-40 16,0-6-131-16,-5-12-219 16,0-12-231-16</inkml:trace>
  <inkml:trace contextRef="#ctx0" brushRef="#br0" timeOffset="3683.09">7015 691 1167 0,'0'0'140'0,"0"0"-138"0,0 0 14 16,0 0 30-16,0 0-25 15,0 0-18-15,0 54 2 16,-13-19 12-16,-6-3-2 16,0-5-7-16,8-11 1 15,6-8-4-15,5-8-4 16,0 0 3-16,0 0-4 15,15 0 0-15,10 0 12 16,6 0-3-16,3 0-5 16,2 13-3-16,-5 6-2 0,1 8-1 15,-2 5-24-15,0 2-72 16,-5 0-140-16,-3-3-321 16</inkml:trace>
  <inkml:trace contextRef="#ctx0" brushRef="#br0" timeOffset="3999.51">7749 672 1317 0,'0'0'207'0,"0"0"-206"0,0 0 2 16,0 0 4-16,0 0 1 16,0 0-6-16,-62 126 5 15,58-32 25-15,4 15-4 16,0 6 1-16,0-3 3 16,4-4-16-16,9-9-6 15,8-6-4-15,3-7-5 16,5-11-2-16,-3-12-15 15,-1-15-100-15,-3-18-113 16,0-19-187-16</inkml:trace>
  <inkml:trace contextRef="#ctx0" brushRef="#br0" timeOffset="4230.6">8020 866 1351 0,'0'0'235'16,"0"0"-235"-16,0 0-24 15,0 0 20-15,35 89 4 16,-15-27 30-16,2 1-18 16,-1 3-5-16,0-2-3 0,-7-5-4 15,0-2 0 1,-4-6-123-16,-7-14-144 0,-3-15-280 15</inkml:trace>
  <inkml:trace contextRef="#ctx0" brushRef="#br0" timeOffset="4411.31">8327 1122 1216 0,'0'0'160'15,"0"0"-160"-15,104-3 0 16,-52 3 1-16,1 0-1 0,4 0 0 16,0-3-15-16,-4-5-126 15,-5-5-283-15</inkml:trace>
  <inkml:trace contextRef="#ctx0" brushRef="#br0" timeOffset="4636.71">8988 717 1126 0,'0'0'210'0,"0"0"-196"16,0 0-5-16,0 0 49 0,0 0 7 16,0 0-52-1,6 24-10-15,13 11 2 0,1 7 0 16,2 3-5-16,-4 2 3 15,-2 1-3-15,-4 2-58 16,-7 1-111-16,-5-2-235 16</inkml:trace>
  <inkml:trace contextRef="#ctx0" brushRef="#br0" timeOffset="4814.76">8903 1264 1464 0,'0'0'30'0,"0"0"-25"16,0 0-5 0,123-41 29-16,-70 31-15 0,5 4-13 15,-7 3-1 1,-5 3-1-16,-11 0-122 0,-12 0-122 16,-10 0-258-16</inkml:trace>
  <inkml:trace contextRef="#ctx0" brushRef="#br0" timeOffset="5049.5">9123 1338 1213 0,'0'0'117'16,"0"0"-114"-16,0 106-3 0,14-45 31 15,-1 15 41 1,2 4-4-16,0 5-40 0,-2-5-17 15,-1-8 0-15,0-6-7 16,-4-5-2-16,-2-7-2 16,-2-10-52-16,-4-10-106 15,0-16-270-15,0-14-413 16</inkml:trace>
  <inkml:trace contextRef="#ctx0" brushRef="#br0" timeOffset="5280.72">9173 1647 1279 0,'0'0'146'0,"0"0"-134"15,0 0-1-15,0 0 25 16,0 0 4-16,109-53-19 16,-72 77 1-16,-6 10 1 15,-9 7 4-15,-12 1-13 16,-10 1-11-16,0-8 8 15,-18-4-4-15,-5-9-7 16,-4-11 0-16,3-11-83 16,1-2-55-16,4-29-147 15,5-17-375-15</inkml:trace>
  <inkml:trace contextRef="#ctx0" brushRef="#br0" timeOffset="5535.5">9467 641 1407 0,'0'0'145'16,"0"0"-145"-16,0 0 0 16,0 0 8-16,114 88 49 15,-72-16 7-15,-6 14-29 16,-8 9-8-16,-17 3 0 15,-11 5-15-15,-5-2-4 16,-25-3-7-16,-10-4-1 16,-12-3-1-16,-6-8-128 0,-11-13-167 15,-8-18-252 1</inkml:trace>
  <inkml:trace contextRef="#ctx0" brushRef="#br0" timeOffset="6249.11">6856 1207 569 0,'0'0'264'0,"0"0"-240"0,0 0 34 15,0 0 79-15,0 0-1 16,0 0-70-16,5-19-42 15,13 19 1-15,8 0 28 16,-3 3-14-16,0 13-20 16,-3 7-2-16,-3 5-2 15,-2 6-4-15,-3-3 2 16,-5-1-3-16,-6-6-4 16,-1-1-5-16,-1-1 3 15,-26 3 1-15,-15-3 13 16,-13-2-18-16,-9-8-128 15,-1-11-72-15,8-1-300 16</inkml:trace>
  <inkml:trace contextRef="#ctx0" brushRef="#br0" timeOffset="7402.34">10390 964 1296 0,'0'0'196'16,"0"0"-188"-16,0 0-8 15,0 0-9-15,0 0 2 16,0 0-77-16,0 0-78 16,32 6-41-16,-22 12-201 15</inkml:trace>
  <inkml:trace contextRef="#ctx0" brushRef="#br0" timeOffset="7549.2">10540 1224 1257 0,'0'0'10'0,"-86"74"-10"16,39-34-76-16,8-3 46 15,16-8-41-15,15-8-136 16,8-8-125-16</inkml:trace>
  <inkml:trace contextRef="#ctx0" brushRef="#br0" timeOffset="7931.96">11074 1138 1242 0,'0'0'126'0,"0"0"-126"15,52-87 0-15,-27 49 22 16,-2 1 42-16,1-4-28 15,-4 1-22-15,-7-1-1 16,-8 3-1-16,-5 1 6 16,0 3-2-16,-15-3-6 15,-5 5 9-15,2 8-7 16,6 10 14-16,3 10 3 0,6 4-13 16,2 0-15-1,-1 21-2-15,0 26-16 0,2 27 17 16,0 19 3-16,2 13-3 15,15 5 0-15,4 4 2 16,-1 4-2-16,1-1 5 16,-3-3-5-16,-5-9-29 15,-3-17-171-15,-5-16-104 16,-5-28-262-16</inkml:trace>
  <inkml:trace contextRef="#ctx0" brushRef="#br0" timeOffset="8167.43">11119 1132 739 0,'0'0'619'0,"0"-86"-550"16,29 62-62-16,11 10 0 16,11 6 55-16,10 8-11 15,-3 8-32-15,-5 17-10 16,-12 12-2-16,-16 1-5 15,-15 4 1-15,-10 2-2 16,-7-1 6-16,-24-2-1 16,-8-6-6-16,1-8-38 15,2-11-151-15,8-12-105 16,11-4-205-16</inkml:trace>
  <inkml:trace contextRef="#ctx0" brushRef="#br0" timeOffset="8802.6">11718 1045 456 0,'0'0'955'15,"0"0"-901"-15,0 0-53 16,0 0-1-16,108-10 45 0,-53 10-7 16,4 0-28-1,-2 4-4-15,-4 5-4 0,-4-2-1 16,-8-2 1-16,-7-3-1 16,-9-2-2-16,-8 0-22 15,-7 0-66-15,-5 0-64 16,-5 0 22-16,0 0 55 15,0 0 54-15,0-2 6 16,-5-1 16-16,0 1 9 16,0 2 59-16,3-1 7 15,1 1 20-15,1 0-27 16,0 0-31-16,0 0-24 16,0 0 1-16,0 0-3 15,0 0-11-15,0 0 1 16,0 0-1-16,0 0 9 0,0 0 1 15,0 0 14-15,0 0 27 16,-2 0 1-16,0 0 2 16,-3-8-5-16,-1-2-18 15,-3-8-21-15,-2-3-4 16,1 0-4-16,-1 1 4 16,6 7 2-16,4 7 4 15,1 3 1-15,0 3-12 16,0 0-1-16,0 0-8 15,0 3-9-15,5 14 15 16,5 5 2-16,0 4 0 16,-5 4 1-16,-2-2-1 0,-1-2-6 15,-2-1-109-15,2-7-118 16,-1-10-205-16</inkml:trace>
  <inkml:trace contextRef="#ctx0" brushRef="#br0" timeOffset="9318.77">12570 946 679 0,'0'0'280'0,"0"0"-222"16,0 0 53-16,0 0 22 15,0 0-13-15,0 0-22 16,32-32-67-16,-10 7 15 15,2-4-5-15,-7-1-14 16,-1-2-5-16,-8 1-10 0,-4 0 1 16,-4-1-8-16,0 0-1 15,0 1-1-15,-7-1-1 16,-5 8 0-16,0 6 5 16,4 9-6-16,3 7 12 15,1 2-12-15,1 18-1 16,2 26-18-16,1 21 13 15,0 19 3-15,4 6 2 16,15 7 2-16,6 3-1 16,-1-1-1-16,-1 4 2 15,-3-8-3-15,-3-5 1 16,-2-14-88-16,-7-12-136 16,-3-22-104-16,-3-18-291 15</inkml:trace>
  <inkml:trace contextRef="#ctx0" brushRef="#br0" timeOffset="9544.46">12676 979 1180 0,'0'0'239'0,"0"0"-206"16,0-90 8-16,30 79 7 15,9 9-6-15,6 2-13 16,1 13-11-16,-2 15-15 15,-10 5-3-15,-10 5 0 16,-12 0 0-16,-12 0 0 16,0 0 1-16,-23 0-5 0,-6-5-53 15,2-11-178 1,5-13-225-16</inkml:trace>
  <inkml:trace contextRef="#ctx0" brushRef="#br0" timeOffset="9932.78">12968 798 1317 0,'0'0'69'0,"0"0"-66"16,0 0-3-16,121 3 61 16,-79 23-35-16,-6 7-19 15,-2 5-1-15,-16 1-3 0,-8-3 1 16,-10-3-4-1,0-3 0-15,-8-4 4 0,-12-9 10 16,-1-4-9-16,1-10 8 16,6-3-8-16,3-16 15 15,4-20-10-15,7-12-10 16,0-4-2-16,7 1-6 16,14 11 8-16,3 11 0 15,2 10 1-15,4 10 7 16,3 9-8-16,3 0-4 15,0 9 4-15,-3 19-2 16,-4 6-2-16,-9 5 3 0,-8 2-1 16,-8-2 2-16,-4-5 0 15,0-7-102-15,0-9-132 16,0-15-199-16,-4-3-344 16</inkml:trace>
  <inkml:trace contextRef="#ctx0" brushRef="#br0" timeOffset="10081.62">13410 516 1129 0,'0'0'141'16,"0"0"-141"-16,0 0-90 16,0 0 82-16,0 0 2 0,12 108-248 15,-8-74-277-15</inkml:trace>
  <inkml:trace contextRef="#ctx0" brushRef="#br0" timeOffset="10817.41">13477 701 392 0,'0'0'878'0,"0"0"-878"15,0 0-10-15,0 0 10 16,0 0 41-16,90 122-20 15,-72-72-9-15,-5-1-4 16,-4-7 1-16,-2-7-6 16,-5-13 2-16,-1-8-3 0,-1-10 3 15,0-4 0-15,2 0 5 16,-2-9 20-16,0-13-14 16,0-13-8-16,0-7-4 15,0-4 4-15,4 4 6 16,6 10 9-16,6 12 1 15,-1 14-2-15,0 6-22 16,1 1-6-16,3 25 1 16,-3 5 3-16,1 9 2 15,-5-3 8-15,-2-2-8 16,-3-8-1-16,-4-8 1 16,-3-8 3-16,0-7-2 15,0-4 1-15,0 0 11 0,2-11 10 16,3-12 7-16,-2-12-28 15,4-4 3-15,1-3-1 16,1 6-2-16,1 9 1 16,1 10 6-16,2 14-4 15,3 3-5-15,0 9-16 16,4 22 6-16,1 9 10 16,-1 5 0-16,0-1 1 15,-2-7 1-15,0-10-2 16,1-11-1-16,1-11 0 15,3-5-4-15,6-5 2 16,3-21 2-16,-3-7-10 16,-2-8 11-16,-3-2 0 15,-7 1 1-15,-9 1 5 0,-5 6-3 16,-3 9 2-16,0 6 6 16,-14 7 8-16,-2 12 26 15,-4 1-23-15,0 9-21 16,-3 21-1-16,2 14 0 15,7 10 0-15,10 1 8 16,4-2-7-16,4-9-2 16,22-12 0-16,13-11-3 15,10-12-3-15,21-9-13 16,-1 0-100-16,-1-17-156 16,-15-2-381-16</inkml:trace>
  <inkml:trace contextRef="#ctx0" brushRef="#br0" timeOffset="11168.4">12182 1523 1362 0,'0'0'93'16,"138"-3"-93"-16,-11-4 0 15,32-1 9-15,29-1 11 16,32 0 9-16,13-3-13 15,5 2-14-15,-12 3 6 16,-24 6-8-16,-36 1-9 16,-39 0-43-16,-42 3-89 15,-40 4-64-15,-35-2-179 16,-17-2-32-16</inkml:trace>
  <inkml:trace contextRef="#ctx0" brushRef="#br0" timeOffset="11448.11">12437 1792 1405 0,'0'0'0'0,"187"0"-14"16,-42-4 14-16,29-12 57 15,17-9 39-15,11-3-31 16,-5 1-16-16,-19 4-12 0,-21 10-33 16,-29 4 3-1,-22 4-7-15,-22 2-13 0,-26 2-46 16,-19-1-67-16,-18-2-80 16,-9-5-115-16,-11-5-204 15</inkml:trace>
  <inkml:trace contextRef="#ctx0" brushRef="#br0" timeOffset="11801.97">14970 869 715 0,'0'0'965'0,"0"0"-950"16,0 0-15-16,0 0-39 16,0 0 39-16,-6 86 4 15,9-42 3-15,8-8-4 16,-1-14 12-16,-2-9 10 16,-3-9-1-16,0-4 25 15,9 0 19-15,19-24 4 16,27-20-18-16,29-16-32 15,18-14-13-15,8-7-4 0,-1-3-3 16,-2 6-4 0,-11 9-16-16,-18 19-41 0,-21 18-24 15,-27 15-111 1,-27 14-351-16</inkml:trace>
  <inkml:trace contextRef="#ctx0" brushRef="#br1" timeOffset="18347.16">1762 4117 375 0,'0'0'120'15,"0"0"-49"-15,0 0 11 16,0 0-1-16,0 0-8 16,0 0-21-16,16 13 61 0,-2-16 43 15,4-17-40-15,7-5-45 16,1-7-28-16,0-5 1 15,-3-1-4-15,-4-7-24 16,-4 0 1-16,-5-1-9 16,-7 6-6-16,-3 0 4 15,0 5-1-15,-6 3 0 16,-11 0 2-16,0 6-7 16,2 9 5-16,4 6 3 15,4 6 14-15,4 5 24 16,3 0-43-16,-2 0-3 15,2 17 0-15,0 28-9 16,0 31 9-16,2 21 3 0,16 13 0 16,7 7 0-1,0-2 1-15,4-5-1 0,-3-7-3 16,-3-9 1-16,-4-14-2 16,-4-15 1-16,-5-9-48 15,-6-12-120-15,-3-15-52 16,-1-14-272-16</inkml:trace>
  <inkml:trace contextRef="#ctx0" brushRef="#br1" timeOffset="18584.59">1954 3978 1165 0,'0'0'140'0,"34"-80"-90"16,11 54-47-16,11 10 5 15,9 8 58-15,-7 8-28 16,-7 11-27-16,-11 18-3 16,-12 13-8-16,-17 4 0 15,-11 7-5-15,-5 1 10 16,-27-3-5-16,-5-4 0 16,-3-10-82-16,5-11-86 15,7-13-139-15,7-13-190 16</inkml:trace>
  <inkml:trace contextRef="#ctx0" brushRef="#br1" timeOffset="18863.25">2561 3538 1172 0,'0'0'81'16,"0"0"-73"-16,0 0 24 16,0 0 33-16,-58 78-31 15,54-10-22-15,4 27 26 0,0 15 1 16,7 7-12 0,9 1-15-16,3-13-12 0,4-10 6 15,4-14-6-15,5-17-1 16,1-12-90-16,2-15-112 15,-3-15-239-15</inkml:trace>
  <inkml:trace contextRef="#ctx0" brushRef="#br1" timeOffset="20112.24">3009 3866 408 0,'0'0'488'16,"0"0"-411"-16,0 0-71 15,0 0 37-15,0 0 75 16,0 0-46-16,-27-40-37 16,22 28 19-16,-2 3-17 15,4 0 6-15,0 3-19 16,3 3 8-16,0-2-4 15,0 4 8-15,0-1-23 16,0 1-13-16,0 1-1 16,13 0-1-16,7 0 3 0,7 0-1 15,3 0 2 1,2 0-2-16,1 1 1 0,1-1 1 16,-7 0-1-16,-7 0 1 15,-8 0-1-15,-8 0 3 16,-4 0-1-16,0 0 14 15,0 0 20-15,0 0-8 16,0 0-13-16,0 0-3 16,0 6-13-16,0 21 0 15,0 17 0-15,0 12 0 16,-3 6 3-16,2-4-3 16,-3-3 1-16,1-4-1 15,-2-1-2-15,1-3 0 16,-1-7-133-16,0-10-97 15,2-17-246-15</inkml:trace>
  <inkml:trace contextRef="#ctx0" brushRef="#br1" timeOffset="20896.23">3308 3405 20 0,'0'0'1018'0,"0"0"-936"0,0 0-57 15,0 0 26-15,18-83 5 16,9 76-33-16,5 7-16 16,0 0-7-16,-6 0 0 15,-2 13 0-15,-7 6-3 16,-9 4 2-16,-6 0 2 15,-2 4 0-15,-7-2 0 16,-15 1 6-16,-6-3-1 16,3-6-3-16,0-5 1 0,6-5 5 15,11-6 0 1,3-1 0-16,5 0-7 0,0 0 9 16,0 0-11-16,15-9-2 15,6 1-5-15,8 4 6 16,0 4-1-16,-3 0 0 15,-3 0-4-15,-4 8 3 16,-2 4 0-16,-9 1 2 16,-3 2 0-16,-5 0 1 15,0 0 15-15,-5 2 28 16,-17-2 25-16,-3-1 9 16,-6 3-36-16,-4-1-13 15,1-2-19-15,6-1-8 16,4-3 0-16,7-2-1 15,7-1-19-15,9-2-91 0,1-4-67 16,14-1-142 0,17-7-198-16</inkml:trace>
  <inkml:trace contextRef="#ctx0" brushRef="#br1" timeOffset="21162.69">3695 3287 1233 0,'0'0'114'15,"0"0"-114"-15,0 0 0 0,0 0 17 16,133 50 21 0,-59 1 2-16,1 14 3 0,-8 12-12 15,-15 5-2-15,-17 7-4 16,-20 9-18-16,-15 2 11 15,-12 4 0-15,-31-1-2 16,-17-9-15-16,-11-10-1 16,0-8-25-16,2-18-187 15,7-18-155-15</inkml:trace>
  <inkml:trace contextRef="#ctx0" brushRef="#br1" timeOffset="22253.61">4905 3765 1006 0,'0'0'317'0,"0"0"-210"16,0 0-107-16,0 0 0 15,0 0 0-15,0 0 5 16,131-15 0-16,-66 15-5 15,0 0-82-15,-8 0-226 16,-19 0-443-16</inkml:trace>
  <inkml:trace contextRef="#ctx0" brushRef="#br1" timeOffset="22403.35">4930 4035 1292 0,'0'0'0'0,"0"0"-152"16,145-27 117-16,-64 12-1 16,9-4-135-16,1-5-106 15</inkml:trace>
  <inkml:trace contextRef="#ctx0" brushRef="#br1" timeOffset="22745.28">5681 3518 1248 0,'0'0'68'0,"0"0"-68"16,0 0 0-16,0 0 16 15,0 0 29-15,120-14-8 16,-68 13-13-16,-5 1-14 15,-6 0 2-15,-9 0-5 16,-8 6-4-16,-6 10-2 16,-6 8 3-16,-4 12 4 15,-3 9 5-15,-5 5 1 16,0 2 14-16,0 4 6 16,-5 1-19-16,-5 4-15 15,-4-3 3-15,0-2-3 16,-1-8-2-16,3-7-116 15,5-12-88-15,4-10-290 16</inkml:trace>
  <inkml:trace contextRef="#ctx0" brushRef="#br1" timeOffset="23263.59">6072 3149 205 0,'0'0'1042'0,"0"0"-995"16,0 0-42-16,28-84 5 15,4 69 30-15,3 6-13 16,0 5-20-16,-5 4 5 15,-8 0-12-15,-10 11-2 16,-5 6 0-16,-7 0 1 16,0 7-2-16,-10 5 3 15,-12-3 14-15,2-5-8 16,5-7-4-16,8-8 1 16,7-6 1-16,0 0 0 15,0 0-2-15,0 0-2 16,7 0-9-16,16 0 9 15,7 0 3-15,4 0-2 0,-6 2-2 16,-5 7-1 0,-8 4-4-16,-3 5 3 0,-5 0 3 15,-5 3 7-15,-2 0 5 16,0 0 39-16,-21 0 11 16,-3-3-19-16,-2-1-23 15,1-5-14-15,4-3-6 16,0-2-4-16,7-4-4 15,-2-1-112-15,6-2-48 16,7 0-121-16,3 0-308 16</inkml:trace>
  <inkml:trace contextRef="#ctx0" brushRef="#br1" timeOffset="23645.33">7045 3066 1253 0,'0'0'151'0,"0"0"-150"0,0 0-1 16,0 0 57-16,0 0-16 15,-87 141-24-15,80-45 6 16,7 15 25-16,0 13-19 16,2 1-11-16,13 3-14 15,5-4 3-15,4-15-4 16,5-16 1-16,5-19-4 15,1-15-1-15,-1-16-81 16,0-14-96-16,0-18-68 16,-4-11-310-16</inkml:trace>
  <inkml:trace contextRef="#ctx0" brushRef="#br1" timeOffset="23872.15">7414 3378 1220 0,'0'0'292'0,"0"0"-292"16,0 0 3-16,0 0-4 16,7 116 2-16,11-67 2 15,1-2 0-15,-1-3-1 16,-5-4 0-16,-1-2-4 15,-3-7-160-15,-5-9-110 0,-1-6-323 16</inkml:trace>
  <inkml:trace contextRef="#ctx0" brushRef="#br1" timeOffset="24044.48">7709 3530 615 0,'0'0'821'0,"0"0"-819"16,105-21 4-16,-36 13-6 16,7 1 3-16,3 3-3 15,3 3-61-15,-2-2-97 16,-8-3-245-16</inkml:trace>
  <inkml:trace contextRef="#ctx0" brushRef="#br1" timeOffset="24268.18">8536 3137 1323 0,'0'0'154'0,"0"0"-154"16,0 0-16-16,0 0 16 15,-10 76 0-15,25-17 10 16,2 5 0-16,3-1-1 15,-3-3-9-15,1-1 2 16,-6-5-1-16,-2-1-1 0,-5-7-181 16,-5-5-190-16</inkml:trace>
  <inkml:trace contextRef="#ctx0" brushRef="#br1" timeOffset="24465.96">8392 3852 1189 0,'0'0'294'0,"0"0"-286"0,0 0-5 15,127-47-3 1,-66 38 16-16,6 1-10 0,-2 5-6 16,-3 2-2-16,-13 1-105 15,-11 0-156-15,-18 0-356 16</inkml:trace>
  <inkml:trace contextRef="#ctx0" brushRef="#br1" timeOffset="24879">8613 4293 328 0,'0'0'908'0,"0"0"-883"0,0 0-22 16,0 0 2-16,0 0 5 16,0 0 7-16,112 32 15 15,-79-48-8-15,-4-2-18 16,-9-2-3-16,-8-1 0 16,-8-5-1-16,-4-1 12 15,0-1 11-15,-3-1-3 16,-13 0 3-16,-4 2-5 15,3 6 12-15,4 7 4 16,4 7 4-16,8 7-7 16,-1 0-22-16,2 17-11 15,0 22 0-15,0 20 1 16,0 13 8-16,6 4 0 16,6 3 6-16,2-1 17 0,-3-4-23 15,1-4-7-15,0-4-1 16,-8-4-1-16,0-6-8 15,-4-9-123-15,0-13-168 16,0-15-386-16</inkml:trace>
  <inkml:trace contextRef="#ctx0" brushRef="#br1" timeOffset="25108.38">8777 4291 1246 0,'0'0'158'0,"0"0"-151"0,0 0-5 16,122-31 80-16,-87 40-31 15,-5 15-13-15,-6 7-14 16,-14 3-6-16,-9 1-6 16,-1-3-5-16,-5-4-3 15,-13-7-4-15,-2-4-3 16,0-9-98-16,1-8-165 15,5-5-356-15</inkml:trace>
  <inkml:trace contextRef="#ctx0" brushRef="#br1" timeOffset="25395.18">8989 3149 969 0,'0'0'424'16,"0"0"-403"-16,0 0-16 15,0 0-5-15,124 92 2 16,-67-11 27-16,1 13 12 16,-6 8-22-16,-11 5 7 15,-14 11 0-15,-15 5 7 16,-12 2-13-16,-6-5-12 15,-23-15-1-15,-7-12-5 0,-3-17-2 16,-1-16-6 0,2-18-165-16,3-17-232 0</inkml:trace>
  <inkml:trace contextRef="#ctx0" brushRef="#br1" timeOffset="25889.16">9656 3565 1163 0,'0'0'196'16,"0"0"-196"-16,116-13-7 15,-48-4 7-15,6 1 0 16,1 2-56-16,-13 3-209 16,-22 3-284-16</inkml:trace>
  <inkml:trace contextRef="#ctx0" brushRef="#br1" timeOffset="26039.34">9763 3791 1204 0,'0'0'155'0,"0"0"-155"16,0 0-12-16,87 0 8 16,-16-6 2-16,16-12-129 15,4-6-187-15,-7-3-243 16</inkml:trace>
  <inkml:trace contextRef="#ctx0" brushRef="#br1" timeOffset="26397.24">10390 3101 1279 0,'0'0'105'0,"0"0"-103"15,0 0-2-15,0 0 35 16,105-21 14-16,-46 19-22 15,3 2-15-15,-5 0 7 16,-7 0-16-16,-11 0 3 16,-15 0-4-16,-8 0-1 15,-12 0 1-15,-4 0 0 0,0 0 5 16,0 8 3 0,0 12-9-16,0 16 12 0,0 10 33 15,0 12-13-15,0 5-19 16,0 2-8-16,-1 1-1 15,1-2-5-15,0-6-1 16,0-10-3-16,0-8-115 16,7-16-142-16,1-14-326 15</inkml:trace>
  <inkml:trace contextRef="#ctx0" brushRef="#br1" timeOffset="26878.47">10824 2819 1265 0,'0'0'106'0,"0"0"-101"15,0 0 4-15,7-76 71 16,20 67-58-16,5 5-18 15,0 4-3-15,-4 0 1 16,-8 1-2-16,-8 11-3 16,-7 2-7-16,-5 8 9 0,0 4 1 15,-5 1 0 1,-7-2 3-16,2-9-1 0,5-6 0 16,5-9 0-16,0-1-2 15,0 0 0-15,0 2 0 16,14 0 3-16,7 4-2 15,6 3 2-15,0 5-2 16,3 6-1-16,-5 2 0 16,-3 0 1-16,-8-3 0 15,-8 0 2-15,-6-1 0 16,0 1 15-16,-3-1 37 16,-18-1-5-16,-3-2-17 15,-3-1-24-15,2-3-5 16,0-5-4-16,-2 0-21 15,-5 1-126-15,-3-1-142 0,0-1-390 16</inkml:trace>
  <inkml:trace contextRef="#ctx0" brushRef="#br1" timeOffset="27911.31">8802 4284 423 0,'0'0'247'0,"0"0"-177"15,0 0 17-15,0 0 58 16,-100-68 16-16,83 54-53 15,2 0-43-15,3 1 12 16,5 4 4-16,3 1-24 16,-2 3-9-16,5 5-16 15,-1 0 3-15,2 0-3 16,0 0-10-16,0 0-18 0,-1 0 4 16,-1 0 0-16,0 0-1 15,2 0-4-15,-3 0-1 16,-2 0-1-16,-8 2-2 15,-6 11 1-15,-1-2 0 16,0 1 2-16,1-4-1 16,4-2-1-16,1-4 4 15,4-2 2-15,3 0 24 16,2 0-13-16,3 0-1 16,2 0-3-16,0 0-4 15,0 0-5-15,0 0 1 16,0 0-4-16,0 0-2 15,14 0 0-15,10-1 1 0,11-5 8 16,11 0-7 0,5 0 1-16,7 0 1 0,-2 2-3 15,-2-2 0-15,-8 2-3 16,-7-2 3-16,-13 4 1 16,-8 0-1-16,-10 2 0 15,-3-1 0-15,-5 1 3 16,0 0 3-16,0 0-1 15,0 0 3-15,0 0-1 16,0 0-5-16,0 22-2 16,0 21 2-16,0 19 11 15,-3 16 6-15,-3 10-11 16,2 5 8-16,0 3-3 16,1-4-7-16,3-9 0 0,0-14-3 15,0-13-3-15,0-12-2 16,0-13 1-16,1-10 0 15,-1-8-6-15,2-6-37 16,-2-7-16-16,0 0-25 16,0-11-53-16,0-19-221 15,-14-15-452-15</inkml:trace>
  <inkml:trace contextRef="#ctx0" brushRef="#br1" timeOffset="28358.97">8795 4516 1182 0,'0'0'216'0,"0"0"-180"0,0 0 0 16,0 0 35-16,0 0-27 16,0 0-12-16,141 2 7 15,-64-2-20-15,-2 0-12 16,-10 0-7-16,-15 0 0 16,-12 0 0-16,-12 0-3 15,-8 0-53-15,-4-3-75 16,-6-5-60-16,-1-4-121 15,-4-5-285-15</inkml:trace>
  <inkml:trace contextRef="#ctx0" brushRef="#br1" timeOffset="28935.76">11345 3262 1128 0,'0'0'231'16,"0"0"-215"-16,0 0-10 15,0 0-5-15,0 0-2 16,0 0-63-16,-17 0-141 0,21 0-189 16</inkml:trace>
  <inkml:trace contextRef="#ctx0" brushRef="#br1" timeOffset="29427.43">11902 2854 964 0,'0'0'249'0,"0"0"-212"0,0 0 32 16,0 0 63-16,0 0-41 16,0 0-33-16,-90-48-35 15,66 67-12-15,-1 19 2 16,0 15 3-16,6 15-6 15,9 2-6-15,10-4 0 16,2-8 1-16,26-16-5 16,16-11-1-16,8-13 1 15,8-12 4-15,0-6-4 0,-5-3 4 16,-10-18 1 0,-13-1-2-16,-12-2 2 0,-11-1 0 15,-9 0 9-15,0 2 22 16,-24 1-21-16,-11 3-10 15,-5 6-5-15,-3 10-1 16,-1 3 0-16,5 18-2 16,3 15-6-16,6 7-51 15,10 3-51-15,8-1-106 16,9-4-110-16,1-3-334 16</inkml:trace>
  <inkml:trace contextRef="#ctx0" brushRef="#br1" timeOffset="29663.51">11569 3609 1316 0,'0'0'200'0,"0"0"-200"15,0 0 0-15,0 0 67 16,139-9 12-16,-57 3-49 15,5-1-13-15,-6-1-17 16,-9 1 0-16,-13 0-4 16,-14 4-104-16,-15-1-146 15,-20 0-139-15,-10 4-528 16</inkml:trace>
  <inkml:trace contextRef="#ctx0" brushRef="#br1" timeOffset="29946.01">11833 3759 828 0,'0'0'675'0,"0"0"-651"15,0 0-9-15,0 0-12 16,114-13 52-16,-54 13-38 16,1 0-10-16,-6 12 2 15,-10 8-8-15,-12 5 3 16,-10 10-3-16,-13 6 0 15,-10 8 6-15,0 7 0 0,-16 1 5 16,-10-1-8-16,3-5-3 16,3-5 0-16,5-7 0 15,7-7-2-15,8-6-18 16,0-13-201-16,7-10-131 16,9-3-498-16</inkml:trace>
  <inkml:trace contextRef="#ctx0" brushRef="#br1" timeOffset="30351.5">12632 3307 1469 0,'0'0'170'0,"0"0"-166"16,0 0-4-16,0 0 0 16,0 0-3-16,0 0-83 15,7-11-1-15,6 15-45 16,-4 2 4-16,-3-3-1 16,-4-3 66-16,-2 0 63 15,0 0 13-15,0 0 55 16,0 0 33-16,0 0-3 15,0 0-22-15,2 3-23 16,4-2-8-16,10 2-18 0,5-2 26 16,14-1-6-16,7 0-15 15,3 0-16-15,2-8 2 16,-3-1-14-16,-1 1-3 16,-3 2-2-16,-7 3 0 15,-6 3-34-15,-8 0-154 16,-13 0-139-16,-6 0-406 15</inkml:trace>
  <inkml:trace contextRef="#ctx0" brushRef="#br1" timeOffset="30516.48">12664 3514 1167 0,'0'0'148'16,"0"0"-148"-16,0 0 0 15,136 0 6-15,-73 0-6 16,7-5-100-16,-3-10-197 16,-11-6-464-16</inkml:trace>
  <inkml:trace contextRef="#ctx0" brushRef="#br1" timeOffset="31077.8">13729 2787 1071 0,'0'0'176'0,"0"0"-164"16,0 0 87-16,0 0 42 0,0 0-68 15,0 0-41-15,-60-17-13 16,37 40 1-16,-3 13-6 15,1 12-2-15,2 16 12 16,6 8-2-16,9 4-12 16,8-2 2-16,10-13-4 15,27-14-7-15,9-14-1 16,8-15 0-16,-2-12 2 16,-7-6 2-16,-12 0-3 15,-10-8 0-15,-9-8 1 16,-12-4 0-16,-2-4 3 15,0 1-4-15,-26-1 4 16,-7 7 1-16,-7 3-1 0,-1 8 4 16,-3 6-9-1,2 3 0-15,3 24-4 0,8 6-8 16,14 4-55-16,17 0-131 16,0-12-129-16,28-10-365 15</inkml:trace>
  <inkml:trace contextRef="#ctx0" brushRef="#br1" timeOffset="31214.88">13988 3265 1335 0,'0'0'191'0,"0"0"-191"0,0 0 4 16,0 0-4-16,0 0-38 15,0 0-163-15,27-35-261 16</inkml:trace>
  <inkml:trace contextRef="#ctx0" brushRef="#br1" timeOffset="31543.36">14207 2877 1257 0,'0'0'179'0,"0"0"-167"16,0 0 34-16,0 0 25 15,0 0-54-15,0 0-12 0,72-18 4 16,-28 16-6-16,-3-1 2 16,-9 0-5-16,-8 2 1 15,-14-1 3-15,-5 2 0 16,-4 0 1-16,2 2 5 16,-1 17 3-16,-2 11 22 15,0 8 1-15,0 9-7 16,0 5-17-16,-8 3-5 15,3 2-4-15,1-7-2 16,3-4-1-16,1-7-2 16,0-9-40-16,0-9-135 15,7-13-208-15,1-8-464 16</inkml:trace>
  <inkml:trace contextRef="#ctx0" brushRef="#br1" timeOffset="31880.11">14490 2492 1499 0,'0'0'71'0,"0"0"-70"16,0 0 2-16,0 0 16 15,122-30-12-15,-87 34-2 16,-9 15-2-16,-10 6-3 15,-13 3-1-15,-3 6 1 16,-17 1 1-16,-18 2-1 0,-5-3 3 16,3-9 1-16,9-9 1 15,13-10-4-15,12-6 20 16,3 0 16-16,4 0-26 16,31-3-10-16,16-6 10 15,14 2-8-15,5 2-3 16,2 2 0-16,0 3-3 15,-4 0-50-15,-6 0-44 16,-13 13-104-16,-17 1-208 16</inkml:trace>
  <inkml:trace contextRef="#ctx0" brushRef="#br1" timeOffset="32177.29">13823 3567 1330 0,'0'0'206'0,"128"-11"-201"16,-22 6-1-16,19-8 55 15,7 2-10-15,-7-3-23 0,-14 4-19 16,-23 1-3 0,-22 2-4-16,-24 3-84 0,-19-1-157 15,-22-2-191-15,-2-1-496 16</inkml:trace>
  <inkml:trace contextRef="#ctx0" brushRef="#br1" timeOffset="32377.02">13752 3728 1580 0,'0'0'200'16,"0"0"-200"0,146-6-35-16,-26-6 35 0,19-6 10 15,8-3-10-15,-3-1-2 16,-12-2-2-16,-18 0-117 15,-28 1-261-15,-28-3-555 16</inkml:trace>
  <inkml:trace contextRef="#ctx0" brushRef="#br1" timeOffset="33747.4">2017 6086 1082 0,'0'0'161'16,"0"0"-144"-16,0 0-7 16,0 0 32-16,0 0 40 15,0 0-30-15,0 0-34 16,-49-19-15-16,49 19-3 15,-2 0 3-15,0 0-3 16,0 0 1-16,1 0 6 16,-1 0 12-16,2 0-5 15,-2 0-6-15,2 0-4 16,0 0 0-16,0 0-3 16,0 0 2-16,0 0 1 15,0 0 0-15,0 0-3 0,0 0 1 16,0 0 3-16,0 0-3 15,0 0-2-15,0 0 3 16,0 0-3-16,0 0 0 16,0 0-2-16,0 0-1 15,0 0-2-15,0 0 0 16,0 0 4-16,0 0 1 16,0 0 3-16,0 0 3 15,0 0-4-15,0 0 3 16,0 0-3-16,0 0-2 15,0-3-18-15,0-8-127 16,0-9-253-16</inkml:trace>
  <inkml:trace contextRef="#ctx0" brushRef="#br1" timeOffset="34430.97">2069 3584 366 0,'0'0'149'0,"0"0"-96"16,0 0 2-16,0 0 15 15,0 0 33-15,-107-68-24 16,78 62-16-16,-2 1-3 16,0 5 38-16,-7 0-47 15,2 2-8-15,-6 18 10 16,-1 13-28-16,1 16 39 15,3 20-30-15,13 18-4 16,16 10 7-16,10 0-15 16,14-3-7-16,28-11-5 15,10-14-6-15,13-14 5 16,9-12-5-16,10-16-2 0,4-12 4 16,1-15-5-1,-9 0 5-15,-16-18-6 0,-18-9-12 16,-21-4-10-16,-19-5-1 15,-6-3-31-15,-18-6-11 16,-15-4-15-16,-6-2-31 16,-7-7-47-16,4 1 2 15,-1 2-11-15,5 0 25 16,6 6 23-16,5 6-20 16</inkml:trace>
  <inkml:trace contextRef="#ctx0" brushRef="#br1" timeOffset="34676.81">2099 3344 445 0,'0'0'212'0,"0"0"-108"16,0 0-40-16,-31-78 47 15,26 75 47-15,0 3-84 16,1 12-74-16,-3 28-2 15,1 27 2-15,-5 25 34 16,-8 28-12-16,-1 27-9 16,-2 16-10-16,-5 13-2 15,5-1-1-15,-1-5-100 16,1-13-171-16,1-9-99 16</inkml:trace>
  <inkml:trace contextRef="#ctx0" brushRef="#br1" timeOffset="35459.75">2241 6206 1177 0,'0'0'125'0,"0"0"-102"15,-80 90-21-15,67-21-2 16,13 1 4-16,0 4 8 16,20-6-5-16,14-15-7 15,7-13 1-15,8-20 0 0,6-20 6 16,0-10 11-16,-3-27-2 15,-6-11 5-15,-12-10-1 16,-14-3 9-16,-16-4 0 16,-4-3 22-16,-27-1 6 15,-23 4-34-15,-15 10-19 16,-7 14-4-16,0 19-9 16,6 18 1-16,11 4 5 15,13 24-58-15,16 8-54 16,18 1-10-16,8-4-34 15,17-12-55-15,29-14-32 16,8-3 83-16,5-25 66 0,-1-12 48 16,-15-4 49-16,-11 4 10 15,-19 4 111-15,-13 3 122 16,0 3-36-16,-4 1-16 16,-12 5-78-16,1 3 1 15,3 5-44-15,7 8-22 16,2 3 18-16,3 2-28 15,0 21-38-15,0 29-17 16,5 27 17-16,8 24 4 16,-6 14 8-16,-4 10-9 15,-3 3 2-15,0-10-4 16,-1-11-1-16,-8-13-22 16,1-16-116-16,3-19-76 0,0-18-255 15</inkml:trace>
  <inkml:trace contextRef="#ctx0" brushRef="#br1" timeOffset="35810.24">2924 5768 1244 0,'0'0'97'0,"0"0"-70"16,0 0 13-16,0 0 29 15,0 0-48-15,-72 106-17 16,59-3 13-16,1 29 34 15,5 14-27-15,7 4-8 16,0-7-14-16,12-20-2 16,18-18 0-16,12-23-17 15,11-21-109-15,8-17-48 16,0-20-119-16,-4-16-377 16</inkml:trace>
  <inkml:trace contextRef="#ctx0" brushRef="#br1" timeOffset="36926.19">3423 6363 357 0,'0'0'397'0,"0"0"-301"15,0 0-46-15,0 0 80 16,0 0-37-16,0 0-7 15,-16-24-34-15,16 22-11 16,0-2 0-16,0 0-4 16,0-3-5-16,0-3-3 15,0-4 1-15,0-4-17 16,0-3 3-16,12 0-10 0,6 0 0 16,4 3-5-1,4 6-1-15,6 11 0 0,0 1-2 16,0 11-4-16,-4 18 4 15,-6 9-4-15,-9 2 6 16,-8 1 1-16,-5 0-1 16,0 0 6-16,-18-1-3 15,-11-1-1-15,-2-6 14 16,2-5-7-16,10-12 1 16,5-7-6-16,9-5-1 15,5-4 9-15,0-1 5 16,0-20-17-16,13-5-11 0,14-2 3 15,8 5-4 1,3 6-2-16,2 10 2 16,-1 7-1-16,-2 8 6 0,-5 25 1 15,-4 8 4-15,-9 6-1 16,-10 3 1-16,-9-3 2 16,0-7 9-16,-12-3 6 15,-12-8 17-15,-8-4 1 16,-5-7-1-16,-3-4-13 15,1-5-9-15,3-6-5 16,4-3 0-16,0 0-5 16,6 0-7-16,2-9-95 15,6-1-71-15,11-6-49 16,7 0-221-16,0-5-259 16</inkml:trace>
  <inkml:trace contextRef="#ctx0" brushRef="#br1" timeOffset="37565.12">3711 5968 463 0,'0'0'248'0,"0"0"-139"16,0 0 34-16,0 0-7 16,0 0-10-16,0 0-63 15,-10-19-24-15,10 19-8 16,0 0 0-16,0 0-6 15,0 0-3-15,0 0 0 16,0 0 9-16,0 0-11 16,0 0-3-16,0-1-11 15,0 1 2-15,0 0-2 16,0-2-3-16,0 2-2 16,0 0-1-16,0 0 1 0,0 0-1 15,0-1 4-15,0 1-3 16,0 0 2-16,0 0 1 15,0 0 2-15,0 0 4 16,0-1-5-16,0 1 2 16,0 0-6-16,0 0 0 15,0 0-2-15,0 0 4 16,0 0-3-16,0 0 0 16,0 0 2-16,0 0 1 15,0 0 4-15,0 0 2 16,0 0-2-16,0 0-5 0,0 0-1 15,0 0-1-15,0 0-5 16,0 0 5-16,0 0-3 16,0 0-2-16,0 0-9 15,0 0-31-15,0 0-63 16,0 0-69-16,0 0-202 16,4-8-126-16</inkml:trace>
  <inkml:trace contextRef="#ctx0" brushRef="#br1" timeOffset="39695.33">3820 5688 679 0,'0'0'157'0,"0"0"-101"16,0 0-8-16,0 0 26 16,0 0-33-16,0 0-30 15,0-9-2-15,0 16 11 16,-12 14 38-16,-8 9-3 15,-12 7-24-15,-6 1-16 0,-2-1-7 16,3-6-5 0,7-7 1-16,10-11-4 0,10-5 1 15,7-6 7-15,3-2-5 16,0 0-1-16,1 0-2 16,15 0 0-16,10 0-3 15,7 0 6-15,4 0-2 16,5 0-1-16,0 0 1 15,-2 0 0-15,-5 0 0 16,-6 0-1-16,-13-2 3 16,-8 0-2-16,-5 0 2 15,-3-3 12-15,0-3 60 16,0-5-29-16,-3-2-37 16,-5 0-7-16,-4-1 8 15,1 2 13-15,2 4 23 0,3 3-28 16,2 4-3-16,4 3-3 15,0 0-12-15,0 20-9 16,0 17-1-16,0 15 10 16,8 10 1-16,1 7 0 15,0 0-1-15,2-1 0 16,-1-7-1-16,2-9-140 16,1-15-35-16,0-19-215 15</inkml:trace>
  <inkml:trace contextRef="#ctx0" brushRef="#br1" timeOffset="39959.58">4164 5697 1337 0,'0'0'26'16,"0"0"-13"-16,84 93-13 15,-28-19 35-15,6 14 33 16,-7 13-13-16,-9 12-5 16,-16 3-8-16,-19 5-18 15,-11-2-9-15,-16-4-11 16,-31-7-2-16,-18-7-4 16,-8-10-8-16,-1-14-114 0,0-18-186 15,9-21-515 1</inkml:trace>
  <inkml:trace contextRef="#ctx0" brushRef="#br1" timeOffset="40909.36">5490 6311 1046 0,'0'0'212'0,"0"0"-149"0,0 0-52 16,0 0 6-16,0 0 21 15,0 0-22-15,96-15 0 16,-31 15-4-16,7 0-12 16,-2-4-5-16,-8-5-249 15,-21 0-323-15</inkml:trace>
  <inkml:trace contextRef="#ctx0" brushRef="#br1" timeOffset="41059.32">5620 6548 1272 0,'0'0'231'16,"0"0"-231"-16,0 0-131 0,0 0 131 15,141 3 0 1,-64-3-3-16,13-11-205 0,0-7-174 16</inkml:trace>
  <inkml:trace contextRef="#ctx0" brushRef="#br1" timeOffset="41608.37">6413 6082 1352 0,'0'0'73'16,"0"0"-62"-16,0 0 46 16,29-77-18-16,14 64-30 15,12 7-6-15,3 6 2 16,-4 0 0-16,-9 22 2 16,-13 5-7-16,-12 5 1 15,-12 3-1-15,-8 2-4 16,-1 4 4-16,-29 5 3 15,-11 1 0-15,-5-5 5 16,-1-9-5-16,10-14 2 0,14-9 0 16,13-10-4-1,8 0 6-15,2 0 3 0,5-11-10 16,25-7-5-16,12 0-9 16,10 6 11-16,3 9 2 15,-2 3-4-15,-5 7 5 16,-6 14-1-16,-10 9 1 15,-13 0 0-15,-12 3 0 16,-7-1 7-16,-7 0 13 16,-24-2 9-16,-9-2 7 15,-9-2-5-15,-7-2-14 16,4-4-9-16,5-9-7 0,11-3-1 16,7-8 0-1,10 0-34-15,6-9-114 0,9-19-129 16,4-14-432-16</inkml:trace>
  <inkml:trace contextRef="#ctx0" brushRef="#br1" timeOffset="42058.46">6826 5520 1136 0,'0'0'106'16,"0"0"-88"-16,0 0-14 0,0 0 4 15,0 0 20 1,0 0-18-16,60 1 7 0,-57 28 0 16,-3 4-1-16,0 3-4 15,0-6-5-15,-4-5-2 16,-2-7-4-16,6-7-1 15,0-7-2-15,0-1 2 16,17-3 0-16,8 0 4 16,2-1-2-16,1-10-1 15,-4-2-1-15,-8-1 3 16,-4-1-2-16,-3-1 1 16,-6-1-1-16,-3 2 3 0,0 3-2 15,0 3 3-15,0 8 24 16,0 1 17-16,0 0-18 15,0 0-28-15,0 19-17 16,0 11 16-16,0 12 0 16,1 6 0-16,3 4-7 15,-1 5-95-15,4 1-57 16,-1-5-162-16,3-5-186 16</inkml:trace>
  <inkml:trace contextRef="#ctx0" brushRef="#br1" timeOffset="42375.22">7473 5527 898 0,'0'0'438'0,"0"0"-385"15,0 0-50-15,0 0 20 16,-70 94 35-16,68-9 13 16,2 17-27-16,0 13-21 15,3 14 11-15,6 12 10 16,2-1-33-16,6-5-5 0,7-10-6 16,6-19 2-1,8-15-2-15,4-16-31 0,7-16-86 16,0-19-63-16,2-17-50 15,-5-18-256-15</inkml:trace>
  <inkml:trace contextRef="#ctx0" brushRef="#br1" timeOffset="42589.37">8046 5916 1364 0,'0'0'159'0,"0"0"-145"16,0 117-14-16,0-46 11 15,14 5 14-15,4 0-6 16,2 1-9-16,-1-7-9 16,-3-6-1-16,-4-9-138 15,-7-10-124-15,-5-20-366 16</inkml:trace>
  <inkml:trace contextRef="#ctx0" brushRef="#br1" timeOffset="42747.05">8337 6202 1192 0,'0'0'187'0,"0"0"-187"15,96-9 0-15,-34 5 0 16,9 2 0-16,10-1-24 15,-3-3-181-15,-6-5-229 16</inkml:trace>
  <inkml:trace contextRef="#ctx0" brushRef="#br1" timeOffset="42948.8">9021 5768 1171 0,'0'0'157'0,"0"0"-153"16,0 0 16-16,0 0-20 16,20 100 64-16,1-47-34 15,-2 0-21-15,0-4-4 0,-4 1-4 16,-7 1-2-16,-3 3-123 16,-5-3-155-16,-4-4-346 15</inkml:trace>
  <inkml:trace contextRef="#ctx0" brushRef="#br1" timeOffset="43135.19">8887 6435 1279 0,'0'0'248'0,"0"0"-248"0,0 0 7 15,105-42-7-15,-34 27 4 16,3-2-1-16,-3 4-3 15,-9 2-3-15,-15 7-98 16,-16 4-178-16,-15 0-345 16</inkml:trace>
  <inkml:trace contextRef="#ctx0" brushRef="#br1" timeOffset="43541.41">9123 6534 1196 0,'0'0'312'15,"0"0"-312"-15,0 0 15 16,0 0-12-16,98-5 5 16,-57 5-2-16,-8 0-2 0,-9 5-4 15,-11 12-1-15,-10 7-6 16,-3 3 2-16,-14 5 5 16,-18-1 10-16,-9 3-5 15,3-6-4-15,6-3 2 16,10-11 1-16,14-6-3 15,8-5-2-15,0-3 0 16,20 0-14-16,19 0 15 16,11-8 3-16,0 4 0 15,-5 1-3-15,-8 3 2 16,-9 0-2-16,-6 10 5 16,-9 8 23-16,-6 5 26 0,-7 1 8 15,0 1-17 1,-20-1-15-16,-12 2-20 0,-6-5 2 15,-3-3-12-15,-2-5 0 16,1-5-11-16,4-8-66 16,3 0-98-16,9-32-178 15,12-22-678-15</inkml:trace>
  <inkml:trace contextRef="#ctx0" brushRef="#br1" timeOffset="43811.18">9486 5690 1313 0,'0'0'104'0,"0"0"-104"0,0 0 0 16,0 0 2-16,130 73 43 15,-68-1 11-15,-4 16-28 16,-4 9 30-16,-15 18-11 15,-18 6-9-15,-16 10-12 16,-5 2-16-16,-19-10-6 16,-12-11-1-16,-2-19-3 15,3-20-2-15,5-24-40 16,8-15-76-16,5-21-180 0,5-13-528 16</inkml:trace>
  <inkml:trace contextRef="#ctx0" brushRef="#br1" timeOffset="44005.35">10225 6062 1457 0,'0'0'89'0,"0"0"-89"15,129-21-95-15,-64 16 94 16,-10 0-171-16,-18-3-512 16</inkml:trace>
  <inkml:trace contextRef="#ctx0" brushRef="#br1" timeOffset="44157.66">10326 6318 1422 0,'0'0'0'0,"0"0"-127"16,0 0 88-16,129-31-1 16,-61 3-241-16,-3-5-443 15</inkml:trace>
  <inkml:trace contextRef="#ctx0" brushRef="#br1" timeOffset="44574.69">10850 5739 1397 0,'0'0'128'0,"0"0"-117"15,100-56-9-15,-44 54 11 16,2 2 9-16,-6 9-13 16,-7 20-8-16,-13 5 3 15,-15 6-4-15,-16 1 0 16,-1 0-3-16,-23-1 1 15,-16-3 2-15,-6-2 5 16,2-11-1-16,11-9 0 0,15-8 0 16,14-7-1-1,3 0-3-15,12-5-17 0,16-12-44 16,10-4 13-16,6 6 48 16,-4 6-1-16,-4 7 4 15,-8 2-6-15,-11 4 4 16,-10 16-1-16,-7 11 43 15,-3 9 35-15,-24 7-32 16,-6 3-6-16,-7 0-12 16,-5-4-12-16,0-4-9 15,0-9-7-15,4-7-1 16,8-10-48-16,8-11-138 16,12-5-209-16,7-17-566 15</inkml:trace>
  <inkml:trace contextRef="#ctx0" brushRef="#br1" timeOffset="44924.42">11214 5240 1280 0,'0'0'109'0,"0"0"-108"16,0 0-1-16,0 0 20 15,17 108 6-15,4-75-12 16,2-8-5-16,2-8-2 16,3-7-1-16,-3-9 0 0,-1-1 4 15,-6 0-7-15,-6-17 2 16,-1-7 3-16,-1-4-6 16,-3 0 0-16,-3 7 2 15,-3 7 11-15,-1 10 35 16,0 4-8-16,0 12-42 15,0 24 0-15,0 17 15 16,0 6-4-16,-3 1-9 16,-4-2-2-16,4-2-5 15,0-2-75-15,3-6-127 16,0-5-221-16</inkml:trace>
  <inkml:trace contextRef="#ctx0" brushRef="#br1" timeOffset="45048.32">11491 6024 1309 0,'0'0'182'16,"0"0"-182"-16,0 0-25 15,0 0-7-15,0 0-140 16,0 0-352-16</inkml:trace>
  <inkml:trace contextRef="#ctx0" brushRef="#br1" timeOffset="45440.99">11919 5603 1300 0,'0'0'144'0,"0"0"-135"15,113-28-4-15,-63 28 14 16,-2 4 17-16,-6 16-23 15,-10 4-5-15,-13 3-8 16,-16 4 0-16,-3-2-8 16,-22 3-3-16,-16-2-4 15,-12-1 15-15,-2-4 2 16,4-4-2-16,7-9 8 0,16-6-3 16,15-4 7-1,9-2 50-15,1 0-6 0,1 0-25 16,26 0-11-16,15 0-4 15,14-9-4-15,12-2-5 16,5 1-1-16,6-2-4 16,-3 2 0-16,-6 1-4 15,-8 5-8-15,-13 3-132 16,-12 1-107-16,-17-2-396 16</inkml:trace>
  <inkml:trace contextRef="#ctx0" brushRef="#br1" timeOffset="45633.24">11945 6156 1577 0,'0'0'129'0,"0"0"-125"15,130-11-4-15,-46-1 9 16,6-2-2-16,-1 4-5 15,-10-1-2-15,-19 4-48 16,-24 2-228-16,-18 1-396 16</inkml:trace>
  <inkml:trace contextRef="#ctx0" brushRef="#br1" timeOffset="46073.57">12213 6349 1378 0,'0'0'167'16,"0"0"-165"-16,143-44-2 16,-82 39 8-16,-10 5-3 15,-9 0 1-15,-15 2-4 16,-13 11-3-16,-14 3 1 16,0 7-16-16,-27 3 16 15,-12 1 12-15,-5 0-12 16,-1 0 8-16,9-2-6 15,9-5-2-15,15-8 0 16,11-5-1-16,1-5-9 0,21-2 7 16,11 0 2-1,8 0 1-15,2-4-14 0,-4 4 14 16,0 0 0-16,-9 4-1 16,-2 16 1-16,-7 5 5 15,-6 5 20-15,-8 2 23 16,-6 1 22-16,0-5-21 15,-11-2-13-15,-15-3 2 16,-12-2-5-16,-12-2-16 16,-12-2-6-16,-6-4-10 15,-5-4 1-15,7-9-4 16,5 0-11-16,12-6-67 16,7-18-101-16,8-8-305 15</inkml:trace>
  <inkml:trace contextRef="#ctx0" brushRef="#br1" timeOffset="46651.87">13075 5471 1067 0,'0'0'178'0,"0"0"-173"16,0 0-5-16,0 0 16 15,114 38 21-15,-71-29-27 16,8-2-10-16,1-2-2 16,-6-5-184-16,-14 0-465 15</inkml:trace>
  <inkml:trace contextRef="#ctx0" brushRef="#br1" timeOffset="46800.95">13283 5692 839 0,'0'0'609'0,"0"0"-609"0,0 0-22 16,0 0 10-16,103-2 6 15,-41-3 5-15,12-1-176 16,-2-3-202-16</inkml:trace>
  <inkml:trace contextRef="#ctx0" brushRef="#br1" timeOffset="47175.2">13853 5289 1283 0,'0'0'174'16,"0"0"-148"-16,0 0-12 0,0 0-5 15,135-51 34 1,-72 51-7-16,-5 23-28 0,-19 10 0 15,-15 10-8-15,-19 7 5 16,-5 3-6-16,-33 3 3 16,-22 5 9-16,-19-2-3 15,-8-4-1-15,3-7-4 16,13-12-3-16,22-14 3 16,21-11 6-16,18-9 22 15,5-2 16-15,17-5-23 0,22-13-10 16,22-3-7-1,11 6-2-15,5 9-3 16,-2 6-2-16,-5 0 0 16,-7 8-11-16,-5 9-115 0,-3 1-73 15,-10-3-145-15,-9-5-284 16</inkml:trace>
  <inkml:trace contextRef="#ctx0" brushRef="#br1" timeOffset="47295.26">14456 5821 1033 0,'0'0'297'0,"0"0"-297"16,0 0-19-16,68-82 15 15,-29 58-59-15,3-3-239 16,-5-2-369-16</inkml:trace>
  <inkml:trace contextRef="#ctx0" brushRef="#br1" timeOffset="47740.28">14816 5268 1300 0,'0'0'86'16,"0"0"-79"-16,97-44 9 16,-52 43 58-16,-3 1-53 15,-9 0-10-15,-10 13-10 16,-9 6 2-16,-13 4-2 15,-1 1-1-15,-10 4 1 16,-19 2 10-16,-10 2 3 0,-5-1-11 16,6-1-1-16,8-6 0 15,12-9 0-15,12-7-2 16,6-7-6-16,0-1-2 16,26 0 4-16,12 0 4 15,11 2 9-15,3 0-6 16,-3 5-2-16,-5 2 0 15,-7 4 2-15,-11 5 0 16,-9 5 20-16,-14 5 20 16,-3 3 7-16,-11 0-15 15,-19-1 2-15,-5-2-11 16,-7-3-3-16,-3-5-9 16,1-1-12-16,4-7-2 0,8-3-6 15,9-7-55 1,8-2-85-16,7-16-142 0,8-26-364 15</inkml:trace>
  <inkml:trace contextRef="#ctx0" brushRef="#br1" timeOffset="48123.71">15091 4861 1268 0,'0'0'157'0,"0"0"-152"15,0 0 6-15,0 0 13 0,0 0-12 16,107-55-10-16,-88 58-2 16,-6 14-2-16,-6 1 0 15,-5 3-3-15,-2 0 5 16,0 0 2-16,-2-4 4 16,-3-4 1-16,5-4-7 15,0-4 1-15,4-1-1 16,19 1 3-16,5-3 8 15,6 2-4-15,2 0-5 16,1 3 2-16,0 1 10 16,-4 4 16-16,-6 2 4 15,-10-1 4-15,-9 1 21 16,-8-1-15-16,0 4-9 16,-15 3-4-16,-13 2-5 15,-8 4-17-15,-2-2-9 0,-4 3-4 16,6-2-38-16,0 3-70 15,8-2-145-15,4-5-216 16</inkml:trace>
  <inkml:trace contextRef="#ctx0" brushRef="#br1" timeOffset="48818.31">15859 5399 901 0,'0'0'352'15,"0"0"-213"-15,0 0-49 16,0 0 33-16,0 0-54 16,0 0-53-16,79-38-16 15,-11 37 0-15,12 1 0 16,3 0-2-16,-3 0-108 0,-18 0-154 16,-26 0-378-1</inkml:trace>
  <inkml:trace contextRef="#ctx0" brushRef="#br1" timeOffset="48953.12">15984 5581 1338 0,'0'0'36'0,"0"0"-36"16,0 0 0-16,127 13 1 16,-40-13-1-16,19-11-127 15,4-13-264-15</inkml:trace>
  <inkml:trace contextRef="#ctx0" brushRef="#br1" timeOffset="49327.08">16912 4948 1299 0,'0'0'214'16,"0"0"-202"-16,0 0-6 15,0 0 1-15,0 0 11 16,-59 81 28-16,46-24-12 16,6-4-13-16,7-8-6 15,0-8-7-15,7-9-3 16,12-8 1-16,6-4 4 16,10-6 3-16,8-3-6 0,9-5 6 15,3 1-11 1,-3 0 3-16,-5 0-3 0,-9 2-1 15,-12-1 0-15,-11-1 0 16,-12-1 0-16,-3 2 2 16,-3 7 1-16,-29 3-1 15,-19 6 13-15,-18 3-14 16,-10-4-2-16,-1-2-36 16,1-9-90-16,9-8-240 15,15-7-613-15</inkml:trace>
  <inkml:trace contextRef="#ctx0" brushRef="#br1" timeOffset="49485.33">17040 5029 1408 0,'0'0'179'0,"0"0"-177"0,90-54-2 16,-49 39 4-16,8 3-4 15,2 3-2-15,0 0-78 16,-5-3-131-16,-8 1-245 15,-15 1-295-15</inkml:trace>
  <inkml:trace contextRef="#ctx0" brushRef="#br1" timeOffset="49775.24">17441 4874 368 0,'0'0'721'0,"0"0"-601"16,0 0-102-16,0 0 14 0,0 0 76 16,-4 114-36-1,8-65-23-15,13-4-6 0,6-8-16 16,7-13-5-16,3-9-13 15,1-11-3-15,-4-4-3 16,-5-4 4-16,-2-18-1 16,-1-12-1-16,-7-4-3 15,-5-2 2-15,-5 1 1 16,-5 7 6-16,0 7 6 16,0 12-4-16,0 11 7 15,0 4-20-15,0 36-13 16,0 22 12-16,-5 18 0 15,-7 10-4-15,0 9-64 16,6-1-105-16,-1-6-175 0,-1-6-359 16</inkml:trace>
  <inkml:trace contextRef="#ctx0" brushRef="#br1" timeOffset="51323.77">2079 8667 1050 0,'0'0'153'15,"0"0"-153"-15,-58 105 1 16,50-28-1-16,8-2 0 16,10-8-1-16,25-7-5 15,12-17 6-15,6-11 6 16,1-19-2-16,-1-13 1 15,-8 0-5-15,-11-26 1 16,-14-9-4-16,-17-7 6 16,-3-3 4-16,-32-1-2 15,-16 0-1-15,-9 1 20 16,-7 4-12-16,3 1-8 0,5 9 2 16,13 6-6-1,16 6 0-15,14 11-1 0,13 3-21 16,0 2-87-16,22-5-175 15,14-3 177-15,3-9 78 16,4-6-20-16,-11 1 37 16,-14 1 10-16,-8 1 2 15,-10 2 18-15,0 0 104 16,-1 1 20-16,-11-4-17 16,-1 7-39-16,1-2 7 15,4 8-34-15,2 4-20 16,3 6 25-16,3 1-26 15,0 26-38-15,0 32-11 16,7 35 11-16,3 23 39 0,-5 17-12 16,-5 6-19-16,0-1-5 15,-6-3-1-15,-12-11-2 16,4-17-41-16,2-18-115 16,5-25-100-16,6-21-215 15</inkml:trace>
  <inkml:trace contextRef="#ctx0" brushRef="#br1" timeOffset="51639.67">2728 8307 1323 0,'0'0'109'15,"0"0"-109"-15,-21 152-17 16,21-45 17-16,0 17 10 16,7 8 26-16,10 6-10 15,1-10-5-15,1-16-17 16,3-14-2-16,5-27-2 15,3-18-70-15,5-20-43 0,4-20-64 16,0-13-213 0</inkml:trace>
  <inkml:trace contextRef="#ctx0" brushRef="#br1" timeOffset="52272.87">3576 8583 1327 0,'0'0'142'0,"0"0"-142"0,0 0 0 15,-88 4 6-15,64 3 43 16,-3-2-16-16,-5 3-17 15,-5-1 4-15,4-1-4 16,1 0-8-16,6-2 0 16,2-3-7-16,6-1 7 15,5 0-8-15,3 0 4 16,3 0-1-16,5 0 0 16,0 0-1-16,2 0-2 15,0 0-4-15,0 0-4 16,0 0 6-16,0 0-3 15,0 13-1-15,0 15 0 16,-1 10 6-16,-3 6 1 0,-1 2 0 16,0-5-1-16,-1-7 2 15,-1-5-2-15,2-5 2 16,0-8-1-16,2-9-1 16,3-2 2-16,0-5-3 15,0 0 1-15,4 0-42 16,18 0 31-16,14-6 11 15,9 1 2-15,4 5-1 16,0 0-1-16,-5 12-2 16,-8 13-3-16,-9 8 0 15,-8 1 3-15,-12 1 1 16,-7-1 1-16,0-2 1 16,-13-4 5-16,-13-1 39 0,-14-3-11 15,-7 0-4 1,-3-5-7-16,-2-4-10 0,10-8-8 15,8-5-5-15,10-2-1 16,7-2-24-16,8-19-100 16,9-12-138-16,0-12-271 15</inkml:trace>
  <inkml:trace contextRef="#ctx0" brushRef="#br1" timeOffset="52740.06">3562 8487 1176 0,'0'0'160'16,"0"0"-160"-16,0 0-9 15,0 0 9-15,0 0 10 16,116-74-8-16,-71 74 0 15,-5 0-2-15,-8 12-1 16,-14 2 1-16,-8 1-8 16,-8-2 8-16,-2 3 2 15,-7 2 28-15,-16 5 5 16,-6 1-15-16,3-4-7 0,9-7 0 16,7-7-11-1,10-3-2-15,0 1 0 0,0-3-15 16,18 0 15-16,7-1 8 15,9 0-1-15,-1 3-4 16,-3 4-2-16,-4 1-2 16,-9 4 1-16,-7 1 0 15,-6-2 3-15,-4 2 9 16,-1 1 24-16,-21 4 7 16,-8 2-17-16,-7 0-13 15,-1-2-12-15,4-8-1 16,7-3-86-16,7-7-69 15,7-8-158-15,10-27-237 16</inkml:trace>
  <inkml:trace contextRef="#ctx0" brushRef="#br1" timeOffset="52972.92">4052 8278 1257 0,'0'0'18'16,"0"0"-4"-16,89 83-13 15,-40-24 84-15,2 9-10 16,-6 9-8-16,-4 7 14 16,-13 9-40-16,-13 3-18 15,-15 2-7-15,0-3-6 16,-28-4-10-16,-14-11 3 16,-5-10-7-16,0-15-3 0,9-14-77 15,9-15-135 1,9-17-58-16,8-9-196 0</inkml:trace>
  <inkml:trace contextRef="#ctx0" brushRef="#br1" timeOffset="53153.42">4930 8742 1271 0,'0'0'163'0,"0"0"-163"16,125-54-104-16,-69 42 90 16,-7 6-170-16,-15 6-380 15</inkml:trace>
  <inkml:trace contextRef="#ctx0" brushRef="#br1" timeOffset="53288.73">5017 8993 1471 0,'0'0'0'16,"0"0"-148"-16,0 0 88 16,129-18 53-16,-54 0-67 15,3-1-268-15,-6 1-326 16</inkml:trace>
  <inkml:trace contextRef="#ctx0" brushRef="#br1" timeOffset="54322.25">6368 8514 890 0,'0'0'329'15,"0"0"-192"-15,0 0-101 0,0 0 60 16,0 0 3-16,0 0-50 16,-124-11-8-16,74 15-13 15,1 7 3-15,6-2-18 16,1-2-11-16,7 1 5 16,7-3-4-16,7-1-2 15,10-2-1-15,8-2 0 16,3 0-8-16,0 0-3 15,0 0 0-15,13-5 11 16,7-2-1-16,2 4-5 16,-2 3 1-16,-7 1 4 15,-4 22-6-15,-6 10 6 16,-3 12-1-16,0 8 2 0,-10 1 0 16,-8-4 2-1,-6-6 0-15,2-12 3 0,2-10-4 16,5-6 0-16,7-8 3 15,3-7-2-15,5-1-2 16,0 0-4-16,13 0 3 16,19-14-3-16,10-3 3 15,11 3 1-15,1 5-1 16,-2 9-1-16,-6 0 2 16,-2 12-2-16,-7 10 0 15,-8 4 3-15,-8-1-1 16,-13-1 3-16,-8 0-1 15,0 0 13-15,-22 2 8 16,-9-3-7-16,-4-6-7 0,-1-2-1 16,3-9-6-16,1-3-2 15,2-3-24-15,2 0-42 16,1-20-69-16,7-21-188 16,5-18-289-16</inkml:trace>
  <inkml:trace contextRef="#ctx0" brushRef="#br1" timeOffset="54705.25">6328 8122 1104 0,'0'0'111'0,"78"-76"-105"16,-26 52-1-16,2 12 36 0,-8 12 20 15,-9 0-39-15,-12 25-14 16,-15 7 2-16,-10 5 3 15,-7 4 8-15,-22 1 1 16,-9-3 4-16,7-9-3 16,11-10-4-16,9-13-17 15,11-5-2-15,7-2 0 16,27 0 0-16,16-7 21 16,11-4-13-16,0 5-5 15,-6 3 5-15,-13 3-6 16,-13 0 15-16,-13 6 11 15,-11 6-18-15,-5 1 14 0,-7 3 21 16,-22 3 2 0,-15 5-12-16,-9 0-27 0,-4-1-7 15,0-1-1-15,6-4 0 16,12-4-47-16,13-5-88 16,16-8-37-16,10-1-146 15,16-13-220-15</inkml:trace>
  <inkml:trace contextRef="#ctx0" brushRef="#br1" timeOffset="54955.77">7210 7949 975 0,'0'0'325'0,"0"0"-290"15,-91 19-16-15,65 24 100 0,3 21 0 16,4 21-42-16,6 24-32 15,1 18-9-15,4 21-5 16,5 9-3-16,1 0-15 16,2-9-9-16,2-25-4 15,20-23-1-15,8-28-9 16,5-19-38-16,1-18-35 16,4-18-88-16,2-16-64 15,0-2-204-15</inkml:trace>
  <inkml:trace contextRef="#ctx0" brushRef="#br1" timeOffset="55162.73">7530 8228 1438 0,'0'0'147'0,"0"0"-147"16,0 0 0-16,1 115 5 15,18-39 19-15,1 4-10 16,-4 0-14-16,0 1 3 16,-4-5-3-16,-5-5-86 15,2-16-168-15,-5-18-229 16</inkml:trace>
  <inkml:trace contextRef="#ctx0" brushRef="#br1" timeOffset="55323.7">7897 8542 1265 0,'0'0'113'16,"0"0"-107"-16,113-26-6 15,-46 19 2-15,8 2-2 16,10 1-3-16,4-5-121 16,-7-2-179-16,-12-3-434 15</inkml:trace>
  <inkml:trace contextRef="#ctx0" brushRef="#br1" timeOffset="55508.28">8632 8129 978 0,'0'0'370'0,"0"0"-298"16,0 0-35-16,0 0 45 16,0 0-78-16,0 0 0 15,9 100 8-15,18-40-12 16,0 1 3-16,-6-1-6 15,-2-1-71-15,-9-4-110 16,-10-1-113-16,0-2-323 16</inkml:trace>
  <inkml:trace contextRef="#ctx0" brushRef="#br1" timeOffset="55681.11">8394 8855 1510 0,'0'0'80'15,"0"0"-78"-15,0 0-2 16,101-42 16-16,-28 26 3 16,7-2-16-16,-2 3-3 15,-7 2-4-15,-13 6-185 16,-14-1-136-16,-16 5-329 16</inkml:trace>
  <inkml:trace contextRef="#ctx0" brushRef="#br1" timeOffset="56205.33">8946 9001 1273 0,'0'0'165'0,"0"0"-162"15,0 0 67-15,0 0 47 16,-111-2-62-16,80 2-21 15,-3 0-2-15,-4 0 7 16,-1 5-20-16,3 2-13 16,5-2-3-16,10-1-3 15,9-1 1-15,7-3-1 16,3 2 0-16,1-2-2 0,1 1-4 16,0 1-8-16,0-2-7 15,0 0 4-15,0 1-5 16,0 1 4-16,0 6 10 15,0 5 8-15,0 4 0 16,0 8 3-16,1 1-1 16,6-1 0-16,3-2-2 15,9 0-2-15,7-5-3 16,6-4 5-16,7 1 5 16,-3 0-4-16,-4-2 2 15,-2 0-3-15,-5 0 5 16,-8 2-6-16,-9-2 3 15,-8 2 0-15,0 3 19 0,-20-1-1 16,-14 3-2 0,-9-1 5-16,-8-1-15 0,-5-4 0 15,2 2-8-15,1-5-1 16,6-3-11-16,9-8-62 16,11 0-57-16,11-21-187 15,10-23-491-15</inkml:trace>
  <inkml:trace contextRef="#ctx0" brushRef="#br1" timeOffset="56474.99">8986 8121 1319 0,'0'0'91'0,"0"0"-89"15,100 70-2-15,-36 0 19 16,1 16 54-16,-3 14-18 16,-15 12-19-16,-16 6 15 15,-19 6-12-15,-12 3-8 16,-8-9-17-16,-24-7-4 16,-10-11-6-16,-3-18-4 15,5-18-17-15,8-16-92 16,12-24-173-16,10-21-305 15</inkml:trace>
  <inkml:trace contextRef="#ctx0" brushRef="#br1" timeOffset="56647.14">9827 8555 1492 0,'0'0'100'0,"0"0"-100"16,123-13-50-16,-72 13 48 16,-6 6-149-16,-10 3-300 0</inkml:trace>
  <inkml:trace contextRef="#ctx0" brushRef="#br1" timeOffset="56771.85">9825 8844 1378 0,'0'0'37'0,"0"0"-37"16,0 0-167-16,141-56 110 16,-63 21-221-16</inkml:trace>
  <inkml:trace contextRef="#ctx0" brushRef="#br1" timeOffset="57242.34">10810 8281 1377 0,'0'0'122'0,"0"0"-109"0,0 0 62 15,0 0 33-15,0 0-49 16,0 0-31-16,-82-55-17 16,50 55-5-16,-3 0-1 15,-2 0 2-15,-3 0-4 16,2 0-2-16,8 2 1 15,5 1 1-15,11 0-5 16,9-3 2-16,4 0-1 16,1 0-3-16,0 0-5 15,0 0-1-15,0 0-12 16,8 9 3-16,12 6 19 0,5 1 3 16,5 2 0-1,7-1-3-15,5 1-3 0,4 0 2 16,3 5-3-16,-2 0 4 15,-4-2 2-15,-8-1-2 16,-9-2 2-16,-15-1-2 16,-11-1 1-16,0 0 14 15,-18 1 12-15,-17 3-9 16,-16-1-5-16,-7 0-6 16,-4-3-4-16,0-2-3 15,4-2-1-15,3-3-4 16,6-4-45-16,9-5-68 15,12-10-210-15,11-24-280 16</inkml:trace>
  <inkml:trace contextRef="#ctx0" brushRef="#br1" timeOffset="57638.28">10887 7699 1409 0,'0'0'6'16,"0"0"-6"-16,0 0-17 16,0 0 17-16,0 0 1 15,0 0-1-15,72-53-4 16,-72 62-5-16,0 8-1 16,0 3 10-16,-5 6 0 0,-4 0 7 15,6 0 8-15,3-3-8 16,0 1 3-16,23 0-8 15,11-1 12-15,8-1-6 16,4-1 0-16,2-4-2 16,-7-2-2-16,-7-3-4 15,-15-5 35-15,-10-1 30 16,-9 1-12-16,0 2 8 16,-12 4 2-16,-18 4-13 15,-5 3-17-15,-3-3-27 16,1 2-3-16,3-1-3 15,6-2-35-15,6 2-108 0,6-4-202 16,6-1-399 0</inkml:trace>
  <inkml:trace contextRef="#ctx0" brushRef="#br1" timeOffset="57765.27">11303 8367 1574 0,'0'0'0'15,"0"0"-7"-15,0 0-19 16,0 0 22-16,0 0-235 16,0 0-294-16</inkml:trace>
  <inkml:trace contextRef="#ctx0" brushRef="#br1" timeOffset="58221.24">11855 7948 1410 0,'0'0'159'16,"0"0"-159"-16,0 0-13 15,0 0 13-15,0 0 11 16,0 0 5-16,0 122-5 16,0-75-7-16,-14-4-4 15,-5-2 0-15,-1-10-7 16,1-10-38-16,7-9-1 15,7-8-3-15,5-4 18 0,0 0 31 16,0 0-1-16,14-7-2 16,6 5 3-16,5 2 0 15,3 0 0-15,6 9 0 16,2 0 0-16,-1-5 3 16,-1-4-1-16,-9 0 3 15,-9-4 1-15,-7-13 0 16,-8-3 19-16,-1-2 11 15,0-1 5-15,-14 1-22 16,-5-1 1-16,4 7-8 16,5 3-1-16,7 9 0 0,3 4-11 15,0 6-7 1,8 28-5-16,9 15 12 0,-2 11-1 16,2 6-14-1,-6-1-104-15,-4-2-39 0,-7-4-230 16</inkml:trace>
  <inkml:trace contextRef="#ctx0" brushRef="#br1" timeOffset="58379.96">11832 8882 1253 0,'0'0'165'15,"0"0"-165"-15,130-56-1 16,-63 37 1-16,3 2 0 15,0 6-14-15,-5 2-154 0,-10 2-132 16,-16 3-522-16</inkml:trace>
  <inkml:trace contextRef="#ctx0" brushRef="#br1" timeOffset="58940.45">12360 8882 1265 0,'0'0'89'15,"0"0"-68"-15,0 0 134 16,0 0-37-16,-106 3-58 16,70 4-37-16,-4 3-12 15,1-1 6-15,2 0-2 0,4-1-7 16,7-1-6-16,9-3-1 16,8-2 2-16,4-1-2 15,5 1 0-15,0-2-2 16,0 0 1-16,0 0-2 15,0 0-6-15,0 0-8 16,0 0 8-16,8 0 8 16,1-6 3-16,-1 3-2 15,2 3-1-15,0 0-5 16,1 23 0-16,-2 14 5 16,-4 8 2-16,-2 1 1 15,-3-2-1-15,0-6 7 16,0-11-3-16,0-9 1 0,-3-9 0 15,3-6-2 1,0-2 1-16,0-1 1 0,2 0-6 16,25 0 1-16,13 0 2 15,11 0-4-15,1 0-1 16,0 0 1-16,-8 8 0 16,-9 7-1-16,-10 6 1 15,-11 3 0-15,-14 5 0 16,0-1 4-16,-24 1 22 15,-18-2 1-15,-11-3-10 16,-6-3-7-16,-1-5-5 16,4-5-3-16,8-6-2 15,9-4 0-15,8-1-27 16,11-9-54-16,13-23-91 0,7-18-333 16</inkml:trace>
  <inkml:trace contextRef="#ctx0" brushRef="#br1" timeOffset="59107.38">12828 8577 1582 0,'0'0'91'0,"0"0"-91"15,0 0-10-15,107-33 9 16,-69 30-44-16,-1 3-228 15,-5-2-370-15</inkml:trace>
  <inkml:trace contextRef="#ctx0" brushRef="#br1" timeOffset="59237.98">12895 8831 1315 0,'0'0'0'15,"0"0"-78"-15,0 0 5 16,88-26 67-16,-28 0-64 15,8-9-344-15</inkml:trace>
  <inkml:trace contextRef="#ctx0" brushRef="#br1" timeOffset="59721.34">13585 7962 1429 0,'0'0'74'0,"0"0"-74"16,0 0 0-16,0 0 4 16,0 0 16-16,25 82 8 15,-25-44-8-15,-5-3-8 16,-15-4-9-16,-5-4-3 16,-3-6 3-16,-4-6-2 15,2-4-1-15,6-7-9 16,11-2 1-16,8-2-6 0,5 0 6 15,0 1 7 1,5 6-11-16,19 2 8 0,7 1 4 16,13 2 2-16,4-5 1 15,2-2-3-15,-5-5 2 16,-9 0 0-16,-11 0 0 16,-14 0 0-16,-6-6 2 15,-5-7 3-15,0-4-4 16,0-4-2-16,0 4 1 15,-5 6 3-15,2 4 13 16,2 7 8-16,1 0-5 16,0 17-20-16,0 24-1 15,7 17 27-15,4 7 9 16,-1 4-15-16,-2-6-19 16,-3-2-2-16,2-6 0 0,1-8-69 15,-1-12-191-15,1-15-451 16</inkml:trace>
  <inkml:trace contextRef="#ctx0" brushRef="#br1" timeOffset="59843.21">13995 8494 785 0,'0'0'887'16,"0"0"-887"-16,0 0-80 15,0 0 58-15,0 0-164 16,0 0-480-16</inkml:trace>
  <inkml:trace contextRef="#ctx0" brushRef="#br1" timeOffset="60387.51">10957 7665 436 0,'0'0'238'0,"0"0"-233"0,0 0-5 16,0 0 5-16,0 0 5 15,0 0-1-15,53 45 22 16,-46-43 44-16,1-2 77 16,1 0 18-16,6 0-44 15,7-9-22-15,3-3-62 16,10 3-23-16,5 0-11 15,7 3-8-15,6 3 0 16,8 0-38-16,-1 1-330 16</inkml:trace>
  <inkml:trace contextRef="#ctx0" brushRef="#br1" timeOffset="62054.43">14493 7968 889 0,'0'0'292'0,"0"0"-243"15,0 0-39-15,0 0 52 16,0 0 48-16,0 0-40 16,0 0-32-16,0 0 1 15,0 0 4-15,-3 0 4 16,-6 0-8-16,-4 0-9 0,-6 0-11 15,0 0-5 1,-3 0 0-16,0 0-11 0,2 0 3 16,0 0-5-16,3 0 1 15,2 0 4-15,7 0-6 16,1 0 3-16,5 0-1 16,2 0 1-16,0 0-3 15,0 0 0-15,0 0 2 16,0 0-2-16,0 0 0 15,0 0 2-15,0 0-3 16,0 0 1-16,0 0 0 16,0 0 0-16,0 0 0 0,0 0 0 15,-1 0 0 1,1 0 0-16,0 0 0 0,-2 0 0 16,2 0-1-16,0 0 1 15,0 0 0-15,0 0 2 16,0 0-5-16,0 0 6 15,0 0-3-15,0 0 0 16,0 0-6-16,0 0-10 16,0 0-8-16,0 0-18 15,-5 0-73-15,-5 0-174 16,-8 0-283-16</inkml:trace>
  <inkml:trace contextRef="#ctx0" brushRef="#br1" timeOffset="63140.39">10616 7605 266 0,'0'0'556'0,"0"0"-443"16,0 0-77-16,0 0 82 15,0 0-32-15,0 0-46 16,27-91-15-16,1 65-9 16,4 2 15-16,5 5-4 15,1 6 6-15,2 9-15 16,-5 4-1-16,-1 9-5 16,-7 22 6-16,-7 12 9 15,-10 7 12-15,-9 2-21 16,-1-2-4-16,-4-3 12 15,-18-4-9-15,-2-6-1 16,-1-7-1-16,2-8-9 0,3-7 15 16,8-6-13-16,7-7-1 15,5-2 0-15,0 0 3 16,8-22-6-16,22-10-4 16,12-3-17-16,9 10 15 15,-3 10 1-15,-3 11 0 16,-8 4-4-16,-5 13 5 15,-9 22 0-15,-7 10 0 16,-9 7 3-16,-7 3 3 16,0-4 10-16,-17-4 4 15,-14-7 4-15,-9-4 4 16,-7-7 6-16,0-7-3 0,-1-6-13 16,1-6-4-16,9-5-7 15,6-5-6-15,10 0-1 16,10-2-3-16,9-14-45 15,3-4-61-15,18 2-160 16,24 3-216-16,10 4-116 16</inkml:trace>
  <inkml:trace contextRef="#ctx0" brushRef="#br1" timeOffset="64320.4">14401 7956 343 0,'0'0'512'0,"0"0"-400"15,0 0-69-15,0 0 25 16,0 0 36-16,0 0-44 16,-53-20-38-16,43 20 15 15,1 0 14-15,4 0-7 16,2 0-7-16,-1 0-14 16,0 0-15-16,-5 0-2 15,2 0-5-15,-1 0 3 16,2 0-4-16,0 5 2 0,3-2-2 15,0 0 0-15,-1 1-3 16,2 2 1-16,1 1 2 16,-1 1-2-16,1 0 2 15,1-2 0-15,0-2 0 16,0 1-2-16,0 1 2 16,0 3 5-16,0 3 1 15,0 0-2-15,0 3 18 16,0-2-9-16,0 0-4 15,0 0 0-15,0-3-4 16,10 3-1-16,6-3-4 16,6 2 3-16,8 2 2 15,5-1-4-15,2 3 2 16,0 3-1-16,-9-1 0 0,-4 0-2 16,-11-1 12-16,-8-3 23 15,-5 0 0-15,0-1 25 16,-18-2-12-16,-13 2-5 15,-10 0-20-15,-8 0-10 16,-3 0-8-16,4 0-3 16,8-4-2-16,8-5 0 15,9-1-27-15,7-3-39 16,12 0-70-16,4-3-39 16,11-23-190-16,20-11-460 15</inkml:trace>
  <inkml:trace contextRef="#ctx0" brushRef="#br1" timeOffset="64686.98">14631 7436 145 0,'0'0'1236'0,"0"0"-1167"16,0 0-69-16,0 0 0 15,101-32 9-15,-57 40-1 16,-4 17-3-16,-9 5 4 16,-14 2-9-16,-11 5 1 15,-6 0 0-15,-19 0 1 0,-23 0 19 16,-7-2 14-16,-2-7-7 16,8-5-13-16,14-12 11 15,17-7 30-15,11-4-1 16,1 0-26-16,14 0-23 15,27-7-1-15,14-8 3 16,13 2-7-16,4 5 1 16,-1 2-2-16,-6 4-53 15,-4 2-65-15,-3 0-80 16,-15 2-191-16,-15 7-625 16</inkml:trace>
  <inkml:trace contextRef="#ctx0" brushRef="#br1" timeOffset="64876.09">15012 8064 1502 0,'0'0'129'0,"0"0"-129"15,0 0-57-15,150-21 57 16,-66 13 9-16,0 6-9 15,-5 2-77-15,-19 0-184 16,-24 0-315-16</inkml:trace>
  <inkml:trace contextRef="#ctx0" brushRef="#br1" timeOffset="65025.6">15088 8324 1178 0,'0'0'44'0,"0"0"-44"15,0 0-2-15,109 0 2 16,-32-8 0-16,15-2-149 16,1-5-191-16,-4-2-192 15</inkml:trace>
  <inkml:trace contextRef="#ctx0" brushRef="#br1" timeOffset="65306.67">15916 7673 1232 0,'0'0'217'15,"0"0"-202"-15,0 0-14 16,0 0-1-16,10 119 45 15,9-45 0-15,2 5-18 16,2-2-14-16,-2-2-13 16,-7-3 7-16,-4-4-7 15,-4-7-19-15,-1-9-135 0,-4-13-75 16,1-18-227 0</inkml:trace>
  <inkml:trace contextRef="#ctx0" brushRef="#br1" timeOffset="65773.25">16198 7915 1181 0,'0'0'280'0,"0"0"-280"16,0 0 10-16,-32 112-7 15,41-75 25-15,16-4 1 16,2-5-13-16,-5-6-15 15,-8-9-1-15,-7-7 6 16,-5-3-4-16,-2-3 0 0,0 0 11 16,0 0 40-16,0-6 3 15,0-12-32-15,3-5-24 16,7 2-2-16,7 7-6 16,6 5-7-16,8 6 2 15,3 3-4-15,5 0 1 16,2 1-5-16,-3 8-2 15,0 1 5-15,-1-7 0 16,0-3 18-16,-8 0 0 16,0 0 0-16,-9-16 11 0,-5-5 12 15,-8-7 68 1,-7-4 7-16,-2-5-43 0,-23 0-24 16,-8 4-5-16,-5 5-23 15,4 8-3-15,6 10-2 16,3 10-11-16,-1 12-14 15,3 26-58-15,4 17-51 16,8 3-172-16,4-2-223 16</inkml:trace>
  <inkml:trace contextRef="#ctx0" brushRef="#br1" timeOffset="66003.88">15891 8554 1547 0,'0'0'138'0,"0"0"-130"16,158-24-8-16,-45 20 16 16,12 1 7-16,7-2-10 15,-5 3-9-15,-15-4-2 16,-20 5-2-16,-27-1-80 15,-28-1-188-15,-27 0-309 16</inkml:trace>
  <inkml:trace contextRef="#ctx0" brushRef="#br1" timeOffset="66172.21">16034 8825 1426 0,'0'0'293'15,"86"-6"-293"-15,4-9-4 16,24-6 4-16,13-5 12 16,3-2-9-16,-10 0-3 15,-17 1-1-15,-32 5-258 16,-34 0-562-16</inkml:trace>
  <inkml:trace contextRef="#ctx0" brushRef="#br0" timeOffset="94185.31">3815 2391 670 0,'0'0'226'15,"0"0"-155"-15,0 0-46 16,0 0 20-16,0 0 19 16,0 0 6-16,0 0-19 15,-10 0 0-15,10 0-13 16,0 0-31-16,0 0-7 15,4-3 1-15,8 0 3 16,4-1 1-16,4-2 6 16,-2 0-11-16,-1 4 0 15,-4-1 0-15,1 3-1 0,-1 0-131 16,-3 0-112-16,-5 0-153 16</inkml:trace>
  <inkml:trace contextRef="#ctx0" brushRef="#br0" timeOffset="95930.56">19657 794 365 0,'0'0'789'0,"0"0"-751"0,0 0-38 15,0 0-4 1,0 0 4-16,-97 96 0 0,91-43 6 15,6 1 6-15,0-1-4 16,22-6-5-16,8-6-3 16,8-11 0-16,5-9 0 15,5-7 0-15,-2-11 8 16,-2-3 2-16,-6-5-1 16,-6-16 14-16,-5-6 23 15,-7-6-5-15,-7-8 6 16,-8-3-21-16,-5-6 10 15,-8-3-15-15,-22-1-14 16,-11 8 7-16,-7 8-12 16,-5 13 1-16,-1 16-3 15,2 9-16-15,13 0-31 0,13 5-38 16,19 4-31-16,7-4-76 16,19-5-87-16,21 0 50 15,8-18 89-15,-1-6 40 16,-7-2 100-16,-11-3 70 15,-8-3 76-15,-9-4 41 16,-9 1 11-16,-3 1-5 16,0 7-52-16,-3 13-17 15,-3 6-29-15,0 8 1 16,2 0-24-16,-2 9-72 0,-4 35-2 16,-5 21-2-1,-2 31 4-15,-1 15 16 0,5 5-8 16,2 1-4-16,1-7 1 15,1-10-1-15,1-11-3 16,-1-12-1-16,4-14 0 16,1-13-4-16,4-11-5 15,0-9-94-15,0-18-171 16,7-12-125-16,5-13-365 16</inkml:trace>
  <inkml:trace contextRef="#ctx0" brushRef="#br0" timeOffset="96782.21">20261 1006 1084 0,'0'0'135'0,"0"0"-122"15,0 0 2-15,0 0 66 16,0 0 1-16,0 0-65 16,27 4-12-16,20 2 17 15,18-5-4-15,23-1-4 16,16 0-9-16,8-12 0 0,7-8-4 16,-8 2-1-16,-15 3 2 15,-23 2 0-15,-29 8-1 16,-24 2 0-16,-17 2-1 15,-3-1 8-15,-5-3 10 16,-18-1 15-16,-14-1-22 16,-10-1-9-16,-1 2-2 15,4 2 7-15,12 1-7 16,13 3 1-16,10 0-1 16,9 0-3-16,0 0-9 15,0 13-4-15,0 8 14 16,12 3 1-16,1 4-3 15,6-2 4-15,1 3 0 16,2-2-80-16,1-1-99 16,3-8-164-16,0-11-247 15</inkml:trace>
  <inkml:trace contextRef="#ctx0" brushRef="#br0" timeOffset="97813.51">21705 762 1140 0,'0'0'157'0,"0"0"-133"16,0 0 12-16,0 0 72 0,0 0-27 15,-87-48-37 1,71 62-38-16,-4 19-6 0,1 14 0 15,5 8 0-15,4 4 1 16,8-4 1-16,2-6-2 16,5-5-4-16,18-7 2 15,9-12-1-15,6-7-2 16,9-11-17-16,3-7-29 16,5 0-19-16,1-22-7 15,-6-5 7-15,-10-6 6 16,-10-1 22-16,-10-2 42 15,-12 3 4-15,-6 5 0 16,-2 10 9-16,0 9 7 16,0 9 42-16,-7 0-51 15,-1 14-11-15,0 16 0 0,2 6 0 16,6 2 4-16,0-3-4 16,14-10 0-16,10-6 0 15,3-9 4-15,5-8-1 16,-1-2 2-16,-4 0-2 15,-10-12 4-15,-6-5-7 16,-9 0 5-16,-2-3-5 16,-9-3 4-16,-14-2-4 15,-4-2 0-15,1-3 3 16,2 1 2-16,4 2-3 0,5 6-1 16,6 8 3-16,4 5 0 15,5 5 23-15,0 1-4 16,15-2-19-16,12 3-5 15,5 1 1-15,1 1 0 16,1 19 1-16,-2 8 2 16,-2 6 10-16,-4 0-3 15,-6 2-9-15,-5-3 6 16,-6-3 1-16,-9-5-4 16,0-6 0-16,0-9 0 15,0-4 1-15,0-5-1 16,0-1 4-16,0 0 5 15,0-7 11-15,0-16 29 16,0-12-42-16,0-6-11 16,5 2 0-16,5 7-1 15,3 15-2-15,2 9-9 0,4 8 2 16,1 0 4-16,2 17 3 16,1 3-1-16,-3 1 4 15,0 1 0-15,-5-2-1 16,-2-3 1-16,-3-5 0 15,-1-4 1-15,-5-4 0 16,-1-4 1-16,-2 0 1 16,2 0 9-16,6-21 7 15,-1-12-17-15,6-9-1 16,0-3 2-16,3 4-1 16,0 12-2-16,0 9-1 0,-4 13 0 15,4 7 1-15,0 16-5 16,1 13 5-16,1 11 10 15,-2-2-3-15,-3 2-7 16,1-6 3-16,-1-3-3 16,-1-5 0-16,-1-8-24 15,-1-2-95-15,3-10-107 16,1-6-211-16,-2 0-220 16</inkml:trace>
  <inkml:trace contextRef="#ctx0" brushRef="#br0" timeOffset="98313.47">22839 869 793 0,'0'0'225'16,"0"0"-136"-16,0 0-11 0,0 0-34 16,0 0 21-1,0 0-4-15,75 70-20 0,-58-30-17 16,0-3 6-16,-4-5-4 16,-5-6-7-16,-1-6-15 15,-3-10 1-15,-4-7-4 16,1-2 3-16,-1-1 1 15,0 0 15-15,0-12 7 16,0-14-14-16,2-9-10 16,1-5-3-16,4-1-6 15,3 6-3-15,5 9 1 16,2 11-12-16,3 13 9 16,-2 2 3-16,3 20-6 15,-2 12 9-15,-4 5 5 0,0-1 6 16,-3-4 2-16,-4-6-4 15,-1-8 1-15,-4-8-5 16,-1-5 5-16,-2-3-5 16,0-2 6-16,1 0 17 15,1-15 19-15,2-13-17 16,1-13-23-16,3-6-1 16,1-2 1-16,1 11-2 15,0 11-2-15,0 16-3 16,-2 11 5-16,2 0-23 15,0 11 21-15,3 12-4 16,-1 4 6-16,-2 2-1 16,2-3 2-16,0-4-2 0,-1-4-47 15,6-3-114 1,-2-6-96-16,0-9-200 0</inkml:trace>
  <inkml:trace contextRef="#ctx0" brushRef="#br0" timeOffset="98813.31">23444 901 465 0,'0'0'531'0,"0"0"-382"16,0 0-94-16,0 0-53 16,0 0 77-16,10 79 35 15,2-42-50-15,5-9-38 16,1-7 7-16,-1-8-1 16,0-9-10-16,-1-4-17 0,1 0 8 15,1-11 1 1,1-8-5-16,-4-5-9 0,-3-8-1 15,-5-2-5-15,0-3-8 16,-3 6-16-16,-2 12 17 16,-1 11 13-16,-1 8-3 15,0 1-9-15,2 26-26 16,4 12 38-16,3 8 1 16,6-3 14-16,5-7 0 15,7-8-11-15,5-11 2 16,2-12-1-16,1-6 2 15,-3-3-7-15,-5-20-3 16,-7-8-23-16,-9-7 15 16,-8-7 4-16,-3-5-27 15,-2-7 8-15,-11 0 24 0,-9-3-8 16,4 1 7-16,1 4 3 16,3 12 7-16,7 19 22 15,6 15 36-15,1 9-20 16,0 17-45-16,0 21 0 15,0 14 7-15,4 9 25 16,3 3-20-16,2-6-11 16,1-3 2-16,2-7-3 15,-1-6 0-15,-2-6-10 16,-4-5-125-16,-5-9-210 16,0-13-357-16</inkml:trace>
  <inkml:trace contextRef="#ctx0" brushRef="#br0" timeOffset="99432.2">23854 892 1182 0,'0'0'83'0,"0"0"-83"15,0 0 0-15,0 0 44 16,105-31 3-16,-53 22-21 16,0 0-5-16,-12 2-17 15,-18 3 2-15,-12 0-5 16,-10 4 5-16,0 0 20 15,-10 0 20-15,-16 0-10 16,-4 13-24-16,1 3-7 16,3 6 14-16,6 1-5 0,8 3-7 15,6 0-6-15,6-5 1 16,0-2-4-16,5-4-3 16,18-6 5-16,6-6 1 15,6-3-1-15,0-5-15 16,-3-17-31-16,-4-4-4 15,-8-3 21-15,-7 3 19 16,-6 6 10-16,-5 8 6 16,-2 7 5-16,0 5 23 15,1 0-34-15,3 17-4 16,3 12 4-16,3 3 16 16,3-1 2-16,5-6 1 0,6-5-2 15,6-7-4 1,0-8 9-16,3-5-11 0,-1 0 4 15,0-12-3-15,-2-8-9 16,-5-10 5-16,-2-4-2 16,-6-8-6-16,-10-7-2 15,-7-1-3-15,-5-7 1 16,-22 4 3-16,-3 6-2 16,5 7 2-16,9 14 2 15,7 15 5-15,4 7 7 16,3 4-7-16,-3 12-6 15,0 24-12-15,3 14 2 16,2 11 10-16,0 1-2 16,2-2 1-16,12-3 0 15,2-4-5-15,0-5-106 0,-5-17-167 16,-3-12-388-16</inkml:trace>
  <inkml:trace contextRef="#ctx0" brushRef="#br0" timeOffset="99613.47">24436 852 1290 0,'0'0'168'0,"0"0"-139"16,0 0 8-16,0 0 26 15,0 0 1-15,0 0-35 16,120-69-26-16,-62 81-3 16,-6 9 0-16,-10 5-6 15,-15 1 1-15,-12 3-14 0,-10-1-17 16,-5-1-62-16,0-4-120 15,0-10-255-15</inkml:trace>
  <inkml:trace contextRef="#ctx0" brushRef="#br0" timeOffset="100114.68">24685 729 1338 0,'0'0'68'15,"0"0"-32"-15,0 0-8 16,0 0 41-16,0 0-49 15,0 0-20-15,110 5-3 16,-73 23 3-16,-3 9-5 16,-8 5 4-16,-3 0 1 0,-3-5-4 15,-3-7-25-15,-3-8-2 16,-4-14 24-16,-4-5 7 16,-4-3 6-16,5-1 12 15,-2-18 43-15,0-13-33 16,0-6 1-16,-5-1 22 15,0 1-33-15,0 14 0 16,0 8 9-16,0 9-27 16,0 7 0-16,0 0 0 15,6 0-27-15,10 16-26 16,5 6 48-16,7 1 0 16,0-4-36-16,-1-5-10 0,1-8 32 15,-5-6 9-15,-1 0 7 16,-9 0 1-16,-6-10 2 15,-7-2 4-15,0-3-4 16,-13 2 1-16,-11 1-1 16,-3 3 15-16,2 5 5 15,2 4 7-15,3 4-25 16,3 19 3-16,7 11-5 16,7 7 0-16,3 0-5 15,10-2 1-15,20-3 3 16,10-7-3-16,5-7-103 15,-1-8-68-15,-13-8-336 16</inkml:trace>
  <inkml:trace contextRef="#ctx0" brushRef="#br0" timeOffset="100482.2">22413 1447 1030 0,'0'0'383'0,"0"0"-383"16,0 0 3-16,166 0-3 15,-26 0 56-15,44 0-14 16,43 0-10-16,34-3-14 16,16-3 2-16,-1-2-16 15,-27-1 0-15,-35 1-4 16,-42 3 5-16,-46 1-10 16,-46 1-9-16,-45-3-83 15,-35 0-23-15,-25 1 90 16,-43 0-98-16,-28 2-163 15,-18 0-175-15</inkml:trace>
  <inkml:trace contextRef="#ctx0" brushRef="#br0" timeOffset="100745.56">22669 1663 1310 0,'0'0'127'0,"190"-12"-127"15,-35 8 0-15,29-5 19 16,29-5 30-16,26-1 3 16,2-2-17-16,-21 3-28 0,-39 5-7 15,-51 1-25 1,-48 3-127-16,-31 1-23 0,-38-3-60 15,-13-1-243-15</inkml:trace>
  <inkml:trace contextRef="#ctx0" brushRef="#br0" timeOffset="101831.81">18813 2198 922 0,'0'0'281'0,"0"0"-213"16,0 0-38-16,0 0 42 16,0 0 3-16,-100 15-43 15,83 41-11-15,9 15 4 16,8 2-8-16,10-1-8 16,27-11-9-16,18-17-3 0,16-18 3 15,12-17 10-15,2-9-5 16,-1-16 6-16,-9-20-4 15,-13-8 5-15,-21-7-3 16,-22-3-6-16,-19-1 0 16,-24 1 7-16,-35-1-6 15,-17 7-3-15,-16 6 2 16,-2 10-4-16,0 16 1 16,11 13-4-16,13 3 2 15,19 12-3-15,24 8-6 16,23-4-23-16,9-2-95 15,40-7-33-15,20-7 32 16,12 0 27-16,0-7-10 16,-12-12 23-16,-15 1 81 15,-18 0 9-15,-13 0 58 0,-15-2 89 16,-4 0 3-16,0-1-33 16,-1 2-30-16,-8 8-10 15,6 6 24-15,-1 5-19 16,0 14-79-16,-6 32 3 15,-4 25-6-15,-6 22 34 16,-3 11-11-16,-3 1-20 16,-5 0 0-16,1-7-1 15,7-14-2-15,11-15-2 16,12-17-64-16,0-21-79 16,22-18-166-16,6-13-289 15</inkml:trace>
  <inkml:trace contextRef="#ctx0" brushRef="#br0" timeOffset="102131.21">19584 2075 1106 0,'0'0'186'15,"0"0"-183"-15,0 0 21 16,0 0 125-16,0 0-50 16,0 0-80-16,-63 59-7 0,45 2 3 15,4 11 14-15,1 6-11 16,6 1 3-16,5-8-9 16,2-8-10-16,12-10-2 15,12-13-4-15,11-8 4 16,11-14-70-16,12-10-54 15,11-8-85-15,6-11-255 16</inkml:trace>
  <inkml:trace contextRef="#ctx0" brushRef="#br0" timeOffset="102813">20072 2242 986 0,'0'0'412'0,"0"0"-363"16,-112 7-43-16,72 30 43 15,1 9 33-15,4 6-22 16,10-3-36-16,10-6-17 16,10-9-2-16,5-10-5 15,0-9-8-15,0-8 6 16,12-5-2-16,5-2 4 16,8-8 6-16,5-20-6 15,3-9-5-15,1 0-31 16,-8 4 2-16,-6 9 34 15,-4 11 0-15,-5 7-1 16,-4 3-4-16,-2 3 0 0,1 0-5 16,3 6-1-1,6 7 11-15,7 2 4 0,8-5-3 16,10-8 1-16,5-2 9 16,-2 0-11-16,-1-13 0 15,-9-7-3-15,-7-1-27 16,-7-5-4-16,-8-5 8 15,-6-7-2-15,-5-7 0 16,0-5-3-16,-2 4 27 16,-11 9 4-16,-2 13 0 15,5 17 19-15,0 7 18 16,-1 22-37-16,2 15-13 16,-1 14 13-16,5 1 9 15,5-2-3-15,0-4-4 0,0-10 0 16,1-11-2-16,3-12-2 15,-1-6 0-15,-1-7 1 16,3 0 1-16,3-2 15 16,4-13 2-16,5-3-8 15,4 0-8-15,8 4-1 16,3 4-1-16,6 2-2 16,1 7 1-16,-6 1 0 15,-7 0-5-15,-7 6 5 16,-11 4-4-16,-8 4 0 15,0 2 6-15,-13 3 3 16,-15-1 16-16,-9-2-7 16,1-1-12-16,0-4 4 0,7-2-4 15,4-6-90 1,8-3-259-16,10-5-290 0</inkml:trace>
  <inkml:trace contextRef="#ctx0" brushRef="#br0" timeOffset="103011.05">20640 2050 1072 0,'0'0'269'15,"0"0"-262"-15,0 0-4 16,0 0 51-16,125 9 17 16,-82 32-28-16,-1 10-13 0,-11 7-15 15,-9 0-9-15,-12 4 3 16,-10-3-7-16,0-3 1 15,-7-5-6-15,-8-14-82 16,2-16-161-16,4-20-318 16</inkml:trace>
  <inkml:trace contextRef="#ctx0" brushRef="#br0" timeOffset="103191.21">21159 2202 1422 0,'0'0'94'0,"0"0"-86"0,134 0-8 15,-72 0 7-15,-3 0-7 16,0 6-6-16,-11-3-204 16,-17-1-322-16</inkml:trace>
  <inkml:trace contextRef="#ctx0" brushRef="#br0" timeOffset="103350.6">21262 2418 1372 0,'0'0'0'0,"0"0"-44"0,0 0 44 16,121-11 10-1,-49 1-10-15,5-2-143 0,-4-1-246 16,-9-3-417-16</inkml:trace>
  <inkml:trace contextRef="#ctx0" brushRef="#br0" timeOffset="103829.22">21898 2185 927 0,'0'0'437'0,"0"0"-437"15,0 0 3-15,0 0 5 16,-34 92 64-16,34-53-12 15,7-2-36-15,15-6-7 16,10-10-1-16,7-11-3 16,5-9 1-16,-1-1 0 0,-6-3-2 15,-12-16-3 1,-11-3-2-16,-11-6 9 0,-3-1-8 16,-21-4-4-16,-27 2-4 15,-20 4-11-15,-7 5-22 16,3 7-35-16,18 6 2 15,25 6-4-15,20-1-33 16,9 1-211-16,25-6-100 16,21-7 208-16,12-7 37 15,-2-7 169-15,-5-1 56 16,-18 2 155-16,-18 9 72 16,-11 3-23-16,-4 6-55 0,-7 2-35 15,-8 4-58-15,0 4-40 16,1 1-15-16,3 9-28 15,-1 27-29-15,1 16 0 16,2 21 8-16,0 7-2 16,3 7 1-16,-4 2-2 15,-4-2-4-15,1-4-1 16,3-11-19-16,10-15-165 16,0-22-252-16,0-21-329 15</inkml:trace>
  <inkml:trace contextRef="#ctx0" brushRef="#br0" timeOffset="104075.8">22249 1986 1265 0,'0'0'192'0,"0"0"-182"15,0 0-10-15,0 0 24 16,0 0-10-16,-20 118 55 16,18-40-41-16,2 3-12 15,0 0-12-15,0-5 1 16,3-11-5-16,19-8-6 0,13-17-112 16,11-15-108-1,3-18-215-15</inkml:trace>
  <inkml:trace contextRef="#ctx0" brushRef="#br0" timeOffset="104380.86">22641 2173 1126 0,'0'0'110'0,"0"0"-34"16,0 0 66-16,-86-42-52 15,61 66-73-15,0 10-7 16,5 5 0-16,7-4-5 15,6-5 0-15,7-8-5 16,0-9 0-16,0-6-2 16,0-7 2-16,0 0 1 0,11 0 8 15,9 0 6-15,7-13-9 16,3 2-4-16,3 6-4 16,1 5 1-16,-3 0-3 15,1 4 0-15,-2 8 2 16,-2-2-27-16,-4-1-88 15,-3-6-94-15,-7-3-215 16</inkml:trace>
  <inkml:trace contextRef="#ctx0" brushRef="#br0" timeOffset="104585.22">22754 2003 825 0,'0'0'606'0,"0"0"-586"0,0 0-16 15,0 0 21-15,0 0 33 16,0 0 14-16,120 102-33 16,-81-48-16-16,-11 4-13 15,-8 3 6-15,-13-1-14 16,-7-2-1-16,0-7-1 16,-13-11-6-16,3-11-130 15,1-19-110-15,1-10-410 16</inkml:trace>
  <inkml:trace contextRef="#ctx0" brushRef="#br0" timeOffset="105230.27">23401 2036 134 0,'0'0'1061'0,"0"0"-1043"16,0 0-7-16,0 0 67 15,0 0-3 1,0 0-2-16,-97 35-40 0,73 17-13 15,4 13 7-15,12-4 6 16,8-4-18-16,7-14-8 16,26-13-5-16,12-11 0 15,7-11 4-15,0-8 2 16,-6-3-7-16,-12-19-2 16,-12-8-5-16,-12-5 6 15,-10-4 7-15,-2 0-7 16,-26-2 0-16,-11 1-6 15,-9 0-3-15,-1 3-7 16,6 8-6-16,8 8-23 0,13 10 13 16,12 7-33-1,10 4-14-15,0-1-11 0,8-1-56 16,14-3 118-16,3-4 28 16,0-3 12-16,-3-1 21 15,-9 0 36-15,-3-1 20 16,-4 0-7-16,-5 5 17 15,-1 5-11-15,0 2 6 16,0 2-41-16,0 2-53 16,0 28-6-16,0 19 6 15,-5 19 25-15,-1 13-17 16,-6 8 0-16,0 3-6 16,-3 0 4-16,3-3-6 0,2-13 0 15,7-13-11 1,3-17-189-16,0-20-114 0,8-19-367 15</inkml:trace>
  <inkml:trace contextRef="#ctx0" brushRef="#br0" timeOffset="105479.94">23762 1832 1394 0,'0'0'107'0,"0"0"-107"0,0 0 0 16,-69 76 25-16,53-10 15 15,4 10-3-15,12 5-9 16,0-4-8-16,13-11-15 16,14-11-4-16,4-11-2 15,4-11-24-15,4-10-96 16,3-14-74-16,1-9-220 15</inkml:trace>
  <inkml:trace contextRef="#ctx0" brushRef="#br0" timeOffset="105862.5">24043 1979 1239 0,'0'0'162'0,"0"0"-162"16,0 0 0-16,-25 92 18 15,23-53 15-15,2-2-3 16,0-3-9-16,0-7-10 16,0-7-9-16,0-9 5 15,0-6-7-15,0-5 2 16,0 0 9-16,0 0-3 16,7-8 13-16,7-11-6 15,5-3-11-15,4 0-3 16,4 4-2-16,4 6-6 15,0 6 5-15,1 6 2 16,-2 0-5-16,-3 21 5 16,-1 6 17-16,-6 1 6 0,-4 4 20 15,-10-2-7 1,-6-1-10-16,0-2-7 0,-18-6 2 16,-7-4-12-16,-3-7-3 15,-3-8-5-15,1-2-1 16,-3-5-93-16,1-20-121 15,3-15-259-15</inkml:trace>
  <inkml:trace contextRef="#ctx0" brushRef="#br0" timeOffset="106064.68">24241 1899 1385 0,'0'0'0'0,"0"0"9"16,117 75 57-16,-76-26 12 15,-8 7 9-15,-11 9-10 16,-15 3-58-16,-7 0 6 16,-10-5-19-16,-21-6-1 15,-10-3-5-15,-14-8-2 16,-9-4-73-16,-14-12-209 16,-13-12-400-16</inkml:trace>
  <inkml:trace contextRef="#ctx0" brushRef="#br0" timeOffset="106595.26">18446 2007 837 0,'0'0'238'16,"0"0"-140"-16,0 0 1 15,0 0-25-15,0 0-62 16,0 0-4-16,3 164 84 16,17-40-27-16,0 10-41 0,-8 0-12 15,-11 13 0 1,-1-4-7-16,0-12-4 0,-3-20-1 16,3-31-13-16,0-27-149 15,0-30-49-15,5-23-211 16</inkml:trace>
  <inkml:trace contextRef="#ctx0" brushRef="#br0" timeOffset="107399.31">18424 1939 1081 0,'0'0'122'0,"0"0"-100"0,0 0-19 16,0 0 40-16,0 0 49 15,0 0-52-15,112-23 1 16,-12 21 23-16,34-5-30 16,38-6-1-16,44-6-17 15,40 0 4-15,39-3 0 16,26 1-19-16,29-1 3 15,24-6-2-15,20-6 4 16,14 1-6-16,3 4 0 16,-19 4 14-16,-32 10-11 0,-37 10 10 15,-53 1 3-15,-44 2-9 16,-41 1-6-16,-39-5-2 16,-29-3 2-16,-32 1 3 15,-28 1 2-15,-24 3-2 16,-18 4 0-16,-9 0-1 15,-5 0-1-15,-1 0 0 16,0 0-1-16,3-2-1 16,4 2 0-16,8-1 1 15,5 1 0-15,3-2 0 16,-1 0-1-16,2 2-3 16,-1 0-4-16,4 0 6 15,3 0-1-15,0-1-4 0,2-3-5 16,-2 2 0-16,-3-3 7 15,-2 1-2-15,0-1 3 16,-2 1 3-16,2 0-1 16,1 0 0-16,-8 0-1 15,0 1-2-15,-1 1 1 16,1-1 3-16,2 0-4 16,0-1 4-16,-2-2-1 15,-4 3 1-15,-7 0 0 16,-4 0 1-16,-3 0 4 15,0 1 5-15,2-1-5 16,-2 3 12-16,0 0 7 0,0 0-3 16,0 0-7-16,0 0-6 15,0 5-8-15,0 25-7 16,-2 25 7-16,-1 29 2 16,-4 23 32-16,0 14-18 15,4 5 10-15,0-2-5 16,3-10-15-16,0-14-5 15,3-14 0-15,7-15-2 16,-3-15-2-16,-7-14-63 16,-17-15-151-16,-28-15-258 15</inkml:trace>
  <inkml:trace contextRef="#ctx0" brushRef="#br0" timeOffset="107895.28">18933 3178 1326 0,'0'0'171'0,"0"0"-163"15,0 0-8-15,0 0-1 16,0 0 1-16,89 6 24 16,68 12 72-16,76-3-23 15,71-12-55-15,62-3-9 16,54-15 3-16,34-20 7 0,18-12-1 16,-1-8-2-1,-21-7 0-15,-51 5-14 0,-64 9-1 16,-84 16-1-16,-91 11-29 15,-77 5-137-15,-72-6-144 16,-41-4-56-16,-72-9-483 16</inkml:trace>
  <inkml:trace contextRef="#ctx0" brushRef="#br0" timeOffset="108515.1">19310 1129 435 0,'0'0'292'0,"0"0"-254"15,0 0-23-15,-87-16 69 16,70 10 163-16,-3 0-69 0,-8 2-63 16,-11 4-40-16,-16 0-14 15,-20 2 3-15,-19 18-17 16,-16 2-14-16,-8 3-16 16,7 0-8-16,11-6 7 15,26-5-5-15,22-7-9 16,25-5 1-16,17-2-3 15,8 0-1-15,2 0-23 16,6 0-141-16,19-10-172 16,8-15-392-16</inkml:trace>
  <inkml:trace contextRef="#ctx0" brushRef="#br0" timeOffset="109061.28">16273 368 724 0,'0'0'221'0,"-11"-79"-142"16,9 60-38-16,1 11 60 0,1 6 0 15,0 2-38-15,0 20-63 16,0 37 8-16,0 30-3 15,7 21 67-15,-6 3-46 16,-1-5-18-16,0-12-3 16,0-9-1-16,3-14-4 15,2-13-1-15,5-18-185 16,2-18-157-16,-2-19-213 16</inkml:trace>
  <inkml:trace contextRef="#ctx0" brushRef="#br0" timeOffset="109294.33">16225 331 1205 0,'0'0'247'0,"-13"-103"-201"0,13 81-17 16,9 11 7-16,20 7 1 16,13 4-21-16,11 9-9 15,6 24-3-15,-6 17-4 16,-11 11 5-16,-15 15-5 15,-22 0 1-15,-5 1-1 16,-20-3 1-16,-17-14-4 16,2-9-82-16,2-15-99 15,7-15-56-15,10-18-140 16,6-3-34-16</inkml:trace>
  <inkml:trace contextRef="#ctx0" brushRef="#br0" timeOffset="110377.37">16504 652 1026 0,'0'0'65'0,"0"0"-51"16,109 3 101-16,-70 11-5 15,-6 4-67-15,-8 6-22 16,-6 3-14-16,-8 4 1 16,-8-2-5-16,-3 1 2 15,0-6 8-15,0-7-12 16,-3-8 2-16,-2-6 1 15,3-3-4-15,-1-2 26 16,2-20-26-16,1-11-16 0,0-9-50 16,14-4 19-16,15 5 4 15,4 6 18-15,4 13-3 16,2 8-2-16,-3 12 19 16,0 2 7-16,-3 9-4 15,-1 15-2-15,0 3 10 16,-4-2 5-16,-7-3 9 15,-4-6 1-15,-7-7 5 16,-6-7 4-16,-1-2 29 16,-3 0 50-16,0 0 28 15,0-7-7-15,0-13-66 16,-5-2-50-16,-7-2-6 16,1 4-2-16,-5 7 0 0,1 1-21 15,1 7-28 1,-3 3-19-16,5 1-27 0,7 1-36 15,5-3 9-15,0-3 44 16,17-6-12-16,7 0 90 16,7 4 6-16,2 7 40 15,0 1-11-15,3 9-4 16,-1 12 20-16,0 4-8 16,-2 4-15-16,-1-3 1 15,-6-1 1-15,-9-5-8 16,-6-7-9-16,-8-4-5 15,-1-5 10-15,-2-4 29 0,0 0 44 16,0 0 16 0,0 0-23-16,-2-19-37 0,-3-8-44 15,2-5-3-15,3-8-1 16,0-2-6-16,0 4-17 16,10 5-15-16,8 9-19 15,4 11-2-15,2 6 9 16,-5 7 19-16,-5 0 12 15,-8 0 13-15,-4 0 6 16,-2 0 2-16,0 0 0 16,0 0 15-16,0 0 17 15,-7 16-9-15,2 9-15 16,-1 11-6-16,2 11 8 16,4 0-8-16,0-5-3 15,24-8-1-15,11-6 1 0,11-11-1 16,10-9-5-1,6-8-43-15,4 0-13 0,-1-17-74 16,-3-6-15-16,-6-2-69 16,-13-2 4-16,-13-1 84 15,-13 4 132-15,-12-1 91 16,-5 6 93-16,0 10 1 16,-6 4 15-16,-6 5-82 15,2 26-114-15,3 7 6 16,2 4 1-16,5-6 8 15,0-13-9-15,7-8-1 16,1-8 4-16,-1-2 33 0,2-8 33 16,-2-19 15-16,0-5-50 15,-7-12 1-15,0-3-18 16,-17-9-24-16,-13-2 2 16,-3 1-5-16,1 11-4 15,4 18-7-15,6 15-17 16,5 13-31-16,-3 16-84 15,-2 26-93-15,-3 11-150 16,-6 7-133-16</inkml:trace>
  <inkml:trace contextRef="#ctx0" brushRef="#br0" timeOffset="110645.21">16464 1248 1263 0,'0'0'181'0,"151"-11"-179"16,-21 0-2-16,34-5 25 15,22-3 39-15,12 0 3 16,0-1-18-16,-23 6-25 15,-29 7-18-15,-34 4-6 16,-30 3-88-16,-27 0-75 16,-30 0-114-16,-25 0-316 0</inkml:trace>
  <inkml:trace contextRef="#ctx0" brushRef="#br0" timeOffset="110846.25">16493 1431 508 0,'0'0'1239'0,"0"0"-1239"16,190-1-110-16,-36-15 110 0,28-6 37 16,19-3-21-1,5-2-13-15,-18 4-3 0,-26 1-156 16,-38-1-373-16</inkml:trace>
  <inkml:trace contextRef="#ctx0" brushRef="#br0" timeOffset="110982.67">18215 1251 1620 0,'0'0'0'15,"0"0"-127"-15,0 0 81 16,0 0 35-16,95-44-123 0,-45 19-325 15</inkml:trace>
  <inkml:trace contextRef="#ctx0" brushRef="#br0" timeOffset="111206.11">18599 156 1373 0,'0'0'260'16,"0"0"-260"-16,0 0-22 15,0 0-3-15,-5 141 25 16,22-52 0-16,3 3 0 16,0-2-72-16,-7-7-116 0,-6-14-132 15,-7-12-266-15</inkml:trace>
  <inkml:trace contextRef="#ctx0" brushRef="#br0" timeOffset="111321.02">18786 863 1200 0,'0'0'69'16,"0"0"-69"-16,0 0-39 16,0 0-7-16,0 0-363 15</inkml:trace>
  <inkml:trace contextRef="#ctx0" brushRef="#br0" timeOffset="111515.7">19002 162 1332 0,'0'0'291'0,"0"0"-291"15,0 0-63-15,0 0 48 16,18 133 12-16,2-46 6 15,-1 5-6-15,-4 1 3 16,-4-9-223-16,-5-14-81 16,-3-11-205-16</inkml:trace>
  <inkml:trace contextRef="#ctx0" brushRef="#br0" timeOffset="111613.56">19136 876 1082 0,'0'0'352'0,"0"0"-338"0,0 0-14 16,0 0-36-16,0 0-105 15,0 0-267-15</inkml:trace>
  <inkml:trace contextRef="#ctx0" brushRef="#br0" timeOffset="126008.38">18721 1351 964 0,'0'0'275'0,"0"0"-267"16,0 0-7-16,0 0 1 15,-85 61 7-15,53-18 20 16,-5 12-11-16,-6 8 3 16,-9 9 13-16,-8 3 12 15,-9 5-32-15,-4 3 2 0,-3-2 9 16,0-6-7-16,0-8-9 15,3-5-1-15,6-8-3 16,6-3-2-16,5-8 1 16,-1-4 1-16,0-5 7 15,0-5 9-15,5-5-3 16,4-7-5-16,8-8 0 16,5-1-1-16,2-8 2 15,-1 2 2-15,-1-2 4 16,1 0 2-16,-1 0-5 15,4-10 3-15,2-5-8 16,1-3 3-16,5-8-3 0,1-2 4 16,3-10-8-16,4-7 2 15,3-8-8-15,6-4 3 16,-1-5 1-16,4-7-4 16,3-3 1-16,-2-5-2 15,2 5-1-15,0 6 0 16,0 7 1-16,0 9-1 15,0 5 0-15,2 7 3 16,3 1-6-16,0 6 6 16,-2 3-4-16,0 3 1 15,1 4 0-15,-1 5 1 16,-1 4-1-16,-2 2 1 16,1 4 1-16,-1 3-1 0,0 2-1 15,0 1 0 1,0 0 0-16,0 0-4 0,0 0 1 15,0 0 3-15,0 7-6 16,0 23 1-16,-13 17 5 16,-4 7 0-16,1 3 2 15,-3-4-3-15,3-6 2 16,-1-8-1-16,2-11 1 16,3-6-1-16,5-11 0 15,4-5 2-15,3-4-1 16,0-2 1-16,0 0-1 15,0 0 4-15,0-19 4 0,0-18-9 16,10-13-1-16,10-3-1 16,4 3 2-16,-1 8 0 15,2 12-10-15,2 9 8 16,1 10 0-16,2 8 3 16,2 3-2-16,-2 14 1 15,2 19-10-15,-4 10 8 16,-1 7 2-16,2-4-5 15,0 1-30-15,10-5-106 16,9-9-155-16,4-10-176 16</inkml:trace>
  <inkml:trace contextRef="#ctx0" brushRef="#br2" timeOffset="138104.44">18783 4008 800 0,'0'0'126'0,"0"0"-101"15,0 0 48-15,0 0 35 16,0 0-1-16,0 0-41 15,0 0-32-15,7-30 8 16,-7 30 16-16,0 0-8 16,0 0-29-16,-4 9-21 0,-6 22 9 15,-2 24-3-15,1 13 3 16,8 2 1-16,3-6-10 16,8-11 2-16,19-15-3 15,4-10 2-15,11-13 2 16,5-10 3-16,3-5-5 15,2-11 3-15,-7-16 3 16,-8-6-3-16,-10-1-4 16,-13-4 0-16,-10-2 0 15,-4-1-1-15,-13 0-3 16,-21 3-2-16,-9 6-19 16,-7 3-5-16,-2 8 1 15,7 7 0-15,9 7-9 16,12 2-21-16,10 2 0 0,10-1 28 15,4-1 1-15,3-5-27 16,17-8-52-16,6-10 107 16,5-3 2-16,-5 1 6 15,-4 1-5-15,-11 7 11 16,-4 2 30-16,-4 4 18 16,-3 2 9-16,0 4 10 15,0 3-10-15,0 3-16 16,0 2 2-16,0 2-13 15,0 0-19-15,0 6-23 16,0 32-9-16,0 23 9 16,0 21 52-16,0 11-22 15,0 5-24-15,0 0 4 0,-6-6-6 16,-8-7-3 0,-2-10-1-16,1-10-10 0,-2-6-91 15,5-9-55-15,2-6-76 16,3-12-248-16</inkml:trace>
  <inkml:trace contextRef="#ctx0" brushRef="#br2" timeOffset="138739.1">19594 3788 761 0,'0'0'125'16,"0"0"-87"-16,0 0 73 15,0 0 34-15,0 0-45 16,0 0-21-16,-8-34-26 0,6 34-17 15,-2 0-14-15,0 28-11 16,-6 29-6-16,-4 32 22 16,-1 20 39-16,5 9-40 15,5-5 9-15,5-10-27 16,0-16-4-16,12-17-4 16,8-13 2-16,3-14-4 15,0-6-21-15,-1-9-56 16,-2-8-57-16,2-11-78 15,3-9-254-15</inkml:trace>
  <inkml:trace contextRef="#ctx0" brushRef="#br2" timeOffset="139687.93">19917 4050 795 0,'0'0'159'16,"0"0"-120"-16,0 0 97 15,0 0-11-15,0 0-44 16,-16-83-38-16,23 59-23 16,15 2-16-16,7-2-1 15,2 4-1-15,3 6-2 16,-5 7 0-16,-1 6-1 0,-10 1-2 15,-6 5-2-15,-6 20-4 16,-6 5-10-16,0 5 19 16,0 2 0-16,-15-2 20 15,-6-4-11-15,-7-5-1 16,4-5-2-16,0-4 11 16,6-4-10-16,9-6-2 15,6-6 0-15,3-1-3 16,0 0 0-16,0 0-4 15,2 0-5-15,11 0 1 16,9 0 6-16,5 0 0 16,3 6-1-16,0 5 0 15,-4 6-1-15,-4 4 1 0,-3 1 0 16,-9 3-4 0,-5-1-2-16,-5-4 7 0,0 1 18 15,-15 1 18-15,-8-4 16 16,-8-1 5-16,-4-3-12 15,-2-2-11-15,2-3-11 16,5-6-14-16,5-3-1 16,5 0-6-16,5 0-2 15,3 0-17-15,6 0-66 16,6-10-65-16,0-7-106 16,14-9-328-16</inkml:trace>
  <inkml:trace contextRef="#ctx0" brushRef="#br2" timeOffset="140187.79">20226 3528 819 0,'0'0'223'0,"0"0"-221"16,0 0 14-16,0 0 46 15,0 0-21-15,0 0-41 16,0-7 0-16,2 21 0 0,4 6 10 16,3 1 16-16,1 0-1 15,-3-4-13-15,0-6-9 16,0-4 10-16,0-2-5 15,-2-4-5-15,0-1 2 16,-1 0 2-16,2 0 2 16,-1 0 4-16,2-4-3 15,-4-5 2-15,-1-2 8 16,-2-2 19-16,0 2-18 16,0 2 5-16,0 1 25 0,0 3-21 15,0 4-2 1,0 1-6-16,0 0-20 0,0 0-2 15,0 0-3-15,0 4-8 16,0 15-15-16,0 8 15 16,0 6 11-16,0 5 0 15,0 8-6-15,0 7-19 16,0 7-125-16,0-1-109 16,0-4-281-16</inkml:trace>
  <inkml:trace contextRef="#ctx0" brushRef="#br2" timeOffset="140510.9">20510 4231 1269 0,'0'0'36'0,"0"0"-26"0,0 0-10 15,0 0 0-15,0 0-110 16,0 0-193-16,-20 22-132 16</inkml:trace>
  <inkml:trace contextRef="#ctx0" brushRef="#br2" timeOffset="141507.81">21028 3815 824 0,'0'0'304'15,"0"0"-278"-15,0 0 27 16,0 0 70-16,0 0-20 16,0 0-52-16,-20-4-26 15,8 4-4-15,-4 0 1 16,-2 0 0-16,-4 0-6 0,-1 3-3 16,-3 2-3-16,-2 0 3 15,-1 2-3-15,3-3-9 16,2-1 3-16,8-2-3 15,6-1 2-15,4 0 0 16,5 0-2-16,1 0 2 16,0 2-3-16,0-2 0 15,-2 3-1-15,0 5-5 16,-2 5-5-16,-5 10 9 16,1 4 0-16,-1 2 0 15,3 3 1-15,2-3-1 0,3-5 1 16,-1-7 2-1,2-4-1-15,0-6 0 0,0-5-2 16,0-2 0-16,0 0 1 16,0 0-1-16,0 0 2 15,9 0 0-15,11 0 5 16,6 0 0-16,7 0-4 16,1 0 0-16,-1 0-2 15,-3 0-8-15,-1 11 1 16,-6 7 2-16,-1 4 3 15,-5 3 2-15,-5 1-2 16,-9-2 0-16,-3 0 3 16,0-2 2-16,-7 2 32 15,-12-4-4-15,-10 0 1 16,-3-2 3-16,-1-3-15 0,1-3-8 16,2-5-7-1,3-3-3-15,2-2-1 0,1-2-10 16,3 0-42-16,2 0-75 15,13-13-90-15,6-11-170 16,10-8-340-16</inkml:trace>
  <inkml:trace contextRef="#ctx0" brushRef="#br2" timeOffset="142006.1">21054 3587 1102 0,'0'0'66'16,"0"0"-62"-16,0 0 9 15,0 0 59-15,88-46-40 16,-75 46-16-16,1 0-2 15,-4 13 7-15,-6 4-14 16,-3 3 4-16,-1 1 10 16,0 1 1-16,-12 0 14 15,-1-6-13-15,1-2-13 0,3-6 6 16,5-4-5-16,4-1-6 16,0-3 0-16,0 0-4 15,0 0 0-15,14 0 0 16,14 0 5-16,3 0 4 15,7 0-5-15,-2 0-1 16,-10 0-2-16,-4 0-2 16,-9 0 0-16,-6 4 0 15,-5 9 2-15,-2 1 11 16,0 3 5-16,-13 3 17 16,-9 1-1-16,-1-3-11 15,-4-2-13-15,0-1-3 0,2-2-7 16,1-3 0-1,4-3-73-15,4-4-74 0,7-3-129 16,8-17-121-16</inkml:trace>
  <inkml:trace contextRef="#ctx0" brushRef="#br2" timeOffset="142274.21">21380 3485 797 0,'0'0'472'0,"0"0"-462"16,0 0-3-16,0 0 0 16,0 0 47-16,118 50 2 0,-67-4-25 15,2 11 15 1,-5 12 15-16,-4 12-9 0,-14 10-4 16,-13 2-12-16,-12 1-16 15,-5-7-8-15,-3-7-4 16,-25-3-5-16,-12-6-2 15,-10-7-2-15,-9-5-10 16,0-7-98-16,0-14-139 16,-1-14-295-16</inkml:trace>
  <inkml:trace contextRef="#ctx0" brushRef="#br2" timeOffset="146369.75">18763 5460 1128 0,'0'0'159'0,"0"0"-140"15,0 0 14-15,0 0 80 0,0 0-40 16,0 0-61 0,0 0-4-16,124-11 4 0,-71 8-7 15,-1 0 1-15,-5 2-6 16,-7 1-23-16,-8 0-109 15,-9 0-111-15,-13 7-231 16</inkml:trace>
  <inkml:trace contextRef="#ctx0" brushRef="#br2" timeOffset="146540.43">18823 5589 1269 0,'0'0'84'15,"0"0"-84"-15,0 0-20 16,0 0 20-16,128 0 10 16,-63 0-10-16,8 0-28 15,3-3-168-15,-4-7-171 16</inkml:trace>
  <inkml:trace contextRef="#ctx0" brushRef="#br2" timeOffset="147137.29">19616 5220 1106 0,'0'0'264'0,"0"0"-264"0,0 0 0 15,0 0 0-15,-30 99 57 16,30-43-9-16,0 2-33 15,10-4-4-15,8-4-5 16,7-12-6-16,3-13 0 16,2-11 1-16,2-9 3 15,-3-5 1-15,-6 0-3 16,-1-7 3-16,-7-9-5 16,-3-4-7-16,-4-4-5 15,-4-7-4-15,-4-5 0 16,0-2-15-16,-16 0-5 0,-14 2 9 15,-8 11-1-15,-2 5 3 16,2 10 10-16,3 3 15 16,14 3 3-16,11-1-2 15,10-4 6-15,0-8 6 16,10-7-7-16,14-4 2 16,4-1-7-16,0 3-1 15,-6 4 2-15,-9 9 9 16,-6 7 25-16,-5 5 32 15,-2 1 20-15,0 0-12 16,0 0-33-16,0 7-29 16,0 21-10-16,0 14 2 15,-3 13 15-15,-4 11-3 16,0 9-7-16,-1 4 7 16,-4 1 0-16,2-2-13 0,-2-8-1 15,3-9-4-15,0-11-3 16,5-9-36-16,4-8-73 15,0-12-123-15,16-11-29 16,4-10-427-16</inkml:trace>
  <inkml:trace contextRef="#ctx0" brushRef="#br2" timeOffset="147389.54">20109 5113 1332 0,'0'0'79'15,"0"0"-71"-15,0 0-8 16,-30 98 60-16,26-31 11 16,4 11-21-16,0 0-26 15,2 0 4-15,10-7-20 16,3-7-7-16,0-13-1 15,3-9-50-15,1-8-55 16,2-11-65-16,0-10-174 16,-3-12-484-16</inkml:trace>
  <inkml:trace contextRef="#ctx0" brushRef="#br2" timeOffset="147805.91">20358 5319 1389 0,'0'0'126'0,"0"0"-117"16,0 0-9-16,0 0 19 15,0 0-3-15,106-39-13 16,-83 55-3-16,-8 7 0 16,-8 7-7-16,-7 3-7 0,-2 7 14 15,-22 0 0 1,-2-2 8-16,1-6-8 0,6-14 0 15,9-5 8-15,7-9-5 16,3-4 2-16,0 0-5 16,6 0 6-16,16 0-6 15,7-8 4-15,4 4-4 16,-1 4 2-16,-2 0-2 16,-5 4 1-16,-5 13-1 15,-5 3 5-15,-8-2 10 16,-7 3 1-16,0-2 29 15,-19 1-6-15,-7-2-10 16,-9-3-10-16,-1-3-10 16,3-6-9-16,3-3 0 15,5-3-26-15,3-1-81 16,9-23-115-16,6-15-199 16</inkml:trace>
  <inkml:trace contextRef="#ctx0" brushRef="#br2" timeOffset="148236.66">20630 4983 1146 0,'0'0'149'0,"0"0"-139"16,0 0 12-16,0 0 38 15,0 0-33-15,0 0-25 16,2 31 2-16,-2-2 26 15,0 1-19-15,0-1-10 0,0-4 2 16,0-7 0-16,0-9-1 16,0-6-2-16,4-3-20 15,12 0 17-15,6-2 3 16,6-10 11-16,3-1-9 16,-2 1-1-16,0 0-1 15,-4 1 0-15,-4-2 2 16,-5 0-2-16,-6 2 1 15,-5-3 0-15,-5 1 3 16,0 0 2-16,0 1 4 16,-5 5 17-16,0 5 20 15,2-1-11-15,1 3-34 16,2 8-2-16,-2 21-18 0,2 15 18 16,-1 12 2-16,1 4-2 15,0-1-25-15,1-7-77 16,14-3-69-16,4-11-196 15,-1-11-369-15</inkml:trace>
  <inkml:trace contextRef="#ctx0" brushRef="#br2" timeOffset="148484.92">20955 5023 1085 0,'0'0'185'0,"0"0"-185"16,0 0-7-16,0 0 7 16,0 0 46-16,114 114 4 15,-76-51-2-15,-7 3 4 16,-7-1-16-16,-10-2-5 16,-11 1 1-16,-3-4-24 15,-2-3-6-15,-15-8-2 16,-2-6-54-16,0-13-104 15,4-11-209-15</inkml:trace>
  <inkml:trace contextRef="#ctx0" brushRef="#br2" timeOffset="148641.25">21403 5393 1055 0,'0'0'0'0,"0"0"-543"16,0 0 386-16</inkml:trace>
  <inkml:trace contextRef="#ctx0" brushRef="#br2" timeOffset="149189.15">21808 5092 1314 0,'0'0'42'16,"0"0"-39"-16,-24 123-1 15,24-76 59-15,12-5-23 16,17-7-26-16,9-9-2 15,4-10 2-15,-4-8-4 16,-8-7-4-16,-10-1 3 16,-15 0 0-16,-5-12 8 0,-2-10 3 15,-23-3-14 1,-10-2-2-16,-5 1-2 0,-2 1-10 16,2 3-16-16,8 6-25 15,10-1-20-15,12 0-9 16,10-4 14-16,3-6-61 15,21-5 44-15,10-2 83 16,-1-2 1-16,-4 5 9 16,-9 6 32-16,-12 3 44 15,-6 8 28-15,-2 6-14 16,0 4-3-16,0 2-2 16,0 2-29-16,0 0-32 15,0 0-25-15,0 11-9 16,0 22 0-16,-2 21 3 0,0 20 5 15,-2 10 7 1,-2 3-4-16,-2 1 1 0,-2-4-3 16,2-9-9-16,2-7 0 15,6-14-26-15,0-10-55 16,0-16-115-16,13-14-93 16,1-14-337-16</inkml:trace>
  <inkml:trace contextRef="#ctx0" brushRef="#br2" timeOffset="149450.29">22236 4905 972 0,'0'0'470'16,"0"0"-467"-16,0 0 0 15,0 0 20-15,-41 110 54 16,40-26-2-16,1 5-45 16,0 1-10-16,8-10-7 15,10-9-12-15,6-8-1 16,1-9-2-16,1-7-56 16,2-10-64-16,-4-11-86 15,1-14-310-15</inkml:trace>
  <inkml:trace contextRef="#ctx0" brushRef="#br2" timeOffset="150052.68">22858 5017 1190 0,'0'0'290'0,"0"0"-267"15,0 0-23-15,0 0 87 16,0 0-34-16,0 0-35 16,-37-14-11-16,13 16-1 0,-4 6 9 15,-4-3-1 1,2 1-2-16,3-1-2 0,2 0-6 16,4-2 8-16,2 0-11 15,6 0 0-15,4 0-2 16,6-2 0-16,3-1-1 15,0 0-5-15,0 0-10 16,0 0 9-16,0 0 8 16,0 1 0-16,0 1-1 15,0 1-1-15,0 5-1 16,0 6 2-16,0 3 1 16,0 4 0-16,0 2 0 15,-4 3 1-15,3-4-1 16,-2-1 0-16,3-6 2 0,0-6-4 15,0-3-2-15,6-1-10 16,14-3 14-16,9-2 5 16,6 2 0-16,5-2 0 15,2 3 1-15,-2 3-6 16,-3 3 0-16,-7 5 1 16,-10 1-1-16,-8 3 1 15,-8 1-1-15,-4 2 12 16,0-1 9-16,-18-2 5 15,-12 0-1-15,-9 0-2 16,-6-3-10-16,-3-1-11 16,1-6-1-16,9-3-1 15,4-5-38-15,8 0-64 16,9-6-117-16,12-26-191 16</inkml:trace>
  <inkml:trace contextRef="#ctx0" brushRef="#br2" timeOffset="150452.18">22956 4767 1385 0,'0'0'18'0,"0"0"-11"15,0 0-7-15,0 0 28 16,0 0-21-16,0 0-7 15,45-12-3-15,-43 16 2 0,-2 12-8 16,0 2-9-16,-9 3 18 16,-2-2 16-16,4-2-7 15,5-3-9-15,2-3-1 16,2 0-2-16,18 1 3 16,5-2 5-16,6 0 15 15,4-3 4-15,-4-1 3 16,-4 0 8-16,-9-1-11 15,-9-1-2-15,-8-1 1 16,-1 1-10-16,-1 4 16 16,-19 4-8-16,-9 3 8 15,-7 0-20-15,1-1-9 16,-1-7-20-16,3-2-110 16,5-5-148-16,6-9-364 0</inkml:trace>
  <inkml:trace contextRef="#ctx0" brushRef="#br2" timeOffset="150670.2">23202 4701 1094 0,'0'0'202'16,"0"0"-191"-16,0 0-11 15,110 93 66-15,-80-35 15 16,-8 8-10-16,-9 7-1 0,-10 11-16 15,-3 3-29 1,-20 7-25-16,-21-1 0 0,-18 0-31 16,-14-5-146-16,-17-8-151 15,-14-9-414-15</inkml:trace>
  <inkml:trace contextRef="#ctx0" brushRef="#br2" timeOffset="151191.98">18758 6691 216 0,'0'0'606'15,"0"0"-418"-15,0 0-114 16,0 0 53-16,0 0-17 0,0 0-65 16,57 0-20-1,-11-1-10-15,6-3-12 0,0 3-3 16,-5-2-122-16,-12 0-191 16,-18 1-381-16</inkml:trace>
  <inkml:trace contextRef="#ctx0" brushRef="#br2" timeOffset="151335.25">18812 6889 1118 0,'0'0'159'16,"0"0"-159"-16,130 0-65 16,-49-9 65-16,19-3 0 15,8-2-264-15,4-6-383 16</inkml:trace>
  <inkml:trace contextRef="#ctx0" brushRef="#br2" timeOffset="151852.24">19939 6095 250 0,'0'0'372'0,"0"0"-314"0,0 0-36 16,0 0 18-1,107-2 107-15,-34 2-19 0,17 0 0 16,14 0-15-16,11 0-22 16,5-7-20-16,0-6 23 15,-16-4-27-15,-21 5-35 16,-28 1-24-16,-24 4-8 16,-16 4 0-16,-11 0-19 15,-4 3-74-15,-22 0-125 16,-27 9-398-16</inkml:trace>
  <inkml:trace contextRef="#ctx0" brushRef="#br2" timeOffset="152602.28">19689 6721 199 0,'0'0'768'0,"0"0"-590"16,0 0-104-16,0 0 18 0,37-85-23 15,1 68-11-15,6 8-36 16,1 6-5-16,-3 3-3 16,-10 3 11-16,-9 15-18 15,-11 8-7-15,-12 6 0 16,0 5 4-16,-23 2 24 15,-13-2-15-15,-1-5-1 16,1-7-5-16,4-7-1 16,10-6-3-16,10-6 0 15,11-6-3-15,1 0 8 16,0 0-4-16,15-7-1 16,11-7 5-16,9 1-8 15,6 3 0-15,-1 8-3 16,-5 2 6-16,-3 4-6 15,-7 19 3-15,-8 4 0 0,-10 8 12 16,-7 2 3-16,0 1 11 16,-21 0 4-16,-10-7-7 15,-8-6 9-15,-3-5-9 16,0-8-14-16,2-3-8 16,10-7-1-16,5-2-22 15,8-3-71-15,10-25-131 16,7-12-212-16</inkml:trace>
  <inkml:trace contextRef="#ctx0" brushRef="#br2" timeOffset="152985.17">20032 6276 1191 0,'0'0'166'0,"0"0"-166"0,0 0 0 15,0 0 5-15,0 0 59 16,0 0-5-16,35 61-28 16,-33-24 7-16,-2 0-17 15,0-1-11-15,0-6-3 16,-2-9-6-16,2-10-1 16,0-10-1-16,3-1-9 0,18-5 10 15,3-19 6 1,5-5-1-16,-6-2-3 0,-4 1-1 15,-6 4 2-15,-3 6-1 16,-3 5-1-16,-4 7 1 16,-1 6 2-16,-2 2-1 15,0 0 1-15,0 0-4 16,1 19-3-16,5 12 3 16,2 11 15-16,-1 2-10 15,3 3-5-15,-3-2-16 16,-3-3-98-16,3-3-141 15,-4-12-217-15</inkml:trace>
  <inkml:trace contextRef="#ctx0" brushRef="#br2" timeOffset="153255.18">20481 6264 765 0,'0'0'585'16,"0"0"-558"-16,0 0-9 16,0 0 83-16,0 0-18 15,-34 125-12-15,27-41-31 16,2 14-11-16,0 10 20 16,-3 8-21-16,2-2-16 15,6-10-8-15,0-15-4 0,10-17-3 16,18-14-25-1,5-14-56-15,3-14-78 0,-1-14-104 16,-1-14-313-16</inkml:trace>
  <inkml:trace contextRef="#ctx0" brushRef="#br2" timeOffset="153591.14">20786 6386 1194 0,'0'0'116'16,"0"0"-67"-16,0 0 24 16,0 0-33-16,0 79 6 15,0-19 8-15,0 2-38 16,0-2-4-16,8-4-8 16,2-4-4-16,-1-5-28 0,1-6-94 15,0-11-64 1,-2-14-289-16</inkml:trace>
  <inkml:trace contextRef="#ctx0" brushRef="#br2" timeOffset="153780.85">20908 6659 1298 0,'0'0'188'16,"0"0"-188"-16,0 0 0 15,88-4 12-15,-29 4 4 16,7 0-15-16,-1 0-1 16,-6 0-129-16,-10 0-175 15,-12 0-431-15</inkml:trace>
  <inkml:trace contextRef="#ctx0" brushRef="#br2" timeOffset="154270.79">21503 6309 546 0,'0'0'299'16,"0"0"-216"-16,0 0 31 15,0 0 17-15,0 0-11 16,0 0-46-16,0-44-51 0,0 55-21 16,0 16 17-16,7 10 34 15,4 7-35-15,1 1-10 16,0-1-4-16,-2 1-2 15,-2-2-2-15,-3 4-80 16,-5-1-65-16,0-5-155 16,-3-6-256-16</inkml:trace>
  <inkml:trace contextRef="#ctx0" brushRef="#br2" timeOffset="154439.69">21326 6889 1251 0,'0'0'160'0,"0"0"-155"16,0 0-5-16,127-31 41 16,-67 21-15-16,2 5-23 15,-7 1-3-15,-6 4-39 16,-14 0-120-16,-12 4-179 16,-14 7-222-16</inkml:trace>
  <inkml:trace contextRef="#ctx0" brushRef="#br2" timeOffset="154820.31">21600 6977 1197 0,'0'0'161'15,"0"0"-158"-15,0 0 20 0,0 0 43 16,105-13-29-16,-73 13-22 16,-6 3-3-16,-10 14-2 15,-9 4 0-15,-7 5-7 16,-2 1 14-16,-22 0 11 15,-5-1-12-15,-3-6-4 16,2-4-9-16,10-6 2 16,10-7-4-16,10-3 0 15,0 0-1-15,13 0-9 16,17-11 9-16,9-2 3 16,6 1-2-16,-3 6 0 15,-4 4 1-15,-8 2 0 0,-8 0-2 16,-9 19 0-1,-8 4 20-15,-5 5 12 0,-5 2-4 16,-22 1 1-16,-7 1-18 16,-7-4-3-16,-4-5-4 15,0-3-4-15,1-10-6 16,6-4-30-16,6-6-86 16,11-4-103-16,5-29-203 15</inkml:trace>
  <inkml:trace contextRef="#ctx0" brushRef="#br2" timeOffset="155085.22">21915 6304 1326 0,'0'0'82'0,"0"0"-68"16,132 49-14-16,-72 3 76 15,-6 16-12-15,-6 10-11 16,-13 10 1-16,-10 9-16 16,-10 1-4-16,-15-3-10 15,0-7-13-15,-6-10-8 16,-15-9-3-16,0-15-3 16,1-12-71-16,6-15-98 15,7-19-120-15,6-8-370 16</inkml:trace>
  <inkml:trace contextRef="#ctx0" brushRef="#br2" timeOffset="155267.47">22568 6668 1601 0,'0'0'0'15,"0"0"-232"-15,0 0 228 16,0 0 1-16,0 0-246 16,0 0-376-16</inkml:trace>
  <inkml:trace contextRef="#ctx0" brushRef="#br2" timeOffset="155834.62">22948 6342 1042 0,'0'0'329'0,"0"0"-313"16,0 0-10-16,0 0 100 16,0 0 7-16,0 0-66 15,3-18-15-15,-8 18 8 16,-18 0-8-16,-9 0-27 15,-5 0 6-15,-3 1-5 0,2 5 1 16,0 3-7-16,7 2 1 16,4-1-1-16,10-1-1 15,9-5 1-15,4 0 0 16,4-4-4-16,0 0 0 16,0 0-11-16,0 3-1 15,9 2 2-15,10 2 14 16,1 1 1-16,1-1-1 15,-3 3 0-15,1-1-1 16,0 2 2-16,-3 3-1 16,-1 1 1-16,-1 1-1 15,-3 2 0-15,1-1 0 16,-1 1 0-16,1 0 1 0,2-4 0 16,-2 3 1-16,-1-1 2 15,-2-3 6-15,-6 2-1 16,-3-1 1-16,0 1 0 15,-2 1 1-15,-18 4-1 16,-7-2 2-16,-2-2-7 16,-3-2 0-16,3-4-5 15,3-3-2-15,2-5-2 16,2-2-33-16,6 0-52 16,4-9-120-16,12-20-106 0,0-11-432 15</inkml:trace>
  <inkml:trace contextRef="#ctx0" brushRef="#br2" timeOffset="156235.41">22948 6012 1330 0,'0'0'74'16,"0"0"-67"-16,0 0-7 15,0 0 39-15,90-48-15 16,-72 48-20-16,-5 2-4 16,-6 13 0-16,-7 2 1 0,0 2 5 15,0-1 6-15,0 0-2 16,-1-4-3-16,-3-4-7 16,2-2 6-16,2-2-6 15,0-2 3-15,4-1-3 16,13 3 8-16,3-2-4 15,5-1 4-15,0 3-6 16,-3-2 1-16,-4 2 1 16,-3 2 8-16,-5 2 8 15,-5 4 4-15,-5 0-3 16,0 6 9-16,-5 0-13 16,-16 0-4-16,-5 0-12 15,-3-2-2-15,0-4-1 16,3-3-105-16,3-9-135 15,10-2-288-15</inkml:trace>
  <inkml:trace contextRef="#ctx0" brushRef="#br2" timeOffset="156518.18">23414 6006 1447 0,'0'0'23'0,"0"0"-21"16,0 0 52-16,-61 92 50 15,50-26-52-15,3 23-6 16,5 15 3-16,1 6-18 0,2 6-8 16,0-11-17-16,13-9 0 15,12-12-6-15,6-13-4 16,-1-14-12-16,-1-13-33 15,-2-11-74-15,-3-19-129 16,-3-12-142-16,-2-4-611 16</inkml:trace>
  <inkml:trace contextRef="#ctx0" brushRef="#br2" timeOffset="156706.31">23710 6224 1361 0,'0'0'256'0,"0"0"-256"16,0 0 0-16,0 122 21 15,0-69 22-15,0 0-30 16,7-7-13-16,3-8-7 16,-2-7-94-16,0-10-111 15,-1-7-276-15</inkml:trace>
  <inkml:trace contextRef="#ctx0" brushRef="#br2" timeOffset="156854.43">23827 6505 1400 0,'0'0'93'0,"0"0"-83"0,0 0-10 16,122-57 21-16,-57 36-21 15,7 1-23-15,-5-4-110 16,-7-1-170-16,-8-3-526 15</inkml:trace>
  <inkml:trace contextRef="#ctx0" brushRef="#br2" timeOffset="157028.1">24332 6031 1360 0,'0'0'101'15,"0"0"-96"-15,0 0-5 16,0 0 49-16,9 117 15 15,7-60-40-15,-1 0-18 0,-1-1-6 16,-4 0-9-16,-6-3-77 16,-2-9-124-16,-2-6-220 15</inkml:trace>
  <inkml:trace contextRef="#ctx0" brushRef="#br2" timeOffset="157190.35">24135 6667 1523 0,'0'0'33'0,"0"0"-21"16,0 0-12-16,0 0 37 15,125-35-30-15,-70 29-7 16,-3 1-66-16,-5-1-185 16,-10 1-327-16</inkml:trace>
  <inkml:trace contextRef="#ctx0" brushRef="#br2" timeOffset="157736.32">24506 6723 1046 0,'0'0'366'0,"0"0"-352"0,0 0 32 15,0 0 104 1,0 0-86-16,0 0-37 0,-90 0-9 15,58 1 10-15,-1 7 0 16,-5 2-18-16,2 0-6 16,6-2 2-16,3 0-3 15,7 0-2-15,5-2-1 16,5 2 0-16,0 0 0 16,3-3 0-16,3 0 0 15,3-3-1-15,1-2-6 16,0 0-7-16,0 0-1 15,5 0-1-15,7 0 16 16,1 0 3-16,4 0-3 16,0 0-2-16,0 0 1 0,0 9-6 15,-1 2 6-15,0-2-9 16,0 6 7-16,-3-4 1 16,0 4 2-16,-1 0 0 15,-2 2 1-15,-2 1-1 16,-2 3-4-16,-3 1 4 15,-2 1 10-15,-1-2 11 16,0-5 1-16,0-1-3 16,-10-5 2-16,-4-4 6 15,-12 0 2-15,-3-5-10 16,-6-1-11-16,2 0-5 16,0 0-3-16,2 0-6 15,5-12-32-15,1-6-25 16,10-5-82-16,10-6-229 15,5-11-290-15</inkml:trace>
  <inkml:trace contextRef="#ctx0" brushRef="#br2" timeOffset="158034.4">24562 5925 1412 0,'0'0'145'0,"0"0"-145"0,0 0 0 16,0 0 18-1,0 0 40-15,136 134 0 0,-72-54-19 16,-2 11-14-16,-17 12 7 16,-15 6-1-16,-15 3-10 15,-15 1-1-15,0-4-12 16,-31-6-1-16,-7-5-1 15,-12-11-6-15,-5-14-13 16,-9-9-39-16,-6-12-57 16,-3-13-144-16,-8-11-334 15</inkml:trace>
  <inkml:trace contextRef="#ctx0" brushRef="#br2" timeOffset="158437.32">20176 7624 748 0,'0'0'361'0,"0"0"-232"0,0 0-102 15,0 0 69-15,0 0-23 16,130-68 0-16,18 68 8 16,52 0-23-16,67 0-28 15,64-4-19-15,54-12-7 16,43-4 2-16,15-1 21 15,-2 5 1-15,-23 2-14 16,-42 9-8-16,-50 3-5 16,-58 2-2-16,-50 0-20 15,-52 0-107-15,-49 0-58 16,-46 0-18-16,-59-6-154 16,-29-8-97-16</inkml:trace>
  <inkml:trace contextRef="#ctx0" brushRef="#br2" timeOffset="163350.18">21635 4134 1058 0,'0'0'178'0,"0"0"-174"16,0 0 6-16,0 0 47 15,0 0 26-15,0 0-43 16,0 0-14-16,-41 10-13 15,39-10-3-15,2 0 5 0,0 0 6 16,-2 0 8 0,2 0 2-16,-2 0-7 0,2 0 4 15,0 0-6-15,0 0-2 16,0 0 8-16,0 0-2 16,0 0-1-16,-3 0-11 15,-2-3-13-15,2-1 6 16,-2 0 2-16,1-1 2 15,1 1 2-15,0-1-4 16,0 3 0-16,0 1 3 16,2 0-7-16,1 1 6 15,0 0-5-15,0 0-3 0,0 0-3 16,0 0 3 0,0 0-3-16,0 0 0 0,0 0-8 15,0 0 8-15,0 0-4 16,0 0 0-16,0 0 2 15,0 0-2-15,5 1 3 16,5 5 0-16,2-1-7 16,4-1 7-16,6-1 0 15,10 1 1-15,10-4 3 16,10 0 4-16,11 0-6 16,11 0 6-16,10-5-6 15,9-9 2-15,2-5 0 16,2-2-3-16,-9-1-2 15,-10 6 2-15,-17 4 2 16,-19 3-2-16,-20 6 0 0,-12 1 0 16,-8 2 3-16,-2 0-2 15,0 0 1-15,0 0-2 16,0 0 0-16,0 0 0 16,0 0 0-16,0 0 1 15,-4 0-1-15,3 0 0 16,-1 0 5-16,1 0 1 15,-2 0 0-15,-1 0 1 16,-5 0-7-16,-4 0 9 16,-6 0-5-16,-1-2-2 15,2-5 3-15,1-3 5 16,3-1-5-16,0 1 0 0,2 1-3 16,4 2 3-16,4 0-2 15,3 5-2-15,1 0 0 16,0-2-1-16,0 3-7 15,0 0 0-15,0 1-8 16,0 0 7-16,10 4 8 16,5 14 0-16,2 3 0 15,-6 2-2-15,-4 1-2 16,-7 0 0-16,0 2-16 16,0 2-4-16,-15 0-47 15,0-2-94-15,2-4-133 16,3-14-278-16</inkml:trace>
  <inkml:trace contextRef="#ctx0" brushRef="#br2" timeOffset="164916.16">22695 3748 861 0,'0'0'141'16,"0"0"-89"-16,0 0 45 16,0 0 34-16,0 0-36 15,-50-94-35-15,50 70-36 0,0 2-4 16,0 2 1-16,10 5-10 16,0 4-3-16,0 4-5 15,2 7-3-15,1 0-8 16,6 20 1-16,0 10 7 15,1 7 3-15,1 5 6 16,-6 2-2-16,-3 0-5 16,-6-2 4-16,-6-4-4 15,0-9-2-15,0-8 0 16,0-7 6-16,-3-7 3 16,0-4 24-16,1-3-6 15,-2 0 12-15,3-14 0 16,-4-17-37-16,1-11-2 15,4-4 0-15,0-4 1 16,0 4 1-16,14 3 0 0,1 9-2 16,2 10 0-1,-2 9-4-15,-2 9-1 0,2 6-1 16,0 1-5-16,4 19 4 16,-1 5 0-16,0 5 7 15,-1 0 0-15,0 1 0 16,-4 0 0-16,-1 1 0 15,0-2-33-15,-2-1-31 16,2-8-85-16,1-8-58 16,1-13-36-16,7 0-12 15,-1-23 14-15,0-8 76 16,-4-4 165-16,-7 1 5 0,-4 10 117 16,-5 6 103-16,0 10 25 15,0 7-31-15,0 1-91 16,0 0-65-16,0 0-51 15,0 5 3-15,0 6 7 16,3-3 0-16,12-4-12 16,5-4-3-16,2 0 18 15,0 0 9-15,-5-6 4 16,-10-6 17-16,-7 0 22 16,0-2 2-16,-9-1-36 15,-9 1-23-15,-6-1-13 16,4 6-4-16,1 7-6 15,3 2 1-15,1 2-17 16,3 15-38-16,6 4-35 16,6 3-43-16,5-3-37 0,25-2-46 15,10-9-154-15,4-6-334 16</inkml:trace>
  <inkml:trace contextRef="#ctx0" brushRef="#br2" timeOffset="165866.9">23319 3638 819 0,'0'0'131'16,"0"0"-99"-16,0 0 77 15,0 0 45-15,-30-78-58 16,30 67-62-16,6 3-23 15,10 7-10-15,0 1 2 0,4 0-3 16,-1 18 0 0,1 5 0-16,-4 2 0 0,-2 1 14 15,-8-4-1-15,-6-2 0 16,0-6 6-16,0-3-1 16,0-6-1-16,0-4 16 15,0-1-5-15,0 0 17 16,0 0 3-16,0-11 0 15,0-15-19-15,0-8-27 16,0-3 8-16,7 3 0 16,2 9-3-16,1 8-4 15,-1 7-3-15,0 8-1 16,-1 2-3-16,2 0-5 16,4 0-2-16,3 14 9 0,3 6-45 15,3 2-62-15,9 1-28 16,6-5-81-16,4-7-203 15,1-8-179-15</inkml:trace>
  <inkml:trace contextRef="#ctx0" brushRef="#br2" timeOffset="166185.07">23907 3571 822 0,'0'0'554'0,"0"0"-516"16,0 0-26-16,0 0 54 15,69-84 8-15,-46 62-55 16,-1-1-17-16,-6 1 2 15,-3-1-1-15,-9-2 3 16,-4-3 3-16,0 0-4 0,-3-2 3 16,-12 0 2-16,-5 2 10 15,3 4 2-15,4 7-3 16,2 10 10-16,5 6 1 16,5 1-23-16,-1 8-7 15,2 23-18-15,0 17 18 16,0 14 5-16,5 9 4 15,12 4-4-15,3 2-2 16,0-1-2-16,-1 1 4 16,0 4-5-16,-3-1-19 0,-5-5-68 15,-3-9-83 1,-3-15-92-16,-2-16-133 0,-3-16-331 16</inkml:trace>
  <inkml:trace contextRef="#ctx0" brushRef="#br2" timeOffset="166396.45">23959 3684 848 0,'0'0'350'0,"-36"-132"-284"15,34 85 38-15,2 11 56 16,6 11-70-16,20 10-64 16,7 6-21-16,4 7-5 15,1 2 0-15,0 0-5 16,-4 15 2-16,-6 5-6 15,-7 3 0-15,-8 2-67 0,-6 2-32 16,-7 0-53-16,0-3-113 16,-2-6-208-16</inkml:trace>
  <inkml:trace contextRef="#ctx0" brushRef="#br2" timeOffset="166767.57">24160 3387 1062 0,'0'0'107'15,"0"0"-106"-15,0 0 34 16,0 0 49-16,0 0-42 16,107-56-26-16,-87 56-9 15,-4 15-4-15,0 6-3 0,-10 3-4 16,-2 5 4-16,-4-1 1 16,0 0 0-16,0-4-2 15,-7-6-6-15,-3-9-26 16,1-9 33-16,3 0 3 15,1-11 30-15,2-18-24 16,3-7-2-16,0-4-6 16,11-1 7-16,9 7 4 15,4 7-1-15,-3 9-11 16,0 9 4-16,-3 9-1 16,-2 0-3-16,2 18 0 15,-4 11-7-15,-1 8 6 16,-2 4 1-16,-4-1 0 15,-4-1-3-15,-2-3-85 16,-1-11-145-16,0-12-401 0</inkml:trace>
  <inkml:trace contextRef="#ctx0" brushRef="#br2" timeOffset="166895.79">24451 3056 1013 0,'0'0'0'16,"0"0"-235"-16,0 0 219 16,-7 83-57-16,18-53-216 0</inkml:trace>
  <inkml:trace contextRef="#ctx0" brushRef="#br2" timeOffset="167368.69">24545 3292 1281 0,'0'0'48'0,"0"0"-48"0,0 0 0 16,0 0 33-16,39 98 41 16,-20-57-32-16,-6-4-21 15,-1-7-7-15,-7-7-2 16,-2-10-10-16,-1-6 3 16,-2-5-2-16,0-2 6 15,0-5 15-15,0-19-17 0,0-12-5 16,0-6-4-1,2-1-17-15,4 8-24 0,6 11 28 16,3 10-1 0,-2 10 2-16,6 4-9 0,3 6 8 15,-4 19 2-15,0 7 5 16,-1 1 5-16,-5-5 6 16,1-8-3-16,-4-6 0 15,1-8 1-15,-9-6 2 16,1 0 15-16,1-6 9 15,2-17 7-15,0-10-34 16,4-9 0-16,-2 0-2 16,0 4-2-16,2 10 4 15,-4 11-2-15,-2 13 2 16,0 4-16-16,4 10-4 16,5 22 2-16,5 10 9 0,5 3 9 15,6-1 0-15,9-8-42 16,10-9-109-16,-2-13-166 15,-2-14-249-15</inkml:trace>
  <inkml:trace contextRef="#ctx0" brushRef="#br2" timeOffset="167998.26">25160 2952 994 0,'0'0'145'0,"-94"-64"-91"15,39 35 39-15,-7 2-22 16,-17 0-18-16,-13 1-38 0,-13 4-5 16,-12 12 0-16,-10 10-3 15,-16 5 12-15,-16 31 8 16,-14 17 20-16,1 13-10 16,12 11-15-16,15 7-4 15,25 8-13-15,20 5-3 16,19 6 0-16,20 8 0 15,9 5-1-15,12 5-1 16,13-1 0-16,14-9-1 16,13-13 0-16,13-16 1 15,27-14 0-15,14-7 1 16,11-6 8-16,8-7 4 0,4-8-3 16,0-6 2-16,-2-6-12 15,0-3 0-15,3-5 0 16,3-3 1-16,6-4 2 15,7-7-3-15,6-6-1 16,7 0 0-16,7-9-17 16,3-12-2-16,4-5 15 15,7-2 0-15,13-8 3 16,6-3 2-16,2-6-1 16,-6-5 1-16,-24-4 0 15,-37-6 1-15,-35-8 4 16,-30-2 3-16,-11-1-1 15,-6 2-7-15,0 7-2 16,0 5 2-16,0 3 0 0,0-4 1 16,0 1-1-16,0-5 4 15,0-3 3-15,0-1-6 16,-6-1-1-16,-30-2-4 16,-22 3-8-16,-19 3-35 15,0 9-8-15,12 13 15 16,13 15-20-16,14 18-42 15,14 8-172-15,4 11-330 16</inkml:trace>
  <inkml:trace contextRef="#ctx0" brushRef="#br2" timeOffset="168348.73">23781 4104 1209 0,'0'0'174'0,"0"0"-166"15,0 0 36 1,0 0 21-16,91-33 22 0,12 3-25 16,30-9-42-16,17-9-7 15,19-7-2-15,18 1 0 16,1 5-8-16,-14 9-3 16,-31 11-8-16,-49 7-132 15,-46 8-192-15,-44 3-138 16</inkml:trace>
  <inkml:trace contextRef="#ctx0" brushRef="#br2" timeOffset="168548.87">23840 4213 1593 0,'0'0'0'0,"93"-23"-18"16,4-9 18-16,33-11 52 15,22-10-16-15,32-4-22 16,15-4-11-16,-4 6-3 16,-19 5-47-16,-39 8-184 15,-43 6-118-15,-48 2-313 16</inkml:trace>
  <inkml:trace contextRef="#ctx0" brushRef="#br2" timeOffset="175747.67">15585 211 1034 0,'0'0'150'0,"-15"-81"-121"15,9 50 10-15,5 10 64 16,-1 9-2-16,1 7-13 15,1 5-48-15,-2 0-27 16,1 0-12-16,1 0-1 16,-3 5-9-16,3 27-9 15,0 26 18-15,0 31 4 0,0 19 14 16,0 23-8 0,10 14 2-16,1 15 11 0,2 16 10 15,-1 14-11-15,0 6 5 16,-4-4-3-16,-6-9-10 15,-2-17-3-15,0-22 5 16,-13-16-2-16,2-21 1 16,3-23-4-16,6-23-4 15,2-18-3-15,0-19 0 16,0-14 0-16,2-5-3 16,1-5 0-16,-1 0 2 15,-1 0 3-15,3-5-6 16,1-12-3-16,3-12-30 15,4-9-78-15,3-6-143 16,5-6-350-16</inkml:trace>
  <inkml:trace contextRef="#ctx0" brushRef="#br2" timeOffset="191113.27">1636 10679 1002 0,'0'0'153'0,"0"0"-147"16,0 0 15-16,0 0 9 16,0 0 47-16,0 0-41 15,0 0-31-15,-36 41-4 16,16 16 0-16,0 17 3 16,6 13 1-16,7 3-4 15,7-4 7-15,5-11-7 0,21-17-1 16,10-18-3-1,4-18 3-15,5-16 2 16,4-6 6-16,1-27 7 0,-3-12-3 16,-10-7-4-16,-19-8-2 15,-18-4 1-15,-5-2-1 16,-35 4 4-16,-15 1 10 16,-12 7-10-16,-5 9 1 15,2 7-1-15,6 11-7 16,14 9-3-16,20 7-5 15,16 5 1-15,14 0-29 16,4 0-118-16,30-6-87 16,14-10 58-16,11-8 5 15,0-8 20-15,-5-1 154 0,-15 2 1 16,-13 2 34-16,-9 2 72 16,-8 3 12-16,-6 4 52 15,-3 5 1-15,0 5-34 16,0 4-14-16,0 4-30 15,0 2-20-15,0 0-37 16,0 0-36-16,0 23-17 16,0 23 5-16,0 30 12 15,0 20 8-15,0 17 2 16,0 16-1-16,-5 5-8 16,-13 0 0-16,-4-3-1 15,-5-20 0-15,2-15-3 0,3-20-15 16,5-21-203-16,7-29-115 15,5-26-307-15</inkml:trace>
  <inkml:trace contextRef="#ctx0" brushRef="#br2" timeOffset="191428.62">2192 10482 469 0,'0'0'951'16,"0"0"-949"-16,0 0-2 15,0 0-1-15,0 0 1 16,-36 146 9-16,23-45-4 15,-2 23 19-15,-2 21 35 16,-2 2-40-16,6-4-13 16,10-15-6-16,3-24 0 15,22-17-7-15,18-17-97 16,7-19-170-16,3-15-447 16</inkml:trace>
  <inkml:trace contextRef="#ctx0" brushRef="#br2" timeOffset="204841.17">2673 10944 170 0,'0'0'234'0,"0"0"-145"16,0 0-79-16,0 0 13 16,0 0 89-16,0 0-4 15,0 0-12-15,3 0 0 16,1-13-2-16,3 0-30 15,1-3-34-15,0-2 8 16,-1-4-6-16,-3 2-4 16,0-3-19-16,-4 1 0 15,0 0-1-15,0 4-1 16,-7 0 5-16,-7 5 10 16,-5 4-13-16,2 5-5 0,-1 2-2 15,1 2-2 1,1 0-1-16,-1 6 0 0,0 9 0 15,3 3 1-15,4 2-2 16,4 1 0-16,2-2-2 16,4-2 2-16,0-4 2 15,0 0-2-15,6 0-1 16,7 0 2-16,5 1 2 16,4 0-2-16,5 3 2 15,4 5-1-15,3 0 2 16,-1 7-2-16,-4 5 1 15,-4 4-1-15,-10 7 0 0,-6 2-2 16,-9 1 1-16,0-5 1 16,-7-8 0-16,-17-5 0 15,-6-8 16-15,-9-5 18 16,-6-8 17-16,0-9 7 16,2 0-20-16,4-18-4 15,6-17 5-15,10-12-10 16,9-6-22-16,11-6-3 15,3 3-2-15,12 8-2 16,16 6-22-16,7 10-18 16,5 7-4-16,7 6-13 15,1-1-5-15,3 3-14 16,1 1 3-16,-7 6-16 0,-7 1-15 16,-10 3-3-1,-9 4 65-15,-9-1 32 0,-5 3 10 16,-5-2 8-16,0 2 64 15,0 0 2-15,0 0-29 16,0 11-32-16,0 11 13 16,0 13 25-16,5-1-16 15,7 6-13-15,4-3-9 16,4 0 0-16,6-8-6 16,-1-8 3-16,3-8-6 15,0-13 4-15,0 0 3 16,-2-9 9-16,-4-16 17 15,-4-2 4-15,-8-1 14 16,-10-4 16-16,0 3-19 0,-11-2-19 16,-16 1-18-16,-7 3-8 15,-1 4-7-15,0 12-5 16,4 7-13-16,0 4-53 16,7 8-86-16,8 8-112 15,13-2-164-15</inkml:trace>
  <inkml:trace contextRef="#ctx0" brushRef="#br2" timeOffset="205124.59">3194 10526 685 0,'0'0'513'16,"0"0"-499"-16,0 0-14 16,0 0 0-16,0 0 9 15,0 0-2-15,71 24 12 16,-14 32 31-16,5 19 4 16,-6 15 9-16,-14 11-33 15,-19 11-14-15,-19 9 0 16,-9 5-5-16,-45 10-11 15,-30-3-63-15,-23-8-247 0,-17-9-620 16</inkml:trace>
  <inkml:trace contextRef="#ctx0" brushRef="#br2" timeOffset="206921.19">3979 11005 534 0,'0'0'485'0,"0"0"-432"16,0 0-47-16,0 0-4 0,0 0 27 15,0 0 5-15,0 0-10 16,0 0-7-16,48 0 20 15,-8-1-1-15,10-6-16 16,7-2-11-16,3-4-5 16,-1 3-4-16,-9 5-3 15,-8 3-131-15,-13 2-215 16,-16 0-287-16</inkml:trace>
  <inkml:trace contextRef="#ctx0" brushRef="#br2" timeOffset="207156.17">3996 11231 304 0,'0'0'993'0,"0"0"-993"16,0 0-63-16,0 0 36 15,0 0 27-15,0 0 22 16,114 10-9-16,-58 5-9 16,1-2-4-16,-4-4-146 0,-8-2-284 15</inkml:trace>
  <inkml:trace contextRef="#ctx0" brushRef="#br2" timeOffset="208557.54">5119 10694 404 0,'0'0'698'0,"0"0"-686"16,0 0-12-16,0 0 0 15,0 0 9-15,-80 89 21 16,73-36-6-16,7 1-6 0,0-4 11 15,11-6-18-15,15-10-7 16,3-14 0-16,7-5-1 16,1-12-1-16,0-3 3 15,-4 0 5-15,-6-11-3 16,-9-7 1-16,-8-2 9 16,-8-3 20-16,-2-1-9 15,-2-5-14-15,-18-2-9 16,-7-1 1-16,-6 4 0 15,-5 1-6-15,-6 12-5 16,1 7-15-16,2 4-19 16,10 4-2-16,10 0-9 15,14 0 8-15,7 0-29 16,4-6-35-16,21-14-64 16,8-7 129-16,6-6 41 0,-1-1 0 15,-4 1 12-15,-9 0 25 16,-10 1 32-16,-7 5 21 15,-6 1-20-15,-2-1 19 16,0 8-28-16,0 0 2 16,0 6 7-16,0 4-23 15,-3-1 12-15,1 7-16 16,-2 3 5-16,4 0-15 16,-1 0-25-16,-4 31-8 15,-3 25 0-15,-7 22 26 16,-4 21 6-16,-1 5-17 0,-3 0-4 15,1-3-2-15,2-4-7 16,3-8-1-16,7-7 0 16,4-16-2-16,6-11-22 15,0-7-74-15,0-10-102 16,3-17-140-16,8-18-229 16</inkml:trace>
  <inkml:trace contextRef="#ctx0" brushRef="#br2" timeOffset="209275.3">5752 10412 916 0,'0'0'232'0,"0"0"-208"16,0 0-14-16,0 0 27 15,0 0 55-15,0 0-43 16,-25 16-44-16,11 43 6 16,-3 22 25-16,3 15 4 15,3 8-26-15,5-2-5 16,6 3-7-16,0-13-1 15,12-7-1-15,15-15-19 0,8-16-68 16,10-15-17-16,5-15-31 16,6-17-174-16,-5-7-141 15</inkml:trace>
  <inkml:trace contextRef="#ctx0" brushRef="#br2" timeOffset="209657.71">6083 10687 1352 0,'0'0'131'0,"0"0"-131"15,0 0 12-15,0 0-12 16,0 0 7-16,123-68 3 0,-75 70-4 16,-5 21-4-16,-9 12-2 15,-16 6-2-15,-18 5-3 16,-3 7 5-16,-35 3 0 15,-16 0 3-15,-13 2-2 16,-3-9 3-16,0-9-1 16,11-13-2-16,16-16 4 15,18-9 4-15,15-2 23 16,10 0 6-16,0-6-18 16,26-7-16-16,14-2 2 15,11 2-6-15,5 6-1 16,1 5-1-16,0-4-2 0,0 5 0 15,-3 1-13-15,-6 0-51 16,-6 0-56-16,-7 0-59 16,-12-2-197-16,-9-11-161 15</inkml:trace>
  <inkml:trace contextRef="#ctx0" brushRef="#br2" timeOffset="210124.56">6446 10279 1248 0,'0'0'56'0,"0"0"-56"0,0 0-9 16,0 0 9-16,0 0 0 15,0 0 0-15,9-10-8 16,-4 28 6-16,-2 2 2 15,-3 0-3-15,0-3 6 16,0 0-6-16,0-7 7 16,0-1-8-16,0-4-4 15,4-4-28-15,4-1 9 16,5 0 27-16,6 0 5 0,0-3-5 16,0-8-2-1,-2 2-10-15,-5 2 12 0,-4-1 0 16,-3 1 2-1,-4-2 4-15,-1-2-1 0,0-1 2 16,0 0 21-16,0 5 27 16,0 1-7-16,0 4 1 15,0 2 14-15,0 0-46 16,0 9-17-16,0 21-8 16,0 14 8-16,0 7 13 15,6 2-9-15,4-3-3 16,0 3-1-16,-1-1-23 15,-2 0-85-15,-4 0-96 16,-3-5-251-16</inkml:trace>
  <inkml:trace contextRef="#ctx0" brushRef="#br2" timeOffset="210275.52">6747 10944 1008 0,'0'0'398'15,"0"0"-398"-15,0 0-72 16,0 0 65-16,0 0-17 16,0 0-315-16,13-22-188 15</inkml:trace>
  <inkml:trace contextRef="#ctx0" brushRef="#br2" timeOffset="210973.14">7381 10532 1258 0,'0'0'94'15,"0"0"-89"-15,0 0-5 16,0 0 37-16,0 0 25 15,0 0-40-15,-7-6-2 16,-16 8 20-16,-8 9-12 16,-5 3-16-16,-3-2-8 15,6 2 15-15,1-3 6 0,3 0-18 16,7-2-3-16,6-3-3 16,9-3 0-16,7-3 1 15,0 0 0-15,0 0-2 16,0 0-1-16,0 0-10 15,0 0 8-15,0 0 0 16,0 0 0-16,0 2-11 16,0-1 3-16,0 5 6 15,0 7 3-15,9 0 2 16,-2 3 1-16,0 2 2 16,-3-3-2-16,0-1 0 15,-1-3 0-15,1-2-1 16,-3-5 0-16,2-1 2 0,1-1-3 15,4 1 1-15,6-2 0 16,4-1 0-16,7 3 4 16,6-3-3-16,0 1-1 15,0 5 0-15,3 4-1 16,-4 3-1-16,-3 4 1 16,-5 5-2-16,-6 2 2 15,-6 2 1-15,-10-1 4 16,0-2 7-16,-3 1 16 15,-23-4 4-15,-10 4 6 16,-7-5-11-16,-1-1-5 16,4-5-17-16,6-6 0 15,7-5-3-15,5-2 2 16,5 0-3-16,4-2-32 16,6-9-33-16,7-4-50 0,0-3-104 15,14-5-158-15,13-4-223 16</inkml:trace>
  <inkml:trace contextRef="#ctx0" brushRef="#br2" timeOffset="211195.95">7527 10371 1294 0,'0'0'34'0,"0"0"-34"16,0 0-19-16,0 0 19 15,0 0 6-15,25 83-5 16,-19-44-1-16,-4 0-44 16,-2 1-149-16,0-6-204 15</inkml:trace>
  <inkml:trace contextRef="#ctx0" brushRef="#br2" timeOffset="211474.25">7709 10218 1183 0,'0'0'167'0,"0"0"-167"16,0 0-90-16,0 0 90 16,100 123 65-16,-60-48-7 15,-3 11 7-15,-9 2-31 16,-13 3-12-16,-15-2-7 16,0 0-13-16,-28-2-2 15,-19 1-46-15,-17 1-99 16,-12-3-199-16,-18-10-461 15</inkml:trace>
  <inkml:trace contextRef="#ctx0" brushRef="#br2" timeOffset="212879.06">8593 10762 454 0,'0'0'808'0,"0"0"-791"16,0 0-16-16,0 0-1 15,132-21 14-15,-73 17 6 16,-4 4-19-16,-3 0-1 15,-9 0-56-15,-9 0-188 16,-16 4-357-16</inkml:trace>
  <inkml:trace contextRef="#ctx0" brushRef="#br2" timeOffset="213037.34">8630 11036 1412 0,'0'0'0'0,"0"0"-237"16,93 0 198-16,-31 0 37 16,8 0-52-16,9 0-253 15,-2 0-253-15</inkml:trace>
  <inkml:trace contextRef="#ctx0" brushRef="#br2" timeOffset="214672.71">9658 10398 489 0,'0'0'600'16,"0"0"-546"-16,0 0-53 16,0 0 6-16,-94 104 37 15,79-38 23-15,8 3-30 0,7-6-15 16,10-9-9 0,19-11-6-16,6-13-6 0,4-13 5 15,1-10-3-15,1-7 4 16,-4-3-3-16,-5-17 5 15,-8-2-4-15,-13-4-3 16,-11-4 1-16,0-3-3 16,-22-2-8-16,-11 3-15 15,-7-5 0-15,-4 4 2 16,4 3 5-16,7 6-15 16,9 6 22-16,14 8-9 15,6 0-11-15,4-2-11 16,0-4 17-16,14-10-2 15,11-4 17-15,2-3 8 0,-3 0 13 16,-4 3 14-16,-7 3 14 16,-3 8 6-16,-5 8-2 15,-3 7 16-15,-2 4-4 16,0 0-15-16,0 19-32 16,0 25-3-16,0 24 38 15,0 14 12-15,0 10-38 16,0 6-3-16,-10-2-7 15,-6-2-6-15,3-12-3 16,0-12 0-16,3-7-6 16,5-7-41-16,3-9-91 15,2-12-111-15,2-22-245 16</inkml:trace>
  <inkml:trace contextRef="#ctx0" brushRef="#br2" timeOffset="-214557.41">10134 10207 1278 0,'0'0'112'15,"0"0"-112"-15,0 0 0 16,0 0 0-16,-67 137 37 0,64-47 19 15,3 8-4-15,0-2-34 16,5-7-11-16,14-12-5 16,4-11-4-16,6-11-3 15,2-10-56-15,1-12-48 16,0-8-66-16,0-16-230 16,-6-9-315-16</inkml:trace>
  <inkml:trace contextRef="#ctx0" brushRef="#br2" timeOffset="-214205.69">10380 10512 1317 0,'0'0'148'0,"0"0"-131"16,0 0-17 0,0 0 0-16,0 0 22 0,0 0 0 15,131-16-13-15,-86 45-4 16,-10 6-5-16,-15 8-1 15,-11 4-1-15,-9-1 1 16,-9 2 1-16,-23 0 1 16,-11-3-1-16,-8-5 2 15,2-14 1-15,7-12-2 16,12-11 5-16,13-3 4 0,8 0 8 16,9-10 1-1,0-6-11-15,12 0-3 16,20 0-5-16,8 5 0 15,3 4-1-15,5 3 1 0,-3 4-8 16,3 0 3-16,-1 0 1 16,-2 4-71-16,-5 3-54 15,-5-7-133-15,-12 0-293 16</inkml:trace>
  <inkml:trace contextRef="#ctx0" brushRef="#br2" timeOffset="-213756.51">10772 10197 1156 0,'0'0'97'0,"0"0"-97"0,0 0 0 16,0 0 7-16,-34 87 24 15,26-46-22-15,-2-4-7 16,-4-1 1-16,1-10-3 15,-1-7 2-15,6-8-2 16,3-9 4-16,5-2 1 16,0 0 10-16,0 0-11 15,0 0-4-15,5 0-1 16,13 0 0-16,6 0 1 16,4 0 0-16,3-4-3 15,-1 0 2-15,-2-3 1 16,-3-2 4-16,-5-4-4 0,-6-1 0 15,-8 0 1-15,-2-5-1 16,-4 1 2-16,0 2 0 16,0 3-2-16,-2 4 4 15,-3 3 13-15,3 6 10 16,2 0-26-16,0 17-1 16,0 19-11-16,0 16 11 15,0 6 0-15,0 1 0 16,0-2-11-16,9-7-73 15,9-8-96-15,0-10-200 16</inkml:trace>
  <inkml:trace contextRef="#ctx0" brushRef="#br2" timeOffset="-213520.09">11045 10273 340 0,'0'0'764'0,"0"0"-764"16,0 0-1-16,0 0 1 16,71 107 85-16,-48-46-9 15,-1 1-28-15,-5 3-6 16,-9 0-4-16,-8-2-13 16,0-2-12-16,-12-8-13 15,-4-12-53-15,0-8-53 0,5-17-158 16,6-13-273-16</inkml:trace>
  <inkml:trace contextRef="#ctx0" brushRef="#br2" timeOffset="-213365.14">11425 10565 1314 0,'0'0'0'15,"0"0"-257"-15,0 0 57 16,0 0 68-16,0 0-119 16</inkml:trace>
  <inkml:trace contextRef="#ctx0" brushRef="#br2" timeOffset="-212841.04">11957 10354 623 0,'0'0'761'16,"0"0"-761"-16,0 0 6 15,-69 111-6-15,69-64 25 16,31-2-1-16,15-6-24 16,9-13 3-16,4-13 0 0,-9-5-3 15,-11-8-26 1,-16 0 16-16,-16-10 10 0,-7-14 12 15,-16-5-6-15,-23-6-3 16,-19 0-3-16,-11-3 1 16,-7-2 0-16,7 6-1 15,16 7-26-15,18 12-4 16,20 6 8-16,15 4-11 16,8 0-69-16,32-5-172 15,17-5 86-15,9-1 82 16,-6-2 16-16,-16 0 43 15,-16 3 47-15,-18 0 78 16,-10-2 101-16,0 2 22 16,-19-3-52-16,-1 3-23 15,1 4-21-15,5 5-16 0,2 6-15 16,0 5-23 0,-1 34-44-16,-1 21 10 0,3 20 26 15,0 12-13-15,4 3-14 16,-3 5 5-16,-4-3-17 15,-3-3-2-15,-1-8-2 16,-1-7-36-16,8-16-78 16,7-19-87-16,4-18-147 15,0-26-359-15</inkml:trace>
  <inkml:trace contextRef="#ctx0" brushRef="#br2" timeOffset="-212569.55">12263 10216 1391 0,'0'0'0'16,"-40"83"3"-16,31-19-3 15,8 12 38-15,1 6 4 16,3 6-14-16,14-4-20 16,4-7-8-16,3-10 0 15,4-13-81-15,6-14-87 16,-1-18-124-16,2-17-256 0</inkml:trace>
  <inkml:trace contextRef="#ctx0" brushRef="#br2" timeOffset="-211956.68">13002 10185 1357 0,'0'0'93'16,"0"0"-93"-16,0 0 0 0,0 0 27 15,0 0 22-15,0 0-30 16,-92 30-14-16,67-18 16 16,-2 1-2-16,-5-2-3 15,0-4-2-15,-1-1-4 16,3-1 6-16,5-3-5 16,6-1-10-16,8 0 2 15,2-1-2-15,7 0-1 16,2 2 0-16,0-2-3 15,0 0 1-15,-1 3 0 16,-2 4-5-16,-4 5 7 16,-5 5 1-16,1 3-1 15,-3 2 0-15,3 0 1 0,-1 3-1 16,2-4 1 0,2-4-1-16,1-8 0 0,5-3 0 15,2-4-1-15,0-2 0 16,0 0-1-16,0 0 0 15,20 0 4-15,17-2 2 16,15-9 4-16,10 2-7 16,0 5-1-16,-6 4-2 15,-4 0-7-15,-7 9 8 16,-8 11 0-16,-10 7 1 16,-16 4 0-16,-11 3 14 15,0 2 18-15,-21 0 0 16,-13 2-7-16,-8-7-6 15,-6-3-12-15,0-4-6 0,3-4-1 16,7-9-34-16,14-8-68 16,9-3-92-16,11-27-188 15</inkml:trace>
  <inkml:trace contextRef="#ctx0" brushRef="#br2" timeOffset="-211758.32">13150 10126 1417 0,'0'0'7'0,"0"0"32"0,75 95-39 15,-51-31 75 1,-9 9 2-16,-13 5-26 0,-2 1-34 16,-15-1-8-16,-22 2-9 15,-11-4-44-15,-16-7-152 16,-11-10-166-16,-22-9-379 15</inkml:trace>
  <inkml:trace contextRef="#ctx0" brushRef="#br2" timeOffset="-211151.96">8388 11946 1072 0,'0'0'213'0,"0"0"-213"15,0 0 0-15,0 0 8 16,128 23 32-16,-74-14-24 16,6-5-11-16,3-4-5 15,-2 0-51-15,-8 0-179 16,-16-6-415-16</inkml:trace>
  <inkml:trace contextRef="#ctx0" brushRef="#br2" timeOffset="-210995.75">8499 12082 798 0,'0'0'795'0,"0"0"-795"0,0 0-274 16,0 0 199-16,91 3 64 15,-14-3-17-15,16 0-327 16,9-13-398-16</inkml:trace>
  <inkml:trace contextRef="#ctx0" brushRef="#br2" timeOffset="-209406.36">9367 11905 911 0,'0'0'142'16,"0"0"-94"-16,0 0 46 16,0 0-25-16,0 0-20 15,0 0-26-15,80-60-6 16,-33 70 12-16,-5 21-10 15,-9 5-5-15,-12 10-7 16,-17 5-4-16,-4 6 4 16,-20 7-1-16,-19-1 9 15,-15 4-10-15,-8-2-4 16,-2-10 9-16,6-14-4 0,13-21-2 16,17-12 4-16,11-8 6 15,12-11 36-15,5-16-6 16,1-6-35-16,26 3-8 15,8 3 2-15,7 10-3 16,3 10 0-16,0 7-3 16,2 0 2-16,-4 4-5 15,-1 12 4-15,-5 1-3 16,-7-3-66-16,-6 2-18 16,-8-5-77-16,-6-8-181 15,-8-3-235-15</inkml:trace>
  <inkml:trace contextRef="#ctx0" brushRef="#br2" timeOffset="-209024.34">9636 11615 1228 0,'0'0'0'0,"0"0"-24"16,0 0 24-16,23 89 25 16,-5-45 10-16,2 0-22 15,1-8-5-15,0-9-8 0,-4-11 4 16,2-9 1 0,-4-7-4-16,2 0-1 0,-4-23 0 15,0-7-18-15,-6-7-11 16,-5-4 29-16,-2 2 3 15,0 4 1-15,0 13 4 16,-2 8 12-16,2 11 14 16,-1 3-20-16,1 19-14 15,0 22 0-15,0 11 7 16,0 6-7-16,0 0-1 16,0-5-53-16,8-3-64 15,8-9-177-15,-2-14-130 0</inkml:trace>
  <inkml:trace contextRef="#ctx0" brushRef="#br2" timeOffset="-208756.79">10077 11581 991 0,'0'0'241'15,"0"0"-241"-15,0 0-5 16,-53 76 5-16,44-9 80 16,6 24 10-16,3 16-39 15,0 10-10-15,0 7-1 16,0 0-32-16,14-10-1 0,11-13-7 16,5-21-2-16,4-17-20 15,2-15-63-15,-1-15-91 16,-2-16-104-16,-1-17-233 15</inkml:trace>
  <inkml:trace contextRef="#ctx0" brushRef="#br2" timeOffset="-208549.56">10475 11815 1232 0,'0'0'116'0,"0"0"-116"0,-11 131 0 16,11-71 0-16,0 3 12 15,1-6-11-15,11 0-1 16,2-7-21-16,-3-6-114 16,-2-13-223-16,-3-12-253 15</inkml:trace>
  <inkml:trace contextRef="#ctx0" brushRef="#br2" timeOffset="-208399.36">10658 12102 1098 0,'0'0'197'0,"0"0"-197"16,0 0-49-16,0 0 49 16,110-22 18-16,-57 14-18 15,6-1-69-15,5-2-66 16,-8-5-237-16</inkml:trace>
  <inkml:trace contextRef="#ctx0" brushRef="#br2" timeOffset="-208219.06">11148 11738 1162 0,'0'0'116'15,"0"0"-116"-15,0 0-1 16,0 0 1-16,0 104 38 15,1-60-28-15,9 2-10 0,0-2-2 16,1-1-40-16,-5-4-111 16,-6-1-238-16,0-8-310 15</inkml:trace>
  <inkml:trace contextRef="#ctx0" brushRef="#br2" timeOffset="-208047.97">10948 12297 653 0,'0'0'776'0,"0"0"-776"16,0 0-31-16,0 0 31 0,0 0 13 15,0 0 12 1,125 14-25-16,-77-11-3 0,-7 4-111 16,-9-1-115-16,-13-2-264 15</inkml:trace>
  <inkml:trace contextRef="#ctx0" brushRef="#br2" timeOffset="-207742.75">11094 12455 1210 0,'0'0'40'16,"0"0"-31"-16,0 0-9 16,0 0 53-16,96 33-23 15,-76-9-2-15,-10 5-20 16,-10 5-4-16,-7-1 12 0,-22 4-7 15,-10-5-4-15,-7-3 4 16,-4-3-5-16,7-9 6 16,7-10-5-16,16-4 0 15,14-3 42-15,6 0 43 16,4-3-39-16,24-10-46 16,10 2-4-16,10-2-1 15,7 0 0-15,6 0-20 16,4 2-28-16,2 1-21 15,-4 0-78-15,-9-3-130 16,-14-5-274-16</inkml:trace>
  <inkml:trace contextRef="#ctx0" brushRef="#br2" timeOffset="-207456.74">11443 11806 1198 0,'0'0'0'0,"0"0"-73"15,0 0 73-15,0 0 80 16,117 96-8-16,-81-33-35 16,-7 8-1-16,-4 7 47 15,-11 8-19-15,-9 1-23 0,-5 0-15 16,0-6 1-16,-16-8-9 15,-6-13-12-15,0-12-5 16,4-9-1-16,4-12-89 16,7-14-148-16,7-13-293 15</inkml:trace>
  <inkml:trace contextRef="#ctx0" brushRef="#br2" timeOffset="-207338.49">11903 12240 1008 0,'0'0'0'0</inkml:trace>
  <inkml:trace contextRef="#ctx0" brushRef="#br2" timeOffset="-205595">12524 11677 602 0,'0'0'178'0,"0"0"-160"15,0 0 5 1,0 0 88-16,0 0 7 0,0 0-61 16,3 0-29-1,-3 0 4-15,0 0-11 0,0 0-7 16,0 0-6-16,0 0 1 15,0 0 2-15,0 0 7 16,0 0 0-16,0 0 2 16,0 0 0-16,0 0 0 15,0 0 1-15,0 0-7 16,0 0-2-16,0 0-3 16,0 0-1-16,0 0 3 0,0 0 0 15,0 0-3 1,0 0-4-16,0 0-2 0,0 0 1 15,0 0-1 1,0 0-2-16,0 0-14 0,0-4-72 16,1-10-100-16,2-11-471 15</inkml:trace>
  <inkml:trace contextRef="#ctx0" brushRef="#br2" timeOffset="-205001.27">13132 9635 241 0,'0'0'206'0,"0"0"-142"0,0 0-44 15,0 0-2 1,0 0 64-16,0 0 9 0,0 64 7 16,3-28-59-16,4 1-37 15,1 7 7-15,1 6-6 16,-2 4-3-16,-1 5-46 15,-6-1-186-15,0 4-308 16</inkml:trace>
  <inkml:trace contextRef="#ctx0" brushRef="#br2" timeOffset="-204010.41">12609 11550 675 0,'0'0'194'16,"0"0"-161"-16,0 0-3 16,0 0 106-16,0 0-24 15,0 0-49-15,0-3-23 16,0 3 11-16,0 0 11 0,0-3-5 15,0 3-7-15,-17 0 2 16,-10 0-34-16,-6 0-16 16,-2 0 1-16,1 0 0 15,2 0 5-15,4 0 3 16,5 0-1-16,6 0-2 16,7 0-4-16,5 0-1 15,4 0 1-15,1 0 1 16,0 0-5-16,0 0 0 15,0 0 0-15,0 0-1 16,0 3-2-16,0 7-12 16,0 7 13-16,0 3 2 15,0 2 0-15,0 2 0 0,0 0 0 16,0 0 1-16,-3 2-1 16,0-6 0-16,2-6 0 15,-1-4 1-15,2-9 1 16,0-1 0-16,0 0-3 15,0 0 3-15,0 0-4 16,2 0-1-16,11 0 3 16,7 0 1-16,5-1 0 15,4-2-2-15,-1 3 0 16,2 0-14-16,-2 5 9 16,-3 12-2-16,-5 5 2 15,-6 4 5-15,-9 0 0 16,-5 2 1-16,0-1 0 0,-3 2 4 15,-17-5 5 1,-3-1 5-16,-6 1 6 0,0-5-4 16,0-4 1-16,3 1-8 15,6-9-5-15,5-1-3 16,8-6-1-16,4 0-1 16,3 0-29-16,0 0-47 15,0-9-47-15,12-15-107 16,11-14-271-16,7-4-13 15</inkml:trace>
  <inkml:trace contextRef="#ctx0" brushRef="#br2" timeOffset="-203803.94">12768 11296 1039 0,'0'0'97'0,"0"0"-97"16,0 0-23-16,0 0 23 15,0 78 17-15,0-28-2 16,3 2-15-16,-1-1-26 16,-1-5-168-16,3-9-123 15</inkml:trace>
  <inkml:trace contextRef="#ctx0" brushRef="#br2" timeOffset="-200120.25">12544 11359 273 0,'0'0'71'0,"0"0"-70"16,0 0-1-16,0 0-3 15,0 0 3-15,0 0 0 16,1 0 7-16,-1 11-7 15,-7-4-3-15,3 3-29 16,-2-1-140-16</inkml:trace>
  <inkml:trace contextRef="#ctx0" brushRef="#br2" timeOffset="-195793.13">13053 11497 4 0,'0'0'0'0,"0"0"-4"16,0 0 4-16,0 0 78 15,0 0-27-15,0 0-18 16,0 0 38-16,0-18 28 15,0 15-12-15,0 1 7 16,3-3 28-16,-3 1-23 16,0 2 15-16,1 2-13 15,-1-4-21-15,0 4-28 16,0 0-15-16,0 0-13 16,0 0-4-16,0 7 12 0,0 27-15 15,-4 23 40 1,-3 26 55-16,0 18-71 0,7 13 8 15,0 4-15-15,3 2-12 16,22 0-12-16,12-10-9 16,9-12 2-16,8-14-3 15,3-21-3-15,-3-16-32 16,-5-13-50-16,-1-17-32 16,-5-17-19-16,-3 0-150 15,-5-30-110-15</inkml:trace>
  <inkml:trace contextRef="#ctx0" brushRef="#br2" timeOffset="-195530.35">13595 11616 1194 0,'0'0'65'15,"0"0"-63"-15,0 0-2 16,0 0 11-16,0 0 33 16,-13 102 11-16,9-45-30 15,3-4-10-15,1-2-9 16,0-1-3-16,0-3-2 16,0-7-1-16,3-7-36 15,5-2-64-15,1-15-128 16,1-9-237-16</inkml:trace>
  <inkml:trace contextRef="#ctx0" brushRef="#br2" timeOffset="-195356.42">13733 11899 1302 0,'0'0'90'0,"0"0"-90"15,0 0-1-15,0 0 1 16,0 0 26-16,126 0-18 15,-69 0-8-15,5 0-9 16,5 0-81-16,-2 0-115 0,-8-18-241 16</inkml:trace>
  <inkml:trace contextRef="#ctx0" brushRef="#br2" timeOffset="-195148.01">14269 11520 1228 0,'0'0'114'0,"0"0"-114"16,0 0 0-16,0 0 6 15,0 0 1-15,-11 77 31 16,24-32-25-16,3 0-13 16,3-1 0-16,-2 0-2 15,-6-1-67-15,-4-3-69 16,-6 1-120-16,-1-8-196 0</inkml:trace>
  <inkml:trace contextRef="#ctx0" brushRef="#br2" timeOffset="-194988.46">14172 12099 1196 0,'0'0'255'0,"0"0"-255"15,0 0-73-15,0 0 73 16,0 0 38-16,109-23-31 15,-54 19-7-15,3 1-48 16,4-1-140-16,-5-1-251 16</inkml:trace>
  <inkml:trace contextRef="#ctx0" brushRef="#br2" timeOffset="-194076.24">14600 12130 716 0,'0'0'578'16,"0"0"-560"-16,0 0-17 16,0 0 43-16,0 0 54 15,-90-1-54-15,71 1-22 16,-4 8 2-16,-6 1-9 16,0 1 5-16,-3 1 0 15,-1-2-4-15,-3 2-2 16,4 2-3-16,0 0-3 0,7-2-4 15,9-5-4-15,8-2 2 16,6-1-2-16,2-3-2 16,0 0 1-16,0 0 0 15,0 0-4-15,0 0-1 16,0 0-5-16,5 0 10 16,9 0-2-16,5 0 3 15,0 0-4-15,-3 0-1 16,1 6-3-16,-2 5 0 15,0 9 7-15,0 0-2 16,-2 7 3-16,-3 4 0 16,-3-2 0-16,-7 2 0 15,0-6 1-15,0-3 0 0,0-6-1 16,0-7 10-16,0-5-2 16,0-4-3-16,0 4 3 15,0-4 2-15,0 3-6 16,0-1 1-16,0-2-3 15,0 5 5-15,2-5-3 16,-1 3-3-16,1-3 5 16,0 0-3-16,0 0-1 15,-2 0 4-15,0 0 6 16,0 0 1-16,0 0 0 16,0 0-6-16,0 0 5 15,0 0 0-15,0 0-5 0,0 3 2 16,0-3-6-16,0 0 4 15,0 0-2-15,0 0-1 16,0 0 1-16,0 0-3 16,0 0-1-16,0 0-1 15,0 0 1-15,0 0-1 16,0 0 0-16,0 0-3 16,3 0 3-16,7 0 0 15,3 0 2-15,3 0 0 16,5 0-2-16,3-3 0 15,4-3 0-15,3 4 1 16,1 2-1-16,-3 0 0 16,-6 0-2-16,-1 8-1 15,-7 8 2-15,-5 4 1 16,-5 1 0-16,-5-1 1 0,0 1 9 16,-13 1-9-16,-17-1 13 15,-12 2 2-15,-5-3-14 16,-5-7 1-16,0-2 1 15,4-5-4-15,-1-5 0 16,9-1-4-16,5 0-10 16,6 0-34-16,13-5-49 15,11-14-55-15,5-8-178 16,18-9-338-16</inkml:trace>
  <inkml:trace contextRef="#ctx0" brushRef="#br2" timeOffset="-193745.17">14602 11441 1354 0,'0'0'33'16,"0"0"-33"-16,0 0-9 15,0 0 9-15,100 65 45 16,-55 6 5-16,2 22 7 16,-2 8-23-16,-5 7 8 15,-11 6 14-15,-15-1-26 0,-14 5 14 16,0-5-13-16,-26-5-15 16,-13-15-9-16,-6-16-6 15,-7-13 1-15,-3-3-2 16,-1-8-7-16,0-6-87 15,3-14-187-15,-2-10-303 16</inkml:trace>
  <inkml:trace contextRef="#ctx0" brushRef="#br2" timeOffset="-191179.31">9130 12631 800 0,'0'0'527'0,"0"0"-395"15,0 0-102-15,0 0 41 16,0 0 9-16,0 0-29 0,0 0-32 15,46-16 3 1,21 16 4-16,7 0-15 0,3 0-10 16,-7 1 2-16,-8 5-3 15,-8 0-19-15,-9 2-86 16,-7-2-92-16,-10-6-164 16,-9 0-351-16</inkml:trace>
  <inkml:trace contextRef="#ctx0" brushRef="#br2" timeOffset="-190648.47">12107 12290 1150 0,'0'0'102'0,"0"0"-99"15,0 0 9-15,0 0 61 16,0 0 7-16,0 0-42 16,36 0 13-16,7-3 17 15,8-3-25-15,5 2-11 16,-5-6-13-16,-7 4-16 16,-8 5 4-16,-13-2-7 0,-8 3-10 15,-9 0-91-15,-6 0-164 16,0 0-187-16</inkml:trace>
  <inkml:trace contextRef="#ctx0" brushRef="#br2" timeOffset="-189229.24">14925 11121 1171 0,'0'0'93'0,"0"0"-89"16,48-112 54-16,-13 54 69 0,8-9-46 15,11-11-29-15,6-8-13 16,11-8-1-16,0-4-4 15,-4-1-14-15,-11 7-5 16,-17 6-8-16,-15 13 4 16,-11 15 2-16,-10 13-8 15,-3 14 6-15,0 12-1 16,0 9 0-16,0 7 1 16,0 3-3-16,0 0-5 15,0 0-3-15,0 0-2 16,0 0-5-16,-6 0-1 15,-9 12 8-15,-5 2 0 0,-2 1 4 16,6-4-1 0,7-6-3-16,7-4 5 0,2-1-5 15,0 0 0-15,0 0-4 16,0 0 3-16,0 0-1 16,4 0 2-16,3 0 0 15,3 0 2-15,-4 0-4 16,1 5 1-16,-1 7-21 15,-2 3-20-15,2 5-68 16,1 1-110-16,0-10-190 16,1-8-556-16</inkml:trace>
  <inkml:trace contextRef="#ctx0" brushRef="#br2" timeOffset="-188479.63">16090 9662 1206 0,'0'0'36'16,"0"0"-26"-16,40-79-10 15,-24 49 90-15,-3 0-34 16,-7-1-41-16,-5-3 21 0,-1 1-5 15,-3 2-8 1,-17 3-2-16,-6 6-3 0,-6 7 3 16,-4 6-3-16,-2 9-14 15,-1 0-4-15,5 3-5 16,2 16 5-16,5 5-1 16,9 2 4-16,5-1-3 15,9 1 0-15,4-5-4 16,7-1 4-16,21-3 0 15,12 0 2-15,9 0-1 16,0 1 1-16,-3 1 1 16,-8 6-3-16,-11-1-1 15,-10 3 1-15,-14 3-2 16,-3-4 2-16,-11 4-1 16,-18-7 5-16,-4-2 3 0,-4-6 11 15,0-4-10 1,5-6 2-16,9-4-5 0,8-1 2 15,7-9 0-15,8-20-7 16,0-9-24-16,15-11-3 16,15-2 5-16,8 5-3 15,1 11 0-15,-5 12 15 16,-2 10 10-16,-5 10-5 16,-5 3 5-16,0 0 0 15,0 16 5-15,1 4 14 16,3 2-2-16,4-2-13 15,1-5 5-15,-3-6-9 0,-3-6 6 16,-6-3-1-16,-8 0 1 16,-4-3 12-16,-5-12 17 15,-2-2 17-15,-4-4-11 16,-19 2-20-16,-11 0-1 16,-4 4-15-16,-2 6-2 15,4 5-3-15,9 4 0 16,6 0-14-16,10 13-85 15,9 11-49-15,2-1-109 16,20-1-100-16,15-6-179 16</inkml:trace>
  <inkml:trace contextRef="#ctx0" brushRef="#br2" timeOffset="-188360.78">16636 9641 1197 0,'0'0'132'16,"0"0"-124"-16,0 0-7 15,0 0-1-15,0 0-69 16,0 0-169-16,12-47-508 16</inkml:trace>
  <inkml:trace contextRef="#ctx0" brushRef="#br2" timeOffset="-188135.01">16991 9220 1274 0,'0'0'187'0,"0"0"-183"0,0 0 0 15,0 0 0-15,0 0 19 16,-13 98 61-16,17-47-73 16,5 0-2-16,-1-1-7 15,-3-2-2-15,-5 2-20 16,0 1-87-16,-6-6-120 15,-14-7-238-15</inkml:trace>
  <inkml:trace contextRef="#ctx0" brushRef="#br2" timeOffset="-187956.22">16805 9748 1208 0,'0'0'395'0,"0"0"-372"16,0 0-18-16,0 0 30 0,0 0 17 15,86-20-27-15,-30 20-11 16,3 0-14-16,-8 0-16 16,-7 0-81-16,-12 4-92 15,-15 3-129-15,-16 2-274 16</inkml:trace>
  <inkml:trace contextRef="#ctx0" brushRef="#br2" timeOffset="-187630.28">16981 9911 1320 0,'0'0'105'16,"0"0"-86"0,0 0-19-16,0 0 66 0,93 55 3 15,-69-21-42-15,-11 8-14 16,-13 4 5-16,0 1-15 16,-32 2 0-16,-13-2-3 15,-10-2 1-15,-5-4 7 16,0-11-1-16,6-9-5 15,14-18 6-15,14-3 2 16,14 0 25-16,12-17-1 16,5-7-27-16,28 1-2 15,9 0-2-15,8 3 3 16,2 3 2-16,5 5-5 0,1 5-3 16,3 1-1-1,-6 3-3-15,-7 3-44 0,-6-1-83 16,-8-1-175-16,-9-5-290 15</inkml:trace>
  <inkml:trace contextRef="#ctx0" brushRef="#br2" timeOffset="-187491.63">17407 9711 1232 0,'0'0'0'0,"0"0"-333"16,0 0-28-16,0 0 224 0</inkml:trace>
  <inkml:trace contextRef="#ctx0" brushRef="#br2" timeOffset="-186961.93">17778 9113 1312 0,'0'0'0'0,"0"0"-3"16,0 0-15-16,0 0 18 16,0 0 16-16,-8 87-10 0,-2-54-3 15,-9-2-2 1,-5-1 2-16,-4-6-3 0,2-6-19 15,6-9 8-15,10-6 11 16,4-1 8-16,6-2-2 16,0 0-6-16,0 1-3 15,16 5 0-15,6 6 3 16,4 5 9-16,6 0-4 16,-2 2-1-16,3-3-3 15,3-3 1-15,-5-7-2 16,-4-5 1-16,-8-1-1 15,-11 0 2-15,-4-9 2 16,-4-8 1-16,0-2-5 16,0-4 0-16,-7-1 6 0,-5 0 0 15,3 2 8-15,5 5 18 16,0 8 14-16,4 6 8 16,0 3-18-16,0 5-36 15,0 19 0-15,5 10 5 16,7 12 7-16,1 1-6 15,1-1-4-15,-2-3-2 16,-1 1-14-16,-6-3-88 16,-5-4-107-16,0-2-267 15</inkml:trace>
  <inkml:trace contextRef="#ctx0" brushRef="#br2" timeOffset="-186800.54">17715 9785 1420 0,'0'0'37'0,"0"0"-27"16,0 0 13-16,85-34 39 15,-40 25-45-15,7 2-17 16,-2 3-9-16,-5-1-70 16,-6 2-159-16,-14-3-289 15</inkml:trace>
  <inkml:trace contextRef="#ctx0" brushRef="#br2" timeOffset="-186146.59">18166 9870 1298 0,'0'0'46'0,"0"0"-38"16,0 0 96-16,0 0-1 15,0 0-67-15,0 0-25 16,-37-11 25-16,16 11-6 16,-3-2-15-16,-1 2 12 15,0-4 0-15,0 4-10 16,2-1-2-16,3-1-13 16,3-2 2-16,3 2-1 0,4 2-1 15,6-1-2 1,2 1 0-16,0 0 0 0,2 0 0 15,0 0-5-15,0 0 5 16,-3 0-2-16,-2 10-8 16,-2 13 10-16,-3 7 0 15,1 2 1-15,-1 4-1 16,3-3-2-16,0-2 2 16,0-8 1-16,5-9-1 15,2-7-2-15,0-5 0 0,0-2-2 16,0 0 2-1,5 0 0-15,15 0 2 0,7-5 11 16,6-7-11 0,5 0 0-16,0 3-8 0,0 1-9 15,-4 6-4-15,-6 2 8 16,-7 0 11-16,-4 19-4 16,-5 8 6-16,-3 7 0 15,-8 3 3-15,-1-1 8 16,-1 0 9-16,-20-5-6 15,-7 0 8-15,-9-8-3 16,-6-3 3-16,-4-5-4 16,2-6-14-16,1-2-1 15,8-7-3-15,4 0 3 16,5 0-6-16,7-2-6 16,5-6-36-16,5 1-48 15,10-5-66-15,0-4-156 0,8-9-333 16</inkml:trace>
  <inkml:trace contextRef="#ctx0" brushRef="#br2" timeOffset="-184589.38">18540 9645 263 0,'0'0'972'0,"0"0"-863"0,0 0-109 16,0 0 0-16,0 0 7 15,0 0 44-15,117 1-7 16,-55 1-30-16,2-2-14 16,-5 1-87-16,-14-1-142 15,-20 0-309-15</inkml:trace>
  <inkml:trace contextRef="#ctx0" brushRef="#br2" timeOffset="-184429.62">18540 9946 1157 0,'0'0'396'16,"0"0"-396"-16,0 0-188 15,106 1 188-15,-37-1 12 16,8 0-12-16,-4 0-161 16,-12-5-362-16</inkml:trace>
  <inkml:trace contextRef="#ctx0" brushRef="#br2" timeOffset="-182832.28">17334 10036 692 0,'0'0'276'0,"0"0"-177"16,0 0-23-16,0 0 14 16,0 0-8-16,0 0-32 15,-66 36-7-15,3 23-4 16,-26 19-11-16,-15 7-20 15,-9 4-4-15,1-3-2 16,12-10-2-16,17-12-16 16,28-16-70-16,34-18-91 0,21-23-169 15,25-8-181 1</inkml:trace>
  <inkml:trace contextRef="#ctx0" brushRef="#br2" timeOffset="-182591.67">18174 9987 1232 0,'0'0'184'0,"0"0"-183"15,0 0 2-15,-125 59 10 16,78-14 42-16,-8 8-20 15,-2 6-16-15,2 1-19 0,0-2 0 16,-2-1-28-16,-3-3-110 16,-3-11-115-16,-8-10-184 15</inkml:trace>
  <inkml:trace contextRef="#ctx0" brushRef="#br2" timeOffset="-182181.54">16553 9351 1067 0,'0'0'176'0,"0"0"-173"15,0 0 1 1,-44 100 1-16,14-32 18 0,2 8-1 16,-1 2-15-16,3 5-3 15,0 3-4-15,6 1-33 16,7-3-100-16,11-16-215 16,2-18-113-16</inkml:trace>
  <inkml:trace contextRef="#ctx0" brushRef="#br2" timeOffset="-181514.42">19148 9381 950 0,'0'0'260'15,"0"0"-208"-15,0 0-13 16,0 0 72-16,0 0-19 16,40-85-50-16,-10 77-33 15,5 5-3-15,3 3-2 16,-1 0 0-16,-7 3-4 15,-10 10-3-15,-10 6-3 16,-10 3-2-16,0 5 8 16,-13 4 1-16,-19 0 0 15,-8-1 0-15,2-6 2 0,9-8-3 16,14-7 2-16,10-9 1 16,5 0 2-1,0 0-5-15,17 0 6 0,15 0-5 16,10 0 4-16,7 2-4 15,-3 9-2-15,-7 5 2 16,-10 2-1-16,-10 4 4 16,-13 0-3-16,-6 1 12 15,-2-1 10-15,-22-1 1 16,-10 0-3-16,-6-3-14 16,0-3-3-16,0 0-4 15,6-4-55-15,11-8-87 16,11-3-242-16,12-11-457 15</inkml:trace>
  <inkml:trace contextRef="#ctx0" brushRef="#br2" timeOffset="-181197.97">19751 9351 1362 0,'0'0'195'15,"0"0"-191"-15,0 0-3 16,0 0 23-16,0 0 22 15,91-15-28-15,-70 41-5 16,-6 6 7-16,-8 4-19 16,-7 1 4-16,-7 1 1 0,-22-4-5 15,-6-3 2 1,-1-13 4-16,7-8 2 0,11-7 0 16,12-3 17-16,6 0 16 15,0-9-24-15,23-9-17 16,12-6-2-16,10 3-1 15,7 2-10-15,5 2-17 16,6 0-37-16,4 2-34 16,5 1-66-16,-3 1-86 15,-13-2-168-15,-12-1-256 16</inkml:trace>
  <inkml:trace contextRef="#ctx0" brushRef="#br2" timeOffset="-180848.19">20199 8988 666 0,'0'0'244'0,"-152"-121"-175"0,61 73 39 16,-4 13 40-16,-7 21 18 15,-5 14-68-15,-8 27-26 16,-4 30-23-16,2 21-21 16,7 25-6-16,18 13 1 15,20 16 2-15,25 5 9 16,31-1-4-16,16-8-18 15,42-13-1-15,27-17-11 16,28-21 4-16,22-22 0 16,10-23-4-16,13-24-2 15,3-11-18-15,0-39-8 16,-3-26-10-16,-12-21 12 0,-18-10 26 16,-23-12 9-1,-31-5-9-15,-35-6 6 0,-23-9-1 16,-59-6-5-16,-42 1-2 15,-36 6-18-15,-35 22-30 16,-37 39-57-16,-37 37-113 16,-40 32-217-16</inkml:trace>
  <inkml:trace contextRef="#ctx0" brushRef="#br2" timeOffset="-168816.53">2554 11943 1217 0,'0'0'132'0,"0"0"-113"16,0 0 0-16,0 0 38 15,0 0 20-15,0 0 0 16,0 0-13-16,-18-3-19 16,18 3-11-16,0 0-14 15,0 0-4-15,0 0-5 16,0 0-4-16,0 0 5 16,0 0-12-16,32 3 3 15,28-3-3-15,33 0 5 16,31-5 3-16,18-21 3 0,15-4 1 15,-3-1-4-15,-20 2-4 16,-24 8-4-16,-31 8-6 16,-29 7 1-16,-22 1-15 15,-19 3-77-15,-9 2-77 16,-27 0-44-16,-24 2-323 16</inkml:trace>
  <inkml:trace contextRef="#ctx0" brushRef="#br2" timeOffset="-168449.62">2847 12344 1774 0,'0'0'77'0,"0"0"-77"16,0 0-81-16,0 0 48 16,90-51 33-16,-13 36 11 15,27-6 10-15,21 1 10 16,14 1-23-16,3 4 1 0,-17 8-9 15,-26 5-4-15,-31 2-1 16,-27 0 2-16,-23 0-23 16,-16 6-100-16,-2 10-177 15,-32 1-41-15,-20-4-154 16</inkml:trace>
  <inkml:trace contextRef="#ctx0" brushRef="#br2" timeOffset="-167700.56">3678 11986 1174 0,'0'0'105'0,"0"0"-94"16,0 0-4-16,0 0 3 16,0 0 83-16,0 0-29 15,-62-71-28-15,62 71-23 16,3 17-13-16,29 19 0 0,19 21 0 15,17 24 25-15,12 9 10 16,14 8-6-16,13-4-20 16,14-18-2-16,11-21 4 15,17-28-11-15,9-21 15 16,14-14 49-16,20-39-42 16,14-29-15-16,9-27-4 15,8-12 16-15,-4-4 7 16,-12 11-15-16,-17 9 12 15,-24 11-19-15,-34 13 1 16,-25 12-4-16,-28 10-1 16,-27 9 3-16,-18 11 2 15,-13 6-3-15,-14 7 3 0,-7 3 8 16,0-1-6-16,-7 3-4 16,-15 4-1-16,-10 1 3 15,-10 7-4-15,-11 3-1 16,-12 0 2-16,-2 7-1 15,2 8 2-15,11-3-3 16,18-3 0-16,16-4 4 16,13-3-4-16,7-2-3 15,0 0 3-15,0 0-5 16,0 0 2-16,15 0 1 16,10 0 2-16,14 13 0 15,6 3 1-15,3 5 1 16,-5 3-2-16,-7-1 0 15,-14 0-1-15,-12 1-2 0,-10 0-3 16,-4 4 0-16,-28 1-9 16,-15 1-47-16,-19-1-114 15,-15-11-141-15,-10-12-387 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37:54.248"/>
    </inkml:context>
    <inkml:brush xml:id="br0">
      <inkml:brushProperty name="width" value="0.05292" units="cm"/>
      <inkml:brushProperty name="height" value="0.05292" units="cm"/>
    </inkml:brush>
  </inkml:definitions>
  <inkml:trace contextRef="#ctx0" brushRef="#br0">2718 4939 948 0,'0'0'177'16,"0"0"-166"-16,0 0 4 15,0 0 42-15,0 0 44 16,0 0-53-16,0 0-32 0,0 0-7 15,0-9 3-15,0 9-6 16,2 0-2-16,-2 0 9 16,1 0 23-16,-1 0-1 15,2 0-12-15,0 0-15 16,3 0 2-16,0 0 8 16,0 0 10-16,4 0-9 15,0 0-9-15,6 0-2 16,2-3 4-16,1 0 2 15,4 1 5-15,0-1-4 16,-1 3-10-16,1 0 1 0,0 0-2 16,-2 0-1-1,0 0 2-15,0 0-2 0,-3 0 1 16,0 0 0-16,0 0-3 16,-4 0 3-16,2 2 2 15,0-1-4-15,1 2 5 16,5-1-4-16,2-1 3 15,0 1 5-15,3-2-5 16,-3 1 7-16,-3-1-6 16,-2 2-3-16,2-2 1 15,-1 0-3-15,3 0 3 16,-2 0 0-16,1 0-4 16,1 0 3-16,0 0 3 15,1 0-4-15,-3 1 0 0,-1 1-3 16,3-2 1-16,-5 1-1 15,7 1 1-15,-2-1 1 16,1 2-2-16,1-2 0 16,1 1 1-16,-1 0-1 15,0-2 0-15,0 1 1 16,-1-1-1-16,-1 2 0 16,-1-2 1-16,0 2 1 15,-3-2-3-15,1 0 4 16,-1 0-3-16,0 0 2 15,1 0 2-15,3 0-3 16,-1 0 2-16,6 0 0 16,1 0 2-16,1 0-5 15,4 0 7-15,-2 0-7 16,-2 0 3-16,0 0-3 0,-4 0 0 16,2 0 0-16,-4 0-1 15,0 0 2-15,1 0-1 16,-3 0 0-16,3 0 2 15,3 0-2-15,0 0 0 16,2 0 2-16,-3 0-2 16,-3 0 0-16,-1 0 1 15,-2 0-1-15,3 0 0 16,2 0 0-16,2 0 3 16,1 0-2-16,2 0 0 15,2 0-1-15,2 0 1 16,1 0-1-16,0 0-2 0,2-5 2 15,-4 0-1-15,-1 1 1 16,0 2-3-16,-1 1 3 16,0 1 1-16,0 0-1 15,1-3 0-15,1 1 0 16,1 2 1-16,-1-1-1 16,-3-1 0-16,1 2 0 15,0-1 3-15,-3-1 4 16,1 1-6-16,-4-1 4 15,1 2-3-15,-3-1 1 16,5-1-1-16,0 1-2 0,3-1 5 16,-1 1 1-1,-1 1-5-15,-3 0 4 0,3 0 0 16,-3 0-1-16,1 0-2 16,0 0-1-16,3 0-1 15,2 0 2-15,-1 0 1 16,3 0-2-16,-1 0 1 15,-3 0-2-15,-1 0 2 16,-1 0 0-16,-1 0-2 16,1 0 0-16,4 0 2 15,-2 0-2-15,2 0 3 16,3 0-3-16,-3 0 0 16,1 0 0-16,-3 0 0 15,-1 0-2-15,3 0 0 0,-1 0 2 16,1 0 0-1,0 0 0-15,0 0-1 0,0 0 1 16,-3 0 0-16,5 0 0 16,0 0 1-16,-1 0-1 15,3 0 0-15,-1 0 0 16,2 0 1-16,0 0 0 16,2 0 0-16,-1 0-1 15,0 0 3-15,1-2-4 16,1 0 2-16,0-1 0 15,2 1 1-15,0-1-2 16,3-2 1-16,0 2 2 16,4-2-2-16,0 5 1 0,0-6 8 15,2 5-3 1,-3 1-3-16,2-2-1 0,-3 2 0 16,-4-2-1-16,-6 0 0 15,-5 0 0-15,-9 1-1 16,-2 0 1-16,-5-1 2 15,-6 2-2-15,-2-1-1 16,1 1-1-16,-6 0 1 16,0-2-2-16,-3 2 1 15,0-3-7-15,0-1-62 16,0-4-37-16,-28-8-259 16</inkml:trace>
  <inkml:trace contextRef="#ctx0" brushRef="#br0" timeOffset="2477.96">7006 3505 855 0,'0'0'215'16,"0"0"-197"-16,0 0-12 16,0 0 44-16,0 0 41 15,0 0-21-15,0 0-15 16,-3-46-8-16,26 34-24 16,19-4-18-16,27-3 7 15,29-5 7-15,36-3 20 16,42-5 10-16,34-2-30 15,29 2-14-15,16 2 2 0,5 3-4 16,8 0 0 0,-2 1-3-16,-6 5 0 0,-22 4 0 15,-29 8 2-15,-34 5-2 16,-34 0 3-16,-34 3-3 16,-35-5-2-16,-34 4 1 15,-21-1 1-15,-14-1 2 16,-3-1 87-16,0-3 2 15,0-5-52-15,-11-4-32 16,-4 1-7-16,-2-1 0 16,4 3 3-16,-1 7 2 15,7 3-5-15,3 2-2 16,1 2 2-16,3 0-1 16,0 0 0-16,0 0-1 15,0 0-5-15,0 0 3 0,0 0-2 16,0 0 1-16,0 5 4 15,0 10 1-15,-4 3 0 16,-3 2-42-16,-1 5-64 16,3-1-106-16,3-4-114 15,2-6-373-15</inkml:trace>
  <inkml:trace contextRef="#ctx0" brushRef="#br0" timeOffset="3260.75">11152 2784 973 0,'0'0'197'0,"0"0"-178"16,0 0 19-16,0 0 63 15,0 0-86-15,0 0-11 16,0 0-4-16,-56 147 6 16,56-66 3-16,27-13-9 15,16-13-4-15,11-18 4 16,6-12 10-16,-4-16-9 15,-2-9 0-15,-11-9 10 0,-11-21 5 16,-13-9-4 0,-16-7 32-16,-6-8 2 0,-38-4-10 15,-22-7-23-15,-19 4-13 16,-6 5 4-16,4 15-4 16,19 12-1-16,21 14-2 15,23 8 2-15,14 5-8 16,7 2-45-16,18 0-105 15,23 0 79-15,17-9 48 16,9-8-7-16,2-4 38 16,-13 1 1-16,-18 5 0 15,-19 6 25-15,-14 5 63 16,-5 4 58-16,0 0-13 16,0 0-66-16,-7 0-34 15,-6 2-19-15,-10 32-11 0,-9 27-3 16,-10 28 8-16,3 14-8 15,8 6 1-15,4-4-1 16,9-9 0-16,6-7-1 16,7-14-3-16,5-15-8 15,0-16-30-15,20-13-155 16,7-19-119-16,3-12-376 16</inkml:trace>
  <inkml:trace contextRef="#ctx0" brushRef="#br0" timeOffset="3510.59">11650 2612 569 0,'0'0'855'0,"0"0"-820"15,0 0-25-15,0 0-7 16,0 0 0-16,-44 132 4 15,32-32 28-15,5 4-27 16,7-7-3-16,0-10-4 16,14-8-1-16,14-15-7 15,6-13-16-15,6-13-152 16,-4-17-167-16,-4-15-400 16</inkml:trace>
  <inkml:trace contextRef="#ctx0" brushRef="#br0" timeOffset="3877">11850 2985 712 0,'0'0'606'15,"0"0"-560"-15,0 0-31 16,0 0 84-16,0 0-75 16,0 0-22-16,0 0 2 15,115 34 15-15,-88 0-12 16,-7 1-6-16,-9-1 2 15,-7-6-2-15,-4-5-2 0,0-8 5 16,0-7-4-16,-5-6 0 16,-5-2 13-16,-3-4 4 15,-2-23-6-15,1-14-7 16,9-10-3-16,5-1-1 16,0 4 0-16,12 10 19 15,6 13-4-15,3 10-7 16,2 15-6-16,3 0-2 15,3 15 0-15,0 16-2 16,-5 10 2-16,-3 1 0 16,-8 3 0-16,-5-1-4 15,-5 2-5-15,-1-3-130 16,-2-12-147-16,0-13-282 0</inkml:trace>
  <inkml:trace contextRef="#ctx0" brushRef="#br0" timeOffset="4077.1">12320 2743 1214 0,'0'0'108'0,"0"0"-97"16,0 0-8-16,0 0 8 16,0 0 50-16,104 98-28 15,-75-40-19-15,-9 8-4 16,-6-1-10-16,-8 3 7 15,-4 0-7-15,-2-8-154 16,0-14-177-16,0-15-443 0</inkml:trace>
  <inkml:trace contextRef="#ctx0" brushRef="#br0" timeOffset="4218.09">12811 3065 1174 0,'0'0'0'16,"0"0"-28"-16,87 4 27 16,-35 1-120-16,0-4-469 15</inkml:trace>
  <inkml:trace contextRef="#ctx0" brushRef="#br0" timeOffset="4360.2">12950 3247 1293 0,'0'0'59'0,"0"0"-59"0,0 0-118 16,0 0 89-16,110-8-228 15,-30-7-331-15</inkml:trace>
  <inkml:trace contextRef="#ctx0" brushRef="#br0" timeOffset="4660.1">13850 2985 1429 0,'0'0'101'0,"0"0"-101"15,0 0 0-15,-61 87 22 16,61-39-2-16,12-1-15 16,24-7 3-16,20-9-1 15,12-12-3-15,6-13 0 16,-4-6-2-16,-15-10 5 15,-13-19 0-15,-15-5 0 16,-12-7 3-16,-15 0 18 16,-2-1-10-16,-34 4-11 15,-22 2-6-15,-3 9-1 0,-4 5-17 16,13 11-34-16,15 11-37 16,15 0-60-16,22 5-49 15,0 3-168-15,36-7-132 16</inkml:trace>
  <inkml:trace contextRef="#ctx0" brushRef="#br0" timeOffset="4860.78">14167 2821 552 0,'0'0'520'0,"0"0"-422"15,3-85 52-15,-6 71 38 16,-6 5-116-16,3 9-1 16,-1 0-27-16,-3 31-40 15,-6 26-2-15,-4 19-2 16,-6 14 15-16,1 9-5 15,-1-1-10-15,-1-5 0 16,7-6 0-16,5-17-6 0,5-15-127 16,-3-15-245-16,-6-18-774 15</inkml:trace>
  <inkml:trace contextRef="#ctx0" brushRef="#br0" timeOffset="5529.11">14804 2629 971 0,'0'0'234'0,"0"0"-217"16,0 0 18-16,0 0 90 15,0 0-54-15,0 0-70 16,-35 107 2-16,23-14 63 16,4 10-42-16,5 1-12 15,3-5 8-15,0-12-11 16,18-5-9-16,8-13-4 16,6-9-2-16,6-13-179 15,0-17-138-15,-1-17-516 16</inkml:trace>
  <inkml:trace contextRef="#ctx0" brushRef="#br0" timeOffset="5876.74">15088 3004 1177 0,'0'0'171'0,"0"0"-171"16,-3-94 0-16,13 61 16 15,2-2 5-15,-4 3-1 16,-3 1 2-16,-3-1 8 16,-2-1 5-16,0 0-23 15,-10 6 0-15,-5 6 21 16,3 9 0-16,2 7 18 0,5 5-19 16,2 0-27-1,-3 26-5-15,1 22 0 0,2 25 5 16,1 9 5-16,2 2-7 15,0-2 7-15,0-9-7 16,4 2-3-16,4-8 0 16,0-4 0-16,1-10-6 15,-1-11-44-15,1-10-178 16,-5-13-137-16,-4-14-350 16</inkml:trace>
  <inkml:trace contextRef="#ctx0" brushRef="#br0" timeOffset="6095.57">15063 3035 1109 0,'0'0'244'0,"0"0"-233"15,0 0-9-15,0 0 73 16,115-68 16-16,-69 74-54 16,-6 18-9-16,-9 7-17 15,-14 6-8-15,-15 4-1 16,-2 1-1-16,-15 3 2 15,-17-1-2-15,1-7-1 16,2-8-156-16,9-15-119 16,10-14-159-16,10-2-245 15</inkml:trace>
  <inkml:trace contextRef="#ctx0" brushRef="#br0" timeOffset="6251.6">15369 3024 388 0,'0'0'778'15,"0"0"-778"-15,0 0 9 16,0 0 5-16,9 105 54 16,-8-52-51-16,-1 0-16 15,3-5-1-15,4-7-2 16,3-12-239-16,2-15-269 16</inkml:trace>
  <inkml:trace contextRef="#ctx0" brushRef="#br0" timeOffset="6660.38">15640 2491 422 0,'0'0'874'0,"0"0"-874"15,0 0-6-15,0 0 6 16,0 0 10-16,-17 108-4 16,2-67-2-16,-7-3 9 15,-3 0 1-15,-5-7-3 16,0-10 4-16,7-5-5 16,2-13 13-16,7-3 39 0,2 0-36 15,2-9-13 1,7-6 5-16,3-1 11 0,0-1-14 15,6 5-15-15,13 3 3 16,6 3 0-16,3 6-3 16,4 0 0-16,1 7 0 15,-1 11-8-15,0 4 6 16,-3 2-6-16,-3 3-66 16,-4-3-80-16,-4-4-139 15,-6-11-267-15</inkml:trace>
  <inkml:trace contextRef="#ctx0" brushRef="#br0" timeOffset="6817.43">15796 2632 1252 0,'0'0'46'0,"0"0"-46"16,0 0-12-16,0 0 12 15,24 99 14-15,-7-43-13 16,1-1 1-16,-1-5-2 15,2-10-69-15,-4-13-332 16</inkml:trace>
  <inkml:trace contextRef="#ctx0" brushRef="#br0" timeOffset="7055.73">15998 2547 1052 0,'0'0'160'16,"0"0"-156"-16,0 0-4 16,95 26 19-16,-58 19 15 15,-5 16-2-15,-9 17-1 16,-10 4 5-16,-11 4 4 16,-2-3-14-16,-8-5-14 15,-18-5-12-15,0-10 0 16,1-13-25-16,3-15-269 15,5-17-370-15</inkml:trace>
  <inkml:trace contextRef="#ctx0" brushRef="#br0" timeOffset="7256.93">16418 3241 843 0,'0'0'0'0,"0"0"-430"16</inkml:trace>
  <inkml:trace contextRef="#ctx0" brushRef="#br0" timeOffset="7909.92">16820 2793 963 0,'0'0'305'16,"0"0"-284"-16,0 0-21 15,0 0 2-15,-55 84 12 16,53-20 27-16,2-2-20 15,19-6 9-15,18-11-19 16,11-12-5-16,12-17-1 16,5-14-4-16,-3-2 16 15,-7-20-9-15,-16-9 1 0,-17-5 2 16,-19-2-4-16,-6-1 28 16,-41-1-25-16,-19 2-8 15,-12 1-2-15,-2 2 1 16,9 6 4-16,17 7-5 15,21 11-4-15,18 2 2 16,12 3-33-16,15-5-107 16,25-4-3-16,15-1 136 15,6-4 3-15,-3 1-22 16,-11 1-26-16,-16 0 54 16,-14 3 6-16,-12 1 56 15,-5 1 62-15,0 2-5 16,0 3-22-16,-3 2-23 15,-2 4-17-15,1 0-23 16,-6 21-34-16,-6 29 2 0,-2 25-2 16,-4 15 11-16,0 7-7 15,5-5-1-15,2-1-2 16,7-13-2-16,8-12 1 16,0-14-35-16,11-15-134 15,10-15-159-15,-1-16-363 16</inkml:trace>
  <inkml:trace contextRef="#ctx0" brushRef="#br0" timeOffset="8326.91">17491 2519 449 0,'0'0'737'0,"0"0"-704"16,0 0 9-16,0 0 63 15,0 0-86-15,0 0-11 16,-62 151 28-16,60-51-1 16,2 5-3-16,0 1-15 15,10-5-4-15,4-5-11 16,4-8 1-16,2-8-3 15,5-12-18-15,0-17-226 16,-3-19-191-16</inkml:trace>
  <inkml:trace contextRef="#ctx0" brushRef="#br0" timeOffset="8693.79">17852 3104 1320 0,'0'0'17'16,"41"-80"-12"-16,-19 40 5 15,-6-1 27-15,-6-3-2 16,-9-5-3-16,-1-6-2 16,-7-3-18-16,-19 2 4 15,-1 10 8-15,2 10 6 16,8 16 22-16,8 13 12 0,6 5-33 15,3 2-31 1,-1 20-4-16,1 21 1 0,0 18 3 16,0 18 0-16,11 7 5 15,4 3-4-15,-1-2 3 16,1-2 0-16,2-7-4 16,-2-2 0-16,-2-6 0 15,-2-10-1-15,-4-5-16 16,-3-11-141-16,-2-10-150 15,-2-16-250-15</inkml:trace>
  <inkml:trace contextRef="#ctx0" brushRef="#br0" timeOffset="8907.12">17893 3013 1319 0,'0'0'152'16,"0"0"-127"-16,0 0 30 15,0 0 4-15,116-48-28 16,-74 75-24-16,-6 11 4 16,-12 7-1-16,-12 5-10 15,-12 1 6-15,0-1-1 16,-15-5-5-16,-6-4 0 16,-2-6-94-16,1-4-116 15,1-13-163-15,9-14-286 16</inkml:trace>
  <inkml:trace contextRef="#ctx0" brushRef="#br0" timeOffset="9159.67">18184 3220 1177 0,'0'0'160'0,"0"0"-157"16,0 0 24-16,0 0 63 16,0 0-41-16,96 43-17 15,-85-11-28-15,-11 1 0 16,0 0-1-16,-16-3 2 15,-13-5 2-15,-2-6-3 16,7-9 5-16,11-7 0 16,9-3 28-16,4 0 40 15,7-8-46-15,22-12-26 0,9-7-5 16,7 3-1-16,4-1-12 16,-1 1-63-16,4 2-56 15,-3-1-74-15,-9 1-219 16</inkml:trace>
  <inkml:trace contextRef="#ctx0" brushRef="#br0" timeOffset="9593.85">18614 2594 1154 0,'0'0'41'0,"0"0"7"16,0 0 86-16,0 0-45 16,0 0-89-16,0 0 7 15,4 37-7-15,-18 10 32 16,-13 6-8-16,-4 0-9 15,-8-8-7-15,1-9 2 16,3-11-7-16,8-12 3 16,10-9-1-16,8-4 0 0,6-10 50 15,3-16-7 1,0-7-48-16,16-4 0 0,10 4 1 16,7 9 15-1,6 11-15-15,0 10-2 0,-1 3 0 16,-3 12-5-16,-3 16 1 15,-2 7 0-15,-3 1-39 16,-2-2-139-16,-7-8-88 16,-7-8-381-16</inkml:trace>
  <inkml:trace contextRef="#ctx0" brushRef="#br0" timeOffset="9859.4">18750 2821 1160 0,'0'0'212'0,"0"0"-206"15,0 0 23-15,0 0 31 16,97-40-27-16,-66 40-27 16,-7 13-6-16,-11 8-7 0,-11 5 7 15,-2 2 0-15,-20 2 3 16,-13-1 0-16,-6-5 9 16,9-7-10-16,8-8 4 15,13-6-2-15,9-3 9 16,0 0 33-16,26-9-18 15,16-13-13-15,13-3-12 16,3-3-3-16,1 2-47 16,-5-1-85-16,-8 0-76 15,-11 0-282-15</inkml:trace>
  <inkml:trace contextRef="#ctx0" brushRef="#br0" timeOffset="10071.04">19085 2563 1186 0,'0'0'308'0,"0"0"-308"16,0 0-14-16,0 0 14 15,0 0 30-15,94 133-8 16,-70-62-10-16,-7 4 10 16,-11 2-3-16,-6-4 22 15,-3-2-28-15,-24-3-7 16,-3-6-6-16,0-11-3 15,7-13-81-15,4-17-134 16,6-15-233-16</inkml:trace>
  <inkml:trace contextRef="#ctx0" brushRef="#br0" timeOffset="10398.83">19582 3102 624 0,'0'0'842'16,"0"0"-841"-16,101-25-1 0,-51 22 8 15,1 1-3 1,11 1-5-16,7 1-4 0,3 0-2 16,1-2-35-16,-1-2-49 15,-5-4 23-15,-10-1 57 16,-7 0 10-16,-11-2 9 15,-13 2 40-15,-7 0 77 16,-9 2 2-16,-7 4-29 16,-3 0-43-16,0 1-28 15,0 2-21-15,2 0-7 16,-2 0-7-16,0 0-47 16,0 0-84-16,0-1-125 15,0-3-237-15</inkml:trace>
  <inkml:trace contextRef="#ctx0" brushRef="#br0" timeOffset="11011.92">20756 2750 738 0,'0'0'305'16,"0"0"-297"-16,0 0-8 16,0 0 69-16,0 0 7 15,0 0-30-15,-4-18 5 16,4 13-14-16,0 0-14 0,0 2 26 16,0 2 8-16,0 1-4 15,0 0-13-15,0 0-20 16,0 0-18-16,0 0 5 15,0-4 4-15,0 0 16 16,0-3 6-16,0-2-29 16,0 1 12-16,0-3 13 15,-5 2-16-15,-2 0 4 16,1-1-4-16,-4 3-3 16,2 0-6-16,1 5 3 15,0 2 0-15,-1 0-7 16,-2 13 0-16,-2 24-6 0,-2 23 5 15,0 14 1 1,6 8 4-16,8-6 4 0,0-10-3 16,22-8-5-16,17-12 2 15,13-13-2-15,5-13 2 16,0-16-1-16,-10-4 3 16,-9-13 2-16,-11-14 0 15,-10-10 4-15,-11-4-10 16,-6-8 6-16,-6-5-6 15,-28-4-3-15,-13-3 2 16,-11 6-4-16,-3 13-17 16,2 16-14-16,13 14-33 15,18 10-67-15,20 2-53 16,8 0-58-16,28 0-176 0,16 0 135 16</inkml:trace>
  <inkml:trace contextRef="#ctx0" brushRef="#br0" timeOffset="11225.15">20891 2579 746 0,'0'0'239'0,"0"0"-93"16,0 0 0-16,0-84 2 16,0 80-18-16,-2 0-34 15,2 4-40-15,-3 0-40 16,-2 22-16-16,-4 27-1 16,-8 29 1-16,-8 22 30 15,-6 9-21-15,0 0 4 16,-1-4-5-16,3-9-7 15,9-9-1-15,10-14-5 16,7-18-4-16,3-14-147 16,0-21-168-16,5-16-256 0</inkml:trace>
  <inkml:trace contextRef="#ctx0" brushRef="#br0" timeOffset="11478.39">21095 2495 837 0,'0'0'677'0,"0"0"-650"0,0 0-23 16,0 0 27 0,0 0-27-16,-26 121 30 0,26-19 34 15,0 1-42-15,0-2-18 16,4-10-2-16,5-7-5 15,2-11-1-15,6-10 0 16,2-12-17-16,4-15-173 16,5-16-120-16,2-20-408 15</inkml:trace>
  <inkml:trace contextRef="#ctx0" brushRef="#br0" timeOffset="11777.23">21488 2962 1204 0,'0'0'115'0,"39"-90"-115"16,-17 41 62-16,-3-2 59 16,-7 1-68-16,-7 0-24 15,-5 2 0-15,0 0 6 16,-8 8-12-16,-7 8-12 16,3 15 19-16,4 11 8 15,6 5-15-15,1 1-23 16,1 20-4-16,0 29 0 15,0 20 4-15,0 19 0 16,0 7 9-16,3 3 1 16,1-3-7-16,0-9 1 15,2-7-4-15,0-9-1 16,0-8-2-16,1-15-59 0,-4-9-162 16,1-18-217-1,-4-14-605-15</inkml:trace>
  <inkml:trace contextRef="#ctx0" brushRef="#br0" timeOffset="12086.98">21580 2921 1321 0,'0'0'189'0,"0"0"-175"16,0 0 91-16,0 0-28 15,0 0-48-15,0 0-29 16,60-13 0-16,-33 43 2 15,-9 4-2-15,-9-2-1 0,-9-1 1 16,0-1 5-16,-9-4-1 16,-9 1-2-16,0-8 3 15,1-6-4-15,5-2-1 16,6-8-23-16,0-1-63 16,3-2-24-16,-4 0-23 15,1-3 7-15,-2-10-2 16,2 2 69-16,5-3 44 15,1 2-17-15,0 3-74 16,5 0-38-16,7 3-37 16,1-1-1-16</inkml:trace>
  <inkml:trace contextRef="#ctx0" brushRef="#br0" timeOffset="12514.94">21831 2966 1206 0,'0'0'46'16,"0"0"12"-16,0 0 23 15,0 0-46-15,0 0-29 16,1 87 19-16,1-34 22 16,-2 4-25-16,0-3-16 15,0-6-1-15,0-7-3 16,0-5-2-16,0-11-53 0,0-10-209 16,0-12-372-16</inkml:trace>
  <inkml:trace contextRef="#ctx0" brushRef="#br0" timeOffset="12812.62">21968 3095 1076 0,'0'0'167'16,"0"0"-162"-16,0 0-1 16,0 0 16-16,0 0-20 15,0 0 3-15,-23 44 1 0,-9-22 19 16,-5-3-6-1,2-3-6-15,10-6-5 0,11-7 7 16,11-1 47-16,3-2-24 16,0 2-30-16,20-2-1 15,14 4 40-15,8 1-4 16,2-1-23-16,1 3-14 16,0 1-4-16,-3-1 3 15,-4 1-6-15,-5-4-3 16,-4-1-132-16,-10-3-88 15,-5 0-250-15</inkml:trace>
  <inkml:trace contextRef="#ctx0" brushRef="#br0" timeOffset="13110.91">22058 2459 1355 0,'0'0'12'15,"0"0"-8"-15,0 0-4 16,92 91 27-16,-54-23 22 16,1 12-9-16,-9 3 5 15,-8 4-4-15,-10-7-9 16,-9-9-15-16,-3-8-8 15,0-5-8-15,-16-11-1 16,-3-12-1-16,-1-15-52 0,-2-12-108 16,2-8-116-16,1-11-421 15</inkml:trace>
  <inkml:trace contextRef="#ctx0" brushRef="#br0" timeOffset="13714.42">22441 2249 364 0,'0'0'705'0,"0"0"-665"15,0 0-13-15,0 0-1 16,0 0-6-16,0 0-19 16,0 14 11-16,-7 5 1 15,1-3-5-15,-2-3 2 16,-1-2-2-16,0-2-3 16,-2-2 7-16,1-1-4 15,-2-2-3-15,4-1 4 16,3-3 1-16,3 0 23 15,2 0 17-15,0 0-5 0,0 0-8 16,0 0-3 0,0 0 8-16,0 0-4 0,0 0-10 15,0 0-11-15,0 0-12 16,0 0-4-16,0 1-1 16,0-1-3-16,0 0 3 15,0 1-2-15,-1 1 0 16,-3 3 2-16,-1 2 0 15,-2 2 0-15,1 0 0 16,1-1 1-16,0-3-1 16,1 0 2-16,4-1-2 15,0-2 0-15,0-2 0 0,0 0 0 16,0 0 0 0,0 0 0-16,0 0 2 0,0 0-2 15,0 0 0-15,0 0 1 16,0 0 0-16,-1 0-2 15,1 0-4-15,0 0-61 16,-3 0-73-16,1-4-56 16,-3-10-366-16</inkml:trace>
  <inkml:trace contextRef="#ctx0" brushRef="#br0" timeOffset="14078.97">22324 2269 906 0,'0'0'158'0,"0"0"-152"16,0 0 13-16,0 0 74 0,0 0-15 16,0 0-46-16,-110 107 11 15,71-72 1-15,-6-4-8 16,-2-2-13-16,4-8 1 16,6-6 5-16,10-6-14 15,14-5-1-15,8-4-7 16,5 0 1-16,0 0 29 15,0-6 17-15,15-13 5 16,8-5-59-16,7 1 0 16,1 6 4-16,-5 8-3 15,-2 9 3-15,-2 0-4 16,1 5-9-16,2 18 3 0,5 3 6 16,-1 3-4-1,-4-2 3-15,-4-5-3 0,-2-3 1 16,-6-5-66-16,-3-9-124 15,-1-3-15-15,-3-2-139 16,-5-9 32-16</inkml:trace>
  <inkml:trace contextRef="#ctx0" brushRef="#br0" timeOffset="14239.41">22340 2381 535 0,'0'0'275'16,"0"0"-79"-16,0 0 6 15,0 0-44-15,0 0-68 0,0 0-82 16,-1-32 3-1,1 71-11-15,0 8 32 16,0 1-23-16,0-6 0 0,0-4-7 16,0-5-2-16,0-4-1 15,0-7-178-15,7-13-260 16</inkml:trace>
  <inkml:trace contextRef="#ctx0" brushRef="#br0" timeOffset="14493.79">22505 2362 1111 0,'0'0'276'0,"0"0"-263"15,0 0-10-15,0 0 8 0,0 0-5 16,0 0-5 0,-96 68 12-16,63-32-2 0,6-2 30 15,7-5-8-15,12-5-9 16,8-8-3-16,0-5-1 15,26 1-2-15,23-5 18 16,18-7-16-16,13 0-20 16,5-5-12-16,-10-9-100 15,-14 0-111-15,-25-6-267 16</inkml:trace>
  <inkml:trace contextRef="#ctx0" brushRef="#br0" timeOffset="15220.88">13221 4334 1260 0,'0'0'194'0,"0"0"-194"16,0 0 0-16,97-13 8 15,-51 10-1-15,6 3-7 16,3 0-2-16,-6 0-90 16,-17 0-216-16,-24 0-687 15</inkml:trace>
  <inkml:trace contextRef="#ctx0" brushRef="#br0" timeOffset="15356.78">13326 4506 1295 0,'0'0'0'0,"107"0"-239"16,-25-7 168-16,8-1 68 15,0-5-365-15</inkml:trace>
  <inkml:trace contextRef="#ctx0" brushRef="#br0" timeOffset="15992.93">14170 4462 507 0,'0'0'245'0,"0"0"-184"16,0 0 6-16,0 0 67 16,0 0-22-16,0 0-33 15,5-33-32-15,-3 18 12 16,1-5-8-16,-1-3-3 15,0-5-6-15,-2-4-20 16,0-1 22-16,0 1 11 16,-5 1-38-16,-4 7-1 15,3 6-1-15,2 9 6 0,1 6 8 16,3 3-15 0,0 8-14-16,0 30-11 0,0 24 10 15,1 20 1-15,8 9 1 16,4 3 0-16,1-2-1 15,1 1-1-15,2-6 1 16,-2-5 0-16,-2-6-2 16,-5-11-10-16,-3-14-185 15,-1-18-68-15,-3-20-231 16</inkml:trace>
  <inkml:trace contextRef="#ctx0" brushRef="#br0" timeOffset="16218.31">14249 4489 1228 0,'0'0'133'15,"0"0"-118"-15,0 0 14 16,85-49 60-16,-41 49-36 16,-6 22-45-16,-8 8-2 15,-11 3-4-15,-15 5 7 16,-4 1-2-16,-11-2-3 15,-16 1-1-15,-3-3-3 16,5-5-70-16,7-7-100 16,11-10-145-16,7-13-191 15</inkml:trace>
  <inkml:trace contextRef="#ctx0" brushRef="#br0" timeOffset="16378.96">14552 4580 956 0,'0'0'232'15,"0"0"-224"-15,0 0 2 16,-3 101 103-16,-3-52-69 16,3-1-29-16,3-5-13 15,0-7-2-15,0-9-7 16,15-8-157-16,3-12-267 16</inkml:trace>
  <inkml:trace contextRef="#ctx0" brushRef="#br0" timeOffset="16790.93">14782 3981 1265 0,'0'0'107'15,"0"0"-104"-15,0 0-3 16,-16 76 4-16,-1-35-3 16,-1-2 3-16,-6-3-2 15,-4-3 3-15,-4-3 3 0,-3-7-7 16,3-9 4-16,5-9-1 16,9-5 4-16,7 0 1 15,8-9 12-15,3-9 7 16,0-2 3-16,16 2-23 15,10 2 3-15,8 7-5 16,0 9-5-16,5 0 3 16,-2 11-3-16,-3 10 3 15,-1 2-4-15,-1-1-1 16,-6 1 0-16,-2-4-1 16,-4-2-59-16,-3-4-112 15,-6-8-134-15,-4-5-260 16</inkml:trace>
  <inkml:trace contextRef="#ctx0" brushRef="#br0" timeOffset="16938.05">14903 4170 891 0,'0'0'239'0,"0"0"-218"16,0 0-19-16,0 0 2 16,0 0 50-16,15 87-15 15,-2-55-31-15,-2-3-7 16,1-2-1-16,1-5-14 15,-4-8-335-15,-2-8-308 16</inkml:trace>
  <inkml:trace contextRef="#ctx0" brushRef="#br0" timeOffset="17208.87">15165 3916 956 0,'0'0'362'0,"0"0"-355"15,0 0-7-15,-72 106 5 16,67-24 33-16,5 20 29 16,0 19-27-16,2 8-18 15,13 2 10-15,0-8-25 16,8-10-5-16,8-15-2 15,2-16 0-15,7-16-103 0,2-20-160 16,-5-22-314 0</inkml:trace>
  <inkml:trace contextRef="#ctx0" brushRef="#br0" timeOffset="17427.07">15603 4173 573 0,'0'0'973'15,"0"0"-973"-15,-10 95-4 0,10-16 4 16,0 8 8 0,3-2-4-16,14-4-3 0,5-7-1 15,-2-7-2-15,0-9-120 16,-5-17-207-16,-8-16-507 15</inkml:trace>
  <inkml:trace contextRef="#ctx0" brushRef="#br0" timeOffset="17585.34">15812 4474 1244 0,'0'0'130'16,"0"0"-130"-16,0 0-33 15,115-47 33-15,-51 45 0 16,8 2-8-16,3 0-207 0,-6-2-182 16</inkml:trace>
  <inkml:trace contextRef="#ctx0" brushRef="#br0" timeOffset="17780.68">16409 4106 1162 0,'0'0'145'16,"0"0"-135"-16,0 0 75 16,0 0-72-16,0 0-4 0,0 93-9 15,15-30 6 1,-4 3-5-16,-2-1-1 0,-4-5-5 16,-5-2-150-16,0-8-208 15,-18-5-370-15</inkml:trace>
  <inkml:trace contextRef="#ctx0" brushRef="#br0" timeOffset="17929.41">16182 4781 1263 0,'0'0'154'16,"0"0"-147"-16,90-44-7 16,-31 31 35-16,6 1-23 15,5 3-12-15,-1 2-1 16,-8 4-48-16,-11 3-175 15,-16-1-223-15</inkml:trace>
  <inkml:trace contextRef="#ctx0" brushRef="#br0" timeOffset="18113.75">16487 4742 788 0,'0'0'417'15,"0"0"-416"-15,0 0 5 16,9 117 61-16,13-58 50 15,2 11-67-15,2 4-28 16,-1 1-5-16,-2-4-11 16,-3-10-2-16,-3-2-4 15,-9-7-11-15,-8-7-212 0,0-11-334 16</inkml:trace>
  <inkml:trace contextRef="#ctx0" brushRef="#br0" timeOffset="18341.83">16600 5073 1075 0,'0'0'157'0,"0"0"-153"16,0 0 11-16,101-42 68 16,-72 69-38-16,-4 10-7 15,-10 7 17-15,-11-2-14 16,-4-3-10-16,-9-4-24 15,-13-7 0-15,-1-5-5 16,1-10-2-16,7-8-105 0,7-5-122 16,8-13-213-16</inkml:trace>
  <inkml:trace contextRef="#ctx0" brushRef="#br0" timeOffset="18513.91">16904 4907 1307 0,'0'0'75'0,"0"0"-64"16,11 127-10-16,0-68 19 15,0 1-11-15,2-11-5 16,1-9-4-16,0-8-31 0,-4-13-293 16,-6-14-396-16</inkml:trace>
  <inkml:trace contextRef="#ctx0" brushRef="#br0" timeOffset="18777.55">16991 4333 374 0,'0'0'901'16,"0"0"-885"-16,127-6-14 15,-62 46 4-15,0 18 30 0,-6 13 32 16,-14 14-5 0,-15 0-2-16,-16-1-26 0,-13-1-14 15,-1-1-5-15,-19-4-15 16,-15-4 7-16,-7-11-8 16,-1-15-5-16,9-22-230 15,11-21-403-15</inkml:trace>
  <inkml:trace contextRef="#ctx0" brushRef="#br0" timeOffset="19290.95">17984 4521 1273 0,'0'0'0'0,"0"0"17"16,95-87-11-1,-73 56 17-15,-12-1-9 0,-10-4-12 16,0-2-2-16,-15-3 0 16,-14-4 1-16,-3 4 2 15,3 7 2-15,7 9-3 16,8 14 19-16,10 9 17 15,4 2-34-15,0 27-4 16,0 29 0-16,13 23 8 16,10 16 33-16,4 4-25 0,0-4 29 15,0-3-25 1,-6-6-12-16,-4-7-8 0,-3-4 0 16,-10-8-1-16,-4-7-10 15,0-12-240-15,-8-18-388 16</inkml:trace>
  <inkml:trace contextRef="#ctx0" brushRef="#br0" timeOffset="19496.5">18026 4402 1414 0,'0'0'68'0,"0"0"-32"16,0 0 1-16,88-69-2 15,-57 69-20-15,-3 18-15 0,-5 15 0 16,-6 8-2-16,-8 2 2 16,-9 0 0-16,0-4 0 15,0-1-75-15,-12-3-118 16,0-9-218-16</inkml:trace>
  <inkml:trace contextRef="#ctx0" brushRef="#br0" timeOffset="19756.87">18362 4591 1133 0,'0'0'194'0,"0"0"-191"16,0 0 7-16,97-10 57 15,-82 23-27-15,-7 11-24 0,-8 5-4 16,0 5 4-16,-22 1 0 16,-11-1-11-16,-2-6 9 15,5-7-10-15,10-9 1 16,11-6 2-16,9-6-6 15,0 0 40-15,9 0 5 16,19-14-30-16,12-6 1 16,7-4-17-16,0-2 0 15,-5 2-34-15,-6 0-79 16,-6-2-87-16,-9-1-261 16</inkml:trace>
  <inkml:trace contextRef="#ctx0" brushRef="#br0" timeOffset="20141.7">18660 3759 1186 0,'0'0'155'0,"0"0"-154"16,0 0-1-16,0 0 4 16,-71 113 10-16,32-57 6 0,1-3-8 15,3-10-2 1,1-8-1-16,8-8-5 0,7-13 2 16,9-7-3-16,9-7 7 15,1 0 69-15,0-7 1 16,7-13-52-16,11-3-25 15,4 5 4-15,3 7-4 16,1 7-1-16,4 4-2 16,2 0-2-16,-2 11-1 15,-1 7 0-15,-7 4 2 16,-3 1-23-16,-3 1-99 16,-3-6-62-16,-3-9-212 15</inkml:trace>
  <inkml:trace contextRef="#ctx0" brushRef="#br0" timeOffset="20408.99">18728 4046 1265 0,'0'0'102'0,"0"0"-93"16,0 0-9-16,87-9 29 16,-60 9-17-16,-5 13-9 15,-11 3-3-15,-9 0-7 16,-2 2 7-16,-6-2 4 15,-14-1 3-15,-3-2 6 16,1-6 2-16,9-3 10 16,8-1 12-16,5-3 28 15,0 0-13-15,12 0-46 0,18-7-5 16,8-6-1 0,7 5-31-16,6-1-103 0,1 3-68 15,-6-3-179-15,-4 0-372 16</inkml:trace>
  <inkml:trace contextRef="#ctx0" brushRef="#br0" timeOffset="20640.75">19295 3928 28 0,'0'0'1363'16,"0"0"-1319"-16,0 0-38 15,0 0 64-15,-91 54-25 16,81 24-2-16,7 23 11 15,3 11-14-15,0 2-15 16,5-5-7-16,3-9-10 0,2-8-7 16,2-14-2-16,-1-14-6 15,5-13-73-15,3-17-167 16,2-18-158-16,-1-16-307 16</inkml:trace>
  <inkml:trace contextRef="#ctx0" brushRef="#br0" timeOffset="20826.68">19547 4211 1305 0,'0'0'262'0,"0"0"-262"16,0 0-14-16,0 0 12 15,8 120 4-15,-3-69 2 16,2-4-4-16,-1-5-1 15,-3-6-101-15,-3-9-152 16,0-9-379-16</inkml:trace>
  <inkml:trace contextRef="#ctx0" brushRef="#br0" timeOffset="20960.41">19654 4527 1126 0,'0'0'68'16,"0"0"-68"-16,0 0 0 15,134-59-2-15,-74 40 2 0,7-3-217 16,-5 0-108 0,-10-1-307-16</inkml:trace>
  <inkml:trace contextRef="#ctx0" brushRef="#br0" timeOffset="21130.55">20119 4077 1111 0,'0'0'169'0,"0"0"-103"15,0 0 39-15,0 0-61 16,0 0-43-16,0 0 2 16,28 126 3-16,-16-65-3 15,-4-3-3-15,-5-5 0 0,-3-5-8 16,0-8-194 0,0-9-300-16</inkml:trace>
  <inkml:trace contextRef="#ctx0" brushRef="#br0" timeOffset="21312">19972 4619 1343 0,'0'0'77'0,"0"0"-68"16,112-54-9-16,-64 39 26 15,-1 8-23-15,-5 4-3 16,-6 3-5-16,-5 0-115 15,-11 0-232-15,-9 0-257 16</inkml:trace>
  <inkml:trace contextRef="#ctx0" brushRef="#br0" timeOffset="21491.48">20201 4636 642 0,'0'0'376'15,"0"0"-375"-15,-2 94 67 16,2-43 122-16,13 8-120 15,3 4-9-15,0 6-40 16,-4-1-4-16,-2-4 4 16,-2-10-19-16,-1-8 0 15,3-10-2-15,-2-8-165 16,-2-3-286-16</inkml:trace>
  <inkml:trace contextRef="#ctx0" brushRef="#br0" timeOffset="21767.1">20283 4937 1331 0,'0'0'84'15,"0"0"-20"-15,0 0 31 16,0 0-44-16,0 0-42 16,0 0-9-16,100-29-6 15,-80 52 3-15,-10 6 1 16,-8 1 2-16,-2-2 0 15,-7 0 4-15,-11-6-4 0,1-6 11 16,5-8-9 0,8-3 2-16,4-5-4 0,0 0 0 15,6-4-23-15,12-9-48 16,4-6-65-16,5-4-35 16,0-4-85-16,1-7-269 15</inkml:trace>
  <inkml:trace contextRef="#ctx0" brushRef="#br0" timeOffset="22107.17">20562 4788 620 0,'0'0'649'0,"0"0"-649"16,0 0 10-16,0 0 8 16,0 0 19-16,0 0-21 15,33 5-10-15,-18 2 5 16,-1 4 0-16,-6-2 10 15,-4 3-18-15,-4 3-2 16,0 4 6-16,-19 5 19 16,-4 4 3-16,1-4-2 15,5-5 0-15,6-5 13 16,7-8-22-16,4-4-3 16,0-1 10-16,0-1 0 15,0 0-9-15,21 0 16 16,10-1-1-16,13-13-17 15,4-4-12-15,4-3-2 16,-4-4-33-16,-4-3-84 0,-11-2-83 16,-9-3-163-16,-11-6-279 15</inkml:trace>
  <inkml:trace contextRef="#ctx0" brushRef="#br0" timeOffset="22359.31">20723 3957 1236 0,'0'0'106'16,"0"0"-95"-16,0 0 49 15,0 0 39-15,0 0-72 16,0 0-27-16,113-3-4 16,-70 62 4-16,1 21 0 0,-1 18 1 15,-6 9 9-15,-8 3 8 16,-10-3 29-16,-12-11-36 15,-7-6 0-15,-7-8-2 16,-22-8-9-16,-10-7 0 16,-7-10-4-16,-3-15-179 15,4-19-257-15</inkml:trace>
  <inkml:trace contextRef="#ctx0" brushRef="#br0" timeOffset="22536.19">21592 4549 1364 0,'0'0'0'0,"127"-38"-82"16,-48 22 82-16,-1 4 5 15,-15 0-5-15,-18-1-351 16</inkml:trace>
  <inkml:trace contextRef="#ctx0" brushRef="#br0" timeOffset="23589.43">22057 3698 365 0,'0'0'878'15,"0"0"-849"-15,0 0-29 16,0 0-5-16,0 0 5 16,28 107 0-16,9-13 50 15,3 18-40-15,4 2 3 16,-6-1-4-16,-10-4-5 15,-8-9 1-15,-10-6-5 16,-10-10 0-16,0-16-1 0,-7-19-254 16,-13-23-384-1</inkml:trace>
  <inkml:trace contextRef="#ctx0" brushRef="#br0" timeOffset="23826.34">22257 4182 1164 0,'0'0'111'0,"0"0"-109"16,0 0 12-16,0 0 45 0,0 0-30 15,97-54-19 1,-90 70-7-16,-7 6-1 0,0 3 4 16,-22 6 1-16,-16 0 7 15,-9-3-1-15,-3-2 2 16,7-8-15-16,14-8-101 15,14-10-111-15,15 0-149 16,5-14-24-16</inkml:trace>
  <inkml:trace contextRef="#ctx0" brushRef="#br0" timeOffset="24006.01">22440 4116 1057 0,'0'0'172'0,"0"0"-161"15,-9 106-11-15,9-48 64 0,0 4 4 16,15 1-33 0,4-5-25-16,1-5-6 0,-6-6-4 15,-2-10-2-15,-2-9-103 16,-6-11-140-16,-4-13-352 16</inkml:trace>
  <inkml:trace contextRef="#ctx0" brushRef="#br0" timeOffset="24288.86">22544 4281 1097 0,'0'0'117'15,"0"0"-98"-15,0 0 7 0,0 0-24 16,0 0 2-16,0 0-2 16,-21 81 1-16,8-56-2 15,-6-3 3-15,0-6-1 16,0-4-1-16,6-7 11 15,7-3-4-15,6-2 60 16,0 0-8-16,0 1-29 16,16 1-30-16,10 4 13 15,9 2-3-15,7 2-12 16,7-1 1-16,-1 2-2 16,2-4-1-16,-3-2-147 15,-8-5-92-15,-11 0-274 16</inkml:trace>
  <inkml:trace contextRef="#ctx0" brushRef="#br0" timeOffset="24724.24">22722 3418 1252 0,'0'0'23'16,"0"0"-23"-16,0 0-3 16,0 0-1-16,0 0 4 15,-43 98 6-15,29-56-3 16,-4-3 2-16,-5-4 0 0,-3-8 0 16,1-8 2-1,3-9-1-15,8-4 9 0,-2-5 29 16,0-1-22-16,-3 0-6 15,1-4-7-15,3-9-3 16,3 0 6-16,7 2 14 16,5 4 8-16,0 1 5 15,0 2-13-15,4-1-16 16,10 5-10-16,7 0-6 16,5 0 6-16,11 18 0 15,5 7 1-15,3 7 4 16,0 2-5-16,-5-3 2 15,-6-1-2-15,-9-6-2 16,-5-3 1-16,-5-6-53 16,-3-8-129-16,-2-7-83 0,-2-1-169 15</inkml:trace>
  <inkml:trace contextRef="#ctx0" brushRef="#br0" timeOffset="25174">22903 3650 822 0,'0'0'125'0,"0"0"-114"15,0 0 38-15,0 0 76 16,0 0-57-16,0 0-31 15,-9-32-13-15,9 32-6 16,0 0-18-16,0 11-6 0,0 14 6 16,0 7 17-16,0 6 8 15,7 1-12-15,1 0-4 16,0 0-4-16,1-3-3 16,-2-7-2-16,-2-5-2 15,-2-10 0-15,-3-4-165 16,0-10-234-16,0 0-303 15</inkml:trace>
  <inkml:trace contextRef="#ctx0" brushRef="#br0" timeOffset="25457.73">22993 3660 891 0,'0'0'207'16,"0"0"-205"-16,0 0-2 15,0 0 0-15,0 0 5 16,0 0-5-16,-15 47 4 15,-1-26 7-15,-4-1-4 16,1-3-3-16,-1-6 22 16,3-2 10-16,7-4-13 15,6-2 1-15,4-3-6 16,0 1 2-16,7 2-11 16,18 3-2-16,12 3 9 15,8 5-6-15,5 3-10 16,-3 2-1-16,-5 1-3 15,-5 7-116-15,-4-3-134 0,-8-3-188 16</inkml:trace>
  <inkml:trace contextRef="#ctx0" brushRef="#br0" timeOffset="25772.85">23431 3567 1101 0,'0'0'125'0,"0"0"-121"0,0 0 5 15,-89-7 45-15,68 53-41 16,-3 34-8-16,4 31 31 15,5 22 7-15,10 8 1 16,5-5-9-16,0-12-23 16,12-14 0-16,14-14-9 15,10-15-3-15,-1-11 0 16,0-17 0-16,-7-15-121 16,-3-17-91-16,-8-18-225 15</inkml:trace>
  <inkml:trace contextRef="#ctx0" brushRef="#br0" timeOffset="25960.25">23593 3955 1279 0,'0'0'0'0,"0"89"-10"16,0-27 8-16,0 1 3 15,0-1-1-15,0-4 0 16,0-5-1-16,0-14-238 16,0-15-244-16</inkml:trace>
  <inkml:trace contextRef="#ctx0" brushRef="#br0" timeOffset="26099.34">23698 4280 1102 0,'0'0'56'0,"0"0"-49"15,96-29-7-15,-48 22 10 16,9 1-10-16,6-1-1 16,1-4-90-16,-7-3-260 15</inkml:trace>
  <inkml:trace contextRef="#ctx0" brushRef="#br0" timeOffset="26299.09">24165 3758 1219 0,'0'0'74'16,"0"0"-74"-16,0 0-20 15,-5 86 20-15,5-17 10 16,10 8-3-16,2 1 1 16,-1-5-6-16,-2-1-1 15,-3-5-1-15,-2-5-88 16,-4-11-195-16,0-12-240 15</inkml:trace>
  <inkml:trace contextRef="#ctx0" brushRef="#br0" timeOffset="26465.03">24043 4469 1173 0,'0'0'178'15,"0"0"-178"-15,0 0 0 16,0 0 14-16,110-28-3 15,-58 28-10-15,1 0-1 16,-6 0-56-16,-8 9-162 16,-14 0-189-16</inkml:trace>
  <inkml:trace contextRef="#ctx0" brushRef="#br0" timeOffset="26681.24">24217 4556 996 0,'0'0'110'0,"0"0"-89"16,-2 102-21-16,2-47 75 15,12 8-12-15,6 4-2 16,-2-3-28-16,0 4-15 16,-4-3-10-16,-2-4-4 15,-4-5-4-15,-1-8-2 16,-5-8-87-16,0-9-145 15,-5-13-242-15</inkml:trace>
  <inkml:trace contextRef="#ctx0" brushRef="#br0" timeOffset="26908.84">24293 4833 998 0,'0'0'104'0,"0"0"-79"16,0 0 78-16,0 0-16 15,0 0-47-15,97-72-31 16,-80 77-5-16,-2 14-3 16,-10 7-1-16,-5 3-3 15,0 1 3-15,-20-3 13 16,-5-2-10-16,0-3 11 16,9-2-14-16,6-7-165 15,10-11-214-15,0-2-196 16</inkml:trace>
  <inkml:trace contextRef="#ctx0" brushRef="#br0" timeOffset="27105.97">24534 4719 1045 0,'0'0'228'0,"0"0"-228"16,0 0-2-16,0 0-2 15,0 0 4-15,-13 80 10 16,11-33-1-16,-1-3-5 15,1-1 1-15,-3-3-3 16,0-3-2-16,2-3-93 16,1-10-252-16,2-14-281 15</inkml:trace>
  <inkml:trace contextRef="#ctx0" brushRef="#br0" timeOffset="27339.06">24604 4899 812 0,'0'0'213'0,"0"0"-181"15,0 0 71-15,0 0 11 16,0 0-52-16,0 0-51 16,-1-20-11-16,-4 20-6 15,-2 13 6-15,-1 5 0 16,-1 3 7-16,4 3 13 16,4 0 36-16,1-3-28 15,0-1-1-15,6-5-13 16,20-4 6-16,14-7 8 15,17-4-21-15,9-3-7 16,6-21-112-16,-6-13-127 0,-15-9-359 16</inkml:trace>
  <inkml:trace contextRef="#ctx0" brushRef="#br0" timeOffset="27606.04">24737 3600 1438 0,'0'0'0'0,"0"0"-45"15,0 0 23 1,0 0 22-16,123 78 12 0,-64-4 8 16,1 30 35-16,-11 18-29 15,-17 13-1-15,-25 2 3 16,-7-6-14-16,-32-5-5 15,-27-5-7-15,-23-8 1 16,-10-8-6-16,-15-9 3 16,-10-14-192-16,-9-13-191 15</inkml:trace>
  <inkml:trace contextRef="#ctx0" brushRef="#br0" timeOffset="28372.38">14321 5128 1217 0,'0'0'144'0,"0"0"-134"16,0 0-4-16,0 0 48 15,0 0 30-15,0 0-26 16,-95-10-30-16,75 17 0 15,-4 4 0-15,-6 0-19 16,-2 4-1-16,-1 0 0 16,-3-1-7-16,3 3 11 15,1-2-10-15,11-3 4 16,9-2 3-16,10-5 7 0,2-3 15 16,2-2-14-1,25 0-11-15,15-10 8 0,19-9 2 16,11-4-4-16,4 2-11 15,-1 4 0-15,2 4-2 16,-1 6-2-16,7 4-10 16,0 3-71-16,7 0-73 15,11 3-95-15,4 2-132 16,7-5-248-16</inkml:trace>
  <inkml:trace contextRef="#ctx0" brushRef="#br0" timeOffset="28788.51">18313 5134 1217 0,'0'0'265'0,"0"0"-215"16,0 0-45-16,0 0 49 16,0 0 34-16,0 0-72 15,0-17-4-15,54 17-12 16,25 0 11-16,19 0-9 16,9 0-2-16,0 0-64 15,0 0-101-15,-5-2-120 0,-4-12-325 16</inkml:trace>
  <inkml:trace contextRef="#ctx0" brushRef="#br0" timeOffset="29077.94">21521 4985 1695 0,'0'0'0'0,"0"0"-30"16,0 0 24-16,97-6 6 15,-18 6 18-15,16 0-11 16,12 11-4-16,-4 1-3 15,-13 1-93-15,-18-4-194 16,-26-7-229-16</inkml:trace>
  <inkml:trace contextRef="#ctx0" brushRef="#br0" timeOffset="30289.86">13266 6226 825 0,'0'0'375'16,"0"0"-275"-16,0 0-79 16,0 0 18-16,0 0 18 15,0 0-25-15,65 0-8 16,-6 0-8-16,4 0-14 16,1 0-4-16,-4 7-40 15,-10 2-166-15,-13-4-154 16,-20 1-145-16</inkml:trace>
  <inkml:trace contextRef="#ctx0" brushRef="#br0" timeOffset="30441.47">13439 6473 1250 0,'0'0'51'15,"0"0"-51"-15,0 0-195 16,119 10 195-16,-60-10 0 15,6 0-176-15,0 0-181 16</inkml:trace>
  <inkml:trace contextRef="#ctx0" brushRef="#br0" timeOffset="30855.05">14061 6159 1275 0,'0'0'86'16,"0"0"-86"-16,0 0-10 16,0 0 10-16,0 0 0 15,49 91 27-15,-12-21 14 16,2 11-21-16,-8-3-6 16,-4-3-8-16,-10-8 0 0,-9-9-4 15,-6-16 2 1,-2-15 6-16,0-13-4 0,0-8 16 15,-2-6 14-15,-6 0 23 16,1-24-11-16,1-19-35 16,6-13-11-16,0-9 0 15,4-8-2-15,18 2 0 16,11 9-1-16,8 10-1 16,5 17-2-16,3 15 2 15,-1 18 3-15,1 4-2 16,-4 31-6-16,-5 13 6 15,-8 11 0-15,-10 7-5 16,-9 0 4-16,-3 3-74 16,-1-4-111-16,-2-9-89 15,0-10-269-15</inkml:trace>
  <inkml:trace contextRef="#ctx0" brushRef="#br0" timeOffset="31271.15">15150 5924 970 0,'0'0'260'0,"0"0"-199"16,-104 0-54-16,64 38 22 15,5 23 81-15,9 26-38 16,13 27-14-16,13 11-22 16,4 15 5-16,23 0-7 0,8-8-27 15,3-8-6 1,4-17-2-16,3-19-4 0,0-15-109 16,6-22-114-1,-3-26-190-15</inkml:trace>
  <inkml:trace contextRef="#ctx0" brushRef="#br0" timeOffset="31502.37">15578 6156 1427 0,'0'0'155'0,"0"0"-155"0,-12 100-23 16,12-27 23-16,0-3 4 16,19-5 0-16,5-8-4 15,7-7 0-15,-3-9-58 16,1-6-119-16,-6-12-235 16</inkml:trace>
  <inkml:trace contextRef="#ctx0" brushRef="#br0" timeOffset="31661.06">15867 6436 590 0,'0'0'797'0,"0"0"-797"0,0 0-49 16,131-33 47-16,-63 29 4 16,14 3-4-16,10-1-127 15,-1-3-192-15,-8-5-250 16</inkml:trace>
  <inkml:trace contextRef="#ctx0" brushRef="#br0" timeOffset="31848.86">16635 5951 1312 0,'0'0'78'15,"0"0"-78"-15,0 0-7 16,0 0 7-16,1 120 38 0,16-49-19 15,1 1-14-15,2-3-1 16,-3-4-4-16,-5-8-58 16,-7-7-129-16,-5-9-262 15</inkml:trace>
  <inkml:trace contextRef="#ctx0" brushRef="#br0" timeOffset="32010.22">16473 6548 1302 0,'0'0'0'0,"0"0"-18"16,107-38 18-16,-45 25 17 0,6 2-8 15,0 5-9 1,-6 3-28-16,-11 3-194 0,-20 0-261 16</inkml:trace>
  <inkml:trace contextRef="#ctx0" brushRef="#br0" timeOffset="32193.94">16723 6623 1006 0,'0'0'162'0,"0"81"-152"16,6-24 40-16,17 4 50 16,2 2-33-16,0 0-32 15,-1-1-26-15,-8-6-7 16,-2-9-2-16,-5-4-5 0,-3-12-114 15,-3-7-130-15,-3-8-185 16</inkml:trace>
  <inkml:trace contextRef="#ctx0" brushRef="#br0" timeOffset="32420.75">16833 6813 1258 0,'0'0'75'0,"0"0"-73"16,0 0 23-16,0 0 7 16,103-32-13-16,-79 64-8 15,-5 10 1-15,-10 1 0 0,-9 1 0 16,0-2-9 0,-9-4 2-16,-8-7-2 0,4-4-3 15,4-8-120-15,9-15-223 16,0-4-380-16</inkml:trace>
  <inkml:trace contextRef="#ctx0" brushRef="#br0" timeOffset="32591.68">17176 6718 1220 0,'0'0'160'15,"0"0"-154"-15,0 83-6 16,0-34 14-16,0 1-2 0,10-2-8 15,4-6-2-15,1-7-2 16,2-8-87-16,1-12-194 16,-4-13-354-16</inkml:trace>
  <inkml:trace contextRef="#ctx0" brushRef="#br0" timeOffset="32855.01">17309 6044 1301 0,'0'0'41'0,"0"0"-41"0,100 51 0 16,-45 23 5-16,0 21 27 15,-8 11 4-15,-13 4 8 16,-18-6-27-16,-14-3 0 15,-2-9-13-15,-24-8-3 16,-11-12-2-16,-1-13-42 16,0-16-191-16,10-21-270 15</inkml:trace>
  <inkml:trace contextRef="#ctx0" brushRef="#br0" timeOffset="33120.94">17904 5941 1416 0,'0'0'135'16,"0"0"-135"-16,0 0 0 15,-87 150 14-15,78-37 32 16,9 14 14-16,0 4-24 15,7-10-18-15,12-13-9 16,0-12-9-16,7-15 0 16,2-16-1-16,6-15-41 15,1-17-99-15,1-16-69 0,1-17-236 16</inkml:trace>
  <inkml:trace contextRef="#ctx0" brushRef="#br0" timeOffset="33325.81">18278 6046 886 0,'0'0'652'16,"0"0"-652"-16,0 81 4 15,0-6-4-15,2 8 5 0,13-3-4 16,5-11-1-16,1-13-2 15,-1-10-58-15,-1-11-132 16,-6-14-223-16</inkml:trace>
  <inkml:trace contextRef="#ctx0" brushRef="#br0" timeOffset="33482.22">18479 6336 1225 0,'0'0'105'15,"0"0"-105"-15,0 0 0 16,133-56 4-16,-66 44-4 16,11-1-5-16,3 0-92 0,1-3-53 15,-10-2-213 1</inkml:trace>
  <inkml:trace contextRef="#ctx0" brushRef="#br0" timeOffset="33672.19">19149 5883 1303 0,'0'0'68'16,"0"0"-68"-16,0 0 0 15,0 0 6-15,13 117 59 16,3-53-47-16,-5 3-10 16,-1-1-6-16,-5 1-1 15,-1-9-1-15,-4-6-129 16,0-8-178-16,-17-9-309 0</inkml:trace>
  <inkml:trace contextRef="#ctx0" brushRef="#br0" timeOffset="33842.83">19026 6419 1254 0,'0'0'26'16,"0"0"-23"-16,128-53-3 15,-68 38 11-15,2 6-11 16,-1 4-3-16,-12 5-144 16,-13 0-235-16,-17 0-368 15</inkml:trace>
  <inkml:trace contextRef="#ctx0" brushRef="#br0" timeOffset="34030.8">19250 6578 834 0,'0'0'253'0,"-6"101"-189"16,6-36 23-16,2-3 11 15,15-3-39-15,-2-3-38 16,0-5-14-16,-1-7-5 16,-4-8-2-16,-2-9-56 15,-3-10-158-15,-5-6-233 0</inkml:trace>
  <inkml:trace contextRef="#ctx0" brushRef="#br0" timeOffset="34249.35">19275 6732 1078 0,'0'0'168'0,"0"0"-157"15,90-53 14-15,-50 53 60 16,-8 0-37-16,-7 16-36 15,-10 12 5-15,-10 3-9 16,-5 1-2-16,0-1-1 16,-13-4 0-16,-6-1 0 15,-1-4-5-15,5-5-91 16,2-7-92-16,4-7-263 0</inkml:trace>
  <inkml:trace contextRef="#ctx0" brushRef="#br0" timeOffset="34520.92">19555 6715 279 0,'0'0'876'16,"0"0"-835"-16,0 0-32 15,0 0 27-15,0 0 29 16,93-24-46-16,-72 39-19 16,-6 9 0-16,-10 5 3 15,-5 2 9-15,0 1 4 16,-12-4 15-16,-3-7 39 0,7-6-9 15,3-9-23-15,5-6 3 16,0 0 10-16,15 0-14 16,20-15-9-16,12-3-25 15,7-4-3-15,-1-2-3 16,4-2-104-16,-1-1-55 16,0-3-31-16,-8-3-256 15</inkml:trace>
  <inkml:trace contextRef="#ctx0" brushRef="#br0" timeOffset="34820.85">20319 6333 936 0,'0'0'183'0,"94"-8"-170"16,-36 3 111-16,8-4-6 16,9-4-46-16,12-3-31 15,5-2-16-15,0 0-17 16,-5 1-3-16,-7 4-5 16,-8 2 2-16,-14 6-2 15,-12 1-1-15,-18 4-33 0,-15 0-103 16,-13-3-79-1,0-1-183-15,-22-4-305 0</inkml:trace>
  <inkml:trace contextRef="#ctx0" brushRef="#br0" timeOffset="35142.12">21010 5760 1167 0,'0'0'76'0,"0"0"-68"0,0 0-8 16,134 101 52-16,-82-35 12 15,-3 6-18-15,-10 0-15 16,-10-1-15-16,-16-2-1 16,-13-3-14-16,0-6 3 15,-22-7-6-15,-11-9 2 16,-6-8-15-16,-6-8-147 16,0-9-129-16,5-14-341 0</inkml:trace>
  <inkml:trace contextRef="#ctx0" brushRef="#br0" timeOffset="37369.97">1431 7857 1074 0,'0'0'214'16,"0"0"-195"-16,0 0-9 0,0 0 17 15,0 0 39-15,0 0-38 16,0 0-28-16,-22 70-3 16,21 4 3-16,1 4 5 15,0-9-1-15,19-12-1 16,8-14-3-16,3-13 4 16,5-14 1-16,0-12-5 15,2-4 7-15,0-9 4 16,-4-16-2-16,-7-3 0 15,-11-4 1-15,-12 2-7 16,-3-2 5-16,-14-1-7 16,-17 2-1-16,-11-4-5 0,-6-3 0 15,-1 1-16 1,4-1-18-16,12 6 11 0,11 4 9 16,12 4 1-16,10 1-20 15,0-2-7-15,18-6 26 16,10 1 16-16,1 1 3 15,-3 3 4-15,-7 8 6 16,-11 8 7-16,-4 3 26 16,-4 7 18-16,0 0-4 15,0 0-24-15,0 0 4 16,0 0-23-16,0 11-14 16,0 19 0-16,0 18 1 15,0 23 7-15,0 16 8 16,0 14 5-16,-7 2-3 15,-4 0-8-15,-3-6-5 0,-3-10-2 16,0-11-4-16,4-10 1 16,3-10-8-16,9-13-123 15,1-12-75-15,6-18-191 16,16-13-259-16</inkml:trace>
  <inkml:trace contextRef="#ctx0" brushRef="#br0" timeOffset="37670.41">1988 7650 1380 0,'0'0'163'0,"0"0"-163"15,0 0 0-15,0 0 0 16,-54 91 1-16,43-3 5 16,-2 22 6-16,9 11 9 15,2 1-7-15,2-4-7 16,0-6-6-16,2-12 1 16,18-9-2-16,11-15-1 15,10-13-25-15,7-17-190 16,2-23-147-16,-3-18-388 15</inkml:trace>
  <inkml:trace contextRef="#ctx0" brushRef="#br0" timeOffset="40571.6">2546 7915 475 0,'0'0'112'16,"0"0"-82"-16,0 0 37 15,0 0 103-15,0 0-9 16,0 0-50-16,47-25-27 15,-47 25 11-15,0 0-38 16,0 0-1-16,0 0 1 16,-2 0-8-16,-10 3-19 0,-9 8-12 15,-9 5-10 1,-5 2-1-16,1-3-6 0,2-4 3 16,5-2 2-16,6-3-4 15,4-4 5-15,5-2-4 16,3 0 4-16,3 0 2 15,2 0 3-15,0 0 3 16,2 0-9-16,2 0 4 16,0 0-7-16,0 0 0 15,0 0-6-15,-1 0 3 16,1 0-16-16,-2 5 12 16,-5 10-1-16,-2 7 3 15,-2 6 1-15,-2 1 2 16,3-4-1-16,-1-1 1 15,1-5-1-15,2-4 1 0,2-3 1 16,0-5-1-16,6-2-2 16,0-5 1-16,0 0-8 15,0 0 5-15,0 0-6 16,7 0 0-16,15 0 8 16,5-3 2-16,4 1-1 15,3 2 0-15,-2 0-1 16,-2 2 1-16,-5 12-5 15,-3 4 4-15,-4 3-1 16,-6 2 1-16,-6-1 1 0,-6-1-1 16,0 0 1-1,0-2 3-15,-13-3 5 0,-2-1 10 16,-5-4 7-16,-2 2-5 16,1-4-9-16,-1 1-11 15,-2-2 5-15,2-1-5 16,4-2-59-16,10-3-119 15,8-2-99-15,0-2-176 16</inkml:trace>
  <inkml:trace contextRef="#ctx0" brushRef="#br0" timeOffset="41087.01">2853 7853 1216 0,'0'0'221'0,"0"0"-221"0,0 0-10 16,0 0 10-16,0 0 2 15,-26 109 4-15,6-67-1 16,-2-3-4-16,-3-3 9 16,-4-3-6-16,1-4-2 15,3-10 0-15,6-4 2 16,9-8-3-16,6-3-1 15,4-4-1-15,0 0 1 16,0 0-5-16,0 0-5 16,16 0-9-16,8 0 19 0,5 0 4 15,6-4-3 1,3 2-1-16,2-3 0 0,-2-3 1 16,-2-1 0-16,-10-1-1 15,-7-3 0-15,-8-1 0 16,-8 1-1-16,-3-3 2 15,0 2-1-15,0-4 2 16,-6 1 4-16,-4 4 1 16,0 5 4-16,3 3 31 15,4 5 7-15,1 0-11 16,1 5-38-16,-2 22-8 16,2 13 8-16,-1 13 0 15,1 1 3-15,1-1-3 16,0 0 1-16,0-4 0 0,0 0-1 15,0-6-15-15,0-8-152 16,0-14-150-16,0-19-378 16</inkml:trace>
  <inkml:trace contextRef="#ctx0" brushRef="#br0" timeOffset="41638.85">3154 8043 1184 0,'0'0'251'0,"0"0"-251"15,0 0-6-15,-33 92 6 16,33-52 1-16,0 4 6 16,0-1-4-16,17-5-3 15,5-6 5-15,4-8-3 16,1-9-2-16,-1-8 1 15,-5-7 3-15,-8 0 2 16,-6 0-1-16,-3-4 4 16,-4-11 2-16,0-5 0 15,0-5 0-15,0-6 11 16,0-3-9-16,-1-2-10 16,1 1-2-16,0 5 3 0,0 9-3 15,7 6 9 1,5 7-10-16,2 5-2 0,5 3-3 15,1 0 4 1,7 3-9-16,-2 14 7 0,1 1 1 16,3 1 1-16,-4-2 1 15,0-1 3-15,-4-3-3 16,-5-7 0-16,-4-3 0 16,-5-3 1-16,1 0 7 15,-2 0-6-15,3-15 7 16,-2-3 14-16,-6 0 15 15,-1 1 11-15,0 1-13 16,-13 2-17-16,-11 0-19 16,-5 2-3-16,-6 2 1 15,1 2-17-15,2 4-50 0,9-1-61 16,8 3-56-16,11-4-179 16,4-5-322-16</inkml:trace>
  <inkml:trace contextRef="#ctx0" brushRef="#br0" timeOffset="41852.74">3696 7764 916 0,'0'0'524'0,"0"0"-524"16,0 0-8-16,0 0 8 15,107 110 6-15,-65-53 24 16,-4 9 7-16,-11 3 3 15,-15 3-33-15,-12 6 2 0,-12 0-7 16,-30 0-2-16,-17-3-2 16,-7-10-115-16,-4-11-245 15</inkml:trace>
  <inkml:trace contextRef="#ctx0" brushRef="#br0" timeOffset="43993.87">4366 8129 879 0,'0'0'252'0,"0"0"-214"15,0 0-32-15,0 0 45 16,0 0 22-16,0 0-45 15,0 0 7-15,135 0 9 16,-80 0-29-16,4-4-5 16,-1 1-10-16,-9 2-7 15,-5 0-66-15,-14-1-158 16,-18 1-243-16</inkml:trace>
  <inkml:trace contextRef="#ctx0" brushRef="#br0" timeOffset="44164.01">4407 8305 1071 0,'0'0'388'0,"0"0"-388"16,0 0-122-16,108 0 122 16,-51 0 1-16,8 0-1 15,7 0-125-15,-3 0-183 16,-11-7-349-16</inkml:trace>
  <inkml:trace contextRef="#ctx0" brushRef="#br0" timeOffset="46587.1">2148 2819 932 0,'0'0'218'0,"0"0"-192"0,0 0-14 15,0 0 74-15,0 0 35 16,0 0-36-16,0-2-25 16,0 2-13-16,-8 0-26 15,-11 0-17-15,-7 0-2 16,-6 0-1-16,-4 0 4 15,-3 0-3-15,3 2-2 16,7-2 0-16,7 0 2 16,12 0 1-16,7 0-2 15,3 0 2-15,0 0-3 16,0 0 0-16,0 0-8 16,0 0 7-16,0 0 1 15,0 0 0-15,0 0-2 0,0 0-3 16,0 8 4-1,0 7-8-15,0 12-3 0,-1 8 12 16,-4 2 1-16,2-3-1 16,-2-9 0-16,2-6 0 15,1-10 1-15,2 0-1 16,0-5 0-16,0-2 0 16,0-1 0-16,0-1-9 15,5 0-23-15,16 0 23 16,8-9 2-16,11-2 7 15,5 2-21-15,-1 7 5 16,-6 2 9-16,-6 6 1 0,-9 19-1 16,-4 6-4-1,-9 6 11-15,-5 0-1 0,-5-6 0 16,0-4-1-16,0-4 2 16,-14-3 7-16,-4-4-6 15,-3 0 14-15,-3-5-6 16,-1-1-4-16,1-4-4 15,1-6-2-15,3 0-67 16,0 0-125-16,7-14-202 16,9-12-158-16</inkml:trace>
  <inkml:trace contextRef="#ctx0" brushRef="#br0" timeOffset="47089.03">2472 2825 1061 0,'0'0'257'0,"0"0"-254"15,0 0-1-15,0 0-2 16,0 0 3-16,0 0-2 16,-33 56 1-16,14-32-1 15,-4 0 0-15,-5-1 0 16,0-5 3-16,4-4-4 15,3-4 4-15,12-5-3 16,5-2-1-16,4-1-12 16,0 4-27-16,0 1 30 0,13 2 6 15,13 0 3-15,6 0 3 16,6-6-3-16,2-3 0 16,-1 0 2-16,-4 0 0 15,-5-3-1-15,-7-5 2 16,-10 2-1-16,-4-1-2 15,-9-3 7-15,0 3 2 16,0-4-1-16,0 3-5 16,-3 0 6-16,-4 2-7 15,4 5 18-15,1 1 8 16,0 0-23-16,2 6-5 16,-2 19-2-16,-1 11 2 15,0 7 2-15,-1 1 0 0,1 2 3 16,-1-5-5-1,-2 2 1-15,-1-6-1 0,6-2-3 16,1-10-149-16,0-14-303 16</inkml:trace>
  <inkml:trace contextRef="#ctx0" brushRef="#br0" timeOffset="47224.95">2835 3142 1140 0,'0'0'0'16,"0"0"-10"-16,0 0 5 16,0 0 1-16,0 0-278 15,0 0-276-15</inkml:trace>
  <inkml:trace contextRef="#ctx0" brushRef="#br0" timeOffset="47853.86">3271 2862 912 0,'0'0'346'0,"0"0"-273"0,0 0-39 15,0 0 20-15,36-77 2 16,3 68-53-16,2 7-2 16,-2 2 6-16,-6 2-7 15,-10 17-2-15,-8 7-3 16,-11 4 5-16,-4 5-1 15,-14 5-1-15,-24 6 4 16,-16 1 0-16,-11 5 16 16,-4-5-18-16,9-12 2 15,17-12 0-15,21-11 0 16,14-9 0-16,8-1 2 16,0-2 1-16,0 0-5 15,20 1 1-15,12 2-1 16,14-2 4-16,9-1 0 15,7 0-3-15,0 0-1 0,-2 0-2 16,-6 0-102-16,-7 0-85 16,-14-10-202-16,-13-5-441 15</inkml:trace>
  <inkml:trace contextRef="#ctx0" brushRef="#br0" timeOffset="48185.02">3566 2636 1068 0,'0'0'237'0,"0"0"-226"15,0 0-6-15,0 0-5 16,0 0 11-16,119-67-4 16,-80 67-6-16,-7 0-2 15,-13 5-5-15,-16 15-2 16,-3 7-2-16,-13 8-7 15,-24 7 17-15,-10 3 12 16,-3-3-10-16,8-12 0 16,14-13 4-16,14-10 0 15,11-7 33-15,3 0 40 16,0 0-54-16,24-1-23 16,10-8 7-16,10-1-2 15,8 8-7-15,1 2-2 16,4 0-71-16,-5 0-130 0,-7 1-276 15</inkml:trace>
  <inkml:trace contextRef="#ctx0" brushRef="#br0" timeOffset="48322.82">3895 3069 389 0,'0'0'924'16,"0"0"-924"-16,0 0-173 15,0 0 109-15,0 0-118 16,85-28-315-16</inkml:trace>
  <inkml:trace contextRef="#ctx0" brushRef="#br0" timeOffset="48933.94">4590 2713 327 0,'0'0'1085'0,"0"0"-1050"15,0 0-28-15,0 0 13 16,0 0 35-16,0 0-30 16,-33-12-16-16,8 12-6 15,-8 6 4-15,-6 5-6 16,0-1 1-16,3-2 1 15,4-3-1-15,12-3 4 0,7-1 2 16,6-1-1-16,7 0-3 16,0 0 0-16,0 0 0 15,0 0-4-15,0 0-3 16,0 0 3-16,0 0 0 16,0 5-1-16,0 3-3 15,0 11-1-15,-2 6 5 16,-5 4 0-16,-2 4 0 15,-5 1-1-15,-1-5 1 16,2-3 0-16,1-9 0 16,4-7 1-16,4-5 0 0,4-5-1 15,0 0 2-15,0 0-4 16,2 0-7-16,20 0-4 16,13 0 13-16,7-3 8 15,4-3-7-15,-1 3-1 16,-7 3 3-16,-7 0-5 15,-9 7 2-15,-10 9-2 16,-5 4 1-16,-7 4-2 16,0 0 3-16,-3 4 5 15,-17-1-3-15,-3-2 6 16,-5-2 1-16,-2-1-7 16,-2-5-1-16,3-2-2 15,3-5-1-15,4-7-91 0,5-3-121 16,7-4-150-16,9-25-486 15</inkml:trace>
  <inkml:trace contextRef="#ctx0" brushRef="#br0" timeOffset="49234.64">4760 2644 1202 0,'0'0'148'16,"0"0"-148"-16,0 0 0 15,86-17-2-15,-67 17 2 16,-7 11-5-16,-4 8 1 16,-8 10 1-16,0 5 3 0,-15 7 8 15,-17-1 13-15,-3-6-1 16,5-9 57-16,13-12-31 16,9-7-7-16,8-6-12 15,0 0-9-15,12 0-11 16,21-4-7-16,13-11 22 15,15-6-13-15,6-3-9 16,2-1 0-16,-8 2 0 16,-9 5-68-16,-15 7-92 15,-22 7-56-15,-15 4-230 16</inkml:trace>
  <inkml:trace contextRef="#ctx0" brushRef="#br0" timeOffset="50335.07">2406 2631 746 0,'0'0'129'16,"0"0"-113"-16,0 0 63 15,0 0 27-15,0 0-29 16,0 0-33-16,-89-57-26 15,64 53-5-15,-2 1 9 16,-3 2-3-16,-3 1-1 16,-4 0 12-16,-4 8-8 15,-2 9-7-15,-1 3-2 16,1 2-1-16,1 4-1 16,9 4 8-16,1 6-4 15,6 11-2-15,4 10-8 0,2 11 4 16,6 10 0-1,7 13-5-15,7 6 8 0,0-1 4 16,9-8-10-16,16-10 3 16,7-11-9-16,10-12 2 15,13-9-2-15,8-12 6 16,11-12-6-16,8-15-1 16,10-7 1-16,10-16 10 15,8-21-8-15,0-10-4 16,-9-6-9-16,-18-3-25 15,-16-3 3-15,-17-3 28 16,-15-2-1-16,-15-5-2 16,-16-2 8-16,-4-1 5 15,-26 1 9-15,-19-1 19 0,-10 1-3 16,-10 1 9-16,-5 5-32 16,3 12-7-16,7 16 2 15,7 17-4-15,9 17-3 16,7 3-18-16,5 24-66 15,4 17-59-15,6 7-151 16,6-2-228-16</inkml:trace>
  <inkml:trace contextRef="#ctx0" brushRef="#br0" timeOffset="53218.82">822 2587 757 0,'0'0'258'0,"0"0"-158"16,0 0 5-16,0 0 6 16,0 0-38-16,0 0-20 15,9-70-25-15,14 62-19 16,2 4-6-16,-1 4-2 16,-3 2-1-16,-3 20-4 15,-4 7 4-15,-8 12-2 0,-6 13 1 16,0 9 0-16,-27 6 1 15,-14 0 5-15,-8-6-3 16,-3-10-2-16,7-17 0 16,12-16-4-16,13-13 4 15,12-7 8-15,8-5 6 16,0-17-13-16,9-5-2 16,17 2 2-16,4 5 2 15,0 8 7-15,2 7-7 16,-2 5-5-16,3 0 2 15,4 17 0-15,3 1-1 16,7 2-2-16,5-4-120 16,-4-5-213-16,-4-7-365 15</inkml:trace>
  <inkml:trace contextRef="#ctx0" brushRef="#br0" timeOffset="53344.82">1307 2890 1177 0,'0'0'0'0,"0"0"-351"16,0 0 184-16,0 0-137 15</inkml:trace>
  <inkml:trace contextRef="#ctx0" brushRef="#br0" timeOffset="53785.43">1548 2487 1381 0,'0'0'206'0,"0"0"-206"15,0 0-6-15,0 0 6 16,0 0 10-16,0 0-10 16,60-42-1-16,-45 54-5 15,-3 7 6-15,-9 3 0 16,-3 3-1-16,0 6-3 15,-20 2 4-15,-7 1 4 16,2-2-1-16,7-11-1 16,8-8-2-16,6-8 0 0,4-5 0 15,0 0-6 1,17 0-20-16,13-13 24 0,7 4 2 16,2 2 0-16,-6 7 5 15,-8 0-5-15,-7 3-3 16,-3 12 2-16,-6 7 1 15,-8 5 6-15,-1 0 0 16,0 6 20-16,-18-5-2 16,-7 1 5-16,-6-5-6 15,-2-1-10-15,-2-7-6 16,3-4-6-16,2-6-1 16,7-6-40-16,3-4-107 0,8-30-109 15,9-18-356 1</inkml:trace>
  <inkml:trace contextRef="#ctx0" brushRef="#br0" timeOffset="54183.75">1790 2204 1333 0,'0'0'52'0,"0"0"-52"15,0 0 0-15,102-49 2 16,-68 48 2-16,-4 1-4 15,-8 0-2-15,-11 4-9 16,-6 9 2-16,-5 5 2 0,-9 2 7 16,-12-1 9-1,1-3 7-15,6-6 10 0,10-5-17 16,4-2-7-16,0 0-2 16,0-1 3-16,21 5-1 15,8-1 5-15,4 0-3 16,-3 1 4-16,-8 2-8 15,-4 4 1-15,-6-2 2 16,-7 3-1-16,-5 1 2 16,0-1 20-16,-4 2 45 15,-15 2 4-15,-11 1-7 16,-12-2-28-16,-7 3-14 16,1-3-19-16,3-4-5 15,6 0 0-15,4-1-1 0,5-1-81 16,8-4-170-16,11-3-165 15</inkml:trace>
  <inkml:trace contextRef="#ctx0" brushRef="#br0" timeOffset="55483.32">5596 8089 947 0,'0'0'100'15,"0"0"-74"-15,0 0 73 16,0 0-32-16,0 0-52 16,0 0-2-16,-19 122 25 0,19-69-22 15,2-8-9 1,22-12-4-16,10-10 1 0,4-10 3 16,0-8 1-16,-5-5 1 15,-5 0 2-15,-6-11-3 16,-8-5 0-16,-8-5 0 15,-6-1 0-15,-3-2 2 16,-24-1-4-16,-13 6-6 16,-7 3-1-16,-1 6-6 15,6 4 3-15,10 1-20 16,15 2-4-16,14-4-22 16,3-9 8-16,15-8-153 15,16-13 10-15,10-5 151 0,1-2 34 16,-8 6 31-16,-5 1 77 15,-6 8-6-15,-4 5 3 16,-6 8-9-16,-7 8-4 16,-6 4-7-16,0 4-10 15,0 0-23-15,0 15-34 16,-19 27-18-16,-6 23 14 16,-5 22 2-16,0 12 9 15,-1 6-14-15,5 3-3 16,3-8-2-16,3-5-4 15,8-9-2-15,5-13 0 16,7-11-5-16,0-14-4 16,0-13-119-16,5-14-124 15,6-15-191-15</inkml:trace>
  <inkml:trace contextRef="#ctx0" brushRef="#br0" timeOffset="56099.78">6358 7632 210 0,'0'0'821'16,"0"0"-682"-16,0 0-113 16,0 0-11-16,0 0 66 15,0 0-18-15,-62 35-55 16,45 34 30-16,4 21-12 16,6 11-1-16,7 7 2 15,0 1-15-15,0-8 7 0,10-5-5 16,7-12-9-16,6-10-5 15,3-12 0-15,2-12-2 16,2-6-75-16,0-15-135 16,0-18-201-16</inkml:trace>
  <inkml:trace contextRef="#ctx0" brushRef="#br0" timeOffset="56483.03">6649 8076 1294 0,'0'0'172'15,"0"0"-152"-15,0 0-13 0,91-32-7 16,-40 32 22-16,-1 23-7 16,-8 8-9-16,-9 7-3 15,-15 4-2-15,-14 3 4 16,-4 4-5-16,-29-3 4 15,-17 3-2-15,-15-2 5 16,-8-2-2-16,-2-7-2 16,7-12-1-16,21-13 3 15,18-10 47-15,17-3 12 16,8 0-19-16,0 0-33 16,26-9-11-16,16-7 8 15,10-2-6-15,4 2-1 16,0 5-1-16,-2 0-2 0,-1 3 1 15,-3 1-2-15,-3 1-6 16,-7 1-97-16,-8 2-78 16,-9-4-104-16,-11-2-252 15</inkml:trace>
  <inkml:trace contextRef="#ctx0" brushRef="#br0" timeOffset="57032.91">7045 7694 1039 0,'0'0'177'0,"0"0"-137"16,0 0-29-16,0 0 10 16,47-89 19-16,-16 83-24 15,0 6-7-15,-5 0-5 16,-7 0-2-16,-8 14-2 16,-5-1-2-16,-6 6 2 15,0 0 3-15,-14 5 11 0,-8 1 3 16,-1-1-9-1,6-4 0-15,7-5-6 0,5-2-2 16,5-3-3-16,0 0 2 16,2 2 2-16,16 0-1 15,7 0 4-15,5 2 2 16,2 1-5-16,-3-2-1 16,-6 2 2-16,-8-2-2 15,-8-1 0-15,-7-2 3 16,0 2 17-16,-17 1 70 15,-11 2 9-15,-10 1-36 16,0-3-39-16,0-1-8 16,4-3-3-16,6-1-11 15,6-2-1-15,7-3-1 0,7-1-6 16,3 3-44-16,5 5-134 16,0-1-78-16,3 1-244 15</inkml:trace>
  <inkml:trace contextRef="#ctx0" brushRef="#br0" timeOffset="57214.79">7284 8423 918 0,'0'0'383'0,"0"0"-383"16,0 0-226-16,0 0 76 16,0 0-108-16</inkml:trace>
  <inkml:trace contextRef="#ctx0" brushRef="#br0" timeOffset="57882.51">7714 8043 153 0,'0'0'1020'15,"0"0"-965"-15,0 0-35 0,0 0 0 16,38-94 54-1,-6 81-35-15,2 5-29 0,-3 7-6 16,-6 1-4-16,-6 8-3 16,-9 10-2-16,-6 4 5 15,-4 4 2-15,0-1 7 16,-11 4-4-16,-12-4 1 16,-8-1 2-16,1-6-2 15,5-4 2-15,5-8 0 16,10-3-1-16,7-3 0 15,3 0 1-15,0 0-1 16,3 0-3-16,20 0-3 16,11-3 5-16,8-1-5 15,-1 2 1-15,0 2-2 0,-8 0-1 16,-4 12 0-16,-9 6 1 16,-8 7 0-16,-11 0 8 15,-1 4 23-15,-1-4 10 16,-20 1-5-16,-6-2 12 15,-5-5-17-15,-2-2-4 16,-1-4-16-16,1-2-7 16,9-6-2-16,1-5-2 15,4 0-1-15,2-7-50 16,3-15-133-16,9-12-111 16,6-12-414-16</inkml:trace>
  <inkml:trace contextRef="#ctx0" brushRef="#br0" timeOffset="58368.59">7971 7595 1130 0,'0'0'150'15,"0"0"-140"-15,0 0-3 16,95-76-3-16,-51 69 21 15,-1 6-15-15,-2 1-7 16,-13 3-3-16,-10 12-2 16,-9 5-4-16,-9 3 2 0,0 3 4 15,-25 2 0-15,-7 0 10 16,-4-2-7-16,6-5 0 16,7-5-2-16,10-7 7 15,6-6-3-15,7 0-4 16,0-2-1-16,5 1 0 15,17 2 2-15,8 2 4 16,7 0-4-16,0 0-1 16,-4 1 0-16,-1 3-1 15,-7 1 0-15,-8 0-1 16,-9 4 0-16,-8 2-1 16,0-1 2-16,-2 1 2 15,-14-1 9-15,-6-2 24 16,0-1 26-16,-3-2-23 15,0-2-11-15,2-3 0 0,3-3-13 16,4-1-9-16,6-1-4 16,4-1-1-16,3 0-11 15,0 2-99-15,2 2-117 16,1 1-273-16</inkml:trace>
  <inkml:trace contextRef="#ctx0" brushRef="#br0" timeOffset="58553.27">8453 8130 563 0,'0'0'824'16,"0"0"-824"-16,0 0-37 15,0 0 36-15,0 0 1 16,0 0-172-16,20 0-357 15</inkml:trace>
  <inkml:trace contextRef="#ctx0" brushRef="#br0" timeOffset="59266.18">8941 7859 586 0,'0'0'605'0,"0"0"-574"16,0 0-29-16,0 0 33 16,0 0 66-16,0 0-60 15,3-2-26-15,-3 2 45 16,-10 0 26-16,-15 0-32 15,-9 9-26-15,-4 2-14 16,1-2 6-16,2-1 3 16,7-2-12-16,4 0-7 0,10-2-1 15,7-3-1-15,5 0-1 16,2 1-1-16,0-2-2 16,0 1 2-16,0-1 3 15,0 0-1-15,0 2-1 16,0-2-1-16,0 1-1 15,0 1-1-15,0 1-3 16,0 2-2-16,0 8 6 16,0 4 1-16,0 6 0 15,0 0 0-15,0-1 3 16,-5-1-3-16,-3-4 0 16,-1-2 2-16,2-3-2 15,6-5 0-15,-2-4 1 16,3 0-1-16,0-3 0 15,0 0-1-15,3 0-6 0,18 0 7 16,13 0 1-16,6 0-1 16,4 0 1-16,-1 0 1 15,-3 1-2-15,1 11-2 16,-5 1 0-16,-7 2 2 16,-9-2 0-16,-8 3 0 15,-9-1 0-15,-3 0 2 16,0 3 2-16,-22 0 7 15,-7 0 3-15,-7 0 1 16,-4-2-9-16,-1-3-2 16,3-4-4-16,3-3 1 15,4-6-1-15,2 0-14 0,7-4-78 16,9-20-134-16,11-10-148 16,2-14-468-16</inkml:trace>
  <inkml:trace contextRef="#ctx0" brushRef="#br0" timeOffset="59583.87">9073 7670 1340 0,'0'0'67'0,"0"0"-65"15,0 0-2-15,0 0 13 16,0 0 12-16,102-2-20 0,-89 14-5 15,-11 4-4-15,-2 6 4 16,-12 2 6-16,-18 4 0 16,-3-3 8-16,1-7 0 15,11-5 7-15,10-6 7 16,8-7 13-16,3 0 3 16,5 0-32-16,23 0-7 15,15 0 6-15,9 0-9 16,2 0-2-16,-1-4-1 15,1-1-110-15,-2 0-99 16,-7-6-286-16</inkml:trace>
  <inkml:trace contextRef="#ctx0" brushRef="#br0" timeOffset="59818.29">9499 7470 1348 0,'0'0'122'0,"0"0"-122"16,0 0 0-16,0 0 8 15,101 110 54-15,-55-45-5 16,-4 10-23-16,-15 9 33 16,-14 7-16-16,-13 4-33 15,-17 2-12-15,-35 0-3 0,-26 4-2 16,-32 6-1-16,-33 8-15 15,-25 8-126-15,-30-2-259 16</inkml:trace>
  <inkml:trace contextRef="#ctx0" brushRef="#br0" timeOffset="64899.35">4425 9982 211 0,'0'0'888'0,"0"0"-758"0,0 0-106 15,0 0 15-15,0 0 39 16,0 0-17-16,0 0-36 16,62 9 8-16,-12-4-8 15,12-1-19-15,5-1-2 16,-1-2-4-16,-8 1-20 16,-10-1-147-16,-16 1-140 0,-24 2-301 15</inkml:trace>
  <inkml:trace contextRef="#ctx0" brushRef="#br0" timeOffset="65055.88">4414 10254 1311 0,'0'0'235'0,"0"0"-235"16,0 0-140-16,118 0 140 15,-46 0 6-15,11-7-6 16,11-2-156-16,0-7-115 15,-9-3-300-15</inkml:trace>
  <inkml:trace contextRef="#ctx0" brushRef="#br0" timeOffset="65697.91">5687 9828 1363 0,'0'0'174'0,"0"0"-168"15,0 0-2-15,0 0 10 16,0 0 28-16,0 0-23 16,-52-6-10-16,13 19-2 15,-9 2-7-15,-1-2 2 0,-2-3 1 16,6-5 2-16,6-4 1 15,12-1 12-15,5 0-5 16,8 0-9-16,9 0-4 16,4 0 4-16,1 0-3 15,0 0-1-15,0 0-3 16,0 0-2-16,0 0 3 16,0 0 2-16,0 0-6 15,0 0 4-15,0 18-3 16,0 13 5-16,0 14 4 15,-10 9-2-15,-4 4-2 16,0-5 1-16,3-11-3 0,5-12 4 16,2-15-1-1,2-8-1-15,2-7 0 0,0 0 0 16,0 0-1-16,7-2-11 16,18-17 12-16,11-3 8 15,12-7-7-15,1 4-1 16,5 6-14-16,-4 8 0 15,-5 9 8-15,-4 2-3 16,-13 17 4-16,-11 16 5 16,-10 8-1-16,-7 8 1 15,0 2 7-15,-12-4-2 16,-8-5 4-16,-5-7 4 16,-2-7-4-16,-3-2-1 15,-2-4-2-15,2-4-6 16,3-2-5-16,5-6-2 15,8-3-171-15,5-7-123 0,9-6-264 16</inkml:trace>
  <inkml:trace contextRef="#ctx0" brushRef="#br0" timeOffset="66231.03">5921 9887 1175 0,'0'0'128'16,"0"0"-127"-16,0 0 7 0,0 0 39 15,0 0 5-15,0 0-50 16,25-26 4-16,-25 46 9 16,-3 7 13-16,-16 3-9 15,-5 1-11-15,-3-4-7 16,3-3 2-16,6-6-2 15,7-3-1-15,4-5 0 16,5-1-3-16,2 1 1 16,0 2-1-16,12 1 3 15,11-4 4-15,9-2 2 16,8-3-1-16,5-2-1 16,2-2-3-16,-5 0 2 15,-9-2-3-15,-13-2 0 16,-10-3 1-16,-7-2 4 15,-3-4 4-15,0-3-3 0,0-1-2 16,-4 2-2-16,-5 0-1 16,1 3 4-16,3 3 1 15,0 5 16-15,3 4 16 16,2 0-14-16,0 0-24 16,0 22-6-16,0 13 6 15,0 9 6-15,0 2-2 16,-2-1-3-16,-1 2 0 15,0-4-1-15,-1-2-4 16,3-8-2-16,1-7-140 16,0-10-72-16,0-11-155 0,17-5-162 15</inkml:trace>
  <inkml:trace contextRef="#ctx0" brushRef="#br0" timeOffset="66713.94">6308 10070 969 0,'0'0'312'16,"0"0"-295"-16,0 0-17 15,0 0 0-15,0 0 45 16,-22 77 18-16,22-47-42 16,0-3 14-16,17-4 5 0,1-7-28 15,0-4-2 1,-1-7-7-16,-5-5 0 0,-4 0 6 15,-4 0 2-15,-1-5 12 16,4-12 12-16,3-6-5 16,5-6-21-16,3 3-7 15,2 1 1-15,5 2-3 16,2 4 0-16,0 8 0 16,-1 7-3-16,3 4-2 15,-2 7-10-15,1 15 15 16,2 2 2-16,0-2 0 15,-2-2-1-15,-4-6-1 16,-7-7 3-16,-9-1 0 16,-5-6-2-16,-3 0 34 15,0 0 48-15,0-6-14 16,-4-11-35-16,-14-10-29 0,-2-1-3 16,-3-4 4-16,-3 0-6 15,0 1 1-15,7 4-2 16,5 9 1-16,9 7-20 15,5 6-39-15,0 1-64 16,13 2-189-16,16-4-34 16,6-4-134-16</inkml:trace>
  <inkml:trace contextRef="#ctx0" brushRef="#br0" timeOffset="67597.44">7274 9650 404 0,'0'0'64'15,"0"0"2"-15,0 0 116 16,0 0 52-16,0 0-78 16,0 0-41-16,3-13-10 15,-3 11-1-15,0 2-18 16,0-1-18-16,0-1-30 16,-2 2-14-16,-1 0-4 15,-2 0-4-15,0 0-5 16,2-3-6-16,-1 2 2 0,1 1 6 15,-1-2-6-15,-2 2-4 16,1 0-1-16,-3 0 2 16,1 0-4-16,4 0 3 15,0 0 2-15,0 0 10 16,3 0 1-16,0 0-11 16,0 0 1-16,0 0-3 15,0 0-1-15,0 0-1 16,0 0-1-16,0 0 0 15,0 0-1-15,0 0-5 16,0 20 2-16,0 13 4 16,0 16 16-16,3 8 1 15,1 15-6-15,2 4 4 16,-3 8-8-16,-2 4 13 0,-1 1-12 16,0 7 2-16,0 2-5 15,0 7 1-15,-1-2-2 16,-8-3 6-16,1-4-7 15,2-4 0-15,2-12-2 16,2-8 0-16,2-9 0 16,0-10 1-16,0-10-2 15,0-6 3-15,6 0-3 16,-2-7 0-16,2-3 2 16,0-4-2-16,-1-9 0 15,2-3-1-15,3-6-2 0,7-5-3 16,14 0 4-1,13-20 2-15,14-22 0 0,9-17-48 16,6-17-89-16,8-24-217 16,-1-11-691-16</inkml:trace>
  <inkml:trace contextRef="#ctx0" brushRef="#br0" timeOffset="68131.58">6854 8875 1137 0,'0'0'266'15,"0"0"-237"-15,0 0-27 16,0 0-2-16,0 0 8 16,0 0 17-16,76 3-6 0,-25 8-8 15,6-1-11 1,5-1-19-16,0-5-217 0,5-4-212 16</inkml:trace>
  <inkml:trace contextRef="#ctx0" brushRef="#br0" timeOffset="68369.89">7911 8764 1116 0,'0'0'162'0,"0"0"-162"16,0 0-62-16,0 0 62 16,0 0 4-16,89-4 1 15,-54 4-5-15,1 0-72 16,0 0-296-16</inkml:trace>
  <inkml:trace contextRef="#ctx0" brushRef="#br0" timeOffset="68534.92">8768 8712 1582 0,'0'0'29'0,"0"0"-29"16,101-17 0-16,-59 12 1 16,3 3-1-16,3 2-138 15,-4-3-163-15,-13 0-664 16</inkml:trace>
  <inkml:trace contextRef="#ctx0" brushRef="#br0" timeOffset="69210.64">7964 9775 269 0,'0'0'822'0,"0"0"-771"16,0 0-18-16,0 0 43 15,0 0 22-15,0 0-39 16,-13-19-54-16,13 67 42 16,-2 17 11-16,-5 5-27 15,1 0-18-15,1-9-13 16,2-7 4-16,3-4-4 15,0-6-4-15,0-7-6 16,8-10-224-16,10-15-123 0,6-12-331 16</inkml:trace>
  <inkml:trace contextRef="#ctx0" brushRef="#br0" timeOffset="69376.74">8284 10053 699 0,'0'0'670'15,"0"0"-669"-15,0 0 7 16,125-26-8-16,-67 14 12 16,11 0-9-16,1 2-3 15,2 3-3-15,-5-4-122 16,-10-1-240-16,-14-5-515 16</inkml:trace>
  <inkml:trace contextRef="#ctx0" brushRef="#br0" timeOffset="69564.83">8929 9704 927 0,'0'0'308'15,"0"0"-298"-15,0 0-8 16,0 0-2-16,-23 82 26 16,33-40 15-16,3 6-36 15,0-2-1-15,-3-2-4 16,-3 0-3-16,-7-8-22 15,0-1-295-15,-7-7-205 16</inkml:trace>
  <inkml:trace contextRef="#ctx0" brushRef="#br0" timeOffset="69719.74">8748 10260 1181 0,'0'0'173'0,"0"0"-173"16,0 0 0-16,0 0 18 15,107-26 20-15,-53 14-32 16,-1 3-6-16,-1 5-12 16,-10 2-180-16,-12 2-229 15</inkml:trace>
  <inkml:trace contextRef="#ctx0" brushRef="#br0" timeOffset="70046.47">8907 10418 1365 0,'0'0'74'16,"0"0"-61"-16,0 0-13 16,106 19 41-16,-68 0 2 15,-6 9-29-15,-12 7-12 16,-15 3 1-16,-5 5 1 16,-19-2-2-16,-17-3 5 15,-11 0-4-15,-3-6 1 16,3-8-2-16,12-11-2 15,12-12 6-15,12-1-5 16,11-7 14-16,0-14-5 16,27-1-8-16,9 4 8 15,3 1-9-15,7 5 0 0,-3 4-1 16,1 5-1-16,1 3-3 16,-3 0 1-16,-2 0-45 15,-5 0-110-15,-5 0-119 16,-7-7-340-16</inkml:trace>
  <inkml:trace contextRef="#ctx0" brushRef="#br0" timeOffset="70530.38">9402 9639 1304 0,'0'0'37'0,"0"0"-29"0,0 0-6 15,94-51 17-15,-62 51-10 16,-1 3-1-16,-4 19-1 16,-6 10 5-16,-7 7 4 15,-7 9-1-15,-7 6 4 16,0 10 13-16,0 6-3 15,0 2-4-15,-3 2-11 16,1 0-7-16,0 1 18 16,1 4 2-16,1 1-2 15,-2 2-12-15,-2-4-8 16,3-3 7-16,-2-5-8 0,0-12 2 16,3-9-1-16,0-14-2 15,0-12-3-15,0-8 4 16,3-6-3-16,-2-4 2 15,-1-1 2-15,0-2-2 16,-11 3 15-16,-18-2 9 16,-11-3-20-16,-4 0-6 15,-2-8 0-15,2-14-2 16,6-13 0-16,10-4-75 16,12-7-133-16,15-10-148 15,1-6-379-15</inkml:trace>
  <inkml:trace contextRef="#ctx0" brushRef="#br0" timeOffset="70964.24">10134 9691 1164 0,'0'0'47'0,"0"0"-38"15,0 0 27-15,0 0 59 16,0 0-26-16,-88-41-22 16,86 41-8-16,1 0 5 0,1 0-20 15,0 0-18-15,0 0-6 16,0 0 0-16,0 25-4 16,0 14 4-16,0 19 44 15,0 9-38-15,0 5 2 16,3 6 8-16,5 3 28 15,-5 6-29-15,-1 8-12 16,-2 7 3-16,0 4 0 16,-9-1 6-16,-12-7-3 15,4-17-7-15,4-15-1 16,5-15-1-16,5-12 5 16,3-12-2-16,0-10-3 15,0-10 0-15,18-7 0 16,10 0 1-16,5-7 12 0,8-17-13 15,2-3-2 1,4-9-48-16,3-10-80 0,5-8-100 16,-1-9-151-16</inkml:trace>
  <inkml:trace contextRef="#ctx0" brushRef="#br0" timeOffset="71175.64">10495 9747 1226 0,'0'0'180'0,"0"0"-180"15,0 0-12-15,0 0 12 16,-6 122 7-16,18-67 1 16,1 1-5-16,-4-5-1 15,-6-6-2-15,-3-5-5 16,0-9-171-16,-3-11-430 15</inkml:trace>
  <inkml:trace contextRef="#ctx0" brushRef="#br0" timeOffset="71333.92">10624 10069 1190 0,'0'0'189'0,"0"0"-189"16,106-38-5-16,-51 27 5 15,0 4 0-15,0 1-4 16,2-1-208-16,-9-1-122 16</inkml:trace>
  <inkml:trace contextRef="#ctx0" brushRef="#br0" timeOffset="71534.92">11149 9676 1209 0,'0'0'129'16,"0"0"-115"-16,0 0-10 16,0 0 25-16,0 0-22 15,2 87 53-15,6-28-35 0,2 4-18 16,-1 2-5-16,-4-5-2 16,-4-4-2-16,-1-6-97 15,0-6-240-15,-18-10-495 16</inkml:trace>
  <inkml:trace contextRef="#ctx0" brushRef="#br0" timeOffset="71700.27">10957 10340 1512 0,'0'0'0'0,"0"0"27"0,0 0-27 15,105-15 30 1,-51 8-19-16,-2 3-11 15,-6 0-1-15,-8 3-79 0,-12 0-179 16,-11 1-271-16</inkml:trace>
  <inkml:trace contextRef="#ctx0" brushRef="#br0" timeOffset="72097.53">11188 10380 1367 0,'0'0'68'0,"0"0"-48"15,0 0-20-15,0 0 26 16,112 23 13-16,-80-7-5 16,-8 6-18-16,-8 0-5 0,-11 3-9 15,-5 2 1-15,-2-1-1 16,-21-1 1-16,-11-2-1 16,-1-5 6-16,1-3-8 15,11-7 1-15,10-5 0 16,11-3 2-16,2 0 3 15,2 0-6-15,24-11-8 16,15-1 8-16,11 2 1 16,3 6-1-16,0 4 0 15,-8 0-2-15,-7 0 2 16,-10 11 2-16,-12 8 19 16,-15 5 2-16,-3 5 19 15,-20 1-3-15,-23-2-10 16,-14 1-13-16,-6-9-7 15,-4-3-4-15,6-5-4 0,12-6-2 16,10-6-2-16,12 0-51 16,12-24-173-16,11-23-275 15</inkml:trace>
  <inkml:trace contextRef="#ctx0" brushRef="#br0" timeOffset="72531.24">11584 9622 387 0,'0'0'974'0,"0"0"-972"16,0 0 7-16,92-66-4 16,-62 61 31-16,-4 5-2 15,0 0-26-15,-3 16 1 16,-2 12 8-16,-5 9 6 15,-5 9 4-15,-2 12-2 16,-6 12 5-16,-3 12 4 16,0 5-4-16,0 7 5 15,0-1-18-15,0-3-9 16,2-1 4-16,2-11 1 16,-3-7-2-16,1-6-6 15,-2-8-2-15,0-10 0 16,0-7-2-16,0-11 0 0,0-13-1 15,0-6 0-15,0-7 1 16,0-1 0-16,-2-2 0 16,-14 0 6-16,-14 0 0 15,-14-5-7-15,-6-10 0 16,-4-7-2-16,8-2-48 16,4-5-46-16,8-2-148 15,14-12-180-15</inkml:trace>
  <inkml:trace contextRef="#ctx0" brushRef="#br0" timeOffset="72982.82">12315 9525 1102 0,'0'0'70'0,"0"0"-56"16,0 0-8-16,-56-87 89 16,50 79 28-16,0 6-71 15,5 2-35-15,1 0-17 16,-2 13-1-16,2 18 1 16,-1 9 2-16,1 10 11 0,0 7 19 15,0 11 7-15,0 8-12 16,4 11 0-1,3 5-8-15,0 4-7 0,0 6 21 16,-3 0-7-16,-4-2-24 16,0-1 4-16,0-6-2 15,-9-6-4-15,-5-11 0 16,2-11 0-16,2-14 2 16,6-16-1-16,4-11-1 15,0-9 0-15,0-14-1 16,17-1 1-16,8 0 3 15,8-10 5-15,3-9-7 16,3-4-1-16,-4-3-28 0,1-7-65 16,-3-3-67-1,-4-9-63-15,-1-8-263 0</inkml:trace>
  <inkml:trace contextRef="#ctx0" brushRef="#br0" timeOffset="73184.94">12664 9635 1429 0,'0'0'0'16,"0"0"-10"-16,0 0 10 16,3 93 14-16,4-39-9 15,-2 3-1-15,-3-5-4 16,-2-4-2-16,0-7-1 15,-2-6-214-15,-10-12-311 0</inkml:trace>
  <inkml:trace contextRef="#ctx0" brushRef="#br0" timeOffset="73350.75">12807 9974 1436 0,'0'0'72'16,"0"0"-63"-16,0 0-9 15,133-45 26-15,-76 29-6 16,6 5-20-16,-1 0 0 16,-2 4-23-16,-8-1-212 0,-9-4-236 15</inkml:trace>
  <inkml:trace contextRef="#ctx0" brushRef="#br0" timeOffset="73574.5">13540 9525 1307 0,'0'0'49'15,"0"0"-41"-15,0 0 67 16,0 0-8-16,0 0-52 16,0 0-1-16,22 85 8 15,-12-39-6-15,-4 0-12 16,-2 2-2-16,-2 0-2 0,-1 0-5 15,-1-1-76-15,0-5-159 16,-14-4-385-16</inkml:trace>
  <inkml:trace contextRef="#ctx0" brushRef="#br0" timeOffset="73747.44">13311 10150 1356 0,'0'0'182'15,"0"0"-173"-15,92-43-6 16,-31 29 21-16,4 2 8 0,0 4-22 16,-5 5-10-16,-7 3-3 15,-11 0-74-15,-9 0-201 16,-9 8-332-16</inkml:trace>
  <inkml:trace contextRef="#ctx0" brushRef="#br0" timeOffset="74332.92">13781 10260 1315 0,'0'0'44'0,"0"0"-38"16,0 0 74-16,0 0 60 15,0 0-81-15,0 0-50 16,-57-8-1-16,25 7-1 0,1 1 18 15,-1-4-3-15,1 4-18 16,1-2 8-16,2 0-10 16,5 2-2-16,8 0 0 15,4 0 7-15,7 0-7 16,4 0 0-16,0 0 2 16,0 0-3-16,0 0 1 15,0 0-11-15,0 0 10 16,0 0-4-16,0 4 4 15,0 13 1-15,0 7 2 16,-7 0 4-16,2 1-6 16,-3-1 0-16,-1 1 0 0,-1-2 3 15,0-3-1-15,5-6 5 16,1-7 4-16,4-3-4 16,0-2-7-16,3-2-3 15,22 0 3-15,13 0 21 16,12-2-13-16,5-6-7 15,-1 3 0-15,-6 5-1 16,-4 0 0-16,-8 4 3 16,-7 11-8-16,-10 4 4 15,-13 4-1-15,-6 0 2 16,0 0 2-16,-25 1 22 16,-11-4-9-16,-12 0-12 15,-8-4 3-15,-10-2-5 0,-4-6 0 16,-1-3-1-1,0-5-6-15,9 0-44 0,12-12-78 16,15-12-157-16,13-9-289 16</inkml:trace>
  <inkml:trace contextRef="#ctx0" brushRef="#br0" timeOffset="74812.37">13841 9294 1330 0,'0'0'130'0,"0"0"-130"15,0 0 0-15,0 0 0 16,99-24 19-16,-69 46 0 15,0 9-10-15,-2 8 20 16,-6 8 4-16,-9 9 6 16,-8 8 5-16,-5 10 2 15,0 13-11-15,-13 12 7 16,-1 8-4-16,1 6-15 16,3 0 7-16,5-1-16 15,2-2 2-15,-1-4-4 16,3-4-10-16,-2-8 1 0,-3-8-3 15,2-11 4-15,-2-14-4 16,0-18 1-16,1-13-1 16,-4-11-2-16,3-10 2 15,-4-1 5-15,-6-5-2 16,-3-3-2-16,-11 0 2 16,-9 0-2-16,-9-18 0 15,-13-7-1-15,-11-7-8 16,-9-1-34-16,-10-2-38 15,-9 4-144-15,-9-1-239 16</inkml:trace>
  <inkml:trace contextRef="#ctx0" brushRef="#br0" timeOffset="75489">4861 11888 340 0,'0'0'1170'0,"0"0"-1156"0,0 0-14 15,0 0 0-15,113 3 5 16,-50-1-3-16,7-2-2 16,2 0-17-16,-5 0-101 15,-12-5-135-15,-19-4-346 16</inkml:trace>
  <inkml:trace contextRef="#ctx0" brushRef="#br0" timeOffset="75638.14">5004 12022 1559 0,'0'0'0'0,"0"0"-139"0,93 11 139 15,-30-8 0-15,17-3-61 16,10 0-138-16,5 0-152 16,-1-20-164-16</inkml:trace>
  <inkml:trace contextRef="#ctx0" brushRef="#br0" timeOffset="76328.41">6461 11621 1086 0,'0'0'456'0,"0"0"-456"16,0 0-48-16,0 0 48 16,0 0 22-16,0 0 1 15,-12-8-19-15,-9 8-2 16,-11 8 7-16,-6-1 5 16,-4 2-5-16,-3-4 0 15,3 1-3-15,3-3 1 16,13-3 2-16,7 0-1 15,9 0 3-15,7 0 10 16,2 0-8-16,1 0 6 0,0 0-19 16,0 0-1-1,0 0 1-15,0 0 9 0,0 0-7 16,0 0-2-16,0 0-5 16,0 0 5-16,-3 0-2 15,-4 17-1-15,-3 3 3 16,-4 13 2-16,-4 1 1 15,1-5-3-15,0 2 0 16,2-10 1-16,5-4-1 16,4-8-1-16,2-5 1 15,4-1 0-15,0-3-4 16,0 0 2-16,1 0-11 16,15 0 13-16,7 0 0 15,10 0 1-15,11 0 5 16,5 0-3-16,-1 2 0 0,1 9-3 15,-6 9-2 1,-3 1 0-16,-8 8 2 0,-9-3 0 16,-9 2 5-16,-11-1 9 15,-3-4 5-15,-6 1 2 16,-22-2 8-16,-10-1 6 16,-5-4-12-16,-3-4-13 15,3-3-5-15,3-3-3 16,3-1-2-16,5-6-1 15,10 0-60-15,11-9-83 16,11-21-131-16,5-14-403 16</inkml:trace>
  <inkml:trace contextRef="#ctx0" brushRef="#br0" timeOffset="76861.87">6647 11631 1293 0,'0'0'217'16,"0"0"-217"-16,0 0-8 16,0 0 8-16,0 0 4 15,0 0 30-15,0 87-14 16,-14-50 16-16,-7-3-10 16,-9 2-18-16,-4-3 2 15,-6-3-9-15,2-3 4 0,4-7-4 16,9-6 1-16,10-11 2 15,9-3-3-15,6 0 0 16,0 0-2-16,4-6-26 16,15-4-18-16,4 6 32 15,2 4 13-15,4 0-1 16,-1 8 0-16,2 4 1 16,-1-5 1-16,1-1 0 15,-1-5 1-15,-3-1-2 16,1 0 1-16,-2-4-2 15,-3-12 2-15,-6-4 4 16,-4-1-1-16,-7-2 0 16,-2-1 1-16,-3 2-1 15,0 4-2-15,0 6 7 0,0 7 14 16,0 5 19-16,0 0-27 16,0 11-15-16,0 19-6 15,0 10 6-15,0 10 7 16,0 3-1-16,0 1-6 15,0-3 0-15,0 5 0 16,2-6-2-16,3-3-25 16,2-9-160-16,1-12-170 15,3-13-271-15</inkml:trace>
  <inkml:trace contextRef="#ctx0" brushRef="#br0" timeOffset="77312.02">6961 11888 1314 0,'0'0'86'0,"0"0"-77"15,0 0 0-15,0 0 22 16,0 0-17-16,0 0-10 16,0 41 13-16,-5-11 38 15,-3 4-23-15,0-5 12 16,1-2-34-16,4-5-7 15,1-9 0-15,2-4-1 16,0-6 1-16,0-3-3 16,0 0 0-16,2 0 3 0,18-12-1 15,6-1 13 1,10-2-12-16,2 6-3 0,4 4-9 16,3 5-5-16,2 0-2 15,4 0 4-15,-4 5-1 16,-9 0 5-16,-12-5 8 15,-13 4 0-15,-10-4 3 16,-3 0 10-16,0 0 69 16,-10-16 9-16,-13-5-62 15,-9 4 0-15,-3-1-13 16,2 0-10-16,3 5-6 16,8 3 1-16,9 2-2 15,7 8-3-15,6 0-83 16,0 8-128-16,7 8-107 15,10 5-168-15</inkml:trace>
  <inkml:trace contextRef="#ctx0" brushRef="#br0" timeOffset="77452.85">7541 12052 1301 0,'0'0'210'16,"0"0"-210"-16,0 0-11 15,0 0 8-15,0 0-120 16,0 0-177-16,86-42-206 16</inkml:trace>
  <inkml:trace contextRef="#ctx0" brushRef="#br0" timeOffset="77670.94">8077 11668 72 0,'0'0'1399'0,"0"0"-1358"16,0 0-39-16,0 0-2 15,0 0 4-15,0 0 3 16,3 107 51-16,10-54-50 0,-2 0-5 16,0 1-3-1,-6-4-5-15,-5 1-90 0,0-7-157 16,-13-4-269-16</inkml:trace>
  <inkml:trace contextRef="#ctx0" brushRef="#br0" timeOffset="77842.88">7869 12167 1352 0,'0'0'267'0,"0"0"-267"15,0 0 0-15,0 0 0 16,0 0 33-16,94-11 4 15,-32 11-35-15,0 0-2 16,-6 0-6-16,-9 2-159 16,-13 10-121-16,-16 1-268 0</inkml:trace>
  <inkml:trace contextRef="#ctx0" brushRef="#br0" timeOffset="78194.89">8048 12418 1154 0,'0'0'344'0,"0"0"-344"16,0 0 0-16,0 0 9 16,119 27 26-16,-85-13 7 15,-3 8-22-15,-11 2-19 16,-12 3 2-16,-8 3-3 16,-11 3 2-16,-30 0 5 0,-14 1-1 15,-8 0 2-15,-6-7-7 16,4-1 1-16,13-8 2 15,19-9-2-15,16-9 0 16,17 0 4-16,0 0 8 16,30-17-9-16,14-5 4 15,12 0-8-15,6 6 4 16,2 6 2-16,-4 3 5 16,-3 7 14-16,-3 0-11 15,-8 0-13-15,-7 11-2 16,-6-2-1-16,-4 2-8 15,-4-9-92-15,-2-2-185 16,-1 0-410-16</inkml:trace>
  <inkml:trace contextRef="#ctx0" brushRef="#br0" timeOffset="78337.17">8719 12207 1235 0,'0'0'0'0,"0"0"-335"16,0 0-111-16</inkml:trace>
  <inkml:trace contextRef="#ctx0" brushRef="#br0" timeOffset="78894.98">9053 11905 1056 0,'0'0'357'0,"0"0"-288"0,-10-96-26 16,35 71 5-16,13 5 11 15,11 11-33-15,8 9-25 16,1 0 1-16,0 20 16 15,-9 6-14-15,-15 6-2 16,-20 4-3-16,-14 0 1 16,-3-1-3-16,-32 1 3 15,-15-3 3-15,-14 0 6 16,-4-4-5-16,4-7-1 16,11-6-1-16,20-8 3 15,15-5 0-15,17-3-1 16,1 0 9-16,19-6 12 0,21-9-14 15,16-4-6-15,13 2-2 16,1 3-1-16,4 1 1 16,-3 2-3-16,1 5-6 15,-6-1 6-15,-7 7-50 16,-14 0-116-16,-19 0-180 16,-19 0-373-16</inkml:trace>
  <inkml:trace contextRef="#ctx0" brushRef="#br0" timeOffset="79073.59">9140 12270 1344 0,'0'0'302'0,"0"0"-302"16,0 0-19-16,150 0 19 15,-73 0 20-15,3 0-12 16,-6 0-8-16,-14 7-3 15,-15-1-152-15,-22 1-243 16,-21-3-456-16</inkml:trace>
  <inkml:trace contextRef="#ctx0" brushRef="#br0" timeOffset="79512.91">9300 12428 1582 0,'0'0'0'0,"0"0"-43"16,87-32 43-16,-33 24 17 16,-6 8-3-16,-9 0-9 15,-15 0-5-15,-12 10-8 16,-12 7-5-16,-5 5-2 16,-26 5 15-16,-16 4 7 15,-6 2-2-15,-3 1-2 16,9-4-2-16,14-7-1 15,14-10 1-15,16-5-1 16,3-8-8-16,12 0-23 16,18 0 31-16,10 0 0 0,5 0 6 15,3 0-5-15,0 0-1 16,-5 9 1-16,-5 4 0 16,-5 4 1-16,-8 1 5 15,-12 2 14-15,-10-3 7 16,-3-1 19-16,-12 3 8 15,-20 0 8-15,-11-3-31 16,-5 1-14-16,-3-7-13 16,3-4-2-16,3-6-1 15,7 0-2-15,6-16-47 16,6-17-184-16,16-16-261 16</inkml:trace>
  <inkml:trace contextRef="#ctx0" brushRef="#br0" timeOffset="79651.09">9930 12144 1447 0,'0'0'0'0,"0"0"-307"16,0 0 258-16,0 0-86 15,0 0-399-15</inkml:trace>
  <inkml:trace contextRef="#ctx0" brushRef="#br0" timeOffset="80130.63">10316 11684 1305 0,'0'0'172'15,"0"0"-172"-15,0 0 5 16,0 0-4-16,0 0 6 15,0 0-7-15,0 17 0 16,-7 13 6-16,-12 3 1 16,-4 2-3-16,-6-6-4 15,1 1 1-15,1-9-2 16,7-1-1-16,8-11-33 16,8-2-16-16,4-3 29 15,1-1 6-15,21 4 16 0,8-1 5 16,10 2 5-16,7-5-8 15,4-3 3-15,3 0-2 16,-6 0 1-16,-6-6 2 16,-13-5-4-16,-14 1 2 15,-8-3 1-15,-7 3 5 16,0 0-2-16,0-5-4 16,-13 2-3-16,-3 0 3 15,-1-1 0-15,4 8 6 16,6 0 2-16,4 6 11 15,3 0-18-15,0 12-5 16,0 12-6-16,0 12 6 16,0 5 0-16,0 3 0 0,0-4-2 15,0 4 1 1,0 2-136-16,0-5-264 0,-15 1-530 16</inkml:trace>
  <inkml:trace contextRef="#ctx0" brushRef="#br0" timeOffset="80281.57">10200 12398 1503 0,'0'0'25'0,"0"0"-21"16,97-48-4-16,-33 29 9 16,4-1-9-16,0 2-7 0,-6 6-156 15,-15 1-192 1</inkml:trace>
  <inkml:trace contextRef="#ctx0" brushRef="#br0" timeOffset="80863.89">10688 12464 588 0,'0'0'844'0,"0"0"-810"15,0 0-26-15,0 0 91 16,0 0-20-16,0 0-69 16,-74-3-5-16,41 3-1 15,-6 0 11-15,3 0 2 0,1 0-9 16,3 0-3-16,7 0 2 16,10 0 0-16,8 0 2 15,5 0-7-15,2 0 1 16,0 0 2-16,0 0-4 15,0 0 3-15,0 0-4 16,0 0 0-16,0 0-1 16,0 0 0-16,-5 10-3 15,-3 3-3-15,-1 8 7 16,-1 2-1-16,4 1 1 0,2-5 0 16,1-6-1-1,3-5-3-15,0-5 1 0,0-3-7 16,0 0 3-16,23 0 7 15,13 0 16-15,11 0-8 16,6-7-6-16,2 7-1 16,-1 0-1-16,-6 0-2 15,-10 15-2-15,-7 4 4 16,-13 1-1-16,-10 0 0 16,-8 4 1-16,0-4 7 15,-10 4 15-15,-21-4 4 16,-13 0-7-16,-13-1-8 15,-8-2-8-15,-3-4-3 16,-3-2 0-16,3-5-1 16,-1 1-69-16,-1-4-121 0,-8 4-255 15,-10-4-626 1</inkml:trace>
  <inkml:trace contextRef="#ctx0" brushRef="#br0" timeOffset="81277.16">6453 13268 1674 0,'0'0'67'16,"0"0"-67"-16,0 0-142 16,190-6 142-16,-34 6 23 15,53 0 41-15,52 0-33 16,55-7 5-16,47-3-22 15,35-6-3-15,24-8-8 16,8-4 6-16,-5 0-9 16,-24 4 0-16,-45 2 4 15,-58 9-4-15,-73 4-7 0,-71 2-29 16,-63-2-91-16,-51-5-172 16,-38-3-111-16,-11-4-231 15</inkml:trace>
  <inkml:trace contextRef="#ctx0" brushRef="#br0" timeOffset="86110.85">11107 5767 957 0,'0'0'76'0,"0"0"-62"15,0 0-5-15,0 0 47 16,0 0-28-16,0 0-10 15,0 0 48-15,87 97-49 16,-58-38-3-16,-7 2-3 16,-6-2-7-16,-6-9 3 15,-5-13 1-15,-3-16 44 0,-2-10 3 16,0-10-6-16,2-1 68 16,5-14 4-16,13-26-38 15,15-19-67-15,18-17-13 16,14-12-3-16,10-4-2 15,8-3-3-15,-1 3 0 16,-8 7-6-16,-13 19-73 16,-25 24-86-16,-23 30-37 15,-15 12-148-15,-23 20-266 16</inkml:trace>
  <inkml:trace contextRef="#ctx0" brushRef="#br0" timeOffset="86409.78">11479 5646 1209 0,'0'0'69'0,"0"0"-66"16,0 0 11-16,0 0-14 16,0 0 0-16,0 0 6 15,6 134 55-15,20-69-45 16,-1-2 5-16,-2-9 26 15,-6-11-30-15,-2-16 37 16,-7-15-14-16,5-12 13 16,12 0 13-16,22-35 16 0,30-22-48 15,22-18-30-15,11-15-3 16,5-7-1-16,-1-12-1 16,-7-9-36-16,-7-3-105 15,-14-6-183-15,-21 4-540 16</inkml:trace>
  <inkml:trace contextRef="#ctx0" brushRef="#br0" timeOffset="87760.03">11435 2088 1183 0,'0'0'59'0,"-90"-35"-37"0,28 26-18 15,-14 1 0-15,-5 2 3 16,-10-1 2-16,0 2 34 15,-2 2-8-15,7-2 14 16,10 2-7-16,13-3-25 16,15 0 6-16,12 1 12 15,13-1-16-15,10 1 11 16,8 3-12-16,5 2-12 16,0 0-6-16,0 0-1 15,0 21 0-15,3 14 1 16,7 16 1-16,2 16 0 15,-1 21 2-15,3 22-2 16,-4 26 0-16,-6 42 1 0,-4 27 3 16,0 26-1-1,-6-1-2-15,-9-19 6 0,0-30 22 16,0-37-20-16,0-21 25 16,7-34-13-16,8-25-1 15,0-24-14-15,42-27-6 16,38-13 12-16,40 0 14 15,32-21-16-15,30-8-6 16,22-6-1-16,19-3-4 16,22-3-3-16,11 2-54 15,-2 5-91-15,-11 7-98 16,-32 10-116-16,-36 8-594 0</inkml:trace>
  <inkml:trace contextRef="#ctx0" brushRef="#br0" timeOffset="88791.25">11902 1936 506 0,'0'0'33'16,"-87"-23"37"-16,55 18-31 16,15 4-5-16,11-2 9 15,6 3 41-15,6-1 4 16,38-1-36-16,37-3-23 16,51-3 6-16,49-1 40 15,55 2-41-15,66-1-6 16,67-2-18-16,68 0-9 0,78-7 5 15,49 0 2-15,48 6-6 16,26 4 6-16,3 7-7 16,-2 7 12-16,-27 24 28 15,-22 9-20-15,-47 12-19 16,-42-1-1-16,-45-3-2 16,-54-9-12-16,-39-13-28 15,-32-17-6-15,-27-7 47 16,-26-2 0-16,-31 0 18 15,-43 7-6-15,-45 2-9 16,-37 0-3-16,-33-5-2 16,-31 1 1-16,-24-2-2 15,-18-2 3-15,-13-1 0 16,0 2-3-16,-3-2 2 0,1 3 0 16,2 0-14-16,0 1-25 15,3 0-178-15,-3-4-144 16,-3 0-180-16</inkml:trace>
  <inkml:trace contextRef="#ctx0" brushRef="#br0" timeOffset="90862.87">13640 3516 684 0,'0'0'58'0,"0"0"-31"15,0 0-16-15,0 0 11 16,0 0-14-16,0 0 11 16,-105-16-1-16,60 35 16 15,-13 9 0-15,-16 13-13 16,-15 8 16-16,-13 9-23 0,-5 6 24 15,0 5 10-15,7 7 8 16,11 10-16-16,12-1 1 16,16 2-22-16,14-2-6 15,16-11-4-15,17-4 5 16,14-7 0-16,3-6-5 16,37-12 0-16,18-5-1 15,23-8-2-15,13-8 1 16,13-4-6-16,10-9 0 15,6-2 2-15,4-3-3 16,-1-4 0-16,-6-2 3 16,-11 0-3-16,-18 0 2 15,-15-4-1-15,-28 0-1 16,-19 1 0-16,-17 2 0 0,-12-1 0 16,0-1 0-16,-9 1 1 15,-18-2 15-15,-8-1-15 16,-5 1 1-16,-1-4-1 15,-1 0 8-15,6-1 14 16,7-2-1-16,7 1-13 16,10 3 26-16,7 3-7 15,3 2 1-15,2 2-26 16,0 0-3-16,15 0-1 16,17 0 0-16,13 0 2 15,5 0 2-15,1 3-3 0,-8 2 3 16,-11 1-3-1,-14 1-1-15,-14 6-2 0,-4 7-4 16,-29 13 2 0,-28 7 1-16,-25 8-13 0,-18 5-90 15,-8 0-79-15,4-3-239 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40:07.274"/>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4614 2517 968 0,'0'0'145'16,"0"0"-119"-16,0 0-15 15,0 0 19-15,0 0 44 16,0 0-11-16,0 0-16 15,-13-32-20-15,11 32-15 16,2 0-12-16,0 0-7 0,0 20-8 16,9 12 15-16,7 11 18 15,1 2-2-15,-1-2-9 16,0-8-3-16,-3-11 0 16,-3-11 8-16,-2-9 6 15,-1-4 16-15,-3 0 4 16,-1 0 14-16,5-7 20 15,8-21-5-15,13-13-22 16,12-13-33-16,5-4-10 16,4 4 1-16,-1 5-3 15,-2 5-1-15,-8 10 0 16,-8 10-25-16,-14 10-52 16,-10 12-92-16,-4 2-103 0,-3 2-201 15,-9 12-95-15</inkml:trace>
  <inkml:trace contextRef="#ctx0" brushRef="#br0" timeOffset="308.5">4853 2485 1013 0,'0'0'185'0,"0"0"-159"15,0 0 5-15,0 0 68 16,0 0-34-16,0 0-65 15,-15 13-3-15,22 31 3 0,9 13 37 16,0 0-13-16,0-7-11 16,-2-16 4-16,-6-17 4 15,-3-8 17-15,0-9 2 16,2 0 0-16,13-9 0 16,16-25 11-16,18-17-12 15,15-14-27-15,2 0-8 16,0 1-4-16,-8 10-3 15,-6 11-8-15,-5 11-75 16,-7 15-161-16,-10 11-191 16</inkml:trace>
  <inkml:trace contextRef="#ctx0" brushRef="#br0" timeOffset="1873.74">548 4454 541 0,'0'0'188'0,"0"0"-140"0,0 0-15 16,0 0 58-16,0 0 30 15,-35-85-37-15,35 78 3 16,0 1-5-16,0 6 9 16,-2 0-38-16,1 0-19 15,-1 15-34-15,0 26 8 16,2 27-1-16,0 22 55 16,0 19-21-16,-3 5-19 15,-4 9 3-15,0 1 6 16,1-7-7-16,-1-12-12 15,2-18-7-15,2-13 1 0,-2-10-3 16,1-5 0-16,-1-9-3 16,0-9 2-16,2-10-2 15,1-9 0-15,1-7-1 16,1-8-10-16,0-7-62 16,0 0-31-16,4-29-46 15,17-20-360-15</inkml:trace>
  <inkml:trace contextRef="#ctx0" brushRef="#br0" timeOffset="3190.33">8612 1850 1032 0,'0'0'113'0,"0"0"-88"16,0 0 15-16,0 0 33 16,0 0-2-16,0 0-52 15,11 51-6-15,29 11 39 16,22 13 4-16,17 10-19 0,18 5-19 15,15 1-5-15,12-6-2 16,8-2-3-16,-1-8-7 16,-5-6 6-16,-14-11-4 15,-17-12-2-15,-14-14 7 16,-16-11-5-16,-14-9 1 16,-12-6 3-16,-14-4 8 15,-11-2 13-15,-10 0 1 16,-2 0-4-16,-2 0 3 15,0 0 6-15,0 0-1 16,0 0 0-16,0-2-13 16,0 1-2-16,0-5-6 15,0-4-8-15,-2-1-4 16,-4-5-3-16,-1 5 0 16,0 3-1-16,1 2 4 0,2 2 1 15,3 4-1-15,-1 0-4 16,2 0 1-16,0 0-16 15,-2 0-32-15,-3 16-51 16,0 11-44-16,-5 3-102 16,0-3-394-16</inkml:trace>
  <inkml:trace contextRef="#ctx0" brushRef="#br0" timeOffset="3857.99">11066 2500 760 0,'0'0'246'15,"0"0"-193"-15,0 0 5 16,0 0 27-16,0 0 30 16,0 0-11-16,0 0-72 0,-11-29-32 15,4 94 0-15,-3 30 29 16,-6 15 12-16,0 8-30 15,0-8-8-15,2-17 3 16,2-11-1-16,2-19-5 16,3-16 0-16,1-15-2 15,2-14-40-15,4-13-97 16,-2-5-76-16,2-18-126 16,0-26-315-16</inkml:trace>
  <inkml:trace contextRef="#ctx0" brushRef="#br0" timeOffset="4075.58">10964 2471 1100 0,'0'0'165'0,"0"0"-141"16,0 0-17-16,0 0 9 16,0 0 46-16,93 119 48 15,-51-41-51-15,1 9-28 16,-2 3-13-16,-3-6-10 15,-3-3-4-15,-1-7-4 16,-7-2-1-16,-5-8-76 16,-9-8-106-16,-13-12-158 15,0-11-279-15</inkml:trace>
  <inkml:trace contextRef="#ctx0" brushRef="#br0" timeOffset="4457.57">10897 3032 1180 0,'0'0'135'15,"0"0"-135"-15,0 0-6 16,0 0 6-16,144-42 7 16,-59 27-7-16,10-1 3 15,-2-5-3-15,-9-1-60 16,-15-10-47-16,-21-5-28 15,-16-12 20-15,-20-6 114 16,-12-5 1-16,0-5 31 16,-23 1 35-16,-8 3 37 15,-1 10-16-15,6 14 26 16,6 16-17-16,7 12-5 0,7 9 2 16,5 27-93-16,1 30 6 15,0 30 7-15,8 20 12 16,10 8-14-16,5 3-1 15,-4-5-7-15,3-6-2 16,-4 0 0-16,-4-11-1 16,-4-8-55-16,-7-12-114 15,-3-17-116-15,0-23-354 16</inkml:trace>
  <inkml:trace contextRef="#ctx0" brushRef="#br0" timeOffset="4684.71">11527 2825 928 0,'0'0'361'0,"0"-78"-318"15,13 65 2-15,16 13 27 16,4 6-18-16,2 21-26 16,-1 12 6-16,-7 5-20 15,-12 3-8-15,-10 5-1 16,-5-1-5-16,-9 0-4 15,-16-4-22-15,-2-10-77 16,2-9-69-16,7-18-136 16,5-10-176-16</inkml:trace>
  <inkml:trace contextRef="#ctx0" brushRef="#br0" timeOffset="4889.74">11776 2489 1128 0,'0'0'170'16,"0"0"-168"-16,0 0-2 16,8 123 67-16,3-37 33 15,0 11-37-15,-2 7-37 16,-5 0-19-16,-1-1-2 16,-3-2-5-16,0-8-12 15,0-11-127-15,0-13-104 0,0-17-278 16</inkml:trace>
  <inkml:trace contextRef="#ctx0" brushRef="#br0" timeOffset="5125.24">11786 2860 1200 0,'0'0'113'15,"-5"-113"-82"-15,20 84 29 16,25 12 37-16,9 17-13 15,5 6-50-15,-5 34-31 16,-10 10 6-16,-14 10-2 16,-15 7-6-16,-10 0-2 0,0-1 1 15,-20-3-4-15,-3-13-53 16,3-16-72-16,5-18-29 16,8-16-16-16,5-7 65 15,2-28-214-15</inkml:trace>
  <inkml:trace contextRef="#ctx0" brushRef="#br0" timeOffset="5456.31">12114 2500 896 0,'0'0'331'0,"0"0"-314"16,0 0-1-16,-17 79 42 0,11-23 20 15,6 8-15-15,0 4-33 16,0-5-11-16,18-5-7 15,7-11-3-15,5-7-2 16,7-11-6-16,-1-9-1 16,2-11-32-16,-2-9-62 15,-3-10-14-15,-2-23 12 16,-8-16 59-16,-8-11 30 16,-11-7 7-16,-4-4 7 15,-2 7 11-15,-15 21 44 16,4 18-6-16,1 25 33 15,0 16-71-15,-2 36-16 16,0 19-2-16,8 8 0 16,6-5-61-16,10-11-108 0,16-10-220 15</inkml:trace>
  <inkml:trace contextRef="#ctx0" brushRef="#br0" timeOffset="5630.25">12465 2636 1015 0,'0'0'182'16,"0"0"-180"-16,0 0-1 0,0 0-1 16,0 0-36-16,0 0-209 15,-34-33-342-15</inkml:trace>
  <inkml:trace contextRef="#ctx0" brushRef="#br0" timeOffset="6372.26">12781 2750 1146 0,'0'0'154'0,"0"0"-136"16,0 0-6-16,0 0 49 16,-94 44-12-16,79 3-16 0,8 2-1 15,7-2-22 1,6-5-9-16,24-9 4 0,11-8 1 16,8-9-6-16,8-15-6 15,5-1-50-15,3-17-32 16,0-14-7-16,-3-8 11 15,-11-2 41-15,-17 1 6 16,-12 2 36-16,-19 4 1 16,-3 1 14-16,-4 9 35 15,-18 7 42-15,0 8-14 16,-2 9-27-16,-2 0-24 16,1 16-13-16,-1 9-4 0,6 0-8 15,4 1 0 1,4-4-1-16,7-2-9 0,3-5-10 15,2-7-21-15,0-1-17 16,6-7-3-16,8 0 4 16,5-1 33-16,1-12-3 15,0 3 11-15,0 2 9 16,1 7 6-16,4 1 0 16,-2 0 0-16,7 4 0 15,3 7 7-15,7-4 3 16,7-3 5-16,5-4 9 15,3-4 5-15,-1-15-4 16,-9-5-2-16,-9-3-12 16,-12-3-3-16,-7-7 28 15,-10-4-4-15,-6-6-12 0,-1 0-5 16,-10 1 10-16,-13 0-12 16,-4 6-3-16,0 4 5 15,4 7 10-15,6 12 0 16,7 10 7-16,7 7 6 15,1 6-38-15,2 28 2 16,0 16-2-16,0 15 7 16,15 3-2-16,5-1-4 15,2-5-2-15,-1-7 1 16,1-2-69-16,-5-3-93 16,-5-13-162-16,-9-13-442 15</inkml:trace>
  <inkml:trace contextRef="#ctx0" brushRef="#br0" timeOffset="6528.7">13595 2623 1384 0,'0'0'95'0,"0"0"-70"16,0 0 36-16,0 0-10 16,9-79-36-16,17 79-15 15,8 0-7-15,-1 2-69 16,-3 13-80-16,-7 4-72 15,-5 0-234-15</inkml:trace>
  <inkml:trace contextRef="#ctx0" brushRef="#br0" timeOffset="7022.28">13875 2675 692 0,'0'0'625'0,"0"0"-620"15,0 0-5-15,0 0 29 16,8 97 19-16,2-72-11 15,5-1-17-15,0-6-9 16,-1-4-3-16,-4-7-7 16,-4-4 2-16,-1-3 2 15,-2 0 8-15,1-15 7 16,-4-10-11-16,0-10-3 16,0-9 2-16,0-8-8 0,-5 0 2 15,3 6-2 1,2 13-1-16,0 16-1 0,3 11 1 15,14 6-11-15,5 0 4 16,6 11 4-16,1 16 4 16,-6 11-3-16,-3 5-5 15,-8 1 7-15,-9-2 0 16,-3-7-1-16,0-12 2 16,0-9 0-16,0-8 5 15,0-6 6-15,0 0 32 16,0-11 24-16,0-18-27 15,0-11-36-15,0-7-4 16,15-3 2-16,12 6-3 0,8 11 1 16,4 12-3-1,1 15 1-15,-1 6 2 0,-1 21-6 16,-10 22 1-16,-10 15 1 16,-11 7 0-16,-7-1-20 15,-5 1-97-15,-20-4-84 16,-8-3-244-16</inkml:trace>
  <inkml:trace contextRef="#ctx0" brushRef="#br0" timeOffset="7306.93">11766 3438 1508 0,'0'0'95'0,"92"0"-95"0,32 0-2 15,48 0 2-15,37 0 9 16,32-2 15-16,26-11 13 16,9-5-6-16,-10-2-25 15,-33 4-2-15,-53 5 11 16,-52 6-8-16,-48 5-7 15,-41 0-66-15,-30 0-142 16,-12 0-115-16,-42 0-262 16</inkml:trace>
  <inkml:trace contextRef="#ctx0" brushRef="#br0" timeOffset="10305.74">3096 4119 806 0,'0'0'125'15,"0"0"-115"-15,0 0 5 16,0 0 132-16,0 0-21 16,0 0-50-16,0 0-15 15,-25-3 19-15,25 3-10 16,0 0 3-16,0 0-16 16,0 0-10-16,0 0-10 15,0 0-7-15,0 0-12 16,5 0-18-16,25 0 2 15,20 0 11-15,23-1 1 16,18-5-2-16,8-3 1 0,-1-1-11 16,-2-5 0-16,-11 2 0 15,-12 3-1-15,-14 0 0 16,-21 5 1-16,-16 3-2 16,-12 0 0-16,-8 2 0 15,-2 0-3-15,0 0-3 16,0 0-27-16,0 0-48 15,-13 2-73-15,-8 5-40 16,-6 0-150-16,-6-4-410 16</inkml:trace>
  <inkml:trace contextRef="#ctx0" brushRef="#br0" timeOffset="11871.79">3663 4134 1095 0,'0'0'143'0,"0"0"-113"0,0 0-23 16,0 0 55-16,0 0 2 15,0 0-56-15,12 7-4 16,11 14-4-16,12 8 27 16,3 3-11-16,7 0-5 15,0-6-2-15,0-3 6 16,1-6 9-16,1-5-1 15,-2-7-11-15,2-3 3 16,-2-2 2-16,3 0-2 16,1-15 1-16,-1-6 1 15,-2-3 2-15,-5-5 3 16,-4 0-8-16,-5-2 4 16,-2 1-3-16,-5 5-7 0,-5 2-1 15,-1 3 2 1,-5 1 4-16,0 2-7 0,-4 6-5 15,-5 0 3 1,-2 6-3-16,-3 3 0 0,0 0-2 16,0 2 1-16,0 0-2 15,0 0-3-15,0 0-4 16,0 0 0-16,0 0 1 16,0 0-2-16,0 0 0 15,0 0 0-15,-8 0 8 16,-5 0 2-16,-3 3 1 15,0 0 4-15,0-2-5 0,2 1 5 16,2 0-3 0,2-2 4-16,5 0-3 0,3 0 6 15,2 0-1-15,0 0 2 16,0 0-6-16,0 0-3 16,0 0 2-16,0 0-3 15,0 0-6-15,7 0 6 16,6 0 3-16,7 0 0 15,0 0-3-15,-1 0 0 16,-3 0-3-16,-2 4 1 16,-5 7-2-16,-2 3 1 15,-3 4-2-15,-4 7 0 16,0 10-32-16,-27 7-122 16,-13-1-220-16,-14-1-540 15</inkml:trace>
  <inkml:trace contextRef="#ctx0" brushRef="#br0" timeOffset="20370.02">702 4516 138 0,'0'0'196'0,"0"0"-164"0,0 0-24 16,0 0 6 0,0 0 34-16,0 0-5 0,0 0-14 15,-25 6-2-15,25-6 31 16,0 0 36-16,0 0-6 15,-5 0 18-15,-5 0 27 16,-1 2-43-16,0-2-19 16,-9 0-8-16,3 0-2 15,0 0-4-15,1 0-14 16,6 0-4-16,3 0-8 16,-3 0-3-16,3 0-5 15,4 0 14-15,1-2-7 16,2 2 10-16,0-1 3 15,0-1-22-15,0 2 2 16,0 0-6-16,0 0-1 0,0-1 2 16,0 1-3-16,0 0 1 15,0 0-4-15,0 0-6 16,0-2 4-16,0 1-4 16,0-1-3-16,0 1 0 15,0-2 3-15,0 0 1 16,0-1-7-16,0-3 3 15,0 1-3-15,0-1 2 16,0-3-2-16,-1 3 1 16,-1-2-1-16,-2 2 5 15,3-1-5-15,-2 1-1 16,1 4 1-16,2-1 3 0,0 4-3 16,0 0-1-16,0 0 1 15,0 0 2-15,0 0-2 16,0 0 0-16,0 0 0 15,0 0 1-15,0 0 1 16,0 0 0-16,0 0-1 16,0-2 0-16,0 2 1 15,0 0-1-15,0 0 5 16,0 0-5-16,0 0 4 16,0 0-1-16,0 0 0 15,0 0-3-15,0 0 1 16,0 0-1-16,3 0-1 15,0 0 1-15,7-2 1 0,6-1 3 16,2 0 0-16,7 0-4 16,-1 1 3-16,2 1-4 15,1-1 0-15,-1 2 4 16,6-1-3-16,7 0-1 16,1-1 1-16,2-3 4 15,-4 2-2-15,-1 2-1 16,-5-1 4-16,0 2-3 15,-1 0-3-15,5 0 4 16,0 0-4-16,5 0 4 16,-1 0-4-16,2 0 5 15,3 0-5-15,0 0 8 0,0 0-5 16,-3 0 1 0,-1 0-1-16,1 0-1 0,2 0 3 15,-1 0-4-15,2 2 3 16,0 1 0-16,4 1-3 15,3-4 1-15,1 0 4 16,-3 0-4-16,1 0 0 16,-6 0 3-16,-2 0-5 15,-1 0 2-15,-3 0-2 16,-3 0-1-16,-4 0 0 16,1 0 1-16,1 0 0 15,3 0-1-15,6-3 1 16,5-1 0-16,10-1 1 15,0-2 0-15,1-1-1 16,-1 1 1-16,-1 2-1 0,-4-1 2 16,1 3-2-16,-2 0 2 15,0 2-2-15,1-1 0 16,1 0 1-16,-1 2 0 16,1 0-2-16,-1-2 4 15,-3 2-3-15,3 0 3 16,5-3-1-16,1-1-1 15,5 0-1-15,0 0-1 16,-2-2 0-16,-2 0-4 16,-2 3 5-16,0-2 0 15,4 2 0-15,-1 0-1 16,-3-1 1-16,1 1 0 0,-2-2-1 16,-1-1 2-16,2 1-1 15,0-1 0-15,-2 2 2 16,3 0-2-16,0-1 1 15,-2 2 0-15,0 1-1 16,-1 2 3-16,1 0-3 16,3-1 2-16,2 0-1 15,2-3-2-15,1 3 1 16,-5-1-5-16,-4 1 5 16,-3 0-3-16,-3-2 3 15,-1 0 0-15,-1 1-1 16,-5-1 1-16,-1-1 1 15,0 0-1-15,-2 0 0 16,2-1 1-16,-2 0-1 16,0-2 0-16,0 3 1 0,-3-1-1 15,0 2 0-15,-4 0-1 16,-1 0 0-16,1 2 0 16,-2-2 1-16,-5 1 0 15,0 2-2-15,-5-1 1 16,-3-1 1-16,1 1-1 15,-2 0 0-15,-4 1 2 16,0 0-1-16,-3-2 0 16,-4 0 1-16,0 1-1 15,-4-1 0-15,-1 2 1 16,1 0-2-16,-2 0 1 16,0 0 0-16,0 0 0 0,0 0-3 15,0 0 2-15,0 0 0 16,0 0-1-16,0 0 0 15,0 0-5-15,0 16 1 16,0 16 0-16,-7 21 6 16,0 13 12-16,1 11-8 15,5 5 3-15,1 3 3 16,0-3 0-16,0-3-5 16,11-7 1-16,3-9-4 15,-3-4 1-15,1-9-1 16,-2-2 2-16,0-11-4 15,-3-7 0-15,-1-6 0 16,0-4 0-16,-3-5 0 0,-3-4 0 16,0-1 0-16,0-3-12 15,0 3-42-15,-25-2-42 16,-17-3-10-16,-20-5-276 16,-22-9-1015-16</inkml:trace>
  <inkml:trace contextRef="#ctx0" brushRef="#br0" timeOffset="22270.92">483 5694 287 0,'0'0'63'15,"0"0"-13"-15,0 0 30 16,0 0 30-16,0 0-30 16,0 0-11-16,0 0 6 15,-40-40 30-15,38 39 28 16,-2 1 5-16,4 0-32 16,0 0-19-16,0 0-12 15,0-1-21-15,0 1-9 16,0 0 2-16,0 0-5 0,0 0-5 15,0 0-14 1,0 0-4-16,0 0-9 0,16 0 4 16,7 0 10-16,11 4 2 15,7 2-13-15,13 2 9 16,4-3-6-16,4 1-8 16,3-4 1-16,-4 0 3 15,2-2-3-15,3 0 1 16,0 0-9-16,2 0 8 15,-4-4 1-15,-5-2-3 16,-2 2 1-16,-5 3-3 16,-2-2-1-16,-5 1 0 15,0 1-1-15,-2-1 0 16,2 1 2-16,0-2-4 16,-3-2 3-16,2 1 1 0,-2-1-2 15,1 2 5-15,-1-1-7 16,1 2 7-16,-2-3-2 15,-3 4-3-15,2-4 3 16,2 2 1-16,0-2-6 16,0-1 4-16,-4-1-4 15,3-2 4-15,1 4-1 16,2-3-3-16,-1 2 4 16,-1 1-4-16,2 2-1 15,-3 1 0-15,3 0 3 16,-1 0-3-16,3 2 2 15,1 0-2-15,-1-2 2 0,6 0-1 16,0-1 0 0,0-2-1-16,1 1 6 0,-1 1-6 15,0 0 0-15,-4 1 0 16,-1-2 0-16,-5 1 0 16,-3 1 0-16,-3-1 0 15,3 2 0-15,3-1 0 16,1 1 0-16,4 0 0 15,-4-3 0-15,2 3 0 16,-1-2 0-16,-1 2 0 16,0-3 0-16,2 2 0 15,0 1 0-15,1 1 0 16,1 0 0-16,0 0 0 16,0 0 0-16,1-1 0 0,2-1 0 15,0-1 0-15,1 1 0 16,1 0 0-16,-3 0 0 15,5 2 0-15,1 0 0 16,0 0 0-16,1 0 0 16,-5 0 0-16,1 0 0 15,2 0 0-15,-6 0 0 16,2 0 0-16,-1 0 0 16,-6-3 0-16,-1 1 0 15,-5 0 0-15,-2 2 0 16,-1-2 0-16,-1 0 0 15,2 2 0-15,4-1 0 16,3 1 0-16,1-1 0 16,2 1 0-16,-2 0 0 0,-1 0 0 15,-2 0 0-15,0-2 0 16,1 2 0-16,-3-1 0 16,-3-3 0-16,0 2 0 15,-5 0 0-15,-1 2 0 16,-4-1 0-16,-3 1 0 15,-2 0 0-15,-4 0 0 16,0 0 0-16,-2 0 0 16,0 0 0-16,-3 0 0 15,-1 0 0-15,0 0 0 16,0 0 0-16,0 0 0 0,4 0 0 16,3 0 0-1,0 0 0-15,1 0 0 0,0 0 0 16,1 0 0-16,-1 0 0 15,2 0 0-15,0 1 0 16,2 1 0-16,-4-1 0 16,-1 0 0-16,-2 1 0 15,-3 0 0-15,1-1 0 16,-1 1 0-16,-1-2 0 16,1 0 0-16,-2 1 0 15,-2-1 0-15,3 0 0 16,-1 0 0-16,-2 0 0 15,1 0 0-15,-2 0 0 0,-1 0 0 16,-3 0 0 0,-3 0 0-16,0 0 0 0,0 0 0 15,0 0 0-15,0 0 0 16,0-8 0-16,0-9 0 16,-9-12 0-16,-18-4-51 15,-22 0-78-15,-23-5-262 16</inkml:trace>
  <inkml:trace contextRef="#ctx0" brushRef="#br1" timeOffset="30703.24">6883 4638 928 0,'0'0'136'0,"0"0"-117"16,0 0-7-16,0 0 53 15,0 0 4-15,0 0-20 16,0 0-37-16,0-6-12 0,0 33-11 16,2 17 11-1,4 10 5-15,-1 5 1 0,0-1 0 16,2-1-1-16,-3-5-4 15,3-9 1-15,-1-8-2 16,-1-10-57-16,-2-9-88 16,-2-10-105-16,-1-6-73 15</inkml:trace>
  <inkml:trace contextRef="#ctx0" brushRef="#br1" timeOffset="30919.78">6871 4625 1117 0,'0'0'145'0,"0"0"-123"0,8-78-9 15,9 58 50 1,8 4 9-16,8 1-32 0,5 6-17 16,0 5-15-16,-3 4-8 15,-3 0-2-15,-6 19-13 16,-2 6-67-16,-6 4-32 15,-8 8-103-15,-7-2-134 16,-3 5-70-16</inkml:trace>
  <inkml:trace contextRef="#ctx0" brushRef="#br1" timeOffset="31071">7016 4903 1013 0,'0'0'368'0,"0"0"-368"16,0 0-2-16,0 0 2 0,114-50 22 15,-60 37-13-15,3 2-9 16,-2 5-36-16,-10 6-121 16,-14 0-200-16,-19 1-220 15</inkml:trace>
  <inkml:trace contextRef="#ctx0" brushRef="#br1" timeOffset="31237.99">7040 5191 1213 0,'0'0'178'16,"0"0"-178"-16,0 0 0 0,0 0 14 16,95-14 20-16,-43 4-25 15,5 1-9-15,5 2-3 16,0-4-96-16,-3-1-111 16,-5-3-205-16</inkml:trace>
  <inkml:trace contextRef="#ctx0" brushRef="#br1" timeOffset="31401.1">7596 4977 1070 0,'0'0'198'0,"0"0"-198"0,0 0-16 16,0 0 16-1,0 0-13-15,0 0-37 0,12 0-44 16,4 0-175-16,-3 0-313 15</inkml:trace>
  <inkml:trace contextRef="#ctx0" brushRef="#br1" timeOffset="31656.66">7819 4572 1145 0,'0'0'175'0,"0"0"-163"0,0 0-7 15,0 0 23 1,0 0 28-16,127-63-24 0,-70 57-26 16,0 5-2-16,-6 1-4 15,-9 0-16-15,-11 0-80 16,-11 9-70-16,-16 2-86 15,-4 1-125-15</inkml:trace>
  <inkml:trace contextRef="#ctx0" brushRef="#br1" timeOffset="31838.7">8021 4603 1028 0,'0'0'267'0,"0"0"-267"15,0 0-20 1,0 0 20-16,0 0 7 0,-6 112 61 15,6-64-48-15,1 3-10 16,4-1-5-16,0 1-5 16,1 3 0-16,-5 0-36 15,1-4-162-15,-2-11-328 16</inkml:trace>
  <inkml:trace contextRef="#ctx0" brushRef="#br1" timeOffset="31995.29">8304 4849 1185 0,'0'0'25'0,"0"0"-25"16,0 0-13-16,0 0-2 16,0 0-203-16,0 0-173 15</inkml:trace>
  <inkml:trace contextRef="#ctx0" brushRef="#br1" timeOffset="32234.09">8481 4603 1104 0,'0'0'166'16,"0"0"-166"-16,0 0-5 15,-8 98 5-15,8-47 14 16,10 5 12-16,3 2-13 16,-1-3-9-16,-2-3 1 15,-5-4-5-15,-2-7-88 16,-3-10-75-16,0-9-102 16,0-13-67-16</inkml:trace>
  <inkml:trace contextRef="#ctx0" brushRef="#br1" timeOffset="32428.83">8495 4591 1057 0,'0'0'164'0,"0"0"-143"16,0 0-7-16,0 0 19 15,0 0 19-15,117-50-26 16,-78 50-20-16,2 6-6 15,-10 5-37-15,-7 4-108 16,-16 2-207-16,-8 2-105 16</inkml:trace>
  <inkml:trace contextRef="#ctx0" brushRef="#br1" timeOffset="32583.78">8457 4805 748 0,'0'0'737'0,"0"0"-737"0,0 0-28 15,0 0 28-15,0 0 9 16,119-2-9-16,-44-2-32 16,9-3-105-16,-2-4-194 15,-10-5-428-15</inkml:trace>
  <inkml:trace contextRef="#ctx0" brushRef="#br1" timeOffset="32797.71">9117 4301 1213 0,'0'0'141'0,"0"0"-141"16,0 0 0-16,0 0 1 16,29 137 63-16,-3-60-21 15,-2 4-20-15,-2 3-15 16,-6-1-3-16,-9-3-5 15,-5-5-92-15,-2-12-143 16,0-17-243-16</inkml:trace>
  <inkml:trace contextRef="#ctx0" brushRef="#br1" timeOffset="33550.26">9207 4141 1210 0,'0'0'281'15,"-122"-32"-269"-15,50 26-12 16,-12 0 4-16,-18 2 19 16,-23 4 9-16,-21 0 0 15,-22 0 13-15,-20 2-19 16,-15 7-10-16,-10-2-8 15,-5 4 0-15,11-5-1 16,13 2 3-16,15 0-4 16,20-3-4-16,21-1 5 0,21 0 1 15,18-3 0-15,22 3 3 16,22 0-7-16,20-2 0 16,15-1 1-16,11 0-2 15,5-1 3-15,4 2 18 16,0-2-13-16,0 0-5 15,0 0 2-15,0 0-2 16,0 0 0-16,0 0-3 16,0 1 2-16,0-1-4 15,0 2-2-15,0-2-1 16,0 2 0-16,0 2 1 16,0 11-7-16,0 18 0 0,6 18 8 15,8 20 3 1,1 12-2-16,-1 10-1 0,3 8 2 15,-2 2-1-15,1 3-1 16,-3 1-1-16,-2-5 1 16,-1-9 0-16,-1-17 1 15,-4-13-1-15,-1-13 1 16,-3-9-1-16,-1-10 1 16,0-8 0-16,2-6 1 15,2-7-2-15,10 0 6 16,18 2-6-16,23 3 14 15,29-2 1-15,28-2-6 16,26-7-8-16,29-4 2 16,34 0 4-16,25-21-4 15,18-10-3-15,10-6-5 0,-13-2 4 16,-17 8 1 0,-30 5 2-16,-37 7-2 0,-32 10-11 15,-33 0-16-15,-30 1-16 16,-22 3-57-16,-21 1-81 15,-14 2-96-15,-5 1-230 16</inkml:trace>
  <inkml:trace contextRef="#ctx0" brushRef="#br1" timeOffset="34966.89">10912 4110 458 0,'0'0'569'0,"0"0"-498"0,0 0-41 15,0 0 82-15,0 0-2 16,0 0-61-16,0 0-49 16,-7 18 0-16,7 38 10 15,0 13 29-15,0 6-15 16,0 4-14-16,0-3-6 15,0-3-2-15,0-4 0 16,0-8-2-16,0-10-18 16,0-13-98-16,0-11-82 15,0-18-146-15,0-9-76 16</inkml:trace>
  <inkml:trace contextRef="#ctx0" brushRef="#br1" timeOffset="35219.26">10950 4124 771 0,'0'0'522'16,"-35"-89"-444"-16,34 62-7 15,1 3 17-15,10 6-15 16,20 6-40-16,10 8-30 16,4 4 2-16,-1 9-3 15,-7 20-2-15,-8 11-1 16,-12 5-2-16,-11 4 0 0,-5 7 3 15,-7 4 1-15,-20 5 0 16,-6-1-1 0,-2-6-56-16,0-5-45 0,5-13-68 15,5-13-106-15,8-12-226 16</inkml:trace>
  <inkml:trace contextRef="#ctx0" brushRef="#br1" timeOffset="36201.9">11104 4454 1075 0,'0'0'197'0,"0"0"-181"15,0 0 23-15,100-45 86 0,-56 45-68 16,1 8-39-16,-3 15-8 16,-7 6-7-16,-8 4-3 15,-10-1 0-15,-11 3 0 16,-6-1 0-16,-2-1 3 15,-18-4 1-15,-5-6 1 16,5-11 2-16,6-8-2 16,3-4 2-16,4-8 12 15,7-23-12-15,0-12-7 16,7-7-13-16,21 2-1 16,4 2-3-16,5 12 9 15,1 7-13-15,3 4 4 16,-1 8 5-16,-2 5 1 15,-5 5 6-15,-4 5-2 16,-6 0 1-16,-2 7 6 0,-4 12-3 16,-3 6-2-16,-4 7-4 15,0-1 8-15,1 2 1 16,0-5 3-16,2-6 0 16,3-3 0-16,-1-8 4 15,-1-4-1-15,-1-6 1 16,-5-1-2-16,0 0 8 15,-1-12 20-15,-4-10 14 16,-3-3-14-16,0-4 24 16,-22-4-20-16,-8 0-26 15,-2 3-3-15,4 6 0 16,3 6-6-16,13 9-1 0,8 3 0 16,4 4-1-16,0 2-7 15,10 0-18-15,21 0-19 16,13 6 38-16,9 3-20 15,2-1-19-15,1 3 12 16,-5 4 13-16,-6 1 9 16,-6 3 6-16,-8 2 5 15,-7 0-1-15,-4-4-2 16,-5 2 1-16,-5-6 2 16,0-3 3-16,-1-2-3 15,-4-3 1-15,-2-3 2 16,-3-2 0-16,0 0 8 0,0 0 19 15,-2 0 36 1,-18-16-38-16,-5-5-25 16,-7-7 0-16,-1-9 8 0,3-6-5 15,5-4 3-15,8-1-1 16,11 5 2-16,6 1-7 16,0 4 5-16,13 3-8 15,16 5-2-15,7 5 0 16,9 4-5-16,4 5 7 15,-1 4 1-15,-5 11-1 16,-5 1 0-16,-9 3 1 16,-5 20 2-16,-6 11-1 15,-4 14 4-15,-4 11 11 0,-5 10 15 16,-2 4-10 0,-3 3 3-16,0 1 4 0,1-1-16 15,3-2-4-15,1-3-3 16,2-7-3-16,-1-5-2 15,3-7-1-15,-4-2-2 16,0-6-30-16,-4-6-61 16,-1-12-119-16,0-11-305 15</inkml:trace>
  <inkml:trace contextRef="#ctx0" brushRef="#br1" timeOffset="36369.78">12393 4558 1646 0,'0'0'123'0,"0"0"-121"16,0 0 0-16,0 0 3 15,0 0 0-15,119-18-5 16,-52 18-24-16,-5 8-121 16,-10-4-204-16,-21-4-411 15</inkml:trace>
  <inkml:trace contextRef="#ctx0" brushRef="#br1" timeOffset="36931.36">13004 4097 1184 0,'0'0'193'0,"0"0"-173"16,0 0 53-16,0 0 85 16,0 0-66-16,0 0-76 15,-28-28-5-15,72 76-8 16,16 16 23-16,9 5-9 16,0 2-12-16,-6-7-3 0,-6-5 2 15,-9-7-2-15,-11-8-2 16,-9-8-2-16,-9-10-57 15,-11-9-85-15,-8-8-92 16,0-9-235-16,-7-11-135 16</inkml:trace>
  <inkml:trace contextRef="#ctx0" brushRef="#br1" timeOffset="37133.24">13348 4006 992 0,'0'0'452'0,"0"0"-383"0,0 0 2 15,0 0 16-15,0 0-57 16,-101 56-11-16,68 31 43 16,-5 11-48-16,-1 2-2 15,4-2-7-15,0-4-5 16,2-10-3-16,3-11-57 16,1-10-122-16,-3-22-198 15,-4-15-336-15</inkml:trace>
  <inkml:trace contextRef="#ctx0" brushRef="#br1" timeOffset="37466.5">10494 4999 1221 0,'0'0'331'0,"0"0"-331"16,92-20-78-16,20 24 78 15,40 10 72-15,33-3-13 16,32-2-25-16,23-6-14 15,18-3-10-15,2 0-9 0,-17-3 1 16,-29 0 0-16,-40 3-4 16,-42 0-79-16,-37 0-131 15,-42-1-163-15,-39-6-265 16</inkml:trace>
  <inkml:trace contextRef="#ctx0" brushRef="#br1" timeOffset="37701.82">10733 5208 1660 0,'0'0'0'15,"120"9"-57"-15,6-5 57 16,44-2 2-16,31-2 42 15,29 0-21-15,26-5-22 16,2 2-1-16,-4 3-4 16,-18 0-117-16,-30 0-260 15,-36-9-516-15</inkml:trace>
  <inkml:trace contextRef="#ctx0" brushRef="#br1" timeOffset="37831.76">13269 5084 1730 0,'0'0'1'0,"-85"-17"-1"0,54 17-207 16,6 17 27-16,4-1-98 15,-2-4-352-15</inkml:trace>
  <inkml:trace contextRef="#ctx0" brushRef="#br1" timeOffset="50763.38">1024 5550 651 0,'0'0'338'0,"0"0"-309"15,0 0-18-15,0 0 64 16,0 0 10-16,0 0-36 16,0 0-5-16,-1-13-10 15,1 13-14-15,13 15-16 0,6 12-1 16,4 11 2-16,-3 3 40 16,-1 0-1-16,-3-1-13 15,-3-9-15-15,-3-7-7 16,-1-12 1-16,-2-7 0 15,-2-5 3-15,8 0 12 16,12-26-2-16,13-17 4 16,17-18 31-16,7-9-32 15,0 1-12-15,-1 8-11 16,-8 13-2-16,-4 8-1 16,-6 12-6-16,-4 9-35 0,-16 12-152 15,-14 7-159-15,-9 1-330 16</inkml:trace>
  <inkml:trace contextRef="#ctx0" brushRef="#br1" timeOffset="51130.9">1257 5521 1330 0,'0'0'50'0,"0"0"-41"16,0 0-4-1,0 0-4-15,0 0-1 0,22 122 0 16,-4-62 10-16,-1-4 19 16,-1-10-10-16,-4-13-4 15,-4-15-5-15,-2-12 12 16,-3-6 25-16,0 0-1 15,9-6-7-15,13-25 7 16,13-20-10-16,16-17-7 16,6-8-8-16,2 1-15 15,-2 7-3-15,-7 11-1 16,-5 16-2-16,-5 13-3 16,-5 15-29-16,-6 8-166 15,-12 5-145-15,-11 0-369 0</inkml:trace>
  <inkml:trace contextRef="#ctx0" brushRef="#br1" timeOffset="56146.38">2290 8781 596 0,'0'0'268'0,"0"0"-234"15,0 0-24-15,-20-91 35 16,20 61 95-16,0-2-41 15,0 5-34-15,0 4-8 16,0 7-18-16,2 8-20 16,3 5-1-16,0 3-10 0,6 14-8 15,6 24-7-15,1 16 1 16,-1 14 6-16,-4 0 34 16,-2 1-31-16,-4-3 8 15,-3-8-2-15,0-9-6 16,-4-11-1-16,0-14 1 15,0-8-3-15,0-9 1 16,0-5-1-16,0-2 12 16,0-4 13-16,0-30 49 15,3-22-15-15,6-18-59 16,4-7 0-16,7 3-1 16,3 8 1-16,1 12 0 15,-3 17 0-15,-1 14 1 16,-3 14-4-16,0 8 0 0,1 5 1 15,6 8 0-15,3 20-7 16,1 16 9-16,-3 5-1 16,-7 4 2-16,-2 5 2 15,-6-6-1-15,-4 1-2 16,-1-6 0-16,2-9-2 16,-2-7 1-16,1-9-83 15,3-10-69-15,-1-12-41 16,2-9-201-16,-1-27-123 15</inkml:trace>
  <inkml:trace contextRef="#ctx0" brushRef="#br1" timeOffset="56312.57">2986 8751 358 0,'0'0'1016'15,"0"0"-1005"-15,0 0-11 16,0 0 0-16,0 0 5 15,125 0-3-15,-75 0 5 16,-2 6-7-16,-6-1-161 16,-16-1-288-16</inkml:trace>
  <inkml:trace contextRef="#ctx0" brushRef="#br1" timeOffset="56478.86">3118 8956 1592 0,'0'0'0'0,"0"0"-12"0,0 0-9 16,0 0 11-16,87 18 5 15,-31-17-13-15,3-1-103 16,-7 0-84-16,-8-4-192 16</inkml:trace>
  <inkml:trace contextRef="#ctx0" brushRef="#br1" timeOffset="56861.56">3526 8945 1153 0,'0'0'114'0,"0"0"-111"0,72-83 0 16,-36 46 21-16,-1 2 14 16,-6 0-29-16,-6 5-4 15,-7-4 2-15,-9 4-1 16,-7 0 1-16,0 0 11 15,0-1 9-15,-10 2 31 16,-1 4-18-16,-1 6-25 16,2 10 2-16,5 4 20 15,1 5 6-15,3 0-11 16,1 0-28-16,0 16-4 16,-2 18-8-16,2 19 5 0,0 11 3 15,0 13 1 1,0 7 0-16,0 5 1 0,2 8-2 15,2-1 3-15,0-4-3 16,2-13 2-16,-3-11-4 16,0-13 2-16,1-8-17 15,-3-8-61-15,3-11-107 16,-3-12-25-16,5-16-179 16,-5-1-351-16</inkml:trace>
  <inkml:trace contextRef="#ctx0" brushRef="#br1" timeOffset="57078.73">3659 9013 1051 0,'0'0'176'0,"0"0"-91"15,0 0-26-15,0 0 31 16,0 0-14-16,121-72-51 16,-81 82-20-16,-7 16 6 15,-11 8-3-15,-8 4-6 16,-11 4-2-16,-3 2-1 15,-7-1-2-15,-18 1 2 16,-5-8-5-16,-4-11-106 16,1-14-98-16,0-11-162 15,1-16-134-15</inkml:trace>
  <inkml:trace contextRef="#ctx0" brushRef="#br1" timeOffset="57761.66">3996 8305 930 0,'0'0'127'0,"-139"-91"-89"16,48 39-17-16,-9-1 49 15,-9 2 10-15,-11 1-8 16,-5 10-18-16,-6 8 1 15,-3 13-14-15,-1 16-13 16,-1 3-8-16,2 17-19 16,-1 20-1-16,8 14 5 15,8 14-3-15,12 16 0 16,16 16-1-16,16 21 5 16,21 29-3-16,24 17-1 0,28 13 6 15,17 8 20 1,42-9 8-16,28-7-22 0,26-11-12 15,19-15-1-15,19-16-1 16,15-25 0-16,8-26 1 16,7-27-1-16,10-32 3 15,-2-17 2-15,3-32-4 16,-5-37-1-16,-13-24-45 16,-15-21-40-16,-25-11-12 15,-27-4 63-15,-28-5 34 16,-30-4 10-16,-24-2-3 15,-23-9 5-15,-4-6 9 16,-40 4 3-16,-25 6 15 16,-19 18-19-16,-18 20-2 15,-8 25-18-15,0 24 0 0,1 25 2 16,13 22-2-16,16 11-9 16,21 2-3-16,22 22-127 15,22-1-54-15,17-3-289 16</inkml:trace>
  <inkml:trace contextRef="#ctx0" brushRef="#br1" timeOffset="59479.07">2377 10545 117 0,'0'0'44'0,"0"0"0"15,0 0 40-15,0 0 18 16,0 0 7-16,0 0-23 16,7-66 25-16,-7 65-39 0,0-1 37 15,0 2-21-15,0 0 11 16,-4 6-24-16,-2 20-49 15,-3 14-6-15,4 13-7 16,2 5 9-16,3 2 0 16,0-6-3-16,7-11-7 15,9-8-3-15,6-11-6 16,0-11 3-16,-1-8 0 16,3-5-1-16,-2 0 2 15,-4-6 6-15,-1-11-1 16,-7-4 2-16,-5-1 10 15,-5-8 9-15,0-5-16 16,-22 1-5-16,-8-1-2 16,-5 1-10-16,0 5-3 15,0 5 3-15,8 4 0 16,7 6-4-16,8 4-7 0,7-2-9 16,5-2-1-16,0-7 10 15,18-6-23-15,9-5-20 16,1 0 41-16,-2 3 13 15,-7 3 1-15,-6 11 2 16,-5 2 0-16,-5 6 2 16,-1 5 3-16,-2 2 21 15,0 0-10-15,0 0 2 16,0 10-11-16,0 20-10 16,0 19 0-16,0 15 46 15,0 14 7-15,-10 9-11 0,-9 0-14 16,-2 0-3-16,-1-5-15 15,2-4-9-15,6-8 0 16,10-8 0-16,4-13-2 16,0-14-37-16,13-16-103 15,7-19-43-15,3-6-196 16,-1-38-456-16</inkml:trace>
  <inkml:trace contextRef="#ctx0" brushRef="#br1" timeOffset="59895.13">2795 10372 812 0,'0'0'144'16,"0"0"-137"-16,0 0 36 16,0 0 64-16,0 0-14 15,0 0-3-15,-1-11-17 16,-1 11 8-16,0 0-5 16,2 0-18-16,-2 0-28 0,1 0-12 15,-3 1 2 1,1 9-12-16,-4 13-6 0,-1 14-2 15,-2 18 1-15,1 14-1 16,3 8 2-16,2 6 1 16,4-2 0-16,0-8-3 15,0-5 1-15,4-9-1 16,11-9 0-16,3-9-2 16,3-8-7-16,0-10-62 15,3-13-90-15,-3-10-80 16,-2-5-222-16</inkml:trace>
  <inkml:trace contextRef="#ctx0" brushRef="#br1" timeOffset="60294.98">2986 10906 1065 0,'0'0'81'0,"0"0"-79"15,55-82-2-15,-30 41 17 16,-4-1 34-16,-2 3-6 0,-9 3-12 16,-5 4 19-1,-5 5-22-15,0 5-7 0,-3 2-1 16,-9 3 18-16,0 7 37 15,2 4-15-15,5 6-32 16,2 0-10-16,3 0-1 16,0 13-19-16,-3 18 0 15,3 15-9-15,0 13 9 16,0 4-1-16,0 4 1 16,0-1 0-16,6-2 0 15,4 0 0-15,2-3-1 16,-2-6-44-16,0-7-106 15,-2-19-30-15,-3-15-98 16,2-14-210-16</inkml:trace>
  <inkml:trace contextRef="#ctx0" brushRef="#br1" timeOffset="60506.62">3105 10794 786 0,'0'0'223'15,"0"0"-114"-15,10-98-2 16,11 81-19-16,6 5-15 15,1 8-37-15,-1 4-10 16,-4 1-5-16,-4 22-14 16,-8 7-7-16,-5 10 0 15,-6 1 0-15,0 3 4 16,-14-2-4-16,-3-8-3 16,6-4 3-16,4-13-164 0,1-15-112 15,6-2-279 1</inkml:trace>
  <inkml:trace contextRef="#ctx0" brushRef="#br1" timeOffset="60731.84">3364 10521 1188 0,'0'0'166'0,"0"0"-166"15,0 0-13-15,45 79 13 16,-22-25 8-16,0 5 33 15,-6 3-5-15,-7 0 2 16,-7 3-4-16,-3 0-17 16,0 4-11-16,-10-6 1 15,-3-9-7-15,1-14-5 0,4-24-174 16,8-16-119-16,0-14-293 16</inkml:trace>
  <inkml:trace contextRef="#ctx0" brushRef="#br1" timeOffset="60899.76">3740 10706 1259 0,'0'0'158'0,"0"0"-155"0,95 14-3 16,-53-1 4-1,3 0-3-15,-3-5-1 0,-9-5-102 16,-13-3-195-16,-15 0-509 15</inkml:trace>
  <inkml:trace contextRef="#ctx0" brushRef="#br1" timeOffset="61061.64">3821 10893 1472 0,'0'0'147'0,"0"0"-147"16,0 0-101-16,0 0 69 15,106 0 22-15,-37 0-83 16,0-6-217-16,-7-11-196 16</inkml:trace>
  <inkml:trace contextRef="#ctx0" brushRef="#br1" timeOffset="61411.26">4363 10783 1307 0,'0'0'147'0,"0"0"-142"16,0 0-5-16,72-96 10 16,-44 68 6-16,-2 2-12 15,-7-1-3-15,-9 1 4 16,-6-1-1-16,-4-1 2 16,0-3-1-16,-14 0 10 0,-4 5 28 15,1 7 4 1,4 6-25-16,5 11-10 0,6 2 23 15,1 0-15-15,1 12-20 16,-2 23-4-16,2 17-8 16,0 9 12-16,0 9 4 15,0 6-4-15,5-1 1 16,5 3 2-16,1 0-3 16,-2-5 0-16,-1-4 0 15,-3-9-1-15,-1-9-57 16,-1-19-102-16,-1-16-85 15,-2-14-238-15</inkml:trace>
  <inkml:trace contextRef="#ctx0" brushRef="#br1" timeOffset="61620.35">4447 10760 1191 0,'0'0'108'0,"0"0"-90"16,0 0 19-16,90-38 42 15,-48 38-28-15,-2 6-32 16,-6 15-14-16,-14 3 1 16,-10 1-2-16,-10 4-4 15,0-7 0-15,-9 4 0 16,-11-4-4-16,-2-1 4 0,4-5-154 16,5-15-174-1,4-1-306-15</inkml:trace>
  <inkml:trace contextRef="#ctx0" brushRef="#br1" timeOffset="61764.63">4731 10798 925 0,'0'0'478'0,"0"0"-469"16,0 0-9-16,117-35 7 16,-67 25-7-16,4-6-1 15,-1-8-59-15,-3 1-173 16,-8-8-420-16</inkml:trace>
  <inkml:trace contextRef="#ctx0" brushRef="#br1" timeOffset="61937.71">5172 10460 568 0,'0'0'901'0,"0"0"-869"16,0 0-27-16,0 0-5 15,2 120 10-15,13-50 53 16,0-3-46-16,2 0-12 15,-5 0-5-15,-8-3 0 16,-4-10-50-16,0-5-260 16,-3-14-507-16</inkml:trace>
  <inkml:trace contextRef="#ctx0" brushRef="#br1" timeOffset="64177.58">1279 9742 835 0,'0'0'343'0,"0"0"-333"0,-106-48-7 16,69 20 34-1,-2-10 69-15,-7-9-37 0,-2-11-18 16,-3-16-4-16,2-18-11 16,-3-20 3-16,0-27-20 15,-2-26-11-15,2-25-3 16,9-20 0-16,11-18-4 15,19-9 4-15,13-8-4 16,16 4-1-16,35 22 0 16,19 17-3-16,17 28 1 15,15 18-1-15,9 9-3 16,3 13 4-16,0 3 1 16,-8 15-11-16,-13 11 6 15,-16 21-3-15,-18 17 0 0,-19 16 9 16,-14 9 2-16,-9 14-2 15,-10 9 2-15,-4 8-1 16,-3 7 2-16,0 1 1 16,0 3 1-16,0 0-5 15,0 0-1-15,-7 2-6 16,-7 16-6-16,-8 11 13 16,-5 4 2-16,-3 3-2 15,5-7 0-15,3-6-1 16,7-10 1-16,7-6 2 15,5-5-1-15,3-2 1 16,0 0 0-16,0 0 3 16,0 0-1-16,0-4 0 15,1-10 2-15,7 1-6 16,2 3-1-16,-3 2-2 0,0 7 3 16,-5 1-2-16,-1 0-1 15,4 0-2-15,5 7-4 16,5 12 1-16,6 9-7 15,3 7-147-15,0 0-56 16,-1 2-215-16</inkml:trace>
  <inkml:trace contextRef="#ctx0" brushRef="#br1" timeOffset="65011.75">7757 8892 962 0,'0'0'106'15,"0"-85"-101"-15,-5 33 5 16,-6 0 6-16,-5 1 93 16,-9 7-36-16,-2 11-37 15,-1 13 6-15,-3 19 22 16,-1 6 22-16,-4 43-63 15,-2 27-17-15,3 23-1 16,10 9 2-16,10-3-3 16,12-10 1-16,3-17-5 0,11-20-1 15,14-21 0 1,4-17 1-16,-1-15 0 0,2-4 2 16,2-25 0-16,-2-15 2 15,-4-11-4-15,-5-9 2 16,-6-2 3-16,-3 2-5 15,-6 10 2-15,1 15 0 16,-4 18-1-16,-1 11 0 16,3 6 0-16,4 8-1 15,4 18-8-15,5 10 2 16,0 2 6-16,1 0 0 16,1-1 0-16,0-4-3 0,0-8-128 15,0-9-64-15,-3-16-260 16</inkml:trace>
  <inkml:trace contextRef="#ctx0" brushRef="#br1" timeOffset="65414.66">7857 8269 1107 0,'0'0'98'0,"0"0"-98"15,61-82-2-15,-31 44 2 0,-5 2 7 16,-7 1 0-16,-6-1-2 16,-9-2-2-16,-3-2 4 15,0 3 33-15,-13 1-20 16,-6 6-1-16,4 8 7 15,4 9 26-15,4 9 0 16,5 4-31-16,1 22 17 16,1 24-38-16,0 17 1 15,0 11-1-15,4 3 6 16,8 1-3-16,0 0 2 16,0-5-5-16,0-2 2 15,-2-8-2-15,-2-4 0 0,-3-11 0 16,-2-6-50-1,1-15-149-15,-3-16-116 0,1-11-232 16</inkml:trace>
  <inkml:trace contextRef="#ctx0" brushRef="#br1" timeOffset="65642.38">8026 8147 1065 0,'0'0'119'15,"0"0"-98"-15,0 0-1 16,0 0 39-16,99-11-23 16,-78 37-20-16,-7 7-8 15,-9 4-6-15,-5 4 0 16,0 1-4-16,-19-5-2 0,-1-2 4 16,2-9 0-16,3-10-88 15,5-13-127-15,7-3-123 16,3-20-253-16</inkml:trace>
  <inkml:trace contextRef="#ctx0" brushRef="#br1" timeOffset="65807.47">8315 8219 465 0,'0'0'728'0,"0"0"-699"15,0 0-25-15,97-8-1 16,-55 5 11-16,7 0-5 15,-1-1-7-15,-1-3-2 16,-10-3-131-16,-11-3-247 16</inkml:trace>
  <inkml:trace contextRef="#ctx0" brushRef="#br1" timeOffset="65979.63">8645 7945 1222 0,'0'0'115'0,"0"0"-115"16,-15 88 0-16,15-34 1 16,0 7 14-16,10 1-12 15,5-2 1-15,3-1-4 0,2-8-3 16,-4-9-125-16,-9-9-334 16</inkml:trace>
  <inkml:trace contextRef="#ctx0" brushRef="#br1" timeOffset="66226.28">9059 8487 1523 0,'0'0'28'0,"0"0"-28"16,121 0 0-16,-53 0 1 15,9 0 3-15,-6-7-4 16,-18-1-160-16,-25-3-178 16</inkml:trace>
  <inkml:trace contextRef="#ctx0" brushRef="#br1" timeOffset="66386.27">9200 8693 1304 0,'0'0'208'0,"0"0"-208"0,100-32-137 16,-33 15 137-16,4 1 0 15,-10-2-162-15,-15 2-426 16</inkml:trace>
  <inkml:trace contextRef="#ctx0" brushRef="#br1" timeOffset="66540.49">9155 8861 1366 0,'0'0'85'0,"0"0"-85"15,0 0-25-15,132 14 25 16,-40-14 0-16,6-9-114 15,-6-9-221-15,-15-5-311 16</inkml:trace>
  <inkml:trace contextRef="#ctx0" brushRef="#br1" timeOffset="67096.89">10098 8715 1227 0,'0'0'165'0,"0"0"-163"0,27-76 9 16,-1 38-1-16,1 0 17 15,-3 1-5-15,-8 1-14 16,-6 0-4-16,-3 2 27 15,-7 1-3-15,0 5-14 16,0 5 9-16,0 10 14 16,0 6 0-16,0 5-16 15,0 2 7-15,0 0 3 16,0 8-26-16,-2 22-5 16,1 18-5-16,-2 13 5 15,3 7 2-15,0 7 0 0,0 2-1 16,0 1-1-16,9-5 3 15,0-8-3-15,-6-9 0 16,-3-8-1-16,0-10 1 16,-10-8-7-16,-15-6-46 15,-7-8 3-15,-1-7-12 16,-5-9 52-16,5 0 10 16,7-3 0-16,7-12 22 15,9 1 21-15,10 0 19 16,0-2-32-16,26 2-21 15,12 0-5-15,8 4-2 16,6 0-1-16,3 3-2 16,7 3-2-16,0-4-5 0,3-3-91 15,-3-3-70-15,-8-8-139 16,-9-5-369-16</inkml:trace>
  <inkml:trace contextRef="#ctx0" brushRef="#br1" timeOffset="67345">10808 8196 1365 0,'0'0'162'0,"0"0"-157"0,0 0 8 15,-57 95 3-15,50-18 23 16,7 13 11-16,0 7-14 15,9 0-17-15,11-1-8 16,5-9-8-16,2-10-3 16,3-11 0-16,0-9-8 15,-1-17-111-15,-5-17-126 16,-2-17-216-16</inkml:trace>
  <inkml:trace contextRef="#ctx0" brushRef="#br1" timeOffset="68477.63">10976 8523 1150 0,'0'0'180'0,"0"0"-107"15,0 0-45-15,0 0 42 16,0 0-42-16,0 0-22 16,105 78 2-16,-77-29 2 15,-6-1-10-15,-8-1 0 16,-10-9-1-16,-4-13 3 15,0-7-3-15,0-10 1 16,0-5 0-16,0-3 1 16,0-2 2-16,0-22 12 15,0-16 13-15,0-13-22 16,0-2-4-16,0 6-2 0,10 13 0 16,2 15-2-1,3 9 2-15,2 8 0 0,3 4-1 16,5 0 1-16,2 24-1 15,1 10 1-15,-4 10-1 16,-2 3 0-16,-8-1 1 16,-2-5 0-16,-3-10 1 15,-5-11-1-15,0-10-1 16,-1-6 1-16,-1-4-1 16,3-10 1-16,1-19 4 15,6-19 8-15,0-9-12 16,2-4-3-16,-3 7 3 15,-1 10 0-15,-2 21 4 16,-3 10-5-16,-1 9 2 16,-1 4 3-16,5 0 14 0,4 17-17 15,5 11-1 1,-1 6 1-16,0 1 6 0,-2-1-5 16,2-5-2-16,2-7 0 15,3-6 0-15,5-9-2 16,0-7 0-16,2 0-59 15,-7-7-13-15,-4-13-16 16,-6-6 54-16,-4-2 35 16,-4 4 1-16,-1 6 2 15,0 9 2-15,-2 6 9 16,0 3 51-16,2 0-24 16,4 1-35-16,4 13-5 0,6 2-1 15,4-3 1 1,5-10 3-16,1-3-2 0,3 0 9 15,-5-7 0-15,-3-11-3 16,-10 0-3-16,-4 2 1 16,-7-1-1-16,0 1 33 15,-4 1 2-15,-17-1-15 16,0 6 19-16,-1 7-39 16,3 3-4-16,6 0-1 15,5 15-5-15,6 5 6 16,2-1-4-16,15-5-4 15,22-9-34-15,8-5-22 16,7 0-42-16,-1-13 14 16,-4-2 18-16,-9 2 26 15,-6 2 27-15,-5 3 21 0,-5 2 3 16,-7 6 0-16,-2 0 14 16,-3 3 12-16,3 13-15 15,0 3 0-15,1 2 22 16,5-1-5-16,0-2-23 15,-2-5-1-15,1-4-3 16,-7-4 2-16,-2-3-3 16,-5-2 7-16,-2 0 35 15,0 0 6-15,-2 0 7 16,0-14 11-16,0-12 0 16,-12-9-21-16,-16-8-33 15,-9 0 18-15,-1 3-18 0,4 4 4 16,9 12-18-16,10 11 2 15,10 7 0-15,5 6-3 16,0 0-1-16,0 0-11 16,14 10-48-16,12 6-26 15,11-1-15-15,7-10-139 16,1-5-102-16,0 0-186 16</inkml:trace>
  <inkml:trace contextRef="#ctx0" brushRef="#br1" timeOffset="68895.52">12590 8385 880 0,'0'0'317'16,"0"0"-308"-16,0 0 9 16,0 0 94-16,0 0-67 0,0 0-11 15,97 45-11-15,-68-45 0 16,0 0 22-16,-6-1-24 16,-5-12-8-16,-6-2 2 15,-7-5 15-15,-1-1 3 16,-4-4-24-16,0-3 5 15,0 2 10-15,-3-3-11 16,-7 2 12-16,-3 3 9 16,1 1-26-16,2 5-2 15,0 5 4-15,6 5 3 16,0 4 1-16,2 4-11 16,1 0 5-16,-1 0-8 15,1 25-5-15,-5 16-4 16,6 16 7-16,0 11 2 0,0 10 2 15,7 10 3-15,12 12-3 16,5 2 12-16,3 1-5 16,0-5-1-16,1-2-4 15,-1-8-3-15,-2-8-1 16,-7-14-3-16,-7-17 3 16,-10-14-15-16,-1-12-58 15,0-14-83-15,-13-9-120 16,-4-8-220-16</inkml:trace>
  <inkml:trace contextRef="#ctx0" brushRef="#br1" timeOffset="69115.89">12786 8461 1330 0,'0'0'133'0,"0"0"-125"15,95-61-2-15,-46 61 59 16,-1 17 6-16,-1 20-61 15,-13 6 15-15,-20 4 13 16,-14 1-21-16,0-1-5 16,-26-7-1-16,-11-7-8 15,0-7-2-15,2-10-2 16,8-15-39-16,13-3-141 16,8-39-180-16,6-19-359 15</inkml:trace>
  <inkml:trace contextRef="#ctx0" brushRef="#br1" timeOffset="69309.28">13142 8051 1371 0,'0'0'81'0,"0"0"-74"16,97 62-7-16,-60 5 48 16,-10 15 31-16,-15 13-26 15,-12 9-10-15,-26 3-25 16,-25-1-14-16,-18-3 1 15,-13-8-5-15,-11-9-11 16,-16-9-128-16,-14-15-189 16,-17-14-454-16</inkml:trace>
  <inkml:trace contextRef="#ctx0" brushRef="#br1" timeOffset="69993.14">8899 9176 962 0,'0'0'189'16,"0"0"-100"-16,0 0-33 15,0 0 5-15,0 0-14 16,-12 116-45-16,12-14 19 16,0 14 112-16,0 3-83 15,4 0-24-15,1-4-13 16,0-10 4-16,0-15 3 15,0-22-12-15,0-26-5 16,-2-21-1-16,-2-13-1 16,-1-8 0-16,0 0 0 15,0-8 13-15,-19-16-5 0,-8-10 1 16,-7-9-5-16,4-1-2 16,4-2-1-16,7 11-2 15,9 11 0-15,7 14 2 16,3 9 0-16,0 1-2 15,0 2-7-15,20 19 5 16,14 7-5-16,5 2 5 16,3-5 4-16,4-6-3 15,-5-9 2-15,-2-9-2 16,-6-1-2-16,-8-1-3 16,-8-20-25-16,-7-8-12 15,-8-8 35-15,-2-6 6 0,0 1 2 16,-12 3 7-16,-1 13-5 15,4 13 5-15,2 9 23 16,3 5-18-16,-5 37-12 16,-6 23-15-16,-5 23 10 15,-2 10 2-15,2-1-58 16,0-6-214-16,-3-6-88 16,-7-5-287-16</inkml:trace>
  <inkml:trace contextRef="#ctx0" brushRef="#br1" timeOffset="70245.05">8426 10568 1333 0,'0'0'303'0,"0"0"-303"16,-32 138-85-16,26-54 85 16,6 7 10-16,0 9 15 15,0 6-12-15,10-4-5 16,-4-6-7-16,-2-9-1 16,-4-20-132-16,0-22-192 0,0-23-329 15</inkml:trace>
  <inkml:trace contextRef="#ctx0" brushRef="#br1" timeOffset="70449.91">8367 10439 1385 0,'0'0'132'0,"0"0"-122"15,48-85-7-15,-13 85 13 16,3 20 13-16,2 25-25 15,-2 15-4-15,-8 9-1 16,-13 8-2-16,-17-2-124 16,0-4-101-16,-30-7-216 15,-13-6-220-15</inkml:trace>
  <inkml:trace contextRef="#ctx0" brushRef="#br1" timeOffset="70585.61">8324 11051 1247 0,'0'0'271'0,"0"0"-252"15,100-53-18-15,-43 39 6 16,6 7 10-16,-1 5-12 16,0-4-5-16,-10 2-29 15,-8-1-183-15,-16 5-220 16</inkml:trace>
  <inkml:trace contextRef="#ctx0" brushRef="#br1" timeOffset="70875.73">8742 11142 831 0,'0'0'630'0,"0"0"-624"16,48-97-3-16,-11 56-3 15,0 4 30-15,-4 4 6 16,-11 9-32-16,-11 5 1 16,-11 9 25-16,0 2-2 15,-11 5 14-15,-17 3-2 16,-9 0-23-16,-4 27-12 15,5 14 2-15,6 13-6 16,12 8 0-16,11 5 0 0,7-1 2 16,1-5-3-1,24-10 0-15,11-16-1 0,7-13-4 16,5-15-67-16,6-7-90 16,-2-7-147-16,-7-20-390 15</inkml:trace>
  <inkml:trace contextRef="#ctx0" brushRef="#br1" timeOffset="72042.53">9106 10931 1230 0,'0'0'211'0,"0"0"-175"16,0 0-20-16,0 0 25 16,0 0-27-16,0 0-13 0,112 87 2 15,-80-34 7 1,-10 1-3-16,-7-3-3 0,-7-12-4 15,-4-11-2-15,-3-11 2 16,-1-8 1-16,0-7-1 16,0-2-2-16,0-8 2 15,-5-19 12-15,-3-16 2 16,1-10-14-16,6-3 1 16,1 3 0-16,0 6-1 15,11 10 2-15,8 12 1 16,0 13 0-16,1 8-3 15,2 4 5-15,0 11-4 16,0 18 0-16,-4 9 2 16,-1 2 0-16,-4 0-1 0,-2-5-2 15,-3-5 0-15,-2-7 0 16,0-10 0-16,-5-7-1 16,2-6 1-16,-3 0-4 15,3-6 3-15,4-30 1 16,2-9 0-16,3-8-1 15,1 6 1-15,0 13 0 16,1 11 2-16,-1 13-1 16,2 8 0-16,2 2 2 15,2 12-3-15,-2 16 0 16,-1 6 5-16,-4 2 8 16,-4 1 4-16,0-8-11 15,-1-9 9-15,-3-6-12 0,0-10-2 16,-2-2 2-16,-2-2-2 15,1 0 2-15,5-17 2 16,2-19 9-16,2-14-8 16,4-3-5-16,-3 9 2 15,1 7-1-15,-2 18 0 16,-4 10-1-16,3 9 3 16,4 0 10-16,6 15-14 15,4 10-3-15,2 6 3 16,-1 0 3-16,-1-4-2 15,3-4-1-15,6-7 0 16,5-10-5-16,3-6-76 16,4 0-82-16,-4-18-41 15,-7-3 6-15,-9-3 66 16,-14 5 113-16,-10 1 19 0,0 5 41 16,-5 4 60-16,-14 8 62 15,-6 1-5-15,-7 5-46 16,-1 13-51-16,1 4-22 15,5 0-9-15,9-2-11 16,8-6-8-16,5-5-9 16,5-2-2-16,0-7 0 15,0 0-4-15,22-3-8 16,9-18-3-16,7-1 13 16,0-2-23-16,-5 6-44 15,-3 3-16-15,-3 8 7 16,-3 7 49-16,-3 0 29 0,3 7-1 15,3 6 2-15,2 3-1 16,7-1 3-16,9-12 4 16,10-3 2-16,5 0 0 15,-1-18 0-15,-9-7-1 16,-12 0-6-16,-12-4 0 16,-13-3 1-16,-10-4 2 15,-3-9 1-15,-6-6 12 16,-20-7 29-16,-6 2-25 15,-3 3-11-15,2 11 8 16,4 13-12-16,11 15 48 16,8 9-7-16,6 5 12 0,4 25-38 15,0 26-22-15,0 20 0 16,19 7 4-16,3-3 3 16,5-4-6-16,-1-9-1 15,-6-7 0-15,-3-8-12 16,-12-14-142-16,-5-14-208 15,0-17-851-15</inkml:trace>
  <inkml:trace contextRef="#ctx0" brushRef="#br1" timeOffset="72166.56">10620 10746 1060 0,'0'0'562'15,"0"0"-562"-15,101-35-33 0,-40 33 25 16,-3 2 7-16,-9 8-138 15,-19 7-241-15,-22 3-370 16</inkml:trace>
  <inkml:trace contextRef="#ctx0" brushRef="#br1" timeOffset="72427.62">8464 11476 1534 0,'116'-2'182'16,"29"2"-182"-16,22 13-106 15,9 0-27-15,1 0 116 16,2-3 16-16,-7-3-55 15,-6-7-80-15,-16 0-78 16,-23 0-305-16</inkml:trace>
  <inkml:trace contextRef="#ctx0" brushRef="#br1" timeOffset="73442.61">8263 11336 1325 0,'96'-4'101'0,"46"4"-101"16,44 0 0-16,40-3 0 16,33 0 5-16,16 0-5 15,11 3 0-15,-10 0 3 16,-22 20-1-16,-28 11-2 15,-40-1-4-15,-37-4-89 0,-42-10-70 16,-46-5-139 0,-43-11-164-16</inkml:trace>
  <inkml:trace contextRef="#ctx0" brushRef="#br1" timeOffset="73694.74">8680 11627 1274 0,'119'-12'188'15,"40"-5"-183"-15,33-7-5 0,22-7 0 16,12-6 3-1,-2 9 2-15,-19 9 9 0,-26 12 7 16,-22 7-21-16,-31 0-3 16,-31 2-224-16,-34 1-363 15</inkml:trace>
  <inkml:trace contextRef="#ctx0" brushRef="#br1" timeOffset="73816.48">10444 11478 1547 0,'0'0'0'0,"0"0"-311"0</inkml:trace>
  <inkml:trace contextRef="#ctx0" brushRef="#br1" timeOffset="79593.89">5490 8136 745 0,'0'0'94'16,"0"0"-90"-16,0 0-4 15,0 0 17-15,0 0 80 16,0 0 19-16,0 0-21 15,78-15-29-15,-60-11-20 16,-1-8-11-16,-1-4-4 16,-3-12 4-16,0-8-6 15,-3-9-17-15,-3-15 2 16,-5-9 1-16,-2-14 2 16,0-9-11-16,-7-11-4 0,-13-5 0 15,-7-7-1 1,-4-8-1-16,-4 0 5 0,-3-1-5 15,2-3 1-15,1 9-1 16,3 15 1-16,7 15 0 16,5 21 1-16,5 18 3 15,5 11-1-15,3 14 1 16,5 10-2-16,2 11 3 16,0 5-6-16,0 8 4 15,0 4-3-15,0 4 3 16,0 2-2-16,0 2 0 15,0-1-2-15,0-1 0 16,0 1-2-16,0 1 2 16,0 0-3-16,0 0 1 15,0-2 1-15,-1 2 1 0,1 0 1 16,0 0-1-16,0 0 3 16,0 0-3-16,0 0 2 15,0 0-1-15,0 0 5 16,0-1-1-16,0 1-2 15,0 0 5-15,0 0-6 16,0 0 6-16,0 0-2 16,0-1-3-16,0-1 5 15,0-1 2-15,0-1 0 16,0-3-2-16,0-2-8 16,0 1 6-16,-2-1-4 15,2 1-1-15,-2 0 0 0,2 4 0 16,0-1-1-16,0-1 0 15,0 2 2-15,0-5-2 16,0 2 1-16,0-2-1 16,-1 2 0-16,1 3 3 15,0 1-1-15,0 3 2 16,-2 0 0-16,2-2-3 16,0 2-1-16,0 0-8 15,-1 0 1-15,1 0 0 16,-4 0 1-16,1 7 2 15,-3 10 4-15,0 4 0 16,-2 4 0-16,-2 5 3 16,0-1-2-16,-1-2 1 15,3-4-2-15,3-5 1 0,1-6 2 16,1-5-2-16,2-3 2 16,1-3-2-16,0-1 2 15,0 0 2-15,0 0-1 16,0 0 1-16,0 0-1 15,0 0 6-15,0 0 1 16,0 0 1-16,0 0 3 16,0 0-2-16,0-9-4 15,0-7-4-15,0-8-4 16,0-5 0-16,0-1-1 16,4 0 1-16,5 4-1 0,1 7 0 15,4 6 0 1,4 6-6-16,7 5-2 0,9 2 1 15,6 6 5-15,3 17-6 16,4 8 8-16,3 9-9 16,6 2-59-16,0 5-60 15,6-4-110-15,-2-8-171 16</inkml:trace>
  <inkml:trace contextRef="#ctx0" brushRef="#br1" timeOffset="118200.69">16586 3975 235 0,'0'0'738'0,"0"0"-667"16,0 0-56-16,0 0 91 16,0 0-23-16,0 0-11 0,0 0-33 15,46-107-1 1,-36 71-22-16,-6 0 10 0,-4 5 4 15,0 0 0-15,-18 5 5 16,-16 6-15-16,-6 10-11 16,-6 10-8-16,-5 13-1 15,-5 39 3-15,-3 28 2 16,4 22-5-16,10 8 0 16,15-4 2-16,16-16-2 15,14-21-1-15,7-20-1 16,22-19 0-16,6-13-4 15,5-16 3-15,0-1-7 16,1-26-16-16,0-17 7 16,-5-8-23-16,-2-10 29 0,-6-7-8 15,-8-7 21 1,-6 1 1-16,-6 6 1 0,-5 19 25 16,0 20 11-16,-3 15-5 15,1 14-8-15,5 13-25 16,8 27-7-16,3 18 7 15,4 3 3-15,1-3-1 16,3-8-4-16,7-11-172 16,-2-13-115-16,-3-11-371 15</inkml:trace>
  <inkml:trace contextRef="#ctx0" brushRef="#br1" timeOffset="118832.57">16929 2987 981 0,'0'0'173'15,"0"0"-164"-15,0 0 35 16,0 0 71-16,0 0-74 0,0 0-39 16,-27 106 1-1,27-32 6-15,0-3-6 0,5-9-1 16,21-15-2-16,5-12 1 16,9-14-1-16,2-13 1 15,0-8-1-15,-5-4 8 16,-8-19 1-16,-8-11 0 15,-14-3-1-15,-7-7-2 16,-19-3 14-16,-21-2-10 16,-14-4-9-16,-3 1 10 15,1 3-10-15,5 12-1 16,13 12-2-16,11 14-23 16,16 11-37-16,11 0-15 15,0 12-36-15,23 0-7 16,16-7-78-16,9-5 20 0,4-6 49 15,-6-14 129-15,-7-3 0 16,-16 2 50-16,-11 0 120 16,-11 5 20-16,-1 2 5 15,0 7-47-15,0 4-27 16,-6 3-42-16,-7 6-33 16,-9 30-38-16,-5 24-2 15,-3 20 7-15,2 13-10 16,2 6 5-16,5-1 1 15,3-5-7-15,2-8-2 16,12-14 0-16,4-13-4 16,0-16-94-16,16-16-115 0,7-19-213 15</inkml:trace>
  <inkml:trace contextRef="#ctx0" brushRef="#br1" timeOffset="119102.99">17320 2818 1178 0,'0'0'132'0,"0"0"-121"15,0 0 20-15,0 0 28 16,0 0-51-16,-38 107 3 0,27-24 34 15,5 6-33-15,2-4-5 16,4-5-3-16,0-11 0 16,6-7-3-16,10-10-1 15,1-8-1-15,3-8-79 16,0-14-112-16,-2-11-276 16</inkml:trace>
  <inkml:trace contextRef="#ctx0" brushRef="#br1" timeOffset="119499.42">17442 3097 1206 0,'0'0'124'16,"0"0"-114"-16,0 0 19 16,0 0 27-16,0 0-48 15,0 0-2-15,64 64 0 16,-34-20-1-16,-4 1-3 15,-7-2-2-15,-7-2 2 16,-7-8-2-16,-3-9 0 16,-2-10 3-16,0-7-3 15,0-5 6-15,0-2 7 16,0 0 40-16,-7-23 4 16,0-11-52-16,3-14-3 15,4-4-2-15,0 1-4 16,12 8 3-16,8 9 2 0,2 15 2 15,4 7-2 1,0 9 0-16,1 3-1 0,-4 9-3 16,-1 16-6-16,-6 10 8 15,-4 1 1-15,-2 2-5 16,-5-4-63-16,0-2-88 16,-3-7-137-16,-2-7-279 15</inkml:trace>
  <inkml:trace contextRef="#ctx0" brushRef="#br1" timeOffset="119716.68">17844 2829 1170 0,'0'0'172'0,"0"0"-172"0,0 0 1 16,0 0 5-16,105 51 21 15,-58 4-8-15,-4 13-5 16,-11 9-5-16,-17 3-5 16,-15-2-2-16,0-7-2 15,-10-4-7-15,-17-10-133 16,-3-12-255-16</inkml:trace>
  <inkml:trace contextRef="#ctx0" brushRef="#br1" timeOffset="120256.76">18588 3782 1071 0,'0'0'201'0,"0"0"-195"16,0 0-5-16,0 0 11 16,0 0 7-16,0 0 19 15,120-9 33-15,-48 1-43 16,5-1-19-16,-4-1-9 16,-9 3-1-16,-14 0-106 15,-17-1-139-15,-19-1-275 16</inkml:trace>
  <inkml:trace contextRef="#ctx0" brushRef="#br1" timeOffset="120422.26">18679 3872 520 0,'0'0'1049'16,"0"0"-1049"-16,0 0-88 15,0 0 88-15,85 0 17 16,-12 0-9-16,9 0-8 15,-5 0-6-15,-14 0-249 16,-19 0-275-16</inkml:trace>
  <inkml:trace contextRef="#ctx0" brushRef="#br1" timeOffset="120565.35">18747 4071 1539 0,'0'0'0'0,"0"0"-33"0,0 0 24 15,0 0 9-15,117 0 5 16,-26 0-5-16,13 0-163 16,6-14-210-16</inkml:trace>
  <inkml:trace contextRef="#ctx0" brushRef="#br1" timeOffset="121066.68">19694 3775 1470 0,'0'0'53'0,"0"0"-44"0,0 0-4 16,51-94 34-16,-20 67-17 16,-6 3-10-16,-3-3 11 15,-6 0 21-15,-9-2-9 16,-4-2-10-16,-3 1 16 15,0 4-27-15,0 6 6 16,0 9 0-16,-1 7-8 16,1 4-10-16,0 0-2 15,0 0-9-15,0 23-6 16,0 16 15-16,0 12 1 16,7 7 1-16,6 0-1 15,0 6-1-15,-1 0 0 16,-4-1-1-16,-6-6-4 15,-2-9-33-15,0-11 15 16,-19-11-3-16,-12-7 11 0,-8-5 14 16,-5-7-4-16,-1-4 2 15,6-3 3-15,10 0 9 16,13-4-2-16,10-6 7 16,6 1-2-16,0-2-4 15,22-2-8-15,14 3 0 16,10-1-2-16,8 5 0 15,2 2-25-15,5 1-54 16,2 2-94-16,-2-6-116 16,-8-1-244-16</inkml:trace>
  <inkml:trace contextRef="#ctx0" brushRef="#br1" timeOffset="121332.41">20410 3274 1377 0,'0'0'100'16,"0"0"-93"-16,0 0 34 16,0 0 15-16,0 0-56 15,-77 81 0-15,66-7 4 16,8 8 1-16,3 7 4 0,0 2-6 15,3-1-2-15,15-5 1 16,2-3-1-16,3-8-1 16,2-14-75-16,-1-17-184 15,-6-19-374-15</inkml:trace>
  <inkml:trace contextRef="#ctx0" brushRef="#br1" timeOffset="122466.6">20520 3538 1403 0,'0'0'0'0,"0"0"0"16,0 0 0-16,0 0 4 16,52 96-3-16,-24-44 1 15,-1 3-1-15,-8 3 2 16,-10-5-3-16,-6-6-3 15,-3-9 3-15,0-9 3 16,0-11-2-16,-7-9 3 16,0-5 4-16,0-4 10 15,0-7 21-15,1-24-30 16,1-18-4-16,5-11-5 16,0-6-4-16,0 3 2 15,17 7-1-15,6 14 1 16,3 10-1-16,3 13-2 15,-6 12 5-15,2 7 0 16,-1 10-8-16,-2 21 2 0,-2 12 6 16,-5 3 3-16,-2 2 2 15,-1-1-5-15,-2-5 0 16,-2-9 4-16,1-8-4 16,-5-9 1-16,2-9 0 15,-5-5 3-15,1-2 4 16,0-2 7-16,3-23 13 15,0-11-27-15,0-13 2 16,-3-2 1-16,-1-2-4 16,2 3 1-16,3 6-1 15,0 12 0-15,1 13 0 0,-2 12-1 16,0 7-2-16,0 5-1 16,5 19-8-16,3 10 12 15,-1 5 2-15,3 0-1 16,0 0 1-16,3-5-1 15,4-5-1-15,5-8-1 16,3-8 0-16,-3-9 1 16,-2-4-6-16,-5-4-32 15,-5-14 35-15,-5-6 3 16,-3-6 4-16,-4-3-4 16,-3 1 2-16,0 5-1 15,0 9 3-15,0 10 0 16,0 6 14-16,0 2-18 15,0 9-6-15,0 18-1 0,0 8 7 16,0-1 1-16,8-1 3 16,11-7-4-16,3-8 0 15,2-8-1-15,2-6 1 16,-4-4 9-16,-8 0-8 16,-5-13 4-16,-9-6 10 15,0-4-2-15,-2-1 17 16,-15-3-6-16,-1-1-16 15,1 1-2-15,4 3-4 16,5 10-1-16,6 5-1 16,2 5-4-16,0 4-23 15,3 0-36-15,14 0 2 0,4 0 23 16,1 0-29-16,-2 9 20 16,2 8 32-16,-3 6 8 15,1 4 5-15,1 2 1 16,1-2 2-16,0-3-1 15,1-5 0-15,-3-4 1 16,0-6-2-16,-1-9 3 16,-1 0 7-16,-1-9 52 15,-4-12 35-15,-4-6 4 16,-6-4-25-16,-3-5-6 16,-5-5-16-16,-24-4-24 15,-5-4-8-15,-8 3-14 16,-2 7-6-16,8 8-1 15,7 14 0-15,7 10-10 16,9 7 5-16,3 0-28 0,5 4-67 16,5 18-67-16,0 9-47 15,11-1-243-15</inkml:trace>
  <inkml:trace contextRef="#ctx0" brushRef="#br1" timeOffset="122850.95">21754 3578 1247 0,'0'0'184'0,"0"0"-177"15,0 0 35-15,0 0 2 16,0 0-36-16,0 0-5 16,85 47-1-16,-61-5 4 15,-6-1-3-15,-6 3 3 16,-4-3-4-16,-4-8 0 15,-4-11 2-15,0-8-2 16,0-10-2-16,0-4 11 16,0 0 41-16,0-14 43 15,0-19-47-15,0-14-43 16,0-7-4-16,11-2 3 16,4 6-4-16,2 14 0 15,-1 14 3-15,1 11-2 16,4 11-1-16,2 0-1 15,6 22 0-15,0 13-4 0,-2 8-2 16,-5 5 5-16,-5-5-2 16,-4 1-21-16,-1-8-95 15,-6-11-172-15,1-12-491 16</inkml:trace>
  <inkml:trace contextRef="#ctx0" brushRef="#br1" timeOffset="123048.16">22206 3204 1041 0,'0'0'487'0,"0"0"-485"15,0 0 4-15,0 0-6 16,89 46 1-16,-37 16 11 16,-1 11-11-16,-8 11 4 15,-15 3-3-15,-18 6-1 16,-10 1-1-16,-7-1-2 15,-25-6-180-15,-4-14-218 16</inkml:trace>
  <inkml:trace contextRef="#ctx0" brushRef="#br1" timeOffset="123482.71">21941 4218 1323 0,'0'0'149'0,"0"0"-143"16,0 0 33-16,0 0 44 15,0 0-55-15,123 2-16 16,-60-2 0-16,-2 0-12 16,-10 0-3-16,-12 0-7 15,-16 0-112-15,-18 0-63 0,-5 0 6 16,-22 0-114-16,-22 3 0 16,-8 7 293-16,-4 1 30 15,2 0 190-15,14-4 18 16,12-4-47-16,16-1-31 15,9-1-47-15,3-1-50 16,0 1-36-16,15 1-24 16,18-2-3-16,14 0 9 15,6 0-9-15,-4 0-31 16,-14-2-170-16,-18-7-198 16</inkml:trace>
  <inkml:trace contextRef="#ctx0" brushRef="#br1" timeOffset="125115.64">17656 2616 779 0,'0'0'140'0,"0"0"-134"16,0 0 6-16,0 0 68 15,0 0 20-15,-65-85-13 16,36 68-19-16,-6 1-35 16,-8 3-15-16,-9 0 6 0,-8 6-10 15,-7 1-6 1,-6 6 8-16,-9 0-7 0,-1 6 3 16,2 16 12-16,4 10-5 15,4 18-7-15,-1 22 19 16,3 23-3-16,8 26-6 15,15 19-17-15,19 11 5 16,23-1-6-16,10-8-1 16,45-20 2-16,28-17-4 15,23-20 1-15,27-23-2 16,24-21 0-16,18-33-3 16,19-12-2-16,12-44-36 15,0-24-53-15,-6-20-4 0,-25-12 55 16,-32-8 43-1,-47-7 0-15,-43-8 8 0,-41-7 3 16,-22-9 8-16,-53-8-11 16,-41 10-7-16,-34 10 3 15,-28 34-8-15,-29 40-19 16,-21 42-59-16,-14 27-55 16,-6 51-194-16</inkml:trace>
  <inkml:trace contextRef="#ctx0" brushRef="#br1" timeOffset="126733.26">15836 2442 1039 0,'0'0'22'15,"0"0"-18"-15,0 0-2 16,0 0 17-16,0 0 85 16,0 0-21-16,0 0-37 15,-23-22-29-15,23 22-14 0,0 0 5 16,0 0-8-16,3 0-4 16,7 0 0-16,9 0 4 15,15 10 3-15,11 4 5 16,7 2 0-16,-1 0 14 15,-3-3-10-15,-10-2-8 16,-10-2 0-16,-13-5-2 16,-6-3 2-16,-8 2-1 15,-1-3 0-15,0 0 76 16,0 0-8-16,-11 0-17 16,-11-1-25-16,-8-11-28 15,-5 0 0-15,0 0 1 16,0 0 0-16,3 0 1 0,5 3-1 15,7 0-1 1,5 2-1-16,7 3 5 0,-1-1-4 16,3 1-1-16,-4-1 0 15,-6-5 3-15,2 0-3 16,-7-2 1-16,-2-2 0 16,-6 0-1-16,-7-4 0 15,-4 1 7-15,-4-2-5 16,-2 2 1-16,1 0 7 15,1 0-10-15,4 5 6 16,8 2 4-16,9 1 0 16,9 3 7-16,9 3-3 15,2-1 0-15,3 4-6 16,0 0-6-16,0 0-2 0,0 0-3 16,0 0-6-16,0 0 3 15,20 0 5-15,15 13 1 16,19 6 2-16,9 4-2 15,13 4 0-15,7-2 1 16,3 1 0-16,4-1-1 16,-5-1-2-16,-4-1 1 15,-7-2 1-15,-9-3 0 16,-11-3 3-16,-14-2-1 16,-11 0-2-16,-11-4 0 15,-8-3 2-15,-5-1 0 16,-5-4-2-16,0-1 2 15,0 0-2-15,0 0 3 16,0 0-3-16,0 0 16 16,-15 0 6-16,-10 0-5 0,-9-10-15 15,-6-5 0-15,-3 1-1 16,-2-3 0-16,1-2 1 16,2-3-1-16,4 0-1 15,8 0 4-15,6 1-4 16,11 5 0-16,7 7 0 15,3 5 1-15,3 4-1 16,0 0-3-16,0 0-3 16,9 0 0-16,18 7 5 15,9 8 2-15,8-1 0 16,1 0-1-16,-5 1 0 16,-6-5-2-16,-7 1 2 0,-11-5 0 15,-7-2 0-15,-5-3-2 16,-4 1 2-16,0-2 2 15,0 0-2-15,-15 0 0 16,-21 6-2-16,-23 10 2 16,-26 20 0-16,-15 19-4 15,-7 25-6-15,10 23-67 16,18 13-96-16,24 11-78 16,21-7-238-16</inkml:trace>
  <inkml:trace contextRef="#ctx0" brushRef="#br1" timeOffset="178805.95">4637 5949 623 0,'0'0'405'0,"0"0"-374"16,0 0-18-16,0 0 78 15,0 0 38-15,0 0-27 16,0 0-20-16,24-28-14 16,9-5-52-16,11-9-5 15,5-5 5-15,3-2-10 16,-1-4 10-16,-5 2 2 15,-4 1-7-15,-8 4 6 16,-7 8-10-16,-13 2 0 16,-5 6 2-16,-6 6-9 15,-3 7 0-15,0 8 0 16,-5 6-4-16,-13 3-5 16,-5 0-1-16,-6 3 10 0,-1 10-4 15,2 1 7-15,4-1-3 16,4-2 3-16,9-5-2 15,4-3 3-15,7-3-3 16,0 0 10-16,0 0-5 16,0 0-4-16,0 0 8 15,11-6-10-15,9-6 2 16,5 3-2-16,4 7-3 16,-4 2 1-16,-1 7-3 15,-8 15-2-15,-3 3 7 16,-6 6-9-16,-4 3-63 15,-3 3-116-15,0-6-108 0,-13-8-463 16</inkml:trace>
  <inkml:trace contextRef="#ctx0" brushRef="#br0" timeOffset="-213099.08">15804 2200 755 0,'0'0'26'0,"-20"-80"9"16,20 73 4-16,0 10-2 15,0 42-32-15,15 30 26 16,2 44 86-16,-3 48-17 15,0 45-14-15,0 42-25 16,-1 30 7-16,2 22-53 16,-2-3-4-16,-1-24-8 0,1-40-3 15,2-57-4 1,-2-45-5-16,1-32 3 0,-6-23 3 16,-6-25-55-16,-2-20-48 15,0-33-117-15,-7-17-99 16</inkml:trace>
  <inkml:trace contextRef="#ctx0" brushRef="#br0" timeOffset="-212151.29">15816 2558 806 0,'0'0'57'0,"23"-87"-39"0,13 69-10 15,28 7-7-15,37 7-1 16,41 2 7-16,45 2 15 16,48 0 37-16,55 0-9 15,49 2-28-15,39-2-16 16,35 0 8-16,15-5 17 15,2-4 2-15,-11 3-19 16,-14 6 8-16,-30 0-10 16,-30 0-9-16,-32 0-1 15,-37 0-2-15,-36-3 2 0,-33-3-3 16,-41-1 2-16,-41-2 0 16,-44 1 2-16,-38 2-3 15,-22 2 3-15,-13 2 4 16,-8 1 43-16,0 1 1 15,0 0-35-15,0 0-8 16,0 0-8-16,0 0-3 16,5 0 1-16,5 0-1 15,8 0 3-15,11 0-1 16,5 0 4-16,6-3 0 16,-1-1-3-16,0-5 2 15,2-2-4-15,-3 1 2 16,0-5 0-16,0 1-2 15,-4-1-3-15,-6-1-1 0,-3 3 0 16,-6 2 6-16,-6 2-2 16,-3 6 2-16,-1 0 0 15,-2 3 0-15,3 0-7 16,4 0 5-16,8 0 2 16,10 0-7-16,10 2 7 15,6 5 1-15,9-3 1 16,1 0-4-16,4-1 4 15,-1-2-2-15,-1 1 0 16,-1-1 2-16,-1-1-2 16,-3 0 0-16,-5 0 1 15,1 0-1-15,-10 0 2 16,-9 0 1-16,-8 0-3 0,-14 0 1 16,-9 0 3-16,-1-1 11 15,0-2 6-15,0 1-5 16,0 2-4-16,0 0 2 15,0 0 1-15,0 0-14 16,0 0-1-16,0 0-2 16,0 0-8-16,0 9 2 15,0 21 5-15,0 26 3 16,0 34 2-16,-17 32 4 16,-6 33 25-16,-9 26 9 15,-1 11 4-15,4 3-27 16,7 2-16-16,9 0 4 15,9-12 0-15,4-11-5 0,0-24 3 16,0-30-3-16,0-25-11 16,0-25-31-16,-28-23-28 15,-18-19-75-15,-23-28-211 16</inkml:trace>
  <inkml:trace contextRef="#ctx0" brushRef="#br0" timeOffset="-211618.01">15319 5157 575 0,'0'0'167'0,"0"0"-70"16,0 0-97-16,0 0-21 15,154-2 21-15,11-7 12 16,48 0 23-16,43-3 25 16,53-1-11-16,49-6-6 15,44-1-14-15,36-2-6 16,21 2 7-16,-1 4 14 15,-19 7 4-15,-24 6-7 16,-30 3-4-16,-38 0-27 16,-32 0 11-16,-38 0 29 15,-38 0-45-15,-35 5-5 16,-33 0-9-16,-29-3-34 0,-30 0-38 16,-30-2-71-16,-32 0-117 15,-34-14-304-15</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42:26.31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7586 3333 287 0,'0'0'156'0,"0"0"-156"0,0 0-60 16</inkml:trace>
  <inkml:trace contextRef="#ctx0" brushRef="#br0" timeOffset="3286.8">9833 1720 681 0,'0'0'120'0,"0"0"-97"15,0 0 1-15,0 0 67 16,0 0 27-16,0 0-35 15,0 0-13-15,-13-53-5 0,10 53-20 16,0 0-18 0,-1 0-7-16,-2 1-6 0,-3 25-2 15,-6 18 1-15,-2 19 4 16,3 14 15-16,1 8-23 16,7-1 10-16,6-3 0 15,0-7-6-15,6-11-2 16,13-9-8-16,1-6-1 15,2-6 1-15,1-4-3 16,3 0-20-16,0-7-53 16,4-4-47-16,4-10-80 15,2-16-185-15</inkml:trace>
  <inkml:trace contextRef="#ctx0" brushRef="#br0" timeOffset="4836.53">10079 2157 1115 0,'0'0'120'16,"0"0"-112"-16,0 0-1 15,0 0 43-15,-23-82 11 16,36 64-32-16,11-1-29 0,2 4 9 15,3 2-5 1,1 9-4-16,-5 4 0 0,0 0 0 16,1 21 2-16,-5 11 11 15,-1 6-2-15,-3 2-3 16,-6 1-4-16,-2-4-1 16,-6-3-3-16,-1-5 9 15,-2-6-9-15,0-6 0 16,0-10 4-16,0-4-3 15,0-3 8-15,0 0 5 16,0 0 4-16,0-2 12 16,0-18 13-16,0-11-43 15,0-9-2-15,0-3-5 16,1 2-5-16,13 1 10 16,1 10-5-16,3 6 4 0,-1 8 1 15,0 10-7-15,0 6 5 16,1 0-11-16,2 19 7 15,1 11 4-15,-2 5 1 16,-4 3 3-16,-4-3 0 16,-2-1 0-16,-6-3 0 15,1-6 5-15,-4-8-4 16,0-5-1-16,0-5 0 16,0-6 1-16,0 0 4 15,0-1 6-15,0-1 7 16,0-19-5-16,2-10-13 15,2-4-9-15,5 1 9 16,2 4 0-16,1 7-5 16,0 5 3-16,2 5 1 0,-1 4-12 15,2 5 10 1,0 3 1-16,1 0-5 0,3 8 1 16,-2 7 2-16,-1 2 2 15,-1 2 2-15,-3-2 0 16,-4 0-1-16,-1-4 1 15,-2-6-2-15,-1-1 2 16,-1-3-4-16,-2-3-9 16,1 0-7-16,0 0-4 15,0 0 24-15,2-9 1 16,3-9 4-16,0-4-5 16,3-3 0-16,-2 1 2 0,2 0-2 15,0 3 3-15,-1 4-3 16,-4 6 3-16,-4 4-2 15,-1 5 9-15,0 2 6 16,0 0-16-16,0 2-8 16,0 16 5-16,2 9 3 15,3-2 19-15,0 1-9 16,3-6-5-16,2-4 0 16,0-6-3-16,1-3-2 15,-1-5-4-15,-2-2 4 16,-2 0 5-16,0 0-2 15,0 0 5-15,1-9 3 16,-4-4-7-16,-3-4 9 0,0-1-11 16,0-1 6-16,-15-5-1 15,-3 4 12-15,0 2 0 16,1 5-14-16,2 6 9 16,3 4-3-16,5 2-7 15,2 1-4-15,3 0-9 16,-1 0-5-16,2 7-10 15,1 5-3-15,0-2-11 16,0-2-8-16,0-1-3 16,4-3 5-16,3-1 7 15,2-3-12-15,-1 0 14 16,2 0 9-16,-2 0 13 16,-1 0 8-16,-4 0 5 15,-1-2 6-15,0 1-4 0,0-3-2 16,1 4 2-16,2-2-1 15,0-2 0-15,0 3-1 16,0 1 0-16,4 0 0 16,-2 0-1-16,5 0 0 15,4 7-4-15,-2 6 5 16,2 2 1-16,-1 1 7 16,-4 1 0-16,1-4-1 15,-2 0-6-15,-3-3 0 16,-2-6 10-16,0-1 1 15,-3-3 4-15,-1 0 4 0,1 0 12 16,-1 0 18 0,3-3 21-16,4-13-16 0,2-6-28 15,-2-3-9-15,-2-4 12 16,-6 0-10-16,0-4 17 16,-6-4 1-16,-15 0-10 15,-10-1-2-15,-2 5-14 16,-2 5-7-16,2 3 1 15,6 9 6-15,5 4-8 16,10 6-1-16,6 3-3 16,6 3-12-16,0 0-22 15,0 12-53-15,0 18 14 16,16 9 37-16,9 0-74 16,12 1-10-16,7-10-47 0,4-8-163 15,1-9-39 1</inkml:trace>
  <inkml:trace contextRef="#ctx0" brushRef="#br0" timeOffset="5082.55">11484 1875 1086 0,'0'0'245'0,"0"0"-227"16,0 0 14-16,0 0 58 15,0 0-55-15,0 0-33 16,-25 51-2-16,25 0 31 0,0 3-17 16,0-1-10-16,8-5-1 15,-2-5-3-15,5-5 0 16,-1-3-53-16,3-8-68 16,1-7-62-16,-1-13-194 15,3-7-128-15</inkml:trace>
  <inkml:trace contextRef="#ctx0" brushRef="#br0" timeOffset="5370.24">11696 2023 737 0,'0'0'561'0,"0"0"-561"16,0 0 7-16,0 0-7 15,0 0 29-15,-17 78-14 16,37-65-8-16,9-7-2 15,4-3-4-15,2-3 5 16,-2 0 17-16,-5-10 2 16,-8-6 29-16,-9-2 23 15,-8-2-23-15,-3 0-11 16,-1 2-7-16,-21 1-28 16,-5 7-8-16,1 4 0 15,-5 3-15-15,5 3-40 16,7 0-74-16,11 0-77 15,8 0-172-15,5 0-207 0</inkml:trace>
  <inkml:trace contextRef="#ctx0" brushRef="#br0" timeOffset="5603.07">11965 1629 1341 0,'0'0'201'15,"0"0"-200"-15,0 0-1 16,0 0 0-16,0 0 0 16,0 0 15-16,117 105 0 15,-70-39-4-15,-8 4-8 0,-16 4-3 16,-16-1-1 0,-7-2-2-16,-9-5-23 0,-23-5-67 15,-11-7-109-15,-10-8-172 16,-13-8-199-16</inkml:trace>
  <inkml:trace contextRef="#ctx0" brushRef="#br0" timeOffset="5903.02">10243 2784 1255 0,'0'0'212'0,"0"0"-212"15,0 0-54-15,134 0 54 16,-32 0 73-16,27 0-28 16,19 0-15-16,13-5-20 15,8-8 4-15,0-4-8 16,-14 2-5-16,-12 1-1 15,-30 5-17-15,-25 1-47 16,-24 6-85-16,-27-1-109 16,-28 3-105-16,-13 0-107 15</inkml:trace>
  <inkml:trace contextRef="#ctx0" brushRef="#br0" timeOffset="6136.65">10337 3026 296 0,'0'0'1392'0,"0"0"-1392"16,134-9-138-16,-9 0 138 16,29-5 9-16,18 1 38 15,12-1-35-15,1 5-5 16,-9 3-7-16,-15 3-49 15,-21 0-156-15,-23-5-64 0,-25-2-163 16</inkml:trace>
  <inkml:trace contextRef="#ctx0" brushRef="#br0" timeOffset="6254.98">12124 2825 1323 0,'0'0'282'15,"0"0"-282"-15,0 0 0 16,0 0-7-16,0 0-30 15,0 0-131-15,0-19-233 16,-13 25-317-16</inkml:trace>
  <inkml:trace contextRef="#ctx0" brushRef="#br0" timeOffset="9518.78">16649 1168 340 0,'0'0'335'15,"0"0"-285"-15,0 0-45 16,0 0 26-16,0 0 128 0,0 0-37 16,0 0-37-1,7-2-29-15,-3-9-18 0,-4-2 12 16,0 2-11-16,0-3-1 16,0 1-5-16,-14 3-8 15,-6 4 20-15,-3 6-45 16,-6 0 0-16,-3 20 4 15,3 16-4-15,3 11-6 16,9 9 2-16,6 1 4 16,11-5-5-16,2-8 3 15,21-11-3-15,9-15 5 16,5-11-3-16,1-7-8 16,-4-4 2-16,-3-23-27 15,-9-8 21-15,-9-1 15 16,-6-1 4-16,-7 2 2 0,0 2-2 15,0 2 19-15,-11 6 10 16,1 7-31-16,4 9 3 16,2 7 32-16,2 2-37 15,-2 27-14-15,-2 24 8 16,0 25 6-16,3 21 1 16,2 8-1-16,1 8 0 15,-2-1 1-15,-2-5-1 16,-6-11-1-16,-1-20-5 15,-7-18 5-15,-2-17-2 16,-6-12-1-16,0-12 4 0,-9-7 31 16,-6-10 30-16,-2 0 12 15,-3-26-12 1,0-13-10-16,9-14-16 0,10-6-25 16,16-2 2-16,11-1-5 15,7 2-2-15,24 6-5 16,13 7 0-16,6 7-3 15,8 7-26-15,7 2-56 16,11 4-76-16,4-1-78 16,-3-1-292-16</inkml:trace>
  <inkml:trace contextRef="#ctx0" brushRef="#br0" timeOffset="10118.78">17115 1180 350 0,'0'0'957'16,"0"0"-914"-16,0 0-36 16,-104-12 88-16,89 20-17 15,0 14-60-15,1 13-11 16,3 9 2-16,1 5 9 16,4 1 12-16,6-4-13 15,0-5-8-15,6-8-7 16,19-3-1-16,10-5-2 0,13-11-3 15,13-6-14 1,10-8-97-16,8 0-48 0,0-17-45 16,-7-10-133-16,-11-3 15 15,-15-4 4-15,-17-4 322 16,-13 0 55-16,-15 0 190 16,-1 3 19-16,-3 11-11 15,-15 5-33-15,-4 15-58 16,-5 4-71-16,-3 12-60 15,-5 24-15-15,0 11 3 16,6 3-4-16,11-2 7 16,10-12-12-16,8-8-5 15,4-11-5-15,25-9 2 16,11-8 0-16,8-4 3 16,0-18 5-16,-6-8-1 0,-9-11-5 15,-10-8 0 1,-10-5 2-16,-7-5 2 0,-6 0 11 15,0 2 8-15,-22 4 20 16,-5 7-4-16,4 11-19 16,2 14 1-16,10 13-3 15,5 8-4-15,3 0-18 16,-1 11-7-16,-5 24-1 16,1 10 1-16,4 6-6 15,4 0-41-15,9-3-46 16,17-1-83-16,8-5-71 15,1-12-271-15</inkml:trace>
  <inkml:trace contextRef="#ctx0" brushRef="#br0" timeOffset="10329.5">18118 1254 1618 0,'0'0'30'0,"0"0"-30"16,0 0 0-16,0 0 7 15,125 0 10-15,-46 0-17 16,-3 0-2-16,-5 0-21 16,-13 0-182-16,-16 0-149 15,-20 0-524-15</inkml:trace>
  <inkml:trace contextRef="#ctx0" brushRef="#br0" timeOffset="10481.21">18196 1529 1350 0,'0'0'105'0,"0"0"-105"16,0 0-37-16,0 0 37 15,133 9 0-15,-47-9-155 16,4-10-212-16,-9-8-401 0</inkml:trace>
  <inkml:trace contextRef="#ctx0" brushRef="#br0" timeOffset="10938.26">18903 988 870 0,'0'0'585'16,"0"0"-559"-16,0 0-12 16,0 0 30-16,0 0-43 15,0 0 5-15,-23 106-6 16,28-32 6-16,3 8-2 16,-1 1 9-16,-2-5 24 0,-1-10-23 15,-3-12-8-15,1-13-3 16,-2-15 2-16,1-10-2 15,1-10 0-15,-2-5-3 16,0-3 2-16,0 0 6 16,2-8 9-16,0-21 58 15,2-15-63-15,5-11-8 16,-1-8-4-16,6 4 3 16,0 13-1-16,0 13 0 15,-2 16 10-15,0 13 1 16,1 4-13-16,5 1 0 15,4 23-6-15,1 9 6 16,-1 7-1-16,0 3 1 16,-4-1 0-16,-1-3-4 0,-2-6 2 15,1-4-69-15,5-8-145 16,3-12-118-16,7-9-350 16</inkml:trace>
  <inkml:trace contextRef="#ctx0" brushRef="#br0" timeOffset="11220.14">19544 1217 1320 0,'0'0'38'16,"0"0"5"-16,0 0 80 16,0 0 11-16,0 0-73 15,0 0-48-15,-65-35-6 0,45 63-7 16,-2 15 0-16,2 8 0 15,6 5 1-15,11-2 0 16,3-5-1-16,7-10 0 16,16-10-1-16,10-8 1 15,7-9-10-15,8-7 7 16,1-5-30-16,7-2-86 16,2-22-57-16,1-5-42 15,0-6-208-15,-7-6-329 16</inkml:trace>
  <inkml:trace contextRef="#ctx0" brushRef="#br0" timeOffset="11551.8">20139 1166 1014 0,'0'0'105'0,"0"0"-47"0,0 0 77 16,-60-78 11-16,48 62-67 15,4 4-33-15,1 6-3 16,4 2 0-16,1 2-11 15,2 2-6-15,-1 0-8 16,1 0-1-16,-3 0-7 16,0 0-1-16,2 0-8 15,-1 0 5-15,-1 3-6 16,-6 21-3-16,-1 14-4 16,2 15-1-16,3 12 8 15,5 11 0-15,0 5 0 0,2 0 3 16,8-5-1-16,1-5 0 15,-2-4-2-15,-3-4 0 16,-4-6 1-16,-2-6-1 16,0-9-7-16,-6-13-38 15,-10-11-137-15,1-15-127 16,-2-3-397-16</inkml:trace>
  <inkml:trace contextRef="#ctx0" brushRef="#br0" timeOffset="11702.13">19858 1525 1399 0,'0'0'22'0,"0"0"-18"0,126-34-7 15,-57 25 3-15,10 2-2 16,3 4-45-16,-12 3-79 16,-19 0-155-16,-25 0-315 15</inkml:trace>
  <inkml:trace contextRef="#ctx0" brushRef="#br0" timeOffset="12035.23">18673 2039 1415 0,'0'0'77'0,"0"0"-77"15,165-3-9-15,-39-2 9 16,27-1 42-16,25-1-13 16,10-1-7-16,6 1-17 15,-10-2-4-15,-16 0-1 16,-27 0-3-16,-32 0 3 15,-34 3-7-15,-31 2-75 16,-30-1-114-16,-14 2-28 0,-41-2-71 16,-22 4-138-1</inkml:trace>
  <inkml:trace contextRef="#ctx0" brushRef="#br0" timeOffset="12234.61">18933 2253 1467 0,'0'0'49'0,"152"0"-46"15,-14 0-3-15,22-8 10 16,23-7-3-16,10-2-6 16,-2-1-2-16,-10 1 0 0,-26 1-138 15,-31 3-131-15,-27-1-125 16,-30 2-135-16</inkml:trace>
  <inkml:trace contextRef="#ctx0" brushRef="#br0" timeOffset="12319.87">20594 2100 809 0,'0'0'132'0,"0"0"-132"16,0 0-31-16,0 0-35 16,-95 8-377-16</inkml:trace>
  <inkml:trace contextRef="#ctx0" brushRef="#br0" timeOffset="42262.07">4100 4130 897 0,'0'0'162'0,"0"0"-146"15,0 0-6-15,0 0 58 16,0 0 26-16,0 0-62 16,0 0-29-16,-6 52-3 15,3 10 7-15,3 12 22 16,0 2 25-16,13-11-24 0,19-15-22 15,8-16-8 1,10-14 8-16,5-10-6 16,0-10 13-16,-3-6-15 0,-10-20 12 15,-7-8-12-15,-15-5-7 16,-15-6-1-16,-5-5 5 16,-21-1-4-16,-24 2-7 15,-14 5 1-15,-11 8 10 16,-1 5-6-16,3 10 2 15,12 11-18-15,17 4 13 16,16 6-4-16,12 0-45 16,11 0-32-16,11-3-34 15,22-4-15-15,16-5 51 16,5-5-14-16,0-1-11 16,-9 0 96-16,-8 0 20 0,-14 4 2 15,-6-1 9-15,-9 5 66 16,-8 2 62-16,0 2 34 15,0 5-13-15,0 1-36 16,0 0-46-16,0 0-35 16,0 19-43-16,-6 28 10 15,-8 25-5-15,-6 21 51 16,-7 14 2-16,-3 2-39 16,-3 2-10-16,-1-11-5 15,8-12-4-15,4-15-6 16,8-13-36-16,11-14-59 15,3-16-25-15,2-17-192 0,16-13-122 16</inkml:trace>
  <inkml:trace contextRef="#ctx0" brushRef="#br0" timeOffset="42597.15">4828 3987 946 0,'0'0'116'0,"0"0"-104"0,0 0 26 15,0 0 56-15,0 0-9 16,0 0-59-16,0 0-24 15,-12 21 5-15,-3 48 11 16,0 22 30-16,2 12 11 16,6 2-12-16,7-3-33 15,0-17-1-15,18-16-8 16,13-15-5-16,4-12-14 16,0-11-55-16,3-14-18 15,1-8-47-15,-1-9-105 16,-5-7-256-16</inkml:trace>
  <inkml:trace contextRef="#ctx0" brushRef="#br0" timeOffset="42806.41">5124 4151 1072 0,'0'0'118'0,"0"0"-114"15,-4 76-4-15,4-15 28 16,4 3-4-16,9 2-14 16,0-2-7-16,1-5-3 15,-2-2-4-15,0-8-139 16,-5-11-172-16,2-11-86 16</inkml:trace>
  <inkml:trace contextRef="#ctx0" brushRef="#br0" timeOffset="43090.99">5347 4369 910 0,'0'0'266'16,"0"0"-262"-16,0 0-3 15,-9 90 1-15,18-71 4 0,17-6 4 16,4-8 11-16,4-5-1 15,-3 0 6-15,-6-9-6 16,-9-6 7-16,-9 1 15 16,-7-4 5-16,0-2 8 15,-11 0-30-15,-9 1-25 16,-2 2-4-16,3 5-21 16,-2 2-56-16,6 2-44 15,5-1-104-15,5-1-209 16</inkml:trace>
  <inkml:trace contextRef="#ctx0" brushRef="#br0" timeOffset="43329.85">5503 4059 967 0,'0'0'255'0,"0"0"-243"16,0 0-8-16,0 0-1 15,0 0 12-15,0 0 35 16,103 123-7-16,-70-65-11 15,-7 3 5-15,-7 4-23 16,-10-2-4-16,-9-3-10 16,0-4 0-16,-16-5 0 15,-9-6 0-15,-1-3-81 16,0-9-73-16,6-10-190 16,8-12-138-16</inkml:trace>
  <inkml:trace contextRef="#ctx0" brushRef="#br0" timeOffset="43498.59">6115 4330 1278 0,'0'0'0'0,"0"0"-31"16,87-29 25-16,-54 20-23 15,-5 3-314-15,-15 4-387 16</inkml:trace>
  <inkml:trace contextRef="#ctx0" brushRef="#br0" timeOffset="43644.73">6135 4463 1212 0,'0'0'326'0,"0"0"-326"16,0 0-100-16,0 0 100 15,0 0 0-15,124-2-111 16,-68-12-129-16,-3 1-371 16</inkml:trace>
  <inkml:trace contextRef="#ctx0" brushRef="#br0" timeOffset="45116.66">6899 3979 710 0,'0'0'238'0,"0"0"-199"0,0 0-9 16,0 0 8-16,0 0 4 16,-35 92 14-16,34-38-9 15,1 3-7-15,6-3-16 16,16-6-3-16,6-14-17 15,6-12-2-15,1-13 9 16,2-9-3-16,-1-2 4 16,0-23-1-16,-4-9-4 15,-7-7-4-15,-12-1-2 16,-13-1 7-16,-7 2 1 16,-28 0 2-16,-15 3-10 15,-7 5 7-15,-3 9-7 16,4 7-2-16,13 8-3 15,11 9 3-15,16-2-2 0,9 0-3 16,7 1-18-16,5-7-31 16,22-5-77-16,10-10 112 15,5-2 9-15,-4-4 7 16,-10 4 4-16,-7 4 5 16,-10 2 2-16,-8 4 15 15,0 6 33-15,-3 3 19 16,0 4-1-16,0 2-9 15,0 0-7-15,0 0-27 16,0 0-15-16,0 19-15 16,-3 31 0-16,-10 23 22 15,-4 20 17-15,-1 13-12 16,-2-3-20-16,0-2-5 0,7-11 0 16,0-9-2-16,6-11-3 15,3-12-39-15,1-5-56 16,1-11-107-16,2-16-86 15,0-17-329-15</inkml:trace>
  <inkml:trace contextRef="#ctx0" brushRef="#br0" timeOffset="45461.68">7505 3808 1138 0,'0'0'118'16,"0"0"-111"-16,0 0 10 15,0 0 59-15,0 0-13 16,0 0-40-16,-36 47-23 15,25 16 24-15,-1 18 11 16,5 6-17-16,1 0 5 0,6-5-17 16,0-9 1-1,0-11-4-15,15-8-2 0,6-11-2 16,3-5-53 0,6-11-80-16,0-10-108 0,0-14-323 15</inkml:trace>
  <inkml:trace contextRef="#ctx0" brushRef="#br0" timeOffset="45844.87">7814 4049 1311 0,'0'0'151'0,"0"0"-151"16,0 0 4-16,0 0-4 15,0 0 18-15,93-37-4 16,-58 42-11-16,-6 17-3 16,-10 7-2-16,-13 6 1 15,-6 3 0-15,-10 7-3 16,-24 0 4-16,-9-1 5 16,-3-4-4-16,1-12 4 15,7-13-3-15,10-10 3 16,10-5 23-16,6 0 13 15,11-16-11-15,1-3-21 16,13-4-2-16,22 2-7 16,12 2 0-16,3 5-2 15,3 9-3-15,1 5-17 16,-4 0-49-16,2 5 0 0,-5 8-47 16,1-2-44-16,-6 2-115 15,-7-3-85-15</inkml:trace>
  <inkml:trace contextRef="#ctx0" brushRef="#br0" timeOffset="45946.52">8317 4307 871 0,'0'0'261'15,"0"0"-255"-15,0 0-1 16,0 0-5-16,0 0-45 16,0 0-266-16,32-63-153 0</inkml:trace>
  <inkml:trace contextRef="#ctx0" brushRef="#br0" timeOffset="46527.97">8730 3957 1191 0,'0'0'112'15,"0"0"-106"-15,0 0 27 16,0 0 50-16,0 0-25 15,0 0-25-15,-33-2 6 16,13 2-14-16,-10 6-22 0,-2 3 2 16,0-1-3-1,5-2 2-15,4-3 1 0,6-2 1 16,2-1-2-16,3 0 1 16,4 0-5-16,1 0 1 15,2 0-1-15,5 2-1 16,0-2-1-16,0 0-9 15,0 0 3-15,0 0 0 16,0 4 0-16,-2 4 0 16,1 7 4-16,-2 3 4 15,-4 7 0-15,1 5 0 16,-3-4 1-16,1 2-1 0,-1-8 0 16,3-5 0-1,3-6 1-15,3-6-1 0,0-3-3 16,3 0-7-16,16 0 10 15,8-5 9-15,8-4-8 16,7 0 2-16,3 1-3 16,4 3-9-16,-3 5-9 15,-4 0 8-15,-11 0 5 16,-11 18 3-16,-10 5-6 16,-10 3 7-16,0 0 2 15,-16 3 8-15,-10-1 12 16,-9 0-11-16,-4-5 0 15,-1-1-10-15,4-7-4 16,5-3-57-16,8-9-124 16,10-3-121-16,9-12-264 0</inkml:trace>
  <inkml:trace contextRef="#ctx0" brushRef="#br0" timeOffset="46764.93">8951 3806 1115 0,'0'0'140'0,"0"0"-135"15,0 0-5-15,102 83 51 16,-67-30-7-16,-6 5 4 16,-8 5-10-16,-8 5-3 0,-11 3-17 15,-2-2-11-15,-12-5 1 16,-12-9-7-16,-5-8-2 15,0-10-37-15,1-9-95 16,7-11-146-16,5-12-262 16</inkml:trace>
  <inkml:trace contextRef="#ctx0" brushRef="#br0" timeOffset="46986.28">9590 4097 1411 0,'0'0'135'0,"0"0"-135"16,0 0-42-16,0 0 42 15,91 10 0-15,-55-10-22 16,0 0-160-16,-12 0-168 15</inkml:trace>
  <inkml:trace contextRef="#ctx0" brushRef="#br0" timeOffset="47111.14">9668 4218 1034 0,'0'0'139'0,"0"0"-139"15,0 0-136-15,0 0 82 16,0 0-249-16</inkml:trace>
  <inkml:trace contextRef="#ctx0" brushRef="#br0" timeOffset="47858.58">9680 4390 806 0,'0'0'297'0,"0"0"-287"16,0 0-6-16,0 0 35 0,0 0 22 16,118-11-37-16,-74 11-17 15,3 0-7-15,1 0-22 16,3 0-159-16,-5-1-294 15</inkml:trace>
  <inkml:trace contextRef="#ctx0" brushRef="#br0" timeOffset="48108.01">10374 3979 1061 0,'0'0'209'16,"0"0"-184"-16,0 0-25 0,0 0-4 15,0 0 4 1,28 96 24-16,-1-23 0 0,-4 3-15 16,-1 3-6-16,-1-4-3 15,0-9-54-15,-1-14-108 16,0-11-119-16,-4-15-26 15</inkml:trace>
  <inkml:trace contextRef="#ctx0" brushRef="#br0" timeOffset="48410.88">10679 4199 1013 0,'0'0'135'15,"0"0"-132"-15,0 0-3 16,-3 85 10-16,18-68 6 16,14-8-5-16,6-9 0 15,2 0 19-15,-1-9-19 16,-4-15 1-16,-9-3 7 16,-11-1 31-16,-12 0 14 15,0 2 4-15,-20 2-44 16,-14 1-24-16,-5 5-10 15,-1 5 5-15,6 9-20 16,7 4-50-16,9 0-29 0,11 14-66 16,7 3-132-1,3-1-77-15</inkml:trace>
  <inkml:trace contextRef="#ctx0" brushRef="#br0" timeOffset="48677.25">11149 3748 1055 0,'0'0'243'0,"0"0"-225"16,0 0-3-16,-85 36 29 16,72 27 20-16,3 24-8 15,7 18-23-15,3 13 0 0,0 3-6 16,7-2-5-16,12-12-17 15,6-15-2-15,5-16-3 16,7-12-4-16,1-13-54 16,-1-12-67-16,1-15-55 15,1-18-181-15,-4-6-233 16</inkml:trace>
  <inkml:trace contextRef="#ctx0" brushRef="#br0" timeOffset="48878.18">11544 3996 262 0,'0'0'1096'0,"0"0"-1053"0,0 0-39 16,-23 108-4-16,23-48 15 15,1 2 0-15,17 0-10 16,4-5-5-16,0-5-10 15,-2-7-134-15,-6-12-218 16,-4-13-313-16</inkml:trace>
  <inkml:trace contextRef="#ctx0" brushRef="#br0" timeOffset="49029.94">11786 4202 1071 0,'0'0'28'15,"0"0"-23"-15,87 0-5 16,-34 0 8-16,11 0-8 16,5 0-202-16,-1-5-215 15</inkml:trace>
  <inkml:trace contextRef="#ctx0" brushRef="#br0" timeOffset="49218.79">12368 3906 118 0,'0'0'1074'0,"0"0"-1034"0,0 0-24 16,0 0 27-1,0 0-33-15,0 0 25 0,-27 112-23 16,44-67-9-16,0 1-3 16,-2-2-73-16,-7 0-86 15,-6-1-191-15,-2-6-269 16</inkml:trace>
  <inkml:trace contextRef="#ctx0" brushRef="#br0" timeOffset="49398.6">12213 4399 1174 0,'0'0'273'0,"0"0"-273"15,0 0 6-15,0 0-6 0,0 0 27 16,138-20-13-16,-76 14-14 15,-2 4-2-15,-8 2-135 16,-12 0-96-16,-13 0-143 16,-19 11-68-16</inkml:trace>
  <inkml:trace contextRef="#ctx0" brushRef="#br0" timeOffset="49711.94">12437 4531 1065 0,'0'0'301'0,"0"0"-301"15,0 0 0-15,0 0 27 16,0 0 19-16,0 0-9 16,95 6-19-16,-80 6-10 0,-10 4-8 15,-5 1 1 1,-10 4 1-16,-22 2-1 0,-10 1 5 16,-4-2-3-16,-3-4 0 15,6-4-1-15,12-5 2 16,15-6-4-16,11-3 5 15,5 0 12-15,8 0-10 16,22-4-4-16,12-4 0 16,8 2 1-16,4 0 0 15,3 2-4-15,6-3 0 16,0 2-3-16,-2-2-59 16,-9 3-50-16,-9-2-132 0,-13-3-190 15</inkml:trace>
  <inkml:trace contextRef="#ctx0" brushRef="#br0" timeOffset="49954.8">12739 3975 1166 0,'0'0'163'16,"0"0"-163"-16,0 0-11 15,0 0 11-15,92 77 59 16,-52-22-6-16,-1 8-22 0,-9 5 8 16,-10 3-23-16,-10 2-2 15,-10 1-7-15,-4-2-7 16,-19-6-33-16,-2-8-103 16,4-17-67-16,4-16-285 15</inkml:trace>
  <inkml:trace contextRef="#ctx0" brushRef="#br0" timeOffset="50243.69">13241 3815 1289 0,'0'0'117'0,"0"0"-111"16,0 0-2-16,0 0 34 16,-92 65-1-16,87 12 6 15,5 12-3-15,2 6 8 16,19 2-10-16,1-8-11 16,3-8-16-16,3-11-10 15,4-8-1-15,0-11-19 16,0-8-78-16,-3-14-74 15,-8-13-83-15,-3-16-305 16</inkml:trace>
  <inkml:trace contextRef="#ctx0" brushRef="#br0" timeOffset="50448.87">13470 3967 325 0,'0'0'1058'16,"0"0"-1058"-16,0 0-12 16,0 101 12-16,0-52 8 15,8 3-2-15,2 1-4 16,-3-2-2-16,-2-2-90 16,-5-8-223-16,0-16-265 0</inkml:trace>
  <inkml:trace contextRef="#ctx0" brushRef="#br0" timeOffset="50591.54">13646 4280 1027 0,'0'0'197'15,"0"0"-193"-15,0 0-4 16,122-40 19-16,-77 24-19 16,6 1-8-16,8-1-93 15,4 1-193-15,1-2-236 16</inkml:trace>
  <inkml:trace contextRef="#ctx0" brushRef="#br0" timeOffset="50769.76">14258 3888 1370 0,'0'0'125'0,"0"0"-122"0,0 0 16 15,0 0 5-15,0 0-21 16,-14 76-1-16,24-31-1 15,0 2-1-15,-3 1-68 16,-7 1-98-16,0 3-170 16,-4-1-254-16</inkml:trace>
  <inkml:trace contextRef="#ctx0" brushRef="#br0" timeOffset="50935.27">14075 4474 1332 0,'0'0'47'0,"0"0"-40"16,0 0-7-16,89-13 31 16,-51 8-26-16,4 0-5 15,-3 3-19-15,-3-2-131 16,-3 0-161-16,-7 1-246 16</inkml:trace>
  <inkml:trace contextRef="#ctx0" brushRef="#br0" timeOffset="51511.15">14497 4432 896 0,'0'0'151'0,"0"0"-143"15,0 0 137-15,0 0-8 16,0 0-56-16,0 0-29 16,-61 0-16-16,35 2-1 15,-6 6-10-15,-4 4-1 16,1 3-16-16,4-1 6 15,3-1-7-15,4-2-3 16,9-5-3-16,6-1 1 16,6-4 0-16,3-1 2 15,0 0-4-15,0 0 0 16,0-3-11-16,0-6-6 16,3 1 17-16,1 3 0 15,-2 3-2-15,1 1 1 0,-3 1-5 16,1 0-2-16,1 0 2 15,2 0 1-15,-1 15 5 16,-2 4 0-16,-1 6 1 16,0 3-1-16,0 0 4 15,0-4-4-15,0-2 4 16,0-5 0-16,4-5 1 16,4-4 1-16,8-8-2 15,5 0 3-15,4 0-2 16,4-8-1-16,0-1-1 15,0-1-3-15,-2 3 0 16,0 1-2-16,-6 4 3 16,-6 2-2-16,-5 0 2 15,-6 5 4-15,-4 11 8 0,-2 5 21 16,-19 5-8 0,-8 0-5-16,-6 0-12 0,-2-1-4 15,-1-1-3-15,-2-4-4 16,1-4-20-16,4-4-75 15,8-11-53-15,10-1-147 16,10-16-319-16</inkml:trace>
  <inkml:trace contextRef="#ctx0" brushRef="#br0" timeOffset="51777.18">14527 3797 625 0,'0'0'692'0,"0"0"-692"15,0 0 9-15,129 8-9 16,-81 44 67-16,0 19 12 16,-4 12 13-16,-11 9-23 15,-13 4-26-15,-15 5-4 16,-5-1-11-16,-22-5-12 15,-16-5-10-15,-7-9-5 16,-3-10-1-16,-3-9-76 16,3-15-168-16,-1-16-433 0</inkml:trace>
  <inkml:trace contextRef="#ctx0" brushRef="#br0" timeOffset="52308.41">15347 4215 1165 0,'0'0'239'0,"0"0"-239"16,0 0-15-16,0 0 15 16,131-10 14-16,-75 10-14 15,5 0-18-15,1 0-104 16,-12 0-187-16,-20 0-423 16</inkml:trace>
  <inkml:trace contextRef="#ctx0" brushRef="#br0" timeOffset="52449.81">15440 4381 1200 0,'0'0'0'15,"0"0"-70"-15,0 0 56 16,101-17 3-16,-40 4 8 16,7-3-257-16,4-1-91 15</inkml:trace>
  <inkml:trace contextRef="#ctx0" brushRef="#br0" timeOffset="52720.07">16034 3794 977 0,'0'0'159'16,"0"0"-159"-16,0 0 0 15,7 107 62-15,-3-44 7 16,3 1-52-16,-1-5-14 16,2 0 3-16,2-5-6 0,2-6-81 15,0-10-179 1,-2-13-203-16</inkml:trace>
  <inkml:trace contextRef="#ctx0" brushRef="#br0" timeOffset="53027.61">16238 4005 1226 0,'0'0'54'16,"0"0"-52"-16,0 0-3 15,0 0 2-15,34 87 7 16,9-79 9-16,6-8-14 0,-4 0 6 16,-10 0-6-1,-12-13 0-15,-9-6 9 0,-9-3 7 16,-5-6 37-16,-3 0-6 16,-19-1-13-16,-7 2-24 15,-2 5-13-15,3 8-1 16,0 9-4-16,5 5-3 15,1 25 1-15,2 14-43 16,7 10-49-16,8 2-76 16,5-2-212-16,0-6-242 15</inkml:trace>
  <inkml:trace contextRef="#ctx0" brushRef="#br0" timeOffset="53283.13">16021 4466 1309 0,'0'0'82'15,"0"0"-67"-15,90 0-15 16,-16 0 62-16,13-4-33 15,4 0-19-15,-5 0-7 16,-10 4-3-16,-17 0-72 16,-15 0-127-16,-16 0-170 0,-21 0-325 15</inkml:trace>
  <inkml:trace contextRef="#ctx0" brushRef="#br0" timeOffset="53642.86">16277 4617 1029 0,'0'0'265'15,"0"0"-265"-15,0 0 0 16,113 1 47-16,-71 16-2 16,-7 4-28-16,-6 4 7 0,-12 4-16 15,-14 2-5 1,-3 0-1-16,-22 2 0 0,-16-1-2 15,-16 2 0-15,-10-6 10 16,3-5-5-16,5-9-3 16,18-10-1-16,17-4 7 15,14 0 1-15,7-7 19 16,8-7-13-16,24 0-9 16,10 1 7-16,10 2 10 15,1 7-2-15,4 1-7 16,1 0-9-16,1 3-2 15,2 0-6-15,-5 0-3 16,-2-3-79-16,-8-3-107 0,-9-7-220 16</inkml:trace>
  <inkml:trace contextRef="#ctx0" brushRef="#br0" timeOffset="53799.03">16836 4396 1244 0,'0'0'0'0,"0"0"-267"15,0 0 221-15,0 0-110 16,0 0-332-16</inkml:trace>
  <inkml:trace contextRef="#ctx0" brushRef="#br0" timeOffset="54295.56">17196 3721 861 0,'0'0'418'15,"0"0"-418"-15,0 0-46 16,0 0 46-16,0 0 4 15,7 89 28-15,-7-37-22 16,0-1-10-16,-15-7 3 16,0-10 2-16,0-13-5 0,7-11 0 15,2-4 2 1,6-6 9-16,0 0 1 0,0 0-2 16,3 0-6-16,14 0-3 15,9 0 1-15,6 0 1 16,4 0-2-16,3 2 0 15,1-2 1-15,-3 0-1 16,-7 0 0-16,-8 0 0 16,-11-2-1-16,-7-8 0 15,-4 0 2-15,0-4-2 16,0-1 1-16,-9-1 0 16,-3 1 7-16,-1 4 0 15,5 4 6-15,3 2 20 16,1 5-9-16,1 3-25 0,0 23 0 15,1 8 0-15,2 8 1 16,0 2-1-16,0-3 0 16,0 2-18-16,0 1-80 15,0 0-154-15,0-1-192 16</inkml:trace>
  <inkml:trace contextRef="#ctx0" brushRef="#br0" timeOffset="54461.57">17295 4465 1305 0,'0'0'8'0,"0"0"12"15,0 0-20-15,121-20 20 16,-72 16-20-16,3 4-3 16,-3 0-108-16,-11 0-177 15,-8 0-271-15</inkml:trace>
  <inkml:trace contextRef="#ctx0" brushRef="#br0" timeOffset="55059.66">17730 4492 1027 0,'0'0'186'0,"0"0"-184"0,0 0 69 16,0 0 54-16,0 0-57 15,0 0-34-15,-47 10-11 16,27-6 2-16,-2-1-1 16,-3 0-3-16,-2 0-8 15,3-3 1-15,0 0-3 16,6 0 3-16,1 0-12 16,2 0 5-16,5 0-3 15,1 0-2-15,5 0 3 16,0 0-2-16,2 0-1 15,1 0-2-15,1 0-1 16,0 0-1-16,-2 0-5 16,-2 1-7-16,0 14 5 0,-5 6 9 15,1 5 1 1,-3-2 0-16,5-1 1 0,1-9 0 16,2-4 0-16,3-7-2 15,0 0 0-15,0-3-1 16,0 0-1-16,5 0 2 15,11 0 6-15,9 0 4 16,6 0-6-16,3 0-4 16,5 0 2-16,0 0-2 15,-1 0-2-15,-3 8 1 16,-3 10-3-16,-8 4 4 16,-10 0-1-16,-5 3 2 0,-7-3 5 15,-2 0 9 1,-9 0 4-16,-16-2 6 0,-8-4-15 15,-4-2 6-15,-3-1-12 16,1-2-4-16,0-4-1 16,6-3-23-16,4 0-47 15,6-4-61-15,10 0-151 16,10-8-272-16</inkml:trace>
  <inkml:trace contextRef="#ctx0" brushRef="#br0" timeOffset="55428.5">17838 4525 1075 0,'0'0'229'0,"0"0"-204"15,0 0 36-15,0 0 45 16,0 0-40-16,0 0-18 15,-93 77-9-15,39-34-20 16,-3 2-15-16,-1 2 1 16,-2-1-5-16,-4-1-27 15,-1-2-71-15,0-6-135 16,-2-3-203-16</inkml:trace>
  <inkml:trace contextRef="#ctx0" brushRef="#br0" timeOffset="55676.41">16832 4634 1019 0,'0'0'450'0,"0"0"-447"16,-142 21-2-16,75 13 11 15,-3 11 21-15,-2 5-10 16,0 6-12-16,1-1-11 16,3-1-1-16,6-1-21 15,13-8-115-15,10-14-121 16,14-17-183-16</inkml:trace>
  <inkml:trace contextRef="#ctx0" brushRef="#br0" timeOffset="55945.2">16583 3838 1350 0,'0'0'52'15,"0"0"-51"-15,-96 136-1 16,34-68 26-16,-7 6 0 16,-8 4-13-16,-4 2-7 15,6-2-2-15,14-9-8 0,15-10-59 16,24-15-164-16,22-20-147 16,2-20-254-16</inkml:trace>
  <inkml:trace contextRef="#ctx0" brushRef="#br0" timeOffset="56260.53">17942 4011 1623 0,'0'0'0'15,"0"0"-56"-15,0 0 56 16,134-2 5-16,-58 2-2 15,7 0-3-15,-3 0-64 16,-17 2-200-16,-22 4-309 16</inkml:trace>
  <inkml:trace contextRef="#ctx0" brushRef="#br0" timeOffset="56405.07">18093 4243 1008 0,'0'0'295'0,"0"0"-295"15,0 0-93-15,101 13 93 16,-30-13 0-16,17-8-63 16,6-11-230-16,-5-5-201 15</inkml:trace>
  <inkml:trace contextRef="#ctx0" brushRef="#br0" timeOffset="56859.76">18810 3665 1057 0,'0'0'299'0,"0"0"-299"16,0 0 0-16,0 0 20 15,0 0 7-15,0 0-26 16,0 22 12-16,0 15 20 16,-10 4-18-16,-10-1-9 15,-3-2-1-15,-5-6-3 16,5-9 1-16,5-8-1 15,4-9-2-15,9-3-1 16,3-3-3-16,2 0 4 16,0 3 1-16,0 2-1 15,14 5-15-15,13 5 15 0,8 0 2 16,14-1 2-16,4-8-2 16,2-5 5-16,-7-1-1 15,-11 0-4-15,-13-10 0 16,-10-7-1-16,-8-5 2 15,-6-4-3-15,0-5 4 16,-7-2-1-16,-5 0 5 16,2 11-1-16,2 9 20 15,5 11 20-15,1 2-47 16,0 33-8-16,1 24-1 16,1 17 9-16,0 13 1 15,0 8-1-15,0-1-5 0,0-5-124 16,-4-9-231-16,-8-15-719 15</inkml:trace>
  <inkml:trace contextRef="#ctx0" brushRef="#br1" timeOffset="64343.66">3407 6817 410 0,'0'0'89'0,"0"0"-77"0,0 0 31 15,0 0 74 1,0 0-12-16,0 0 11 0,0 0-12 16,-2 2-25-16,2-1-12 15,0-1-21-15,-1 0 0 16,1 0 15-16,-2 0-2 15,2 0-1-15,0 0-10 16,0 0-16-16,-2 0 3 16,0 0-2-16,-1 0-5 15,-4-5-9-15,-1-7-17 16,-2-1 6-16,-2 0 0 16,0-3 6-16,1 3-1 15,1 0 8-15,1 1-8 16,3 1 0-16,3 3-4 0,1 3 2 15,0 1 0-15,2 3-2 16,0 1-3-16,0 0-1 16,0 0-4-16,0 0-1 15,0 0-11-15,0 0 7 16,0 0-7-16,9 0 6 16,8 5 5-16,6 4 2 15,2-3 1-15,2-2-3 16,1-4 4-16,-3 0-4 15,2 0 6-15,-2 0-5 16,-4 0 2-16,-2 0-1 16,-6-3-1-16,-4 2 2 15,-6 1-2-15,-3 0 2 0,0 0-2 16,0 0 0-16,0 0 3 16,0 0 3-16,0 0-2 15,0 0-5-15,0 13-3 16,0 17 3-16,0 16 7 15,0 13 3-15,-2 5 1 16,-1 0-4-16,-2-2-2 16,0-3-3-16,0-4 2 15,0-5-1-15,0-5-3 16,0-5-4-16,2-3 2 16,3-9-93-16,0-10-122 15,0-16-212-15,0-2-409 16</inkml:trace>
  <inkml:trace contextRef="#ctx0" brushRef="#br1" timeOffset="65008.46">3948 5977 855 0,'0'0'152'0,"0"0"-132"0,0 0-3 15,0 0 92-15,0 0-16 16,0 0-30-1,-48-26-21-15,47 26-1 0,-3 0-10 16,-2 4-31-16,-6 22 6 16,-2 13-2-16,2 9-2 15,6 5 15-15,5-2-3 16,1-3-7-16,6-9-6 16,16-9 0-16,5-10-1 15,2-13 5-15,10-7 6 16,3-5 0-16,3-26-2 15,-2-7-3-15,-9-7 0 16,-11 3 1-16,-16 4 2 16,-7 3-3-16,-10 3-4 15,-25 5 0-15,-14 4-2 0,-6 9 2 16,0 9-5-16,1 5 3 16,14 0-2-16,12 1-7 15,16 4-83-15,12 0-44 16,2-5-90-16,26 0-90 15,9 0 74-15,3-15 70 16,-3-1-103-16</inkml:trace>
  <inkml:trace contextRef="#ctx0" brushRef="#br1" timeOffset="65024.8">3948 5977 164 0</inkml:trace>
  <inkml:trace contextRef="#ctx0" brushRef="#br1" timeOffset="65240.94">3948 5977 164 0,'84'-80'242'0,"-84"69"11"0,0 0-107 0,0 3 76 16,0 2-63-16,0 0-61 15,0 3-31-15,0 1 5 16,0 1-20-16,0 1-24 0,0 0-8 15,0 0-5-15,-1 0 3 16,-1 10-18-16,0 21-2 16,-1 16 2-16,-2 11 32 15,-5 8 13-15,-3 1-25 16,-1 4-15-16,-3 1-1 16,0 0-4-16,3-5 1 15,2-13-4-15,9-12-53 16,3-12-110-16,0-12-75 15,11-14-185-15</inkml:trace>
  <inkml:trace contextRef="#ctx0" brushRef="#br1" timeOffset="65542.75">4343 5853 1191 0,'0'0'112'0,"0"0"-106"15,0 0 8-15,0 0 97 16,0 0-70-16,0 0-40 16,-60 72 8-16,55-16 20 0,3 6 2 15,2 1-17-15,0-2-1 16,0-3-8-16,10-3-3 15,7-5-2-15,4-10 3 16,4-7-6-16,-1-9-89 16,3-11-102-16,3-10-80 15,-3-3-279-15</inkml:trace>
  <inkml:trace contextRef="#ctx0" brushRef="#br1" timeOffset="65763.22">4540 5917 856 0,'0'0'387'0,"0"0"-369"0,0 0-18 16,0 0 0-16,0 0 29 16,0 91 13-16,12-46-20 15,-2 0-8-15,-2-1-5 16,-1-3-5-16,-2-4-4 15,0-4-2-15,0-4-60 16,5-9-125-16,2-15-205 16</inkml:trace>
  <inkml:trace contextRef="#ctx0" brushRef="#br1" timeOffset="66056.48">4783 6071 1142 0,'0'0'18'0,"0"0"-15"16,0 0-3-16,0 0 8 15,0 0-2-15,0 0 12 16,40 20 33-16,-22-20-6 16,2-6-25-16,-4-6-4 15,-5-3 12-15,-2 0 24 16,-9-2 1-16,0 3-2 15,0 4-16-15,-16 3-31 16,-2 2-1-16,1 3-6 16,4 2 0-16,6 0-53 0,6 0-93 15,1 0-65-15,0 0-121 16,0 0-127-16</inkml:trace>
  <inkml:trace contextRef="#ctx0" brushRef="#br1" timeOffset="66257.42">4912 5908 1156 0,'0'0'77'16,"0"0"-73"-16,0 0 47 15,0 0-16-15,0 0-31 16,0 0 29-16,86 90 9 16,-61-44-12-16,-5 3-7 15,-8 3-12-15,-8 2-8 16,-4 0-1-16,0 0 2 0,-16-4-4 15,-1-11-112-15,-4-6-117 16,3-10-310-16</inkml:trace>
  <inkml:trace contextRef="#ctx0" brushRef="#br1" timeOffset="66548.47">5409 6723 1489 0,'0'0'71'0,"0"0"-68"15,0 0-3-15,133-29 20 16,-69 29-2-16,1 0-14 16,0 0-4-16,-7 0-25 15,-6 0-180-15,-17 0-251 16</inkml:trace>
  <inkml:trace contextRef="#ctx0" brushRef="#br1" timeOffset="66710.6">5565 6839 1475 0,'0'0'0'0,"0"0"-55"16,107-2 55-16,-38-4 0 16,3-2-81-16,-9 0-230 15,-15 1-417-15</inkml:trace>
  <inkml:trace contextRef="#ctx0" brushRef="#br1" timeOffset="66859.82">5607 6970 1317 0,'0'0'286'0,"0"0"-286"16,0 0-58-16,0 0 58 15,0 0 0-15,145 2-53 16,-66-2-123-16,0 0-215 15</inkml:trace>
  <inkml:trace contextRef="#ctx0" brushRef="#br1" timeOffset="67691.42">6687 6754 649 0,'0'0'259'0,"0"0"-195"16,0 0 53-1,0 0 40-15,0 0-48 0,0 0-29 16,28-102-19-16,-17 75-23 15,-3 1 7-15,-2 2-17 16,-2 3-12-16,-2 3 4 16,-2 5-6-16,0 4-2 15,0 7 1-15,0 2-7 16,0 0-6-16,0 0-4 16,0 2 4-16,0 23 1 15,-6 11 3-15,-4 15-3 16,2 9 0-16,3 6 1 15,3-3 0-15,2-2-1 16,0-11 0-16,0-6-1 16,0-7 0-16,4-9 1 0,-4-5-2 15,0-4 1 1,-14-3-13-16,-9-5-18 0,-7-8-2 16,1-3 27-16,4-3 6 15,4-16 5-15,6-2 1 16,6-2 1-16,9 4 2 15,0 1 7-15,12 3-5 16,17 3-11-16,7 2-1 16,9 7-5-16,6 3 6 15,2 0-9-15,8 0-61 16,4 3-46-16,-2 2-120 16,-5-5-207-16</inkml:trace>
  <inkml:trace contextRef="#ctx0" brushRef="#br1" timeOffset="67990.14">7303 6358 1160 0,'0'0'101'0,"0"0"-91"15,0 0 14-15,0 0 119 16,0 0-99-16,0 0-41 16,-61 62 10-16,48 1 39 15,4 9-28-15,5 5 0 0,4-1 1 16,0 0-10-16,0-5-13 16,16-8-1-16,7-9-2 15,6-8-5-15,4-9-105 16,2-13-98-16,1-14-97 15,-7-10-300-15</inkml:trace>
  <inkml:trace contextRef="#ctx0" brushRef="#br1" timeOffset="69158.84">7413 6634 1101 0,'0'0'115'16,"0"0"-86"-16,0 0 80 15,0 0-28-15,0 0-80 16,0 0 15-16,45 74 9 16,-22-28-8-16,-3-2-8 15,-4-3-8-15,-6-9 1 16,-6-1 2-16,-4-11-4 16,0-5 3-16,0-6-3 15,0-7 0-15,0-2 8 16,0 0 5-16,-3-15 1 15,-4-13-9-15,-1-12-5 16,3-5-5-16,4-5 2 16,1 5 2-16,0 8 0 0,10 8 1 15,10 9-4 1,1 11-1-16,4 8 3 0,-1 1-4 16,-3 16 1-16,1 15 5 15,-3 5 4-15,-5 1-1 16,-2 0 7-16,-2-4 0 15,-3-6-3-15,-4-6 1 16,0-8-7-16,-3-5 4 16,0-4-4-16,3-4-1 15,-3 0 3-15,1 0 10 16,1-13-1-16,1-12-4 16,2-9-8-16,0-5 4 15,0-3-3-15,0 2-1 16,-2 0 0-16,2 9 3 0,0 5-3 15,-1 12 0-15,-2 9 14 16,-2 2 5-16,3 3-14 16,2 8-5-16,1 19 0 15,4 8 11-15,-1 5 8 16,3-5-14-16,1-5-1 16,2-4-3-16,3-8-1 15,2-6 0-15,0-6 0 16,2-6-29-16,0 0-10 15,1 0-10-15,-1-18 1 16,0-2 5-16,-5-2 17 16,-6 1 24-16,-2 6 2 15,-6 2 2-15,-2 8 1 0,-1 5 21 16,0 0 10-16,4 0-34 16,3 13 6-16,3 4-4 15,5 2 20-15,3-2-14 16,4-7-4-16,-2-3 0 15,-3-6 5-15,-2-1-1 16,-5-1 2-16,-5-15 10 16,-5-2 17-16,0-2 2 15,-12-1-22-15,-13-2 4 16,-7 3-4-16,2 1-5 16,2 0-7-16,8 6-3 15,8 6-2-15,8 2 0 0,4 4-5 16,0 1-34-1,14 0-59-15,14 6 40 0,8 5 27 16,5-2-29-16,-1 2-26 16,1-3 21-16,-3-1 5 15,-4 1 41-15,-9 1 16 16,-7 0 3-16,-3 1 0 16,-5 1 10-16,-2 0 17 15,3-2 7-15,-1-2-15 16,0-2 9-16,4-3 8 15,4-2-10-15,-2 0-6 16,1-2 6-16,-2-12 15 16,-8-4 6-16,-6-5 9 0,-1-2 5 15,-10-4-34 1,-19-2 2-16,-9 0 3 0,-4 1-14 16,-3-1-8-16,5 5 5 15,8 4-14-15,12 7 1 16,10 7-2-16,9 5-4 15,1 3-30-15,0 0-72 16,18 13-69-16,10 4 62 16,9 3-78-16,1-5-165 15,1-4-136-15</inkml:trace>
  <inkml:trace contextRef="#ctx0" brushRef="#br1" timeOffset="69363.98">8661 6405 714 0,'0'0'469'0,"0"0"-405"16,0 0 43-16,0 0 65 16,0 0-106-16,0 0-66 15,-18 51 0-15,33 10 69 16,2 2-50-16,0 0-9 16,-4-2-10-16,1-5 2 15,-4-6-1-15,-1-10-1 16,0-8-88-16,2-9-132 15,1-13-264-15</inkml:trace>
  <inkml:trace contextRef="#ctx0" brushRef="#br1" timeOffset="69672.97">8930 6447 1242 0,'0'0'204'0,"0"0"-204"16,0 0 0-16,-36 96 14 16,38-56 7-16,21-8-17 15,10-4 2-15,4-13-1 16,1-9 1-16,-2-6-5 0,-10 0 1 16,-7-14 4-1,-10-7 7-15,-9-3 8 0,0-1 10 16,-22-3-6-16,-11 3-23 15,-3 3 9-15,1 3-11 16,6 4 0 0,9 6-12-16,11 3-136 0,9 1-135 15,0-3-305-15</inkml:trace>
  <inkml:trace contextRef="#ctx0" brushRef="#br1" timeOffset="69890.12">9214 6173 1297 0,'0'0'169'0,"0"0"-163"15,0 0 6 1,0 0 52-16,111 118 29 0,-60-48-36 16,-8 7-28-16,-15 6-7 15,-14 4-4-15,-14-1-14 16,-7-6-2-16,-26-10-2 15,-18-6-17-15,-14-9-115 16,-19-7-139-16,-17-7-348 16</inkml:trace>
  <inkml:trace contextRef="#ctx0" brushRef="#br1" timeOffset="70607.03">2820 5821 734 0,'0'0'70'16,"0"-96"-6"-16,0 66-3 15,0 10 54-15,4 18-20 16,-3 6-37-16,-1 46-47 15,5 34-9-15,2 41 67 16,-1 43-5-16,1 35-30 16,-5 27-4-16,-2 17 13 15,-2-6-18-15,-20-10-10 0,1-27-13 16,2-34 3-16,11-30-5 16,3-33 0-16,5-26-81 15,0-19-82-15,0-28-251 16,0-27-338-16</inkml:trace>
  <inkml:trace contextRef="#ctx0" brushRef="#br1" timeOffset="71689.49">3074 5583 1184 0,'0'0'93'16,"0"0"-91"-16,0 0-2 15,0 0 0-15,0 0 8 16,89-13 6-16,-14 13 22 16,25 0 6-16,33 0-4 15,33 0-11-15,32 0-8 0,36 0-7 16,40 0-4-16,36-5 13 16,41-10 33-16,28 2-50 15,24 0-2-15,17 0 4 16,1 3-4-16,-4 1-2 15,-17 6 0-15,-26 1-1 16,-37 2-10-16,-31-6-19 16,-42 4 5-16,-38-3 11 15,-34 2 6-15,-40-1 5 16,-36-1 3-16,-36-1 1 16,-33 2 0-16,-24 1 1 15,-15 0 3-15,-6 0 6 0,-2 3 30 16,0-1-18-1,0-3-15-15,0 4 0 0,2-2-4 16,5-4 0-16,3 2-2 16,3-5-1-16,0 1-1 15,0 1 0-15,0-1 0 16,-2 3 1-16,-1-2-1 16,-3 3 0-16,-2 2 0 15,-3 2 0-15,-1 0 1 16,1-1-1-16,-2 1-4 15,0 0 2-15,0 0 2 16,0 0 2-16,0 0 2 16,0 0-4-16,0 0 4 15,0 0 0-15,0 0-3 0,5 0 3 16,3 0-1-16,2 0 3 16,-2 0 4-16,-1 0-5 15,-5 0-1-15,1 0-4 16,4 5-2-16,2 4 0 15,2 4 1-15,2 3 1 16,-3 2 0-16,4-1 1 16,1-2 0-16,0-3-1 15,4-3 0-15,-2-2 2 16,2-5 1-16,1-2 1 16,-4 0-1-16,1 0-2 0,-3 0 4 15,1 0-2 1,-5-4-3-16,-4 1 6 0,-4-1-2 15,-2 4 34-15,0-2-4 16,0 2-2-16,0-2-14 16,0 2-8-16,0 0-10 15,0 2 1-15,-2 31-1 16,-6 24 0-16,-1 26 1 16,3 23 15-16,6 18 3 15,0 17 3-15,2 8-14 16,16 0 1-16,6-3-8 15,0-15 4-15,5-14-5 16,-7-16-2-16,-9-17 1 16,-9-18-1-16,-6-10-3 15,-35-10-61-15,-21-9-126 0,-20-13-222 16,-13-11-737 0</inkml:trace>
  <inkml:trace contextRef="#ctx0" brushRef="#br1" timeOffset="72159.28">3887 7759 1182 0,'0'0'66'15,"-88"3"-63"-15,69 2 0 16,10-2-3-16,9-1 5 15,4 5 32-15,37 2-36 16,43 7 42-16,55 2 53 16,58-3-40-16,69-6-8 0,70-7-27 15,56-2 9-15,47-4 7 16,32-11 10-16,8-1-4 16,-6-1-37-16,-22-2 10 15,-42-3-12-15,-50 2-2 16,-70-5-2-16,-73 3 0 15,-73 1-5-15,-68 1-81 16,-53 1-18-16,-27-1-79 16,-52 4-36-16,-28-4-67 15,-22 0-132-15</inkml:trace>
  <inkml:trace contextRef="#ctx0" brushRef="#br1" timeOffset="83087.03">3316 9311 573 0,'0'0'453'0,"0"0"-375"16,0 0-39-16,0 0 24 16,0 0 48-16,0 0-23 15,0 0-54-15,-66-23-19 16,66 25-12-16,10 11 1 15,13 0 11-15,7 2-11 16,7-7 5-16,8-3 0 0,2-5-7 16,3 0 11-1,-2 0-1-15,-4-5-3 0,-7-5-2 16,-11 1-4 0,-9 5 0-16,-10 0 3 0,-7 4-2 15,0 0 8-15,0 0 24 16,0 0-10-16,0 6-26 15,0 21-12-15,0 22 12 16,0 22 37-16,0 18-8 16,0 13-9-16,0 3-18 15,0 1 0-15,-3-7-2 16,-4-10-7-16,-1-15-32 16,-4-17-37-16,1-12-37 15,-2-14-92-15,4-21-264 0</inkml:trace>
  <inkml:trace contextRef="#ctx0" brushRef="#br1" timeOffset="83686.8">3994 8570 1157 0,'0'0'45'0,"0"0"-37"16,0 0-8-16,0 0 15 15,0 0-15-15,0 0-5 16,0 0-5-16,0 46 10 15,-4-13 9-15,-7 2-9 16,-4-2 0-16,-4-5 12 16,2-3-2-16,2-9 1 15,5-5-11-15,3-7 5 16,4-2-4-16,3-2 0 16,0 0-2-16,0 2-1 0,12 3-17 15,10 7 19-15,8 3 2 16,3 2 0-16,8-1-2 15,4-2 0-15,-2-7-4 16,-1-3 7-16,-9-4-3 16,-10 0 10-16,-9 0-8 15,-7-6 5-15,-6-8 7 16,-1-4-3-16,0-7 11 16,0 0-2-16,-6 2 5 15,-1 2-13-15,2 9 12 16,1 8 19-16,3 4-2 15,1 0-41-15,0 19-25 16,0 25-2-16,0 16 27 16,0 17 15-16,0 8-10 15,4 1-5-15,-1-2-120 0,5-3-17 16,-1-11-217-16,-4-14-252 16</inkml:trace>
  <inkml:trace contextRef="#ctx0" brushRef="#br1" timeOffset="83997.07">4554 9431 1539 0,'0'0'8'0,"0"0"-8"16,0 0-33-16,0 0 33 16,0 0 0-16,135-14 5 15,-40 11 2-15,12-1-7 16,-1 1-24-16,-14 2-172 15,-25-2-150-15,-29 3-245 16</inkml:trace>
  <inkml:trace contextRef="#ctx0" brushRef="#br1" timeOffset="84167.17">4738 9645 170 0,'0'0'1487'15,"0"0"-1487"-15,0 0-221 16,120-32 221-16,-32 14 10 16,16 0-10-16,5 3-16 15,-12 3-156-15,-27 1-244 16</inkml:trace>
  <inkml:trace contextRef="#ctx0" brushRef="#br1" timeOffset="84341.62">4768 9810 1488 0,'0'0'165'15,"0"0"-165"-15,0 0-170 16,0 0 155-16,137-8 15 16,-42 1 0-16,17-2-45 15,10-3-92-15,-9-3-206 16</inkml:trace>
  <inkml:trace contextRef="#ctx0" brushRef="#br1" timeOffset="84954.3">6326 9514 1389 0,'0'0'0'16,"0"0"3"-16,0 0 1 15,0 0 64-15,22-101-26 0,8 71-17 16,3 0 5-16,-1 0 1 15,-4 1-15-15,-6 4-1 16,-10-2-4-16,-5 2 6 16,-6 3 0-16,-1 3-11 15,0 6-1-15,0 7 6 16,0 5 4-16,0 1 0 16,0 0-14-16,0 1-2 15,0 27-9-15,0 18 10 16,0 15 6-16,0 9-5 15,10 0 4-15,6-1-5 16,-2-2 4-16,-4-7-4 16,-3-7 0-16,-7-13-12 0,0-8-9 15,-12-11-21 1,-20-6 11-16,-16-6 22 0,-11-8-8 16,-2-1 17-16,-1 0 5 15,10-14 0-15,14-3 11 16,14 5 8-16,14 3 8 15,10 3-6-15,0 1-26 16,32 1-4-16,16 0-1 16,21 0 5-16,14 1-8 15,11-1-57-15,5-2-17 16,-5-1-38-16,-9 0-61 16,-12-6-148-16,-16-5-229 0</inkml:trace>
  <inkml:trace contextRef="#ctx0" brushRef="#br1" timeOffset="85269.76">7349 8828 1357 0,'0'0'54'0,"0"0"-46"0,0 0-8 16,0 0 49-16,0 0-3 15,0 0-35-15,-77 101 37 16,77-14-8-16,0 10-20 16,3 4-3-16,13 3 2 15,2-6-16-15,3-6 0 16,4-8-3-16,2-9-47 15,2-14-44-15,-2-11-39 16,-2-16-64-16,-3-17-133 16,-6-15-105-16</inkml:trace>
  <inkml:trace contextRef="#ctx0" brushRef="#br1" timeOffset="86454.18">7521 9269 956 0,'0'0'124'0,"0"0"-88"0,0 0-20 16,0 0 30-16,87-43 4 15,-57 81-4-15,1 14-4 16,-3 6 28-16,-7 4-42 16,-4-4-7-16,-5-7-14 15,-5-8-4-15,-4-15 2 16,-1-12-5-16,-2-9 0 15,0-7 3-15,0 0 5 16,0-10 10-16,0-16-18 16,0-14-6-16,0-9-1 0,3-5-15 15,11 0-13-15,6 5 6 16,0 15 26-16,2 10 0 16,-4 12 1-16,-1 12-6 15,-1 0 7-15,-1 20 1 16,0 17 29-16,-2 8 15 15,-3 4-19-15,-1-3-7 16,-1-5-5-16,3-3-3 16,-5-9-2-16,1-11-5 15,-4-7 0-15,-1-10-1 16,0-1-1-16,1 0 14 16,1-21-7-16,3-10-8 15,4-12-3-15,-1-5 2 16,1-6-7-16,-1 2-15 0,0 10 14 15,0 10 8-15,-3 15 1 16,-2 13 14-16,0 4-5 16,0 9-4-16,5 16 9 15,2 10 23-15,0-1-20 16,1 1-7-16,4-7-8 16,1-7-1-16,0-4-1 15,4-6-5-15,0-9-22 16,3-2-3-16,0 0-16 15,-3-8-6-15,-4-9 10 16,-4-1 37-16,-7 0 5 16,-4 1 3-16,-3 3-1 15,0 5 14-15,0 5 15 0,0 3 15 16,0 1-8-16,0 3-38 16,0 15 3-16,1 10 10 15,9-2 8-15,3 2-16 16,6-10-1-16,3-3-3 15,0-8 4-15,2-7-5 16,0 0 0-16,-6-7-5 16,-1-8 5-16,-8-8 2 15,-8-1-2-15,-1-3 8 16,-8 0 8-16,-21-1 17 16,-3 3-4-16,1 2-19 15,3 6-2-15,9 8 13 0,7 5-21 16,9 4-1-1,3 0-3-15,0 0-15 0,0 9-27 16,17 3 28-16,7-3-33 16,8-3-22-16,4-3 8 15,-1 0 31-15,-2 0 0 16,-1 2 7-16,0 2 15 16,-4 2 12-16,-3 3 2 15,-2-1 3-15,-2 0-5 16,-3-1 20-16,0 0 6 15,2-1-9-15,-1-3-5 16,1-3-4-16,-4 0-3 16,1-3 1-16,-5 0-3 0,-3 0 4 15,-5 0 12 1,-4-6 31-16,0-10 14 0,-3-8-3 16,-20-8-6-16,-11-2-32 15,-10-6-10-15,-7 1 2 16,1-1-6-16,3 5-6 15,12 7-2-15,8 10-1 16,12 8 0-16,7 5-2 16,6 3-31-16,2 2-26 15,0 5-45-15,5 16-23 16,17 7 65-16,6 1-127 16,9-5-170-16,2-6-42 15</inkml:trace>
  <inkml:trace contextRef="#ctx0" brushRef="#br1" timeOffset="86665.37">8991 9097 874 0,'0'0'194'16,"0"0"-127"-16,0 0 56 16,0 0 8-16,0 0-71 15,0 0-49-15,15 35 28 16,3 24 28-16,-1 3-35 15,-2-1-26-15,-3-5-4 16,-2-4-2-16,3-7-27 0,1-4-39 16,1-10-96-1,-1-11-155-15,3-12-347 0</inkml:trace>
  <inkml:trace contextRef="#ctx0" brushRef="#br1" timeOffset="86969.59">9404 9231 1330 0,'0'0'149'0,"0"0"-147"16,0 0 4-16,-37 102 34 0,37-65-4 16,20-4-12-1,12-9-7-15,3-13-15 0,4-8 7 16,-6-3-8-16,-5-10 11 15,-8-15 3-15,-8-7 12 16,-7-3 14-16,-5-1-6 16,0 0-30-16,-15 3-4 15,-7 6-1-15,-3 7-4 16,2 9-13-16,3 7-41 16,0 4-70-16,6 0-144 15,9 0-261-15</inkml:trace>
  <inkml:trace contextRef="#ctx0" brushRef="#br1" timeOffset="87188.92">9561 8729 1392 0,'0'0'109'15,"0"0"-109"-15,0 0 0 16,95 112 47-16,-47-40 28 15,3 21-22-15,-9 7 0 16,-17 7-22-16,-22 0-31 16,-13 1 0-16,-50-1-18 15,-39 4-85-15,-39 2-138 16,-42 0-488-16</inkml:trace>
  <inkml:trace contextRef="#ctx0" brushRef="#br1" timeOffset="93534.77">7269 648 622 0,'0'0'89'16,"0"0"-46"-16,0 0 1 16,0 0 27-16,0 0 42 15,0 0-34-15,0 0-59 0,-10-10-19 16,18 26-1-16,16 17 6 16,9 16-3-16,12 14 17 15,12 14 15-15,5 6-9 16,5 3-8-16,2-3-3 15,-3-5-3-15,-7-9-5 16,-9-6 1-16,-11-7 0 16,-14-12 2-16,-9-10-2 15,-8-15 18-15,-4-8-17 16,-4-8-5-16,0-1 14 16,-10-2 24-16,-20 0 2 15,-15 0-31-15,-7-16-8 16,-5-9 1-16,3-5-1 0,3-2-4 15,5-1 6-15,10 6-6 16,9 9 5-16,13 8 1 16,11 5 23-16,3 4-16 15,0 1-14-15,0 0-20 16,5 6 10-16,15 18 10 16,7 6 2-16,7 4-2 15,2 0 0-15,1-1-7 16,1-11 5-16,-4-4-7 15,-3-9 16-15,-4-7-12 16,0-2 9-16,-5 0-8 0,-1-12-14 16,-1-16 10-1,-1-13 8-15,-2-11-6 0,-5-8 5 16,-6 3 1-16,-4 5 0 16,-2 14 6-16,0 15 2 15,0 13 31-15,0 10-6 16,0 0-33-16,0 24-15 15,-2 20 13-15,-6 19-1 16,0 15 5-16,-1 6-4 16,2 5-101-16,-6-6-153 15,-7-16-414-15</inkml:trace>
  <inkml:trace contextRef="#ctx0" brushRef="#br1" timeOffset="96434.37">3336 11922 792 0,'0'0'141'0,"0"0"-95"0,0 0-16 16,0 0 76-16,0 0 3 16,0 0-22-16,0 0-16 15,-7-10-19-15,7 10-8 16,0 0-20-16,0-1-13 16,0 1-11-16,0-2 0 15,1 2-8-15,9 0 7 16,5 0 1-16,7-1 8 15,5 1-4-15,2-2-3 16,2 1 1-16,-4 1-2 16,-2-3 2-16,-4-3-2 0,-4 3 2 15,-5 1 1 1,-6-1-2-16,-2 3-1 0,-4 0-1 16,0 0 1-16,2 21-3 15,2 19 3-15,3 17 13 16,-2 10 3-16,-1 13-6 15,-3 4 1-15,1 0-11 16,-1-4 3-16,1-13-1 16,-2-6-2-16,0-8-1 15,0-13-3-15,0-10-101 16,0-13-105-16,0-17-243 16</inkml:trace>
  <inkml:trace contextRef="#ctx0" brushRef="#br1" timeOffset="97135.53">3802 11552 1258 0,'0'0'94'0,"0"0"-90"0,0 0-4 16,28-82 1-1,9 71 9-15,8 9 5 0,5 2-7 16,-2 0 2-16,-4 8-10 16,-11 14 0-16,-13 2-1 15,-14 8-4-15,-6 6 5 16,-24 6 6-16,-20 3 10 15,-11 3 0-15,-5-8-16 16,5-11 6-16,8-11-3 16,17-10 12-16,15-7 10 15,12-3-7-15,3 0-6 16,0 0-4-16,19-7-8 16,13-8-5-16,10 0 5 15,7-1-24-15,1-1-18 0,2-3-15 16,-4 0 15-16,-3 4 8 15,-8 4 30-15,-10 3 4 16,-10 5 0-16,-5 4 0 16,-5 0-1-16,4 0 1 15,0 11 0-15,3 2 11 16,2-3 1-16,5 0-6 16,-1-3 5-16,0-6-4 15,-1-1-4-15,-6 0 8 16,-3 0-5-16,-6-11 22 15,-4 1 42-15,0-8-20 16,0-2-12-16,-20-2-5 16,-5 1-21-16,-6 1-7 15,-3 3 2-15,4 8-4 16,8 1 2-16,9 5-5 0,6 3 0 16,7 0-5-16,0 0-39 15,0 0-84-15,13 0 14 16,13 0-1-16,7 0-118 15,5 0-75-15,-2-6-31 16</inkml:trace>
  <inkml:trace contextRef="#ctx0" brushRef="#br1" timeOffset="97368.07">4475 11463 474 0,'0'0'306'0,"0"0"-242"0,0 0-16 16,0 0 97-16,0 0-46 15,0 0-16-15,0 0-34 16,0-41-23-16,0 55-21 16,2 16 3-16,4 12 64 15,-2 6-38-15,-1 3-23 16,-1-1-1-16,0-2-5 16,1-1-5-16,4-10 0 15,3-4-4-15,3-8-118 16,2-10-73-16,0-11-159 15,-2-4-347-15</inkml:trace>
  <inkml:trace contextRef="#ctx0" brushRef="#br1" timeOffset="97667.04">4686 11481 1071 0,'0'0'165'15,"0"0"-144"-15,0 0-12 16,0 0-5-16,0 0 37 15,108-44-34-15,-84 64-3 16,-6 10 3-16,-9 4-7 16,-9 9 3-16,0-2 2 15,-16-2-4-15,-10-2 2 16,-3-7 0-16,4-10 5 16,7-5 2-16,12-9 5 15,6-6 26-15,0 0 32 0,6 0-41 16,24-6-25-16,14-11 0 15,9-1-7-15,8 1-8 16,4-2-131-16,0 3-35 16,-7 0-180-16,-9 4-457 15</inkml:trace>
  <inkml:trace contextRef="#ctx0" brushRef="#br1" timeOffset="98308.48">5793 12080 614 0,'0'0'517'0,"0"0"-468"0,0 0-49 15,0 0-10-15,0 0 10 16,85 10 23-16,-36 0-5 16,7-1-12-16,4-4-6 15,2-2-2-15,-7-3-119 16,-9 0-187-16,-14-3-308 16</inkml:trace>
  <inkml:trace contextRef="#ctx0" brushRef="#br1" timeOffset="98479.92">5973 12143 1496 0,'0'0'0'16,"0"0"-115"-16,104 27 109 16,-46-14 6-16,4 0 1 15,2-2-1-15,-3 0-105 16,-9-2-126-16,-15-3-304 15</inkml:trace>
  <inkml:trace contextRef="#ctx0" brushRef="#br1" timeOffset="98638.72">6067 12448 1312 0,'0'0'0'0,"0"0"-47"16,0 0 10-16,127 0 35 15,-47-3-26-15,14-8-122 16,8-5-95-16,-2-4-137 16</inkml:trace>
  <inkml:trace contextRef="#ctx0" brushRef="#br1" timeOffset="99133.64">7045 12082 1010 0,'0'0'270'16,"0"0"-270"-16,0 0 2 15,10-85-2-15,3 57 14 16,2 2 24-16,-1 2-7 16,-6 0 20-16,-1 4-16 15,-6 3-11-15,-1 1 36 16,0 7-18-16,0 4-10 15,0 2 9-15,0 3-24 16,0 0-17-16,0 3-4 16,-1 20-4-16,1 14 8 15,0 13 3-15,0 5-3 0,3 1 0 16,12 1 0-16,-3 0 4 16,0 4-6-16,-6-8 2 15,-6-6 0-15,0-10-2 16,-2-10-3-16,-19-10-20 15,-10-7 4-15,-8-1 17 16,-10-9-4-16,-1 0 8 16,1 0 0-16,13-12 6 15,12 1-2-15,14 4 5 16,10 1 25-16,0 3-34 16,24 3 2-16,18-4-6 15,11 4 4-15,9 0-2 0,5 0-5 16,1 0-22-1,8 0-59-15,-3 0-59 0,-5 0-77 16,-6-4-268-16</inkml:trace>
  <inkml:trace contextRef="#ctx0" brushRef="#br1" timeOffset="99416.65">7935 11564 1384 0,'0'0'33'0,"0"0"-33"16,0 0 0-16,-66 84 0 15,64-15 19-15,2 13 22 16,0 5-23-16,12 0-14 15,8-2 5-15,6 1-8 16,3-6 1-16,5-10-4 16,3-9-17-16,1-15-106 15,0-16-90-15,-4-16-247 16</inkml:trace>
  <inkml:trace contextRef="#ctx0" brushRef="#br1" timeOffset="100466.53">8195 11978 1103 0,'0'0'190'15,"0"0"-171"-15,0 0-14 16,0 0 5-16,0 0 1 16,0 0 5-16,99-13-11 15,-64 43-2-15,-7 5 3 16,-8 0-6-16,-6-4 1 15,-9-1 0-15,-5-6 0 16,0-4-1-16,0-3 0 0,0-8 3 16,-2-5-2-1,-3-4 7-15,2 0 6 0,-1-17-3 16,3-16-11-16,1-4-5 16,0-4-5-16,8 2 1 15,11 4 9-15,1 10 1 16,5 4 3-16,-2 12-4 15,0 9-8-15,-1 0 4 16,-5 22 0-16,-2 15 4 16,-2 1 4-16,-3 4 5 15,-3-1 6-15,-4-8-9 16,-1-6-4-16,-2-10-1 16,0-10 1-16,2-3-1 15,-2-4 3-15,2 0 9 0,1-11 25 16,2-17-16-1,3-10-20-15,2-6 3 0,4-3-4 16,-1 10 0-16,0 4 0 16,-1 13 1-16,-5 13 2 15,1 7-3-15,2 0-1 16,2 19-2-16,1 9 2 16,0 4 20-16,-1-1-15 15,3 0 0-15,3-5-3 16,6-6-2-16,3-9-7 15,3-2 5-15,3-9-52 16,1 0-51-16,-2-16 19 16,-4-8 12-16,-4-5 14 0,-8 1 43 15,-6 0 17 1,-7 9 6-16,-3 7 2 0,0 10 35 16,0 2 37-16,0 11-71 15,0 16-6-15,0 5 45 16,0 2-37-16,0-3-2 15,9-3-7-15,9-10 8 16,2-7-8-16,-1-9-2 16,-1-2 14-16,-1-2-11 15,-4-15 10-15,-3-3-4 16,-3-4 1-16,-5-3 9 16,-2 4-3-16,0 3-13 0,0 0 21 15,0 6-17 1,0 4-4-16,0 7-4 0,0 3 1 15,0 0-22-15,11 4 3 16,9 10 18-16,7-1 1 16,1 3 0-16,4-3-5 15,0 0 5-15,-2-5-4 16,-2-2-2-16,-4-3 6 16,-6-3 3-16,-5 0 1 15,-3-6 10-15,-6-7 20 16,-4-11 5-16,0-2 19 15,-15-4 10-15,-15-4-17 16,-10 0-13-16,-7-2-16 16,-1 2-15-16,6 9-4 15,13 7-2-15,13 11 0 0,14 1-1 16,2 3-27-16,8 3-93 16,24 0-141-16,11-2 88 15,11 0-106-15,-2-6-182 16</inkml:trace>
  <inkml:trace contextRef="#ctx0" brushRef="#br1" timeOffset="100664.27">9659 11699 852 0,'0'0'285'0,"0"0"-232"16,0 0 47-16,0 0 45 0,0 0-71 16,0 0-69-1,0 65-5-15,0-4 59 0,0 5-27 16,9-1-10-16,1-5-7 15,0-7-13-15,-1-6 1 16,1-5-3-16,-2-9-7 16,4-8-119-16,0-17-150 15,-1-8-293-15</inkml:trace>
  <inkml:trace contextRef="#ctx0" brushRef="#br1" timeOffset="100933.54">9904 11888 1315 0,'0'0'106'0,"0"0"-106"15,0 0 0 1,-24 88 3-16,39-75 29 0,19-7-13 16,9-6 3-16,6 0 0 15,-4-17-3-15,-12-5-9 16,-14-2 19-16,-15-6 24 15,-4 3 14-15,-11-1-46 16,-21 6-20-16,-8-2 4 16,-5 7-5-16,4 1-85 15,6 6-73-15,11-4-167 16,12-2-386-16</inkml:trace>
  <inkml:trace contextRef="#ctx0" brushRef="#br1" timeOffset="101113.73">10151 11541 1372 0,'0'0'135'16,"0"0"-135"-16,0 0 0 15,107 40 75-15,-66 3 26 16,-10 14-55-16,-14 8-27 16,-16 7-7-16,-1 1-4 15,-28 1-8-15,-19 0 0 16,-20 1-64-16,-24-2-169 15,-18-14-276-15</inkml:trace>
  <inkml:trace contextRef="#ctx0" brushRef="#br0" timeOffset="107210.08">3225 12277 1101 0,'0'0'84'0,"0"0"-84"15,0 0-15-15,0 0 5 16,0 0 7-16,0 0-73 16,-6-10-77-16,6 10-88 15,-16 0-176-15</inkml:trace>
  <inkml:trace contextRef="#ctx0" brushRef="#br0" timeOffset="107665.63">2393 12042 319 0,'0'0'716'0,"0"0"-657"15,0 0-55-15,0 0-3 16,0 0 14-16,0 0 8 15,0-9-12-15,23 9-1 16,10 0 5-16,12 0 8 16,6 0-12-16,1 0 6 0,0-8-8 15,-6-1-1-15,-13-1 2 16,-8 2-6-16,-13 5 4 16,-11 3-1-16,-1 0-5 15,0 0 22-15,0 7-18 16,0 27-5-16,0 17 12 15,0 29-6-15,0 13 2 16,0 14-9-16,0 4-1 16,4-7-3-16,24-9-131 15,16-19-253-15</inkml:trace>
  <inkml:trace contextRef="#ctx0" brushRef="#br0" timeOffset="108357.63">6682 12320 773 0,'0'0'177'16,"0"0"-177"-16,0 0-10 16,0 0 10-16,0 0 2 15,0 0-2-15,20 21-1 16,-15-21-94-16,-4 0-150 15</inkml:trace>
  <inkml:trace contextRef="#ctx0" brushRef="#br0" timeOffset="108781.79">6394 11888 243 0,'0'0'665'0,"0"0"-623"16,0 0-40-16,0 0-1 15,0 0 3-15,0 0 43 16,-3-10-38-16,23 10 21 15,5 0 15-15,4 0-17 0,4 0-4 16,-5 0-8 0,1 0-5-16,-6-3 21 0,-1-3-18 15,-3 3 1-15,-5-1-8 16,-5 4-5-16,-5 0-2 16,-4 9-1-16,0 25 1 15,0 16 27-15,0 20-7 16,-9 11-12-16,-2 13-6 15,2 6-1-15,9 1-2 16,0-5-2-16,10-9-172 16,10-13-237-16</inkml:trace>
  <inkml:trace contextRef="#ctx0" brushRef="#br0" timeOffset="110631.39">12525 6801 677 0,'0'0'350'0,"0"0"-316"0,0 0-22 15,0 0 75-15,0 0 14 16,0 0-23-16,0 0-19 16,-81-53-55-16,82 60 5 15,19 12-9-15,8 2 8 16,13-2-3-16,11-5 6 16,4-7 7-16,3-5-11 15,-2-2 2-15,-9 0-1 16,-11-7-7-16,-11 0 3 15,-10 3 0-15,-13 4-1 16,-3 0-2-16,0 0 11 16,0 0 2-16,-1 13-10 15,-13 23 4-15,-3 17-7 16,-3 16 13-16,1 8-12 0,6 1-1 16,3-1-1-16,4-5 0 15,4-8-2-15,2-6-1 16,0-10-97-16,5-13-57 15,10-11-131-15,0-18-232 16</inkml:trace>
  <inkml:trace contextRef="#ctx0" brushRef="#br0" timeOffset="111314.78">12940 6490 821 0,'0'0'360'0,"-2"-103"-334"15,17 64-2-15,20 6-5 16,14 3 18-16,9 10 12 16,3 11-23-16,-2 8 6 15,-5 1-19-15,-12 18-13 16,-15 11-5-16,-15 5 4 15,-12 3 1-15,0 0 3 16,-25 1 3-16,-14-1-5 0,-8-2 12 16,-3-4-11-1,0-7 3-15,10-7-1 0,10-10-1 16,11-5 1-16,11-2 2 16,8 0-3-16,0 0-2 15,0 0-1-15,20-6-18 16,12-2 16-16,8-2 2 15,6 0-2-15,2 1 2 16,0-4-1-16,2 2-2 16,0-5-10-16,0-1 2 15,-6 2 4-15,-5-1-2 16,-12 5 9-16,-5 3 1 16,-6 1 1-16,-5 5 0 15,-1 0-2-15,4 2 0 16,-3 0 0-16,6 0 1 15,-2 0 0-15,0 0-1 0,0 0 2 16,-3 0 1-16,-2 0-1 16,-3 0 5-16,-4 0 7 15,-3-8 11-15,0-3 24 16,0-2-14-16,-17-1-28 16,-6 3-2-16,-4 2-2 15,-3 2-2-15,5 6 0 16,4 1 0-16,7 0-2 15,7 0 1-15,7 0-12 16,0 0-99-16,7 0 3 16,16 0 24-16,9 0-54 15,3 0-46-15,0-3-5 0,0-9-5 16,-5-3 42-16,-5-1-67 16</inkml:trace>
  <inkml:trace contextRef="#ctx0" brushRef="#br0" timeOffset="111462.66">13818 6270 13 0,'0'0'304'16,"0"0"-133"-16,0 0 22 15,0 0 5-15,0 0-15 16,0 0-118-16,5-11-54 16,2 46 3-16,0 5 48 15,3 3-46-15,2-1-11 16,0 0-3-16,-2-3 0 16,-2-2-4-16,-1 0-4 15,-4-4-169-15,0-8-243 16</inkml:trace>
  <inkml:trace contextRef="#ctx0" brushRef="#br0" timeOffset="111931.97">13958 6291 1111 0,'0'0'114'16,"0"0"-108"-16,0 0-3 15,0 0 10-15,105-58 18 16,-66 58-11-16,-6 0-8 16,-11 0-12-16,-9 9 0 15,-9 8-13-15,-4 3 13 0,0 3 1 16,-17-3 12-16,-3-2-1 16,2-5-4-16,5-6-8 15,9-2 8-15,4-5-4 16,0 0 0-16,0 0-3 15,0 0-2-15,11 0 2 16,13 0 2-16,6 0-3 16,5 1 7-16,2 6-7 15,-2 1 0-15,-2 4 1 16,-7 3-1-16,-7 0 0 16,-9 0-3-16,-6 2 7 15,-4-2-1-15,-8 1 30 0,-19 1 38 16,-10 0-12-1,-3-3-26-15,-2 2-19 16,0-5-8-16,6-1-5 0,7-1-2 16,7-2 0-16,12 2-34 15,10 0-165-15,0 0-162 16,20 2-54-16</inkml:trace>
  <inkml:trace contextRef="#ctx0" brushRef="#br0" timeOffset="112132.72">14393 6749 1320 0,'0'0'131'16,"0"0"-131"-16,0 0 0 15,0 0 18-15,149-5-2 16,-74-3-10-16,0 0-6 15,-8 4 0-15,-12-1-190 16,-16 0-208-16</inkml:trace>
  <inkml:trace contextRef="#ctx0" brushRef="#br0" timeOffset="112289.54">14431 6935 1470 0,'0'0'0'0,"0"0"-22"16,0 0 22-16,109-14 0 16,-37 3-50-16,1 1-129 15,-11-1-184-15</inkml:trace>
  <inkml:trace contextRef="#ctx0" brushRef="#br0" timeOffset="112446.76">14493 6997 1206 0,'0'0'302'0,"0"0"-302"16,0 0-16-1,0 0 4-15,0 0 12 0,95 25 0 16,-11-25-98-16,11 0-75 16,-2-5-258-16</inkml:trace>
  <inkml:trace contextRef="#ctx0" brushRef="#br0" timeOffset="112797.26">15182 6608 669 0,'0'0'694'16,"0"0"-681"-16,0 0-7 0,0 0-6 15,0 0 12-15,0 0 24 16,110 4-5-16,-53-4-7 16,-1 0-12-16,-7 0-9 15,-12-5 0-15,-10-1 1 16,-11 0 3-16,-7 4-2 16,-5 2 24-16,-4 0-21 15,1 9-4-15,1 18 0 16,-1 9 25-16,-1 11-17 15,0 6-3-15,0 4-9 16,-7-2 0-16,-3 1 0 16,4-3-5-16,3-6-132 15,1-6-75-15,2-9-304 16</inkml:trace>
  <inkml:trace contextRef="#ctx0" brushRef="#br0" timeOffset="113072.82">15865 6438 1375 0,'0'0'100'0,"0"0"-93"15,0 0 16-15,0 0 73 16,0 0-67-16,0 0-29 0,-79 48 0 15,61 34 31-15,5 11-4 16,9-2-20-16,4-4 0 16,0-8-7-16,14-8-1 15,15-11 0-15,6-13-14 16,3-8 2-16,6-16-134 16,1-13-88-16,-5-10-190 15</inkml:trace>
  <inkml:trace contextRef="#ctx0" brushRef="#br0" timeOffset="114199.75">16133 6712 1210 0,'0'0'95'0,"0"0"-84"16,0 0 55-16,0 0-38 15,0 0-22-15,0 0-1 16,49 29-3-16,-29 4-2 15,-4 3 4-15,-4 2-4 16,-5-3 5-16,-4-3-3 16,-3-5 0-16,0-7 3 15,0-7-2-15,0-8-1 16,0-2 2-16,0-3-4 16,0 0 8-16,0 0 2 15,2-17 6-15,5-16-16 16,1-8 1-16,4-10-1 0,2 6 0 15,3 6-6-15,0 12 5 16,3 12-6-16,2 8-1 16,-2 7 8-16,0 0-7 15,-1 24 5-15,-3 9-2 16,-4 7 4-16,-1 1 1 16,-4-2 0-16,-1-6 3 15,-2-8-3-15,-1-8 0 16,-1-7 0-16,0-8 0 15,-2-2 0-15,2 0 11 16,1-2 22-16,4-15 7 16,1-10-35-16,2-7-5 0,2-8 1 15,0-3-2 1,-1-5 1-16,4 6-1 0,-2 6 0 16,1 10 1-16,-2 15-3 15,-1 13 2-15,1 0-4 16,3 20 2-16,0 11 2 15,2 4 2-15,-2 1 5 16,1-3-6-16,1-5-1 16,4-4 1-16,2-8-2 15,-1-7 0-15,2-9-4 16,0 0-10-16,0-3-29 16,-5-15 16-16,0-3 27 15,-4-3 1-15,-2 2 1 0,-1 0-1 16,-3 5 4-1,-3 7-4-15,-2 6 0 0,-4 4-2 16,1 2-8 0,2 21-3-16,0 5 13 0,4-1 5 15,4-2-5-15,0-7 0 16,4-8 6-16,4-4-1 16,-2-6 4-16,-1 0 7 15,-1-3 11-15,-3-12 10 16,-6-5-8-16,-2-1 23 15,-4 0 3-15,-2 0-39 16,-15 2 6-16,-3-2-12 16,0 3-7-16,4 3 4 15,6 4-3-15,8 7-8 0,2 2 3 16,0 2-40-16,0 0-31 16,13 0-28-16,12 0-3 15,9 0 42-15,3 5-56 16,-1 4-5-16,-4 3 63 15,-3 2 53-15,-6 0 6 16,-1 0 1-16,-6-1 0 16,1-5 18-16,-4-2 29 15,-1-3 14-15,-2-3-13 16,2 0 21-16,-1-4 12 0,2-13-8 16,-6-6-15-1,-3-3 14-15,-4-3-3 0,-5-5-30 16,-20-4-12-16,-7-2-16 15,-1 3-11 1,-3 5 7-16,10 8-4 0,7 10-4 16,9 6-3-16,7 7-19 15,3 1-49-15,-1 5-53 16,1 16 35-16,0 8-12 16,0-3-141-16,18-4-121 15</inkml:trace>
  <inkml:trace contextRef="#ctx0" brushRef="#br0" timeOffset="114411.56">17536 6398 1197 0,'0'0'118'0,"0"0"-86"16,0 0 97-16,0 0-116 15,0 0 6-15,0 0-19 16,33 131 17-1,-21-59-6-15,-5-2-4 0,-2-4-5 16,-2-8-4-16,1-12 1 16,2-10-12-16,1-11-202 15,0-14-247-15</inkml:trace>
  <inkml:trace contextRef="#ctx0" brushRef="#br0" timeOffset="114680.36">17772 6599 1116 0,'0'0'116'15,"0"0"-116"-15,0 0 0 16,6 87 0-16,23-74 24 16,5-11 10-16,7-2-6 15,-2-4 5-15,-8-14-13 16,-9-6 60-16,-12-3 17 15,-10-2-18-15,0 2-39 16,-10 2-33-16,-17 5-6 0,-3 7-1 16,-2 8-7-1,4 5-54-15,2 1-90 0,12 12-109 16,5 0-272-16</inkml:trace>
  <inkml:trace contextRef="#ctx0" brushRef="#br0" timeOffset="114920.13">18022 6273 1061 0,'0'0'107'16,"0"0"-51"-16,0 0-9 16,0 0 25-16,110-56-25 15,-71 89-15-15,0 15 2 0,-4 12 2 16,-10 7-27-16,-10 5 11 15,-10 2-10-15,-5-2-5 16,-2-7 0-16,-16-13-5 16,-4-13-2-16,0-15-89 15,4-16-154-15,3-8-296 16</inkml:trace>
  <inkml:trace contextRef="#ctx0" brushRef="#br0" timeOffset="115182.33">18550 5891 831 0,'0'0'623'16,"0"0"-605"-16,0 0-18 15,0 0 0-15,29 111 35 16,-4-2 38-16,-1 20-22 15,-9 11-32-15,-5-2-2 16,-9-11-16-16,-1-13 3 16,0-23-4-16,-7-23-12 15,-6-23-116-15,0-28-94 16,3-17-249-16</inkml:trace>
  <inkml:trace contextRef="#ctx0" brushRef="#br0" timeOffset="116081.75">18589 5608 1349 0,'0'0'56'0,"-136"-17"-55"16,51 13 4-16,-20 0 8 15,-26-4 49-15,-25 2-6 16,-40-2 7-16,-35 2-32 16,-29 1-24-16,-33 3-2 15,-18-1 4-15,-20 3-8 0,-20 0-1 16,-15 0 0 0,-16 7 3-16,-3 8-3 0,3 1-2 15,18 4 2-15,22-2 8 16,31 2-6-16,34-3-4 15,29-2 4-15,40 0 1 16,35-2-3-16,32 1 2 16,28-2-4-16,26-3 2 15,19-2 0-15,16-7 0 16,9 0 0-16,4 0 0 16,-3-10 2-16,-2-7 0 15,-7-4 0-15,-5-4-2 0,0-1 1 16,1 2-3-1,8 4 5-15,7 3-2 16,10 6 0-16,3 4 0 0,6 0-1 16,2 4 0-16,2 2 0 15,4 1-1-15,3 0-2 16,3 0 2-16,5 0 1 16,1 0-10-16,1 0 3 15,0 13 1-15,0 9 6 16,0 8 0-16,0 9 0 15,5 10 1-15,10 14 2 16,5 14-3-16,2 27 2 16,-1 31 0-16,6 29 2 0,4 29-3 15,5 13 3 1,1 1-3-16,1-8 0 0,-8-16 1 16,-5-19 1-16,-1-28-3 15,-4-26 1-15,3-29-1 16,2-24 2-16,5-19 8 15,11-13 0-15,19-13-9 16,23-10 36-16,31-2-13 16,28-4-10-16,40-9-5 15,44-5-7-15,53-6 6 16,52-5-8-16,45-4 0 16,45-1 8-16,25 1 0 0,18 4-7 15,15 3 5 1,-12 8-5-16,-14 3 2 0,-28 1 13 15,-44 4-16-15,-53-1 2 16,-60 2-2-16,-71 1 4 16,-65-2-4-16,-52-1-11 15,-41-5-1-15,-30-8 2 16,-9-9-77-16,-28-15-72 16,-17-14-120-16,-10-9-319 15</inkml:trace>
  <inkml:trace contextRef="#ctx0" brushRef="#br0" timeOffset="117063.09">13659 961 937 0,'0'0'210'0,"0"0"-197"16,0 0-4-16,0 0 69 0,0 0 39 15,0 0-46-15,0 0-45 16,46-29-5-16,8 19-6 16,11-2-5-16,4 1-2 15,-4 1-7-15,-11 2 2 16,-18 3-3-16,-12 5 0 16,-17 0-1-16,-6 0 0 15,-1 0-4-15,0 13 5 16,0 20 5-16,-10 18 6 15,-9 15 6-15,3 9-1 16,-4 8-12-16,5-2-2 16,7-3-1-16,1-4-1 15,7-11-4-15,0-9-104 16,13-15-89-16,11-22-240 16</inkml:trace>
  <inkml:trace contextRef="#ctx0" brushRef="#br0" timeOffset="117482.46">14020 592 881 0,'0'0'496'15,"-145"-58"-457"-15,76 41-39 0,7 10 5 16,5 7 24-1,6 1 10-15,0 30-8 0,5 15-11 16,4 24-14-16,10 21 0 16,12 19-5-16,18 10 5 15,2 3 7-15,34-5 12 16,22-7 3-16,20-15-19 16,20-15-1-16,19-20-7 15,12-23 3-15,5-18 1 16,2-20-5-16,-1-29-5 15,-6-32-29-15,-10-18-14 16,-22-11 14-16,-30-3 34 16,-31-5 9-16,-34 0 2 15,-14-5 8-15,-42-3-19 16,-24 3 6-16,-21 3-6 16,-11 12-1-16,-5 14-4 0,2 27-44 15,1 34 2-15,5 22-79 16,-1 48-131-16,-2 17-306 15</inkml:trace>
  <inkml:trace contextRef="#ctx0" brushRef="#br0" timeOffset="124928.43">942 565 122 0,'0'0'346'16,"0"0"-308"-16,0 0-10 0,0 0 52 15,0 0 68-15,0 0-13 16,0 0-5-16,0 0-13 16,0-33-30-16,0 33 2 15,0 0-20-15,0 0-18 16,0 0-7-16,0 0-11 15,0 0-2-15,0 0-11 16,0-1-10-16,0 1-10 16,0 0 0-16,0 0-1 15,4 0 0-15,9 0 1 16,4 0 0-16,7 1 1 16,0 7-1-16,3-3 4 0,2 1-4 15,-2 1 0-15,-1-5 2 16,-3 0-2-16,-1-2 2 15,-6 0-1-15,-9 0 1 16,-1 0 2-16,-6 0-2 16,0 0 4-16,0 0-1 15,0 0 4-15,0 0 17 16,0 0-6-16,0 2-13 16,0 1-7-16,0 6 0 15,1 12-15-15,5 13 12 16,1 13 3-16,-1 7 6 15,-1 3-6-15,-4 1 3 16,-1 0-2-16,0 0-1 16,0-4-1-16,0-5-13 15,0-7-114-15,0-9-70 0,4-17-158 16,11-14-267-16</inkml:trace>
  <inkml:trace contextRef="#ctx0" brushRef="#br0" timeOffset="125133.72">1536 832 1205 0,'0'0'43'0,"0"0"-41"16,-18 93-2-1,11-55 3-15,4-4 1 0,1 2-1 16,2 1-2-16,0-3-1 15,0-1-2-15,0-8-162 16,5-11-224-16</inkml:trace>
  <inkml:trace contextRef="#ctx0" brushRef="#br0" timeOffset="125827.78">2069 705 1017 0,'0'0'137'0,"0"0"-134"15,0 0 2-15,0 0 44 16,0 0 33-16,0 0-27 15,0-33-17-15,0 30 33 16,0 0-17-16,0-3-20 16,-3 0-24-16,-7 0 13 15,0 3-10-15,0 1 1 16,-3 2-8-16,-2 0-6 16,-5 12-2-16,-2 9 0 15,5 5 1-15,4 2-1 0,7-2-2 16,6-6 4-16,0-5-4 15,0-5 0-15,6-5-4 16,12-3 4-16,4-2-10 16,3 0 10-16,4-10-5 15,-3-11-7-15,-7 2 15 16,-5-2-17-16,-5 1 16 16,-6 1 4-16,1 4-2 15,-4 1 3-15,0 5 1 16,0 7 2-16,0-1 6 15,0 3 2-15,0 0-12 16,0 0-2-16,0 0-12 16,0 14-3-16,0 13-1 15,3 14 16-15,5 4 0 0,0 5 0 16,-2-1 0-16,1-7 3 16,-4-4 1-16,-3-10-4 15,0-7-2-15,0-5 2 16,-3-3 18-16,-13-2 24 15,-6-1-8-15,-2 0-11 16,-4-1-8-16,2-4-3 16,-4-2-11-16,1-3 4 15,6 0-5-15,-2 0-8 16,13-8-67-16,9-4-121 16,3-2-42-16,14-3-328 15</inkml:trace>
  <inkml:trace contextRef="#ctx0" brushRef="#br0" timeOffset="126038.74">2369 917 1304 0,'0'0'130'0,"0"0"-130"16,0 0-17-16,0 0 17 15,0 0 6-15,0 89-2 16,-4-56-4-16,1 0 0 16,1 0-14-16,2-7-178 0,0-8-212 15,0-12-413 1</inkml:trace>
  <inkml:trace contextRef="#ctx0" brushRef="#br0" timeOffset="126777.34">2746 747 812 0,'0'0'151'0,"0"0"-105"16,0 0 96-16,0 0 14 15,0 0-44-15,0 0-73 16,-11-55-3-16,11 38-20 15,14 0 3-15,5 2-19 16,8 5 3-16,3 2 0 0,2 5-3 16,0 3 0-1,-4 0-1-15,-6 8-4 0,-5 10 3 16,-7 3-2-16,-9 5-4 16,-1 0 6-16,-1 3 2 15,-19 0 0-15,-4-2 2 16,-1-6 1-16,0-3 2 15,2-8 1-15,4-2 4 16,6-2 2-16,3-5-4 16,3 1 2-16,4-1-3 15,3-1-2-15,0 0 1 16,0 0-6-16,0 0 0 16,4 0 0-16,12-1-4 15,7-6 4-15,9-4 3 0,1 2-3 16,1 6-1-16,-3 3-4 15,-5 0 0-15,-4 6-4 16,-8 9-3-16,-5 1 7 16,-6 4 3-16,-3 1-5 15,0 2 4-15,-15 2 3 16,-12 1 8-16,-5-1 11 16,-6-1-5-16,0-3 9 15,3-2-4-15,4-6-8 16,8-5-6-16,6-4-4 15,5-2 0-15,6-2-2 16,2 0-72-16,4 0-118 16,0-11-177-16,0-4-349 0</inkml:trace>
  <inkml:trace contextRef="#ctx0" brushRef="#br0" timeOffset="127382.91">3360 895 462 0,'0'0'517'0,"0"0"-426"15,0 0-70-15,0 0-17 16,0 0 8-16,0 0 29 16,0 82 30-16,0-40-24 15,-2-1-27-15,-1-2-11 0,0-5-6 16,1-3-1-16,0-4-2 15,2-3-1-15,0-12-180 16,4-9-329-16</inkml:trace>
  <inkml:trace contextRef="#ctx0" brushRef="#br0" timeOffset="127638.93">3743 592 1407 0,'0'0'156'0,"0"0"-156"16,0 0-15-16,0 0 13 16,-13 86 2-16,17-26 5 15,12 5-2-15,4 2-3 16,0-2 3-16,2-3-3 15,0-8-5-15,-5-9-101 16,-1-10-120-16,-8-14-294 16</inkml:trace>
  <inkml:trace contextRef="#ctx0" brushRef="#br0" timeOffset="130943.5">917 3416 1140 0,'0'0'114'0,"0"0"-103"0,0 0 47 15,0 0 41-15,0 0-30 16,0 0-60-16,0 0-7 16,39 0 6-16,2 0-8 15,8 0 7-15,-1 0-7 16,-9 0 0-16,-12 0 4 16,-10 0-4-16,-9 11-3 15,-3 16 0-15,-1 19 2 16,-4 17 1-16,0 16 12 15,-7 8-4-15,-12 5 2 16,1-7-1-16,-2-9-7 16,0-9-2-16,3-10 1 15,2-8-3-15,3-7-14 0,4-8-157 16,6-15-118 0,2-16-373-16</inkml:trace>
  <inkml:trace contextRef="#ctx0" brushRef="#br0" timeOffset="131360.15">1295 3017 1271 0,'0'0'93'16,"0"0"-93"-16,0 0-7 15,0 0-13-15,0 0 14 16,7 78 6-16,3-30 6 16,-1 0-1-16,4-9 4 15,-1-9-8-15,-1-10 7 16,2-13-7-16,-1-5 0 16,0-2 4-16,3-5 5 15,1-16-3-15,-4-9 3 16,-2-3-7-16,-6-6 1 15,-4 1 0-15,0 4 2 16,0 10 1-16,0 12 16 16,0 9 43-16,-1 3-59 15,1 18-7-15,0 20-15 16,-3 19 15-16,0 8 4 0,2-1-1 16,1-3-3-16,0-3-39 15,8-9-97-15,8-9-136 16,5-15-262-16</inkml:trace>
  <inkml:trace contextRef="#ctx0" brushRef="#br0" timeOffset="131568.26">1609 3019 872 0,'0'0'316'0,"0"0"-287"0,0 0-27 15,0 0-2-15,-6 104 11 16,6-51-3-16,0-1-4 16,0-5-3-16,0-3 3 15,0-5-4-15,0-7 0 16,0-8-121-16,2-14-207 16,2-10-290-16</inkml:trace>
  <inkml:trace contextRef="#ctx0" brushRef="#br0" timeOffset="131876.95">1745 3082 1067 0,'0'0'110'16,"0"0"-93"-16,0 0-3 16,0 0-1-16,0 0-10 15,0 0 0-15,-65 94-1 16,42-59-2-16,-1-5 3 15,4-5-2-15,7-7-1 16,6-11 3-16,7-6-3 16,0-1 18-16,5-1 7 15,19-14-10-15,9-1 2 16,3 4-12-16,3 10 0 16,-2 2-5-16,-2 7-9 15,0 19 9-15,-3 4 0 0,-2 10-27 16,-5 2-100-16,-3 0-204 15,-9-1-330-15</inkml:trace>
  <inkml:trace contextRef="#ctx0" brushRef="#br0" timeOffset="132360.18">1668 3925 839 0,'0'0'489'0,"0"0"-465"15,0 0-19-15,0 0-4 16,112-43 11-16,-47 38 10 16,14 2-2-16,6 3 5 15,1 0-15-15,-8 0-9 16,-13 5-1-16,-8 2 0 15,-10-1 0-15,-12-1 0 16,-12-3 2-16,-7 0-2 16,-12-2 2-16,-2 1-2 15,-2-1 8-15,0 0 0 16,0 0 11-16,0 0-6 16,-8-5 7-16,-6-6-13 0,0-1-3 15,0 0-3 1,0 2 4-16,3 2-4 0,2 2-1 15,5 3 4-15,1 0 11 16,3 2-2-16,0 1-7 16,0 0 0-16,0 0-6 15,0 5-6-15,0 16 1 16,0 11 5-16,0 2 1 16,0 2-1-16,7 1-10 15,7-9-73-15,8-6-93 16,6-9-203-16</inkml:trace>
  <inkml:trace contextRef="#ctx0" brushRef="#br0" timeOffset="138909.92">11660 9193 1131 0,'0'0'86'0,"0"0"-84"16,0 0 31-16,0 0 22 16,0 0-31-16,0 0-12 15,0 0 0-15,49 2 38 16,8 1-17-16,10-3-12 0,0 0-14 15,-6 0 6 1,-10-5-8-16,-13-1-2 0,-14 2-1 16,-11 1 2-16,-9 3-4 15,-4 0 2-15,0 0 2 16,0 25 10-16,0 16-10 16,-9 14 41-16,-4 7-25 15,1 3-15-15,0-1-1 16,4-2-2-16,3 0-2 15,3-6 0-15,2-7-6 16,0-5-45-16,0-10-82 16,0-10-66-16,0-14-192 15,6-10-324-15</inkml:trace>
  <inkml:trace contextRef="#ctx0" brushRef="#br0" timeOffset="139458.2">12321 8523 210 0,'0'0'1010'0,"0"0"-960"16,0 0-50-16,0 0-1 15,0 0 1-15,0 0 11 16,29 67 22-16,-29 0-16 15,0 1-15-15,-2-7 2 0,-13-12-2 16,2-12-2 0,-2-14 0-16,3-14 2 0,2-4-2 15,3-5 18-15,0 0-6 16,3-7 0-16,0-10-5 16,4-1-6-16,0 2-1 15,0 8-4-15,0 7 1 16,8 1-4-16,6 0 1 15,2 0 5-15,3 6 1 16,4 1 0-16,1-4 0 16,4-3 4-16,-3 0-4 15,-2-1 5-15,-4-10-5 0,-9-4 1 16,-5-3-1 0,-5-5 1-16,0-4 0 0,0 0-1 15,0 8 0-15,-3 5 5 16,-1 12 20-16,3 2-13 15,1 29-12-15,0 20 0 16,0 16 4-16,0 4 7 16,0 0-9-16,3-3-4 15,9-7 2-15,-1-3-26 16,-1-9-72-16,0-10-78 16,-1-14-135-16,-3-17-146 15</inkml:trace>
  <inkml:trace contextRef="#ctx0" brushRef="#br0" timeOffset="139682.76">12621 8650 1086 0,'0'0'121'15,"0"0"-113"-15,-4 89-8 16,4-33 12-16,0 4 23 15,10 0-14-15,1 0-5 16,-5-6-12-16,-1-4-4 16,0-7 0-16,-4-6-19 15,3-11-71-15,1-7-76 16,0-16-106-16,3-3-119 16</inkml:trace>
  <inkml:trace contextRef="#ctx0" brushRef="#br0" timeOffset="139991.82">12804 8784 834 0,'0'0'160'15,"0"0"-145"-15,0 0-10 16,0 0 16-16,0 0 29 16,-75 88-26-16,53-51-13 15,-1-2-11-15,-2-4 5 16,1-8-4-16,5-8-1 15,3-9 1-15,10-6 7 16,4 0 13-16,2 0 47 16,0-6-28-16,15-6-38 0,12 2 11 15,3 3-9-15,3 7 2 16,1 0-6-16,-3 4 2 16,0 10-1-16,-4 6-1 15,-5 2-6-15,-3 1-59 16,-4 1-114-16,-4-5-94 15,-5-5-115-15</inkml:trace>
  <inkml:trace contextRef="#ctx0" brushRef="#br0" timeOffset="140192.94">12938 8938 1029 0,'0'0'162'15,"0"0"-162"-15,0 0 0 16,0 0 2-16,121-9 30 16,-66 8-17-16,-3 1-13 15,-7 0-2-15,-12 0-30 16,-11 0-168-16,-9 0-159 16,-13 0-264-16</inkml:trace>
  <inkml:trace contextRef="#ctx0" brushRef="#br0" timeOffset="140388.06">13101 8710 970 0,'0'0'135'16,"0"0"-131"-16,0 0-4 16,-2 78 44-16,15-29 7 15,3 3-5-15,0 1-38 16,-3 2-8-16,0-8 0 15,-1-3-59-15,-2-6-126 16,0-11-141-16,-3-13-79 16</inkml:trace>
  <inkml:trace contextRef="#ctx0" brushRef="#br0" timeOffset="140589.97">13360 8673 132 0,'0'0'1018'0,"0"0"-1018"15,0 0-31-15,1 127 31 16,16-69 3-16,1 4-3 16,-1 0-1-16,-4 4-173 15,-4-8-115-15,-9-2-221 16</inkml:trace>
  <inkml:trace contextRef="#ctx0" brushRef="#br0" timeOffset="141069.23">13403 9438 868 0,'0'0'317'15,"0"0"-317"-15,0 0-28 0,92-10 28 16,-39 10 42-16,11 0 0 16,8 0-14-16,6 0-10 15,3 0-3-15,-3-3-4 16,-9 1-5-16,-14-1-3 15,-17 2-2-15,-12-2 1 16,-11 1-1-16,-9 1 2 16,-2-2 8-16,-4 3 33 15,0-3 21-15,0-1-19 16,0-1-15-16,0-6-31 16,-7 0 4-16,-5 0-8 15,-4-1 4-15,0 4-3 16,3 1 3-16,4 4-2 15,5 1 2-15,2 2 4 16,2 0-4-16,0 0-16 0,0 9 1 16,-1 14 15-16,-2 6-1 15,3 4 1-15,0 0-54 16,0-1-70-16,0-5-105 16,10-5-185-16</inkml:trace>
  <inkml:trace contextRef="#ctx0" brushRef="#br0" timeOffset="141579.84">14356 9200 620 0,'0'0'438'15,"0"0"-394"-15,0 0-18 16,0 0 85-16,0 0 18 16,0 0-37-16,-47-41-32 15,47 39-23-15,0 1-2 16,0 0-12-16,0 1 3 15,0-2-11-15,0 2 0 16,0 0-14-16,17 0 1 0,15 0-2 16,10 4 6-16,7 1 0 15,7-4-5-15,-1-1 1 16,-3 0-1-16,-5-4 0 16,-11-7-1-16,-10 1 5 15,-13 4-1-15,-8 3-1 16,-5 1 6-16,0 2 8 15,0 0 11-15,0 0-17 16,-2 18-11-16,-13 19 0 16,-5 14 0-16,-3 12 0 15,1 6 0-15,2 2-11 16,1 3-50-16,5-4-44 16,-3-2-115-16,-7-10-95 0,-8-5-221 15</inkml:trace>
  <inkml:trace contextRef="#ctx0" brushRef="#br0" timeOffset="142157.28">12026 10693 642 0,'0'0'254'0,"0"0"-219"15,0 0 15 1,0 0 125-16,0 0-34 0,0 0-70 16,-32-18-43-16,35 18-13 15,17 0-9-15,10 0 27 16,10 0 10-16,6 4-17 15,-1-4-4-15,-3 0-13 16,-13 0-3-16,-10 0-2 16,-11 0-1-16,-6 0-1 15,-2 3 2-15,0 12 7 16,0 14-7-16,-3 18 18 16,-7 16 18-16,-2 11-24 15,2 11-9-15,1 7 7 16,5-1-12-16,1-4-2 15,3-9-1-15,0-18-5 16,0-13-63-16,0-7-88 16,4-18-98-16,2-13-235 0</inkml:trace>
  <inkml:trace contextRef="#ctx0" brushRef="#br0" timeOffset="142791.29">12468 10178 189 0,'0'0'948'16,"0"0"-868"-16,0 0-75 16,0 0-1-16,0 0-2 15,0 0 12-15,9 78 34 16,-6-17-17-16,-3 2-22 16,0-2-3-16,0-3 0 15,-13-7-1-15,-3-11-4 16,2-11 2-16,4-13-2 15,3-9 0-15,7-7 1 16,0 0 10-16,0-23-2 0,2-10-10 16,11-3-41-16,3 5 36 15,1 10 1-15,-2 8 4 16,-1 10-5-16,-1 3 5 16,2 0-1-16,2 5 1 15,5 6 1-15,0-3 5 16,1-2-6-16,2-3 4 15,-5-3-1-15,-3 0-1 16,-7 0 1-16,-7 0 8 16,-3-11-6-16,0-3 1 15,0-4-2-15,0 0 9 16,-8 1-1-16,3 4 0 16,-1 4 19-16,5 6-9 15,-2 3 8-15,3 6-30 0,0 26 0 16,0 20 0-16,0 5 17 15,0 6-13-15,0-3-4 16,0-3 0-16,4-4-14 16,7-5-102-16,2-11-59 15,2-14-227-15</inkml:trace>
  <inkml:trace contextRef="#ctx0" brushRef="#br0" timeOffset="143003.92">12839 10271 1140 0,'0'0'188'0,"0"0"-188"16,0 0 0-16,-11 83 0 16,11-32 19-16,0 9-1 15,3-2-13-15,1-1-4 16,-3-4-1-16,-1-7-44 15,2-9-127-15,-1-14-174 16,5-16-168-16</inkml:trace>
  <inkml:trace contextRef="#ctx0" brushRef="#br0" timeOffset="143310.7">12985 10325 970 0,'0'0'184'0,"0"0"-181"15,0 0-2-15,0 0 9 16,0 0 34-16,-43 85-22 16,28-49-18-16,-5-3-1 15,-2-1-1-15,2-8 1 16,4-7 1-16,6-10-3 16,7-6 10-16,3-1 61 15,0 0-17-15,6-5-26 16,13-11-9-16,10 3-16 15,2 6 1-15,3 7-2 16,3 0 0-16,1 7-3 0,-1 10-6 16,-2 2 3-16,-3 2-48 15,-6-3-79-15,-2-3-127 16,-10-7-273-16</inkml:trace>
  <inkml:trace contextRef="#ctx0" brushRef="#br0" timeOffset="143485.16">13142 10481 1178 0,'0'0'137'15,"0"0"-133"-15,0 0-1 16,0 0 12-16,0 0 0 0,115-25-15 16,-66 23 0-16,-2 2-2 15,-4-2-75-15,-10-1-136 16,-9-3-167-16,-16-3-150 15</inkml:trace>
  <inkml:trace contextRef="#ctx0" brushRef="#br0" timeOffset="143663.38">13363 10290 925 0,'0'0'212'0,"0"0"-153"15,0 0-18-15,0 0-24 16,0 0 32-16,-12 92 45 15,12-46-73-15,2-2-14 0,3-4-7 16,0 0 0 0,2-9-57-16,1-4-106 0,-2-12-132 15,0-7-188-15</inkml:trace>
  <inkml:trace contextRef="#ctx0" brushRef="#br0" timeOffset="143974.67">13525 10300 928 0,'0'0'255'0,"0"0"-232"16,0 0-16-16,0 0 51 15,0 0 5-15,0 0-33 0,101-28-21 16,-87 56-8 0,-7 6 5-16,-7 3-4 0,0 4-1 15,-17 1 2-15,-11-5 1 16,0-7-3-16,4-10 4 15,9-9-4-15,10-10-1 16,5-1 20-16,0 0 18 16,18-8-22-16,14-3-7 15,10-4-9-15,5 7-1 16,-2 3-7-16,0 5-29 16,-2 0-40-16,-1 9-66 15,-5 8-156-15,-10 3-189 16</inkml:trace>
  <inkml:trace contextRef="#ctx0" brushRef="#br0" timeOffset="144408.04">13692 11062 1360 0,'0'0'75'0,"0"0"-75"15,0 0-26 1,0 0 26-16,138-31 64 0,-53 22-39 16,10-3-13-16,4 0-2 15,-8 2-7-15,-10-3-3 16,-14 0 0-16,-17-1 0 15,-17 4 1-15,-12-1 1 16,-15-1-1-16,-6 2 7 16,0-7 4-16,-10-1-7 15,-12-1-3-15,-4 1 0 16,4 4 0-16,5 5 1 16,5 5 4-16,5 4 10 15,3 0-10-15,-3 15-7 16,0 17 0-16,0 9-1 15,3 3 1-15,1 6 0 16,3-4-23-16,0-1-116 16,6-3-90-16,9-11-242 0</inkml:trace>
  <inkml:trace contextRef="#ctx0" brushRef="#br0" timeOffset="144877.5">14712 10780 1230 0,'0'0'200'0,"0"0"-199"16,0 0 6-16,0 0 14 15,-23-81 43-15,16 76-9 16,-3 5-29-16,-6 0 0 15,-6 12-11-15,-4 19-15 16,0 12 0-16,6 4 4 16,8-4-2-16,11 1 5 15,1-8-7-15,11-9-1 16,19-12-1-16,7-15 2 16,2 0-1-16,-8-12-5 15,-10-10-20-15,-7-2 19 16,-11-3 5-16,-3 4 2 0,0-4 2 15,0-1-1 1,0 5 1-16,0 4-1 0,0 6 0 16,0 9 0-16,0 4-1 15,2 0-2-15,10 21 2 16,3 12 0-16,-2 13 18 16,-6 4-9-16,-5 10-5 15,-2 7-2-15,-12-2-2 16,-20 5-13-16,-18-3-85 15,-17-4-145-15,-16 2-229 16</inkml:trace>
  <inkml:trace contextRef="#ctx0" brushRef="#br0" timeOffset="145277.66">12045 12291 1147 0,'0'0'224'0,"0"0"-224"15,0 0-1-15,0 0 1 16,129 6 37-16,-69-6-5 16,1 0-13-16,-8 0-3 0,-8-4 1 15,-13 1-10-15,-13 3-4 16,-8 0 3-16,-6 3 1 16,0 24 19-16,-3 11 19 15,-2 11-16-15,0 8-14 16,0 0-14-16,-5 4 1 15,-6-1-2-15,5-3-4 16,1-6-95-16,5-8-62 16,0-17-94-16,0-12-243 15</inkml:trace>
  <inkml:trace contextRef="#ctx0" brushRef="#br0" timeOffset="145711.79">12576 11768 1243 0,'0'0'138'16,"0"0"-125"-16,0 0-9 16,0 0 27-16,0 0 31 15,0 0-59-15,-18-13 4 16,34 67 36-16,-6 8-16 15,-4 3-20-15,-4-6-3 16,2-12-3-16,-3-17 0 0,4-12-1 16,-1-9 0-16,-1-9 0 15,5 0-2-15,6-9-1 16,4-16 3-16,4-7 6 16,-4-4-6-16,-6 4-2 15,-6 7-2-15,-4 7 4 16,-2 8 3-16,0 6 2 15,0 4 11-15,0 0 1 16,0 7-17-16,0 24 0 16,0 12 4-16,5 8 14 15,2 2-18-15,0 1 0 16,-3 3-1-16,0 2-17 0,-1-2-98 16,3-5-85-1,-2-19-160-15,3-20-329 0</inkml:trace>
  <inkml:trace contextRef="#ctx0" brushRef="#br0" timeOffset="145922.85">12868 11837 166 0,'0'0'1159'15,"0"0"-1069"-15,0 0-90 16,0 0-9-16,0 0 9 15,-15 103 67-15,23-43-43 16,0-4-22-16,1-3-2 16,-2-1-2-16,-4-2-85 0,0-13-76 15,3-11-168-15,-3-19-211 16</inkml:trace>
  <inkml:trace contextRef="#ctx0" brushRef="#br0" timeOffset="146208.04">13021 11869 1205 0,'0'0'52'0,"0"0"-47"15,0 0-5-15,0 0 25 16,-33 83-2-16,17-53-13 16,-4-3-8-16,-4-3-1 0,3-5 3 15,1-6-2-15,8-5-1 16,6-5 3-16,5-3 15 15,1 0 40-15,0 0-32 16,20 0-24-16,10 0 21 16,7 0 9-16,3 9-17 15,0 8-15-15,0 4-2 16,-3 2-17-16,-3-2-52 16,-4-8-71-16,-5-6-89 15,-8-7-267-15</inkml:trace>
  <inkml:trace contextRef="#ctx0" brushRef="#br0" timeOffset="146378.69">13187 12028 1438 0,'0'0'53'0,"0"0"-53"16,0 0-9-16,0 0 9 15,0 0 4-15,119-43-4 16,-74 34-40-16,-8-1-69 15,-9 3-74-15,-8-3-169 16,-13-4-108-16</inkml:trace>
  <inkml:trace contextRef="#ctx0" brushRef="#br0" timeOffset="146541.48">13303 11853 1106 0,'0'0'158'0,"0"0"-129"15,0 0-19-15,0 0 4 16,-14 85 67-16,14-38-56 15,0-2-25-15,7-6 0 16,6-5-37-16,0-8-94 16,4-12-195-16,-2-13-224 15</inkml:trace>
  <inkml:trace contextRef="#ctx0" brushRef="#br0" timeOffset="146907.78">13523 11775 1149 0,'0'0'208'0,"0"0"-208"16,0 0-18-16,0 0 18 15,0 0 38-15,103 33-20 16,-83-3-9-16,-12 3-8 16,-8 5 1-16,0-1 3 15,-17-5-4-15,-3-4 2 16,0-12 1-16,7-5-3 15,6-8 5-15,7-3-1 16,0 0 0-16,10 0-4 16,15-14 8-16,6 2-4 15,5 4-2-15,-4 4 2 0,-4 4 8 16,-8 0 16-16,-8 4-1 16,-8 13 11-16,-4 0-10 15,-4 3-4-15,-18 0 4 16,-8 4-25-16,-4 2-1 15,-2 4-3-15,-1 1-56 16,2-2-121-16,1 1-204 16,6-6-419-16</inkml:trace>
  <inkml:trace contextRef="#ctx0" brushRef="#br0" timeOffset="147263.03">13743 12502 1384 0,'0'0'139'16,"0"0"-139"-16,126-24 0 16,-57 24 23-16,3 0-4 15,0 0-15-15,-3 0-1 16,-11 0-1-16,-8 0-2 15,-13-7 0-15,-14 0 0 16,-9 2 1-16,-11-3 2 16,-3-6 8-16,0-2-8 15,-9-4-2-15,-8 0 2 16,3 3-2-16,4 8 6 0,1 4 4 16,6 2 5-16,3 3-16 15,0 0 0-15,0 5-7 16,0 17 1-16,0 9 1 15,0-2-68-15,2 1-119 16,6-2-47-16,1-8-249 16</inkml:trace>
  <inkml:trace contextRef="#ctx0" brushRef="#br0" timeOffset="147723.23">14597 12103 1441 0,'0'0'101'0,"15"-76"-101"16,22 51 0-16,8 16 17 16,0 9 14-16,0 5-22 15,-7 24-2-15,-9 7 2 16,-13 3-8-16,-9 2 2 15,-7 3 2-15,-1-1-2 16,-26-3 0-16,-5-3-2 16,-5-7 7-16,2-12-5 15,8-9-1-15,13-6 3 0,8-3-2 16,6-3-3 0,9-17-2-16,18-4-29 0,11 1 29 15,7 7 1-15,4 5-2 16,-4 8 3-16,-8 3 0 15,-9 7 0-15,-11 10 4 16,-9 6 6-16,-8 0 13 16,0 1 4-16,-27 0-8 15,-12 1 0-15,-9-1-12 16,-12 3-6-16,-7 0-1 16,-5 0-24-16,-8 7-64 15,-4-1-133-15,-4 4-142 16,-9 6-309-16</inkml:trace>
  <inkml:trace contextRef="#ctx0" brushRef="#br0" timeOffset="148191.96">12298 13439 1336 0,'0'0'77'0,"0"0"-77"15,0 0 0-15,0 0 0 16,120-16 69-16,-48 1-46 16,7 6-10-16,-3-6-3 15,-11 4-4-15,-19 3-4 16,-21 5-1-16,-15 0-1 16,-10 3 6-16,0 0 35 15,0 17 1-15,-7 19-11 16,-11 24 16-16,0 14-14 15,1 10-16-15,3 10-2 16,3-4-12-16,1-3-1 16,3-6-4-16,2-11 2 0,2-6-41 15,3-18-57-15,0-9-122 16,0-17-92-16,3-20-234 16</inkml:trace>
  <inkml:trace contextRef="#ctx0" brushRef="#br0" timeOffset="148590.31">12871 12971 1152 0,'0'0'163'0,"0"0"-160"16,0 0 4-16,0 0-7 15,0 94 35-15,10-45-2 16,6-2-9-16,-2-7-3 16,5-10-10-16,1-13-8 15,2-13 2-15,1-4-3 16,2-10 10-16,1-20-10 16,-5-5-2-16,-6-7-13 15,-8-2-2-15,-6 4 11 16,-1 10 4-16,0 13 3 0,0 9 31 15,0 8 34 1,-1 0-25-16,-3 28-38 0,-1 15-4 16,0 17 11-16,2 7-2 15,3-3-10-15,0-1 0 16,0-8-16-16,10-6-79 16,2-11-97-16,-1-15-169 15,-1-19-215-15</inkml:trace>
  <inkml:trace contextRef="#ctx0" brushRef="#br0" timeOffset="149042.12">13208 12958 1045 0,'0'0'193'16,"0"0"-186"-16,0 0-7 15,0 109 10-15,0-65 8 16,0 3-4-16,0 0-11 15,-2-4 1-15,-3-2-4 16,-2-11-14-16,4-11-86 16,-1-11-93-16,4-8 90 15,0-10 94-15,0-14-40 16,4-5-16-16,6-2 65 16,0-3 68-16,3 6 3 15,1-1-18-15,-1 6 41 16,-3 10 22-16,-5 2-18 15,-4 5 10-15,-1 6-8 0,0 0-28 16,0 0-26 0,0 3-19-16,0 17-4 0,0 7 22 15,0 3-17-15,0 0-6 16,0 0-3-16,6-3-10 16,-2-3-3-16,5-2 0 15,-2-2-5-15,1-5-1 16,0-1-2-16,2-5 2 15,6-4-9-15,3-3-33 16,8-2-15-16,7 0-42 16,4 0-66-16,2-10-29 15,-3-4-151-15,0 7-166 16</inkml:trace>
  <inkml:trace contextRef="#ctx0" brushRef="#br0" timeOffset="149673.01">13801 13517 763 0,'0'0'602'0,"0"0"-543"16,0 0-59-16,0 0 0 16,0 0 7-16,0 0 31 0,101-18-20 15,-31 12-8-15,2 2-3 16,4-8-6-16,-2 1-1 15,-7 1 0-15,-7 0 2 16,-15 3-2-16,-15 4 0 16,-12 3-4-16,-12 0-8 15,-6-3 12-15,0 0 8 16,-19-4 35-16,-4-1-32 16,-3-1-1-16,3 2 9 15,4 0 7-15,6 5 4 16,9-2-6-16,2 4-9 15,2 0-15-15,0 9-3 0,0 21 1 16,0 5-3-16,6 4-41 16,7-1-49-16,4-8-79 15,5-11-63-15,-2-8-205 16</inkml:trace>
  <inkml:trace contextRef="#ctx0" brushRef="#br0" timeOffset="150106.04">14744 13460 1100 0,'0'0'249'0,"0"0"-239"15,0 0-1-15,0-87 31 16,6 60 55 0,3 6-37-16,-1-5-30 0,-3 5 7 15,-3 1-8-15,-2 7 1 16,0 2-2-16,0 8 0 15,0 1 9-15,0 2-7 16,0 0-18-16,0 0-10 16,0 10-2-16,0 19 2 15,0 19 7-15,2 18-6 16,4 12 5-16,1 12-4 16,0 3 1-16,-2-11-3 15,-4-13 1-15,-1-15-1 16,0-16 0-16,-13-13-8 15,-10-6-2-15,-8-11-1 16,1-8 3-16,2 0 4 0,7 0 2 16,5-13 2-16,10-7 1 15,6-4-1-15,25-1-5 16,23-7 1-16,17 2 3 16,10 5-8-16,9 0-44 15,5 1-72-15,6 0-120 16,7 2-175-16</inkml:trace>
  <inkml:trace contextRef="#ctx0" brushRef="#br0" timeOffset="151070.48">15074 11140 467 0,'0'0'0'0,"0"0"-444"15</inkml:trace>
  <inkml:trace contextRef="#ctx0" brushRef="#br0" timeOffset="152072.34">15362 9556 927 0,'0'0'52'0,"0"0"-38"0,-26-92-14 16,26 79-23-16,4 5 23 15,17 3 3-15,0-1-2 16,1 6-1-16,-2 0-4 16,-1 0 4-16,-3 8-2 15,1 10-3-15,-4 9-2 16,1 9-1-16,-2 13 6 15,-4 15-4-15,-3 19 6 16,-3 13 11-16,-1 13-10 16,1 11 6-16,-1 5 2 15,2 5 7-15,0 5 4 16,-2 1 3-16,1-7-16 0,-2-4 3 16,0-9-8-16,4-20-1 15,7-14-1-15,7-22-2 16,6-21 1-16,3-13 0 15,1-11-30-15,-1-15 0 16,-4 0 4-16,-3-4 27 16,-1-23-3-16,-2-3 2 15,-4 1 1-15,-7 12 7 16,-6 9 19-16,0 8 38 16,-8 4-41-16,-13 27-7 15,-5 15-6-15,-2 20 32 16,4 20 17-16,8 16-20 15,6 12-22-15,10 14 0 16,0 3-3-16,0 6-13 16,10 0 1-16,6-10-2 0,6-5 0 15,2-13-8-15,-2-11-23 16,-8-11 8-16,-11-7-15 16,-3-9-9-16,-7-15 9 15,-21-5 34-15,-3-8 4 16,-4-3 7-16,-4 1 25 15,-4-2 11-15,-6-1 1 16,-1-2-20-16,2-9-6 16,2-1-5-16,7-6-8 15,10-3-5-15,6-3-6 16,10-1-4-16,6-6-75 16,7 3-131-16,0-6-183 0</inkml:trace>
  <inkml:trace contextRef="#ctx0" brushRef="#br0" timeOffset="154971.54">8464 1418 788 0,'0'0'62'0,"0"0"-37"15,-132-83 5-15,72 68 6 16,-8 3 39-16,-1 9 25 16,4 3-51-16,6 6 3 0,9 32-6 15,5 37-26-15,6 41-7 16,6 38 2-16,18 22 18 15,15-2-14-15,27-23-18 16,36-35 5-16,24-34-6 16,18-35 0-16,13-24 4 15,7-23 3-15,9-12-4 16,4-33 8-16,4-18-10 16,-4-14-2-16,-17-5-3 15,-24-2-12-15,-31-4 16 16,-35 1 4-16,-31-2 24 15,-9-5 17-15,-45-7-15 16,-23-3-4-16,-20 5-21 16,-18 14-3-16,-6 22 18 15,6 24-20-15,10 19-5 0,18 20 5 16,15 13-51 0,20 35-37-16,22 27-39 0,27 21-54 15,6 8-222-15,40-2-107 16</inkml:trace>
  <inkml:trace contextRef="#ctx0" brushRef="#br0" timeOffset="156022.26">14922 8324 981 0,'-87'-50'14'0,"-2"12"18"16,-7 9-27-16,2 13 4 15,1 16 48-15,1 10 26 16,4 50-24-16,7 39-9 16,16 50-11-16,21 37-1 15,30 27 1-15,14-1-8 16,40-20-11-16,35-32-18 16,34-38-2-16,26-37 7 15,19-32-7-15,11-32 6 16,0-21-6-16,1-38-2 15,-11-36-55-15,-16-25-4 16,-26-20 61-16,-42-17 9 16,-41-15-5-16,-30-12 16 0,-55-15 2 15,-42 2-20-15,-31 2 2 16,-26 18-4-16,-17 27-3 16,-6 29-1-16,1 38-2 15,14 36 2-15,27 26 2 16,28 47-8-16,33 23-13 15,39 17-61-15,35 10-48 16,20 6-108-16,45 4-69 16,22-3-49-16</inkml:trace>
  <inkml:trace contextRef="#ctx0" brushRef="#br0" timeOffset="157046.12">15257 1142 277 0,'0'0'0'0,"-157"46"-116"16</inkml:trace>
  <inkml:trace contextRef="#ctx0" brushRef="#br0" timeOffset="157408.53">13928 1796 1306 0,'0'0'41'16,"0"0"-35"-16,0 0-6 16,88-38 0-16,16 26 7 15,38-4-2-15,35 0 20 16,26-4 2-16,12 2-20 15,-5 2 2-15,-27 4-4 16,-39 6-5-16,-42 6-52 16,-47 0-124-16,-48 10-74 0,-32 8-231 15</inkml:trace>
  <inkml:trace contextRef="#ctx0" brushRef="#br0" timeOffset="157588.41">13868 2062 1409 0,'0'0'115'16,"0"0"-115"-16,180-44-67 15,-41 27 58-15,32-5 9 0,21-7 6 16,12 2-3 0,-12 7-1-16,-25 11-2 0,-37 9-202 15,-46 0-209-15</inkml:trace>
  <inkml:trace contextRef="#ctx0" brushRef="#br0" timeOffset="176350.88">6363 3423 1119 0,'0'0'91'0,"0"0"-50"0,0 0-33 16,38-89-6-16,32 46 5 16,33-15-5-16,27-11 21 15,25-13 3-15,26-5-11 16,14-1-6-16,9 2-9 16,-8 14-2-16,-31 15-27 15,-37 21-152-15,-53 21-90 16,-49 15-133-16</inkml:trace>
  <inkml:trace contextRef="#ctx0" brushRef="#br0" timeOffset="176585.14">6483 3433 1318 0,'0'0'9'0,"122"-76"-9"16,-5 25-41-16,27-20 37 15,21-14 4-15,16-6 2 16,5 1-1-16,2 2-1 16,-12 8-178-16,-25 2-218 15</inkml:trace>
  <inkml:trace contextRef="#ctx0" brushRef="#br0" timeOffset="176917.66">7495 2476 1161 0,'0'0'109'0,"0"0"-109"0,0 0-23 16,0 0 23-16,175-22 9 15,-53 22-6-15,12 0 2 16,-15 18 10-16,-34 17-15 15,-43 18-1-15,-42 22-13 16,-50 18 14-16,-61 26 15 16,-46 21-15-16,-35 15-97 15,-22 12-217-15,-5 9-126 16</inkml:trace>
  <inkml:trace contextRef="#ctx0" brushRef="#br0" timeOffset="182268.46">11186 8347 249 0,'0'0'705'0,"-69"-128"-670"16,41 78-19-1,6 17-4-15,10 15 0 0,6 15 18 16,5 8-18-16,1 57-12 16,0 56 0-16,0 86 71 15,0 89 73-15,0 86-54 16,1 90-29-16,2 49-3 16,-3 41 5-16,0-5-55 15,-8-46-6-15,-4-59-2 16,8-81-15-16,4-69-14 15,16-61 24-15,19-50-4 16,10-38-18-16,4-49-140 16,-9-41-249-16</inkml:trace>
  <inkml:trace contextRef="#ctx0" brushRef="#br0" timeOffset="182815.83">11123 8220 1362 0,'0'0'5'16,"0"0"0"-16,0 0-5 15,0 0-122-15,0 0 68 16,135-22 54-16,2 22 6 15,42 9 0-15,45 6 13 16,40 1 11-16,39 1-3 0,29 0-15 16,18-6-8-1,4-3-3-15,-5-5-1 0,-14-3 8 16,-20 0-8-16,-14-11 0 16,-19-7 0-16,-18-6 5 15,-15-4 2-15,-22-3-7 16,-26 0-4-16,-27 2-2 15,-30 7-17-15,-37 7-6 16,-34 10 28-16,-29 5-5 16,-26 0-37-16,-18 18-16 15,-3 11 30-15,-34 11-3 16,-18 9-111-16,-17 4-197 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45:44.84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556 3149 351 0,'0'0'145'16,"0"0"-87"-16,0 0-30 15,0 0 50-15,0 0 25 16,0 0 8-16,0 0-17 16,0 0-17-16,-22-10-18 0,22 8-7 15,0 0-5-15,0 2-9 16,0 0 1-16,0-3-12 16,0 3 0-16,0 0-5 15,0 0-10-15,0 0 2 16,0 0 8-16,0-1 3 15,0 1 2-15,0 0-11 16,0 0-1-16,0 0-3 16,0 0-9-16,0 0 4 15,0 0-5-15,0 0-2 16,0 0 0-16,0 0-7 16,0 0 1-16,0 0 0 15,7 8 0-15,5 5 6 0,5-1 2 16,-1-1-1-16,0-6-1 15,-3 0-1-15,-4-2 1 16,-3-1-1-16,1-2 3 16,1 0-2-16,-3 0 1 15,2 0 2-15,-1 0-2 16,4 0 3-16,2-6 4 16,2-5-2-16,1 2-5 15,2 0 0-15,-3 0-1 16,5 3-1-16,-1 1 0 15,2 2 0-15,0 2 1 16,0 1-1-16,2 0-5 16,-2 0 5-16,0 9 1 15,0 0 0-15,-3 1-1 0,0-3 2 16,-6-1 0 0,-2-2-1-16,-3-2 2 0,-4-1-2 15,0-1 0-15,0 0 0 16,-1 0 1-16,2 0 2 15,0 0 0-15,6 0 0 16,3-7 0-16,5-4 2 16,-1 2 0-16,2 1-5 15,-2 6 0-15,2 0 0 16,0 2-1-16,3 0 0 16,0 0 0-16,1 3 1 15,-2 3 0-15,-2 0 0 0,2-1 0 16,-3-1 0-16,-2-1 0 15,-3 0 0-15,-2-3 4 16,-3 0-2-16,0 0-2 16,-3 0 3-16,3 0 0 15,3 0 0-15,2-6 1 16,0-2 1-16,-1 1-3 16,-1 1 1-16,0 2-3 15,1 0 4-15,-1 0 2 16,-6 1-3-16,2 3-1 15,-3-2-2-15,0 2-3 16,4 0 1-16,-1 2-65 16,3 14-181-16,-4 3-237 0</inkml:trace>
  <inkml:trace contextRef="#ctx0" brushRef="#br0" timeOffset="2368.33">520 3358 575 0,'0'0'135'0,"0"0"-128"16,0 0-1-16,0 0 23 16,0 0 70-16,0 0-14 15,0 0 0-15,0-22-30 16,0 22-27-16,0 0-15 16,0 0-9-16,0 0 0 15,0 0-3-15,13 0 4 0,9 8 1 16,3 1-4-1,-2-1 3-15,-2-2-1 0,-7-1-4 16,-1-3 3-16,-1 0 1 16,2 0-3-16,-2-2 6 15,-6 0-5-15,4 0 13 16,0 0 17-16,0-8 4 16,3-4-4-16,3 0-13 15,2 0-5-15,0 0-4 16,2 5-8-16,1 4 0 15,0 0-2-15,3 3 0 16,3 0-1-16,-1 0-2 16,-1 0 3-16,1 8-2 15,-6 0 3-15,-2-2-1 0,-3-1 3 16,-5 1-2-16,-2-4 0 16,-3 0-1-16,0-1 2 15,2 1-2-15,0-2 1 16,3 0 0-16,2 0 4 15,2 0-3-15,5 0 6 16,3 0-6-16,1 1-2 16,6-1 0-16,-1 3 2 15,3-3-2-15,1 0 2 16,-2 0-2-16,-5 0 2 16,-5 0-1-16,-4 0 1 15,-3 0-1-15,-1 0 0 16,-1 0 3-16,1-6 0 0,-2-1-4 15,-1 0 0 1,-3 2-36-16,-1 5-143 0,-5 0-271 16</inkml:trace>
  <inkml:trace contextRef="#ctx0" brushRef="#br0" timeOffset="5616.11">16528 734 945 0,'0'0'230'0,"0"0"-197"16,0 0-12-1,0 0 60-15,0 0 2 0,0 0-73 16,0 0 6-16,0 93-5 16,4-9 64-16,0 6-56 15,-1 1-18-15,-1-4 3 16,2-2-1-16,-1-7-1 15,0-8-2-15,0-7-125 16,3-13-65-16,-6-17-151 16,0-18-201-16</inkml:trace>
  <inkml:trace contextRef="#ctx0" brushRef="#br0" timeOffset="5840.44">16504 714 1186 0,'0'0'142'0,"-23"-100"-124"16,23 63 30-16,0 9 53 15,23 6-17-15,9 11-65 16,12 8-17-16,5 3 0 16,5 10-2-16,-1 16-8 15,-4 8 8-15,-8 5-60 16,-8 5-78-16,-13 4-54 15,-14-2-217-15,-6 0-342 16</inkml:trace>
  <inkml:trace contextRef="#ctx0" brushRef="#br0" timeOffset="5991.92">16593 1066 1472 0,'0'0'0'15,"0"0"-36"-15,0 0 36 16,0 0 8-16,90 0-4 15,-30 0-2-15,4 0-2 16,-6 0-139-16,-6 0-94 16,-10 4-211-16</inkml:trace>
  <inkml:trace contextRef="#ctx0" brushRef="#br0" timeOffset="6282.72">16994 1166 1257 0,'0'0'119'0,"0"0"-108"15,0 0-11-15,0 0 25 16,0 0 20-16,82-78-29 16,-60 56 3-16,-8 6 34 15,-7 1-25-15,-7 1 14 16,0 5-2-16,0 2-4 16,-8 4 7-16,-7 3-42 15,-3 0 9-15,-4 24-9 16,-1 7-1-16,4 7 0 15,9 2 0-15,10-1-9 16,0-3 5-16,17-4 3 0,15-6-36 16,6-6-31-16,8-7-41 15,0-7-80-15,-4-6-158 16,-6 0-198-16</inkml:trace>
  <inkml:trace contextRef="#ctx0" brushRef="#br0" timeOffset="6538.12">17319 1140 725 0,'0'0'459'0,"0"0"-426"16,-17-80 3-16,17 62 83 16,3 6-26-16,15 3-62 15,7 6-23-15,4 3-8 16,6 0 0-16,4 15 1 0,-4 7 4 16,-2 6-5-1,-4 2 3-15,-8 3-2 0,-4-3 3 16,-5-3-4-16,-7-6-2 15,-4-6 2-15,-1-7 0 16,0-5 3-16,0-3-5 16,0 0 2-16,0-3-4 15,-10-17-27-15,-5-4-61 16,-2-6-27-16,1-3-207 16,4 1-304-16</inkml:trace>
  <inkml:trace contextRef="#ctx0" brushRef="#br0" timeOffset="6794.71">17636 967 1113 0,'0'0'198'16,"0"0"-193"-16,0 0 9 16,0 0 23-16,0 0-22 15,0 0-14-15,19-32-1 16,-15 32 1-16,-1 0 0 15,-3 0-1-15,0 0 2 16,0 0 0-16,0 0-2 16,0 0-2-16,0 0-5 15,0 4-3-15,0 5 8 0,0 7-11 16,-9-1-152-16,-3 0-115 16,-5-1-261-16</inkml:trace>
  <inkml:trace contextRef="#ctx0" brushRef="#br0" timeOffset="7348.52">17475 1264 1002 0,'0'0'132'0,"0"0"-130"0,0 0 1 15,0 0 51 1,0 0-18-16,0 0-21 0,0 0 1 16,0 0 27-1,0 0 6-15,0 0-8 0,0 0 11 16,0 0 4-16,0 0-10 16,0 0-18-16,0-10-12 15,0-2-12-15,6-2-2 16,0 1-2-16,1 2 0 15,0 2-3-15,1 2 3 16,3 1-2-16,3 3 0 16,1 1 0-16,4 2-1 15,1 0 2-15,0 11-4 16,-1 11 1-16,2 5 3 0,-3 7 0 16,-5 0 0-1,-4 1 1-15,-6-4 4 0,-3-7 3 16,0-5 3-16,0-6 10 15,0-7 6-15,-3-3 13 16,-4-3 4-16,-5 0 4 16,-1-15-3-16,-3-14-28 15,2-10-14-15,4-6 8 16,5-3-5-16,5-5-3 16,0 3-2-16,13 4 0 15,12 7 0-15,2 9-3 16,5 9-47-16,-2 9-30 15,1 8-61-15,-2 4-130 16,-5 0-221-16</inkml:trace>
  <inkml:trace contextRef="#ctx0" brushRef="#br0" timeOffset="7949.49">17773 1120 1189 0,'0'0'218'0,"0"0"-217"15,0 0 27-15,0-99 37 16,20 78-21-16,7 6-35 16,0 6-3-16,-2 8-5 15,0 1 4-15,-3 14-3 16,0 16-2-16,-4 11 14 0,-3 6 6 16,-3 3-10-16,-6-1 3 15,-2-7-11-15,-4-10 5 16,0-11-7-16,0-11 3 15,0-5 0-15,0-5 26 16,0 0 2-16,0 0-1 16,0-15 1-16,0-15-19 15,0-11-7-15,0-3-8 16,4 2 3-16,14 6-1 16,5 11-1-16,0 9 2 15,-1 11-9-15,0 5 6 16,-2 2-3-16,0 22-2 15,-2 8 3-15,-1 3 4 16,-4 1 1-16,-6-4 0 0,-4-7-4 16,-3-5 3-16,0-10 1 15,0-4-3-15,0-4 1 16,0-2 2-16,0 0 9 16,-2-14 2-16,1-16-5 15,1-12-6-15,0-6 2 16,0-2-1-16,13 8 0 15,6 12-1-15,1 10 5 16,-2 11-5-16,0 9-4 16,6 0 4-16,3 11-2 15,1 14-3-15,0 8 1 16,-2 1 4-16,-4-1-1 0,-5 0 1 16,1-3-7-16,2-7-91 15,3-7-138-15,2-8-152 16,2-8-199-16</inkml:trace>
  <inkml:trace contextRef="#ctx0" brushRef="#br0" timeOffset="8483.02">18758 1074 830 0,'0'0'143'16,"0"0"-46"-16,0 0 129 16,0 0-67-16,0 0-85 15,0 0-46-15,-102-2-1 16,74 34 0-16,4 1 4 15,4-4-15-15,8-4-7 0,7-6-9 16,5-11-1-16,0-2 0 16,0-6-1-16,14 0 2 15,4-6 7-15,5-17 3 16,5-6-10-16,-4-6-6 16,-2 3-19-16,-3 7 18 15,-6 6 4-15,-5 10-2 16,-1 8 2-16,3 1-5 15,1 14 1-15,8 19 3 16,3 6 2-16,1 2 4 16,7-6 0-16,5-9-2 15,11-12 1-15,5-13 4 16,1-1-5-16,-7-13 1 16,-6-16 5-16,-13-5-5 0,-9-5 3 15,-7 0 2-15,-8-9 2 16,-2-7-2-16,0-5-1 15,-9-6-5-15,-4 2 4 16,0 12 3-16,3 15 6 16,3 20 16-16,2 10 4 15,4 7-19-15,-1 19-14 16,2 24-12-16,0 22 12 16,0 10 5-16,0 2-4 15,0-7 0-15,9-8-1 16,9-9-1-16,-4-11-40 15,-2-12-114-15,-5-13-165 16,-7-14-421-16</inkml:trace>
  <inkml:trace contextRef="#ctx0" brushRef="#br0" timeOffset="8623.92">19114 1026 1405 0,'0'0'224'0,"0"0"-224"16,0 0 0-16,0 0-3 15,0 0 9-15,0 0-13 16,127-16-5-16,-73 12-140 16,-11-2-122-16,-11-3-257 15</inkml:trace>
  <inkml:trace contextRef="#ctx0" brushRef="#br0" timeOffset="9600">19687 1084 567 0,'0'0'579'15,"0"0"-556"-15,0 0-17 0,0 0 73 16,0 0 88-16,0 0-72 15,0 0-83-15,14 0-11 16,43 0 2-16,24-4 8 16,20-4-4-16,9-5-1 15,3-4 3-15,-7 1 4 16,-14-1-4-16,-21 3 1 16,-23 7-6-16,-21 1-3 15,-14 4-1-15,-8 1 1 16,-5 1 0-16,0-2 9 15,0 1 1-15,-6-3 20 16,-11-3-22-16,-5 1-6 0,2 1-2 16,2 1-1-16,6 2 0 15,7 2 2-15,3 0-2 16,2 0-1-16,0 0-7 16,0 0-6-16,0 6 9 15,7 8 3-15,3 6-5 16,4 1-58-16,3 2-87 15,7-1-78-15,1-4-152 16,3-6-234-16</inkml:trace>
  <inkml:trace contextRef="#ctx0" brushRef="#br0" timeOffset="10647.59">20789 873 1377 0,'0'0'61'0,"0"0"-59"16,0 0 13-16,0 0 20 16,0 0-12-16,97-19-10 15,-49 46-9-15,0 9 3 16,-8 8 4-16,-11 1-9 16,-8 2 8-16,-13-5-4 15,-8-5 1-15,0-8 2 16,-10-10 6-16,-6-6 11 15,-3-9 6-15,-1-4 17 16,-2 0-18-16,2-11-14 0,2-18-7 16,6-12-1-16,7-9-5 15,5-4-1-15,0 0-3 16,25 7-2-16,7 12-5 16,10 11-4-16,4 13-35 15,8 11 20-15,5 0-22 16,3 7-9-16,1 6-9 15,-3-4-1-15,-6-3 1 16,-11-4 23-16,-13-2 39 16,-8 0 4-16,-9-12 4 15,-6-5 14-15,-7 0 23 16,0-3 39-16,0 3 12 16,-15 5-33-16,-3 5-21 15,-2 5-22-15,-4 2-7 0,0 20-2 16,0 11-7-16,2 9 0 15,9 0-1-15,10-6-2 16,3-1 2-16,1-10-2 16,21-6 2-16,4-8 0 15,6-6-3-15,5-3 1 16,4 0 0-16,1-15-6 16,2-6-7-16,-6-3-4 15,-4-1 5-15,-6-4 13 16,-6 0-1-16,-7-3 6 15,-5 2-4-15,-2 2 2 16,-3 8 3-16,-1 9-4 0,-2 5-2 16,-1 6 2-1,1 0-2-15,3 8-12 16,8 16 10-16,4 6 4 0,4 8 1 16,5 3 0-16,-1 1 0 15,0 0 5-15,-7-5 2 16,-6-7 5-16,-8-6 4 15,-4-4 10-15,-4-3 1 16,-20-7 7-16,-7-1-11 16,-10-6-16-16,3-3-2 15,5 0-6-15,7-15-2 16,15-11-17-16,11-3-38 16,0-8-32-16,28-2-18 0,14-1 31 15,10 0 28 1,5 0-16-16,0 0 22 0,-4 0 42 15,-9 2 4-15,-14 5 7 16,-13 5 37-16,-11 4 25 16,-4 2 15-16,-2 5-11 15,0 2-3-15,0 4-17 16,-4 7-17-16,1 2-7 16,-1 2-12-16,0 5-21 15,-3 23-7-15,4 16 4 16,0 11 3-16,3 3 0 15,0-1 1-15,8-6-2 16,10-4 0-16,4-5 1 16,-1-6-51-16,1-6-89 0,-2-10-141 15,-4-12-267-15</inkml:trace>
  <inkml:trace contextRef="#ctx0" brushRef="#br0" timeOffset="11032.56">22132 879 402 0,'0'0'969'16,"0"0"-946"-16,0 0-7 16,0 0 84-16,0 0-40 15,0 0-56-15,42-81-3 16,-9 75-2-16,-3 6 0 16,1 0-1-16,-4 12 0 15,4 14-5-15,-3 4 7 0,-1 5 0 16,-7 0 0-16,-7-7 1 15,-6-6 0-15,-4-7 8 16,-3-8 17-16,0-3 11 16,0-4 7-16,0 0-1 15,-11 0-15-15,-3 0-1 16,1-12-17-16,3-12 1 16,9-7-10-16,1-3 1 15,4-1 5-15,21 4-7 16,8 6 1-16,6 9-1 15,3 9-1-15,0 7-1 16,-7 1-2-16,-6 22-6 0,-6 7-5 16,-7 3-44-1,-2-1-28-15,4-5-71 16,6-6-79-16,5-11-215 0,3-8-333 16</inkml:trace>
  <inkml:trace contextRef="#ctx0" brushRef="#br0" timeOffset="11430.96">22917 816 884 0,'0'0'308'16,"0"0"-262"-16,0 0 83 16,0 0 82-16,0 0-143 15,0 0-53-15,-96-21-11 16,72 58 13-16,3 7-4 16,9-3-11-16,9-2 7 0,3-7-9 15,6-8-3 1,21-10 3-16,13-5 0 0,12-9 0 15,7-2-9-15,0-21-14 16,-1-5 18-16,-12-6 2 16,-5-1 6-16,-14-8 0 15,-5-3-1-15,-8-8 1 16,-12-6 1-16,-2-3-2 16,-4 1 1-16,-11 6 1 15,-2 16 11-15,5 15 18 16,5 18 1-16,1 7-2 15,-1 21-32-15,1 28-6 16,-2 22 6-16,1 15 13 16,5 3-8-16,2-7 2 15,0-9-7-15,14-13 0 0,8-11-2 16,-1-11-20-16,1-14-59 16,-6-13-193-16,-7-11-288 15</inkml:trace>
  <inkml:trace contextRef="#ctx0" brushRef="#br0" timeOffset="11583.54">23097 776 1680 0,'0'0'0'16,"0"0"13"-16,0 0-13 16,0 0 10-16,123-20-9 15,-48 20-2-15,-1 0-3 0,-12 0-170 16,-19 4-137-16,-18-4-377 15</inkml:trace>
  <inkml:trace contextRef="#ctx0" brushRef="#br0" timeOffset="12365.3">21634 1914 658 0,'0'0'312'0,"0"0"-312"0,0 0 2 16,0 0 0 0,0 0 27-16,0 0 30 0,48-18 52 15,-21 5-21-15,-2-4-46 16,-5-2-17-16,-5-4 2 16,-7-2 17-16,-6-5 2 15,-2-2-11-15,0 0 9 16,-16-3 8-16,-10 6-27 15,4 2-9-15,4 7 11 16,6 9 9-16,7 9-12 16,5 2-11-16,0 2-15 15,0 33-7-15,0 23 2 16,2 20 5-16,8 13 5 16,0 7-4-16,0 1 5 15,-1-1-2-15,-1-6 1 0,-1-6-5 16,-2-11-1-16,0-17 0 15,-4-13-23-15,2-12-89 16,1-16-182-16,1-16-131 16</inkml:trace>
  <inkml:trace contextRef="#ctx0" brushRef="#br0" timeOffset="12586.76">21779 1885 1406 0,'0'0'124'16,"0"0"-120"-16,0 0-4 0,98-55 36 16,-62 55 10-16,-6 18-31 15,-9 11 1-15,-11 5-7 16,-10 4 5-16,-13 1-11 16,-23-2 2-16,-8-3-5 15,1-11-2-15,3-8-73 16,11-15-111-16,7-2-84 15,16-31-194-15</inkml:trace>
  <inkml:trace contextRef="#ctx0" brushRef="#br0" timeOffset="12982.03">21948 1281 1305 0,'0'0'56'0,"-109"-37"-48"15,49 32 53-15,-5 5 57 16,-2 3-48-16,0 30-17 16,-2 28-37-16,4 33-2 15,7 25 2-15,11 23-6 16,15 4 11-16,19-1-3 16,13-8-4-16,11-18-9 15,33-22-5-15,18-25 0 16,16-19 0-16,15-22 0 15,7-22 1-15,7-9 1 16,7-29 0-16,1-26-2 16,-8-17-12-16,-12-13 3 0,-25-8 9 15,-26-5 0-15,-24-6 2 16,-20-6-1-16,-12-1 1 16,-38 0-2-16,-22 2 0 15,-15 17-8-15,-13 21 0 16,-2 30-5-16,1 29-23 15,8 12-28-15,6 26-77 16,5 21-149-16,10 11-278 16</inkml:trace>
  <inkml:trace contextRef="#ctx0" brushRef="#br0" timeOffset="14700.28">16071 2924 617 0,'0'0'266'16,"0"0"-246"-16,0 0 14 0,34-97 141 15,-29 65-51-15,-4 1-26 16,-1-2-25-16,0 1 1 16,-13 3 1-16,-12 10-23 15,-7 13-21-15,-6 6-8 16,-9 30-18-16,-3 26-3 15,-2 18 5-15,7 15 1 16,10 4 6-16,16-2-7 16,18-10-4-16,1-20-3 15,23-19-2-15,9-18 2 16,7-17 0-16,2-7 0 16,3-18 2-16,-5-19-2 15,-3-10-2-15,-8-9-6 0,-9-5 6 16,-8-1 2-1,-6 2 2-15,0 11-1 0,-2 12 1 16,-1 16 0-16,0 12 3 16,1 9 2-16,2 14-7 15,5 28-4-15,4 20 4 16,2 7 6-16,5-1-4 16,3-10-2-16,2-11-6 15,0-13-90-15,-1-14-121 16,-6-16-132-16,-9-4-379 15</inkml:trace>
  <inkml:trace contextRef="#ctx0" brushRef="#br0" timeOffset="15064.71">16131 2291 1093 0,'0'0'420'16,"0"0"-420"-16,0 0-44 16,0 0 44-16,0 0 18 15,86-82-8-15,-63 57-9 16,-8 0 8-16,-8-2-2 16,-7-2 2-16,0-2 2 0,0 1 27 15,-10 3-17-15,0 6 1 16,2 9-4-16,4 9 14 15,4 3-7-15,0 11-25 16,0 26-9-16,0 20 9 16,0 16 1-16,0 5 5 15,0 3-5-15,4-4-1 16,2-4 0-16,1-5-1 16,-1-2-19-16,0-6-144 15,-3-10-73-15,-3-16-270 16</inkml:trace>
  <inkml:trace contextRef="#ctx0" brushRef="#br0" timeOffset="15287.61">16245 2217 1182 0,'0'0'129'0,"0"0"-119"0,0 0 37 15,0 0 57-15,0 0-50 16,97-53-23-16,-62 77-5 15,-8 5-3-15,-10 2-7 16,-10 3-9-16,-7-6 0 16,0-1-7-16,-9-4 0 15,-11-4-3-15,-5-2-70 16,-2-6-101-16,2-7-116 16,7-4-183-16</inkml:trace>
  <inkml:trace contextRef="#ctx0" brushRef="#br0" timeOffset="15447.26">16404 2262 570 0,'0'0'496'0,"0"0"-446"16,0 0 42-16,92-41 89 15,-46 28-75-15,12-3-65 16,3 3-29-16,-2 0-9 16,-4 2-3-16,-10-1-62 15,-9 0-160-15,-11 0-220 16</inkml:trace>
  <inkml:trace contextRef="#ctx0" brushRef="#br0" timeOffset="15617.91">16832 2017 1116 0,'0'0'154'16,"0"0"-133"-16,0 0 51 16,0 0 26-16,0 0-92 15,0 0 1-15,8 91 6 16,5-42-6-16,3-4-7 15,-3-2 1-15,0-1-2 16,-3-4-143-16,-3-7-110 16,-4-5-382-16</inkml:trace>
  <inkml:trace contextRef="#ctx0" brushRef="#br0" timeOffset="16021.9">17076 2600 1103 0,'0'0'466'0,"0"0"-466"15,0 0-18-15,0 0 18 16,116-20 12-16,-41 13-6 16,2 1-3-16,-2 0-3 15,-13 0-27-15,-17 0-249 16,-20-1-287-16</inkml:trace>
  <inkml:trace contextRef="#ctx0" brushRef="#br0" timeOffset="16171.31">17213 2732 1584 0,'0'0'0'0,"0"0"-45"15,0 0 45-15,139 11 16 16,-68-11-16-16,-2 0-27 16,-12 0-204-16,-24 0-294 15</inkml:trace>
  <inkml:trace contextRef="#ctx0" brushRef="#br0" timeOffset="16293.37">17302 2884 1243 0,'0'0'0'0,"0"0"-30"0,0 0 29 16,98 21-6-16,-27-23-104 16,6-18-293-16</inkml:trace>
  <inkml:trace contextRef="#ctx0" brushRef="#br0" timeOffset="16748.96">18045 2645 1129 0,'0'0'200'16,"0"0"-195"-16,0-85 10 16,0 56 118-16,0 2-20 0,9 3-75 15,1 1-22 1,-1 4 16-16,-6 1 3 0,-3 3 2 15,0 1-7-15,0 2-10 16,0 5-2-16,0 0 4 16,0 6-3-16,0 1-4 15,0 0-15-15,0 0-3 16,0 20 1-16,0 11 1 16,0 14 2-16,1 8 1 15,11 6-1-15,3 1-1 16,4-2-2-16,-4-1 0 15,-5-9-8-15,-9-5-38 16,-1-10-16-16,-8-9-34 16,-19-12-23-16,-10-6 28 0,-8-6 77 15,-3 0 16-15,1 0 14 16,9-5 53-16,12-2 32 16,13 0-12-16,10 1-30 15,3 2-12-15,18 0-39 16,26 1-1-16,13 1-4 15,6-1-1-15,6 0-54 16,-6-1-66-16,-1-5-46 16,-8-2-77-16,-8-5-301 15</inkml:trace>
  <inkml:trace contextRef="#ctx0" brushRef="#br0" timeOffset="17001.77">18615 2161 1401 0,'0'0'96'16,"0"0"-89"-16,0 0 24 16,0 0 32-16,-62 83 1 15,53-12-39-15,5 12-4 16,4 10 8-16,0-1-1 15,4-6-16-15,11-8-11 16,7-15-1-16,5-13-1 0,1-13-83 16,2-15-160-16,-5-17-221 15</inkml:trace>
  <inkml:trace contextRef="#ctx0" brushRef="#br0" timeOffset="18231.08">18673 2429 1257 0,'0'0'93'16,"0"0"-66"-16,0 0 8 15,0 0 22-15,0 0-23 16,108 62-1-16,-77-7-11 16,-10 3 12-16,-7 0-2 15,-6-10-13-15,-5-11-2 0,-1-12-4 16,-2-12-2-16,0-7-4 15,0-6-3-15,0-1 6 16,0-22 0-16,0-10-6 16,0-14-4-16,0-8 0 15,0-3-2-15,0 7 0 16,4 13 2-16,5 12-1 16,1 14-1-16,7 9 2 15,0 3-1-15,6 12-3 16,2 17 4-16,-1 12 0 15,-3 9 4-15,-4-2 4 0,-2-6-4 16,-3-9 1 0,-1-12-4-16,1-9 1 0,-2-8-2 15,2-4 2-15,2-13-1 16,-3-12-1-16,1-10-4 16,-4-4 4-16,-3-5 0 15,-3 1 0-15,-1 6-1 16,1 13 2-16,-2 10-1 15,2 9 0-15,0 5 0 16,1 6 0-16,4 22 0 16,3 7 2-16,1 8 9 15,1-5-7-15,5-4-3 16,2-9 1-16,3-10-1 16,4-9 1-16,-1-6-2 15,2 0-17-15,-2-18 0 0,-5-6-7 16,-4-5 21-1,-6-7 1-15,-3 5 3 0,-4 1-1 16,-3 9 0-16,0 12 3 16,0 5 0-16,0 4 8 15,4 8-11-15,1 15-1 16,5 3 1-16,3 1 5 16,4-8 0-16,3-7-5 15,2-5 5-15,-2-7-3 16,-5 0-1-16,-5 0 5 15,-5-4-2-15,-5-5 46 16,0-2 0-16,-5-3-28 0,-14 0 4 16,-4 1-13-16,0-3-13 15,-1 6 1-15,9 3-1 16,6 2-1-16,8 5-7 16,1 0-29-16,0 0-12 15,7 0-17-15,16 0-40 16,9-2 18-16,1-4-24 15,-1 1 16-15,-3 3 53 16,-4 2 43-16,-2 0 4 16,-1 11-3-16,-2 8 7 15,-2 0 49-15,3-2-15 16,-4-2 2-16,0-3 24 16,2-3-53-16,-7-4 18 15,-4-2 2-15,-3-2-23 16,-5-1-3-16,0 0 43 0,0 0 13 15,0 0-11-15,0 0-17 16,-3-18-6-16,-6-9-28 16,1-11-1-16,-5-5 0 15,-5-5-2-15,1-6 0 16,-2 2 0-16,6 7-4 16,1 11 1-16,7 14 3 15,2 11 0-15,1 8 0 16,2 1-3-16,0 0 2 15,0 0-4-15,-1 0-6 16,-2 10-8-16,3 5 2 16,0 0-18-16,0-3-12 0,0-4-2 15,10-4-2-15,4-2-1 16,1-2 2-16,0 0 9 16,0 0 20-16,-2 0-35 15,-1 0-2-15,0-3 26 16,-1 0 8-16,-2-2-40 15,-2 1-59-15,-1-2-102 16,-1-1-147-16</inkml:trace>
  <inkml:trace contextRef="#ctx0" brushRef="#br0" timeOffset="18488.57">19950 2259 1298 0,'0'0'190'0,"0"0"-185"15,0 0 57-15,0 0 16 16,0 0-54-16,-10 99-2 16,13-21 42-16,6 11-23 15,-1 2-22-15,-2 2 2 16,-2-9-11-16,-2-9-9 15,-1-11-1-15,-1-5-11 16,0-9-82-16,0-13-205 0,-10-17-210 16</inkml:trace>
  <inkml:trace contextRef="#ctx0" brushRef="#br0" timeOffset="18706.05">19956 2563 1436 0,'0'0'64'16,"0"0"-54"-16,69-80 95 16,-41 73-8-16,3 7-60 15,-4 0-31-15,-2 19 1 16,-8 5-3-16,-7 4-1 16,-10 5-1-16,0-1-2 0,-3-4 0 15,-13-6-2-15,1-6-72 16,0-7-143-16,3-9-282 15</inkml:trace>
  <inkml:trace contextRef="#ctx0" brushRef="#br0" timeOffset="18949.48">20224 2155 1423 0,'0'0'218'16,"0"0"-206"-16,0 0-5 15,0 0 33-15,126-29 7 0,-81 70-29 16,-5 21-2 0,-14 13 20-16,-12 6-16 0,-14 5 2 15,0-2-13-15,-24-4-9 16,-9-9 0-16,-9-10-5 16,-8-11-64-16,-9-10-76 15,-4-9-205-15,-10-9-226 16</inkml:trace>
  <inkml:trace contextRef="#ctx0" brushRef="#br0" timeOffset="19281.64">16221 3535 1439 0,'0'0'197'0,"0"0"-197"16,0 0-158-16,91-5 158 16,45 5 110-16,49 0-30 15,61-7-33-15,60-6-16 16,50-8-2-16,38-8-7 15,17-6-9-15,-10-5-10 16,-37 2-3-16,-55 6 2 0,-70 3-2 16,-72 8-28-1,-71 2-121-15,-66-5-179 0,-49 2-265 16</inkml:trace>
  <inkml:trace contextRef="#ctx0" brushRef="#br0" timeOffset="19712.68">15705 1901 908 0,'0'0'223'15,"-64"-105"-163"-15,38 68-25 16,7 15 5-16,9 10 101 15,9 12-1-15,1 17-125 0,5 47 2 16,17 44-17 0,6 42 55-16,0 28-10 0,-3 22-27 15,-9 5-8 1,-13-1-5-16,-3-8-1 0,-2-30-4 16,-11-29-1-16,5-34-74 15,4-35-83-15,4-31-59 16,0-31-131-16,15-15-550 15</inkml:trace>
  <inkml:trace contextRef="#ctx0" brushRef="#br0" timeOffset="20348.62">15700 1861 1585 0,'0'0'0'0,"0"0"-30"15,0 0-69-15,126-57 99 16,-6 47 19-16,44 5 35 16,47 2-36-16,49-1-10 15,58-3-3-15,43-5 1 16,35 4 5-16,15 3 3 15,1 3 8-15,-18 2-2 16,-24 0-10-16,-33 0 5 0,-40 0-15 16,-45 0-1-16,-45 0 1 15,-44-10 3-15,-42 0 2 16,-30-4-1-16,-27 1-3 16,-23 1 1-16,-21 3 2 15,-6-2 5-15,-5 2 5 16,-2-1-10-16,2-1-2 15,-5 4-2-15,3 1-2 16,0 3 2-16,-1-1-9 16,0 0-1-16,-1 1 3 15,-2-2 2-15,-1 3 5 16,1-1-1-16,-1 3 3 16,-1-2-2-16,-1 2 1 15,0 0 1-15,0 0 7 16,0 0-1-16,0 0 3 0,0 7-11 15,0 25 2-15,-4 25-2 16,-5 27 22-16,-1 19 4 16,1 15 7-16,5 3-11 15,0-4-3-15,4-8-10 16,0-9-8-16,0-8 3 16,0-11-3-16,0-13-1 15,0-10-12-15,0-18-39 16,0-12-58-16,-2-5-101 15,-5-10-22-15,-4-5-170 16,-6-4-169-16</inkml:trace>
  <inkml:trace contextRef="#ctx0" brushRef="#br0" timeOffset="20680.31">19211 3312 168 0,'0'0'1189'0,"0"0"-1189"16,0 0-24-16,0 0-2 15,116 16 26-15,-13-16 64 16,31 0-32-16,27 0 20 16,21-4-4-16,13-13-23 15,-1-1-23-15,-7-2-2 16,-18 4-6-16,-29 2-38 16,-34 5-59-16,-44-1-168 15,-42-3-419-15</inkml:trace>
  <inkml:trace contextRef="#ctx0" brushRef="#br0" timeOffset="24080.23">20899 4253 403 0,'0'0'934'0,"0"0"-904"15,-76-81-18-15,51 45 6 16,-2-10 50-16,-5-11-6 15,-10-9-1-15,-6-11-19 16,-6-10-24-16,-2-8-14 16,4-3 0-16,0-2-3 0,3 2 3 15,4 6 9 1,5 9-1-16,3 10-4 0,11 17 0 16,4 19-5-16,8 16 5 15,6 10-1-15,3 7-2 16,4 2-4-16,1 2-1 15,-2 0-2-15,0 0 2 16,2 0 0-16,-2 0-12 16,-3 8 3-16,-3 16 7 15,-5 9 2-15,-2 4 0 16,-1 0 2-16,5-9-1 16,2-11 1-16,5-6 0 15,4-9-1-15,0-2 1 16,0 0 1-16,0 0 5 15,0 0-4-15,0 0 7 0,0-17 4 16,0-6-9-16,3-6-5 16,4 5-1-16,-1 7 1 15,-1 10-2-15,2 7-6 16,7 0 4-16,10 7 1 16,10 21-5-16,8 12-4 15,1 10-73-15,4 3-83 16,0 0-116-16,1-10-190 15</inkml:trace>
  <inkml:trace contextRef="#ctx0" brushRef="#br0" timeOffset="32429.67">5396 4949 648 0,'0'0'378'16,"0"0"-333"-16,0 0-34 15,45-96 44-15,-35 63 58 0,-3 0-20 16,-7 1-39 0,0-1-1-16,-5 3-6 15,-20 3-25-15,-7 5-16 0,-6 7 5 16,-4 10 16-16,-1 5-13 16,-4 22-11-16,0 31 5 15,2 21-8-15,6 16 0 16,16 9 2-16,15-4 0 15,8-14-2-15,17-18 0 16,18-22-7-16,5-23 5 16,6-16 0-16,3-5-2 15,-1-32-1-15,-3-11-12 16,-4-10-18-16,-13-3 27 0,-10 0 8 16,-8 2 3-1,-7-2 0-15,-3 5-2 0,0 8 9 16,0 14 16-1,0 16 14-15,0 11-5 0,0 5-17 16,0 8-18-16,1 20-21 16,17 10 21-16,4 4 6 15,3-5-6-15,2-5 0 16,3-8-39-16,0-7-48 16,3-8-92-16,-1-9-95 15,-1 0-255-15</inkml:trace>
  <inkml:trace contextRef="#ctx0" brushRef="#br0" timeOffset="33160.65">5734 3808 762 0,'0'0'115'0,"0"0"-112"0,0 0 3 15,-37-96 98 1,29 81 45-16,-2 2-46 0,2 7-12 15,-1 3 6-15,-1 3-20 16,-1 9-56-16,-8 29-12 16,0 25-7-16,5 18 14 15,7 3 5-15,7-6-12 16,7-19-8-16,17-16 0 16,11-15 4-16,1-13-7 15,3-10 2-15,-1-5-15 16,-1-8-24-16,-4-16-6 15,-11-7 21-15,-12-7 22 16,-10-4 2-16,-5-8 0 16,-26 0 0-16,-7-3 1 15,-7 6 3-15,0 9 0 0,5 11-4 16,10 9 0-16,13 9 3 16,12 5 0-16,5 0-3 15,0 1-23-15,10-7-52 16,17-4 23-16,6-7 21 15,3-3 28-15,-5 1 6 16,-6-3 1-16,-6 6 2 16,-11 5 18-16,-4 4 41 15,-4 7 17-15,0 3-4 16,0 1-7-16,0 0-37 16,0 4-26-16,-7 25-6 15,-8 18 5-15,-5 22 5 0,-2 15 8 16,-1 6-10-16,1 5 3 15,-2-5-12-15,2-8 0 16,6-13 1-16,4-13-2 16,8-12-42-16,4-12-67 15,0-15-98-15,19-17-110 16,1-4-343-16</inkml:trace>
  <inkml:trace contextRef="#ctx0" brushRef="#br0" timeOffset="33444.47">6072 3575 1251 0,'0'0'162'15,"0"0"-157"-15,0 0 59 16,0 0 62-16,0 0-81 15,0 0-37-15,-64 84-2 16,44-18 4-16,4 9 8 16,6 4-3-16,4-4-8 15,6-7-6-15,0-8 1 16,6-11-4-16,17-8-1 16,3-10-78-16,6-7-53 0,4-11-54 15,-3-13-173 1,-1 0-277-16</inkml:trace>
  <inkml:trace contextRef="#ctx0" brushRef="#br0" timeOffset="33810.5">6184 3885 1277 0,'0'0'154'16,"0"0"-149"-16,0 0 17 15,0 0 70-15,0 0-58 16,0 0-34-16,17-20-5 15,7 51 5-15,-2 6 7 0,-3 2 0 16,-9-3-6 0,-3-7 1-16,-6-3-1 15,-1-10 2-15,0-8-3 0,0-3 3 16,0-5-2-16,0 0 10 16,0-8 12-16,0-22-21 15,-1-13-2-15,1-9-10 16,0-3 10-16,7 8 1 15,11 13 1-15,0 11-2 16,0 11 4-16,1 8-4 16,2 4 0-16,1 10-6 15,1 19 6-15,1 10 6 16,-7 3-6-16,-4 2-1 16,-3-4-14-16,0-4-69 15,-1-4-122-15,-1-9-278 0</inkml:trace>
  <inkml:trace contextRef="#ctx0" brushRef="#br0" timeOffset="34041.54">6600 3555 1119 0,'0'0'409'0,"0"0"-409"0,0 0-15 15,95 23 15 1,-47 17 67-16,-3 11-2 0,-10 8-31 16,-14 6-15-16,-11 4-14 15,-10 3-5-15,0-1-16 16,-25-5-94-16,-8-7-107 16,-7-12-250-16</inkml:trace>
  <inkml:trace contextRef="#ctx0" brushRef="#br0" timeOffset="34580.97">7028 4528 922 0,'0'0'387'0,"0"0"-338"15,0 0-41-15,0 0 25 16,92-22 32-16,-30 22-17 16,7 0-18-16,-1 0-15 15,-3 3-15-15,-8 1-11 0,-13-1-140 16,-15-3-166-16,-19 0-325 15</inkml:trace>
  <inkml:trace contextRef="#ctx0" brushRef="#br0" timeOffset="34748.98">7085 4739 1382 0,'0'0'38'16,"0"0"-32"-16,0 0-6 15,141-5 45-15,-66 1-31 16,2 1-14-16,-4 3-80 16,-14 0-156-16,-21 0-401 0</inkml:trace>
  <inkml:trace contextRef="#ctx0" brushRef="#br0" timeOffset="34896.66">7252 4894 1381 0,'0'0'0'0,"0"0"-172"16,87 0 172-16,-22-8 7 15,14-1-7-15,8-3-237 16,0-4-143-16</inkml:trace>
  <inkml:trace contextRef="#ctx0" brushRef="#br0" timeOffset="35393.08">8227 4547 1336 0,'0'0'48'16,"0"0"-34"-16,47-94-7 15,-27 61 84-15,-2 0-26 16,-4 4-25-16,-8 4 15 15,-2 5-6-15,-4 8-14 0,0 3 5 16,0 6-16 0,0 3-5-16,0 0-6 0,0 0-13 15,0 0-4-15,0 12 0 16,0 18-5-16,0 17 9 16,0 9 0-16,4 9 2 15,5 1-2-15,1-3-1 16,0-5-8-16,-2-3-25 15,-1-11-44-15,-7-10-8 16,0-10 1-16,0-10 7 16,-22-3 33-16,-10-5 30 15,-6-5 2-15,-5-1 13 16,4 0 12-16,7-10 37 16,12-5 27-16,12 1-8 15,8-1-10-15,10 0-29 0,22 2-19 16,13 4-6-16,9 3-3 15,2 4-1-15,2 2-2 16,3 0-36-16,-1 0-67 16,0 2-54-16,-1-2-110 15,-7 0-377-15</inkml:trace>
  <inkml:trace contextRef="#ctx0" brushRef="#br0" timeOffset="36028.49">9138 4202 1171 0,'0'0'115'0,"0"0"-110"0,0 0 71 15,0 0 57-15,0 0-44 16,0 0-52-16,-82-27-19 16,62 70-2-16,-2 19 1 15,6 14 5-15,2 10 6 16,9 0-3-16,5-2-6 15,0-6-11-15,19-9-3 16,13-11-3-16,4-9-2 16,4-9-15-16,2-9-40 15,0-8-73-15,-4-13-87 16,-1-10-108-16,-7 0-343 16</inkml:trace>
  <inkml:trace contextRef="#ctx0" brushRef="#br0" timeOffset="37242.75">9217 4548 1185 0,'0'0'138'16,"0"0"-126"-16,0 0 33 16,0 0 19-16,0 0-36 15,86-59-7-15,-45 74-1 16,-3 12 2-16,-4 7-9 15,-9 4-8-15,-7-2 2 16,-8 1 1-16,-5-6 3 0,-5-2 6 16,0-6-3-16,0-7-8 15,0-6-2-15,0-5 0 16,-1-5 0-16,-1 0 2 16,0-5 3-16,0-17-9 15,2-13-1-15,0-5 0 16,0-5-1-16,0 1-5 15,6 5-1-15,8 7 2 16,5 11 5-16,1 10 1 16,0 11-4-16,0 7-2 15,0 21 6-15,-2 13 7 16,-2 5 3-16,-4 2 2 16,-2-2-2-16,-3-3 7 0,0-8-8 15,-2-8-7 1,-1-8-1-16,-3-11 2 0,1-6-3 15,0-2 2-15,-2-2 7 16,3-21 1-16,1-6-10 16,-1-13 0-16,5-5-4 15,1-9 4-15,-2 0-10 16,4 6 8-16,-3 13 2 16,-1 15 0-16,-4 11 0 15,3 11 7-15,0 1-7 16,2 23 4-16,5 10 13 15,3 1 0-15,-1 3-10 16,-1-5-3-16,4-4-4 0,0-6 0 16,4-7-2-16,1-7-22 15,6-9-30-15,4 0-22 16,-1-7-27-16,-3-14 0 16,-5-4 33-16,-7-1 57 15,-9-2 13-15,-3 6 4 16,-3 3 13-16,-2 10 29 15,0 7 46-15,0 2-5 16,0 0-56-16,0 16-31 16,0 8 21-16,0 1 10 15,10-1-20-15,7-7-4 16,4-5-6-16,4-7 4 16,2-5-1-16,-5 0-1 15,-7-3-3-15,-7-9 8 0,-8-3 0 16,0-2 5-16,-8-1 16 15,-19 0 4-15,-4-2-10 16,-4 2-8-16,-1 1-9 16,11 2-4-16,8 7 0 15,12 4-2-15,5 4 0 16,0 0-26-16,21 0-43 16,9 1 16-16,8 5-13 15,2-1-16-15,-1-1-10 16,-3-1 20-16,-1-2 4 15,-1 1 19-15,-6 0 47 16,-4 3 2-16,-7 3 5 0,-4 4 4 16,0 3 23-1,-1 0 3-15,2 0-17 0,0-2 4 16,3-2-4-16,1-3-7 16,1-5 4-16,0-3 2 15,-2 0 7-15,-1-3 16 16,-4-12 11-16,-5-6 18 15,-7-5 20-15,0-5-26 16,-9-5-7-16,-14-10-20 16,-8-6-8-16,-7-3-7 15,-4 2-11-15,0 0-2 16,7 9-2-16,6 10-5 16,13 11-1-16,8 14 0 0,6 7-5 15,2 2-19 1,0 20-25-16,0 13 3 0,5 11 11 15,7 5-113-15,4-2-26 16,3-2-28-16,6-4-245 16</inkml:trace>
  <inkml:trace contextRef="#ctx0" brushRef="#br0" timeOffset="37626.22">10718 4393 1255 0,'0'0'89'0,"0"0"-72"16,0 0 48-16,0 0 13 0,0 0-33 15,94 14-8-15,-66 26 9 16,-1 7-2-16,-4-1-20 16,-4-1-7-16,-8-8-5 15,-4-10 3-15,-6-10-1 16,2-9-2-16,-3-5-8 15,0-3 3-15,0-3 6 16,0-19 8-16,0-11-19 16,0-10-1-16,0-8 1 15,0-5-2-15,7 2 0 16,9 10 0-16,4 8 0 16,6 14 2-16,3 13-2 15,-1 9 2-15,1 3-1 0,-2 25-1 16,-5 10-1-1,-3 6 1-15,-5-2-4 0,-1-5-6 16,0-5-53-16,-1-8-95 16,-2-11-137-16,-1-9-400 15</inkml:trace>
  <inkml:trace contextRef="#ctx0" brushRef="#br0" timeOffset="37842.33">11214 4083 1100 0,'0'0'234'0,"0"0"-218"0,0 0 42 16,0 0 55-16,0 0-56 15,107-15-7-15,-58 68 3 16,-5 12-19-16,-15 8-1 16,-13 6-13-16,-16 1-11 15,0-2-8-15,-31-2-1 16,-17-3-47-16,-19 0-102 15,-15-8-217-15</inkml:trace>
  <inkml:trace contextRef="#ctx0" brushRef="#br0" timeOffset="43327.01">1544 2144 534 0,'0'0'206'0,"0"0"-197"15,-90-47-9-15,65 34 7 16,1 1 41-16,6 2 100 16,0 1-63-16,-2 0-35 15,-4 1-7-15,-4 0-19 16,-7-1 0-16,-6 2-5 16,-2-1 23-16,-5 1-14 15,-2 3 10-15,-4 2-5 16,1 2-16-16,-1 0 0 15,1 0-9-15,2 2-3 0,3 3 18 16,1 4-4-16,0 2-7 16,-1 4-1-16,-7 3 0 15,-1 6-5-15,0 4-1 16,4 0-5-16,10 0 0 16,4-2 2-16,6-2 1 15,7-1-3-15,7-1 4 16,2 2 1-16,0 6 2 15,4 6-4-15,-1 8 4 16,4 6 2-16,5 4-6 16,4 4-1-16,0 4 0 15,14 3-1-15,10-2 0 16,6-2 1-16,5-3-1 16,5-4 5-16,7-5-6 0,9 0-1 15,13-3 0-15,8-5 2 16,8-4 4-16,4-8-4 15,-2-8 2-15,1-9-3 16,1-7 0-16,1-5 5 16,1-5-4-16,-4-19 4 15,-4-6 2-15,-2-7-3 16,-6 0-1-16,-9-4-1 16,-9 1-2-16,-7-2-2 15,-11-5-4-15,-7-5 4 16,-12-10 4-16,-10-12 0 15,-10-5 5-15,0-9-4 16,-14-3 2-16,-14-7-4 0,-6-4 0 16,-5-2 0-1,-7 6 4-15,-4 17-5 0,-2 19 0 16,-3 24-4-16,-1 19 1 16,-8 19-10-16,-1 11-2 15,1 31-80-15,9 15-60 16,6 10-148-16,11 5-243 15</inkml:trace>
  <inkml:trace contextRef="#ctx0" brushRef="#br0" timeOffset="45674.52">4495 7207 449 0,'0'0'355'0,"0"0"-308"0,0 0-18 16,0 0 85 0,0 0 24-16,0 0-54 0,0 0-9 15,-5-91-16-15,5 68-3 16,0-3-14-16,0 0-12 15,9 3-11-15,0 6-5 16,1 5 2-16,0 7-14 16,2 5-2-16,5 6-10 15,6 26 4-15,3 16 6 16,-3 13 4-16,-3 7-1 16,-5 3 2-16,-5-5-5 15,-1-6 5-15,-1-7-3 16,-2-13 0-16,-2-15-1 15,-2-14 1-15,-2-6-1 16,0-5 2-16,0 0 10 0,0-15 10 16,0-17 7-1,0-13-29-15,0-10 1 0,0-7-1 16,0-1-1-16,13 4 0 16,3 9 0-16,1 14 0 15,0 14 0-15,-2 11-6 16,2 10 6-16,1 1-9 15,7 10 7-15,1 19 2 16,0 9 4-16,-3 5 4 16,-3 4 0-16,-4-1-6 15,-4 0-1-15,-6-2 0 16,1-6-2-16,-2-2-59 0,3-9-119 16,0-12-144-16,4-15-292 15</inkml:trace>
  <inkml:trace contextRef="#ctx0" brushRef="#br0" timeOffset="45843.03">5214 7156 277 0,'0'0'1192'0,"0"0"-1192"16,0 0-5-16,0 0 5 15,107-7 8-15,-40 7 2 16,3 0-10-16,0 4-73 15,-12 0-102-15,-20-1-249 0</inkml:trace>
  <inkml:trace contextRef="#ctx0" brushRef="#br0" timeOffset="45992.05">5302 7363 1167 0,'0'0'219'16,"0"0"-219"-16,0 0-64 15,0 0 64-15,97 30 0 16,-28-28-68-16,7-2-183 16,-3 0-183-16</inkml:trace>
  <inkml:trace contextRef="#ctx0" brushRef="#br0" timeOffset="46474.6">5970 6897 1224 0,'0'0'112'0,"0"0"-99"15,0 0-5-15,0 0 58 16,0 0-55-16,0 0-8 16,32 82 14-16,-14-35-4 15,-7 3-4-15,-2-6 3 16,-6-7 21-16,-3-7-13 15,0-7 0-15,0-6 14 16,-5-6-8-16,-2-2-7 0,1-5-4 16,1 0-1-1,3-3 5-15,2 1-4 0,0-2-6 16,-1 0-4-16,1 0-3 16,0 0-2-16,0 0 2 15,0 0-2-15,0 0-3 16,0 0 1-16,0 2-1 15,0 0 1-15,0 3 2 16,0 2 0-16,0 2 2 16,0 0-2-16,0 0-1 15,0 1 1-15,0 1 0 16,0-2-1-16,0 2 1 16,0-2-1-16,0 0-2 0,7 2-28 15,7 0-51-15,5 2-32 16,4 2-103-16,2-2-139 15,-3-4-196-15</inkml:trace>
  <inkml:trace contextRef="#ctx0" brushRef="#br0" timeOffset="47057.49">6322 6906 938 0,'0'0'206'0,"0"0"-161"16,0 0-44-16,0 0-1 15,0 0 5-15,0 0 27 16,7 73 27-16,-7-36-33 15,-10 0-8-15,-10-3 0 16,-2-5-8-16,2-6-4 16,4-9-4-16,4-7 1 15,5-3 7-15,6-4 0 16,1 0 1-16,0 0 6 16,0-7-2-16,4-3-15 0,10 2-2 15,4 5-12-15,6 3 6 16,3 0 5-16,3 8 3 15,2 1-1-15,4-1 1 16,1-5 1-16,-2-3-1 16,-6 0 2-16,-10 0 2 15,-6-6 1-15,-7-5 4 16,-6-7 2-16,0-4-6 16,0 0 9-16,-3-4 4 15,-7 4-2-15,1 3-2 16,4 9 20-16,2 4 1 15,3 6 8-15,0 3-43 16,-3 29-12-16,-2 13 12 0,-2 13 10 16,-3 4-9-1,3-3 0-15,2 0-2 0,4-4-1 16,1 0-52-16,0-2-118 16,0-11-157-16,8-10-269 15</inkml:trace>
  <inkml:trace contextRef="#ctx0" brushRef="#br0" timeOffset="47507.59">6684 7016 1290 0,'0'0'124'0,"0"0"-99"15,49-97 8-15,-1 76 31 16,5 9-24-16,1 12-27 15,-9 2-11-15,-10 22-2 16,-11 7-1-16,-14 6 1 16,-10 1 3-16,0 2-2 15,-22-3 6-15,-11-1-5 16,-3-7 0-16,3-9 4 16,9-10-2-16,11-7 0 15,8-3 1-15,5 0 7 16,0 0-1-16,0-10-11 15,8-9-5-15,17 2-18 0,7 1 22 16,5 5-1 0,0 11-3-16,-4 0 1 0,-6 3 1 15,-5 16 1-15,-8 5 2 16,-7 5 0-16,-7 1 2 16,0-2 12-16,-21-1 7 15,-10-2 19-15,-9-5-6 16,-6 0-15-16,-3-3-10 15,1-4-7-15,3-1-2 16,4-1-3-16,5 2-59 16,0-1-216-16,3-3-436 15</inkml:trace>
  <inkml:trace contextRef="#ctx0" brushRef="#br0" timeOffset="48923.72">4149 8463 663 0,'0'0'142'0,"0"0"-94"16,0 0 41-16,0 0 47 16,0 0-5-16,0 0-66 0,0 0-48 15,-22 29-11 1,11 30 25-16,2 15-13 0,9 2 1 16,0-9-14-16,13-14-3 15,18-15-1-15,9-12-1 16,8-16 12-16,4-10-6 15,-1-4 4-15,-6-25 4 16,-11-7-5-16,-12-7-4 16,-13-5 3-16,-9-3-5 15,-7 3 9-15,-27 1 4 16,-11 6-13-16,-11 7 0 16,-5 7 5-16,10 6-8 0,9 7 1 15,20 7-1 1,14 1-2-16,8 4-1 0,0-3-26 15,25-2-80-15,14-4 42 16,14-3 64-16,4-5-14 16,-7 3 11-16,-15 2 6 15,-16 6 4-15,-13 6 2 16,-6 2 36-16,0 0 34 16,0 0 11-16,0 0-30 15,0 6-18-15,-5 16-29 16,-10 17 5-16,-3 25-9 15,-8 18 23-15,0 14-10 16,-3 9-7-16,-3 1-8 16,4-7-3-16,7-10-1 15,4-14-1-15,8-14-4 0,8-13-47 16,1-15-124 0,0-17-57-16,17-16-309 0</inkml:trace>
  <inkml:trace contextRef="#ctx0" brushRef="#br0" timeOffset="49222.75">4766 8315 1001 0,'0'0'462'16,"0"0"-445"-16,0 0-5 15,0 0 49-15,0 0 45 16,0 0-67-16,0 0-39 16,-65 8 2-16,37 60-2 15,-3 24 27-15,4 11-20 16,6 2-1-16,7 1 1 16,8-6-4-16,6-9-3 15,0-10-2-15,9-6 2 16,17-17-31-16,6-11-94 15,6-20-136-15,1-16-202 16</inkml:trace>
  <inkml:trace contextRef="#ctx0" brushRef="#br0" timeOffset="49623.74">4861 8801 928 0,'0'0'441'0,"0"0"-365"15,0 0-56-15,0 0 70 16,0 0-43-16,0 0-47 16,19-47 3-16,9 74-3 15,-3 8 3-15,-3 4 1 16,-10 1-3-16,-5 1 1 16,-7-3 2-16,0-5-3 0,0-8 2 15,-9-8 2 1,2-10-3-16,6-7 5 0,-3 0 3 15,3-14 8-15,-1-21-18 16,2-12-4-16,0-9 3 16,15 0 1-16,8 5 0 15,1 9 3-15,0 19-3 16,-3 14-4-16,-1 9 4 16,-2 6 0-16,1 22 2 15,-3 7-1-15,-3 7 5 16,-7 2-6-16,-3-1 2 15,-3 0-1-15,0-5-1 16,0-1-72-16,0-7-109 16,0-8-154-16,5-11-182 15</inkml:trace>
  <inkml:trace contextRef="#ctx0" brushRef="#br0" timeOffset="49862.46">5301 8521 448 0,'0'0'874'16,"0"0"-781"-16,0 0-92 15,0 0 14-15,0 0 40 16,117 47-9-16,-80 10-20 16,-10 11-13-16,-10 3-3 15,-13 0-4-15,-4-2 2 0,-3-6-6 16,-19-2-1-16,-5-5 0 15,1-7-1-15,3-11-139 16,7-16-107-16,6-17-305 16</inkml:trace>
  <inkml:trace contextRef="#ctx0" brushRef="#br0" timeOffset="50027.78">5771 8800 1587 0,'0'0'0'16,"0"0"-22"-16,0 0 22 15,114-3 0-15,-75 9-144 0,-3-1-252 16,-14 0-356-16</inkml:trace>
  <inkml:trace contextRef="#ctx0" brushRef="#br0" timeOffset="50157.23">5804 8984 1440 0,'0'0'55'0,"0"0"-55"15,0 0-41-15,0 0 12 16,116 0-174-16,-53-7-485 16</inkml:trace>
  <inkml:trace contextRef="#ctx0" brushRef="#br0" timeOffset="53065.42">7523 7186 702 0,'0'0'200'0,"0"0"-161"16,0 0-39-16,0 0 0 15,0 0 28-15,0 0 45 16,70-3-14-16,-26 3-35 0,4 0-18 16,4 0-6-16,-3 0-4 15,-6 0-157-15,-13-3-226 16</inkml:trace>
  <inkml:trace contextRef="#ctx0" brushRef="#br0" timeOffset="53229.6">7563 7399 1260 0,'0'0'36'0,"0"0"-36"0,0 0-60 16,0 0 60-16,146-36 0 15,-65 24-93-15,3-3-214 16,-6 0-179-16</inkml:trace>
  <inkml:trace contextRef="#ctx0" brushRef="#br0" timeOffset="53994.01">8379 7007 16 0,'0'0'266'0,"0"0"-186"0,0 0-32 15,0 0 7-15,0 0 24 16,3-78 0-16,1 66-8 15,-2 3 11-15,-2 3 19 16,1 2-1-16,-1 4-22 16,0 0-24-16,0 0-37 15,2 11-17-15,1 20 2 16,4 18 75-16,0 10-19 16,0 0-39-16,4 3-10 0,-4-4-5 15,3-6-2 1,-2-2 1-16,-3-4-2 0,-2-1 0 15,-3-5 1-15,0-9-2 16,2-10-83-16,3-12-153 16,2-9-154-16</inkml:trace>
  <inkml:trace contextRef="#ctx0" brushRef="#br0" timeOffset="54265.24">8703 6960 933 0,'0'0'99'0,"0"0"-64"16,0 0-28-16,0 0-2 16,0 0 6-16,0 0 62 15,-3 116-16-15,15-59-32 16,-1 0-3-16,1-1-1 15,-5-4-13-15,-2-2-2 16,-4-2-3-16,-1-1-2 16,0-5-2-16,0-4-4 15,0-9-210-15,7-16-242 16</inkml:trace>
  <inkml:trace contextRef="#ctx0" brushRef="#br0" timeOffset="54422.43">8972 7294 1034 0,'0'0'82'0,"0"0"-82"16,0 0-40-16,0 0 22 16,0 0-120-16,0 0-277 15</inkml:trace>
  <inkml:trace contextRef="#ctx0" brushRef="#br0" timeOffset="54660.92">9277 6979 968 0,'0'0'175'0,"0"0"-175"16,0 0-3-16,-39 83 3 15,39-36 26-15,0 2-2 16,0 4-11-16,9-2-8 16,-4 1-4-16,0-3 2 15,-4-1-3-15,1-5 0 16,1-8-152-16,4-13-121 16,2-14-189-16</inkml:trace>
  <inkml:trace contextRef="#ctx0" brushRef="#br0" timeOffset="55139.53">9421 7103 1072 0,'0'0'132'16,"0"0"-120"-16,0 0-11 15,0 0 34-15,0 0-10 16,0 0-21-16,97-48 2 15,-66 48-3-15,-7 11-3 0,-7 3-2 16,-11 2-3 0,-6 3 3-16,0-1 2 0,-13 3 4 15,-11-2 8-15,1-1-8 16,0-5 9-16,7-7-7 16,8-3 1-16,6-3 3 15,2 0-1 1,0 0-2-16,2 0-7 0,18-2-11 15,7-5 8-15,6 2 2 16,2 5-3-16,-3 0-10 16,-5 0-11-16,-7 14 13 15,-6 2 4-15,-11 6 5 16,-3 3 3-16,-2 3 1 16,-18-3 14-16,-7-2 15 15,-8 0 14-15,-3-6 12 0,-2-2-9 16,2-6-20-16,7-4-8 15,6 1-16-15,6-6-1 16,6 1-4-16,8 0-7 16,5 2-122-16,0 6-229 15,-3 4-196-15</inkml:trace>
  <inkml:trace contextRef="#ctx0" brushRef="#br0" timeOffset="56089.45">6546 8439 512 0,'0'0'182'15,"0"0"-76"-15,0 0 13 16,0 0 30-16,0 0-50 16,0 0-91-16,-17 36 1 0,30 18 31 15,0 18 23-15,0 6-40 16,-1 2-14-16,-4-5-6 16,-2-5 2-16,-3 1-4 15,-3-3-1-15,0-6-2 16,1-10-128-16,6-14-113 15,2-19-121-15</inkml:trace>
  <inkml:trace contextRef="#ctx0" brushRef="#br0" timeOffset="56589.44">6823 8523 501 0,'0'0'672'15,"0"0"-650"-15,0 0-22 16,0 0-12-16,0 0 10 16,0 0 2-16,0 63 18 15,0-19-4-15,-14 3-8 16,-4 1-5-16,-2-11 3 16,1-9-2-16,3-11-2 15,6-11 6-15,6-5 7 16,4-1 0-16,0 0 1 15,0 0-4-15,5 0-10 16,15-3 4-16,9 2-3 16,4 1-1-16,2 0-7 0,2 11 0 15,-2 0 7-15,-1-2 0 16,-6-6 1-16,-6-3 3 16,-9 0-3-16,-7 0 1 15,-3-6 3-15,-3-11 2 16,0-12-2-16,0-3-2 15,0-2-1-15,-9 3 7 16,2 8-3-16,4 8 12 16,2 7 25-16,-1 8-5 15,2 0-31-15,0 27-7 16,0 22 0-16,-2 14 0 16,2 10 1-16,-2-2 1 15,2-5-2-15,0-4-2 0,0-7-68 16,10-8-95-16,0-11-212 15,2-17-57-15</inkml:trace>
  <inkml:trace contextRef="#ctx0" brushRef="#br0" timeOffset="57008.66">7147 8620 1090 0,'0'0'82'0,"0"0"-70"15,0 0-3 1,90-75 49-16,-62 75-10 16,-1 0-29-16,-3 16-18 15,-10 8 1-15,-3 4-1 0,-11 6 5 16,0 0 0-16,-8 0-5 16,-15-5 1-16,4-7 3 15,2-7 4-15,5-8-7 16,9-5 1-16,3-2 1 15,0 0-4-15,13 0-1 16,14-9 1-16,8 1 0 16,9 6 0-16,-5 2 0 15,2 6-3-15,-6 17 3 16,-8 3 2-16,-9 3-1 16,-11 3 7-16,-7-2 4 15,-4-2 27-15,-20 0 7 16,-10-3-5-16,-6-3-18 0,-3 0-14 15,1-8-4-15,8-4-5 16,7-7-1-16,9-3-53 16,10 0-113-16,8-23-138 15,0-10-316-15</inkml:trace>
  <inkml:trace contextRef="#ctx0" brushRef="#br0" timeOffset="57356.24">7946 8327 809 0,'0'0'131'0,"0"0"-93"15,0 0 24-15,0 0 85 16,0 0-45-16,0 0-53 16,-69 23-36-16,58 49 35 15,2 26 6-15,4 23 18 16,4 11-32-16,1 10-4 16,0-4-11-16,0-11-10 15,8-15-10-15,14-17-5 0,6-15-2 16,4-13 0-16,-2-13-87 15,-4-13-95-15,-2-18-104 16,-3-18-241-16</inkml:trace>
  <inkml:trace contextRef="#ctx0" brushRef="#br0" timeOffset="57609.58">8233 8539 1286 0,'0'0'123'0,"0"0"-123"0,0 0-7 16,6 100 7-16,4-27 48 16,3 8-6-16,0-1-25 15,1-8-9-15,-2-4-4 16,-6-8-4-16,-1-4 0 15,-5-9-31-15,0-9-140 16,0-16-218-16,3-18-190 16</inkml:trace>
  <inkml:trace contextRef="#ctx0" brushRef="#br0" timeOffset="57774.99">8479 8882 1170 0,'0'0'146'0,"0"0"-146"0,0 0 0 16,94-20 12-16,-48 20 10 16,8 0-22-16,2 0-37 15,-1 0-110-15,-6 0-208 16,-5 0-230-16</inkml:trace>
  <inkml:trace contextRef="#ctx0" brushRef="#br0" timeOffset="57999.33">8966 8529 371 0,'0'0'831'0,"0"0"-760"16,0 0-67-16,0 0-3 16,0 0 6-16,0 0-6 15,10 49 29-15,5 1-3 16,-2 6-17-16,-3 4-3 15,-1 0-4-15,-5-6-3 16,2-4-2-16,-3-5-87 16,0-7-164-16,-3-6-210 15</inkml:trace>
  <inkml:trace contextRef="#ctx0" brushRef="#br0" timeOffset="58259.42">8844 9200 1300 0,'0'0'36'16,"0"0"-31"-16,97 0-5 15,-44-7 38-15,9-1-15 16,2-3-12-16,-2 2-11 0,-7-1-15 16,-12 2-116-16,-9 2-120 15,-14-2-210-15</inkml:trace>
  <inkml:trace contextRef="#ctx0" brushRef="#br0" timeOffset="58471.25">9134 9249 1031 0,'0'0'199'16,"0"0"-192"-16,-3 113-7 16,3-59 6-16,6 2 38 0,5 1-9 15,-1-3-23 1,-2-5-11-16,1-2-1 0,-2-7-53 15,-4-6-168-15,0-9-240 16</inkml:trace>
  <inkml:trace contextRef="#ctx0" brushRef="#br0" timeOffset="58706.08">9290 9272 1012 0,'0'0'229'16,"0"0"-223"-16,0 0 8 15,0 79 4-15,0-27 59 0,0 6-19 16,3-1-33-16,1 0-12 16,-2-4-7-16,-1-8-6 15,2-6 0-15,1-10-61 16,1-8-116-16,4-14-263 15</inkml:trace>
  <inkml:trace contextRef="#ctx0" brushRef="#br0" timeOffset="59107.9">9439 8476 1067 0,'0'0'131'0,"0"0"-100"0,0 0-24 16,0 0 8-1,129 113 49-15,-81-14 18 0,-5 16-31 16,-11 2-5-16,-15-2-15 16,-12-5-6-16,-5-2-8 15,-5-10-11-15,-18-8-4 16,-7-6-2-16,-2-15 0 15,3-13-78-15,6-15-108 16,4-17-141-16,8-16-216 16</inkml:trace>
  <inkml:trace contextRef="#ctx0" brushRef="#br0" timeOffset="59407">9929 8385 1260 0,'0'0'81'0,"0"0"-72"15,0 0-3-15,-40 112-6 16,40-32 12-16,5 15 44 15,18 10-8-15,6 0-21 16,-3-5 6-16,0-7-16 16,-3-12-14-16,-5-12-1 0,2-13-2 15,-2-13-13-15,3-14-126 16,0-14-148-16,1-15-269 16</inkml:trace>
  <inkml:trace contextRef="#ctx0" brushRef="#br0" timeOffset="59628.4">10268 8640 1212 0,'0'0'135'0,"0"0"-130"15,-10 131-5-15,10-60 17 0,0-1 33 16,3-7-18-1,7-6-30-15,0-10 0 0,1-6-2 16,-3-10-62-16,-1-11-127 16,-5-9-238-16,-2-11-336 15</inkml:trace>
  <inkml:trace contextRef="#ctx0" brushRef="#br0" timeOffset="59769.63">10375 8954 1117 0,'0'0'134'0,"0"0"-134"0,0 0 0 16,114-34 6 0,-59 23-6-16,7 1-14 0,1 0-150 15,-2 0-105-15,-13-3-190 16</inkml:trace>
  <inkml:trace contextRef="#ctx0" brushRef="#br0" timeOffset="59973.34">10899 8523 1003 0,'0'0'249'0,"0"0"-198"15,0 0-23-15,0 0 13 16,0 0-17-16,-16 76 60 16,16-7-45-16,7 7-29 0,0-4-5 15,-2-9-3-15,0-7-2 16,-3-5-34-16,-2-6-117 15,0-9-165-15,0-6-263 16</inkml:trace>
  <inkml:trace contextRef="#ctx0" brushRef="#br0" timeOffset="60175.71">10681 9139 1208 0,'0'0'203'0,"0"0"-203"16,0 0 2 0,0 0-1-16,111-9 42 0,-58 9-31 15,2 0-8-15,-7 0-4 16,-7 3-36-16,-9 5-121 16,-12-4-183-16,-9-2-241 15</inkml:trace>
  <inkml:trace contextRef="#ctx0" brushRef="#br0" timeOffset="60382.66">10870 9249 1301 0,'0'0'133'0,"0"0"-129"0,-12 102-4 16,12-52 9-1,9 3 23-15,4 3-6 0,0-1-21 16,-3-5-5-16,-1-8 0 16,-4-5-118-16,-2-10-110 15,-3-6-347-15</inkml:trace>
  <inkml:trace contextRef="#ctx0" brushRef="#br0" timeOffset="60788.12">11002 9324 1221 0,'0'0'116'0,"0"0"-115"15,0 0 1-15,0 0 18 16,104-42-1-16,-82 58-16 16,-4 8-2-16,-8 4 3 15,-7 2-1-15,-3 0-1 16,0-2 2-16,-11-6-4 15,-5-4 2-15,3-8 7 16,7-3-5-16,2-5-1 16,4-2 4-16,0 0-3 15,17-4 3-15,11-10 0 16,9-1-6-16,5 3 1 16,3 4 0-16,-2 7-1 0,-6 1 8 15,-10 0 11-15,-14 14-1 16,-9 4 13-16,-4 2 9 15,-18 4 13 1,-20 5-6-16,-8-2-9 0,-6 1-28 16,0-6-9-16,7-4-4 15,5-4-1-15,6-10-64 16,8-4-106-16,4-7-108 16,7-31-372-16</inkml:trace>
  <inkml:trace contextRef="#ctx0" brushRef="#br0" timeOffset="61057.69">11400 8068 1338 0,'0'0'100'16,"0"0"-91"-16,79 106-9 15,-33-24 6-15,1 12 30 16,-5 12 40-16,-10 13-37 16,-15 1 2-16,-17 7-16 15,-6-2-14-15,-33-5-10 16,-19 0 3-16,-15-6-4 16,-14-4-5-16,-8-9-194 15,-6-14-204-15,-7-11-488 0</inkml:trace>
  <inkml:trace contextRef="#ctx0" brushRef="#br0" timeOffset="61570.96">5655 10878 865 0,'0'0'330'0,"0"0"-311"15,0 0-6-15,0 0-1 16,119 3 32-16,-63 3-11 16,5-5-30-16,4 1-3 15,0-2-88-15,-9 0-232 16,-19 0-220-16</inkml:trace>
  <inkml:trace contextRef="#ctx0" brushRef="#br0" timeOffset="61725.79">5793 11056 1045 0,'0'0'165'0,"0"0"-165"16,125 0-117-16,-46 0 95 15,7 0-1-15,5 0-173 16,-2-9-180-16</inkml:trace>
  <inkml:trace contextRef="#ctx0" brushRef="#br0" timeOffset="61955.27">6532 10559 1212 0,'0'0'156'0,"0"0"-156"16,0 0-6-16,0 0 6 15,-9 131 34-15,25-50 0 16,1 7-16-16,2 3-9 16,0 4-5-16,-3-2-3 15,0-6-1-15,0-6-89 16,-3-13-137-16,-1-18-240 15</inkml:trace>
  <inkml:trace contextRef="#ctx0" brushRef="#br0" timeOffset="62423.18">6885 10619 1145 0,'0'0'149'0,"0"0"-144"16,0 0-5-16,-26 109 5 16,14-64 5-16,-1 0-8 15,-2-4 2-15,0-9-2 16,0-6-1-16,0-12 1 16,7-5 0-16,4-5-1 0,4-4 2 15,0 0-3-15,0 0-24 16,12 0-21-16,8-3 35 15,7 3 10-15,3 0 0 16,-2 0 0-16,2 3-1 16,-1-1 2-16,-1-2 1 15,-1 0 3-15,-7-8-1 16,-5-7 7-16,-5-5-4 16,-8 1-2-16,-2-5 5 15,0 0 5-15,0 4-3 16,-7 4 12-16,-1 7 7 15,2 4 32-15,2 5-19 0,1 11-28 16,-1 25-11 0,1 18-5-16,-2 10 7 0,3 10-4 15,2 3-1-15,0-3-4 16,0-9 0-16,11-7-72 16,5-14-114-16,-3-13-255 15</inkml:trace>
  <inkml:trace contextRef="#ctx0" brushRef="#br0" timeOffset="62840.27">7199 10775 1213 0,'0'0'37'0,"0"0"-33"16,93-58-4-16,-58 54 33 15,-4 4-7-15,-8 6-23 16,-6 14-3-16,-11 9 0 16,-6 4 5-16,-3 6-4 15,-20-1 13-15,-7-2-9 16,-2-6 7-16,3-10-9 16,11-9-2-16,8-5-1 15,8-6 3-15,2 0-3 16,2 0-4-16,20 0 3 15,10 0 1-15,6 0 3 16,0-1-3-16,-4 1 1 0,-4 0-2 16,-12 9 2-16,-8 7-1 15,-8 4 7-15,-2 2 24 16,-12 2 39-16,-15-1-11 16,-11 1-15-16,-4 0-13 15,1-5-26-15,4-2-5 16,10-8 0-16,13-1-77 15,11-8-201-15,3 0-414 16</inkml:trace>
  <inkml:trace contextRef="#ctx0" brushRef="#br0" timeOffset="62973.08">7652 10980 851 0,'0'0'453'16,"0"0"-453"-16,0 0-96 0,0 0 96 15,0 0-124-15,0 0-432 16</inkml:trace>
  <inkml:trace contextRef="#ctx0" brushRef="#br0" timeOffset="63180.66">8001 10628 835 0,'0'0'523'0,"0"0"-522"16,0 0 10 0,-7 101-8-16,7-43 73 0,10 1-30 15,1 1-24-15,-3-2-18 16,-3-4-2-16,-1-1-2 16,-1-6-106-16,-3-7-198 15,0-15-335-15</inkml:trace>
  <inkml:trace contextRef="#ctx0" brushRef="#br0" timeOffset="63504.27">8207 10688 1200 0,'0'0'184'0,"0"0"-170"15,0 0-12-15,92-31 21 0,-61 31 31 16,-5 13-46-16,-10 13-7 15,-9 4-2-15,-7 6 2 16,-20 3 6-16,-20 2-7 16,-10-4 1-16,-5-2-1 15,8-11 1-15,12-9 0 16,16-6 5-16,13-6-6 16,6-3 6-16,15 0 0 15,23 0 1-15,17-7 18 16,12-4-12-16,1 2-9 15,1 2-4-15,0 7-1 16,-6 0-2-16,-2 0-45 0,-13 0-98 16,-16 10-191-1,-21-1-344-15</inkml:trace>
  <inkml:trace contextRef="#ctx0" brushRef="#br0" timeOffset="64520.16">8381 10693 599 0,'0'0'128'16,"0"0"-66"-16,0 0 48 0,0 0-6 16,0 0-11-16,0 0-31 15,-60-20-29-15,47 49-22 16,4 15 26-16,1 13 45 16,8 1-49-16,0-1-10 15,10-7-3-15,11-11-3 16,4-8-4-16,0-13-10 15,-1-10 7-15,2-8-6 16,3-11 19-16,5-21 2 16,2-11-10-16,-6-4-12 15,-7-9 5-15,-14 0-7 16,-9 3 27-16,-12 0 13 16,-21 8-9-16,-10 10-13 0,-2 5 2 15,-1 13-12 1,8 12-9-16,8 5-4 0,2 16 2 15,7 17-8-15,6 12-2 16,8 6-59-16,7 6-61 16,0-4-76-16,17-2-160 15,-2-7-160-15</inkml:trace>
  <inkml:trace contextRef="#ctx0" brushRef="#br0" timeOffset="64764.04">8011 11350 1338 0,'0'0'86'15,"0"0"-84"-15,134-21-2 16,-59 11 41-16,7 3 9 15,5-5-25-15,0 4-14 16,-7-2-4-16,-10 4-7 16,-16 3-53-16,-15 2-140 15,-21 1-75-15,-17 0-182 16</inkml:trace>
  <inkml:trace contextRef="#ctx0" brushRef="#br0" timeOffset="65003.69">8267 11452 1192 0,'0'0'136'0,"0"0"-136"16,0 0 0-16,-2 82 4 15,9-33 50-15,0 8-17 16,-2-3-20-16,-2-1-8 15,-3-1 0-15,0-6-9 16,0 0-1-16,-3-5-57 0,-4-8-86 16,2-5-166-1,2-15-168-15</inkml:trace>
  <inkml:trace contextRef="#ctx0" brushRef="#br0" timeOffset="65242.32">8447 11481 1169 0,'0'0'184'0,"0"0"-157"16,0 0-27-16,0 0 0 16,0 100 104-16,3-38-25 0,3 6-50 15,2-4-19 1,-3-5-5-16,0-5-1 0,-1-7-4 15,-1-9 0-15,2-9-65 16,2-9-109-16,1-15-213 16,0-5-311-16</inkml:trace>
  <inkml:trace contextRef="#ctx0" brushRef="#br0" timeOffset="65407.65">9026 11243 672 0,'0'0'464'0,"0"0"-464"0,0 0-322 16,0 0 204-16,0 0-111 16</inkml:trace>
  <inkml:trace contextRef="#ctx0" brushRef="#br0" timeOffset="65693.38">9404 10532 1351 0,'0'0'114'0,"0"0"-114"16,0 0-16-16,0 0 16 16,8 103 33-16,2-32 22 15,2 3-37-15,-2-8-9 16,0-2-3-16,-3-7-4 16,-2-6-2-16,0-5-21 15,-2-8-130-15,2-9-145 16,-1-15-223-16</inkml:trace>
  <inkml:trace contextRef="#ctx0" brushRef="#br0" timeOffset="66022.17">9603 10750 1022 0,'0'0'306'0,"0"0"-276"15,0 0-29-15,85-34 8 16,-51 34 48-16,-7 23-11 15,-8 12-39-15,-7 7-1 16,-8 2-6-16,-4-2 5 16,-9 0 0-16,-17-8-1 15,-10 0-3-15,-4-8 1 16,-1-2 0-16,7-11 6 16,12-9-8-16,14-4 7 0,8 0 17 15,1-8 43-15,28-10-43 16,15-4-21-16,7 4 1 15,6 0 2-15,0 7-3 16,1-2-3-16,4 6 0 16,0 3-18-16,-7 2-46 15,-10 2-71-15,-16 0-133 16,-18 2-234-16</inkml:trace>
  <inkml:trace contextRef="#ctx0" brushRef="#br0" timeOffset="66227.36">9354 11323 410 0,'0'0'1055'0,"0"0"-1055"16,115-14-56-16,-43 10 56 15,3 4 38-15,-3 0-21 16,-8 0-17-16,-12 10-5 15,-14 7-131-15,-17 0-204 16,-17-1-275-16</inkml:trace>
  <inkml:trace contextRef="#ctx0" brushRef="#br0" timeOffset="66429.03">9663 11581 1234 0,'0'0'218'16,"0"0"-215"-16,-15 106-3 16,15-58 12-16,0-1 30 15,0-1-17-15,0-3-24 16,3-6 2-16,5-7-3 16,3-6-131-16,0-13-162 15,-1-8-303-15</inkml:trace>
  <inkml:trace contextRef="#ctx0" brushRef="#br0" timeOffset="66837">9818 11598 1121 0,'0'0'119'16,"0"0"-114"-16,0 0 1 15,111-64 46-15,-80 64 10 16,-5 13-28-16,-11 17-9 15,-15 9-1-15,0 5-9 16,-17-3 9-16,-8-4-11 16,-2-7-9-16,6-10 0 15,4-7-3-15,7-8 3 16,5-3-1-16,5-2 0 16,0 0 3-16,13-9-4 15,13-11-1-15,12-1-1 0,2 4-2 16,1 0 0-16,-1 7-1 15,-5 7 0-15,-9 3 3 16,-10 0 0-16,-9 3 8 16,-7 17 7-16,-11 4 17 15,-24 2 20-15,-16 2-8 16,-9-2-24-16,-5 5-10 16,0-5-9-16,8-2-1 15,12-8 0-15,13-2-68 16,12-14-155-16,11 0-245 15</inkml:trace>
  <inkml:trace contextRef="#ctx0" brushRef="#br0" timeOffset="67053.22">10150 11433 1409 0,'0'0'212'16,"0"0"-188"-16,0 0-12 15,-86 54 60-15,30 0 5 16,-6 12-43-16,-2 8-12 16,-3 7-13-16,-5 2 2 15,-1-4-11-15,1-5-4 16,3-9-25-16,2-12-47 16,-3-6-128-16,-8-14-249 15,-9-13-346-15</inkml:trace>
  <inkml:trace contextRef="#ctx0" brushRef="#br0" timeOffset="67320.14">8832 11372 1374 0,'0'0'141'0,"0"0"-137"16,-112 11 9-16,11 43 22 0,-29 26 60 16,-25 18-51-16,-11 11-41 15,-6 3 5-15,4-5-7 16,12-14 0-16,21-16-2 16,24-20-11-16,29-23-68 15,24-19-51-15,23-15-134 16,18-25-320-16</inkml:trace>
  <inkml:trace contextRef="#ctx0" brushRef="#br0" timeOffset="67588.42">7580 10538 1449 0,'0'0'197'0,"0"0"-197"15,-154 54-51-15,64 18 40 16,-19 17 11-16,-13 18 0 16,-8 21 0-16,-1 9 0 15,9-1-3-15,19-5-79 16,14-17-169-16,12-15-188 15,4-20-313-15</inkml:trace>
  <inkml:trace contextRef="#ctx0" brushRef="#br0" timeOffset="68220.41">10689 10711 1189 0,'0'0'131'0,"0"0"-104"16,0 0 43-16,0 0 6 16,0 0-31-16,0 0-30 15,84-18 12-15,-19 18 5 16,4 3-32-16,-4 3-12 0,-12-2-136 15,-21-1-197-15,-28-1-386 16</inkml:trace>
  <inkml:trace contextRef="#ctx0" brushRef="#br0" timeOffset="68372.53">10581 10991 1281 0,'0'0'143'0,"0"0"-143"15,0 0-157-15,139-2 157 0,-64-7 0 16,10-3-113 0,2-3-261-16,-5-1-198 0</inkml:trace>
  <inkml:trace contextRef="#ctx0" brushRef="#br0" timeOffset="68597.52">11335 10432 1037 0,'0'0'200'0,"0"0"-145"16,0 0-47-16,0 0 23 15,0 0-9-15,0 0 30 16,5 93 28-16,5-26-35 16,0 5-28-16,-4 1-9 15,-6 0-6-15,0-6 2 0,0-6-4 16,0-4-44-1,0-7-114-15,2-14-189 0,12-20-267 16</inkml:trace>
  <inkml:trace contextRef="#ctx0" brushRef="#br0" timeOffset="69369.46">11815 10619 1279 0,'0'0'117'0,"0"0"-114"16,0 0-2-16,0 0 4 15,-94 6 20-15,81-5 8 16,-1-1-22-16,-1 0 3 16,2 0 7-16,1-7-11 15,2-15 3-15,3-3-8 16,7-2-2-16,0 1-1 15,0 6-1-15,14 6-1 16,1 10 0-16,2 4-3 16,1 12-3-16,-1 27 3 15,-7 12 3-15,-6 10 7 16,-4 8-6-16,0-5 9 16,-17-5-2-16,-9-7 1 15,0-9-2-15,-3-14-7 16,1-12 5-16,2-13 6 0,3-4-6 15,3 0 2 1,4-19-3-16,4-6-4 0,8-10 1 16,4-5-1-16,0 2-6 15,17 5 0-15,8 8-3 16,5 12 4-16,4 13 1 16,1 1-2-16,-4 28 6 15,0 4 2-15,-3 4 6 16,-1-3-5-16,0-7-1 15,2-10-2-15,3-4 0 0,4-13-72 16,-3 0-108 0,-3-10-6-16,-8-13-60 0,-6-4 98 15,-7-6 131-15,-4-2 17 16,-2 2 58-16,-3 7 41 16,0 6 45-16,0 12 3 15,0 5-46-15,0 3-18 16,0 11-55-16,0 18-20 15,0 8 67-15,9 0-14 16,16-7-40-16,10-12-5 16,4-12-4-16,-3-6-3 15,-6-1 2-15,-8-20 9 16,-10-7 23-16,-11-1-7 16,-1-2-9-16,-12 0-7 15,-18 0-12-15,-8 5-6 0,-2 3-1 16,3 9-2-16,9 5-17 15,9 9-69-15,11 0-48 16,8 14-86-16,0 1-174 16,18-7-186-16</inkml:trace>
  <inkml:trace contextRef="#ctx0" brushRef="#br0" timeOffset="69802.86">12301 10441 1185 0,'0'0'116'0,"-71"-109"-107"16,22 46-3-16,-8-6 31 16,-12-5 28-16,-8 1-10 0,-8 3-33 15,-5 9 8-15,-2 21-7 16,-4 27-3-16,-7 13-11 16,-4 46-5-16,2 32-4 15,8 32 4-15,17 34 5 16,21 24 7-16,20 17 18 15,21-2 15-15,18-8-28 16,18-28-3-16,38-25-9 16,25-31-8-16,25-30 5 15,16-27-3-15,13-28-3 16,9-6-60-16,2-32-18 16,-4-20 1-16,-14-5 3 0,-21-6 24 15,-26-11 50 1,-24-3 0-16,-21-12 3 0,-17-9 2 15,-19-11-2-15,-5-9 3 16,-42-17 16-16,-27-5-18 16,-26 3-4-16,-19 6-4 15,-14 22 4-15,-4 26-34 16,-2 41-27-16,-3 42-64 16,2 42-127-16,-5 38-211 15</inkml:trace>
  <inkml:trace contextRef="#ctx0" brushRef="#br1" timeOffset="78384.81">14645 5241 1080 0,'0'0'57'0,"0"0"-50"0,0 0 14 16,0 0 83-16,0 0-3 15,0 0-24-15,0 0-49 16,-40-74-26-16,69 74-2 16,14 4 18-16,11 0-2 15,7-4 1-15,3 0-7 16,-1 0-6-16,-6-8 5 15,-10-1-7-15,-14 2-1 16,-12 2 0-16,-10 4 0 16,-8 1 2-16,-1 0-3 15,-2 0 16-15,0 0 14 16,0 15-16-16,0 27-8 0,-2 20 24 16,-6 14 6-16,-1 9-18 15,-2 1-9-15,3-7-6 16,3-7-3-16,1-10 1 15,4-9-3-15,0-4-12 16,0-8-62-16,-1-5-74 16,-2-9-82-16,-6-13-291 15</inkml:trace>
  <inkml:trace contextRef="#ctx0" brushRef="#br1" timeOffset="78784.19">15188 4472 900 0,'0'0'110'0,"0"0"-75"0,0 0 11 16,0 0 100-16,0 0-68 16,0 0-64-16,-21-9-14 15,21 41 0-15,7 13 36 16,3 11 7-16,-4 3-25 15,1 1-3-15,0-3-4 16,-1-5-7-16,1-3-4 16,-2-4 0-16,-1-8-7 15,-1-6-63-15,-3-4-70 16,0-14-124-16,0-12-198 16</inkml:trace>
  <inkml:trace contextRef="#ctx0" brushRef="#br1" timeOffset="79452.6">15408 4588 1030 0,'0'0'122'15,"0"0"-100"-15,0 0 20 16,0 0 30-16,0 0-7 16,108-70-48-16,-73 71-7 0,-1 25 11 15,-10 9-8 1,-6 8 0-16,-13 3-4 0,-5 4-5 16,-9-1 10-16,-18-3-6 15,-6-6 8-15,1-10-3 16,2-8-10-16,8-10 8 15,11-9 14-15,6-3 6 16,5 0 12-16,0-6-9 16,0-12-19-16,8-6-15 15,10 4 0-15,2 3 0 16,4 2-1-16,3 2-1 16,1 2 2-16,7-1-6 15,5-1-9-15,7-2-17 16,1 0-8-16,1-2-1 0,-7 1 27 15,-9 0-6-15,-9 6 16 16,-10 1 4-16,-7 3 4 16,-5 6-4-16,0 0 0 15,0 0-2-15,3 6-1 16,6 9 3-16,5 0 16 16,3-1-12-16,5-5 2 15,1-6 4-15,0-3-2 16,-2 0 11-16,-4-2-2 15,-4-11 13-15,-9-4 15 16,-4-2-3-16,-2-1 2 16,0-1-12-16,-18 0-15 15,-9 3-12-15,-6 4-5 0,-1 7-1 16,1 7-1-16,1 0-19 16,2 15-18-16,5 11-50 15,6 10-79-15,11-1-53 16,6 2-116-16,2-5-92 15</inkml:trace>
  <inkml:trace contextRef="#ctx0" brushRef="#br1" timeOffset="80054.74">16470 5149 1259 0,'0'0'163'0,"0"0"-163"16,0 0 0-16,0 0 13 15,150-74 19-15,-69 54-24 16,3 6-8-16,-10 7-7 16,-12 4-85-16,-16 3-136 15,-17 0-253-15</inkml:trace>
  <inkml:trace contextRef="#ctx0" brushRef="#br1" timeOffset="80219.42">16556 5252 1279 0,'0'0'155'0,"0"0"-155"16,0 0-45-16,99-14 45 15,-29 7 18-15,9 1-18 16,2 6-3-16,-6 0-110 15,-11 0-121-15,-17 0-303 16</inkml:trace>
  <inkml:trace contextRef="#ctx0" brushRef="#br1" timeOffset="80385.28">16553 5420 1327 0,'0'0'0'0,"0"0"-58"0,92 0 58 16,-17 0 4-16,12 0-4 16,10 0-15-16,0 0-206 15,-7 0-255-15</inkml:trace>
  <inkml:trace contextRef="#ctx0" brushRef="#br1" timeOffset="80916.24">17603 5164 995 0,'0'0'405'16,"0"0"-396"-16,0 0-4 15,31-99 36-15,-10 63 6 16,-3 1-25-16,0 2-7 15,-2 0 8-15,-6 4 9 16,-4 3-4-16,-6 3 2 16,0 5 1-16,0 7 0 15,0 6-17-15,0 3-2 16,0 2-12-16,0 0 0 16,0 3-6-16,0 23 2 15,0 12 4-15,0 15 0 16,0 10 0-16,0 4 1 0,0-1-1 15,7-3 2-15,1-6-3 16,-3-5 1-16,-3-8-31 16,-2-5-37-16,-2-4-8 15,-23-6 10-15,-10-4 1 16,-12-7 21-16,-5-7 16 16,2-9 28-16,5-2 9 15,10-1 18-15,13-11 27 16,13 0 27-16,9 0-12 15,6 0-23-15,27-1-46 16,18 0 7-16,14 1-7 16,10 0-1-16,9 2-4 15,6-1-57-15,0-1-60 0,0 2-45 16,-11-4-167-16,-16-4-291 16</inkml:trace>
  <inkml:trace contextRef="#ctx0" brushRef="#br1" timeOffset="81168.2">18352 4598 1263 0,'0'0'107'15,"0"0"-100"-15,0 0 57 16,0 0 23-16,0 0-78 15,-64 108 19-15,64-24 6 0,0 10-9 16,5 7-6-16,10 0-10 16,4-6-4-16,4-11-5 15,5-12-1-15,1-9-50 16,3-8-122-16,-4-16-47 16,-3-15-217-16</inkml:trace>
  <inkml:trace contextRef="#ctx0" brushRef="#br1" timeOffset="82317.09">18577 4922 1145 0,'0'0'215'0,"0"0"-188"16,0 0-22-16,0 0 24 15,0 0-19-15,0 0 9 16,73 109 1-16,-47-54-6 15,-6-4-3-15,-8-4-3 16,-5-11-5-16,-6-11-2 16,-1-8-1-16,0-10-1 15,0-3 1-15,0-4 7 16,0 0 9-16,-7-14-3 16,-1-14-9-16,2-15-4 15,4-12-3-15,2-3-2 16,0 7 3-16,0 12 2 15,10 18 0-15,2 14 4 0,1 7-4 16,2 9 3-16,3 24-3 16,2 14 12-16,-1 6 6 15,-3-1-6-15,-2-5-12 16,-2-9 7-16,-3-8-7 16,-2-9 1-16,-1-12-3 15,-3-5 5-15,-2-4-3 16,1 0 12-16,1-15 3 15,4-15-7-15,1-16-6 16,3-9-2-16,-1-6 1 16,1 6 3-16,-2 11-1 15,-5 19 14-15,0 13 15 16,-2 10-11-16,3 2-21 0,3 20-2 16,4 18 0-16,4 10 2 15,0 0 7-15,2-2-7 16,2-6-1-16,5-10 0 15,3-5-48-15,1-11-34 16,4-10-74-16,-1-4 4 16,0-9 30-16,-5-18 38 15,-8-7 33-15,-5-2 52 16,-9-2 18-16,-5 3 63 16,0 13 17-16,0 8-18 15,0 11 47-15,-3 3-49 16,-4 19-77-16,1 13-1 0,0 4 16 15,6-2-8 1,0-9-6-16,10-6 1 0,12-9-3 16,5-4 1-16,3-6 1 15,0 0 6-15,-2-8-4 16,-3-11-2-16,-5-4 1 16,-5-3-2-16,-8-2 7 15,-7-2 1-15,0 1 0 16,-1 5 15-16,-16 1 8 15,-4 8-11-15,0 6 20 16,3 2-34-16,4 3 11 16,8 3-10-16,6 1-8 0,0 0-2 15,0 0-7 1,0 0-5-16,0 12-7 0,8 6 19 16,4 5-7-16,3 1-16 15,0-2 3-15,0 3 8 16,3-3-7-16,0 0-1 15,2-1 5-15,-1-4-9 16,-4-2 18-16,0-4 6 16,-6-5 1-16,-5-4 1 15,0 1 0-15,-3-3 1 16,-1 0 6-16,0-3 31 16,0-16 38-16,0-10-41 0,0-15-7 15,0-5 11 1,-12-8-19-16,-7-1 7 15,-8 0-10-15,-5 6-13 0,-1 5 3 16,3 10-7-16,5 12 3 16,9 9-6-16,8 12-7 15,6 4-3-15,2 13-35 16,0 19-21-16,2 9-2 16,18 2-131-16,7-1-38 15,-1-6-202-15</inkml:trace>
  <inkml:trace contextRef="#ctx0" brushRef="#br1" timeOffset="82611.28">19962 4606 701 0,'0'0'238'15,"0"0"-181"-15,0 0 77 16,0 0 25-16,0 0-133 16,0 0-16-16,-12 62 26 15,27 0 13-15,4 1-19 0,-5 0-12 16,2-1-16-16,-5-3 1 15,-4 1-3-15,-3-8-59 16,-4-8-134-16,0-15-204 16</inkml:trace>
  <inkml:trace contextRef="#ctx0" brushRef="#br1" timeOffset="83068.92">20257 4650 1285 0,'0'0'91'0,"0"0"-88"15,0 0-3 1,-4 78 8-16,-2-47-5 0,0 3 3 16,-6-4-5-16,-1-7 2 15,-2-5 0-15,2-8-3 16,4-5 1-16,6-3-2 15,3-2 5-15,0 0-9 16,0 0 5-16,1 0-29 16,16 0 5-16,10-2 19 15,6-7 10-15,4-4-6 16,0 0 4-16,-5 1-3 16,-7 0 3-16,-5 1-1 0,-9-2 0 15,-2-2 1 1,-4 0 1-16,-2-1 5 0,-1 3 8 15,-2 6 17-15,0 4 44 16,0 3-12-16,0 0-26 16,0 19-40-16,-3 19-2 15,-6 19 2-15,4 9 3 16,5 4 2-16,0 0-5 16,0-5 0-16,15-6-20 15,2-9-131-15,0-10-89 16,-4-15-346-16</inkml:trace>
  <inkml:trace contextRef="#ctx0" brushRef="#br1" timeOffset="83483.09">20562 4659 1329 0,'0'0'72'0,"0"0"-67"15,0 0-5-15,110-41 9 16,-63 41 1-16,-5 10-10 16,-11 14 0-16,-15 9-5 15,-16 1-3-15,0 4 8 16,-26-5 19-16,-4-4 9 16,1-8 1-16,8-9-12 15,10-5 1-15,7-5-3 0,4-2-6 16,0 0 8-16,17 0-16 15,13-7 5-15,7 0-6 16,3 3 0-16,4 4-4 16,-1 0 4-16,-7 4 0 15,-4 15 6-15,-10 5 14 16,-10 1-2-16,-12 4 4 16,0 4-3-16,-24 4 11 15,-15-3-12-15,-10-2-14 16,-3-10-4-16,-2-6-14 15,6-10-90-15,10-6-147 16,10-15-229-16</inkml:trace>
  <inkml:trace contextRef="#ctx0" brushRef="#br1" timeOffset="83683.66">21035 4396 1191 0,'0'0'171'0,"0"0"-167"0,113 76 26 16,-78-7 63-16,-18 18 7 16,-11 13-56-16,-6 13 9 15,-37 7-21-15,-20 1-17 16,-15-7-4-16,-17-8-9 16,-9-14-2-16,-9-10-73 15,-10-16-242-15,-10-18-483 16</inkml:trace>
  <inkml:trace contextRef="#ctx0" brushRef="#br1" timeOffset="85035.74">14994 7523 545 0,'0'0'84'0,"0"0"-79"0,0 0 58 16,0 0 97-16,0 0 28 15,0 0-84-15,0 0-28 16,0 0-4-16,89-100-11 16,-81 73-9-16,-2-3-9 15,-6 0 2-15,0 0-8 16,-9 0-8-16,-16 7-4 16,-6 10-21-16,-10 13-1 15,-2 3 0-15,-1 34 3 16,1 26-5-16,3 22 4 15,9 12 1-15,13 2-3 16,12-7-2-16,6-22-1 16,4-14 0-16,18-18-4 15,0-15 2-15,2-14 1 0,1-9 1 16,1-14-1 0,3-21 1-16,2-14-9 0,-2-10-1 15,-7-7 9-15,-6-6 2 16,-4 3 3-16,-5 12-2 15,-4 20-1-15,-2 17 3 16,-1 16-4-16,4 4-4 16,3 30-20-16,3 18 8 15,5 12 11-15,3 0-135 16,8-9-105-16,4-13-161 16</inkml:trace>
  <inkml:trace contextRef="#ctx0" brushRef="#br1" timeOffset="85636.04">15282 6667 1118 0,'0'0'138'0,"0"0"-129"16,0 0-1-16,0 0 18 15,-60 114 56-15,60-49-26 0,0-3-28 16,17-8-7-16,16-14-15 16,6-11-1-16,4-12-5 15,2-15 8-15,-3-2-2 16,-1-15-4-16,-10-15 9 15,-10-8-4-15,-15-3-2 16,-6-9 8-16,-27-2 3 16,-25 0 0-16,-18 3-16 15,-4 8-3-15,4 13-1 16,13 17 4-16,22 11-11 16,15 0-16-16,18 16-52 0,4-2-15 15,35-8-35 1,17-6 73-16,11-5 16 0,0-15-1 15,-10-5 11-15,-15 0 30 16,-20 1 7-16,-9 2 45 16,-11 0 70-16,0 7-9 15,0 4-3-15,0 7-23 16,-3 4-29-16,0 3-38 16,-4 31-19-16,-5 24-1 15,-4 21 17-15,-4 11-14 16,-3 5 1-16,-4 0-3 15,2-7 0-15,3-12-1 16,9-16-4-16,11-15-66 16,2-18-87-16,12-16-69 15,14-11-145-15,8-12-403 0</inkml:trace>
  <inkml:trace contextRef="#ctx0" brushRef="#br1" timeOffset="85876.39">15705 6445 1153 0,'0'0'223'0,"0"0"-221"16,0 0 2-16,0 0 29 16,-54 116 39-16,50-47 6 15,4 7-51-15,0-1-6 0,0-1-5 16,1-7-12-16,12-9-1 15,6-9-3-15,4-11-21 16,4-10-94-16,7-10-66 16,1-11-126-16,0-7-269 15</inkml:trace>
  <inkml:trace contextRef="#ctx0" brushRef="#br1" timeOffset="86236.06">15942 6703 1307 0,'0'0'105'16,"0"0"-105"-16,0 0 0 0,0 0 6 15,0 0 39-15,85 76-20 16,-59-42-17-16,-8-4 0 16,-8-3-6-16,-8-4 3 15,-2-4-5-15,0-7 4 16,0-6-1-16,0-3 3 15,-2-3 4-15,2-1 4 16,0-23-5-16,0-14-9 16,0-10-3-16,2 0 3 15,10 6 1-15,1 11 0 0,-1 16 2 16,-2 11 10 0,1 4-12-16,4 19 1 0,5 17 7 15,-1 9-2 1,-2 3-3-16,-2-4-4 0,0-6-27 15,2-8-128-15,-3-10-140 16,0-12-295-16</inkml:trace>
  <inkml:trace contextRef="#ctx0" brushRef="#br1" timeOffset="86438.44">16366 6451 1251 0,'0'0'93'16,"0"0"-83"-16,0 0-10 0,88 22 40 16,-48 19 17-1,-6 12-27-15,-8 14-9 0,-12 3-4 16,-11 4-17 0,-3 0 0-16,-3-5-9 0,-14-1-140 15,-5-8-96-15,1-10-366 16</inkml:trace>
  <inkml:trace contextRef="#ctx0" brushRef="#br1" timeOffset="86636.65">16778 7202 1641 0,'0'0'0'0,"0"0"-67"0,123-31 67 16,-52 21 4-16,4 5-4 16,-6 2-148-16,-14-1-202 15,-24 0-677-15</inkml:trace>
  <inkml:trace contextRef="#ctx0" brushRef="#br1" timeOffset="86770.21">16875 7360 1519 0,'0'0'0'16,"0"0"-98"-16,0 0 79 0,121 0 6 15,-48 0-128 1,-2-10-521-16</inkml:trace>
  <inkml:trace contextRef="#ctx0" brushRef="#br1" timeOffset="86916.68">17076 7557 1525 0,'0'0'0'0,"0"0"-231"16,109-8 208-16,-17-9 12 16,11-7-352-16</inkml:trace>
  <inkml:trace contextRef="#ctx0" brushRef="#br1" timeOffset="87349.96">18156 7173 1438 0,'0'0'94'0,"0"0"-84"16,0 0 42-16,-1-93 0 15,12 71-18-15,0-1-19 16,-5 2 22-16,-3 2 13 15,-3 3-33-15,0 4 1 16,0 7-8-16,0 5 12 16,0 0-20-16,0 13-2 15,0 20-6-15,0 16 5 0,0 7 2 16,2 5 0-16,6 0-1 16,0-1-1-16,1-1-17 15,-6-5-33-15,-3-6-12 16,0-9-33-16,-5-10-43 15,-18-11 32-15,-16-8 58 16,-11-5 18-16,-8-2 30 16,-1-3 1-16,11 0 56 15,18 0 37-15,16 0 4 16,14-1-9-16,0-4-49 16,35-1-39-16,22-3 6 15,20-5-6-15,9 0-1 0,4-8-124 16,4-2-56-16,1-3 2 15,-5-1-149-15,-10 4-152 16</inkml:trace>
  <inkml:trace contextRef="#ctx0" brushRef="#br1" timeOffset="87609.06">18948 6793 1301 0,'0'0'84'16,"0"0"-70"-16,0 0 82 0,0 0 35 15,0 0-86-15,-84 26-44 16,64 41 17-16,1 13 9 16,7 4-16-16,5-1 7 15,6-5-6-15,1-6-11 16,3-5-2-16,22-10-4 15,7-8-56-15,2-11-69 16,-1-14-133-16,-4-13-205 16</inkml:trace>
  <inkml:trace contextRef="#ctx0" brushRef="#br1" timeOffset="88532.16">19052 7089 1158 0,'0'0'143'0,"0"0"-105"16,0 0 12-16,0 0-28 16,0 0 5-16,0 0 22 15,91 119-18-15,-78-71-8 16,-1-4-7-16,-6-9-1 16,-2-10-6-16,-3-10-5 15,1-8-3-15,-2-7 2 16,0 0 3-16,0 0 1 15,0-22 4-15,3-7-11 16,2-8-17-16,4-8 9 16,3 0-9-16,1 5-1 15,0 7 13-15,2 17 2 0,-1 13 2 16,0 3 0 0,5 8 1-16,1 19 2 0,2 6 10 15,-2 3 4-15,0-1-7 16,-2-6-6-16,1-4 0 15,-5-9 0-15,-4-6-2 16,-3-8 2-16,0-2-2 16,0-4 11-16,3-18-3 15,1-6-6-15,1-7-1 16,-2-2-1-16,2-1 2 16,-4 4-2-16,-2 10 9 15,-2 9 30-15,-4 12-4 0,3 3-9 16,3 1-22-1,2 25-4-15,4 8 12 0,1 5 4 16,0-1-16-16,4-7 3 16,5-8-4-16,5-8-7 15,1-8-11-15,1-7-18 16,0 0-8-16,-1-6 15 16,-5-12-3-16,-2-5 17 15,-3-2 9-15,-5 0 6 16,-3 1 2-16,0 4-2 15,-4 7 3-15,-2 4-2 16,-1 4 6-16,3 5-4 16,1 0-3-16,7 0-8 15,3 0 8-15,0 0 0 16,-3 1-1-16,-1 4 0 0,-2-1-1 16,-1-2 2-16,0 1-1 15,3-3 2-15,4 2 1 16,2-1-2-16,2 2-2 15,1 3-1-15,-4 1-1 16,0 1-1-16,-4 0 3 16,-4-4-7-16,-5-1 9 15,-2-3 1-15,-1 0 3 16,-2 0 40-16,0-7 37 16,0-18-16-16,0-6-41 15,0-7 16-15,0-2-14 16,-9-5-2-16,-2-6-20 0,-4 0 1 15,0 1-5 1,1 11-1-16,6 13 0 0,3 14-15 16,5 12-14-16,0 1-68 15,0 25-114-15,10 5 19 16,3 3-183-16,3-5-265 16</inkml:trace>
  <inkml:trace contextRef="#ctx0" brushRef="#br1" timeOffset="88868.66">20367 6970 729 0,'0'0'658'0,"0"0"-624"16,0 0-19-1,0 0 95-15,0 0-53 0,0 0-28 16,101 54 8-16,-86-12-12 16,-3-1-19-16,-2-3 5 15,-5-9-5-15,-3-8-4 16,-1-9-1-16,-1-8 0 15,0-4-1-15,0 0 12 16,0-9 5-16,0-13-5 16,0-11-8-16,0-10-2 15,4 1 0-15,12 2-2 16,3 7 4-16,1 11-3 16,3 12 3-16,1 7-2 15,3 3 3-15,2 8-5 0,-2 16 0 16,1 4-1-16,-4 4-2 15,-2-1-1-15,-4-2-28 16,-4-5-86-16,-2-9-157 16,-8-9-262-16</inkml:trace>
  <inkml:trace contextRef="#ctx0" brushRef="#br1" timeOffset="89081.85">20905 6626 1213 0,'0'0'124'0,"0"0"-119"16,0 0 38-16,119 71 41 15,-86-6-15-15,-7 12-21 0,-7 2-15 16,-14 2-18-16,-5 3 2 16,-25-6-16-16,-25-3-1 15,-24-4-101-15,-23-7-152 16,-20-8-327-16</inkml:trace>
  <inkml:trace contextRef="#ctx0" brushRef="#br1" timeOffset="89548.31">13804 6444 402 0,'0'0'147'15,"-45"-124"-41"-15,36 91-31 16,9 22 57-16,0 24 54 15,9 59-162-15,21 47 77 16,8 42 10-16,8 29-45 16,-1 16-38-16,-7 10-13 15,-9-2-8-15,-12-6-7 16,-13-15 0-16,-4-34-48 16,0-35-142-16,0-49-294 15</inkml:trace>
  <inkml:trace contextRef="#ctx0" brushRef="#br1" timeOffset="90248.59">14220 6386 275 0,'0'0'1057'16,"0"0"-1057"-16,0 0-58 0,161-77 58 15,-14 66 3 1,47 9 57-16,48 2-21 0,49 0-31 16,56 0-3-16,45 0-1 15,45-16-4-15,37-12 4 16,13-6-4-16,4 3 6 15,-4 3-6-15,-25 8 0 16,-32 5 2-16,-38 6-2 16,-46-2 0-16,-43 0-6 15,-39-5 6-15,-40 1 1 16,-25-3 2-16,-24 2-2 16,-21 0-1-16,-20 3 4 0,-24 1 8 15,-20 3 4 1,-16 2-3-16,-15 5-11 0,-7 1 6 15,-4 1-7-15,1 0 0 16,0 0-1-16,2 0 0 16,-8 0 0-16,-8 0 0 15,-13 0-4-15,-8 0 4 16,-6 0 0-16,-1-6 5 16,1-5-2-16,-2 1 0 15,1 0-1-15,-4 6 3 16,-3 1-1-16,0 3 28 15,0 0 3-15,0 0-17 16,0 0-11-16,0 0-4 16,0 0-3-16,0 18-4 15,-3 18 4-15,-11 32 10 0,-3 28 15 16,-1 21-1-16,7 20 9 16,3 7-4-16,4-4-20 15,3-5-6-15,1-13-3 16,0-18 0-16,0-15-22 15,-10-15-42-15,-12-16-52 16,-11-8-39-16,-16-14-113 16,-11-9-376-16</inkml:trace>
  <inkml:trace contextRef="#ctx0" brushRef="#br1" timeOffset="90731.69">14673 8298 877 0,'0'0'195'0,"-111"-43"-195"0,76 29 0 16,11 5-15-16,12 3 15 15,9 3 76-15,3 3 51 16,19 0-91-16,39 0-35 15,46 5 22-15,55 15 22 16,55 4 12-16,53-2-22 16,58-3-14-16,52-14-16 15,47-5-5-15,43-12 6 16,23-16-2-16,3-7-1 16,-1-4 11-16,-21 2-11 15,-34 6 28-15,-42 10 39 16,-63 10-70-16,-68 7-7 0,-69 2-146 15,-67-5-222-15,-72-6-334 16</inkml:trace>
  <inkml:trace contextRef="#ctx0" brushRef="#br1" timeOffset="91136.92">14814 8057 907 0,'0'0'471'16,"0"0"-432"-16,0 0-39 15,0 0-61-15,101 0 61 16,-11-6 10-16,25 1-10 16,22 3-82-16,15 1-187 15,14-9-285-15</inkml:trace>
  <inkml:trace contextRef="#ctx0" brushRef="#br1" timeOffset="91539.06">20940 7552 1339 0,'0'0'142'0,"0"0"-142"15,0 0-91-15,100-74 54 16,-3 41 10-16,27 0-55 16,9 3-221-16</inkml:trace>
  <inkml:trace contextRef="#ctx0" brushRef="#br1" timeOffset="93481.72">8962 2389 1047 0,'0'0'147'0,"0"0"-113"0,0 0-18 15,0 0 77-15,0 0-1 16,0 0-51-16,0 0-39 16,-20-29 4-16,50 38 1 15,15 1 7-15,16-8-3 16,5-2-1-16,2 0-1 15,-10-8-7-15,-13-1 3 16,-13 3-3-16,-13 1 0 16,-11 5-2-16,-6 0 0 15,-2 0-1-15,1 14 5 16,-1 16-4-16,2 15 43 0,-2 13-7 16,0 5-29-1,0 10-4-15,0 1-1 0,-5-3-2 16,3-11-49-16,2-11-114 15,0-11-91-15,7-17-326 16</inkml:trace>
  <inkml:trace contextRef="#ctx0" brushRef="#br1" timeOffset="93781.73">9134 2051 1158 0,'0'0'112'0,"0"0"-99"16,0 0 1-16,-88-28 65 0,68 28-3 16,-2 24-34-16,-1 30-26 15,1 32-7-15,2 26 19 16,7 20-8-16,6 10-6 15,7-4-7-15,0-5-6 16,4-12-2-16,25-18-1 16,17-15-16-16,14-20-85 15,15-21-50-15,7-23-88 16,-2-16-219-16</inkml:trace>
  <inkml:trace contextRef="#ctx0" brushRef="#br1" timeOffset="93980.9">9752 2730 1306 0,'0'0'225'0,"0"0"-225"15,-20 95-72-15,18-37 72 16,2 0 0-16,0 0 0 0,0-3-66 15,12-7-98 1,4-13-200-16,-2-17-337 0</inkml:trace>
  <inkml:trace contextRef="#ctx0" brushRef="#br1" timeOffset="94200.55">9970 2416 1360 0,'0'0'51'0,"0"0"-51"16,-4 93 0-16,4-28 3 0,6 6-1 16,11 2-4-16,3-6-4 15,2-5-110-15,0-12-147 16,-2-9-279-16</inkml:trace>
  <inkml:trace contextRef="#ctx0" brushRef="#br1" timeOffset="94684.48">10283 2459 1312 0,'0'0'79'0,"0"0"-79"0,0 0-2 16,0 0 2 0,0 0 0-16,0 0-7 0,-32 39 7 15,13-8 5-15,-3 0-5 16,-2-4 3-16,6-7-2 16,4-6-1-16,10-6 1 15,4-6-2-15,0 0-4 16,0 3-18-16,13 4-5 15,10 1 28-15,6-1 0 16,6-5 1-16,3-2 3 16,0-2-3-16,0 0-1 15,-7-4 0-15,-7-7 3 16,-7 1-1-16,-6-2 0 16,-3-3-1-16,-6-1 7 0,-2-3 3 15,0-3 10-15,0 5-8 16,-8 0 1-16,-2 8 22 15,3 6 50-15,4 3-27 16,-3 9-36-16,2 28-23 16,-3 16 0-16,2 16 4 15,4-2-3-15,1-2 2 16,0-9-3-16,6-4-26 16,9-8-62-16,3-7-97 15,2-13-165-15,-4-11-335 16</inkml:trace>
  <inkml:trace contextRef="#ctx0" brushRef="#br1" timeOffset="95081.64">10623 2522 1168 0,'0'0'318'15,"0"0"-318"-15,0 0-18 16,0 0 18-16,0 0 9 15,111-62-8-15,-83 65 3 16,-8 17-4-16,-10 1-7 16,-10 4 2-16,0 1 0 15,-9 2 5-15,-14-2 17 16,-3-3-3-16,3-10-1 0,7-5-5 16,6-7-5-16,8-1 5 15,2 0 2-15,0 0-10 16,12-1-12-16,13-4 11 15,10 2 1-15,5 3 1 16,-1 0 0-16,-4 24-1 16,-9 8 2-16,-7 8 16 15,-9 7 3-15,-10-1 15 16,0 0-13-16,-24-2 0 16,-7-6-21-16,-10-5 2 15,-1-5-4-15,0-10-61 16,4-12-87-16,5-6-130 15,8-11-357-15</inkml:trace>
  <inkml:trace contextRef="#ctx0" brushRef="#br1" timeOffset="95292.61">10892 2361 978 0,'0'0'257'16,"0"0"-248"-16,118-13 11 15,-73 16 107-15,-6 25-77 16,-7 15 9-16,-9 16-9 16,-11 20-12-16,-12 9-16 15,-7 7-16-15,-21-3-6 0,-4-6-45 16,2-13-86 0,8-16-115-16,11-22-314 0</inkml:trace>
  <inkml:trace contextRef="#ctx0" brushRef="#br1" timeOffset="95482.55">11609 2570 1377 0,'0'0'238'15,"0"0"-238"-15,0 0-16 16,135 0 16-16,-81 9 3 0,1 0-3 15,-5-1-53 1,-13-1-224-16,-22-1-543 0</inkml:trace>
  <inkml:trace contextRef="#ctx0" brushRef="#br1" timeOffset="95624.43">11596 2934 1355 0,'0'0'18'15,"0"0"-18"-15,97-12-35 16,-36-5 31-16,10-4 0 16,-3-4-291-16,-4 0-532 15</inkml:trace>
  <inkml:trace contextRef="#ctx0" brushRef="#br1" timeOffset="96114.36">12412 2624 1384 0,'0'0'160'16,"0"0"-160"-16,50-84 0 16,-35 61 36-16,-5-1 11 15,0-1-12-15,-2-3-4 16,-1-1-4-16,-4 3 9 15,-1-3-21-15,-2 2-11 0,0 5 4 16,0 6-5 0,0 7-2-16,0 5-1 0,0 4-4 15,0 4-2-15,0 22-6 16,0 15 12-16,2 12 0 16,3 10 1-16,3 9 0 15,4 2-1-15,-1 0 2 16,-2-7 0-16,-4-5-2 15,-5-8-2-15,0-8-27 16,-12-8-4-16,-11-11 14 16,-9-11 13-16,-5-7 6 15,-1-5 0-15,3-2 10 0,9-2-2 16,13 0 19 0,13 0 0-16,12-18-13 0,29-7 6 15,20-7-18 1,13 1-2-16,7-2-15 0,7 3-52 15,3 3-29-15,-2 6-146 16,-11 12-281-16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47:39.603"/>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definitions>
  <inkml:trace contextRef="#ctx0" brushRef="#br0">16379 1012 381 0,'0'0'279'16,"0"0"-218"-16,0 0-42 15,0 0 33-15,0 0 57 16,0 0 16-16,0 0-26 0,0-32-33 15,0 32-26 1,0 0-19-16,0 0-3 0,0 0-5 16,0 0-5-1,0 0-8-15,0 3-2 0,5 15 2 16,12 13 0-16,4 7 14 16,3 6 24-16,1 1-3 15,-2-3-20-15,-2-6 0 16,-5-5-6-16,-1-7 1 15,-3-5-2-15,-4-7-8 16,-4-6 16-16,-1-2 9 16,-2-4-8-16,2 0 24 15,-2 0 29-15,7-11 2 16,9-21-15-16,9-16-41 0,15-14-9 16,6-7-7-1,8-6 1-15,3 0-3 0,4 4 2 16,-5 9-3-16,-12 17-1 15,-11 14-31-15,-18 16-28 16,-9 10-53-16,-7 5-46 16,-1 0-78-16,-28 9-435 15</inkml:trace>
  <inkml:trace contextRef="#ctx0" brushRef="#br0" timeOffset="300.77">16763 917 1074 0,'0'0'134'0,"0"0"-134"15,0 0-56-15,0 0 56 16,24 82 39-16,-4-33 35 16,3 7-22-16,0-3-6 15,3-6-22-15,-4-10-4 16,-4-14 0-16,-3-6-8 15,-2-10 18-15,2-7 9 16,9 0-9-16,14-28 18 16,19-22-4-16,15-20-29 15,10-17-7-15,3-12-8 0,-6 0-2 16,-9 7-52 0,-15 12-85-16,-13 15-32 15,-19 18-122-15,-19 19-269 0</inkml:trace>
  <inkml:trace contextRef="#ctx0" brushRef="#br0" timeOffset="20080">1706 2151 649 0,'0'0'162'15,"0"0"-153"-15,0 0-5 16,0 0 14-16,0 0 43 15,0 0 50-15,0 0-80 16,-35-70-16-16,24 61 44 16,-4-1-14-16,-5 1-12 15,-3 3-14-15,-3 1 20 16,1 4-12-16,0 1-5 16,1 0-9-16,3 0 2 0,-1 0-1 15,2 9-8 1,0 5 3-16,-3 10-2 0,1 5-4 15,-3 11-2-15,3 7 1 16,3 3 1-16,5 9-2 16,7 6 0-16,7 5 0 15,0 7 4-15,7 5-5 16,14 3 6-16,8 4-3 16,7-2 5-16,3-7-5 15,8-11-2-15,2-15-1 16,4-12 5-16,5-12 0 15,4-12 2-15,8-10-1 0,9-8 0 16,10-10-2 0,1-24 3-16,-1-9-7 0,-12-6 0 15,-14-5 0-15,-12-1 2 16,-12-3-1-16,-12 0 4 16,-12-3-1-16,-12-3-2 15,-3-3 4-15,-10-6 0 16,-19-2-3-16,-9 1 2 15,-2 6 2-15,-5 9 0 16,2 13 10-16,-2 10 1 16,1 10 7-16,2 10 16 15,7 4-32-15,4 6-9 16,7 1-5-16,7 5 2 16,4 0-7-16,6 0-95 15,4 20-16-15,3 7-30 0,0 8-66 16,10-1-82-16,15-3-326 15</inkml:trace>
  <inkml:trace contextRef="#ctx0" brushRef="#br0" timeOffset="20507">2367 2624 1182 0,'0'0'141'0,"0"0"-141"15,0 0 5-15,0 0-5 16,0 0 4-16,124-8-3 16,-36 8 7-16,16 0-2 15,7 0-2-15,-8 0-1 16,-11 0 0-16,-17 0 0 15,-20 0-3-15,-16 0 2 16,-16 0-1-16,-13 0-1 16,-8 0 0-16,-2 0 45 15,0-7 85-15,-9-3-51 16,-7-4-59-16,-4-1-19 16,1 1 12-16,2 4 7 0,8 4 1 15,4 3-9 1,3 2-5-16,2 1-7 0,0 0-3 15,0 0-6-15,0 0 0 16,0 14-4-16,12 10 8 16,2 5-69-16,8 3-99 15,5-4-42-15,2-4-198 16</inkml:trace>
  <inkml:trace contextRef="#ctx0" brushRef="#br0" timeOffset="20979.86">3405 2543 1193 0,'0'0'148'0,"0"0"-130"16,0 0 26-16,-21-93 40 15,28 79-36-15,15 5-41 16,7 6-7-16,4 3-4 15,4 6 3-15,0 18-1 16,0 9-4-16,-6 5 6 16,-7 3 1-16,-8 0 0 15,-9-3 2-15,-5-4-1 16,-2-4 0-16,0-9 5 16,-5-8-6-16,-3-7 9 15,2-3 5-15,2-3 24 0,-2 0 26 16,-1-9-13-1,-6-20-30-15,4-10-19 0,2-11-2 16,7-1-1-16,0 6 2 16,7 12 2-16,4 15-1 15,-3 11-3-15,5 7-1 16,1 0-3-16,7 10-5 16,5 16 8-16,0 5-4 15,0 5 4-15,-4 6 1 16,-1-2-7-16,-1 0 7 15,2-2-84-15,5-8-120 16,3-16-112-16,3-14-203 0</inkml:trace>
  <inkml:trace contextRef="#ctx0" brushRef="#br0" timeOffset="21549.19">4035 2561 907 0,'0'0'292'0,"0"0"-153"15,0 0-24-15,0 0-86 16,0 0-29-16,0 0-6 15,-1 26 6-15,12-2 2 16,8-3 2-16,3-8-1 16,-1-5 0-16,-2-5 3 15,-6-3-1-15,-3 0 9 16,-5-5 3-16,-5-13 53 16,0-6-22-16,-2-6-28 0,-16 0 3 15,-7 3-20 1,-2 3-2-16,4 9-1 0,5 8-9 15,2 7-16-15,7 4-15 16,3 20-29-16,6 6-7 16,0 3-70-16,24-8-57 15,9-8-104-15,7-12 16 16,-1-5 94-16,-2-2 77 16,-7-13 120-16,-7-3 217 15,-6 2 18-15,-5 2-46 16,-4 5 24-16,-3 3-62 15,3 1-54-15,4-4-31 16,4-2-22-16,3-5 2 16,0-1-20-16,-3 0-7 0,-2-4 3 15,-3-4 0-15,-6-2 13 16,-1-1-9-16,-4-4-2 16,0 3-6-16,0 3 12 15,-4 4-11-15,-2 12 9 16,1 6-18-16,3 4-3 15,0 0-7-15,1 12-15 16,1 23 4-16,0 18 11 16,0 15 4-16,0 7-3 15,8 0 3-15,7-8-4 16,5-8 0-16,4-4-4 16,2-8-82-16,3-13-100 15,-5-15-117-15,-3-18-333 0</inkml:trace>
  <inkml:trace contextRef="#ctx0" brushRef="#br0" timeOffset="21707.91">4425 2496 1452 0,'0'0'25'0,"0"0"-25"15,0 0-44-15,0 0 44 16,127-20 0-16,-51 16-82 15,0 1-136-15,-10 0-183 16</inkml:trace>
  <inkml:trace contextRef="#ctx0" brushRef="#br0" timeOffset="21963.32">5098 2322 921 0,'0'0'283'0,"0"0"-220"15,-45-83 34-15,39 68 42 16,4 6-46-16,2 7-1 16,0 2-73-16,0 11-19 15,7 30-16-15,13 23 10 16,5 22 6-16,-2 12 3 16,-4 5 3-16,-4 6-1 0,-3 2-5 15,-2-9 0 1,2-10 0-16,-1-23-61 0,1-18-99 15,-2-21-84-15,-7-19-209 16</inkml:trace>
  <inkml:trace contextRef="#ctx0" brushRef="#br0" timeOffset="22164.89">5057 2556 1019 0,'0'0'349'16,"-5"-96"-268"-16,5 72-49 15,22 6 38-15,9 9-24 0,10 9-33 16,7 0-13-16,1 20 1 16,-6 16-1-16,-8 11-1 15,-12 4-2-15,-9 4 3 16,-11 2-16-16,-3-1-97 16,0-9-110-16,-5-13-317 15</inkml:trace>
  <inkml:trace contextRef="#ctx0" brushRef="#br0" timeOffset="22532.21">5306 2531 1168 0,'0'0'162'16,"0"0"-152"-16,0 0-7 0,80-81 24 16,-48 81 4-1,1 0-24-15,1 15-6 0,-6 15 0 16,-7 6 2-16,-10 3-1 15,-5-2 0-15,-6-3-1 16,0-7 3-16,0-9 0 16,-9-8-4-16,-1-7 3 15,-2-3 10-15,4-7 7 16,-1-20-20-16,6-11-1 16,3-7-4-16,0-1 1 15,19 3 4-15,4 13 0 16,0 14-1-16,2 8 0 15,2 8 1-15,-2 6-4 16,-2 21 4-16,1 8 0 16,-6 8 3-16,-2 3-3 15,-7-1 2-15,-2 0-2 0,-5-6-7 16,-2-4-87-16,0-11-200 16,0-17-336-16</inkml:trace>
  <inkml:trace contextRef="#ctx0" brushRef="#br0" timeOffset="22682.54">5744 2337 1313 0,'0'0'4'0,"0"0"-4"16,0 0-19-16,0 0 7 0,0 0-116 15,0 0-112 1,17 45-290-16</inkml:trace>
  <inkml:trace contextRef="#ctx0" brushRef="#br0" timeOffset="23379.57">5744 2337 1436 0,'76'51'47'0,"-76"-51"-47"15,4 9-17-15,6 16 14 16,4 15 3-16,3 2 2 15,-4 0 3-15,-1-5-3 0,-6-8 0 16,-1-9-2 0,-1-11 1-16,-1-6-1 0,-3-3 4 15,0 0 5-15,0 0 34 16,0-17 45-16,0-10-61 16,0-7-18-16,3 2-4 15,4 5-5-15,2 12-2 16,-2 8-1-16,5 7-2 15,4 0-6-15,4 24 0 16,3 10 6-16,-4 6 5 16,-3 1-2-16,-4-3 2 15,-5-10 1-15,-1-8 1 16,-1-11-2-16,-3-6 2 16,-1-3 0-16,3 0 7 15,-2-9 10-15,2-15 1 0,2-12-18 16,0-5-1-1,6-4-1-15,2 1-6 0,2 8 3 16,3 12-13-16,-5 12 5 16,2 12 0-16,-1 2-3 15,2 21 8-15,-3 10 4 16,5 1 1-16,-3-4 1 16,3-6 1-16,4-10-1 15,0-9-1-15,-1-5 1 16,-2 0 6-16,-4-5-1 15,-3-15 1-15,-3-4 1 16,-4-5 1-16,-3 3 2 0,-3-3 11 16,0 5-7-1,-3 5 5-15,-3 8-2 0,1 9-9 16,-2 2 7-16,-6 17-15 16,-4 24-1-16,-3 10 1 15,8 4 9-15,12-10-3 16,0-11-1-16,22-10-4 15,11-8 2-15,11-12-2 16,6-4 3-16,-2 0-4 16,-4-5-73-16,-10-8-149 15,-16 2-281-15</inkml:trace>
  <inkml:trace contextRef="#ctx0" brushRef="#br0" timeOffset="25297.76">6325 3093 1066 0,'0'0'237'16,"0"0"-212"-16,0 0-20 15,0 0 60-15,0 0 40 16,0 0-105-16,-10-11-3 15,10 64 1-15,1 21 2 16,2 4 3-16,-3 1-1 0,0-5-1 16,0-9 0-1,-4-14 2-15,-5-19 1 0,4-15-4 16,1-14 4-16,4-3 6 16,0-11 4-16,0-21-1 15,6-12-13-15,10-12-8 16,3-2 8-16,4 9-1 15,2 10-6-15,4 13 6 16,2 16-9-16,3 10 1 16,1 9 3-16,2 25-3 15,-4 9 5-15,1 0-1 16,-6-4 5-16,-6-10 0 16,-9-12 1-16,-4-10-1 15,-8-6 4-15,-1-1 4 16,0-5 101-16,0-24 21 0,0-13-100 15,-1-15-26-15,-3-9 17 16,2-5 6-16,2-4-24 16,0 4 0-16,0 12 0 15,7 17-3-15,2 21-2 16,2 21 1-16,3 11-21 16,7 26-25-16,8 17 32 15,4 6 7-15,1-4-58 16,1-8-14-16,-4-13 1 15,-2-17 24-15,-7-11-4 16,-11-7 59-16,-4 0 10 16,-4-18 25-16,-1-7 27 0,-2-7-18 15,0-2 13-15,0-2-15 16,-5-2-25-16,-10 0 20 16,-1 9-13-16,2 7-8 15,4 13 15-15,3 9-12 16,-1 5-19-16,-5 31-14 15,-6 19 14-15,0 15-2 16,8 2 6-16,11-7-4 16,0-13 0-16,20-10-1 15,15-13-3-15,5-11-9 16,7-11-55-16,9-7-54 16,9-1-102-16,8-21-120 15,2-7-357-15</inkml:trace>
  <inkml:trace contextRef="#ctx0" brushRef="#br0" timeOffset="26029.58">7948 3028 1363 0,'0'0'89'0,"0"0"-83"15,0 0 71-15,0 0 49 16,-92-31-61-16,71 62-61 15,-3 12-3-15,-1 9 9 16,8 5-8-16,7 1 3 0,10-10-4 16,0-8 1-1,20-8-2-15,15-12-3 0,15-10 1 16,8-10 1-16,10-1-24 16,-2-20-21-16,-5-8-24 15,-11-2-16-15,-12-6 38 16,-14 5 12-16,-16-1 36 15,-8 2 8-15,0 10 15 16,-19 4 36-16,-1 8-19 16,2 9-5-16,-4 0-3 15,-1 16-20-15,-1 18-10 16,1 8 1-16,6 0-1 16,12-4 2-16,5-10-4 0,0-10-2 15,15-9 1-15,4-9-5 16,4 0 2-16,2-7-8 15,-1-19 2-15,2-3-9 16,-2-5-14-16,-6 7 15 16,-5 10 13-16,-3 8 5 15,-4 7 2-15,0 2-2 16,3 11-9-16,2 15 8 16,5 14 1-16,0 0 7 15,1-2 4-15,1-10-8 16,1-6 0-16,-1-11-3 15,-2-9-4-15,0-2 3 0,-3-2-26 16,-4-17-6 0,-3-6-3-16,-2-5 13 0,-3-7 23 15,-1-1 1-15,0 4 6 16,0 5 19-16,0 11 20 16,0 9-19-16,3 9 12 15,4 0-37-15,5 18 7 16,7 14-5-16,1 8 16 15,2 0 9-15,-5-2-17 16,0-6-7-16,0-9-5 16,0-9 0-16,0-6-1 15,-1-7-31-15,3-1-47 16,-1-5-77-16,-4-13-137 16,-10-5-340-16</inkml:trace>
  <inkml:trace contextRef="#ctx0" brushRef="#br0" timeOffset="26495.55">8678 3187 122 0,'0'0'149'0,"0"0"-149"15,0 0-5-15,0 0-11 16,-17 84 9-16,16-71 6 0,1-2-22 16,0-6 4-1,0-2 19-15,0-2 52 0,-2-1 116 16,1 0 93-16,-1 0-10 16,2 0-53-16,0 0-57 15,0-1-13-15,0-11-31 16,0-5-56-16,0-1-1 15,0-1 1-15,0 0 1 16,0 1-10-16,0 5 4 16,3 1-14-16,2 3-21 15,5 2 6-15,2 0-7 16,2 4 0-16,2 3-1 16,2 0-2-16,3 3 1 0,-1 17 0 15,0 10-8 1,-2 5 7-16,-4 3 2 0,-1 0 1 15,-3-2 1-15,0-9-1 16,-4-6-65-16,3-11-109 16,-2-10-204-16,-3-5-475 15</inkml:trace>
  <inkml:trace contextRef="#ctx0" brushRef="#br0" timeOffset="26687.63">8914 2714 1080 0,'0'0'349'0,"0"0"-349"15,0 0-25-15,0 0 25 16,27 89 5-16,-14-35-3 16,2 1 3-16,-5 2-5 15,-1-7-3-15,-3-6-191 16,-1-9-319-16</inkml:trace>
  <inkml:trace contextRef="#ctx0" brushRef="#br0" timeOffset="26913.33">9255 2749 1458 0,'0'0'138'0,"0"0"-138"0,0 0-4 16,0 0-5-16,18 93 9 16,-1-21 7-16,-4 8-5 15,-2-5 0-15,-6-2-2 16,-2-4 0-16,-3-5-75 16,0-8-167-16,-1-17-242 15</inkml:trace>
  <inkml:trace contextRef="#ctx0" brushRef="#br0" timeOffset="27780.54">9208 3197 680 0,'0'0'705'0,"0"0"-674"0,0 0-26 16,0 0-7-16,0 0 3 16,92-72-2-16,-48 70-1 15,2 1-49-15,-2-3-48 16,-5-4 0-16,-8-1 7 15,-10-1 67-15,-7 1 25 16,-7 2 43-16,-5 3 48 16,-1 2 3-16,-1 2 10 15,0 0-40-15,3 13-64 16,6 15 6-16,3 12 15 16,5 4 15-16,3-1-19 0,2-8-9 15,-1-9-1 1,1-11-1-16,-6-11 0 0,0-4 10 15,0-5 37-15,0-20 22 16,-2-8-21-16,-2-3-29 16,-5-3 9-16,-6 3-11 15,-1 3-22-15,0 5-1 16,0 12-4-16,0 7-10 16,0 9-43-16,14 0-105 15,3 0-54-15,6 5 68 16,2 4-71-16,-5-3-77 15,0-5 149-15,-4-1 147 16,-6 0 67-16,-1 0 168 16,-7-3 41-16,-2 0-72 0,0 0-31 15,0-1-54-15,0 1-51 16,-7 0-45-16,2 3-10 16,2 0-13-16,1 0 0 15,-2 12-3-15,4 14 1 16,0 9 1-16,0 2 2 15,17-1 1-15,8-3-2 16,4-5 3-16,-4-5-1 16,-8-6-2-16,-7-8 0 15,-10-5 0-15,0-1-3 16,-7 0 3-16,-21 1 1 16,-11 1 0-16,-3-2 0 15,6-3-1-15,7 0-4 0,15 0-5 16,10-3-11-16,4-12-22 15,18-8-80-15,21-5 7 16,11-3 93-16,2-6 8 16,-6 4-17-16,-7 1 31 15,-16 5 1-15,-10 8 33 16,-7 2 63-16,-6 7-16 16,0 1 13-16,0 6-22 15,0 1-30-15,-3 2-17 16,-4 2-25-16,0 22 2 15,-1 10-2-15,4 10 1 16,4-2 2-16,2-5-1 0,22-5-2 16,8-9-1-1,6-9-5-15,3-10-34 0,-2-4-69 16,-11-8-192-16,-12-14-545 16</inkml:trace>
  <inkml:trace contextRef="#ctx0" brushRef="#br0" timeOffset="28359.92">10934 2793 1238 0,'0'0'164'0,"0"0"-158"0,0 0 28 16,0 0-15-1,0 0-12-15,-9 99-7 0,29-18 10 16,-1 2 2-16,-3-4-7 15,-4-3-5-15,-2-5 0 16,-5-9-27-16,-3-13-150 16,-2-20-183-16</inkml:trace>
  <inkml:trace contextRef="#ctx0" brushRef="#br0" timeOffset="28532.37">10912 2806 1263 0,'0'0'204'0,"-9"-125"-186"16,26 84-17-16,18 8 21 16,10 11 7-1,4 15-18-15,5 7-11 0,-5 14-9 16,-5 26-45-16,-17 9-173 16,-22 8-196-16</inkml:trace>
  <inkml:trace contextRef="#ctx0" brushRef="#br0" timeOffset="28846.71">10979 3163 295 0,'0'0'1191'0,"0"0"-1191"15,0 0-7-15,0 0 7 16,0 0 21-16,120 0-3 16,-51-11-12-16,5-2-1 0,-3-4-4 15,-7 1 3-15,-16-1-4 16,-13 0-3-16,-18 4-2 15,-12-2-7-15,-5 3 12 16,-9-1 0-16,-17-2 1 16,-3 5 1-16,3 3 6 15,7 4 22-15,8 3 20 16,5 0-19-16,2 15-31 16,-2 16 3-16,5 11-3 15,1 6 5-15,4-4-5 16,20-4-1-16,13-9-1 15,5-10-35-15,7-11-91 0,-1-10-155 16,-6 0-280 0</inkml:trace>
  <inkml:trace contextRef="#ctx0" brushRef="#br0" timeOffset="29161.64">11667 3044 736 0,'0'0'671'0,"0"0"-625"0,0 0-7 16,0 0 43-16,0 0-50 15,0 0-29-15,74-9 2 16,-32 36-1-16,-2 6-2 16,-10 3 0-16,-5 0-2 15,-12-1-1-15,-6-7-1 16,-7-5 4-16,0-10-2 16,0-7 2-16,0-6 4 15,0 0 17-15,-5-19 42 0,-3-12-48 16,-2-6-4-16,3-5 2 15,4 0-2-15,3 6-9 16,0 6-2-16,5 7-2 16,12 6-4-16,1 4 4 15,3 6-26-15,3 7-71 16,-2 0-51-16,0 0-104 16,-7 6-171-16,-4 4-146 15</inkml:trace>
  <inkml:trace contextRef="#ctx0" brushRef="#br0" timeOffset="30061.34">12023 3017 1029 0,'0'0'226'0,"0"0"-149"0,0 0-31 16,0 0 9-1,0 0-25-15,0 0-3 0,93 57 9 16,-75-19-4-16,-1 2 9 16,-4-1-17-16,-6-6-11 15,-4-9-4-15,1-7-5 16,-4-11-3-16,1-5 2 15,-1-1-1-15,2-4 10 16,1-18 19-16,2-11-30 16,2-7 4-16,5-2-5 15,0 6-2-15,2 9-3 16,3 10-3-16,5 13-1 16,0 4-2-16,1 3-3 0,0 19 13 15,-4 4-2 1,-3 2 1-16,-4-1 2 0,-5-1-3 15,-6-5 6 1,-1-8-6-16,0-4 8 0,0-7-5 16,0-2 0-16,0 0 19 15,2-22 26-15,5-10-34 16,3-10-7-16,2 0 5 16,5 1-8-16,1 9 0 15,0 9 0-15,4 11-1 16,0 9-2-16,2 3-2 15,4 12 0-15,-2 16-2 16,3 4-12-16,1-1-42 16,5-8-67-16,7-9-15 0,6-7-42 15,2-7-82-15,-6 0 106 16,-11-16 146-16,-11-1 14 16,-12-4 33-16,-10-3 182 15,0-1 9-15,-5 5-9 16,-15 2-100-16,-2 9-42 15,-5 9-26-15,-1 3-27 16,-4 28-13-16,2 14-6 16,5 3 0-16,10-4 2 15,13-9-3-15,2-15-5 16,7-7 2-16,9-11-21 16,6-2 2-16,0-8 15 15,-2-12-36-15,0-2 38 0,-3 3 3 16,0 7 0-1,0 5-18-15,-1 5 4 0,4 2 12 16,2 0-5-16,6 8 9 16,3-2 0-16,2-6 0 15,2 0 1-15,0-2 1 16,-3-18 0-16,-4-4 0 16,-6-4 6-16,-6-7-4 15,-6-5 4-15,-4-10 2 16,-6-4 26-16,0-3-9 0,0 2-17 15,0 6 15 1,-6 15 6-16,2 13-2 0,2 12-1 16,1 9 1-16,1 11-29 15,0 30-8-15,0 21 8 16,0 12 3-16,6-2-2 16,9-6-1-16,2-12 0 15,-2-7-43-15,-7-11-146 16,-6-12-268-16</inkml:trace>
  <inkml:trace contextRef="#ctx0" brushRef="#br0" timeOffset="30213.68">13159 2967 1659 0,'0'0'13'0,"0"0"-3"0,0 0-11 15,118-55 1-15,-49 50-2 16,-3 5-98-16,-11 0-18 15,-22 9-87-15,-23 7-387 16</inkml:trace>
  <inkml:trace contextRef="#ctx0" brushRef="#br0" timeOffset="30511.12">11094 3727 1584 0,'110'-9'0'15,"48"3"-86"-15,47-2 0 16,34-10 86-16,19-6 46 15,22-1 16-15,2 2-42 16,-11 6-3-16,-26 7-17 16,-37 5-3-16,-39-1-114 15,-45-3-136-15,-37-3-158 16,-35-3-43-16</inkml:trace>
  <inkml:trace contextRef="#ctx0" brushRef="#br0" timeOffset="30796.49">14005 2376 1380 0,'0'0'202'16,"0"0"-185"-16,0 0-17 0,0 0-1 15,-27 124 1 1,41-4 73-16,4 14-28 0,2-2-31 16,0-3 10-16,-5-9-9 15,-3-14-13-15,-2-18-3 16,-5-17 1-16,-4-23-54 16,-1-22-111-16,0-26-162 15,0-8-388-15</inkml:trace>
  <inkml:trace contextRef="#ctx0" brushRef="#br0" timeOffset="31310.62">14072 2257 1536 0,'0'0'138'0,"-132"-21"-138"15,51 20-6-15,-10-1 6 16,-18-1 8-16,-15 1 12 16,-21-5-4-16,-17 1 3 15,-23 0 7-15,-23 1-18 16,-25 1-4-16,-22 1 0 16,-21-2-1-16,1 2 1 15,6 3 3-15,20-1 3 16,23 1 4-16,18 0-14 15,20 0 2-15,33 0 3 16,36 0-1-16,37-1 16 16,37-2-9-16,22 0-7 0,14 3 5 15,9-2-9-15,0 2-1 16,0 0 0-16,0 0-3 16,0 0 4-16,0 0-2 15,0 0 2-15,0 0-1 16,0 0 2-16,0 0-2 15,0 0 1-15,0 8-1 16,0 33-3-16,0 32 4 16,6 41 1-16,13 34-1 15,4 41 0-15,5 21-3 16,5 15 3-16,10-1-17 0,11-21-76 16,11-9-68-1,7-17-205-15,-2-22-508 0</inkml:trace>
  <inkml:trace contextRef="#ctx0" brushRef="#br0" timeOffset="34315.66">2636 4832 742 0,'0'0'0'16,"0"0"-422"-1</inkml:trace>
  <inkml:trace contextRef="#ctx0" brushRef="#br0" timeOffset="34943.83">2529 4901 1026 0,'0'0'129'0,"0"0"-115"0,0 0 68 16,0 0-18-16,-19-92 5 15,19 75-36-15,9 3 1 16,1 4-12-16,3 10-11 16,4 0-11-16,5 11 0 15,8 18 0-15,4 12 18 16,-4 8 5-16,-2 6-5 16,-6 7-5-16,-7-2-5 0,-3-8 2 15,-4-8-5 1,-5-15-1-16,-1-8-2 0,-2-9-1 15,0-5 0-15,0-6 12 16,0-1 11-16,0 0 33 16,0-1-7-16,0-18-10 15,-5-9-32-15,-3-16-6 16,1-10-2-16,5-10 0 16,2-1-2-16,0 7 2 15,3 14 0-15,13 12 3 16,-2 12-3-16,2 11-4 15,2 6 2-15,4 3-3 16,3 0 0-16,5 17 3 16,-2 3 1-16,-1 5-1 15,-3 0 2-15,-8 6-6 16,-2-1 5-16,-6 6 0 0,-3 3-7 16,0 0-14-16,2-2-78 15,1-8-117-15,4-12-78 16,4-15-302-16</inkml:trace>
  <inkml:trace contextRef="#ctx0" brushRef="#br0" timeOffset="35104.61">3362 4866 1413 0,'0'0'157'0,"0"0"-157"15,0 0-1-15,0 0 1 0,0 0 0 16,105-1 3-1,-49 1-3-15,-1 3-8 0,-3 8-159 16,-14 0-157-16,-17 2-329 16</inkml:trace>
  <inkml:trace contextRef="#ctx0" brushRef="#br0" timeOffset="35245.42">3385 5195 1253 0,'0'0'42'15,"0"0"-42"-15,0 0-7 16,124-28 2-16,-47 14 5 0,15-2-123 16,1 1-140-16,-4-1-149 15</inkml:trace>
  <inkml:trace contextRef="#ctx0" brushRef="#br0" timeOffset="35893.58">4248 4689 1123 0,'0'0'202'16,"0"0"-190"-16,0 0 0 16,0 0 62-16,0 0 3 15,0 0-36-15,0 0-16 0,-24-61 8 16,21 61 14-16,-2 0-19 15,0 0-20-15,-2 0-4 16,-3 0 0-16,-3 0-2 16,0 7-2-16,-1 5 0 15,-1 6-3-15,2 7 2 16,0 10 0-16,4 8-5 16,5 5 5-16,4-3-5 15,7-8 3-15,15-8-3 16,5-10-15-16,0-8-2 15,0-9-10-15,-3-2-6 16,-3-4 34-16,-7-14 5 0,-5-1 3 16,-8-4 3-1,-1-1-4-15,0 0 9 0,-6-2-6 16,-4 2 8 0,2 1 12-16,-2-1-21 0,4 5 8 15,3 4-4-15,0 5-2 16,3 5 5-16,0 4-4 15,0 1-7-15,0 0-3 16,0 0-9-16,0 4-4 16,0 16 9-16,10 6 7 15,2 7 1-15,-1 4 0 16,-2 7-1-16,-5 0 0 16,-2 3 1-16,-2 1 1 15,0-3 3-15,-2-4-2 0,-12-5 13 16,-3-6 9-16,-2-7-8 15,-4-2-6-15,1-3-7 16,-3-4-4-16,2-4 0 16,3-6-3-16,4-4-60 15,9 0-30-15,7-21-114 16,0-15-329-16</inkml:trace>
  <inkml:trace contextRef="#ctx0" brushRef="#br0" timeOffset="36209.87">4480 4800 1160 0,'0'0'207'0,"0"0"-189"15,0 0-1-15,89-45 88 16,-52 45-45-16,-2 0-42 16,-2 15-6-16,-8 7-10 15,-12 3 9-15,-13 4-11 16,0 6 0-16,-38 3 5 15,-15 5 14-15,-9 0-4 16,5-8-7-16,17-11-3 16,15-11 20-16,15-10 18 15,10-3 2-15,0 0-25 16,6 0-19-16,28-3-1 16,20-9 9-16,21-2-6 0,13 1-3 15,4 6-63 1,-3 7-92-16,-9 0-156 0,-17 0-589 15</inkml:trace>
  <inkml:trace contextRef="#ctx0" brushRef="#br0" timeOffset="39506.39">5471 4716 1116 0,'0'0'253'0,"0"0"-253"15,0 0-78-15,0 0 78 16,0 0 5-16,108-12-5 16,-60 8-18-16,0 0-127 15,-10 4-183-15,-19 0-196 16</inkml:trace>
  <inkml:trace contextRef="#ctx0" brushRef="#br0" timeOffset="39662.94">5482 4922 1184 0,'0'0'47'0,"0"0"-47"15,0 0-63-15,88 0 63 16,-32 0 0-16,11-1-87 16,6-5-125-16,2-2-121 15</inkml:trace>
  <inkml:trace contextRef="#ctx0" brushRef="#br0" timeOffset="43511">3025 3382 552 0,'0'0'204'0,"0"0"-130"0,0 0-5 16,0 0 39-16,0 0-14 16,-3-78-2-16,13 65-44 15,4-2-18-15,1 5-8 16,4 6-4-16,0 4-16 16,1 0 1-16,-1 7-3 15,-1 16-4-15,-3 7 3 16,-5 8 1-16,-8 5 0 15,-2 5 6-15,-13 5 2 0,-18-1-8 16,-5 0-3-16,-4-9-17 16,5-11 7-16,8-12 11 15,10-11 2-15,10-6 9 16,7-3 26-16,0 0 6 16,0 0 4-16,2-7-12 15,13-3-27-15,3-2-4 16,7 4 3-16,7 1 0 15,2 4-5-15,4 3 0 16,4 0-1-16,0 0 0 16,-2 0-18-16,-2 3-84 15,1 1-15-15,-6-1-101 16,-6-3-173-16</inkml:trace>
  <inkml:trace contextRef="#ctx0" brushRef="#br0" timeOffset="43930.6">3398 3403 1226 0,'0'0'91'0,"0"0"-89"15,0 0 1-15,0 0 33 16,0 0 3-16,14-77-39 16,11 75-1-16,-2 2-2 15,1 0 0-15,-7 12-2 0,-4 7-3 16,-8 5-4-1,-5 6 1-15,0 3-1 0,-5 1 3 16,-8-6-12-16,-3-7 8 16,6-8 13-16,6-8 1 15,2-3 4-15,2-2 2 16,0 0-7-16,5 0-22 16,15-11 11-16,6 0-11 15,6 2 9-15,0 6 13 16,-8 3-5-16,-6 0 3 15,-8 2 1-15,-6 10 1 16,-4 4 21-16,0 3 21 16,-13-1 17-16,-8 0 9 15,-4-2-21-15,-4-1-12 16,0 0-17-16,-2 0-15 16,6-3-3-16,5-1-41 0,10-4-93 15,10-7-146-15,2 0-249 16</inkml:trace>
  <inkml:trace contextRef="#ctx0" brushRef="#br0" timeOffset="44471.45">3851 3522 1190 0,'0'0'162'16,"0"0"-160"-16,0 0 2 15,0 0 47-15,0 0-21 0,0 0-30 16,-21 0-43-1,21 0-25-15,8 0-66 0,5 0-50 16,4 0-220-16</inkml:trace>
  <inkml:trace contextRef="#ctx0" brushRef="#br0" timeOffset="45677.9">4074 3347 1187 0,'0'0'95'0,"0"0"-95"16,0 0 0-16,0 0 7 0,0 0 7 16,0 0-1-1,114-35 3-15,-89 45-9 0,-9 8-7 16,-7 2-1-16,-8 2 1 15,-1 3 16-15,-1 3-3 16,-20 0 20-16,-3 1-10 16,-3-2-22-16,0-5 13 15,2-7-5-15,7-6 3 16,1-2 4-16,3-3-7 16,6-2 0-16,2-1 10 15,3-1 6-15,0 0-1 16,3 0 0-16,0 0-5 0,0 0-7 15,0-1-7 1,0-4-3-16,0-3-2 0,0-2 3 16,0 0-4-16,3-3 1 15,3 2 0-15,1 1 5 16,-4 3-4-16,0 1 2 16,1 2 1-16,-4 4-4 15,1-2 0-15,1 2-1 16,-2 0-4-16,0 0 2 15,0 0-6-15,0 0-6 16,0 0 0-16,0 0 3 16,0 0 9-16,0 0 2 15,0 0-4-15,0 0-2 0,0 0-6 16,0 0 1 0,0 0-5-16,0 0-2 0,0 0 7 15,0 0-3 1,0 0-7-16,0 0-14 0,0 0-6 15,0 0-3-15,0 0-17 16,2 0-38-16,-1 0-37 16,3 0-21-16,1-6 104 15,2 0 54-15,-3-5 2 16,2 1 7-16,0-4 32 16,-1-2 17-16,1-4 36 15,3-2-17-15,0-3-14 16,-2 1 7-16,0 2-3 15,0 2-10-15,2 3-22 0,-1 1-12 16,2 1 4 0,2 0-1-16,-4 2-8 0,0 4-4 15,-1 3 8-15,-5 3 5 16,-2 3 1-16,0 0-9 16,0 0-7-16,0 0-6 15,0 0-4-15,0 0 3 16,0 0-3-16,0 0 1 15,0 0-3-15,-6 9 2 16,-5 8-2-16,-5 8 7 16,-5 5 2-16,-2 2 1 15,0-1-7-15,3-3 6 16,3 0-7-16,5-3-2 16,2-1 4-16,5-1-4 15,5-3 2-15,0-5-2 0,0-3-1 16,6-3 1-16,10-1 1 15,3-5 0-15,7-1 7 16,7-2 0-16,8 0-4 16,4-15 4-16,0-2-2 15,-4 0-4-15,-10 1-1 16,-11 3 1-16,-5-1 3 16,-7 3-4-16,-5-4 3 15,0-1 5-15,-3 1-6 16,0-1-3-16,0 4 2 0,0 6 0 15,-1 3 9-15,1 3 1 16,-2 0-12-16,2 3-2 16,-1 24-24-16,-1 19 21 15,-1 15 5-15,-1 9 1 16,1 4 2-16,1-4-3 16,1-2-43-16,-3-1-56 15,3-12-146-15,-4-10-201 16</inkml:trace>
  <inkml:trace contextRef="#ctx0" brushRef="#br0" timeOffset="46658.31">6553 4770 700 0,'0'0'306'0,"0"0"-259"16,0 0-33-16,0 0 34 16,42-81 23-16,-1 80-23 0,7 1-4 15,2 12-5-15,-5 16-8 16,-8 9-14-16,-12 3-6 15,-15 4-3-15,-10-1 5 16,-2 1 12-16,-26-1-14 16,-14 4 5-16,-10-2 11 15,-6-4-3-15,1-11-10 16,10-14-11-16,15-12 9 16,12-4 12-16,14-2 8 15,6-15-5-15,0-2-11 16,25-4-16-16,17 2 0 15,11 3 5-15,7 6-2 16,3 5-3-16,3 2-2 0,-1 4 2 16,-5 1-1-16,-8 0 0 15,-10 0-58-15,-12 0-55 16,-8 0-36-16,-10 0-101 16,-9 0-220-16</inkml:trace>
  <inkml:trace contextRef="#ctx0" brushRef="#br0" timeOffset="47007.72">6976 4396 1025 0,'0'0'97'0,"0"0"-97"16,0 0-9-1,0 0 9-15,0 0 34 0,95-38-26 16,-83 49-8-16,-6 11 2 16,-5 4-2-16,-1 4 8 15,-5 1-2-15,-17 2 4 16,-3-8 12-16,3-5 9 16,6-9 0-16,8-8 1 15,6-3 30-15,2 0 41 16,0 0-38-16,13-3-51 15,12-6-8-15,7 5-6 16,7 4 0-16,4 0-7 0,4 18-83 16,1 12-51-16,-3 3-90 15,-7 4-277-15</inkml:trace>
  <inkml:trace contextRef="#ctx0" brushRef="#br0" timeOffset="47145.2">7364 4988 1167 0,'0'0'28'0,"0"0"-28"15,0 0-64-15,0 0 45 16,0 0-212-16,84-80-218 16</inkml:trace>
  <inkml:trace contextRef="#ctx0" brushRef="#br0" timeOffset="47592.9">7738 4618 1119 0,'0'0'166'0,"0"0"-158"15,0 0 61-15,0 0 38 16,0 0-66-16,0 0-30 16,80-70-6-16,-47 70 5 0,0 19-1 15,-4 10-6-15,-11 5-3 16,-13 5-3-16,-5 5 3 16,-11 6 3-16,-27 1-3 15,-11-1 0-15,-9-7 3 16,5-8 3-16,8-13-4 15,16-11-2-15,16-9 7 16,10-2 5-16,3 0 23 16,1-9-5-16,21-8-27 15,8-1-2-15,11 3 8 16,2 4-2-16,5 5-5 16,-1 6-2-16,-2 0-2 15,0 0 2-15,-4 14-50 16,-5 4-39-16,-4 2-51 0,-5-1-66 15,-7-3-199-15,-5-5-368 16</inkml:trace>
  <inkml:trace contextRef="#ctx0" brushRef="#br0" timeOffset="48043.49">8195 4696 258 0,'0'0'952'0,"0"0"-920"15,25-105-24-15,1 79 54 16,3 8 2-16,1 5-23 0,-1 9-25 16,-6 4-1-1,-4 0 3-15,-11 19-18 0,-6 10-2 16,-2 5 2-16,-7 6 17 16,-18-2-2-16,-3-1-7 15,-1-9-3-15,9-8-3 16,8-11 3-16,10-6-5 15,2-3 0-15,0 0-14 16,19 0 9-16,10 0 5 16,3-4 2-16,-1 2-1 15,0 2-1-15,-5 0-1 16,-3 15 0-16,-4 5-3 16,-9 5 0-16,-5 0 4 0,-5 3 10 15,0-4 15 1,-19-3 7-16,-7-5 16 0,-9-1 20 15,-11 0-7-15,-4-3-25 16,-2-3-22-16,4-2-9 16,11-5-3-16,7 3-2 15,10-2-11-15,8 0-33 16,6 2-51-16,3 5-82 16,2 4-100-16,-2-1-115 15,-6 3-167-15</inkml:trace>
  <inkml:trace contextRef="#ctx0" brushRef="#br0" timeOffset="48324.55">6702 5481 1257 0,'0'0'178'16,"0"0"-164"-16,0 0 1 16,0 0 16-16,96-21 0 15,8 16 18-15,34-3 4 16,24-4-25-16,17-5-9 16,5-2-13-16,-7 1-6 15,-23 2-4-15,-27 7-28 0,-27 5-71 16,-28 4-122-1,-28 0-173-15</inkml:trace>
  <inkml:trace contextRef="#ctx0" brushRef="#br0" timeOffset="49690.48">2524 6171 1207 0,'0'0'219'16,"0"0"-218"-16,0 0 1 0,-85 133-2 16,78-56 3-16,7 0 17 15,9-6-16-15,19-13 2 16,9-13-6-16,6-13 0 15,1-14 0-15,-6-12 10 16,-4-6-7-16,-9-2 10 16,-7-20-4-16,-5-6 8 15,-8-7-5-15,-5-6-3 16,0-5 3-16,-18-3-10 16,-5-2-1-16,-3 3 0 15,3 9 0-15,3 15-2 16,4 12-1-16,2 10-8 15,2 2 1-15,4 0 5 16,4 0-1-16,4 0-17 0,0-2-48 16,9-11 2-1,11-6-11-15,5-6 64 0,1-3 15 16,-9 4 4 0,-7 6 18-16,-10 6 45 0,0 7 26 15,0 4-1-15,0 1-13 16,0 0-24-16,0 0-36 15,-4 3-19-15,-2 28-2 16,-4 23 2-16,-1 19 17 16,-1 8-3-16,-1 2-2 15,-4-2-6-15,-3 0 1 16,0-2-6-16,0-5-2 0,5-8-1 16,4-12-88-1,8-10-79-15,3-15-91 0,2-15-263 16</inkml:trace>
  <inkml:trace contextRef="#ctx0" brushRef="#br0" timeOffset="50007.51">3074 6080 1412 0,'0'0'56'0,"0"0"-53"0,0 0 10 15,0 0 74-15,0 0-65 16,0 0-22-16,-28 62 0 16,17 5 28-16,1 18 9 15,3 5-30-15,-2-1-2 16,5-4 3-16,3-6-5 15,1-8-2-15,0-5-1 16,5-14-38-16,14-11-61 16,2-11-103-16,3-14-119 15,-1-12-271-15</inkml:trace>
  <inkml:trace contextRef="#ctx0" brushRef="#br0" timeOffset="50392.03">3225 6447 1232 0,'0'0'204'0,"0"0"-204"15,0 0 14-15,0 0-14 16,90-22 29-16,-50 39-12 16,-1 6-2-16,-10 5-14 15,-7 0-1-15,-8 2 0 16,-9-4 4-16,-4-2-4 15,-1-10 4-15,0-3 4 16,0-8 1-16,0-3-5 16,0 0 9-16,-5-6 0 15,0-15-12-15,-1-13-1 0,2-5-20 16,4-9 11-16,0 3 9 16,14 3-2-16,6 13 2 15,5 10 5-15,-2 13-2 16,0 6-1-16,5 11-2 15,-2 15 1-15,1 5 1 16,-5 6-2-16,-6 3 0 16,-2 0-2-16,-6 2-22 15,-1-2-110-15,-4-6-122 16,-3-7-339-16</inkml:trace>
  <inkml:trace contextRef="#ctx0" brushRef="#br0" timeOffset="50635.13">3890 6108 1273 0,'0'0'1'16,"0"0"17"-16,116 0 1 15,-70 30 42-15,-4 12-10 16,-10 11-22-16,-10 8-5 15,-14 2-12-15,-8 3-9 16,0-1 7-16,-18-5-10 16,-6-4-1-16,-1-8-85 0,0-9-104 15,3-12-135-15,5-17-228 16</inkml:trace>
  <inkml:trace contextRef="#ctx0" brushRef="#br0" timeOffset="50804.7">4435 6333 1471 0,'0'0'0'0,"0"0"-55"0,99-13 54 16,-54 13 1-16,-2 0-122 15,-4 0-202-15,-16 4-330 16</inkml:trace>
  <inkml:trace contextRef="#ctx0" brushRef="#br0" timeOffset="50956.43">4465 6580 1328 0,'0'0'132'16,"0"0"-132"-16,0 0-19 15,0 0 19-15,0 0 0 16,136 4-43-16,-63-5-144 15,1-15-218-15</inkml:trace>
  <inkml:trace contextRef="#ctx0" brushRef="#br0" timeOffset="51592.23">5500 6217 1090 0,'0'0'294'16,"0"0"-291"-16,0 0 8 15,12-95 60-15,-5 70 7 16,-1 1-37-16,-4 1-23 16,-2 1 17-16,0 2-4 15,-8 4-26-15,-8 5-2 16,-5 9-3-16,-1 2-4 16,-3 16 4-16,2 15 1 15,4 7-1-15,8 0-4 16,11-2 3-16,0-7 0 15,16-4-4-15,9-11-9 0,3-7 3 16,-1-7-3 0,-3 0 2-16,-6-5 3 0,-6-11 4 15,-3-4 5-15,-8-3 1 16,-1-2 0-16,0 3 1 16,0 4 2-16,0 7 8 15,-1 5-3-15,-2 6 7 16,3 0-16-16,0 9-12 15,0 21 0-15,0 15 12 16,3 10 4-16,3 4 0 16,1 0 5-16,-4-9 9 15,-3-1 2-15,0-8-8 16,-3-5 2-16,-17-5 1 16,-9-4-5-16,-1-5-8 0,-1-6 1 15,2-4-3-15,7-5-2 16,7-5-69-16,8-2-85 15,7-12-92-15,0-19-308 16</inkml:trace>
  <inkml:trace contextRef="#ctx0" brushRef="#br0" timeOffset="51908.55">5687 6267 287 0,'0'0'1103'16,"0"0"-1088"-16,0 0-13 15,113-29 56-15,-74 29 4 16,-3 9-39-16,-8 12-14 0,-10 5-9 16,-12 2-5-1,-6 4 5-15,-14 1 2 0,-18 0 4 16,-4-2 3-16,-2-9 9 16,9-6 2-16,9-9-1 15,13-7 20-15,7 0 15 16,0-8-10-16,18-13-43 15,16-3 2-15,8 1 1 16,4 8-4-16,-1 8 0 16,1 7 0-16,-4 0-8 15,-3 1-64-15,3 14-17 16,-3 2-71-16,-1-4-112 16,-5-2-342-16</inkml:trace>
  <inkml:trace contextRef="#ctx0" brushRef="#br0" timeOffset="52191.66">6422 5829 1335 0,'0'0'160'0,"0"0"-140"16,0 0 14-16,0 0 84 15,0 0-80-15,0 0-37 16,-73 74 24-16,68 15 6 16,5 16-15-16,0 9 7 0,0 4-6 15,0-2-3-15,5-6-7 16,12-10-6-16,5-11-1 16,8-14-19-16,3-15-37 15,3-15-83-15,-3-15-62 16,-1-14-154-16,-6-16-338 15</inkml:trace>
  <inkml:trace contextRef="#ctx0" brushRef="#br0" timeOffset="52403.58">6756 5995 1333 0,'0'0'91'0,"0"0"-91"16,0 0 0-16,16 85 30 16,0-29 0-16,-3 5-18 15,-2 4-9-15,-2-3-3 16,-7-3-70-16,-2-8-161 16,0-11-221-16</inkml:trace>
  <inkml:trace contextRef="#ctx0" brushRef="#br0" timeOffset="52561.71">6895 6348 1206 0,'0'0'297'0,"0"0"-294"0,0 0 4 16,88-28 18-16,-38 20-6 16,7 0-19-16,5 2-19 15,2 0-126-15,-5-4-176 16,-7-4-394-16</inkml:trace>
  <inkml:trace contextRef="#ctx0" brushRef="#br0" timeOffset="52763.34">7478 6000 1419 0,'0'0'37'16,"0"0"-37"-16,0 0 0 15,0 0 10-15,23 89 28 16,-4-40-27-16,-2 2-11 16,-1 2-1-16,1-4-57 15,-5-6-130-15,-6-7-179 16,-6-8-228-16</inkml:trace>
  <inkml:trace contextRef="#ctx0" brushRef="#br0" timeOffset="52953.17">7272 6501 1510 0,'0'0'20'0,"0"0"-20"16,0 0 0-16,0 0 5 16,102 20 14-16,-38-18-19 15,3-2-5-15,-4 0-53 16,-6 0-35-16,-12 0-74 15,-11 0-252-15</inkml:trace>
  <inkml:trace contextRef="#ctx0" brushRef="#br0" timeOffset="53289.7">7513 6686 1445 0,'0'0'72'0,"0"0"-63"15,0 0 11-15,89-10 55 16,-53 17-41-16,-5 13-21 16,-10 2-13-16,-11 5-9 15,-10-1 9-15,-7 2 1 16,-23 3 8-16,-8-3 0 16,-4-1 0-16,0-6-8 15,6-2 1-15,7-8 6 16,12-5-7-16,13-2 6 15,4-4 24-15,0 0-11 16,23-4-15-16,12-8 7 0,12 1-10 16,1 0-2-16,3 5 0 15,-3-1 0-15,4 3-7 16,-2 3-42-16,-3-1-46 16,-6 0-105-16,-9-2-280 15</inkml:trace>
  <inkml:trace contextRef="#ctx0" brushRef="#br0" timeOffset="53589.36">7881 5872 1305 0,'0'0'161'0,"0"0"-161"15,0 0 0-15,0 0 16 16,130 40 38-16,-75 19-25 16,-3 14-9-16,-14 13 9 15,-14 1 1-15,-17 5 3 16,-7-3-8-16,-10-7-20 16,-19-1-1-16,-8-6 0 15,-1-10-4-15,3-12-47 16,3-12-57-16,9-16-91 15,6-15-164-15,3-10-363 16</inkml:trace>
  <inkml:trace contextRef="#ctx0" brushRef="#br0" timeOffset="53907.34">8319 5966 1084 0,'0'0'173'0,"0"0"-164"16,0 0 18 0,0 0 102-16,0 0-33 0,0 0-68 15,-18 32-22-15,6 34 27 16,-2 18 36-16,8 6-41 15,4 2-6-15,2-10 9 16,0-8-17-16,15-9-8 16,5-8-5-16,0-4-1 15,4-11-33-15,-3-8-56 16,0-11-58-16,0-13-121 16,-4-10-291-16</inkml:trace>
  <inkml:trace contextRef="#ctx0" brushRef="#br0" timeOffset="54131.37">8671 5995 1399 0,'0'0'155'0,"0"0"-155"16,0 0 0-16,21 109 25 15,-10-46 24-15,1 3-39 16,-4-3-8-16,4-11-2 16,-2-9-66-16,0-7-125 15,-1-12-161-15,-1-16-279 16</inkml:trace>
  <inkml:trace contextRef="#ctx0" brushRef="#br0" timeOffset="54272.11">8920 6292 581 0,'0'0'769'16,"0"0"-753"-16,0 0-7 16,113-54 30-16,-63 40 10 15,4 1-49-15,1 6-54 16,-4-2-114-16,-4-2-285 16</inkml:trace>
  <inkml:trace contextRef="#ctx0" brushRef="#br0" timeOffset="54467.1">9521 5884 1288 0,'0'0'156'0,"0"0"-156"16,0 0 0-16,0 0 33 15,14 116-3-15,0-70-21 16,0-1-4-16,-3 0-5 15,-2 0-72-15,-9 0-158 16,0-7-260-16</inkml:trace>
  <inkml:trace contextRef="#ctx0" brushRef="#br0" timeOffset="54646.11">9344 6486 1480 0,'0'0'35'0,"0"0"-7"16,100-21-28-16,-41 14 53 16,4 1-47-16,-3 1-6 15,-6 1-10-15,-12 3-80 16,-12 1-138-16,-14 0-236 16</inkml:trace>
  <inkml:trace contextRef="#ctx0" brushRef="#br0" timeOffset="55006.03">9455 6610 112 0,'0'0'1367'0,"0"0"-1367"16,90 15 0-16,-42-1 46 15,-5 5 23-15,-6 3-36 16,-13-1-4-16,-13 1-15 15,-11-1-14-15,-8 1 2 16,-31 2 10-16,-16 1 2 16,-10 1-11-16,3-3 0 15,7-4 0-15,17-5 0 16,16-6-1-16,13-5 0 0,9-2 12 16,0 0-6-1,22-1-7-15,18 0 16 0,16 0 2 16,3 0-9-16,7 0-7 15,-3-4-3-15,-2-4 0 16,-5 2-7-16,-7-4-53 16,-11 2-64-16,-6-2-105 15,-11-4-199-15,-9 1-349 16</inkml:trace>
  <inkml:trace contextRef="#ctx0" brushRef="#br0" timeOffset="55405.96">9927 6621 1176 0,'0'0'136'0,"0"0"-104"0,0 0 54 16,88-63 8-16,-52 56-42 15,-6 7-32-15,-5 0-7 16,-9 0-13-16,-7 13-1 16,-7 7-3-16,-2 3 4 15,-2 2 11-15,-17-1 17 16,0-1-9-16,3-7-7 15,5-5-7-15,6-3-3 16,5-7-2-16,0 0 0 16,6-1 0-16,15 0 3 15,7 0 4-15,4 0-5 16,1 0 2-16,2 0-4 0,-3 0 0 16,-5 0 1-16,-7 3 1 15,-5 8 22-15,-5 3 17 16,-7-1-11-16,-3 2 3 15,0 2-9-15,-7 0 3 16,-17 0-10-16,-11 1-12 16,-6-1-2-16,-4-2-3 15,3-2-39-15,4-6-43 16,4-7-139-16,9 0-332 16</inkml:trace>
  <inkml:trace contextRef="#ctx0" brushRef="#br0" timeOffset="55689.64">10278 5589 1341 0,'0'0'42'16,"0"0"-16"-16,0 0-24 15,132 75 89-15,-80-5-12 16,0 17-23-16,-7 8-1 16,-16 4-1-16,-18 4-12 15,-11-4-18-15,-17-1-2 16,-25-6-7-16,-14-10-1 0,-12-4-14 16,-5-7 0-1,-2-6-32-15,-2-9-96 0,-6-13-234 16,-13-13-680-16</inkml:trace>
  <inkml:trace contextRef="#ctx0" brushRef="#br0" timeOffset="57465.5">4703 8385 1194 0,'0'0'262'0,"0"0"-242"16,0 0-16-16,0 0-4 15,0 0 9-15,93-22 6 16,-38 20-15-16,4 1-47 15,-4 1-118-15,-12 0-146 16,-18 0-315-16</inkml:trace>
  <inkml:trace contextRef="#ctx0" brushRef="#br0" timeOffset="57610.68">4719 8527 16 0,'0'0'1366'0,"0"0"-1366"15,0 0-230-15,141 0 223 16,-61 0 6-16,17 0-231 16,5-11-257-16</inkml:trace>
  <inkml:trace contextRef="#ctx0" brushRef="#br0" timeOffset="58124.74">5742 8122 1101 0,'0'0'253'0,"0"0"-253"16,0 0 0-16,0 0 43 16,-41-85 28-16,31 75-5 15,-2 8-24-15,-3 2-6 16,-4 0-15-16,-2 19-13 15,-3 15-4-15,4 6 0 16,7 2 5-16,6 2-9 16,7-10 0-16,0-7-5 15,17-10-15-15,5-10-19 16,1-7 10-16,0 0-5 0,-1-15 4 16,-5-8 13-16,-4-8 1 15,-3-3 16-15,-4-1 6 16,-3 1-1-16,-3 4-1 15,0 7 6-15,0 10 10 16,0 8-6-16,0 5-10 16,1 3-4-16,5 21-24 15,2 15 24-15,3 11 29 16,2 2-20-16,-4 3-1 16,-1-2 2-16,-4-6 7 15,-4 0 6-15,0-8 1 16,-10-3-6-16,-10-6-2 0,-3-4-4 15,-3-3-6 1,0-7-6-16,3-3-28 16,2-4-70-16,6-6-107 0,5-3-91 15,8-13-242-15</inkml:trace>
  <inkml:trace contextRef="#ctx0" brushRef="#br0" timeOffset="58472.11">5923 8125 1395 0,'0'0'135'0,"0"0"-127"15,0 0-1-15,104-24 58 16,-58 32-24-16,2 15-31 16,-9 8-10-16,-7 2 0 0,-13 3-3 15,-12 4-1-15,-7-3 0 16,-16 1 1-16,-20-4 3 15,-12-2 10-15,-1-7-1 16,0-7 1-16,11-8-7 16,12-7 7-16,15-3 21 15,11 0 13-15,0 0-23 16,13-8-19-16,17-6 0 16,10-1 10-16,5 5-9 15,3 2-1-15,-2 7-2 16,2 1-4-16,4 0-29 15,7 0-90-15,-1 0-110 16,0 0-233-16</inkml:trace>
  <inkml:trace contextRef="#ctx0" brushRef="#br0" timeOffset="58596.79">6667 8392 422 0,'0'0'830'0,"0"0"-830"15,0 0-47-15,0 0 35 16,0 0-165-16,0 0-328 16</inkml:trace>
  <inkml:trace contextRef="#ctx0" brushRef="#br0" timeOffset="58816.4">6983 7930 1386 0,'0'0'49'16,"0"0"-46"-16,0 0 6 15,-5 77 46-15,15-20 3 16,7 1-43-16,0 0-8 16,-2-6-6-16,-2-2-1 15,-6 1-53-15,-6-1-111 16,-1-4-162-16,-10-6-231 15</inkml:trace>
  <inkml:trace contextRef="#ctx0" brushRef="#br0" timeOffset="59013.53">6809 8507 1334 0,'0'0'153'0,"0"0"-153"15,0 0 0-15,135-22 58 16,-74 22-11-16,1 0-42 16,-6 2-5-16,-5 7-40 15,-8 2-86-15,-9-2-143 0,-13-1-275 16</inkml:trace>
  <inkml:trace contextRef="#ctx0" brushRef="#br0" timeOffset="59371.98">6993 8781 1374 0,'0'0'126'0,"0"0"-126"15,0 0 0-15,0 0 49 16,99 45-13-16,-72-12-30 15,-11 5-6-15,-11 3 0 16,-5 1 1-16,-18 6-1 0,-22 0 19 16,-12-2-12-1,-3-6 16-15,6-11-9 0,16-11 0 16,14-11 4-16,16-6 14 16,3-1 14-16,17-5-36 15,20-14-8-15,11-3 7 16,7 2-5-16,0 5-4 15,0 5-7-15,1 2-19 16,-1 8-42-16,0 0-35 16,-3 0-50-16,-5 0-86 15,-7 2-244-15</inkml:trace>
  <inkml:trace contextRef="#ctx0" brushRef="#br0" timeOffset="59643.14">7742 8488 1515 0,'0'0'0'16,"0"0"-17"-16,0 0-8 0,0 0 21 15,0 0-74-15,0 0-139 16,50 15-313-16</inkml:trace>
  <inkml:trace contextRef="#ctx0" brushRef="#br0" timeOffset="60171.85">8020 8204 1161 0,'0'0'168'0,"0"0"-156"0,0 0 34 16,0 0 18-1,0 0-10-15,110-68-12 0,-58 68-13 16,-2 13 6-16,-8 13-27 16,-14 4-8-1,-13 5-6-15,-15 3 2 0,0 2 3 16,-26 3 2-16,-19 1 12 16,-13-2-5-16,-4-6-6 15,7-7 2-15,12-11-1 16,16-7 0-16,17-10 3 15,9-1-1-15,1 0 11 16,16 0-15-16,20-6 6 16,10-6-1-16,12-2-6 15,3 3-3-15,4-3-58 16,-1 1-41-16,-2-3-49 16,-7-2-190-16,-9-3-250 0</inkml:trace>
  <inkml:trace contextRef="#ctx0" brushRef="#br0" timeOffset="60489.26">8619 8115 1291 0,'0'0'166'16,"0"0"-159"-16,0 0 24 16,0 0 20-16,0 0-5 15,113-20-28-15,-87 42-4 16,-7 2-14-16,-9 1-1 15,-10 5 1-15,0 0 0 16,-22 2 0-16,-17-1 10 0,-9 0 3 16,-2-4-9-16,7-9 3 15,12-7-5-15,18-6 16 16,12-5 23-16,1 0-2 16,11 0-34-16,23-9 0 15,14-2 7-15,12-3-8 16,7 3-4-16,5 1-1 15,2-1-7-15,-2 5-30 16,-4 4-18-16,-9 2-51 16,-14 0-133-16,-17 0-203 15</inkml:trace>
  <inkml:trace contextRef="#ctx0" brushRef="#br0" timeOffset="60714.08">8299 8644 1452 0,'0'0'0'0,"89"0"24"16,-11 0-24-16,16-1 77 15,11-6-53-15,4 2-16 0,-11 2-8 16,-16 0-26-1,-23 3-137-15,-28 0-140 16,-20 1-296-16</inkml:trace>
  <inkml:trace contextRef="#ctx0" brushRef="#br0" timeOffset="61071.15">8506 8904 1301 0,'0'0'171'16,"0"0"-165"-16,0 0-6 16,90-4 52-16,-58 25-16 15,-3 5-26-15,-11 7-7 16,-13 2-3-16,-5 2 3 0,-25 2-2 16,-15-1 9-16,-12-5-7 15,-2-3 2-15,1-5-1 16,6-4 4-16,12-5-6 15,13-7 0-15,14-6 12 16,8-3 51-16,3 0-40 16,27 0-23-16,12-9 17 15,12-2-10-15,2 5-3 16,0 4-5-16,0 2-1 16,-4 0-16-16,-1 0-37 15,-5 2-48-15,-4 1-40 16,-5-3-122-16,-9 0-285 15</inkml:trace>
  <inkml:trace contextRef="#ctx0" brushRef="#br0" timeOffset="61521.66">8936 8938 1178 0,'0'0'241'0,"0"0"-234"16,0 0 11-16,43-89 38 15,-11 82-16-15,3 7-32 16,-2 0-7-16,-4 16 3 16,-13 8-4-16,-7 5 4 15,-9 1-3-15,0-2 1 16,-15 2 16-16,-10-1-5 0,-6-1-4 16,2-3-6-16,6-8 0 15,7-5-2-15,10-7-2 16,6-3-4-16,0-2-12 15,6 0-18-15,20-15-3 16,7-3 18-16,3 1 7 16,2 5-26-16,-5 5 7 15,-3 5 20-15,-3 2 12 16,-6 0 7-16,-4 17 26 16,-7 2 12-16,-8 3 2 15,-2 1-1-15,-2 1 18 16,-22-1-10-16,-3-4 2 15,-9-2-19-15,-1-2-9 16,2-4-16-16,2-2-5 16,6-1-7-16,2-3-9 15,3 1-32-15,5 2-88 0,1-2-151 16,1 1-244-16</inkml:trace>
  <inkml:trace contextRef="#ctx0" brushRef="#br0" timeOffset="62040.3">9310 8854 1298 0,'0'0'196'15,"0"0"-172"-15,0 0 25 16,0 0 65-16,-132 31-23 15,52 22-45-15,-14 13-20 16,-9 6-6-16,-4 2-10 16,-2-1-5-16,-2 0-5 15,4-7-15-15,7-6-35 0,7-14-60 16,3-13-162 0,1-18-262-16</inkml:trace>
  <inkml:trace contextRef="#ctx0" brushRef="#br0" timeOffset="62487.57">6281 7957 320 0,'0'0'639'0,"0"0"-639"16,0 0-17-16,0 0 17 16,0 0 102-16,0 0 57 15,38-18-78-15,-67 43 8 16,-16 15 6-16,-16 11-20 16,-21 9-39-16,-18 9-20 15,-12 5-7-15,-9 4-8 0,6-6-2 16,13-11-2-16,18-18-29 15,24-17-78-15,20-14-94 16,20-12-49-16,13-12-223 16</inkml:trace>
  <inkml:trace contextRef="#ctx0" brushRef="#br0" timeOffset="62970.99">5816 7301 1248 0,'0'0'7'0,"0"0"-7"15,0 0-18-15,0 0 18 16,0 0 15-16,0 0-14 15,8 21 9-15,-8 7 29 16,0 4 16-16,0 0-26 16,0-1-17-16,0-2-10 15,2-5 3-15,6-6-4 16,4-2 0-16,7-7-1 16,4-8 1-16,9-1 3 0,4 0 2 15,5-13-1 1,-4-5 1-16,-8-1-5 0,-9 1 3 15,-8 2-2-15,-7 1 10 16,-5 0-1-16,0-2 9 16,0 5 6-16,0 4 7 15,-5 4 7-15,-1 4-25 16,0 11-15-16,2 27 0 16,-2 21 0-16,6 19 1 15,0 14-1-15,4 7-7 16,16 5-68-16,4 5-98 15,0-1-78-15,0-7-113 16,-4-8-318-16</inkml:trace>
  <inkml:trace contextRef="#ctx0" brushRef="#br0" timeOffset="63368.52">7144 8668 1406 0,'0'0'134'16,"0"0"-130"-16,-94 9 8 15,49 31 48-15,-12 16 5 16,-10 15-30-16,-3 9-26 0,-5 6-3 15,1 0-6-15,4-6-28 16,7-6-89-16,9-17-123 16,5-20-156-16,6-24-309 15</inkml:trace>
  <inkml:trace contextRef="#ctx0" brushRef="#br0" timeOffset="63725.2">6422 7318 1266 0,'0'0'209'0,"0"0"-209"16,0 0 5-16,-74 87-5 16,34-28 34-16,-7 4-3 15,-7 5-12-15,-6-4-10 16,-8 6-9-16,-7-4-11 15,-1-4-117-15,3-8-98 0,2-17-112 16,0-16-147-16</inkml:trace>
  <inkml:trace contextRef="#ctx0" brushRef="#br0" timeOffset="64090.51">5157 7358 1204 0,'0'0'0'0,"0"0"-7"16,0 0-8-1,151-66 15-15,-86 61 60 0,-8 5-13 16,-17 0-29-16,-17 13-18 15,-14 8 0-15,-9 6 3 16,-12 9 40-16,-30 7 10 16,-13 4 1-16,-12 2-10 15,4-7-25-15,14-14-6 16,19-11 3-16,22-13 1 16,8-4 8-16,28 0-25 15,34-4 1-15,26-7-7 16,25-1-41-16,12 3-46 0,12 4-56 15,7 5-112 1,-6 0-212-16</inkml:trace>
  <inkml:trace contextRef="#ctx0" brushRef="#br0" timeOffset="64653.61">5067 10496 1196 0,'0'0'258'16,"0"0"-258"-16,0 0-57 16,0 0 57-16,90-5 10 15,-38 5-1-15,7 0-9 16,4 0-40-16,-8 0-176 0,-18 0-340 16</inkml:trace>
  <inkml:trace contextRef="#ctx0" brushRef="#br0" timeOffset="64803.1">4990 10766 1326 0,'0'0'223'0,"0"0"-223"16,0 0-365-16,115 0 348 16,-29 0 17-16,16 0-106 15,11-12-247-15,3-9-180 16</inkml:trace>
  <inkml:trace contextRef="#ctx0" brushRef="#br0" timeOffset="65372.95">6021 10273 1449 0,'0'0'0'0,"0"0"-1"15,0 0 1-15,0 0 1 16,0 0 11-16,0 0 16 16,-11 118-4-16,6-68-18 15,-10-4-1-15,-7-5-3 0,-6-4 0 16,1-6 5 0,4-11-7-16,4-6 0 0,7-9 0 15,9-5 0-15,3 0 0 16,0-2 0-16,0-12-44 15,2 1-1-15,11 5 30 16,6 7 14-16,2 1-4 16,8 0 5-16,4 16 1 15,2 4 8-15,6 1-8 16,-1-3-1-16,-5-3-1 16,0-6 1-16,-12-3 0 15,-6-6-1-15,-9 0-2 16,-6 0 3-16,0-6 4 15,-1-14 6-15,1-6-8 0,-1-9 0 16,2-3 1-16,-2-1-1 16,1 4 6-16,-1 7 4 15,-1 11 14-15,0 9 5 16,0 8 11-16,0 0-32 16,0 22-10-16,0 10 0 15,0 17 36-15,0 10-13 16,0 4-19-16,0 3-1 15,-1 0-3-15,-5 0-8 16,2-8-58-16,4-5-59 16,0-12-77-16,0-13-124 15,14-17-128-15</inkml:trace>
  <inkml:trace contextRef="#ctx0" brushRef="#br0" timeOffset="65872.45">6515 10383 417 0,'0'0'981'0,"0"0"-950"16,0 0-31-16,0 0-5 15,0 0 5-15,0 0 46 16,20 107-18-16,-19-62-23 0,-1-4-1 15,0-5-4-15,-4-7 0 16,-10-7 0-16,1-9 0 16,5-5 6-16,2-7-4 15,5-1-2-15,1 0-1 16,0 0-3-16,3 0 0 16,11-4-13-16,8 2 7 15,2 2 10-15,7 0 1 16,-1 0 0-16,-1 0 0 15,0 0 1-15,-6-3 1 16,-6-5-2-16,-7-1 3 16,-5-6 2-16,-2-5-1 15,-3-3-3-15,0-1 1 0,0 3-3 16,-8 4 3 0,0 6 5-16,1 8 4 0,4 3 18 15,0 1-30-15,-3 29-12 16,0 20 12-16,-2 16 10 15,1 8-8-15,5-2-2 16,2-3-33-16,0-8-97 16,9-11-111-16,4-12-212 15</inkml:trace>
  <inkml:trace contextRef="#ctx0" brushRef="#br0" timeOffset="66337.1">6480 9890 1205 0,'-92'-55'90'0,"-3"21"-80"15,-1 15-3-15,-2 17 44 16,-4 2 47-16,5 35-44 15,7 34-27-15,9 29-4 16,19 34 6-16,17 27-4 16,19 20-19-16,22 11 13 15,8-4 8-15,39-13-10 16,25-25-9-16,28-32-7 16,22-31-1-16,16-32-1 15,13-26-14-15,5-27-21 0,-3-8-26 16,-5-38-25-16,-10-27-28 15,-16-21 27-15,-19-19 43 16,-20-8 45-16,-29-3 19 16,-25-3 18-16,-25-7-15 15,-14-8-11-15,-39-5 6 16,-27 0 8-16,-20 6-11 16,-17 21 17-16,-7 24-31 15,0 37-4-15,2 40 2 16,0 28-5-16,-2 55-48 0,-1 32-130 15,-1 16-305 1</inkml:trace>
  <inkml:trace contextRef="#ctx0" brushRef="#br0" timeOffset="73403.61">3019 12117 1140 0,'0'0'49'16,"0"0"-39"-16,0 0-5 15,0 0-5-15,0 0 0 16,-20 140 1-16,20-36 15 15,0 10-1-15,3 6-13 16,10-9 2-16,4-15-2 16,7-8-1-16,6-17-1 15,3-14 0-15,6-14-5 16,1-9-82-16,-2-15-137 16,3-15-164-16</inkml:trace>
  <inkml:trace contextRef="#ctx0" brushRef="#br0" timeOffset="73650.28">3372 12243 1202 0,'0'0'30'16,"0"0"-24"-16,0 0-6 15,2 138 1-15,12-68 7 16,7 0-5-16,-1-7-2 16,-2 2-1-16,0-8 1 15,1-1 1-15,-2-8-4 0,-1-9-119 16,0-8-107-16,-2-18-129 16</inkml:trace>
  <inkml:trace contextRef="#ctx0" brushRef="#br0" timeOffset="74186.62">3758 12368 971 0,'0'0'80'16,"0"0"-50"-16,0 0 75 0,0 0-18 15,0 0-41-15,0 0-46 16,-75-31-2-16,70 55 2 16,2 5-1-16,3 2-1 15,0-4-1-15,0-3 1 16,11-4 2-16,2-7-5 16,4-4 4-16,-2-4-2 15,0-5-6-15,-1 0 2 16,-4-4 6-16,-2-9 1 15,-3-8-1-15,-5-1-6 16,0-3 7-16,0 3 4 16,0 4-3-16,-5 9 7 15,2 5-5-15,1 4 5 16,2 0-8-16,0 0-8 0,0 16-8 16,9 15 12-16,7 12 4 15,4 7 2-15,0 0-1 16,-1-2 3-16,-3-5 1 15,-6-3-4-15,-3-10 2 16,-7-6 1-16,0-4 32 16,-5-7 6-16,-15 0 12 15,-5 2-21-15,-3-10-22 16,-2 0-11-16,2-2 0 16,7-3-18-16,6 0-166 15,12-11-216-15,3-8-442 16</inkml:trace>
  <inkml:trace contextRef="#ctx0" brushRef="#br0" timeOffset="74367.64">4114 12762 1112 0,'0'0'48'16,"0"0"-47"-16,-35 92 5 15,30-63 0-15,5-5-6 16,0-3 0-16,0-2-1 16,7-5-83-16,11-8-203 15,3-6-366-15</inkml:trace>
  <inkml:trace contextRef="#ctx0" brushRef="#br0" timeOffset="74919.46">4502 12528 1128 0,'0'0'100'16,"0"0"-76"-16,0 0 56 16,0 0 53-16,0 0-59 15,0 0-38-15,-71-74-7 16,67 74-20-16,1 14-9 0,-4 20-6 15,4 6 6 1,3 6 0-16,0-12-2 0,1-4 1 16,12-10-4-16,4-10-2 15,3-6 7-15,2-4 1 16,2 0-1-16,-4-9-9 16,-6-6 1-16,-2-5-15 15,-7 0 19-15,-3 1 3 16,-2-2 0-16,0 1 1 15,0-1-2-15,-4 1 0 16,3 11 2-16,-2 2 2 16,1 4-2-16,0 3-6 15,0 0 1-15,1 6-14 16,1 14 12-16,0 10 7 0,0 0 0 16,0-3 0-16,0 0 5 15,0 0-3-15,-4 0-1 16,-2 3 7-16,-2 0 0 15,1-2 3-15,-3-3-1 16,0 2-5-16,-2-7-1 16,-1 4-4-16,-1-4 1 15,2 0-2-15,1 0 0 16,0-4-68-16,7-2-106 16,2-7-64-16,2-7-138 15</inkml:trace>
  <inkml:trace contextRef="#ctx0" brushRef="#br0" timeOffset="75285.12">4663 12502 1172 0,'0'0'106'0,"0"0"-101"16,0 0-5-16,0 0 5 15,108 36 12-15,-78-12-5 16,-3 6-9-16,-9-3-2 16,-8 3-1-16,-10-2 0 15,0 1 5-15,-10-3 7 0,-14-2 3 16,-4-2 2 0,2-7-11-16,2-6-3 0,9-5 3 15,7-4 8-15,5 0 26 16,3 0 42-16,0-9-37 15,1-4-33-15,18-1-9 16,6 0 0-16,6 1-3 16,4 5 0-16,9-1-3 15,2 6 3-15,5-1-5 16,2 4-101-16,1-4-57 16,-4-2-124-16,-10-1-371 15</inkml:trace>
  <inkml:trace contextRef="#ctx0" brushRef="#br0" timeOffset="75539.46">5105 12327 1080 0,'0'0'215'0,"0"0"-215"15,0 0-1-15,0 0 1 16,0 0 6-16,0 0 13 15,118 132 6-15,-88-76 5 16,-10 4 11-16,-12 1-2 16,-8 2-16-16,0 0-11 0,-15-3-6 15,-8-2 1-15,-2-7-7 16,2-12-1-16,7-9-98 16,6-14-94-16,8-14-237 15</inkml:trace>
  <inkml:trace contextRef="#ctx0" brushRef="#br0" timeOffset="75722.24">5555 12595 1216 0,'0'0'241'0,"0"0"-241"16,0 0 0-16,99-5 3 0,-57 5-3 15,0 0-12-15,-2 2-182 16,-8 1-255-16</inkml:trace>
  <inkml:trace contextRef="#ctx0" brushRef="#br0" timeOffset="75886.5">5597 12786 1328 0,'0'0'72'0,"0"0"-72"16,0 0-13-16,0 0 13 16,0 0 0-16,123-19-141 15,-72 8-126-15,-5-5-285 0</inkml:trace>
  <inkml:trace contextRef="#ctx0" brushRef="#br0" timeOffset="76388.14">6231 12612 1057 0,'0'0'126'0,"0"0"-118"16,0 0 33-16,53-100 57 16,-38 73-18-16,-3 1-40 15,-5 4 22-15,-4 0 7 16,-3 1-23-16,0 1-13 0,0 4-10 15,0 2 2-15,0 11 13 16,0-1-12-16,-3 4-17 16,1 0-6-16,1 0-3 15,-1 4-7-15,-2 22-2 16,1 14 7-16,-2 8 2 16,1 9 2-16,4-7-2 15,0 4 0-15,0 2 0 16,0-5 0-16,0-7 0 15,-1-11 0-15,-6-11 0 16,1-5-1-16,-6-7-8 16,-7-3 9-16,-5 3 2 15,-10-5 9-15,0-5-5 16,2 0-4-16,9 0 8 0,8 0-6 16,8-5 1-16,7 5-5 15,0-3 0-15,2 3-10 16,25-3 4-16,10-1 6 15,16 4 0-15,8 0-2 16,1 0-36-16,4 0-31 16,-2 0-16-16,-4 0-73 15,-8 4-79-15,-12-1-208 16</inkml:trace>
  <inkml:trace contextRef="#ctx0" brushRef="#br0" timeOffset="76734.92">5587 13245 1126 0,'0'0'91'0,"92"0"-86"15,-15-3 30-15,16 3 116 0,16-3-49 16,5 3-35-16,3 0-19 16,0 0-18-16,-1 0-19 15,-6-1 3-15,-9-3-7 16,-19-1-2-16,-19 1-5 15,-22 0 0-15,-17 1-40 16,-18-1-102-16,-6-1-84 16,-20-3-272-16</inkml:trace>
  <inkml:trace contextRef="#ctx0" brushRef="#br1" timeOffset="84186.6">16847 2025 625 0,'0'0'247'16,"0"0"-222"-16,0 0-19 15,0 0 62-15,0 0 91 16,0 0-62-16,0 0-55 16,0 0-12-16,0-18-3 15,-1 18 2-15,-12 11-5 16,-3 24-14-16,-7 16-1 16,-3 15 11-16,8 5-11 15,8-6 1-15,10-10-9 16,0-11 0-16,10-11-2 15,12-11 1-15,1-6 0 0,8-9 7 16,2-7-3-16,7 0 2 16,5-12 1-16,0-8 1 15,-3-1-4-15,-7 0-3 16,-8 0 0-16,-8 0 4 16,-3-3-3-16,-9-6 1 15,-7-3 0-15,0-6 2 16,-12-7-1-16,-16 0 11 15,-10 0-1-15,2 5-1 16,-1 6 6-16,6 11-8 16,4 7-10-16,5 8-1 15,2 6-1-15,3 3-4 0,3 0-16 16,4 3-33 0,7 13-29-16,3 1-21 0,2-1-45 15,20-3-74-15,8-5 6 16,2-8-56-16</inkml:trace>
  <inkml:trace contextRef="#ctx0" brushRef="#br1" timeOffset="84741.51">17182 2215 688 0,'0'0'237'0,"0"0"-235"16,0 0-1-16,0 0 12 16,0 91 27-16,0-62 20 15,11-2-25-15,6-3-11 0,1-3-4 16,4-4-1-16,-2-6-14 15,3-4-4-15,3-7 4 16,0 0-10-16,3-4-54 16,-1-19-127-16,-1-4-142 15</inkml:trace>
  <inkml:trace contextRef="#ctx0" brushRef="#br1" timeOffset="85233.49">17390 1325 210 0,'0'0'838'0,"0"0"-808"15,0 0-27-15,0 0-3 16,-45 108 32-16,34-42 6 16,7-1-11-16,4-7 1 15,9-15-17-15,16-12-11 16,7-11 2-16,4-11 5 0,6-9-4 15,0 0 9 1,-2-18 7-16,-8-9-9 0,-12-6-1 16,-12-5 8-16,-8-6 57 15,-3-5-22-15,-28-5-26 16,-10 0-20-16,-9 6-5 16,-2 11-2-16,2 18-3 15,5 13 3-15,10 6-7 16,9 3-60-16,16 16-40 15,10-3-32-15,16-3-103 16,25-9 19-16,11-4-20 16,3-4-131-16</inkml:trace>
  <inkml:trace contextRef="#ctx0" brushRef="#br1" timeOffset="85418.25">17555 1264 528 0,'0'0'300'16,"0"0"-93"-16,0 0-49 15,0 0-22-15,0 0-40 16,0 0-55-16,-6-28-41 15,5 52-12-15,-4 20 12 16,-2 19 13-16,-2 8 3 16,-1 2-8-16,-1-3-5 15,-1-9-1-15,0-3-4 16,2-10 0-16,7-5-93 16,3-11-68-16,0-16-187 15,18-16-155-15</inkml:trace>
  <inkml:trace contextRef="#ctx0" brushRef="#br1" timeOffset="85715.78">17802 1206 739 0,'0'0'509'16,"0"0"-493"-16,0 0-11 15,0 0 87-15,0 0 13 16,0 0-92-16,-19 18-11 0,6 29-2 16,-1 15 11-1,3 3 2-15,3 3-5 0,4-5-1 16,4-9 1-16,0-7-8 16,4-9 0-16,15-6-2 15,7-9-44-15,4-3-76 16,5-9-81-16,1-11-144 15,-2 0-154-15</inkml:trace>
  <inkml:trace contextRef="#ctx0" brushRef="#br1" timeOffset="86099.74">17954 1438 375 0,'0'0'841'0,"0"0"-814"16,0 0-15-16,0 0 77 15,0 0-44-15,0 0-40 16,13-18-6-16,10 43 2 16,-1 6 7-16,-5 6-2 15,-4-1-5-15,-6-4-1 16,-4-6 1-16,-3-1 1 16,0-7-1-16,0-7-1 15,0-4 0-15,0-6 9 16,-3-1 3-16,-2-2 24 15,-4-22-17-15,2-8-17 16,1-10 2-16,6-5-4 16,0-1 2-16,12 5 1 0,8 9-2 15,2 12 0 1,1 13-2-16,-1 9-4 0,-1 10-3 16,1 25 6-16,-2 8 2 15,-3 1 3-15,-3-2-3 16,-4-6-2-16,0-3 1 15,-2-6-79-15,2-7-96 16,-2-7-244-16,1-12-236 16</inkml:trace>
  <inkml:trace contextRef="#ctx0" brushRef="#br1" timeOffset="86303.38">18322 1282 569 0,'0'0'702'0,"0"0"-702"0,0 0 0 16,0 0 0-16,0 0 14 16,90 64 17-16,-50-18-4 15,-5 6-22-15,-10 2-1 16,-10-1-4-16,-9-4 0 16,-6 2-1-16,-2-1-47 15,-18-3-86-15,0-6-233 16</inkml:trace>
  <inkml:trace contextRef="#ctx0" brushRef="#br1" timeOffset="86529.26">18800 2035 1509 0,'0'0'68'16,"0"0"-68"-16,0 0-42 15,126 0 42-15,-62-5 6 16,7 1-6-16,-6 1-163 16,-13-3-256-16</inkml:trace>
  <inkml:trace contextRef="#ctx0" brushRef="#br1" timeOffset="86688.1">18864 2241 245 0,'0'0'1326'16,"0"0"-1326"-16,0 0-170 16,0 0 170-16,152-3 23 15,-71-6-23-15,-2-3-270 16,-18-5-505-16</inkml:trace>
  <inkml:trace contextRef="#ctx0" brushRef="#br1" timeOffset="86827.44">19023 2345 1222 0,'0'0'19'0,"0"0"-19"0,0 0-58 16,90 16 53-16,-24-16 5 15,14 0-308-15</inkml:trace>
  <inkml:trace contextRef="#ctx0" brushRef="#br1" timeOffset="87316.24">19877 2082 1215 0,'0'0'236'0,"0"0"-234"16,0 0-2-16,0 0 71 15,58-88-6-15,-47 66-27 16,-1-1-18-16,-3 0 0 16,-5 2 29-16,-2 3-31 15,0 3-5-15,0 6 9 16,0 7-2-16,0 2-16 15,0 0-4-15,0 1-10 16,0 22-12-16,0 9 22 16,0 12 4-16,3-1-4 15,6 4 2-15,-2-3-1 0,-1-1-1 16,-2-2-2-16,-4-7-28 16,0-5-8-16,0-6-9 15,-10-6 8-15,-12-2 14 16,-5-6 24-16,-3-4 1 15,2-3 9-15,7-2-1 16,11 0 15-16,10 0 28 16,0-9-24-16,19-4-21 15,17 0-5-15,12 1-1 16,7 2 0-16,3 2-33 16,2 2-38-16,0 2-30 15,-3-1-63-15,-3 0-112 0,-6-4-294 16</inkml:trace>
  <inkml:trace contextRef="#ctx0" brushRef="#br1" timeOffset="87578.52">20649 1738 1390 0,'0'0'88'0,"0"0"-86"16,0 0 49-16,0 0 49 16,0 0-73-16,0 0-27 15,-78 88 1-15,62-24 11 16,6 6 0-16,5-2 3 0,5 1-11 16,0-5-3-16,5-4-2 15,18-6 1-15,8-6-72 16,2-11-101-16,-1-12-117 15,-4-13-345-15</inkml:trace>
  <inkml:trace contextRef="#ctx0" brushRef="#br1" timeOffset="88549.1">20784 2018 1210 0,'0'0'58'0,"0"0"-29"16,0 0 47-1,0 0-20-15,0 0-36 0,0 0 0 16,97 17 4-16,-77 19 4 16,-4-1-14-16,-8 2 3 15,-3-5-6-15,-4-9-2 16,-1-2-9-16,0-11 1 16,0-4-1-16,0-5 4 15,0-1 2-15,0 0 10 16,0-14-4-16,0-11-9 15,0-10 2-15,0-4-5 16,7 2 0-16,5 4-1 16,4 7 1-16,1 9-2 15,3 8-1-15,1 6 1 16,-1 3-3-16,-1 6 3 0,0 17 0 16,-2 7-1-16,-6 5 3 15,-2-2 4-15,-3-3 3 16,0-3-6-16,0-9 1 15,-1-7-2-15,0-5 1 16,-1-6-1-16,0 0-3 16,5-5 3-16,1-15-1 15,3-8-7-15,0-5 6 16,-1-3-3-16,-2 1-8 16,0 6 9-16,-1 10 0 15,-5 8 4-15,2 11 0 16,-2 0 0-16,3 2-4 0,2 18 4 15,1 8 13-15,2 3 3 16,1 0-15-16,2-4 4 16,2-5-5-16,4-5 0 15,3-7-23-15,3-7-47 16,3-3-25-16,-2-3 27 16,-3-13-1-16,-5-6 35 15,-5-3 34-15,-6-1 4 16,-6-3 21-16,-3 3 17 15,0 6 10-15,0 9 1 16,0 7 10-16,0 4-9 16,0 11-54-16,0 12-3 15,0 2 3-15,0-2 2 16,12-5-1-16,2-5-1 0,7-4-3 16,2-6 2-16,4-3-4 15,2 0 0-15,-3-4 5 16,-7-8 0-16,-6-1 1 15,-5 2 2-15,-6-3 2 16,-2-1 24-16,0 2 15 16,0-1 8-16,-13 1-13 15,-3 2-12-15,0 3-21 16,0 4 5-16,3 2-11 16,3 2-1-16,2 0 0 0,1 0-5 15,4 0 2 1,-1 0 1-16,3 0-1 0,-1 2 2 15,2-2-3-15,0 1 5 16,0-1-4-16,0 0-9 16,0 0-6-16,0 0-18 15,0 0-29-15,0 0-55 16,12 0-6-16,3 0-97 16,0 0-77-16,0 6-36 15</inkml:trace>
  <inkml:trace contextRef="#ctx0" brushRef="#br1" timeOffset="88966.1">21893 2023 461 0,'0'0'369'0,"0"0"-344"0,0 0 32 15,0 0 116-15,0 0-43 16,0 0-43-16,0-30-9 15,-7 23-16-15,-3 5 11 16,-2 2-31-16,-1 0-14 16,-2 7-14-16,3 16-12 15,2 4 4-15,7 1 0 16,3-4-6-16,0-4 0 16,20-7-1-16,6-8 1 15,8-5-1-15,-2-3 1 16,2-20-1-16,-7-11 0 0,-1-6 0 15,-8-5 1-15,-8-4 2 16,-10-5 3-16,0-3 16 16,-15-2 12-16,-12 6 9 15,-2 9-14-15,3 16-9 16,4 12-4-16,8 13-9 16,-3 3-6-16,-1 22-6 15,4 18-12-15,8 9-21 16,6 8-56-16,3-1-100 15,20-7-75-15,4-9-286 16</inkml:trace>
  <inkml:trace contextRef="#ctx0" brushRef="#br1" timeOffset="89367.5">22250 1919 1231 0,'0'0'58'15,"0"0"-53"-15,0 0 79 16,0 0 38-16,0 0-55 16,99-65-49-16,-80 73-4 15,-1 17 4-15,-2 5 6 16,-2 5 8-16,-6-3-5 16,-2-4-14-16,-5-4-2 0,-1-6 0 15,0-9-10 1,0-4 2-16,0-4 0 0,0-1 1 15,0 0 16-15,-1-7 4 16,-3-17-15-16,2-10-4 16,2-7-2-16,0 0-2 15,12 6 1-15,5 10 0 16,3 10 2-16,5 9-2 16,2 4 2-16,5 2-5 15,-3 6 1-15,0 17-2 16,-3 8 1-16,-4 6-4 15,-3-1 5-15,-8-4-2 16,-1-3-42-16,-3-7-91 16,-4-8-218-16,-3-11-484 15</inkml:trace>
  <inkml:trace contextRef="#ctx0" brushRef="#br1" timeOffset="89568.5">22807 1564 1288 0,'0'0'158'0,"0"0"-154"16,0 0-4-16,90 22 60 15,-61 28 27-15,-4 18-11 16,-10 10-35-16,-12 8-27 0,-3-2 0 16,-23-1-14-1,-17-7-6-15,-11-5-29 16,-10-11-136-16,-9-11-270 0</inkml:trace>
  <inkml:trace contextRef="#ctx0" brushRef="#br1" timeOffset="92998.15">16584 3712 763 0,'0'0'228'15,"0"0"-204"-15,0 0 4 16,0 0 81-16,0 0-11 16,0 0-48-16,-1-5-35 15,1 5-8-15,0 27-4 16,1 18 31-16,9 21 52 16,4 11-54-16,-2 4-15 0,-4 0 4 15,-1-3-1 1,-4-4-17-16,-2-6-2 0,2-9 2 15,-3-11-3-15,0-9-8 16,0-11-59-16,0-10-58 16,6-10-88-16,2-8-197 15</inkml:trace>
  <inkml:trace contextRef="#ctx0" brushRef="#br1" timeOffset="93548.52">17069 3974 579 0,'0'0'548'0,"0"0"-531"0,0 0-13 15,12-84 82-15,-12 66 40 16,0-1-79-16,0 2 5 15,-17 5-1-15,-4 3-9 16,-6 9-9-16,-1 0-15 16,-1 13-13-16,1 19 0 15,4 10 0-15,6 8-5 16,10-3 2-16,8-5-2 16,1-9 0-16,21-9-3 15,7-9-1-15,5-11 0 0,7-4-23 16,-2 0 3-1,-1-17-8-15,-11-3-2 0,-4-4 29 16,-8 1 5-16,-7 1 4 16,-5 1-2-16,-3 5 5 15,0 1 9-15,0 8 7 16,0 5-2-16,0 2-9 16,0 0-12-16,0 16-5 15,0 15 5-15,0 13 4 16,0 2 0-16,-3 3-2 15,2-1 4-15,-5-5 17 16,-1-3-7-16,-2-7 0 16,-1-9 1-16,-4-5 6 15,-2-2-12-15,-6-1-5 16,-7-1-5-16,-3 2-1 0,-4 0-57 16,-1-2-93-16,2-5-85 15,5-7-250-15</inkml:trace>
  <inkml:trace contextRef="#ctx0" brushRef="#br1" timeOffset="95015.41">17309 3110 434 0,'0'0'84'0,"0"0"-67"15,0 0 17-15,0 0 63 16,0 0 24-16,0 0 0 15,4-69-2-15,-4 69-34 16,0 0-31-16,0 3-18 16,0 22-19-16,-8 16 17 15,-7 9 26-15,-4 1-35 0,3-3-12 16,-1-4-7-16,1-9 0 16,0-6 1-16,5-8-6 15,4-9 1-15,4-5-2 16,3-5 0-16,0-2 1 15,0 0-1-15,0 0-1 16,0 0-3-16,10 0-2 16,7-2 2-16,6 0-5 15,2 2 2-15,2 0 6 16,1 0 0-16,4 0 1 16,-2 0 1-16,2 0 1 15,-4 0-2-15,-4-6 2 0,-6-2-4 16,-6 1 0-1,-4-1 1-15,-1-1 2 0,-7-5 4 16,0 1-4-16,0-3 1 16,0-2 1-16,0-1-3 15,-3 4 0-15,-3 2 5 16,3 5 2-16,0 7 10 16,1 1 0-16,0 1-11 15,-1 24 1-15,-2 12-5 16,1 10 22-16,3 0-10 15,1-3-11-15,0-3-1 16,0-3-2-16,0-3 1 16,1-1-2-16,1-8-26 0,2-1-85 15,1-12-99 1,3-8-199-16</inkml:trace>
  <inkml:trace contextRef="#ctx0" brushRef="#br1" timeOffset="95530.99">17695 3194 925 0,'0'0'104'0,"0"0"-81"0,0 0 13 15,0 0 37 1,0 0-35-16,0 0-18 0,0 35 11 15,0-8-13-15,-9 0-2 16,-6-1-2-16,-3-4-3 16,-1-4-4-16,1-5-1 15,5-2-3-15,4-6-2 16,6-4 4-16,1-1-2 16,2 0 3-16,0 0-6 15,0 0 0-15,12 0-9 16,8 0 9-16,7 2 3 15,1-1-1-15,3 1-1 16,-1-2 0-16,-1 0 0 16,-2 0 0-16,-2 0 1 15,-6-5 0-15,-6-7 4 16,-4-2-5-16,-6-6 5 0,-3 0 0 16,0-2 8-16,0 0 1 15,0 4 2-15,0 6 9 16,-5 4 5-16,3 7 4 15,0 1 1-15,2 17-36 16,0 19-2-16,0 15 2 16,0 11 0-16,0 2 0 15,0 7-4-15,4-1-116 16,8-3-92-16,2-6-362 16</inkml:trace>
  <inkml:trace contextRef="#ctx0" brushRef="#br1" timeOffset="97755.07">18342 3865 1082 0,'0'0'193'0,"0"0"-186"16,0 0-6-16,0 0 28 15,0 0 18-15,0 0-8 16,125 7-8-16,-78 3-12 15,2 0-10-15,-3-3-9 16,-4 0 0-16,-4-3-6 16,-4 2-64-16,-10-1-98 15,-13-3-114-15,-11 1-162 16</inkml:trace>
  <inkml:trace contextRef="#ctx0" brushRef="#br1" timeOffset="97936.19">18472 4056 1120 0,'0'0'346'0,"0"0"-346"16,0 0-15-16,0 0 15 15,0 0 24-15,0 0-5 16,100 34-10-16,-29-27 4 16,5-6-13-16,0 1-18 15,-13-2-147-15,-12 0-139 16,-25 0-292-16</inkml:trace>
  <inkml:trace contextRef="#ctx0" brushRef="#br1" timeOffset="98100.96">18465 4284 1509 0,'0'0'0'15,"0"0"-99"-15,0 0 99 16,106 0 7-16,-27 0-7 15,14 2-2-15,9-2-128 16,-3 0-236-16,-16-2-308 16</inkml:trace>
  <inkml:trace contextRef="#ctx0" brushRef="#br1" timeOffset="98664.03">19577 3970 156 0,'0'0'1172'0,"0"0"-1169"16,0 0 18-16,0 0 4 15,0 0 25-15,0 0-9 16,51-36-25-16,-37 20 2 15,1-4 10-15,-1-4 4 16,-4 0-13-16,-2-3 0 0,-3 1 3 16,-2 4-1-1,-3 1-17-15,0 8 8 0,0 1 1 16,0 7 0-16,0 5 8 16,0 0-13-16,0 0-8 15,0 0-1-15,0 13-11 16,0 19 11-16,0 13 1 15,4 4 0-15,8 3 1 16,1-1 0-16,-1-4 0 16,-1 0-1-16,-4-4-2 15,-7-6-7-15,0-5-32 16,-4-7 17-16,-19 0-7 16,-7-7 9-16,-3-5 22 15,-2-6 3-15,6-3 2 16,9-3 8-16,8-1 7 15,11 0 21-15,1 0-14 0,7 0-27 16,21 0 0-16,13-8-3 16,11-1 3-16,7 4-3 15,5-3-52-15,1 2-31 16,2-1-43-16,-4-2-114 16,-9-5-276-16</inkml:trace>
  <inkml:trace contextRef="#ctx0" brushRef="#br1" timeOffset="98961.41">20460 3530 1225 0,'0'0'134'16,"0"0"-132"-16,0 0 14 16,0 0 68-16,-86 48-56 15,79 8-10-15,1 11 1 16,6 11-3-16,0 3 2 16,0 2-9-16,15-6-7 0,4-10 3 15,1-5-4 1,3-8-1-16,7-10-131 0,-1-13-36 15,0-15-193-15,-1-12-214 16</inkml:trace>
  <inkml:trace contextRef="#ctx0" brushRef="#br1" timeOffset="100132.59">20607 3909 1087 0,'0'0'250'15,"0"0"-246"-15,0 0 5 16,0 0 23-16,0 0-28 16,0 0 8-16,25 100 6 15,-5-49 2-15,-1-2-11 0,-5-9-1 16,-3-5 5 0,-5-10-12-16,1-7 2 0,-5-7-2 15,0-9 1-15,-1-2 4 16,-1 0 4-16,0 0 5 15,2-13 25-15,1-15-26 16,4-14-8-16,1-8-6 16,2-4-3-16,4 1-5 15,0 10 3-15,5 9 2 16,0 15 1-16,-1 11-12 16,-2 8 10-16,1 6-2 15,0 22 3-15,0 5 3 0,-2 4 5 16,-4 0-2-16,2-6 3 15,0-4-1-15,-5-7 1 16,0-7-4-16,-1-5-1 16,-4-6 1-16,0-2 0 15,3 0 4-15,-2-7 4 16,5-14-8-16,1-10 2 16,-2-6-1-16,1-2-2 15,-4 0 0-15,0 9 3 16,-2 11-3-16,-3 8 19 15,2 9 11-15,-2 2-16 16,4 4-15-16,6 20 0 16,4 5 1-16,3 5 2 15,3-5-2-15,3-1 1 16,4-7-2-16,4-6 0 0,2-8 1 16,-1-5-1-16,0-2-11 15,-6 0-12-15,-6-16 6 16,-4-4 12-16,-3-2 5 15,-6-3 3-15,-3 0 1 16,-4 2 4-16,0 5 1 16,0 9 9-16,0 5 2 15,0 4 3-15,0 0-23 16,0 13-8-16,0 9 7 16,0 3 2-16,0-1-2 15,8-4 2-15,8-5 0 16,2-7-1-16,7-5-1 0,4-3 1 15,-3 0 4-15,-4-9-4 16,-9-1 8-16,-6-2-3 16,-7-2 2-16,0-1 6 15,-5-6 1-15,-12-2 4 16,-4-3-9-16,0-1-9 16,3 9 1-16,8 2 2 15,5 9-3-15,4 4 0 16,1 3-9-16,0 0-25 15,0 6-12-15,6 8 12 16,12 0-42-16,7-4-60 16,7-4 19-16,1-2 2 15,-2-1 16-15,-4 0 16 0,-4 0 83 16,-4 0 0-16,-5 3 6 16,-1 2 7-16,-1 2 27 15,2 2 13-15,-2 2 9 16,-1 1-30-16,3 0 1 15,-3-1-6-15,2-3 8 16,-3-3-5-16,1-7-2 16,-6-1 19-16,0 0 34 15,-2-14 21-15,1-12-25 16,-4-12-27-16,0-7-15 16,0-6-12-16,-6-3-4 15,-10 5-5-15,-7 3-13 0,-1 7 3 16,-1 10-2-16,8 12-2 15,5 6-5-15,7 11-7 16,4 0-43-16,-1 11-34 16,2 15-25-16,0 6-59 15,12 0-62-15,8-4-193 16</inkml:trace>
  <inkml:trace contextRef="#ctx0" brushRef="#br1" timeOffset="100529.48">22013 3770 1015 0,'0'0'349'0,"0"0"-342"15,0 0 13-15,0 0 46 16,0 0-34-16,0 0-14 16,79 42 18-16,-58 6 0 15,-4 4-2-15,-7-1-11 16,-3-11-5-16,-5-6-2 15,-2-14-6-15,0-8-4 16,0-6 0-16,0-6 1 16,0 0 5-16,0-1 25 15,0-19-15-15,3-12-22 16,9-9 0-16,1-9 0 16,5 1 2-16,1 6-2 0,-3 10 1 15,3 12-1 1,0 11-5-16,2 7 3 0,1 3 0 15,0 9 1-15,-1 20 0 16,-3 6 1-16,-1 5 1 16,-2 0-1-16,-3-2-3 15,0-5-26-15,-3-7-108 16,1-9-183-16,-1-10-384 16</inkml:trace>
  <inkml:trace contextRef="#ctx0" brushRef="#br1" timeOffset="100747.5">22495 3390 1376 0,'0'0'54'0,"0"0"-45"16,0 0-9-16,101 58 65 15,-62-3 1-15,-5 9 0 16,-10 6-16-16,-10 5-26 15,-14 1-7-15,-5 5-9 16,-28 2-7-16,-16-3-1 16,-11-1-75-16,-14-3-136 15,-10-10-227-15</inkml:trace>
  <inkml:trace contextRef="#ctx0" brushRef="#br1" timeOffset="102848.25">16971 5522 913 0,'0'0'102'0,"0"0"-45"16,0 0 99-16,0 0-16 16,0 0-40-16,0 0-58 15,0 0-42-15,-12 10 1 16,12 45 9-16,12 11-2 16,-1 6 1-16,3 0 3 15,-1 1-12-15,-1-6 0 16,-4 0 0-16,0-4-25 15,1-8-111-15,-2-6-49 16,3-14-192-16,0-16-284 16</inkml:trace>
  <inkml:trace contextRef="#ctx0" brushRef="#br1" timeOffset="103379.5">17410 5777 1004 0,'0'0'96'15,"0"0"-84"-15,0-78 76 16,0 60 58-16,-3 5-65 16,-5 6-23-16,-4 7-27 15,-3 0-13-15,-3 24-6 0,-1 12-10 16,4 10 4-16,8 1 1 15,7-3 3-15,0-10-7 16,17-7-3-16,7-9-1 16,0-10 0-16,4-8 1 15,-4 0 3-15,0-6-3 16,-6-12-10-16,-8-3 8 16,-6-4 0-16,-4-3 2 15,0-2 0-15,0-2 0 16,0 4 0-16,-5 7 0 15,1 8 0-15,1 8 0 16,3 5-1-16,0 3-9 16,0 22-11-16,1 13 21 15,11 12 0-15,4 0 5 16,-2 5-3-16,-2-6 4 0,-4-4-1 16,-4-5 9-16,-4-7 6 15,0-4 2-15,-17-5-2 16,-6-3 2-16,-4-6-10 15,1-4-3-15,0-3-9 16,4-6-1-16,2-2-45 16,7 0-58-16,4-7-129 15,6-15-216-15,3-10-365 16</inkml:trace>
  <inkml:trace contextRef="#ctx0" brushRef="#br1" timeOffset="104564.33">17688 5443 853 0,'0'0'188'16,"0"0"-178"-16,0 0 43 15,0 0 53-15,0 0-24 16,0 0-43-16,25-71 8 16,-21 55-9-16,-1-1-6 15,-3-3-9-15,0-3-6 0,0 1 2 16,-9 1-9-16,-7 0 2 15,-1 4-4-15,1 2-7 16,0 5 2-16,1 7-3 16,-2 3 4-16,3 0 8 15,-4 1-11-15,4 10-1 16,4 2 0-16,3 3-3 16,4 3 3-16,3 2-2 15,0 5 0-15,11-2 0 16,12 0 0-16,9-3 2 15,9 0 1-15,2 1-1 16,2-1 0-16,-3 5 0 16,-10-3-1-16,-9-3 1 15,-11 0-12-15,-11-2 8 16,-1-2 0-16,-9 1 4 0,-18-3 5 16,-7-4 19-16,-6-2 7 15,-3-4-4-15,1-4 0 16,5 0 0-16,9-9 0 15,9-7-11-15,10-3-8 16,9-1-5-16,0-3-3 16,7 1-11-16,24-1-37 15,11 4-31-15,9 3-7 16,9 6-39-16,4 2-59 16,1 4-103-16,-1-1 29 0,-7 1 40 15,-9-3-105 1,-11-6 323-16,-9-1 61 0,-6-5 229 15,-7-3-26-15,-1-1-55 16,-6 1-37-16,-5 1-58 16,-3 1-9-16,0 1-12 15,0 3-20-15,-7 2-16 16,-6 1-12-16,-3 5-30 16,-1 1-1-16,-3 6-5 15,-2 1-4-15,2 0 2 16,2 3-7-16,2 9-2 15,6 6 1-15,6 1-1 16,4 4-3-16,0 2 4 16,14 2-3-16,15 1 4 15,7 0 0-15,5-1-5 0,-2 2 3 16,-3 1-10-16,-7-2 6 16,-11-2 2-16,-8-3-2 15,-10-3 6-15,0-6 0 16,-15-1 0-16,-14 0 12 15,-4-7 13-15,1-5 8 16,2-1 12-16,5 0-21 16,8-10-5-16,4-5-7 15,8-3-8-15,5-3-4 16,3 0-7-16,27-1-41 16,14 5-44-16,9 5-33 15,9 4-102-15,4 6-194 0,-7 2-399 16</inkml:trace>
  <inkml:trace contextRef="#ctx0" brushRef="#br1" timeOffset="104806.54">18641 5707 1362 0,'0'0'199'0,"0"0"-199"15,0 0-30 1,0 0 30-16,119 0 19 0,-44 0-13 16,3 0-6-16,-4 0-20 15,-15 0-211-15,-21 0-258 16</inkml:trace>
  <inkml:trace contextRef="#ctx0" brushRef="#br1" timeOffset="104971.63">18743 5917 1367 0,'0'0'60'0,"0"0"-50"0,104-16-10 16,-26 1 18-16,9 0-18 15,0 3-31-15,-14-1-235 16,-22 1-390-16</inkml:trace>
  <inkml:trace contextRef="#ctx0" brushRef="#br1" timeOffset="105113.92">18771 6078 1397 0,'0'0'0'15,"0"0"-36"-15,0 0 36 0,93 13 0 16,-18-13-65 0,8-7-133-16,2-12-262 0</inkml:trace>
  <inkml:trace contextRef="#ctx0" brushRef="#br1" timeOffset="105829.58">19806 5792 1030 0,'0'0'127'16,"0"0"-91"-16,0 0 99 0,0 0-56 16,0 0-24-16,0 0-13 15,64-94 11-15,-56 70-9 16,-2 2-7-16,-5-3-12 16,-1 3 2-16,0 0-3 15,0 2-1-15,0 0-8 16,-4 7-1-16,0 4-4 15,2 4-3-15,0 5 0 16,2 0-7-16,0 2-5 16,0 20-6-16,0 14 11 15,2 11 1-15,11 5-1 16,6 3-1-16,1 2 1 16,2-5 0-16,-3-1 0 0,-7-7 0 15,-7-7-1 1,-5-9-27-16,-3-5-1 0,-19-10 9 15,-3-8 20-15,-2-5 6 16,3 0-4-16,3-1 6 16,10-12-2-16,5-1 0 15,6 0-3-15,3 2-3 16,21 0 0-16,8 2-1 16,6 7 1-16,6-1-12 15,6 4-48-15,5 0-49 16,2 0-90-16,-4 0-156 15,-2 0-266-15</inkml:trace>
  <inkml:trace contextRef="#ctx0" brushRef="#br1" timeOffset="106128.54">20751 5311 1235 0,'0'0'218'15,"0"0"-216"-15,0 0 15 16,0 0 103-16,0 0-83 16,0 0-35-16,-96 74-2 15,85 1 7-15,6 10 3 0,2 2-9 16,3-4 13-16,0-10-7 15,3-6-7-15,13-12 0 16,10-8-24-16,6-12-99 16,1-16-88-16,2-11-169 15,-3-8-237-15</inkml:trace>
  <inkml:trace contextRef="#ctx0" brushRef="#br1" timeOffset="107461.83">20893 5619 1102 0,'0'0'177'0,"0"0"-158"0,0 0 30 15,0 0-21 1,0 0-16-16,0 0 45 0,62 108-38 16,-44-63-8-16,-5-5-3 15,-3-6-1-15,-3-8-2 16,-3-8-1-16,-1-11-2 15,-3-4-1-15,2-3 2 16,-2 0 9-16,3-8 29 16,0-12-12-16,1-6-28 15,1-8 2-15,0-3-3 16,1-1-2-16,3 6-3 16,1 8 2-16,0 10 0 15,2 12-7-15,2 2 0 16,2 3 8-16,0 19-5 0,1 4 7 15,1 3 1-15,-1-4 1 16,2-2-2-16,-1-8 1 16,-1-6-1-16,-4-5 2 15,-3-4-1-15,-2 0 3 16,1-3 3-16,0-13-4 16,-2-9 3-16,2-1-5 15,-1-7-1-15,2-2 2 16,0 4 1-16,1 6-2 15,-7 10 1-15,-1 10 10 16,1 5 13-16,1 10-25 0,5 19 4 16,2 10 3-1,2 1 9-15,0-1-12 0,5-7-3 16,1-10-1-16,5-5 0 16,1-10-23-16,4-7-57 15,1 0-36-15,-1-5-32 16,-5-14 52-16,-4-3 26 15,-3-6 51-15,-7-1 18 16,-2-1 1-16,-6 6 18 16,-3 7 44-16,0 7 30 15,0 6 2-15,0 4-16 16,1 4-68-16,2 15-6 0,4 7-4 16,4-1 10-1,0-1-4-15,2-4-4 0,4-7-4 16,1-4 2-16,6-6-5 15,0-3-31-15,0 0 12 16,0-5 9-16,-4-10 5 16,-5 1 10-16,0-4 5 15,-6 0-2-15,-5 0 3 16,0 3 19-16,-2 6 51 16,-2 3-30-16,0 2 19 15,0 4-33-15,0 0-19 16,3 0-13-16,7 0-5 15,3-1 2-15,4 0 3 16,-2-1 0-16,-7 2 0 16,-5 0 2-16,-3 0-2 15,0 0 1-15,0 0 0 16,0 0 5-16,0-1-5 0,0 1 2 16,0 0-3-16,0 0-2 15,0 0 1-15,0 0-5 16,0 0 6-16,0 0-7 15,0-5 7-15,2 1 1 16,0-3-1-16,0 5-3 16,-2 2 3-16,0 0 2 15,0 0-2-15,0 0 1 16,0-2-1-16,1 2-3 16,-1 0 3-16,0 0-2 0,0 0 2 15,0 0 0 1,0 0 0-16,2 0 1 0,-2 0 1 15,0 3 3-15,3 11-4 16,3 2 5-16,2 0-5 16,0 0 1-16,3-4-1 15,2-3 1-15,3-5-2 16,0-2 0-16,-3-2-2 16,0 0 1-16,-6 0 1 15,-2 0 4-15,-4-12 1 16,-1-6 5-16,0-4 7 15,0-9 5-15,-4-4 1 16,-8-6-13-16,-2-5-5 16,-2 1-2-16,-6 0-1 0,2 9-2 15,1 9-3-15,4 11 0 16,4 11 0-16,-1 5-23 16,1 2-28-16,0 20-27 15,6 3-54-15,5 6-10 16,0 0-100-16,0-2-148 15,9-4-240-15</inkml:trace>
  <inkml:trace contextRef="#ctx0" brushRef="#br1" timeOffset="107931.42">22340 5524 998 0,'0'0'202'15,"0"0"-195"-15,0 0 41 16,0 0 50-16,0 0-46 16,0 0-26-16,0 0-18 15,31-20-8-15,-16 20 2 16,-2 18 1-16,1 9 18 15,-1 7 17-15,-2 3 2 16,-1-1 4-16,-3-2-22 16,-2-6-8-16,-1-6-4 15,-4-9 1-15,0-5 15 0,0-6-6 16,0-2 3-16,0 0 9 16,0 0 8-16,0-17-4 15,0-6-30-15,0-12-3 16,0-6-1-16,9-6 1 15,10 4-3-15,5 8 0 16,1 9-5-16,1 17 2 16,1 9-2-16,-2 2 4 15,-2 25-1-15,-2 11-4 16,-6 6 6-16,-5-1 0 16,0-3-5-16,0-7-7 0,-2-8-62 15,-1-9-133 1,-2-10-211-16</inkml:trace>
  <inkml:trace contextRef="#ctx0" brushRef="#br1" timeOffset="108133.27">22790 5316 1305 0,'0'0'81'0,"0"0"-72"16,0 0-9-16,0 0 37 15,106 127 17-15,-89-66-14 16,-13 4-9-16,-4-4-19 16,-11-5-12-16,-24-8-9 15,-15-5-130-15,-20-9-105 0,-16-13-431 16</inkml:trace>
  <inkml:trace contextRef="#ctx0" brushRef="#br1" timeOffset="108980.85">16273 3262 843 0,'0'0'45'0,"0"0"-43"0,-90 96 2 16,63-18 64-16,12 26 34 15,12 28-11-15,3 24-26 16,14 3-53-16,22-2-8 15,20-20-4-15,15-27-19 16,22-23-108-16,10-28-77 16,9-23-136-16</inkml:trace>
  <inkml:trace contextRef="#ctx0" brushRef="#br1" timeOffset="109361.54">18032 3167 1065 0,'0'0'0'0,"0"0"-41"16,0 0 41-16,126 108 54 15,-73-33 13-15,-3 19-17 16,-8 13-7-16,-12 11-20 0,-11 7-1 16,-15 0-14-1,-4-2 4-15,-6-8-5 0,-22-10-5 16,-7-12-2-16,-6-17 0 15,-2-21-22-15,-1-16-46 16,6-19-61-16,10-18-181 16,12-8-464-16</inkml:trace>
  <inkml:trace contextRef="#ctx0" brushRef="#br1" timeOffset="109695.1">18415 3074 1239 0,'0'0'0'0,"0"0"-19"16,0 0 19-16,121 17 6 15,-88 5 11-15,-10 5-13 16,-11 5 2-16,-12-2-5 16,0-2 0-16,-20-4 17 15,0-7 6-15,5-9 7 0,9-5 3 16,6-3-6-16,0 0-5 16,24 0-15-16,21-2-8 15,17-6-1-15,12 4-92 16,3 2-73-16,-5 2-258 15</inkml:trace>
  <inkml:trace contextRef="#ctx0" brushRef="#br1" timeOffset="110112.43">19696 3422 1195 0,'0'0'235'0,"0"0"-235"16,0 0 0-16,0 0 31 15,0 0-10-15,0 0-17 16,72-28-4-16,-49 34-1 16,-3 10-2-16,-8-3 1 15,-9 0-3-15,-3 2 5 16,0 2 1-16,-16 1 24 0,-6-1-3 16,4-4-1-16,7-7-4 15,11-4 4-15,0-2 5 16,24 0-26-16,29-11-11 15,28-11 9-15,17-6-96 16,-1-3-144-16,-7-5-384 16</inkml:trace>
  <inkml:trace contextRef="#ctx0" brushRef="#br1" timeOffset="111810.41">16675 6127 1166 0,'0'0'218'0,"0"0"-218"16,0 0-134-16,0 0 134 15,0 0-7-15,0 0-66 16,0 0-358-16</inkml:trace>
  <inkml:trace contextRef="#ctx0" brushRef="#br1" timeOffset="113543.92">15741 5621 1034 0,'0'0'36'15,"0"0"-31"-15,0 0-5 16,-18 109 61-16,32-47-1 15,14 8-5-15,9 2-28 16,0 3-10-16,-2 1-5 16,-5 1-10-16,-8-1-4 15,-7-5 2-15,-8-11-49 16,-6-11-52-16,-1-16-123 16,0-16-93-16,0-15-257 15</inkml:trace>
  <inkml:trace contextRef="#ctx0" brushRef="#br1" timeOffset="114060.59">16221 5868 1050 0,'0'0'192'16,"0"0"-190"-16,0 0 6 15,0 0 69-15,0 0-1 16,-86-43-50-16,64 48-16 16,2 20 4-16,3 6-4 15,6 7 6-15,5 0-8 0,6-5-4 16,0-5-4-16,9-8-1 16,11-11 1-16,3-8 0 15,3-1 0-15,-3-1-5 16,-3-18-3-16,-5-2 5 15,-5-5 3-15,-7-5-1 16,-1-1 2-16,-2-1 0 16,0-1 2-16,0 6-2 15,0 10 0-15,0 7 4 16,0 9 0-16,0 2-5 16,0 11-13-16,2 20-2 15,7 16 15-15,0 8 4 16,-1 3-2-16,-2 2 1 0,-3-2-2 15,-3-4 2 1,0-7-1-16,0-4 8 0,-16-12 3 16,-1-5 1-16,-7-7 6 15,-4-7-3-15,-3-3-12 16,1-2-5-16,0-7-5 16,2 0-69-16,6-4-85 15,4-23-123-15,9-15-247 16</inkml:trace>
  <inkml:trace contextRef="#ctx0" brushRef="#br1" timeOffset="114427.23">16235 5206 1098 0,'0'0'141'16,"0"0"-141"-16,0 0 0 16,0 0 12-16,0 105 21 15,12-51-13-15,11-3-5 16,7-11-6-16,5-11-5 16,0-11-3-16,-3-9 5 15,-3-9-2-15,-9 0 2 0,-5-7-4 16,-5-11 4-16,-5-6 1 15,-2 3 0-15,-3 1 28 16,0 9 14-16,0 6-7 16,0 5-15-16,0 16-27 15,0 21-12-15,-5 17 12 16,-1 12 3-16,0 4-3 16,2 0-3-16,0 1-136 15,-1-6-101-15,-1-8-420 16</inkml:trace>
  <inkml:trace contextRef="#ctx0" brushRef="#br1" timeOffset="115114.85">19726 5834 1334 0,'0'0'0'15,"0"0"-71"-15,0 0 71 0,0 0 0 16,0 0-33 0,0 0-225-16,0 0-225 0</inkml:trace>
  <inkml:trace contextRef="#ctx0" brushRef="#br1" timeOffset="115553.61">19244 5479 824 0,'0'0'133'0,"0"0"-106"15,0 0-5 1,0 0 34-16,-11 115 56 0,11-44-44 16,13 6-35-1,4-1-6-15,1-3-18 0,1-2-8 16,-1-4-1-16,1-7-11 16,-3-3-54-16,0-8-80 15,-5-11-128-15,-6-15-186 16</inkml:trace>
  <inkml:trace contextRef="#ctx0" brushRef="#br1" timeOffset="116109.98">19587 5610 851 0,'0'0'139'15,"0"0"-127"-15,0 0 3 16,0 0 110-16,0 0-36 16,0 0-65-16,-98 9-15 15,81 31 7-15,7 7 0 16,7-2-5-16,3-8 1 15,1-4-9-15,15-13-2 0,1-6 5 16,2-8-6 0,-4-5 1-16,0-1 2 0,-2-1-3 15,-1-15-5-15,-2-8-6 16,-3-1 5-16,-2-3 6 16,-2 0 0-16,-3 3 0 15,0 4 0-15,0 4 2 16,0 8-2-16,0 5 1 15,0 4-1-15,4 0-5 16,0 11-11-16,7 21 16 16,0 13 6-16,5 7 7 15,-3 2-4-15,2 1-2 16,-4-4 3-16,-2-4 3 16,-8-6-3-16,-1-7 0 15,0-9 18-15,-14-3 4 0,-8-6-7 16,0-3-12-16,-1-3-8 15,-1-2-5-15,4-5-50 16,0-3-69-16,5 0-77 16,7-7-248-16</inkml:trace>
  <inkml:trace contextRef="#ctx0" brushRef="#br1" timeOffset="117192.75">19535 5047 228 0,'0'0'111'16,"0"0"-75"-16,0 0 22 16,0 0 24-16,0 0 41 15,0 0-39-15,-3-66-18 16,3 62 6-16,0 0-12 16,0 4 39-16,0 0-23 15,0 0-29-15,-1 0-5 16,1 0-6-16,-2 0-18 15,-2 17-16-15,0 14 17 16,-2 9 22-16,5 0-23 0,1-4-7 16,0-6-7-16,1-7 1 15,11-8-1-15,-1-5-3 16,3-5 5-16,1-4 1 16,0-1-1-16,3 0 2 15,1-6-1-15,0-10-4 16,-1-5 4-16,-5-4-4 15,-2-4 4-15,-7-3 2 16,-4 2-3-16,0 8 30 16,0 8-1-16,0 8-4 15,0 6-20-15,0 15-11 16,0 25-14-16,0 18 12 16,0 15 2-16,0 6 0 0,17 1-95 15,8 2-37 1,5-9-160-16,2-12-229 0</inkml:trace>
  <inkml:trace contextRef="#ctx0" brushRef="#br1" timeOffset="119214.15">22742 1606 469 0,'0'0'248'0,"0"0"-177"0,0 0-21 16,0 0 45-16,0 0 14 15,0 0-29-15,-60-83-18 16,43 73-9-16,-8 1-18 15,-9 1-10-15,-6 5-1 16,-3 3-7-16,-4 0-4 16,1 17 4-16,-3 16 9 15,1 15-5-15,2 18 2 16,6 16-8-16,10 12 9 16,10 1-4-16,17-9-9 15,3-12-3-15,22-18-7 0,17-12 0 16,12-11 1-1,9-13 3-15,8-12 5 0,6-8-5 16,3-5 3-16,-5-24 3 16,-5-11 1-16,-12-7-9 15,-10-6 4-15,-14-7-2 16,-15-3 2-16,-15-3-7 16,-1-4-8-16,-20 0-17 15,-11 2-17-15,-6 6-14 16,4 11-24-16,1 12-2 15,6 15-14-15,5 13-182 16,3 7-200-16</inkml:trace>
  <inkml:trace contextRef="#ctx0" brushRef="#br1" timeOffset="119559.44">22620 1508 851 0,'0'0'136'0,"0"0"-79"0,0 0 94 16,0 0-9-16,0 0-57 15,-8-99-33-15,24 57-14 16,7 0 3-16,6-1-23 16,4 5-2-16,5 4-11 15,-3 7-2-15,-2 5-3 16,-1 1-1-16,-6 7-35 16,3 2-104-16,1 6-54 15,2 2-63-15,0-1-115 16,-2 0-212-16</inkml:trace>
  <inkml:trace contextRef="#ctx0" brushRef="#br1" timeOffset="120025.65">23260 935 956 0,'0'0'105'0,"0"0"-95"15,0 0-5-15,-45-88 71 16,30 68 51-16,0 7-55 15,2 5 6-15,-3 8-34 16,2 0-22-16,-3 13-22 16,-1 17-2-16,1 6 2 15,7 4 1-15,6-2 1 16,4-6-4-16,2-5-1 16,15-8-1-16,3-9 4 15,0-6-14-15,0-4 1 0,0 0 5 16,-1-1-11-16,-5-14-1 15,-2-3 20-15,-2-3 0 16,-5 0 2-16,0 3-2 16,1 4 2-16,-5 6-2 15,1 8 0-15,2 0-10 16,5 9-18-16,4 22 26 16,6 12 2-16,2 9 19 15,-1 3-3-15,-2-1-1 16,-11-4 0-16,-7-6 11 15,0-5 1-15,-19-4-14 16,-8-7-3-16,0-6 1 16,3-6-3-16,7-9-8 15,6-4-41-15,4-3-63 0,7-9-91 16,0-22-151-16,9-16-466 16</inkml:trace>
  <inkml:trace contextRef="#ctx0" brushRef="#br1" timeOffset="120309.53">23557 1006 1118 0,'0'0'178'16,"0"0"-176"-16,0 0 3 15,89-15 23-15,-58 15 19 16,-5 15-27-16,-2 9 2 16,-6 6 2-16,-9 7-15 0,-9 4-5 15,-4 0-2 1,-23 0 7-16,-3-5 14 0,2-10 6 15,9-7 9-15,11-13-8 16,8-6 15-16,0 0 24 16,7 0-46-16,25-15-15 15,16-8 10-15,15 1-18 16,17-1-2-16,1 5 1 16,1 5-36-16,2 2-48 15,-7 6-49-15,-2 5-63 16,-8 0-180-16</inkml:trace>
  <inkml:trace contextRef="#ctx0" brushRef="#br1" timeOffset="121539.42">10332 7647 938 0,'0'0'256'0,"0"0"-256"16,0 0 9-16,0 0-5 15,0 0-2-15,-9 99 60 16,9-25-7-16,0 6-42 16,3-3-5-16,8-8-5 0,0-4-2 15,-4-7 4-15,-4-4-3 16,0-5-2-16,-3-6-47 16,1-8-152-16,2-11-263 15</inkml:trace>
  <inkml:trace contextRef="#ctx0" brushRef="#br1" timeOffset="122075.27">10738 7999 638 0,'0'0'529'15,"0"0"-504"-15,-23-99-17 16,-1 73 32-16,1 9 62 16,-1 6-30-16,4 11-28 15,0 2-21-15,2 27-16 16,1 12-1-16,4 7 2 16,8 2-6-16,5-5-2 15,3-11 0-15,21-8 0 16,2-12 0-16,6-10 0 15,0-4 3-15,-2 0-3 16,-1-15-16-16,-8-5 16 16,-6-2-8-16,-3-3 8 15,-5-5 3-15,-4 1-3 0,0 0 1 16,-1 7 0 0,0 5-1-16,-2 10 2 0,1 7-2 15,1 0-1-15,1 25-26 16,2 16 27-16,-2 10 24 15,-1 6-10-15,-2-1-9 16,0-5 8-16,0-6 13 16,-8-5-11-16,-9-5 4 15,-6-3 9-15,-6-5-4 16,-4-5-8-16,0-4-10 16,-1-4-3-16,2-4-3 15,4-2-25-15,1-4-84 0,7-4-57 16,7 0-167-16,9-22-133 15</inkml:trace>
  <inkml:trace contextRef="#ctx0" brushRef="#br1" timeOffset="122508.88">10942 7325 1048 0,'0'0'82'0,"0"0"-77"0,0 0 52 15,0 0 49 1,0 0-89-16,0 0-14 0,0 44 8 16,12 1 7-16,3 1-3 15,3-11-13-15,5-7 2 16,-1-10 0-16,1-11 1 15,-1-6-1-15,-3-1 0 16,-2 0 5-16,-4-17 1 16,-3-7-6-16,-4-3 1 15,-3-5-1-15,-3 0 0 16,0 7 2-16,0 2-1 16,-4 9 20-16,1 10 18 0,1 3-5 15,1 1-36 1,-2 19-2-16,0 24-1 0,-2 18 1 15,0 9 0-15,2 0 0 16,1-4-1-16,2-3-6 16,0-1-125-16,3-5-96 15,9-11-248-15</inkml:trace>
  <inkml:trace contextRef="#ctx0" brushRef="#br1" timeOffset="123911.43">11330 7953 801 0,'0'0'224'16,"0"0"-218"-16,0 0 2 15,0 0 38-15,0 0 50 16,0 0 3-16,110 26-50 16,-55-26-39-16,4 0 1 15,5 0-8-15,-3 0-3 16,-2-6-10-16,-9-3-74 16,-13 1-114-16,-17-1-142 15</inkml:trace>
  <inkml:trace contextRef="#ctx0" brushRef="#br1" timeOffset="124098.98">11439 8037 1305 0,'0'0'88'16,"0"0"-88"-16,0 0 0 15,0 0 13-15,110 30 12 16,-41-27-22-16,4-3 0 15,-4 0-3-15,-14 1-105 16,-19-1-126-16,-19 0-185 0</inkml:trace>
  <inkml:trace contextRef="#ctx0" brushRef="#br1" timeOffset="124256.96">11492 8243 1306 0,'0'0'126'15,"0"0"-126"-15,0 0-11 16,0 0 11-16,88 9 15 16,-27-9-15-16,9 0-31 15,2 0-139-15,-8-3-368 16</inkml:trace>
  <inkml:trace contextRef="#ctx0" brushRef="#br1" timeOffset="124650.51">12393 8125 1220 0,'0'0'194'15,"0"0"-192"-15,0 0-1 16,0 0 61-16,135-30 10 16,-51 15-39-16,11 1-23 15,-1 3-10-15,-5 5-1 16,-14 1-78-16,-13 1-147 16,-14-3-279-16</inkml:trace>
  <inkml:trace contextRef="#ctx0" brushRef="#br1" timeOffset="125191.66">13380 7527 970 0,'0'0'164'0,"0"0"-156"0,0 0-7 16,0 0 48-16,-87-29 34 15,65 39-33-15,-5 25-27 16,4 17 14-16,4 14 9 16,8 14-21-16,9 8 18 15,2 6-21-15,0-6 2 16,19-8-12-16,4-8-7 16,6-10-5-16,2-8-1 15,3-9-24-15,1-10-130 16,-4-13-61-16,0-12-245 15</inkml:trace>
  <inkml:trace contextRef="#ctx0" brushRef="#br1" timeOffset="126474.7">13488 7898 931 0,'0'0'323'0,"0"0"-309"15,0 0-11-15,0 0-3 16,0 0 35-16,0 0 0 16,107 73-8-16,-75-30-8 15,-7 1-2-15,-6-4-13 16,-5-5 2-16,-7-5 0 16,-7-7-6-16,0-8 4 0,0-6 2 15,0-5-3 1,0-4 3-16,-1 0 8 0,-3-10 4 15,4-18-13-15,0-10-4 16,0-11-2-16,5-2-4 16,10 3 5-1,2 7-1-15,-1 12 0 0,-2 12 1 16,-2 11 0-16,1 6-6 16,0 10 6-16,3 21 3 15,0 6 17-15,0 4-6 16,-2-2-8-16,-2-5 2 15,0-3 12-15,-4-7-17 16,-3-8 2-16,-1-9-2 16,-3-1-3-16,1-6 2 15,-2 0 2-15,1 0 9 0,1-15 7 16,-1-8-19 0,5-11 2-16,-1-3-3 0,0-1 3 15,4 2-2-15,-2 8-2 16,2 8 1-16,-1 8-2 15,-1 8-5-15,1 4 3 16,2 0-1-16,4 7 5 16,6 9 15-16,0 1-11 15,-3-2-1-15,1-1-1 16,-4-4-1-16,-1-2 1 16,-2-5-2-16,3-3 1 15,-4 0-4-15,1 0-7 0,-1-3-2 16,-1-12 3-1,-1-3-5-15,1-4 4 0,-3 0-7 16,-2 3 15-16,-1 5 2 16,-3 5 0-16,2 8 0 15,-2 1-1-15,0 0-1 16,0 10-11-16,0 11 13 16,3 4 4-16,4 1-1 15,3-3-1-15,1-4 2 16,1-5-4-16,0-5 2 15,-2-6 2-15,0-3 1 16,2 0 4-16,-4-1 4 16,1-14 13-16,-5-4-1 15,-2-5 0-15,-2-2 14 16,0-2-6-16,-13-1-12 0,-9 5 1 16,-3 0-15-16,-1 8-2 15,2 7-3-15,7 5-2 16,3 4-4-16,7 0 3 15,3 15-6-15,4 9-3 16,0 4 1-16,15-1-44 16,15-4-11-16,9-8 2 15,4-11-16-15,4-4-13 16,0 0 40-16,-1-13-6 16,-2-8 10-16,-7-4 9 0,-9 3 38 15,-9 0 7 1,-12 7 30-16,-7 2 26 0,0 4 5 15,0 3 9-15,0 2-37 16,-6 4-12-16,1 0-17 16,-3 23-11-16,2 12 0 15,3 7 10-15,3-4-6 16,0-4 2-16,12-6-3 16,8-11-2-16,2-6 2 15,-2-9 4-15,-1-2-2 16,-3-6 12-16,-1-15 18 15,-3-10-5-15,-3-6-7 16,-6-7 16-16,-3-4-21 16,0-1 2-16,-22-1-4 15,-5 1-5-15,-3 0-7 0,0 4-3 16,1 3 3-16,8 5-4 16,6 13 0-16,8 8-10 15,7 13-32-15,0 3-78 16,20 14-152-16,12 15 87 15,6 8-51-15,2 1-84 16,1-4-67-16</inkml:trace>
  <inkml:trace contextRef="#ctx0" brushRef="#br1" timeOffset="126941.21">15045 7672 516 0,'0'0'289'0,"0"0"-205"16,0 0 51-16,8-96 28 15,-8 72-44-15,-5 2-38 16,-10 7-22-16,-5 8 13 16,-3 7-23-16,-3 0-33 15,1 24-14-15,4 4 4 16,6 1 0-16,6-2-2 16,9-2-4-16,0-7 0 15,2-4 0-15,11-7 0 16,3-4 2-16,-5-3-1 15,1 0-1-15,0 0 1 16,-4-11-4-16,-2-2 6 16,0 0-1-16,-5 4 0 0,1 3-1 15,-1 3 0-15,1 3-1 16,3 0-6-16,4 9-12 16,4 15 13-16,6 9 5 15,-3 5 4-15,1 2 0 16,-4 2 4-16,-3-1 6 15,-1-5-6-15,-6-4 3 16,-3-7 5-16,0-5 0 16,-9-4 13-16,-15-3 0 15,-11-3-8-15,-4-3-13 16,0-5-7-16,6-2-1 16,6 0-3-16,9-9-39 15,6-12-80-15,9-10-118 16,3-9-171-16,9-1-490 0</inkml:trace>
  <inkml:trace contextRef="#ctx0" brushRef="#br1" timeOffset="127275.94">15171 7596 1134 0,'0'0'323'15,"0"0"-323"-15,0 0 12 16,0 0 30-16,0 0 23 15,120 18-38-15,-82 5-21 16,-6 4 4-16,-9 1-10 16,-13 3 1-16,-10-1-1 15,0 2 2-15,-25-3 3 0,-7-1 4 16,-3-4-6 0,5-11 6-16,10-6-4 0,10-5 12 15,10-2 43-15,0 0-14 16,0 0-28-16,13-2-8 15,16-7-9-15,8-5 5 16,6 0-6-16,7 2-3 16,2-5-4-16,3 2-47 15,2-3-39-15,-5 1-49 16,-7-2-182-16,-10-5-427 16</inkml:trace>
  <inkml:trace contextRef="#ctx0" brushRef="#br1" timeOffset="127494.53">15632 7283 1194 0,'0'0'203'16,"0"0"-203"-16,0 0 0 16,48 133 8-16,-15-58 57 15,2 4-6-15,-6 5-2 16,-14-1-26-16,-15 4-2 15,-10 1-15-15,-35 1-5 16,-22-3-9-16,-20 0-2 16,-21-3-125-16,-20-4-176 0,-19-6-563 15</inkml:trace>
  <inkml:trace contextRef="#ctx0" brushRef="#br1" timeOffset="129907.12">8032 10151 1062 0,'0'0'65'16,"0"0"-56"-16,0 0 26 15,0 0 54-15,0 0-49 16,0 0-40-16,0 0 11 15,21 133 57-15,-11-66-34 16,-3 1-18-16,-4-2-15 16,1-3 2-16,-4-1 0 15,0-4-2-15,0-2-2 0,0-9-68 16,3-12-167-16,4-14-288 16</inkml:trace>
  <inkml:trace contextRef="#ctx0" brushRef="#br1" timeOffset="130425.39">8433 10187 1234 0,'0'0'58'16,"0"0"-55"-16,0 0 1 15,0 0 31-15,0 0 11 16,0 0-27-16,-99 28-17 16,86 9 2-16,3 2 0 15,6-5-4-15,4-5 0 16,0-8 0-16,7-8-1 16,8-7 1-16,6-6 2 15,1 0 8-15,0-9-3 16,-1-8-3-16,-3-9-4 15,-4 0-12-15,-2-5-23 16,-4 2 35-16,-1 1 2 16,-3 7 1-16,-3 6-2 15,-1 8 2-15,0 6 0 0,2 1-3 16,3 10-15-16,2 23 14 16,5 16 1-16,-1 9 11 15,1 6-5-15,-2-2-2 16,0-7 1-16,-4-5 20 15,-6-8-1-15,0-6 20 16,-1-6-1-16,-18-3 1 16,-3-5-15-16,-4-7-12 15,-1 1-9-15,1-10-5 16,4-5-2-16,5-1-2 16,5 0-58-16,6-23-87 15,6-11-123-15,0-14-300 16</inkml:trace>
  <inkml:trace contextRef="#ctx0" brushRef="#br1" timeOffset="130757.49">8570 9928 1087 0,'0'0'169'16,"0"0"-155"-16,0 0-13 15,103-65 6-15,-60 57 20 0,-1 8-1 16,-6 0-20 0,-11 11-6-16,-12 11-1 0,-12 3 1 15,-1 8 5-15,-7-4 6 16,-19 3 6-16,0-2 3 16,3-9-1-16,5-4 4 15,11-11 4-15,6-3-9 16,1-3-6-16,5 0-9 15,22 0 3-15,11 0 10 16,11 0-12-16,4 0-4 16,6-5-1-16,2 2-98 15,1-1-77-15,-7 2-240 16</inkml:trace>
  <inkml:trace contextRef="#ctx0" brushRef="#br1" timeOffset="130967.34">9041 10354 1380 0,'0'0'156'0,"0"0"-156"15,0 0-58-15,0 0 58 16,147 0 12-16,-75 0-12 15,-1 0-150-15,-15-6-121 16,-15 0-348-16</inkml:trace>
  <inkml:trace contextRef="#ctx0" brushRef="#br1" timeOffset="131113.31">9172 10519 1145 0,'0'0'313'0,"0"0"-313"15,0 0-74-15,0 0 74 16,0 0 0-16,117 16-3 16,-56-16-210-16,5 0-131 15</inkml:trace>
  <inkml:trace contextRef="#ctx0" brushRef="#br1" timeOffset="131723.5">9790 10251 983 0,'0'0'239'0,"0"0"-222"16,0 0 18-16,0 0 37 16,0 0-1-16,25-89-48 15,12 70-22-15,3 2 8 0,5 5-6 16,-3 5 0-16,-6 5-3 16,-7 2-1-16,-12 0-3 15,-9 11-2-15,-8 6 3 16,0 10 3-16,-15 2 8 15,-15 4-5-15,-6 1-1 16,-2 0 0-16,6-7 0 16,9-7-2-16,12-9 1 15,6-5-1-15,5-6 0 16,0 0-3-16,8 0-6 16,20 0 9-16,11-7 3 15,1 1-3-15,-2 6-6 0,-3 0-19 16,-6 0 5-1,-3 18 10-15,-1 3 4 0,-8 3 2 16,-7 4 4-16,-4-2-3 16,-6 3 6-16,-7-4 2 15,-16-2 17-15,-9-2 12 16,-7-5 16-16,-1-2-12 16,-1-3-10-16,2-2-14 15,5-6-6-15,6 0-5 16,6-3-3-16,6 0-4 15,4 0-97-15,7-6-117 16,5-10-305-16</inkml:trace>
  <inkml:trace contextRef="#ctx0" brushRef="#br1" timeOffset="135073.4">10556 10216 901 0,'0'0'79'16,"0"0"-72"-16,0 0 13 15,0 0 73-15,-91-22-7 16,75 22-40-16,-3 0-28 16,-2 15-7-16,-3 11 18 15,1 12-7-15,-2 7 9 16,7 5 16-16,6-6-29 16,10 0-6-16,2-10-3 0,15-9-8 15,17-8 3-15,8-11 0 16,8-6 0-16,4 0 1 15,-5-6-5-15,-10-7 9 16,-14 2-8-16,-12 5 0 16,-11-2 3-16,0 1 4 15,-9-2-4-15,-14 0-4 16,-8 6-4-16,-5 3 2 16,-3 0 0-16,6 6 1 15,6 9-2-15,12 0-11 16,12-2-96-16,3-5-112 15,28-6-158-15</inkml:trace>
  <inkml:trace contextRef="#ctx0" brushRef="#br1" timeOffset="135282.44">10817 10096 1256 0,'0'0'112'16,"0"0"-103"-16,0 0-9 16,0 0-2-16,0 0 2 15,10 98 9-15,11-38-4 16,1 6-3-16,-3-1-2 16,-5-2-150-16,-7-8-338 15</inkml:trace>
  <inkml:trace contextRef="#ctx0" brushRef="#br1" timeOffset="136572.57">9459 11812 1024 0,'0'0'41'0,"0"0"-41"15,0 0 0-15,0 0 6 16,0 0 9-16,0 0 41 16,-12-41-16-16,12 38-13 15,0 0-5-15,0-2-12 16,0 0 15-16,8-4-12 15,8 1-12-15,4 1 5 16,3 7-2-16,4 0-4 0,0 0-3 16,-1 21 3-1,-6 2 3-15,-5 5-3 0,-6 3 0 16,-9 1 2-16,0 1-2 16,-17-3 1-16,-13 0 2 15,-3-5 7-15,1-7-6 16,5-7-3-16,11-5 6 15,6-3-3-15,8-3 15 16,2 0 5-16,0 0-23 16,10-6-1-16,13-4-4 15,14-1 1-15,5 5-1 16,4 6 1-16,2 0-18 16,-7 6 7-16,-6 12 9 15,-8 5-2-15,-9 4 3 16,-9 3 4-16,-9 0-1 0,0-3 2 15,-10-1 0-15,-14-6 4 16,-6 0 32-16,-6-6 11 16,-8-4 1-16,-1-2-8 15,3-6-16-15,5-2-14 16,7 0-6-16,12 0-4 16,10 0-2-16,8-2-33 15,0-9-95-15,26-5-167 16,14-5-124-16,9 1-88 15</inkml:trace>
  <inkml:trace contextRef="#ctx0" brushRef="#br1" timeOffset="136941.15">10084 11853 1254 0,'0'0'41'15,"0"0"-37"-15,-92-11 12 16,67 11 82-16,4 5-56 16,-1 23-30-16,6 3-8 15,5 9 2-15,9-1-6 16,2-5 1-16,6-1-1 16,17-13-2-16,10-7 0 15,11-8 2-15,2-5-1 0,0 0 1 16,-13 0-32-1,-15-6 29-15,-11 2 3 0,-7 0 1 16,0-1 16-16,-11-3 1 16,-11-3-14-16,-5-1-3 15,-1 5 5-15,2 2-4 16,4 4-2-16,11 1-2 16,8 0-38-16,3 0-73 15,7 0-134-15,21 0-161 16,10 0-85-16</inkml:trace>
  <inkml:trace contextRef="#ctx0" brushRef="#br1" timeOffset="137160.16">10395 11752 1172 0,'0'0'117'0,"0"0"-104"15,0 0-13-15,0 0 0 16,0 0 4-16,-11 82 37 16,19-38-21-16,2 1-15 15,-2 0-5-15,-1-4 0 16,-2-1 0-16,-1-2-9 16,-3-2-170-16,-1-12-230 15</inkml:trace>
  <inkml:trace contextRef="#ctx0" brushRef="#br1" timeOffset="138221.24">9091 11775 544 0,'0'0'182'0,"0"0"-171"0,0 0-3 16,0 0 25-16,0 0 46 16,0 0-24-16,0-10-32 15,0 10-21-15,0 23-2 16,4 20 0-16,4 25 137 15,0 13-43-15,-1 15-68 0,-1 8 32 16,-6-1-39 0,0 2 2-16,-11-15 22 0,-16-10-26 15,-6-13-6-15,-6-10 31 16,-1-7 4-16,0-15-22 16,3-9-15-16,9-9-6 15,4-8 3-15,9-6-6 16,5-3-5-16,3-9-87 15,7-15-71-15,0-12-179 16,13-8-67-16</inkml:trace>
  <inkml:trace contextRef="#ctx0" brushRef="#br1" timeOffset="138921.56">9227 11588 845 0,'0'0'130'15,"0"0"-103"-15,0 0-25 16,0 0 21-16,0 0 20 0,0 0 2 16,145-14 5-16,-55 10-10 15,21-2-3-15,16-4 3 16,23-4-23-16,18-3-9 16,9-3 6-16,3 4-14 15,-13-5 0-15,-21 5-1 16,-29 2 0-16,-32 5 1 15,-25 3 0-15,-21 4 0 16,-19-1 0-16,-10 3-1 16,-8 0 1-16,-2 0 4 15,0 0 1-15,0 0 4 16,0 0-4-16,0-3 3 16,0 3-4-16,0 0-4 0,0 0-1 15,0 0 0 1,0 0-6-16,0 0 6 0,0 0 1 15,0 0 0-15,0 0 5 16,0 0-4-16,0 0 3 16,0 0 2-16,0 0-3 15,0 0 12-15,0 0 0 16,0 0-8-16,0 0-3 16,0 0-3-16,-2 8-2 15,-7 21 2-15,-4 21 2 16,-2 23 49-16,0 15-40 15,3 16 14-15,5 9 21 0,6-2-36 16,1-7-1 0,5-19-3-16,20-20-6 0,5-18-1 15,4-14 4 1,-1-12-4-16,-3-13-11 0,-5-8-131 16,-9 0-101-16,-16-5-491 15</inkml:trace>
  <inkml:trace contextRef="#ctx0" brushRef="#br1" timeOffset="139688.45">8388 11836 666 0,'0'0'243'0,"0"0"-224"16,0 0-16-16,0 0 9 15,-106-88 84-15,79 81 17 16,2 7-57-16,2 3-40 16,3 28-8-16,3 6-3 15,5 13 1-15,10 3 1 16,2-3-2-16,14-6-3 16,14-11-4-16,7-10-1 15,2-12 3-15,0-7 2 16,-1-4-1-16,-7 0 5 0,-5-17-6 15,-8-7-19-15,-6-3-3 16,-6-5 4-16,-4 1 6 16,0-3 4-16,0 5 8 15,-4 7 4-15,-3 9-4 16,4 9 7-16,2 4 4 16,1 8-11-16,0 25-12 15,0 15 12-15,3 11 30 16,9 9-18-16,-4-2-10 15,2-1 2-15,-4-5-1 0,-5-11 2 16,-1-8 1 0,0-13 40-16,-8-6-15 0,-7-9 4 15,-4-2-10-15,-2-5-3 16,-1-6-12-16,2 0-4 16,0-12-6-16,6-15-47 15,7-17-104-15,7-7-201 16,2-2-38-16</inkml:trace>
  <inkml:trace contextRef="#ctx0" brushRef="#br1" timeOffset="140188.38">8861 11976 690 0,'0'0'270'0,"0"0"-264"15,0 0-4-15,0 0 15 16,0 0 121-16,0 0-56 16,-91 22-47-16,76-22-22 15,0 0 2-15,1-13 7 16,1-7 17-16,3-10-24 16,4 0-12-16,4 0-3 15,2 6 4-15,0 9-4 16,5 7 0-16,10 5-2 15,2 3 2-15,3 8 0 16,0 17-7-16,-3 12 6 0,-6 8 1 16,-7 4 6-16,-4-2-3 15,-5 4-2-15,-19-1 3 16,-7-4 6-16,-6-5-9 16,0-8 9-16,0-9 1 15,4-11 14-15,4-7 3 16,8-6-3-16,5-7-7 15,8-21-1-15,8-10-13 16,0-2-4-16,15 0-8 16,17 13 8-16,8 9 1 15,5 15-1-15,4 3-1 16,1 10-4-16,2 18-3 16,-3 5-1-16,0 8-50 15,3 2-53-15,-1 0-130 16,-2-6-209-16</inkml:trace>
  <inkml:trace contextRef="#ctx0" brushRef="#br1" timeOffset="142904.64">11106 11691 311 0,'0'0'324'0,"0"0"-288"16,0 0-29-16,0 0 21 16,0 0 10-16,0 0 23 15,0 0-37-15,23-19 8 16,-17 19 6-16,-3 0 3 15,-2 0-20-15,-1 3 4 16,0 12 30-16,0 6 4 16,-8 2 5-16,-4 2-46 0,2 0-11 15,4-5-6-15,2 1 1 16,4-4 1-16,0-6-2 16,0 0 0-16,12 0 1 15,5-7-2-15,3-1 4 16,6-3-3-16,4 0 10 15,1 0-5-15,-3-4-6 16,-4-5 3-16,-6 2-2 16,-5 0 1-16,-6-1 0 15,-4 3 2-15,-3-9 8 16,0 1 17-16,0-3-6 16,-10-1-1-16,0 3-6 15,3 4 12-15,1 4 5 16,2 2 11-16,3 4-9 15,1 0-34-15,0 0-1 0,0 17-6 16,-2 9 6-16,2 8 0 16,0 3-1-16,2 0-4 15,9 4-92-15,2-1-89 16,-4 2-195-16,-9 1-235 16</inkml:trace>
  <inkml:trace contextRef="#ctx0" brushRef="#br1" timeOffset="143737.89">10556 12495 784 0,'0'0'95'0,"0"0"-85"16,0 0-2-16,52-90 76 16,-42 66 10-16,-4 1-47 15,-6 2-14-15,0-2-6 16,0 2-5-16,-4 2-1 15,-13-1-11-15,-5 9-9 16,-1 5 11-16,-1 6-10 16,1 0-2-16,3 13 1 15,1 11 0-15,8 2-1 16,4 1 0-16,7 1 0 16,0-2 1-16,0 0-1 15,17 1 0-15,6 3 2 0,2-2-1 16,-2 1 2-1,0-6-2-15,-7 1 0 0,-5-4-1 16,-5-5 2-16,-6-3-2 16,0-5 1-16,0-1 3 15,-17 2 38-15,-10-5 18 16,-10 0-24-16,-3-3-19 16,0 0-8-16,5 0 4 15,8-6-7-15,10-11 7 16,7-1-9-16,10-4-4 15,0-2-46-15,20-6-59 16,14 2-23-16,8-1-91 16,1-2-192-16</inkml:trace>
  <inkml:trace contextRef="#ctx0" brushRef="#br1" timeOffset="144890.68">9648 12528 555 0,'0'0'172'16,"0"0"-104"-16,0 0 5 0,0 0 56 15,0 0-7-15,0 0-37 16,-45-53-36-16,45 37-20 16,17 2-12-16,5 6-2 15,4 2-12-15,3 6-2 16,-4 0 1-16,-4 17-1 15,-4 3 3-15,-7 9-1 16,-3 2 0-16,-7-1 1 16,0 2-3-16,-4-3 0 15,-16 1 2-15,-1-7 0 16,0-6 2-16,7-7-2 16,4-3-3-16,6-7 2 15,4 0 2-15,0 0 1 16,2-4-2-16,17-9-3 0,10 1-4 15,4 4 3-15,-1 5-4 16,0 3 5-16,-3 0-2 16,-8 13-2-16,-2 4 1 15,-7 2-1-15,-9 3 4 16,-3 0 1-16,-7 3 2 16,-16-3 4-16,-9-1 7 15,-5-2 10-15,-1-5 6 16,-3-7 7-16,5-1-17 15,2-3-4-15,7-3-13 0,9 0-1 16,10 0-2-16,8 0-1 16,0-5-67-16,15-10-85 15,18-1-134-15,9-5 29 16,5-1-111-16</inkml:trace>
  <inkml:trace contextRef="#ctx0" brushRef="#br1" timeOffset="145221.04">10133 12484 1186 0,'0'0'70'0,"0"0"-64"16,0 0-1-16,0 0 45 15,0 0-18-15,0 0-17 0,-74 95 6 16,74-59-13-16,14-2-7 15,9-4 4-15,3-10-5 16,2-6-1-16,-4-8 1 16,-5-5 5-16,-7-1-2 15,-9 0 1-15,-3 0 4 16,0 0 5-16,0-5 2 16,-15-4-13-16,-5-1-2 15,-5 3 0-15,-1 7-4 16,0 0-13-16,3 4-58 15,1 22-46-15,5 4-143 16,4 5-155-16</inkml:trace>
  <inkml:trace contextRef="#ctx0" brushRef="#br1" timeOffset="145536.92">9535 13081 993 0,'0'0'261'16,"0"0"-233"-16,0 0-23 0,0 0 2 15,101-33 14-15,-12 25 19 16,23 2-12-16,18-4-17 16,12-1-5-16,10 0-6 15,-7 3-6-15,-24 1-45 16,-22 7-106-16,-36 0-215 16,-29 0-193-16</inkml:trace>
  <inkml:trace contextRef="#ctx0" brushRef="#br1" timeOffset="145867.54">10166 13395 1231 0,'0'0'138'0,"0"0"-138"16,0 0 1-16,0 0-1 15,0 0 12-15,119-33-12 16,-66 27 0-16,4 2-49 16,-3-2-161-16,-8-2-310 15</inkml:trace>
  <inkml:trace contextRef="#ctx0" brushRef="#br1" timeOffset="146156.51">10520 13239 535 0,'0'0'673'16,"0"0"-627"-16,0 0-45 15,0 0 0-15,0 0 14 16,0 0 3-16,90-21 5 16,-44 15 2-16,-1-1-10 15,-5 0-6-15,-8 5-3 16,-10-4 11-16,-11 4 15 15,-4 2 15-15,-7 0-15 16,0 2-22-16,0 20-9 16,0 18 16-16,0 16-11 15,-7 18-4-15,-7 20-2 16,-3 6-111-16,0-2-145 16,0-8-577-16</inkml:trace>
  <inkml:trace contextRef="#ctx0" brushRef="#br1" timeOffset="148491.35">12468 9370 628 0,'0'0'68'15,"0"0"-56"-15,0 0 13 16,0 0 85-16,0 0-18 15,0 0-2-15,0-25-26 16,0 24 11-16,0 1 8 16,0 0-18-16,0 0-25 15,0 10-24-15,0 19-14 16,0 15 25-16,-1 11 41 16,1 2-58-16,0 3-3 15,0-2-6-15,0-4 3 0,5-3-3 16,2-4 1-16,-3-6-1 15,0 0-1-15,-1-4-8 16,0-6-74-16,3-6-82 16,0-9-137-16,4-13-190 15</inkml:trace>
  <inkml:trace contextRef="#ctx0" brushRef="#br1" timeOffset="149069.88">12856 9557 827 0,'0'0'178'0,"0"0"-176"16,0 0 6-16,0 0 64 15,0-92 32-15,-7 81-45 16,-4 1-21-16,-3 6 13 15,0 4 1-15,-5 0-33 16,1 18-14-16,-3 9-4 16,5 6 0-16,6 2 2 15,7-2-3-15,3-3 0 16,0-5 0-16,12-10 0 16,8-7-1-16,-1-5 2 15,5-3-2-15,-1 0 0 0,-1-15-27 16,-2-5 6-1,-5-2 1-15,-6 0 16 0,-3 1 1 16,-4-4 4-16,-2 6 1 16,0 2 1-16,0 6 1 15,0 8 0-15,0 3-1 16,0 0-2-16,2 13-10 16,2 18 10-16,3 14 5 15,-1 6-1-15,1 4 4 16,0-4-4-16,-2-4 1 15,0-6-1-15,-1-8 2 16,-4-4 5-16,0-4 17 0,0-3 2 16,-15-1 23-1,-5-3-22-15,-2-3-14 0,0-4-1 16,1-2-13-16,0-5 1 16,6-4-4-16,0 0-26 15,5-4-79-15,10-18-48 16,0-11-238-16,5-8-142 15</inkml:trace>
  <inkml:trace contextRef="#ctx0" brushRef="#br1" timeOffset="149438.53">13021 9132 64 0,'0'0'1104'16,"0"0"-1085"-16,0 0-9 15,0 0-10-15,106-77 6 16,-76 77 10-16,-3 3-8 16,-7 18-7-16,-6 6 1 15,-8 3 3-15,-6 3-4 16,0 2 6-16,-12-1 5 15,-11-2 3-15,1-8-2 16,5-9-7-16,7-6 12 16,7-7 12-16,3-2-11 0,0 0-1 15,2 0-14-15,19 0-2 16,13-2 16-16,10-5-18 16,1-1 0-16,1 5-3 15,-1 3-118-15,-3 0-106 16,-7 0-258-16</inkml:trace>
  <inkml:trace contextRef="#ctx0" brushRef="#br1" timeOffset="149676.69">13384 9503 1125 0,'0'0'235'0,"0"0"-235"16,0 0 0-16,0 0 2 15,0 0 8-15,123 0 0 16,-73-2-7-16,-2-7 4 16,-4 1-7-16,-9-1-40 15,-8 1-198-15,-14 1-153 16</inkml:trace>
  <inkml:trace contextRef="#ctx0" brushRef="#br1" timeOffset="149850.26">13429 9699 1162 0,'0'0'291'0,"0"0"-291"15,0 0-5-15,97 0 5 16,-38-6 7-16,3-2-7 15,-2 2 0-15,-10 0-156 16,-16 3-148-16,-19 3-406 16</inkml:trace>
  <inkml:trace contextRef="#ctx0" brushRef="#br1" timeOffset="150000.4">13519 9891 740 0,'0'0'545'15,"0"0"-545"-15,0 0-29 16,90-13 29-16,-42 4 2 16,6 0-2-16,3-3-194 15,-7 1-175-15</inkml:trace>
  <inkml:trace contextRef="#ctx0" brushRef="#br1" timeOffset="150479.63">14177 9622 899 0,'0'0'527'16,"0"0"-491"-16,0 0-28 15,0 0 38-15,0 0 12 16,0 0-49-16,-5-10-4 16,32 10-5-16,9 0 9 15,6-5-1-15,7-3-7 16,1 0 4-16,0-4-5 15,-5-2 0-15,-6 0-2 16,-6-1-167-16,-4-3-65 0,-8-6-227 16</inkml:trace>
  <inkml:trace contextRef="#ctx0" brushRef="#br1" timeOffset="150802.5">14576 9300 1146 0,'0'0'170'0,"0"0"-170"16,0 0 0-16,0 0 2 16,0 0 3-16,0 0 13 15,34 7-6-15,-9-2 11 16,-1-3 1-16,0 0-1 16,-2-2-6-16,-3 0-1 15,-4 0-1-15,-4 0 10 16,-5 0-14-16,-3 0 1 0,-2 0-1 15,2 7-3-15,1 11-4 16,-1 11 24-16,3 11 11 16,-3 5-21-16,0 3-11 15,1 3 1-15,-3 2-6 16,1-3-2-16,-2-5 0 16,0-3-5-16,0-8-107 15,0-6-115-15,0-12-292 16</inkml:trace>
  <inkml:trace contextRef="#ctx0" brushRef="#br1" timeOffset="151189.38">15174 9209 884 0,'0'0'209'16,"0"0"-190"-16,0 0 60 15,0 0 47-15,0 0 1 0,0 0-47 16,-39-35-37-16,33 37-11 15,-6 24-23-15,-7 15-6 16,-2 14 7-16,-1 6 1 16,5 2-1-16,7-1-2 15,7-4-8-15,3-3 0 16,0-9 0-16,13-5-4 16,7-8-5-16,3-9-104 15,4-8-90-15,-2-12-169 16,0-4-294-16</inkml:trace>
  <inkml:trace contextRef="#ctx0" brushRef="#br1" timeOffset="152402.49">15195 9386 977 0,'0'0'240'0,"0"0"-209"15,0 0-16-15,0 0 4 16,0 0 11-16,0 0-17 15,96 8-12-15,-71 32 2 16,-2 5 3-16,-6 1 3 16,-6 1 3-16,-4-6-8 15,-5-8 0-15,-2-6 1 16,0-10-2-16,0-8 1 16,0-5 0-16,0-4-2 0,0 0 10 15,0 0 48 1,0-18-20-16,0-10-36 0,0-13-3 15,6-8 0-15,6-2-1 16,3 2-2-16,4 10-1 16,-1 12-6-16,-1 12 9 15,-4 10-2-15,-1 5-7 16,-2 8 7-16,1 19 2 16,-2 8 1-16,-1 4 6 15,-3-2 1-15,1 1 2 16,-2-8-3-16,2-6-6 15,-3-8 0-15,-2-5 0 16,1-8 1-16,-2-2 1 16,0-1-3-16,1 0 10 0,2-5 5 15,1-18 2-15,3-13-17 16,1-8 2-16,4-4-1 16,0 3-1-16,1 6-2 15,1 10 2-15,-4 13 0 16,-3 8 4-16,-1 8-4 15,1 0 0-15,4 17 1 16,1 10 5-16,0 4 0 16,-1 1 1-16,-2-2-3 15,2-5-4-15,3-5 0 16,1-3 0-16,1-6-2 16,6-8-17-16,1-3-90 15,6 0 5-15,0-17-30 0,-6-6-5 16,-4-1 56-16,-8 5 82 15,-4 4 1-15,-5 7 9 16,-2 5 76-16,0 3 56 16,0 0-71-16,0 7-63 15,0 13-6-15,-4 2 24 16,4 0-3-16,0-4-7 16,2-6-9-16,15-3 9 15,4-8-6-15,1-1 1 16,0 0 2-16,-4-12 5 15,-3-6 19-15,-5-3 8 16,-8-3-5-16,-2-1 3 0,-6-3-7 16,-22 0-10-1,-2 2-22-15,-3 4 3 0,3 7-3 16,6 7-6-16,11 5-3 16,6 3 4-16,6 0-2 15,1 3-27-15,0 12-19 16,13 3 7-16,12-2-65 15,10-7-7-15,4-1 0 16,3-6-29-16,-3-2 2 16,-1 0 44-16,-9 0 89 15,-9 0 9-15,-6 0 8 16,-8 4 18-16,-2 7 8 16,-1 5 53-16,-1 4 7 15,1 1-38-15,-1 0-8 16,3-2-18-16,2-6-11 0,1-4 2 15,2-5 11-15,-2-4 15 16,1 0 17-16,1 0 14 16,-1-9-12-16,0-8-20 15,-2-5 8-15,-6-3-2 16,-1-6-9-16,0-6-18 16,-1-3-2-16,-18 1-13 15,-4-4 1-15,-3 4-8 16,-2 4-2-16,5 6-2 15,5 13 1-15,10 7-3 0,4 8-10 16,4 1-16 0,0 10-66-16,0 14-2 0,7 8-20 15,15-2-87-15,4-3-89 16,7-2-51-16,5-7-211 16</inkml:trace>
  <inkml:trace contextRef="#ctx0" brushRef="#br1" timeOffset="152871">16600 9266 95 0,'0'0'744'16,"0"0"-602"-16,0 0-76 15,16-88 95-15,-17 70-27 16,-14 6-36-16,-1 6-31 16,2 6-11-16,-5 0-19 15,0 17-32-15,2 15-3 0,1 6-2 16,4 6 5-16,8-1-4 15,4-8-1-15,0-6-1 16,8-9 1-16,9-10 0 16,-2-7-2-16,0-3-3 15,3 0-6-15,-3-15-8 16,0-5 4-16,-1-4 12 16,-6-1 3-16,-1-3 0 15,-2 3 1-15,-3 3-1 16,-1 6 2-16,-1 7-1 15,2 9-1-15,-1 0-7 16,2 0-2-16,7 20-6 0,0 12 15 16,4 9 2-16,-2 5 1 15,0 2 6-15,-2 0 8 16,-2-2 9-16,-1-6-6 16,-7-4 10-16,0-5-7 15,-19-5-1-15,-7-7-2 16,-3-3-6-16,1-7-11 15,4-6-3-15,6-3 0 16,4 0-68-16,8-20-103 16,4-16-280-16</inkml:trace>
  <inkml:trace contextRef="#ctx0" brushRef="#br1" timeOffset="153170.81">16808 9229 1132 0,'0'0'378'0,"0"0"-378"16,0 0 3-16,0 0-3 16,101 14 19-16,-71 3-12 15,-3 2-5-15,-9 2 2 16,-8 1-4-16,-8 0 2 16,-2 3-2-16,-20 0 1 15,-16 0-1-15,-2-4 7 16,5-6 1-16,10-7-7 15,10-6 6-15,12-2 43 16,1 0-2-16,1 0-37 16,23 0-9-16,13-8 6 0,8-9-8 15,8-1-5-15,5-4-35 16,1-5-67-16,-2-5-94 16,-10 0-166-16,-13 1-252 15</inkml:trace>
  <inkml:trace contextRef="#ctx0" brushRef="#br1" timeOffset="153388.48">17160 8965 1040 0,'0'0'154'0,"0"0"-94"16,0 0 42-16,0 0-75 16,0 0-21-16,0 0 7 15,65 81 40-15,-40-21-23 0,-7 10 9 16,-6 8 10-16,-12 4-8 15,0 4-26-15,-26 0-8 16,-16-3-7-16,-13-7 0 16,-13-4-24-16,-12-7-204 15,-14-8-129-15,-19-3-553 16</inkml:trace>
  <inkml:trace contextRef="#ctx0" brushRef="#br1" timeOffset="154005.42">12699 10827 1100 0,'0'0'322'0,"0"0"-303"15,0 0-19-15,-2 90 0 16,2-18 16-16,0 14 20 15,2 1-14-15,9 3-10 16,0-8-9-16,-1-9-3 16,-5-6 0-16,1-17-93 15,1-17-129-15,2-19-275 16</inkml:trace>
  <inkml:trace contextRef="#ctx0" brushRef="#br1" timeOffset="154502.18">13034 10846 5 0,'0'0'1301'0,"0"0"-1250"16,0 0-49-16,0 0 10 15,-85-19 21-15,66 45-11 16,2 14-17-16,1 7-2 15,7 4 3-15,8-4 0 16,1 0-6-16,0-9 0 0,13-12 0 16,4-10 0-1,-1-15 2-15,1-1-1 0,-4-7 6 16,2-17-2-16,-1-9-1 16,-4-3-2-16,-4 1 0 15,-4 5-2-15,-2 4 1 16,0 9 0-16,0 5 3 15,0 7-4-15,0 5 2 16,0 0-2-16,0 7-13 16,4 20 11-16,9 16 1 15,2 14 2-15,2 6 4 16,-3 3 8-16,-2-1 19 16,-7-5-9-16,-5-6-13 15,0-4 3-15,-18-9-2 16,-8-9 5-16,-6-8 0 0,0-7-10 15,2-7-5 1,3-6-1-16,7-4-29 0,2-14-111 16,4-23-178-16,4-14-388 15</inkml:trace>
  <inkml:trace contextRef="#ctx0" brushRef="#br1" timeOffset="154903.73">13244 10398 1082 0,'0'0'192'15,"0"0"-192"-15,0 0-15 16,0 0 15-16,25 117 7 15,-10-73 0-15,4-3-7 16,0-8 4-16,3-9 0 16,2-11-3-16,-2-7 1 15,-6-6-1-15,0 0 10 16,-6-9-2-16,-3-12-9 16,0-4 1-16,-3-6 0 0,-3 0 1 15,-1 4-1-15,0 7 0 16,0 10 2-1,0 6 13-15,0 4 24 0,0 4-40 16,0 22 0-16,0 12 0 16,0 12 4-16,0 2-4 15,0 2 1-15,0-2-1 16,-1-4-68-16,-1-4-164 16,-4-10-328-16</inkml:trace>
  <inkml:trace contextRef="#ctx0" brushRef="#br1" timeOffset="155153.82">13602 10910 1549 0,'0'0'5'0,"0"0"4"16,107-26-9-16,-55 19 5 15,-2 2-5-15,-3 3-3 16,-4 2-156-16,-11 0-98 16,-18 0-373-16</inkml:trace>
  <inkml:trace contextRef="#ctx0" brushRef="#br1" timeOffset="155315.81">13662 11165 1028 0,'0'0'367'0,"0"0"-367"16,120-37-37-16,-59 18 37 15,1 4 0-15,-2 3-62 16,-12 1-286-16,-14 2-383 15</inkml:trace>
  <inkml:trace contextRef="#ctx0" brushRef="#br1" timeOffset="155459.35">13709 11317 1100 0,'0'0'60'0,"0"0"-57"16,0 0-3-16,109-2 0 15,-61-10-174-15,2-4-300 16</inkml:trace>
  <inkml:trace contextRef="#ctx0" brushRef="#br1" timeOffset="156053.56">14381 10722 1282 0,'0'0'40'15,"0"0"-39"-15,0 0-1 16,0 0 0-16,0 0-2 15,0 0 2-15,-19 55 8 16,6-26-3-16,-2 0-3 0,-2-7 2 16,1-1-3-16,-1-8 6 15,5-2-5-15,5-6-1 16,3-2-1-16,4-2-4 16,0 2 1-16,1-2-11 15,18 7 9-15,6 3 3 16,3 5 4-16,6 2-2 15,1 2 0-15,5-7 0 16,0-4 0-16,-3-4-2 16,-5-5-12-16,-8 0 5 15,-8-8 2-15,-8-10 7 16,-4-6 0-16,-4-3 0 0,0-1 0 16,0-3 1-1,-2 1 1-15,-8 3 12 16,3 5-1-16,0 6-3 0,4 12 24 15,1 4 18-15,2 0-35 16,0 24-17-16,0 16 0 16,0 16 13-16,2 4-7 15,1 5 2-15,-3 3-4 16,0-5-3-16,0-6-1 16,0-7-3-16,0-11-105 15,0-11-134-15,0-15-311 16</inkml:trace>
  <inkml:trace contextRef="#ctx0" brushRef="#br1" timeOffset="156567.66">14904 10875 1080 0,'0'0'103'15,"0"0"-96"-15,0 0 92 16,0 0 8-16,0 0-46 16,0 0-28-16,-66-57 0 15,49 72-14-15,0 12-3 16,2 6-4-16,6 1-5 16,6-1-2-16,3-5-2 0,0-9-2 15,10-7 1-15,9-7-2 16,4-5 1-16,1-3 2 15,-1-14-3-15,-3-7-36 16,-5-1 1-16,-4-3 13 16,-4 1 22-16,-1-5-2 15,-3 1 0-15,0 4 1 16,1 7-2-16,-1 7-3 16,3 10 0-16,4 3-14 15,4 6 14-15,2 18 5 16,6 9 2-16,0 9-1 15,0 6 2-15,-5 0 0 16,-6-1 5-16,-4 2 4 0,-7-4 17 16,0-8 3-1,-2-4-11-15,-14-7-5 0,-6-8-10 16,-4-7 0-16,3 0-3 16,3-7-2-16,1-4-3 15,3 0-144-15,6-26-186 16,4-6-457-16</inkml:trace>
  <inkml:trace contextRef="#ctx0" brushRef="#br1" timeOffset="156848.12">15362 10562 495 0,'0'0'904'0,"0"0"-849"0,0 0-50 15,0 0 3-15,0 0 19 16,-84 125 15-16,80-42-7 16,4 4-8-16,0 0-15 15,11-3-8-15,6-7-2 16,2-13-2-16,-1-15-2 15,2-11-77-15,0-18-113 0,-3-9-157 16,-2-11-292-16</inkml:trace>
  <inkml:trace contextRef="#ctx0" brushRef="#br1" timeOffset="158053.6">15451 10800 1094 0,'0'0'139'0,"0"0"-120"16,0 0-3-16,0 0 54 16,103-8-8-16,-72 43-27 15,-7 4-15-15,-1 6-2 16,-10 4 10-16,-7-2-9 16,-3-1-10-16,-3-8-4 0,0-8-4 15,0-11 1-15,0-7-1 16,0-12 5-16,-6 0-6 15,2-3 10-15,-2-21-10 16,5-14-2-16,1-11-7 16,0-5-5-16,4 1 3 15,13 9 6-15,3 10 5 16,-3 16 0-16,1 5 0 16,-2 13-6-16,-1 0 6 15,-1 15 0-15,2 14 3 16,-4 8 8-16,1 7 5 15,-2 2-1-15,1 6 6 16,-2-10-14-16,-1-4-3 0,1-11-2 16,-2-14-2-16,-2-7 1 15,3-6-1-15,1-6-2 16,3-24 2-16,4-12-26 16,0-6 26-16,-2-5 0 15,-2 1-1-15,-4 0 1 16,-1 6 1-16,-3 10-1 15,-3 13 3-15,1 8-2 16,-1 15 11-16,-1 0 3 16,3 22-13-16,-3 10 0 15,3 7 19-15,-1 0-12 16,4-4-6-16,1-3-1 16,3-8-2-16,3-8 0 15,3-8-6-15,1-8-53 0,4 0-31 16,3-14-8-16,-2-10 17 15,-3-3 10-15,-6 1 54 16,-4 2 17-16,-5 11 0 16,-2 3 6-16,-1 8 45 15,-2 2 7-15,0 9-41 16,0 10-17-16,2 5 57 16,0 2-34-16,6-4-16 15,4-9 2-15,2-6-4 16,5-7-1-16,-1 0 6 15,-1-11-6-15,-2-8 18 0,-5-2 25 16,-6 1-19 0,-4 1-1-16,0 1 12 0,-17-3-7 15,-7-1-14-15,-1 5-9 16,-2-3-2-16,7 10-5 16,7 3-2-16,6 3 0 15,5 4-3-15,2 0-11 16,0 0-53-16,7 4-48 15,14 4 28-15,9-2-53 16,5-4-80-16,0-2 8 16,0 0 74-16,-7 4 110 15,-4-1 28-15,-7 6 1 16,-6 4 6-16,-5 1 22 16,0 5 55-16,-1 1 43 0,-2-1-22 15,0 1-47-15,2-3 4 16,2-6-17-16,0-2 7 15,1-5-27-15,4-1 8 16,3-3 12-16,2 0 4 16,-1-11-17-16,-1-5-5 15,-5-6 12-15,-6-3 18 16,-4-2-11-16,0-10-19 16,-2-5 2-16,-13-5-3 15,-7 3-13-15,1 7-1 16,0 2-8-16,4 13 0 15,3 5-4-15,6 9 0 16,4 6-2-16,1 2-3 16,1 6-10-16,1 18-12 15,1 10-3-15,0 2-25 0,4-2-57 16,18-4-30-16,7-10-71 16,7-9-117-16,6-11-21 15</inkml:trace>
  <inkml:trace contextRef="#ctx0" brushRef="#br1" timeOffset="158352.7">16810 10650 589 0,'0'0'291'16,"0"0"-193"-16,9-90 10 15,-9 62 11-15,0 2-10 16,0 7-53-16,-12 8 7 16,-3 10 17-16,0 1-32 0,-2 1-39 15,-1 17-6 1,3 7 0-16,3 3 0 0,5 1 0 15,7 1-2-15,0-6 0 16,10-2 0-16,11-1-2 16,2 3 1-16,-1 5 0 15,-1 2 0-15,-2 4-2 16,-7 1 2-16,-5 0 3 16,-1 0-3-16,-6-5 3 15,0 2-3-15,0-6 5 16,0-5-5-16,-9-4-1 15,-4-2 1-15,0-7-100 16,1-3-185-16,0-6-444 16</inkml:trace>
  <inkml:trace contextRef="#ctx0" brushRef="#br1" timeOffset="158652.14">17024 10657 608 0,'0'0'845'15,"0"0"-818"-15,0 0-26 16,88-24 15-16,-60 30 35 16,-10 18-27-16,-8 7-14 15,-10 5-10-15,0 2 6 16,-17 1-1-16,-15-4-2 16,-6 0-1-16,1-9 0 0,7-6 1 15,12-8 5-15,10-7-8 16,8-5 15-16,4 0 11 15,27-9-17-15,10-8-8 16,10-6-1-16,4 2 0 16,3-7-32-16,3-4-43 15,-6-4-104-15,-9-1-136 16,-13-10-252-16</inkml:trace>
  <inkml:trace contextRef="#ctx0" brushRef="#br1" timeOffset="158851.04">17292 10272 1232 0,'0'0'125'0,"0"0"-120"0,0 0 9 15,0 0 1-15,73 82 63 16,-36-18-5-16,-5 6-27 16,-11 4 5-16,-14 5 20 15,-7-1-47-15,-23 0-12 16,-29 0-8-16,-22-2-4 15,-21 7 0-15,-18-1-64 16,-21-2-211-16,-18-5-394 16</inkml:trace>
  <inkml:trace contextRef="#ctx0" brushRef="#br1" timeOffset="160214.28">18867 6915 1235 0,'0'0'194'15,"0"0"-158"-15,0 0-36 16,0 0 0-16,0 0 28 16,0 0-2-16,147 0 0 15,-65 0-14-15,-2 0-11 16,-6 0-1-16,-13 0-45 15,-16 3-194-15,-23 1-139 16,-22 0-273-16</inkml:trace>
  <inkml:trace contextRef="#ctx0" brushRef="#br1" timeOffset="160350.84">18923 7127 1436 0,'0'0'0'0,"0"0"-42"16,0 0 42-16,97 0 10 15,-36 0-10-15,4 0-2 16,0 0-220-16,-4 0-246 16</inkml:trace>
  <inkml:trace contextRef="#ctx0" brushRef="#br1" timeOffset="160513.47">18989 7374 1059 0,'0'0'254'0,"0"0"-254"16,0 0-28-16,128 0 28 16,-39-14 7-16,15-4-7 15,6-3-128-15,-5 0-137 16,-12-5-252-16</inkml:trace>
  <inkml:trace contextRef="#ctx0" brushRef="#br1" timeOffset="161052.54">19937 6741 1208 0,'0'0'75'16,"0"0"-73"-16,0 0 23 15,0 0 20-15,0 0-37 16,0 0 30-16,-2 96 11 15,2-54-38-15,0 0 3 16,-12-4-2-16,-3-7-4 16,-2-3-8-16,1-9 1 15,2-7 6-15,8-8-6 16,3-2 0-16,3-2 2 16,0-5-3-16,0-10-18 0,4-4-66 15,13 4 63-15,7 4 20 16,6 4-8-16,8 4 7 15,4 3 1 1,3 0 1-16,2 0 0 0,0 0 0 16,-7-1-4-16,-10-5 3 15,-8-1 0-15,-9-4-12 16,-7-2 13-16,-6-3 4 16,0-2 0-16,0-1 3 15,-6 3 3-15,-7 2 23 16,3 7 3-16,1 3 0 15,4 4 8-15,2 7-27 16,-4 24-13-16,4 15-1 0,1 9 0 16,2 4 8-1,0 1-11-15,10-2 2 0,7-2-3 16,0-6 1-16,3-8-62 16,1-9-89-16,3-12-160 15,3-13-285-15</inkml:trace>
  <inkml:trace contextRef="#ctx0" brushRef="#br1" timeOffset="161533.82">20602 6868 1083 0,'0'0'172'0,"0"0"-149"0,0 0 3 16,0 0 124-16,-92-60-49 15,74 83-86-15,-3 14-12 16,8 10-3-16,3 2 6 16,10-3-2-16,0-8-2 15,9-10-4-15,12-10 1 16,4-9 1-16,4-8-3 16,-4-1 2-16,-2 0-2 15,-4-15-18-15,-8-4 12 16,-4-3 0-16,-5-4-1 15,-2-3 4-15,0-2 3 16,0-2 3-16,-10 1 3 16,5 6 0-16,1 9-1 0,3 9 3 15,1 8 3-15,0 0-8 16,10 12-20-16,11 18 20 16,7 12 7-16,-1 8-3 15,1 1-4-15,-4 3 8 16,-5-2-5-16,-9 0 9 15,-8-6 8-15,-2-7 1 16,-6-6-3-16,-16-4-1 16,-4-3-11-16,-6-5 4 15,1-5-10-15,4-5-1 16,3-5-10-16,8-6-114 16,9-6-46-16,7-24-262 0</inkml:trace>
  <inkml:trace contextRef="#ctx0" brushRef="#br1" timeOffset="161834.01">21229 6645 901 0,'0'0'224'16,"0"0"-179"-16,0 0 42 15,0 0 25-15,0 0 0 16,0 0-49-16,-87-52-50 0,66 89-6 16,-1 18 0-16,5 15 9 15,7 7 7-15,8 3-3 16,2-5-13-16,3-5-6 16,16-7 3-16,10-5-8 15,1-9 0-15,6-11-112 16,5-9-69-16,-3-16-87 15,-3-11-284-15</inkml:trace>
  <inkml:trace contextRef="#ctx0" brushRef="#br1" timeOffset="162950.53">21380 6888 925 0,'0'0'196'0,"0"0"-130"16,0 0 9-16,0 0-11 15,0 0-52-15,0 0-3 16,58 29 14-16,-38 13-9 16,-3 0-4-16,-4-3 1 15,-4-5-5-15,-3-6 0 16,-4-7-3-16,-2-8-3 16,0-7 2-16,0-3-1 15,0-3 8-15,0 0 3 16,0-8 7-16,2-17 3 15,4-14-22-15,2-8-7 16,6 1 1-16,1 8 3 16,1 9-1-16,3 14 2 0,-2 9-3 15,-1 6 1-15,1 3 2 16,1 20-2-16,1 5 4 16,-2 6 3-16,-1-3-2 15,-2-4 1-15,-2-1 2 16,-2-8-3-16,-2-6-1 15,-3-6 3-15,-2-4-3 16,-1-2 3-16,3 0 4 16,1-13 3-16,5-7-2 15,0-9-7-15,1-4-1 16,0-2 4-16,-3 3-4 16,-2 9 0-16,-1 8 3 0,-5 11-1 15,-1 4 8-15,0 0-10 16,0 17-12-16,0 7 12 15,2 3 16-15,4-1-11 16,4-4-4-16,4-5 0 16,4-7 2-16,2-5-2 15,6-5-1-15,3 0-1 16,2-8 0-16,0-10-22 16,-2-5-12-16,-10-1 10 15,-5 0 25-15,-5 1-1 16,-8 7 1-16,-1 8 1 15,0 4 4-15,0 4 11 16,0 4-16-16,-1 20-7 0,-6 5 6 16,5 5 2-1,2-6-1-15,0-7 5 0,10-6-3 16,12-6 0-16,1-7 0 16,1-2 8-16,-3-3-7 15,-2-12 5-15,-6-3-3 16,-9-3-3-16,-4-2 12 15,0-1 44-15,-14-1-13 16,-6 0-24-16,-3 3-3 16,1 5-13-16,7 7 2 15,7 5-7-15,6 5-5 16,2 0-1-16,0 0-14 0,5 5-79 16,15 5 45-1,6-1-41-15,2-3 34 0,3 0-10 16,0-5 31-16,-1 3 34 15,0-1-6-15,-7 3 11 16,-3 3 2-16,-3 0-1 16,-4 2 0-16,-3 0 1 15,-3-3 8-15,0 0 1 16,-2-4-5-16,2-3 15 16,0-1 22-16,3 0 22 15,1 0 10-15,-1-10-1 16,-2-8 2-16,-5-6 15 15,-3-5-20-15,0-3-6 16,-7-8-22-16,-12 3-10 16,-3-3-19-16,-1 4-11 0,-1 6 1 15,8 8-3-15,2 9-1 16,9 7-4-16,2 6-8 16,3 0-55-16,0 15-60 15,0 13-22-15,0 5-41 16,5 0-49-16,15-4-149 15</inkml:trace>
  <inkml:trace contextRef="#ctx0" brushRef="#br1" timeOffset="163367.04">22816 6649 922 0,'0'0'126'0,"0"0"-59"15,13-82 99-15,-13 62-2 16,-3 4-55-16,-13 7-59 15,2 8-26-15,-5 1-15 16,-4 9-7-16,0 16-1 16,-1 7-1-16,7 0 0 15,6-4-3-15,5-5 2 16,6-8 1-16,0-5-7 16,9-6-2-16,11-4 3 15,3 0 5-15,3 0 0 16,-3-9-5-16,-1-2 6 15,-1 2-6-15,1 3 3 16,-2 4 3-16,-2 2-2 16,1 5 0-16,-6 18 2 15,1 10 0-15,-4 4 0 0,-4 4 10 16,-4-1 6-16,-2-1 12 16,0-2 0-16,0-6-7 15,-15-2-7-15,-5-5-10 16,-3-3 4-16,-1-6-8 15,1-3 1-15,1-8-1 16,5-4-83-16,7 0-152 16,7-15-150-16</inkml:trace>
  <inkml:trace contextRef="#ctx0" brushRef="#br1" timeOffset="163667.26">23021 6629 916 0,'0'0'324'0,"0"0"-309"15,87-27-11-15,-45 27 79 16,0 5-17-16,0 18-19 16,-6 11-35-16,-4 5-3 15,-12 2-2-15,-13 1 0 16,-7-4-1-16,-20 2 25 16,-16-6 3-16,-5-6-2 15,4-8 5-15,12-11 28 16,11-4-3-16,13-5-4 15,1 0-20-15,0 0-31 16,18-3 0-16,19-12-7 16,12-3 1-16,6 2 1 0,0 1-2 15,-5 4-35-15,-6 2-49 16,-6 0-58-16,-8-1-90 16,-8-5-202-16</inkml:trace>
  <inkml:trace contextRef="#ctx0" brushRef="#br1" timeOffset="163949.65">23519 6351 1329 0,'0'0'89'0,"0"0"-82"0,0 0 14 15,0 0 33-15,0 0-28 16,103 54 2-16,-68 17 42 16,-2 11-26-16,-8 5-11 15,-11 3 15-15,-14-2-30 16,0-1-5-16,-26-5-6 16,-13-7-4-16,-10-7 0 15,-8-8-3-15,-5-11-60 16,-8-14-232-16,-2-14-447 15</inkml:trace>
  <inkml:trace contextRef="#ctx0" brushRef="#br1" timeOffset="165003.94">12513 4057 1157 0,'0'0'193'0,"0"0"-183"0,0 0-10 16,0 0 0-16,-8 96 6 15,-5-26 22-15,-2 1-13 16,-2 1-11-16,1-9-3 15,0-10 1-15,3-11-1 16,1-12-2-16,5-12 0 16,6-10 1-16,1-8 0 15,0 0-38-15,17-19 20 16,8-8 13-16,3-1-19 16,2 5 23-16,2 11-11 15,1 7-4-15,7 5 8 16,5 0 8-16,7 0 0 15,-1 0 1-15,-5-7 2 0,-7-7-3 16,-13-2 1-16,-7-2 0 16,-10-3 6-16,-9-2-3 15,0-1 39-15,-7-1 10 16,-14-1 4-16,1 7-10 16,5 6 12-16,7 9 3 15,6 4 0-15,2 24-62 16,0 26 2-16,0 19-2 15,0 12 3-15,2 0-3 16,8-4-2-16,2-5 1 16,2-7 1-16,-1-11-114 15,2-12-115-15,2-16-199 16</inkml:trace>
  <inkml:trace contextRef="#ctx0" brushRef="#br1" timeOffset="165500.4">13403 4289 1162 0,'0'0'132'16,"0"0"-117"-16,-74-98 54 15,41 88 60-15,-2 10-46 16,-2 6-43-16,0 23-32 15,3 12-3-15,6 5-5 0,10 0 6 16,15-5-6-16,3-8-1 16,18-11 0-16,23-13 0 15,7-9 1-15,5-4-4 16,-1-21-2-16,-7-6-25 16,-8-3-1-16,-13-2 14 15,-10-2-3-15,-8-1 12 16,-6 3 9-16,0 7 3 15,0 9 0-15,0 11 7 16,0 9 24-16,0 0-34 16,0 31-4-16,0 14 4 15,13 12 3-15,7 6 5 16,0-1-3-16,-3-4 8 0,-9-3 11 16,-6-7-9-1,-2-11-3-15,-7-5-2 0,-20-7 9 16,-8-2-2-16,-5-6-10 15,-6-5-2-15,1-5-5 16,4-7-8-16,7 0-87 16,12-16-100-16,15-19-188 15,7-11-371-15</inkml:trace>
  <inkml:trace contextRef="#ctx0" brushRef="#br1" timeOffset="165732.68">13776 3763 1350 0,'0'0'127'0,"0"0"-127"0,-12 92 0 16,12-7 3-16,0 21 60 16,0 10-6-16,7 0-4 15,-2-6-37-15,-2-13-12 16,0-15-3-16,-1-14-2 15,-2-14-9-15,0-15-119 16,0-17-122-16,0-20-263 16</inkml:trace>
  <inkml:trace contextRef="#ctx0" brushRef="#br1" timeOffset="166321.04">13808 3782 604 0,'0'0'914'16,"-109"-30"-879"-16,39 28-33 16,-12 2 57-16,-8 0 24 15,-11 0-37-15,-13 0-11 16,-4 2-13-16,-8 0 2 16,-7 0-13-16,-3 0-1 15,4-1 1-15,2 1-10 16,13-2 0-16,14 0-1 15,17 0 0-15,17 0 2 0,19 0 0 16,18-5-1-16,16 1 2 16,7 1-1-16,8 2 2 15,1 1 2-15,0 0-3 16,0 0 6-16,0 0-7 16,0 0-2-16,0 1-2 15,0 32-7-15,0 26 9 16,4 25-3-16,10 19 6 15,1 7-3-15,-2 8 4 16,-3 5-4-16,-5 4 0 16,-5-3 0-16,0-8 2 15,0-10-2-15,-3-12-2 16,-9-11 2-16,-1-13 1 16,1-22 1-16,4-18 1 0,3-19 3 15,5-8-2-15,0-3 11 16,0 0-5-16,3 0 1 15,34 0-10-15,26-9 2 16,30-2 9-16,24 2-7 16,18 0-3-16,21-2 4 15,19-1-6-15,20-1 0 16,5 2-3-16,-15 5-5 16,-27 6-7-16,-40 0-21 15,-34 0-12-15,-31 2-41 16,-21 4-108-16,-22-5-127 15,-10-1-374-15</inkml:trace>
  <inkml:trace contextRef="#ctx0" brushRef="#br1" timeOffset="166766.35">12019 5481 1205 0,'0'0'133'15,"0"0"-123"-15,0 0-3 16,0 0 28-16,0 0-14 16,0 0 4-16,35 109 74 15,-10-62-48-15,-3-3-35 16,-3-11 3-16,0-13 9 16,-1-11 7-16,9-9 7 15,10-7 2-15,18-28 4 0,16-19-14 16,16-17-29-1,16-9 3-15,11-11-3 0,1 7-5 16,-13 12 0-16,-25 16-20 16,-27 23-44-16,-25 18-98 15,-25 13-169-15,-16 2-416 16</inkml:trace>
  <inkml:trace contextRef="#ctx0" brushRef="#br1" timeOffset="167066.2">12296 5390 1349 0,'0'0'247'15,"0"0"-247"-15,0 0-39 16,0 0 39-16,57 102 17 0,-20-39 14 16,-9 9-6-1,-9-2 25-15,-11-3-17 0,-8-6-13 16,0-15 6-16,0-16-13 15,0-15 15-15,0-15 3 16,2-6 4-16,28-34-4 16,24-24-9-16,22-21-22 15,21-16 9-15,15-15-9 16,24-15 0-16,17-17-7 16,19-6-6-16,9 1-37 15,-7 9-54-15,-22 19-172 16,-31 13-439-16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51:44.620"/>
    </inkml:context>
    <inkml:brush xml:id="br0">
      <inkml:brushProperty name="width" value="0.05292" units="cm"/>
      <inkml:brushProperty name="height" value="0.05292" units="cm"/>
      <inkml:brushProperty name="color" value="#002060"/>
    </inkml:brush>
  </inkml:definitions>
  <inkml:trace contextRef="#ctx0" brushRef="#br0">4754 6130 353 0,'0'0'595'0,"0"0"-539"15,0 0-45-15,0 0 16 16,-29-77 66-16,29 48-62 0,0 0-2 16,6 2-5-1,11 1-2-15,5 7 0 0,2 4-16 16,1 10-2-16,2 5-3 16,-2 5-1-16,-2 18 0 15,-2 12 4-15,-6 5 3 16,-9 6-5-16,-6-1-2 15,0 0 3-15,-7-1-5 16,-12-3 5-16,-1-4 6 16,0-9-9-16,0-5 3 15,6-13 5-15,3-5-4 16,4-5 10-16,2-6 5 16,5-16-13-16,0-7-6 15,5-2-8-15,15 3 0 16,5 9 0-16,3 8-10 15,3 11 13-15,4 0-3 0,2 25 6 16,-2 13 0-16,-4 11 1 16,-9 4-1-16,-9 1 2 15,-10 1 0-15,-3-4 9 16,-1-8 3-16,-17-7 19 16,-8-3 9-16,-1-7 15 15,-8-5 0-15,-1-3 2 16,0-5-14-16,0-6-18 15,4-5-8-15,4-2-12 16,5 0 1-16,3 0-6 16,6 0-23-16,6-9-62 15,6-5-70-15,2-6-77 16,2-7-339-16</inkml:trace>
  <inkml:trace contextRef="#ctx0" brushRef="#br0" timeOffset="751.08">5301 5318 1066 0,'0'0'132'0,"0"0"-116"16,0 0-16-16,0 0 65 15,0 0-10-15,0 0-34 16,-42-3-4-16,23 6 15 15,-2 1-3-15,0-2-9 16,-3-2-2-16,2 0 2 16,0 0-3-16,4 0 6 15,4 0-8-15,3-3-8 0,3-2 0 16,3 0-1-16,0 3-4 16,3 0 6-16,2 1-8 15,0 1 0-15,0 0-5 16,-2 0 1-16,2 3-8 15,0 16 1-15,0 13 11 16,0 4 1-16,-1 2 1 16,-1-5-1-16,0-6 0 15,1-5-1-15,1-4 1 16,0-6-1-16,0-4 0 16,0-5-2-16,0-1-12 15,0-2 12-15,0 0 0 0,8 0 2 16,12 0 2-16,9-10 10 15,4-2-10-15,0 7-2 16,3 3-4-16,-5 2 1 16,1 9-1-16,-7 15-1 15,-7 4 4-15,-5 5-1 16,-9 1 2-16,-4-4 1 16,0-2 5-16,-3-2 15 15,-16 0 12-15,-5-1-2 16,-5-3 0-16,-3 0-11 15,3-6-12-15,3-4-5 16,4-2-3-16,2-2 0 16,2-3-7-16,4-1-45 15,6-4-67-15,5 0-34 16,3 0-69-16,0-21-288 0</inkml:trace>
  <inkml:trace contextRef="#ctx0" brushRef="#br0" timeOffset="1186.03">5453 4817 967 0,'0'0'52'0,"0"0"-44"15,0 0 21-15,0 0 43 16,0 0-70-16,0 0 7 16,0 44-9-16,7-7 37 15,-2 8 1-15,1 2-19 0,-2 0-15 16,-1 2 3-16,2-4-4 16,1-1 0-16,-3-4-6 15,0-8-3-15,1-5-90 16,-1-7-98-16,0-12-107 15,-2-8-199-15</inkml:trace>
  <inkml:trace contextRef="#ctx0" brushRef="#br0" timeOffset="1480.25">5693 4814 883 0,'0'0'152'16,"0"0"-152"-16,0 0 0 16,0 0 3-16,0 0 50 15,13 123 27-15,-6-61-27 16,-3 1-40-16,-1 2 4 15,0-6-1-15,-3-10-15 16,0-8-1-16,0-8-2 16,0-6-73-16,0-7-122 15,0-11-286-15</inkml:trace>
  <inkml:trace contextRef="#ctx0" brushRef="#br0" timeOffset="2251.84">5836 4256 586 0,'0'0'201'15,"0"0"-190"-15,0 0 30 16,0 0 71-16,0 0-22 15,0 0-34-15,-2-6-24 16,2 3 15-16,0 2-4 16,0-1-10-16,0 2-15 15,0-1-10-15,0-2-6 16,12 3 2-16,3 0-2 16,3 0 0-16,4 0 0 15,1 0 0-15,3 6-1 0,-1 1 2 16,0-3-1-1,-4-2 0-15,-2-1-1 0,-6-1 2 16,-6 0 2-16,-2 0-1 16,-3 0 3-16,-2 0-2 15,0 0 16-15,0 0-1 16,0 0-13-16,0 0-1 16,0 2-6-16,0 9-5 15,0 8-6-15,2 13 11 16,1 11 7-16,-2 7 3 15,1 2-8-15,0 0 0 16,0-6-1-16,-1-4-1 16,1-6-2-16,1-9-74 15,-1-7-38-15,3-6-50 16,0-11-119-16,0-3-108 0</inkml:trace>
  <inkml:trace contextRef="#ctx0" brushRef="#br0" timeOffset="2529.46">6299 4097 1070 0,'0'0'74'0,"0"0"-70"15,0 0-3-15,0 0 3 16,0 0 1-16,19 85 20 16,-9-36 6-16,-2 4-19 15,-2-2-10-15,0-1 0 16,-3-1-2-16,-3 0-2 16,0 0-86-16,0-7-213 15,0-8-170-15</inkml:trace>
  <inkml:trace contextRef="#ctx0" brushRef="#br0" timeOffset="4065.46">6425 4681 308 0,'0'0'43'0,"0"0"-38"15,0 0 13-15,0 0 25 16,0 0 7-16,0 0-3 16,4 11 16-16,-4-10-5 15,0 2-3-15,0-3 10 0,0 2 0 16,0 0-1-16,0-1-11 16,0-1-15-16,0 2-6 15,0-2-15-15,0 0-2 16,0 0 8-16,0 0 0 15,0 0-4-15,0-7-14 16,0-1-5-16,0 0 8 16,0 2-2-16,0 4-6 15,0 2 0-15,0 0-6 16,0 0-8-16,7 5 14 16,-1 8 3-16,-2 3 5 15,-2 2-3-15,-2 0 4 16,0-1-3-16,0-4 3 0,-2-2-4 15,-6-7 17-15,-1-1 2 16,-1-3 2-16,-1 0-7 16,-3 0-11-16,3-11 9 15,-2-2-2-15,4-1 1 16,4 6-12-16,3 3-3 16,2 2 1-16,0 3-2 15,0 0-13-15,0 0-16 16,10 12 4-16,7 5-65 15,0 1-140-15,-2-2-223 16</inkml:trace>
  <inkml:trace contextRef="#ctx0" brushRef="#br0" timeOffset="5598.96">6759 6289 326 0,'0'0'427'16,"0"0"-412"-16,0 0-15 15,0 0 38-15,0 0 77 16,0 0 7-16,-20-25-48 16,20 25-34-16,0 0-13 15,0-2-14-15,11 1-7 0,20-2 3 16,15 0 5-16,20-2 12 16,12 2-7-16,21-4-7 15,18-4-4-15,15-1-2 16,10-5 1-16,4 1-6 15,-15 3-1-15,-12 2-2 16,-24 3 2-16,-24 7 1 16,-19-1-1-16,-17 2 1 15,-16 0-1-15,-9-1 2 16,-7-1 1-16,-3 2 7 16,0 0 68-16,0-4-7 0,0-5-17 15,-6-5-40 1,-4-1-9-16,-3 0-2 0,0 2 7 15,-2-4-10-15,-2 1 3 16,-2-1 0-16,3 0-3 16,3 3 2-16,3 6 0 15,4 2-1-15,3 3 0 16,3 3-1-16,0 0 0 16,0 3-9-16,0 21 5 15,10 7 3-15,2 6 1 16,-2 0 0-16,-1 4-1 15,-3 1-6-15,1 3-113 16,-2 0-39-16,0-8-204 16,-5-8-219-16</inkml:trace>
  <inkml:trace contextRef="#ctx0" brushRef="#br0" timeOffset="6798.29">11107 5777 764 0,'0'0'120'16,"0"0"-88"-16,0 0-19 15,0 0 50-15,0 0 63 16,0 0-33-16,-14-49-58 15,14 57-35-15,0 23 1 16,3 12 24-16,5 11 26 0,4 1-26 16,-4 1-11-16,0-5-12 15,1-3 2 1,-4-4-4-16,1-3-3 0,0-5-11 16,0-5-75-16,4-7-75 15,6-12-142-15,1-12-103 16</inkml:trace>
  <inkml:trace contextRef="#ctx0" brushRef="#br0" timeOffset="7315.28">11467 5799 879 0,'0'0'106'0,"0"0"-94"15,0 0-3-15,0 0 85 16,-57-80 23-16,45 76-47 16,-1 4-9-16,-2 3-37 15,-5 18-20-15,0 8 2 16,3 5 7-16,5 1-8 16,9-5-4-16,3-5-1 15,0-5-2-15,12-7 2 16,6-5-1-16,0-8-3 15,-1 0 3-15,2-3-3 16,-6-14 1-16,-1-4 2 16,-5-3-7-16,-4 1 6 0,-3-4 2 15,0 2 0-15,0 4 1 16,0 6-1-16,0 8 2 16,0 5-4-16,0 2 2 15,3 9-23-15,9 21 23 16,3 11 5-16,1 8 7 15,0 4-3-15,-4-2-3 16,-1-4 5-16,-4-5-2 16,-5-8-3-16,-2-2 5 15,0-5 4-15,-14-6 14 16,-10-1-9-16,-2-7-7 16,-3-1-4-16,-1-8-9 15,2-4 0-15,3 0-35 0,7-13-66 16,4-11-55-1,11-10-217-15,3-6-252 0</inkml:trace>
  <inkml:trace contextRef="#ctx0" brushRef="#br0" timeOffset="7848.09">11586 5450 833 0,'0'0'117'0,"-94"-94"-76"16,41 51-25-1,-4 4 68-15,-4 3-12 16,-1 4 16-16,3 10-28 0,1 7-7 16,5 10-18-16,2 5 10 15,-3 7-24-15,2 24-2 16,0 17-7-16,2 21 2 15,5 24 11-15,8 19-4 16,12 14-7-16,13 9 10 16,12 1-5-16,6-2-1 15,27-2-3-15,10-12-12 16,12-11 2-16,11-18-4 16,2-15 2-16,7-20-3 15,6-10-6-15,7-20 6 16,6-18-1-16,0-8 1 0,-4-22-17 15,-10-20 4-15,-8-14-9 16,-9-12 22-16,-9-15 1 16,-11-16 3-16,-11-10 0 15,-10-13 0-15,-15-3-1 16,-7-1 1-16,-7 1-3 16,-25 6-1-16,-6 12 0 15,-5 20 0-15,-1 23 1 16,7 23-1-16,7 21-2 15,6 14-12-15,11 6-55 16,8 18-99-16,5 22-31 16,0 9-86-16,18 2-163 0</inkml:trace>
  <inkml:trace contextRef="#ctx0" brushRef="#br0" timeOffset="8181.18">11922 5481 1242 0,'0'0'62'0,"0"0"-56"16,0 0 0-16,0 0-6 16,0 0 0-16,10 84 49 15,13-14-12-15,0 7-26 0,-1-2 1 16,0-12-7-16,-1-14-4 15,-3-20 2-15,0-15 2 16,2-14 55-16,8-6 24 16,16-35 5-16,18-22-50 15,11-26-24-15,13-17-9 16,7-22-4-16,12-20-1 16,9-11-1-16,-4 4-40 15,-13 18-53-15,-26 27-113 16,-29 31-142-16</inkml:trace>
  <inkml:trace contextRef="#ctx0" brushRef="#br0" timeOffset="26211.8">17200 3388 660 0,'0'0'67'0,"0"0"-57"15,0 0 6-15,-14 78 17 16,-4-57 15-16,-3-4 43 16,-8-3-3-16,-3-7-15 15,-1-4-14-15,-1-3-20 0,1-1-1 16,3-21-21-16,3-7 4 16,7-12 8-16,6-10-25 15,11-9 6-15,3-1-10 16,9 3 4-16,12 8-4 15,7 10 0-15,1 20 0 16,4 20-3-16,2 15-7 16,3 44 10-16,-11 25 4 15,-6 16 7-15,-17 10-3 16,-4-1-7-16,-19-3 2 16,-16-6 1-16,-7-9-3 15,-8-10-1-15,-5-19 0 16,1-17 10-16,2-19 18 0,7-17-9 15,9-9 17-15,5-24 5 16,8-31-21-16,9-23-20 16,13-12-14-16,1 1 11 15,20 13 0-15,9 23-2 16,0 22 3-16,3 19 2 16,4 12-6-16,3 21-6 15,5 24 3-15,-3 15 8 16,3 11-5-16,-2 4-5 15,3 0-53-15,5-10-91 16,4-20-204-16,1-24-167 16</inkml:trace>
  <inkml:trace contextRef="#ctx0" brushRef="#br0" timeOffset="26494.52">17482 3504 1136 0,'0'0'110'0,"0"0"-109"15,0 0 15-15,-85 116 16 16,68-39 37-16,14-2-44 16,3-8-25-16,29-10 1 15,14-16 0-15,7-15 8 16,-1-19-2-16,-1-7 0 16,-8-20 11-16,-10-17 6 0,-11-10 9 15,-18-4 23 1,-1 1-10-16,-24-5-27 0,-20 8-7 15,-6 7-12 1,-4 14-3-16,5 16-3 0,13 10-26 16,11 9-77-16,20 16-49 15,5 3-81-15,27-8-255 16</inkml:trace>
  <inkml:trace contextRef="#ctx0" brushRef="#br0" timeOffset="27461.24">17850 3654 312 0,'0'0'855'0,"0"0"-807"16,0 0-46-1,0 0 48-15,0 0 23 0,-32-91-31 16,32 59-25-16,2 2-6 16,16 6 3-16,6 9-13 15,-1 12-1-15,3 3 0 16,0 26-7-16,3 17 7 16,-3 13 19-16,-4 5-2 15,-8 1-9-15,-11 0-8 16,-3-8 2-16,0-9 8 15,0-12-8-15,-2-13-2 16,-3-11 19-16,3-8-2 16,2-1-1-16,0 0 12 15,-1-25 2-15,1-19-27 16,0-16-3-16,0-10-12 0,11 6 5 16,11 10-19-16,1 16 24 15,1 18 1-15,0 20-6 16,-1 4-1-16,3 30-2 15,0 14 10-15,-3 5 7 16,-3-2-3-16,-7-4-3 16,-4-6 0-16,-6-12-1 15,-3-6-2-15,0-11 2 16,0-9 2-16,0-3 10 16,0 0 15-16,0-24-1 15,0-17-25-15,0-14-1 0,9-14-10 16,11 0 5-16,6 8-3 15,3 17-4 1,-3 19 12-16,-4 22 0 0,2 3-5 16,-1 33-10-16,0 12 15 15,-1 7 10-15,-2-1-7 16,-1-7 0-16,-4-4-2 16,2-12 0-16,-1-8-1 15,1-12-8-15,-1-8-21 16,1-5-3-16,0-22 20 15,1-11-2-15,1-11 9 16,-3-6 4-16,0-5-5 16,-5 1-4-16,-2 15 10 0,-4 15 5 15,-4 17 2-15,-1 12 14 16,2 18-21 0,2 27 3-16,0 14 35 0,3 7-23 15,5-3-10-15,3-11-5 16,5-5 0-16,3-12-70 15,3-17-75-15,-2-15-90 16,0-6-138-16,-6-32-186 16</inkml:trace>
  <inkml:trace contextRef="#ctx0" brushRef="#br0" timeOffset="27580.71">18802 3172 1138 0,'0'0'0'0,"0"0"-82"15,0 0 51-15,0 0-87 16,-36 117-278-16</inkml:trace>
  <inkml:trace contextRef="#ctx0" brushRef="#br0" timeOffset="27894.04">19029 3433 1473 0,'0'0'11'0,"0"0"-11"16,0 0 0-16,7 94 37 16,1-39-5-16,0-3-17 0,-1-5-4 15,-1-7-5-15,0-16-5 16,-3-11 1-16,-2-8-2 16,1-5 6-16,2-17 24 15,2-19 25-15,6-18-41 16,5-8-9-16,4 3 6 15,3 13-7-15,1 16-1 16,-1 15 1-16,-3 15-4 16,-1 3-12-16,-2 33 0 15,-8 19-21-15,-8 16-26 16,-2 7-138-16,-30 5-188 16,-15 2-463-16</inkml:trace>
  <inkml:trace contextRef="#ctx0" brushRef="#br0" timeOffset="28829.96">16363 4865 663 0,'0'0'387'0,"-32"-89"-352"16,20 56-11-16,5 15 123 16,2 11-29-16,5 7-33 15,0 39-85-15,0 27 0 16,0 22 25-16,0 16-4 16,14-2-15-16,3-11-3 15,9-14-1-15,0-23-2 16,5-18-4-16,-1-19 0 15,3-17-6-15,2-5-8 16,6-33-5-16,-1-13-20 16,-7-16 16-16,-10-10 27 15,-16 0 0-15,-7 5 0 0,0 15 0 16,-15 19 4-16,3 18 25 16,2 11 16-16,7 9-17 15,2 26-28-15,1 27 0 16,0 21 0-16,6 5 13 15,22-6-13-15,13-17-1 16,7-16 1-16,1-20-18 16,-6-20-10-16,-1 0 11 15,-7-29-3-15,-5-19 1 16,-7-13-7-16,-9-11 16 16,-13-6 7-16,-1-6 1 15,-15 1-4-15,-13 2 2 16,-2 11 4-16,3 23 8 0,10 21 4 15,8 21 35 1,6 15-37-16,3 43 0 16,0 31-10-16,11 28 20 0,9 21-8 15,7 3 1-15,1 4-4 16,0-4-6-16,-3-12-3 16,-9-9-2-16,-10-17-7 15,-6-18-61-15,0-15 15 16,-8-20-49-16,-4-17-45 15,6-23-111-15,4-6-49 16,2-34-180-16</inkml:trace>
  <inkml:trace contextRef="#ctx0" brushRef="#br0" timeOffset="29010.96">16936 5099 1091 0,'0'0'141'0,"0"0"-102"16,0 0 30-16,110-76-22 15,-60 90 4-15,-2 24-17 16,-7 12-7-16,-13 9-18 16,-13 4-6-16,-10-1-3 15,-5-6-19-15,0-7-60 16,-10-7-46-16,-1-13-119 16,4-22-234-16</inkml:trace>
  <inkml:trace contextRef="#ctx0" brushRef="#br0" timeOffset="29221.97">17289 4765 995 0,'0'0'170'0,"0"0"-100"15,0 0-7-15,0 0-24 16,0 0-17-16,0 0 55 16,24 125-37-16,-10-55-30 15,3 5-6-15,-3-2-4 16,3-4-1-16,2-13-50 15,4-15-51-15,5-19-29 16,6-20-93-16,1-2-38 16,-1-32-14-16,-3-11-160 15</inkml:trace>
  <inkml:trace contextRef="#ctx0" brushRef="#br0" timeOffset="29543.86">17618 5015 448 0,'0'0'231'16,"0"0"-37"-16,0 0 31 15,0 0-90-15,0 0-29 16,0 0-91-16,-29 11-14 15,29 56 47-15,0 2-19 16,2-7-20-16,21-18-6 16,6-17-3-16,4-15 0 15,1-12 10-15,-3-3 1 16,-6-23-1-16,-6-8-2 16,-9-8 0-16,-10-5 27 0,0 0-6 15,-12-2-2-15,-11 7-9 16,-7 4 0-16,3 10-14 15,3 10-2-15,8 9-2 16,8 7-2-16,4 2-1 16,4 15-3-16,0 18 1 15,0 7 1-15,8-2-46 16,11-2-45-16,1-5-9 16,3-12-25-16,4-10-62 15,5-9-73-15,2-3-35 16,-1-16-136-16</inkml:trace>
  <inkml:trace contextRef="#ctx0" brushRef="#br0" timeOffset="30177.21">18079 4948 899 0,'0'0'210'0,"0"0"-184"15,0 0 84-15,-102-24 50 16,76 37-86-16,0 20-50 15,5 10-10-15,7 3 5 16,7-3-16-16,7-8 2 16,0-10-5-16,10-13-3 15,14-11 3-15,8-1 0 16,1-20-6-16,3-14-3 16,-3-9-8-16,-7 2 11 15,-6 1 6-15,-6 5 2 0,-4 12-1 16,-3 9 0-1,-4 8-1-15,2 6 0 0,1 0-5 16,7 21-12-16,3 11 17 16,4 2-1-16,2 3-1 15,4-7 1-15,12-11-78 16,8-10-45-16,15-9 38 16,4-4 60-16,0-24-68 15,-5-3-95-15,-6-5 59 16,-13-2 76-16,-12 5 54 15,-14 8 13-15,-15 9 105 16,0 9 108-16,-12 7-70 0,-13 12-112 16,-4 23-6-1,0 12 37-15,5 0 4 0,14-2-38 16,10-12-20-16,7-16-17 16,23-15 1-16,6-6 5 15,0-31 19-15,-4-12-13 16,-9-5-12-16,-13-3 20 15,-10-2 23-15,0-6-1 16,-25-3-12-16,-9-2-9 16,-8 2-16-16,0 7-6 15,4 17-3-15,10 17 0 16,8 21-7-16,3 12-10 16,2 36-16-16,2 24-31 15,8 15-68-15,5 2-145 0,6-8-237 16</inkml:trace>
  <inkml:trace contextRef="#ctx0" brushRef="#br0" timeOffset="30710.63">19385 4418 950 0,'0'0'165'15,"0"0"-136"-15,0 0 38 16,0 0 35-16,0 0-62 16,0 0-40-16,-22 106 0 15,22-5 22-15,6 8 6 16,11 3-23-16,4-5-4 15,-1-7-1-15,-6-11-130 16,-3-22-111-16,-6-26-318 0</inkml:trace>
  <inkml:trace contextRef="#ctx0" brushRef="#br0" timeOffset="31314.01">19313 4824 1271 0,'0'0'51'0,"0"0"-51"0,0 0-1 16,0 0 1-16,127-49 15 16,-60 31-4-16,0-2-6 15,-7 1 2-15,-8-3-6 16,-13 5 0-16,-13-3 1 16,-13 0-2-16,-11 0 5 15,-2 3 0-15,-3 2-5 0,-11 2 3 16,3 9 27-16,4 4-6 15,1 4-20-15,-3 31-4 16,-1 18 0-16,-2 18 4 16,9 5 0-16,3-1 1 15,0-6 0-15,8-12-5 16,11-14 1-16,-2-19 0 16,-1-12-1-16,-1-12 7 15,0-5 1-15,0-20 8 16,0-13-12-16,0-6 0 15,-5-5 0-15,-3-2-4 16,-2 10 1-16,-4 10 0 16,-1 14-1-16,3 16 0 0,-2 1 0 15,4 24-19-15,5 17 19 16,3 8 23 0,3-1-14-16,4-3-4 0,5-10-5 15,3-11 4-15,4-12-1 16,-2-10-1-16,-3-2 4 15,-5-12 0-15,-4-17 1 16,-6-7-1-16,-4-6-6 16,-5 0 6-16,-3 2 13 15,0 14-11-15,0 10 27 16,0 12 2-16,0 4-33 16,0 17-4-16,0 20-19 15,9 13 19-15,14 7 0 0,12-3-79 16,14-7-61-1,11-12-88-15,5-16-208 0</inkml:trace>
  <inkml:trace contextRef="#ctx0" brushRef="#br0" timeOffset="31613.54">20776 4910 1213 0,'0'0'155'15,"0"0"-151"-15,15-107 30 16,-8 63 47-16,-4-2-37 15,2-2-7-15,-5-5-13 16,0 1-8-16,0-1-2 0,-12 2-8 16,-3 6 6-1,1 10-2-15,3 14 1 0,3 13 24 16,5 8-8-16,-1 0-27 16,4 34-10-16,0 27-3 15,0 29 13-15,4 25 9 16,9 1 0-16,3 4-7 15,0-1-1-15,-5-4 1 16,0-7-4-16,-8-6-1 16,-3-18-73-16,0-15-124 15,0-22-172-15,1-25-324 16</inkml:trace>
  <inkml:trace contextRef="#ctx0" brushRef="#br0" timeOffset="31832.05">20672 4864 1193 0,'0'0'172'0,"-4"-120"-156"16,20 85 17-16,26 14 48 15,10 18-48-15,7 3-19 16,3 30 16-16,-6 18 4 16,-11 8-26-16,-15 0-6 15,-12 2-4-15,-12-8-3 16,-6-6-34-16,0-6-43 15,0-15-64-15,0-16-83 16,0-7-173-16,18-28 46 16</inkml:trace>
  <inkml:trace contextRef="#ctx0" brushRef="#br0" timeOffset="32427.61">21234 4797 615 0,'0'0'186'0,"0"0"-62"15,0 0 65-15,30-82-6 16,-30 77-12-16,-13 5-73 15,-10 0-69-15,-9 14-19 16,-5 10-10-16,5 4 11 16,4 1-7-16,11-4-2 15,11-3-2-15,6-6-2 16,0-3-6-16,19-8 4 16,11-4-29-16,9-1 1 15,4-8-14-15,-2-17 11 16,-6-3 0-16,-11-2 27 0,-10-3 8 15,-6-3 6-15,-8-3-2 16,0-4 8-16,0 1 27 16,-13 4-4-16,-4 4 31 15,1 10-31-15,0 8 12 16,7 10-5-16,0 3-29 16,4 3-5-16,2 0-8 15,0 0-3-15,-1 0-2 16,4 0 2-16,0 0 0 15,0 0 3-15,0 0 0 16,0 0 1-16,0 0 3 16,0 0-1-16,0 0 2 15,0 0-1-15,0 0 1 0,0 0-2 16,0-8-1-16,0-3-2 16,0-5 3-16,0-4-2 15,0 1 2-15,0 2-1 16,0 8 0-16,0 5 4 15,0 4 2-15,0 0-6 16,0 0-2-16,0 16-12 16,0 15 11-16,0 9 1 15,0 8 0-15,0 4-1 16,7 0 3-16,4 0-4 16,4 0-3-16,7-1-62 0,5-4-58 15,5-10-123 1,0-12-217-16</inkml:trace>
  <inkml:trace contextRef="#ctx0" brushRef="#br0" timeOffset="32842.58">21702 4744 1212 0,'0'0'7'16,"0"0"2"-16,0 0 47 15,0 0-6-15,0 0-7 0,0 0-13 16,-15-28-7 0,15 27-23-16,0 1 4 15,0-5 14-15,0-2 0 0,0-4 11 16,0-9-12-16,0-3 18 16,0-9 5-16,0-7-13 15,-8-3 15-15,-8-7-13 16,2 2-17-16,-3 1 5 15,3 8-6-15,4 15-9 16,4 14 21-16,4 7-4 16,0 2-19-16,2 34-13 15,0 24 8-15,0 24 5 16,4 20 2-16,9 7-1 16,2 1 2-16,1 1-2 15,-5 2 0-15,-5-8-1 0,-6-6-1 16,0-11-1-1,-11-21-84-15,-11-18-62 0,-3-19-80 16,0-20-195-16,1-10-164 16</inkml:trace>
  <inkml:trace contextRef="#ctx0" brushRef="#br0" timeOffset="32964.55">21414 5075 809 0,'0'0'357'15,"0"-115"-340"-15,28 74-17 16,13 9 16-16,11 4-7 15,13 2-9-15,7 5-3 16,5 5-57-16,-1 1-172 16,8 2-266-16</inkml:trace>
  <inkml:trace contextRef="#ctx0" brushRef="#br0" timeOffset="33476.49">22392 4570 1284 0,'0'0'191'0,"0"0"-189"15,0 0 51-15,0 0 11 16,0 0-57-16,0 0-2 16,-71 99 11-16,73-53-11 15,26-7-5-15,5-8 0 16,-1-10-3-16,-7-10 3 16,-10-8-35-16,-6-3 6 15,-8-8 26-15,-1-17 0 16,-1-14 4-16,-27-8-1 0,-8-9 17 15,-6-8 2-15,2-8-4 16,8-5 8-16,13 3-10 16,12 13-4-16,7 14 7 15,3 17-16-15,20 15-2 16,9 12-4-16,7 3 0 16,5 22 4-16,7 23-4 15,-3 23 4-15,-1 20 1 16,-9 21-1-16,-11 23 2 15,-15 13 20-15,-12 14-4 16,0 1-8-16,-20-16-6 16,3-22 0-16,5-37 0 15,9-33-2-15,3-28 28 0,0-23 3 16,10-4-14-16,13-32 28 16,3-17-16-16,-1-16-16 15,-10-7-5-15,-10-6-7 16,-5 6-2-16,-8 12-5 15,-20 16-24-15,-11 26-25 16,-16 21-63-16,-24 20-150 16,-20 35-277-16</inkml:trace>
  <inkml:trace contextRef="#ctx0" brushRef="#br0" timeOffset="34359.74">19939 6026 1382 0,'0'0'3'0,"-4"-111"-3"16,25 84-13-16,17 14 13 15,4 13 26-15,1 31-11 16,3 25 14-16,-2 15 36 0,-7 9-36 16,-10 2-4-1,-13-6-12-15,-10-8-12 0,-4-16 6 16,0-18-1-16,0-19-2 16,-8-13 18-16,-2-2 31 15,-2-24-15-15,2-20-36 16,1-15 0-16,8-10 1 15,1-11 1-15,7 1-3 16,19 9-2-16,6 11 4 16,3 22-4-16,0 19 1 15,-3 16 0-15,0 4 0 16,1 28 0-16,-2 11 0 16,-5 8 0-16,-6 1 0 15,-7-1 2-15,-1-4-2 16,1-6-27-16,3-3-44 0,5-13-95 15,13-12-71-15,6-11-142 16,2-17 27-16,-3-18 235 16,-8-11 117-16,-13 3 55 15,-8 8 63-15,-10 12 180 16,0 14-19-16,-1 9-69 16,-18 9-114-16,1 22-45 15,4 7 19-15,13-1-32 16,1-6-25-16,20-10-9 15,20-12 2-15,5-9 1 16,-1-7-3-16,-11-17 1 16,-13-5-5-16,-13-1 1 0,-7-6 3 15,-8-2-1-15,-21-2-3 16,-10 2 1-16,-6 7 1 16,-1 8 0-16,1 8-4 15,4-1-10-15,11 0-10 16,12-6 2-16,13-12-14 15,5-7-52-15,20-10 56 16,15 4 30-16,7 3 2 16,0 9 1-16,3 6 15 15,0 12 2-15,-2 12-7 16,1 5 12-16,-4 31 9 16,-4 20-5-16,0 16 14 15,-8 12 16-15,-6 3-21 0,-5 7 0 16,-9-3-22-1,-8-4-10-15,0-5-6 0,-1-8-11 16,-18-10-68-16,-1-13-130 16,-5-17-103-16,-2-21-461 15</inkml:trace>
  <inkml:trace contextRef="#ctx0" brushRef="#br0" timeOffset="34876.12">20969 6097 1202 0,'0'0'183'0,"0"0"-181"16,0 0-2-16,136-71 20 0,-61 43 14 16,11-2 1-1,3-4 2-15,-8 6-14 0,-19 5-19 16,-23 7 1-16,-26 7-4 16,-13 1 4-16,-7 3 71 15,-21 2-29-15,-9 3-21 16,-5 5-18-16,4 20-4 15,2 11 5-15,13 7-2 16,13 6-6-16,10 1 1 16,19-7-2-16,26-6-5 15,17-15-24-15,15-15-27 16,15-7-10-16,6-17-32 16,2-16 29-16,-11-3 69 0,-24-1 3 15,-25 5-1 1,-24-1-1-16,-16-4 4 0,0 2 25 15,-19 1 21 1,-3 7 4-16,4 10-2 0,6 6-12 16,9 9-4-16,3 2-19 15,0 13-18-15,10 18-1 16,15 14 1-16,7 6 8 16,1 3 7-16,-10-4-2 15,-7-5 13-15,-16-7 9 16,0-6-12-16,-30-4-4 15,-19-7-8-15,-9-4-9 0,-9-8-1 16,-5-2-1 0,-5-1-36-16,-5 1-27 0,-12 10-75 15,-11 8-212 1,-17 11-317-16</inkml:trace>
  <inkml:trace contextRef="#ctx0" brushRef="#br0" timeOffset="35126.22">19224 6910 1711 0,'89'-17'0'15,"46"6"-143"-15,55-7 143 0,40-7 16 16,31-6 18-1,30 0-3-15,13 0 15 0,4 6-20 16,-14 5-25-16,-42 5-2 16,-51 8-7-16,-59 1-80 15,-58 0-114-15,-51 1-83 16,-35-1-184-16</inkml:trace>
  <inkml:trace contextRef="#ctx0" brushRef="#br0" timeOffset="35376.12">19648 7139 1502 0,'152'-16'52'15,"53"2"-52"-15,53-4-53 16,36-7 53-16,22-6 66 15,3-2-39-15,-13 1-17 16,-20 2 7-16,-41 5-8 16,-42 3-9-16,-44 8-31 15,-49 3-109-15,-41 2-136 16,-34 0-227-16</inkml:trace>
  <inkml:trace contextRef="#ctx0" brushRef="#br0" timeOffset="35742.89">22929 6130 1547 0,'0'0'45'0,"0"0"-45"0,0 0 0 16,0 0 10 0,16 79 46-16,8-26-24 0,3-3-5 15,0-13 2-15,-4-8-14 16,-10-16-1-16,-4-11 2 16,-2-2-1-16,9-28 31 15,21-28 2-15,30-28-31 16,33-28-10-16,26-17 1 15,27-29-4-15,16-19-4 16,15-20-27-16,9-2-25 16,-13 21-17-16,-21 36-93 15,-37 39-267-15,-51 36-742 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5-08T11:53:12.820"/>
    </inkml:context>
    <inkml:brush xml:id="br0">
      <inkml:brushProperty name="width" value="0.05292" units="cm"/>
      <inkml:brushProperty name="height" value="0.05292" units="cm"/>
      <inkml:brushProperty name="color" value="#002060"/>
    </inkml:brush>
  </inkml:definitions>
  <inkml:trace contextRef="#ctx0" brushRef="#br0">18499 2701 1045 0,'0'0'64'16,"0"0"-41"-16,0 0 10 15,0 0 63-15,0 0-38 16,0 0-49-16,0 0-5 15,0-22-4-15,3 49-7 0,4 27 7 16,-1 30 7-16,1 13 17 16,-2 6 0-16,2-7-14 15,3-14-2-15,0-9-4 16,0-10-2-16,-2-12 0 16,-4-7-2-16,-3-8 0 15,-1-7 0-15,0-4-2 16,-5-6-16-16,-10-9-137 15,-2-10-113-15,-1-7-115 16</inkml:trace>
  <inkml:trace contextRef="#ctx0" brushRef="#br0" timeOffset="397.87">18453 2890 569 0,'0'0'513'0,"0"-116"-466"16,12 67-27-16,8 5 31 15,10 7 33-15,9 9-11 16,5 9-56-16,-2 16-14 16,-3 3-3-16,-9 15-2 15,-4 16-1-15,-10 6 3 16,-9 6 12-16,-7 10-11 16,-4 8 14-16,-24 4-3 15,-10 2-12-15,-7-9 12 16,-2-13-5-16,11-16-4 15,13-14-1-15,13-10 0 16,9-5 36-16,1 0 17 16,0 0 11-16,5-10-2 0,17-10-48 15,7-6-15-15,11 7-2 16,7 12 0-16,0 7-1 16,-2 20-2-16,0 19 5 15,-6 9-2-15,-7 9 1 16,-9 3-1-16,-10 2 0 15,-9 0-15-15,-4-6-62 16,0-2-56-16,0-10-149 16,-4-19-247-16</inkml:trace>
  <inkml:trace contextRef="#ctx0" brushRef="#br0" timeOffset="1014.4">19055 2931 1074 0,'0'0'115'0,"0"0"-97"16,0 0-5-16,0 0-13 15,-9 102 67-15,7-44-44 16,2 1-5-16,0-2 0 16,0-4-5-16,2-6-7 15,1-10-5-15,0-11 2 16,-3-12-2-16,0-10-1 15,0-2 1-15,0-2 13 16,0-12 10-16,-1-24 53 16,-13-20-70-16,-1-17-5 0,3-11 5 15,1-1-3-15,4 2 22 16,5 14-2-16,2 15-1 16,0 19 7-16,0 22-6 15,0 8-19-15,2 5-5 16,12 5-20-16,9 23 17 15,7 19 3-15,5 10 0 16,-2 3 3-16,-2-1 1 16,-7-7-3-16,-2-3-2 15,-8-11 1-15,-6-9 0 16,-1-12 1-16,-6-10-1 16,-1-5 0-16,0-2 9 15,0 0-1-15,0-7 21 0,0-27 28 16,0-14-50-1,0-14-7-15,0-3 0 0,2 5 6 16,13 9-6-16,3 14 1 16,-4 16 1-16,-4 12-2 15,0 9-5-15,2 0 4 16,7 21-3-16,3 18-1 16,0 12 2-16,-4 8 2 15,-6-1 1-15,-3-1 0 16,-8 1 0-16,-1-1 0 15,0-3-60-15,0-5-80 16,0-12-79-16,0-19-230 0,16-18-151 16</inkml:trace>
  <inkml:trace contextRef="#ctx0" brushRef="#br0" timeOffset="1297.44">19599 3015 911 0,'0'0'157'0,"0"0"-90"16,0 0 1-16,0 0-67 15,0 0-1-15,0 91 25 16,0-31 1-16,12-6 6 16,15-11-26-16,9-11 10 15,8-15 6-15,2-16 5 16,1-1 20-16,-5-18-4 16,-8-15-9-16,-6-12 48 15,-11-6-1-15,-10-9-43 16,-7-5 6-16,-12 5-23 0,-15 7-18 15,-7 17 2-15,1 16 1 16,-7 20-6-16,-4 7-7 16,-2 28-21-16,2 20-67 15,7 9-61-15,9 2-59 16,7 1-292-16</inkml:trace>
  <inkml:trace contextRef="#ctx0" brushRef="#br0" timeOffset="2433.21">19398 3872 482 0,'0'0'323'0,"0"0"-209"0,0 0 17 16,0 0 6-16,0 0-18 15,0 0-41-15,0 0-78 16,-10-4-19-16,15 73 19 15,7 20 1-15,-2 7 15 16,-1-5-8-16,-5-16-8 16,3-9-3-16,-2-12 3 15,-4-11 0-15,-1-8-4 16,0-9-74-16,0-14-206 16,0-12-230-16</inkml:trace>
  <inkml:trace contextRef="#ctx0" brushRef="#br0" timeOffset="2632.73">19273 3662 1393 0,'0'0'3'16,"0"0"0"-16,0 0 16 16,0 0 15-16,0 0-28 15,130-62-6-15,-73 79-3 16,-5 17-13-16,-10 19 13 15,-14 16-34-15,-18 15-80 16,-10 9-157-16,-19 3-209 16</inkml:trace>
  <inkml:trace contextRef="#ctx0" brushRef="#br0" timeOffset="2781.9">19214 4518 1008 0,'0'0'427'15,"0"0"-427"-15,0 0 15 16,0 0-8-16,129-49-1 15,-58 33-6-15,5 4-2 16,8 2-11-16,-1 0-67 16,1 0-104-16,-7-2-95 15,-15-5-117-15</inkml:trace>
  <inkml:trace contextRef="#ctx0" brushRef="#br0" timeOffset="3080.83">19962 4097 1210 0,'0'0'81'0,"0"0"-67"16,0 0-17-16,0 0 3 16,0 0 0-16,-39 134 17 15,39-74-6-15,5-6-9 16,23-12-2-16,4-11-1 16,5-12 1-16,1-14 19 15,-2-5 1-15,-8 0 0 16,-5-19 6-16,-9-7 35 15,-9-9-21-15,-5-11 25 16,-12-6-9-16,-20-6-43 16,-6 5-12-16,-2 6 0 15,3 14-1-15,7 14-5 16,9 17-16-16,8 2-130 0,12 17-82 16,1 9-89-16,21-2-110 15</inkml:trace>
  <inkml:trace contextRef="#ctx0" brushRef="#br0" timeOffset="3515.41">20343 4082 1215 0,'0'0'163'0,"0"0"-163"16,0 0 0-16,0 0 3 16,-82 120 9-16,71-54 14 15,7-1 10-15,4-8-15 16,15-13-19-16,17-7-2 0,10-14 2 15,4-11 5-15,6-12 0 16,3-3 5-16,1-25-1 16,-8-7-9-16,-10-12 9 15,-14-8-3-15,-16-5-1 16,-8-4 2-16,-15-1-9 16,-18 0 2-16,-9 7-2 15,-1 11 22-15,2 18-19 16,7 18-2-16,0 11 0 15,4 7-2-15,4 21-3 16,7 3-2-16,10 1 0 16,9-6 1-16,4 1-3 15,23-4 2-15,9 0 6 0,4 2 8 16,7 4-5 0,3 4 1-16,0 4-2 0,-1 7 0 15,-3-1-2-15,-5 3 0 16,-6-5 0-16,-8 0 0 15,-9-1-2-15,-6-5 0 16,-6-3-11-16,-4-5-166 16,-2-13-299-16</inkml:trace>
  <inkml:trace contextRef="#ctx0" brushRef="#br0" timeOffset="4099.89">20940 3906 1499 0,'0'0'27'0,"0"0"-27"15,0 0-12-15,-20 109 12 16,33-53 0-16,5 3 3 16,3-3-2-16,-7-6 1 15,-4-8 1-15,-4-13-2 16,-5-12-2-16,-1-10-1 15,0-7-1-15,-7-3 3 16,-13-25 11-16,-3-19-9 16,-2-16 6-16,2-14-5 15,6-12 2-15,7 2 9 0,10 13 7 16,0 22-18-16,3 23 10 16,17 26-13-16,7 3-3 15,8 36-9-15,10 17 9 16,4 12 3-16,-3 1-1 15,-4-3 1-15,-7-6 0 16,-8-10 0-16,-6-8-1 16,-10-13 0-16,-8-10 1 15,-3-8 1-15,0-7 2 16,0-1 31-16,0 0 76 16,0-23-23-16,-6-17-55 15,-2-17-25-15,1-11-6 16,5-4 0-16,2 1 1 0,0 12-4 15,7 17 1-15,5 18 0 16,1 15-7-16,2 9 0 16,6 8 4-16,6 29 4 15,4 17-7-15,-7 11 6 16,-2 6-1-16,-7-4-1 16,-1 0 2-16,-2 0-31 15,1-2-77-15,8-10-111 16,10-15-192-16</inkml:trace>
  <inkml:trace contextRef="#ctx0" brushRef="#br0" timeOffset="5130.24">22029 3910 1438 0,'0'0'86'0,"0"0"-81"0,0 0 81 15,-90-67 7-15,77 68-77 16,-4 37-16-16,-4 23-8 16,0 18 7-16,8 6 1 15,12-4 2-15,1-9 1 16,8-10-1-16,14-11-4 16,4-13 2-16,4-12-1 15,5-12 1-15,7-9 1 0,2-5 12 16,1-5 0-16,-5-14-7 15,-7-5-4-15,-2-5 1 16,-8-3 0-16,-5-6-3 16,0-2 0-16,-7 0-1 15,-3-1 0-15,-3 4-8 16,-5 3 6-16,0 7 1 16,-3 6-2-16,-5 6 3 15,-1 7 1-15,1 3 2 16,-2 3-2-16,2 2 2 15,-2 0-4-15,-2 11 2 16,-3 19-8-16,1 11 3 16,-1 8 3-16,7 7 2 15,7-5 0-15,1-6-2 16,1-7 0-16,17-11-3 0,6-9 2 16,1-6-1-16,5-9 4 15,2-3 3-15,0-2-3 16,-3-20-6-16,-2-5 6 15,-3-8-7-15,-4-6 1 16,-6-1 1-16,0-2 3 16,-6 6 2-16,1 9-1 15,-4 11 2-15,-2 11 0 16,2 7-1-16,-1 9-15 16,2 20-14-16,4 8 27 15,-1 6 2-15,1-2 6 16,0-8-3-16,1-9 0 0,1-10-2 15,-3-7 0 1,-2-5 6-16,-3-2 0 0,5-3 9 16,4-20 14-16,2-12-23 15,0-7-2-15,0-6-5 16,-2 2-2-16,-3 10-14 16,-3 12 11-16,-4 13 5 15,0 11 0-15,0 0-16 16,3 20-13-16,4 11 21 15,4 10 8-15,4-1 3 16,3-3-1-16,8-6-1 16,10-7-1-16,9-10 2 15,9-10 6-15,2-4-7 0,-6-7 5 16,-13-16 3 0,-10-6-7-16,-13-5 4 0,-10-8-5 15,-7-11-1-15,0-10-1 16,-19-12-3-16,-9-6-1 15,-4 7 5-15,2 14 6 16,6 22-2-16,13 18 18 16,4 15-5-16,5 5-17 15,2 19-4-15,-1 29-6 16,1 21 8-16,0 11 2 16,8 2 0-16,12-7 0 15,0-8 0-15,2-7 0 16,-4-6-1-16,-2-5-5 15,-6-10-81-15,-9-8-184 0,-1-14-308 16</inkml:trace>
  <inkml:trace contextRef="#ctx0" brushRef="#br0" timeOffset="5462.59">22959 4157 1174 0,'0'0'263'15,"-7"-78"-250"-15,7 48 48 16,9 3 34-16,18 4-53 15,9 8-42-15,11 7-7 16,5 8 4-16,-3 6 2 16,-6 21-4-16,-6 10 5 15,-9 7-8-15,-6-4 6 16,-10-1-1-16,-7-9 1 0,-5-9-2 16,0-8 4-16,0-6 1 15,0-7 7-15,0 0 2 16,0 0 31-16,0 0 3 15,-2-9-2-15,-4-15-25 16,-1-5-17-16,5-1-1 16,2 4-13-16,0 8-11 15,0 4-7-15,12 7 2 16,6 3-24-16,4 0-21 16,4 4-39-16,0 0-42 15,-1 0-63-15,0 0-103 16,-4-6-108-16</inkml:trace>
  <inkml:trace contextRef="#ctx0" brushRef="#br0" timeOffset="5848.41">23548 3978 641 0,'0'0'410'16,"0"0"-300"-16,0 0 17 15,0 0 10-15,0-79-62 16,0 76-5-16,0 0-32 16,0 0-27-16,0 1-11 15,0 0 1-15,0 1-1 16,0-3 2-16,0 0 2 15,0-1-3-15,0-7 0 16,2 2-1-16,1-2 0 16,1 0-9-16,-1 1 9 15,-2 1 4-15,1-1-3 0,-2-1 0 16,0 0 3-16,0 0-1 16,0 3 6-16,0 3 5 15,0 4 9-15,0 2 1 16,0 0-24-16,0 13-5 15,4 30-18-15,0 26 22 16,6 22 0-16,2 12 2 16,0 5 0-16,-2-2 0 15,-3 1-1-15,-4-5 0 16,-3-9-2-16,0-13 2 16,0-18-2-16,0-19 1 15,0-19-85-15,0-15-91 0,0-9-143 16,-9-13-204-1</inkml:trace>
  <inkml:trace contextRef="#ctx0" brushRef="#br0" timeOffset="5999.44">23596 4289 1557 0,'0'0'90'0,"0"0"-90"15,0 0 0-15,4-86-1 16,6 73 1-16,3 4-61 15,3 5-105-15,2 2-155 16,-11 2-321-16</inkml:trace>
  <inkml:trace contextRef="#ctx0" brushRef="#br0" timeOffset="7010.25">18875 5208 1090 0,'0'0'76'15,"0"0"-25"-15,0 0-21 16,0 0-24-16,0 0-2 16,10 90 1-16,12-12 62 0,1 6-18 15,-2 2-36-15,-5-5-7 16,-5-5-5-16,-5-4 0 15,-6-9-1-15,0-6-3 16,0-13-211-16,-9-21-252 16</inkml:trace>
  <inkml:trace contextRef="#ctx0" brushRef="#br0" timeOffset="7266.41">18763 5211 1309 0,'0'0'14'0,"0"0"-12"16,-5-84 19 0,33 67 15-16,12 9-4 0,12 8-13 15,9 0-18-15,-3 25 4 16,-4 6-5-16,-13 9-6 15,-12 6-1-15,-16 12-29 16,-13 11-85-16,-4 10-157 16,-30 3-167-16</inkml:trace>
  <inkml:trace contextRef="#ctx0" brushRef="#br0" timeOffset="7447.7">18686 6006 1398 0,'0'0'8'16,"0"0"-4"-16,117-14-4 16,-52 12 11-16,6 2-8 15,0 0-3-15,1 0-2 16,-2 0-8-16,-2 0-130 16,-9 0-126-16,-5-15-201 15</inkml:trace>
  <inkml:trace contextRef="#ctx0" brushRef="#br0" timeOffset="7948.82">19378 5554 1185 0,'0'0'72'0,"0"0"-64"16,0 0-6-16,0 0-2 16,0 0 2-16,0 0 11 15,4 132 78-15,7-63-69 16,3-3-15-16,-3-5-6 15,-2-12 3-15,-2-11-1 16,-6-17-3-16,1-11 0 16,-2-10 4-16,0 0-1 15,0-25 24-15,0-17-24 16,-9-14 0-16,-2-3 5 16,2 0-7-16,1 7 4 0,6 9 5 15,2 13 41 1,0 12-26-16,14 12-23 0,12 6-2 15,8 9 0-15,8 21-2 16,1 11 2-16,2 5 0 16,2-1 0-16,0-5 0 15,-1-5 1-15,-5-11-1 16,-11-7 4-16,-10-10-1 16,-11-7-1-16,-5 0 4 15,2-13 72-15,-3-23 23 16,0-15-76-16,-3-16 4 15,0-6-2-15,0-5-24 16,-16-1 5-16,0 14-3 16,3 15-2-16,3 18 1 15,5 17-4-15,5 10-7 0,0 5-51 16,8 3-94 0,21 19-91-16,11 5 40 0,3-2-301 15</inkml:trace>
  <inkml:trace contextRef="#ctx0" brushRef="#br0" timeOffset="8166.55">20156 5449 1116 0,'0'0'164'0,"0"0"-148"16,0 0-6-16,0 0 10 15,0 0-14-15,-13 109 94 0,17-50-54 16,12-1-29-16,-2-5-8 15,1-6-1-15,-3-4-6 16,-4-3-1-16,-2-8-1 16,-2-7-2-16,2-9-124 15,0-8-70-15,4-8-269 16</inkml:trace>
  <inkml:trace contextRef="#ctx0" brushRef="#br0" timeOffset="8532.5">20222 5496 1167 0,'0'0'92'0,"0"0"-74"15,0 0 54-15,0 0-5 16,0 0-56-16,0 0-6 0,69 58 22 16,-39-9-10-16,-3 0-7 15,-4-9-7-15,-3-8 2 16,-8-11-5-16,-5-11 4 15,-4-5 2-15,-3-5 5 16,2 0 97-16,-1-8-22 16,6-20-32-16,2-13-48 15,1-7-5-15,2-4 2 16,1 8-3-16,1 3 2 16,2 14-4-16,-4 12 0 0,-1 12-3 15,-1 3-3 1,5 23-3-16,4 17 7 0,-5 13 3 15,-4 8-5-15,-1 3 6 16,-2-1 0-16,1-3-8 16,4-6-123-16,3-12-113 15,7-16-208-15</inkml:trace>
  <inkml:trace contextRef="#ctx0" brushRef="#br0" timeOffset="8831.35">20879 5607 1140 0,'0'0'163'0,"0"0"-163"16,0 0 0-16,0 0 7 15,-14 102 17-15,38-71-5 0,12-8-2 16,9-11 29-16,5-10-27 16,-1-2 4-16,-8-14 7 15,-10-10 7-15,-17-5 33 16,-14-2-5-16,0-5-13 15,-21-2-25-15,-18 0-20 16,-5 4-1-16,-2 6-4 16,4 10-2-16,6 16-3 15,5 2-34-15,8 20-88 16,8 18-24-16,13 8-54 16,2-5-188-16,10-1-455 15</inkml:trace>
  <inkml:trace contextRef="#ctx0" brushRef="#br0" timeOffset="11119.6">16770 5764 969 0,'0'0'41'16,"-24"-78"-41"-16,23 56 0 16,1 10 5-16,0 9 23 15,0 3-26-15,0 19-2 0,5 23-2 16,5 18 2-16,-2 11 15 15,-4 1 8-15,-1-4 15 16,2-13 15-16,0-14-37 16,0-18-9-16,0-12-5 15,0-11 8-15,0 0 42 16,9-13 37-16,4-20-47 16,5-15-32-16,1-7-5 15,-4 8-5-15,-3 9 0 16,2 13-1-16,7 11-5 15,7 14-6-15,12 0 9 16,2 24-9-16,3 15 10 16,-6 4-1-16,-9 0 2 15,-8-8 1-15,-10-13 2 16,-10-11-1-16,-5-10 0 0,-2-1 9 16,0-4 63-16,0-22 51 15,-13-16-104-15,-6-11-11 16,1-4 26-16,0-2-8 15,1 7-18-15,5 8-8 16,4 15 0-16,6 13-1 16,2 13-18-16,9 3-38 15,18 14-16-15,6 13 57 16,5 4-55-16,-2 3-27 16,-1-7-6-16,-7-10 10 15,-3-8 29-15,-5-9 64 0,-1 0 3 16,-4-1 15-16,-2-10 53 15,0 3-8-15,2 2-5 16,6 6-24-16,2 0-19 16,3 13-1-16,5 12-3 15,-3 5-5-15,-4 6-2 16,-6 1 0-16,-6-1 3 16,-9-2-7-16,-3-6 0 15,0-7 2-15,0-7-1 16,-12-6 15-16,1-8 4 15,-4 0-3-15,1-13 40 16,-1-20-8-16,5-14-40 16,5-2-8-16,5-2-1 15,0 10 0-15,8 3-2 0,14 9-6 16,3 8-14-16,2 7 9 16,0 4-4-16,-1 4-12 15,-1 3-8-15,1 2 0 16,-6 1-11-16,-4 0 13 15,0 0 4-15,-9 0 21 16,0 0 10-16,-3 0 0 16,-4 0 0-16,0 0-1 15,0 0 1-15,0 0 7 16,0 0 4-16,0 0 7 16,0 0 19-16,0 0-3 15,0 0-4-15,0 0-20 16,0 0-7-16,0 0-3 0,0 0-6 15,0 0 3-15,0 1-4 16,0 11 7-16,7 12 1 16,1 8 1-16,0 10-1 15,2 7 2-15,2 0 3 16,3-4 2-16,1-5-5 16,3-12 1-16,0-12 0 15,-1-8-3-15,0-8 1 16,-4 0 15-16,-2-11 3 15,-6-14 15-15,-5-9-10 16,-1-4-6-16,-4-3-3 16,-23 0-3-16,-8 1-5 15,-9-2-8-15,1 1 2 16,-1 2-4-16,6 5 2 0,11 6-3 16,10 9 2-16,11 6-8 15,6 2 4-15,5-5-39 16,25-4-3-16,12-5 41 15,10 1 6-15,3 3 1 16,-3 4-1-16,-6 1 1 16,-8 6-1-16,-11 7 0 15,-8 3-1-15,-4 10-1 16,-4 20 0-16,3 12 2 16,-2 9 15-16,1 3-13 15,0 4 5-15,-1-2 1 16,0 4-3-16,-4-4 3 0,1-1-3 15,-5-7-3-15,0-9-2 16,-1-9 2-16,-1-10-2 16,-1-10 0-16,-1-3-1 15,0-7 1-15,0 0 1 16,0-2-1-16,0-19-48 16,4-8-160-16,4-3-17 15,8 4 10-15,0 2-3 16,4 8-17-16,-6 6 192 15,-8 6 43-15,-3 4 6 16,-3 2 45-16,0 0 70 0,0 0 82 16,0 0-5-1,0 0-47-15,0 0-56 0,0-1-10 16,0 1-28 0,0-1 6-16,0-4 10 0,0-2-28 15,0-5-29-15,0-4-14 16,0 2-1-16,-3 0-1 15,0-1 3-15,-2 1-3 16,0 0 2-16,-2-2 0 16,-1 3 1-16,0 2-2 15,1 4-1-15,2 2 8 16,1 5 7-16,3-1-12 16,1 1 1-16,0 0-4 15,0 0-9-15,0 0-22 16,-2 0-39-16,-1 2-72 15,1 6-5-15,-1-1-118 0,-1-7-113 16</inkml:trace>
  <inkml:trace contextRef="#ctx0" brushRef="#br0" timeOffset="11254.29">18161 5703 1050 0,'0'0'158'16,"0"0"-158"-16,0 0-94 15,0 0 70-15,0 0 18 16,105-5-44-16,-60 5-278 16</inkml:trace>
  <inkml:trace contextRef="#ctx0" brushRef="#br0" timeOffset="12762.2">2901 12163 610 0,'0'0'319'0,"0"0"-279"15,0 0-32-15,0 0 23 16,0 0 77-16,0 0-4 0,0 0-24 15,0-10-5-15,0 10-4 16,0 0-19-16,-4 0-4 16,-11-3-19-16,-5 0-12 15,-5-1 14-15,-4-2-7 16,-1-2-6-16,1-1 0 16,0 2-4-16,4-6 23 15,3 6-20-15,4-4-2 16,6 2-3-16,5 5-3 15,4 0-2-15,1 4-1 16,2 0-6-16,0 0-3 16,0 0-5-16,0 0-1 15,0 7 0-15,0 17 8 16,5 17 1-16,7 16 0 0,1 19 1 16,1 15-1-16,1 16 0 15,-1 13 3-15,3-6-3 16,-5 1 1-16,0-15 0 15,-4-10-1-15,-1-19 2 16,-2-14-1-16,-2-15 0 16,1-18 0-16,-3-13 3 15,1-5-2-15,-1-6 2 16,3 0 3-16,-1 0-1 16,9 0 6-16,11-6-6 15,18-10-1-15,17-6 4 16,11 0-7-16,8 4 2 15,4 2-4-15,7 9-21 0,2 1-99 16,-5 6-131-16,-15-2-337 16</inkml:trace>
  <inkml:trace contextRef="#ctx0" brushRef="#br0" timeOffset="20060.66">1894 2950 486 0,'0'0'558'0,"0"0"-497"15,0 0-54-15,0 0 17 16,0 0 76-16,0 0-45 16,0 0-19-16,0-49-3 15,0 34 2-15,0-2 3 16,0-5-18-16,0-2-8 15,-7-4 1-15,-6 0-6 16,-6 1 12-16,4 5 4 16,-2 7-15-16,1 6-2 15,1 9-6-15,-3 20-1 16,-4 32-16-16,-5 21 17 0,4 17 6 16,4 5-5-16,13-9 0 15,6-16-1-15,0-19-6 16,1-17 6-16,12-16-4 15,1-9-2-15,1-8 5 16,1-1-2-16,5-10 3 16,6-20 8-16,-1-12-2 15,1-8-1-15,-2-5-5 16,-6 6 4-16,-8 7-4 16,-4 12 2-16,-5 17-1 15,-2 7 1-15,0 6-2 16,0 0-5-16,0 21-18 0,6 9 20 15,7 6 3-15,7-1 2 16,9-10-2-16,3-10-4 16,4-11 1-16,-2-4-1 15,1-9 0-15,0-17-11 16,-8-8-3-16,-2-6-5 16,-8-4 5-16,-9-7 17 15,-5-8-2-15,-3-9 3 16,0-2-2-16,-4 4 2 15,-8 13 1-15,2 20 5 16,3 17 1-16,2 16 49 16,4 9-56-16,1 28-4 0,0 22 4 15,0 10 6 1,0 4 3-16,4-10-5 0,6-8-2 16,0-8-1-16,-1-11 0 15,-3-11-1-15,-4-8 1 16,-2-8 4-16,0-6-5 15,0-3 4-15,0 0 3 16,0-3 14-16,0-15-16 16,0-7-5-16,0-3-11 15,0 3 6-15,5 5-2 16,14 6 0-16,4 13 0 16,6 1 1-16,3 21-6 15,-1 18 1-15,-4 7 4 0,-9 8 4 16,-11-3 3-1,-7-5-1-15,0-8 4 0,-17-8 10 16,-8-7 24 0,-3-10 1-16,-1-5-7 0,6-8-12 15,3 0 6-15,5-2-12 16,3-13-13-16,5-8-2 16,6-2-7-16,1-4-21 15,3-2-8-15,20 0 3 16,9 2 1-16,7-2 2 15,6-2-18-15,3-1 20 16,2-5 19-16,-3-4-3 16,-9 0 14-16,-9-1 0 15,-10-1 2-15,-9-1 3 0,-7 0-4 16,-3-2 6-16,0 3 6 16,-7 7 2-16,-3 12 12 15,0 10 39-15,5 12-1 16,2 4-18-16,1 0-47 15,0 24-15-15,2 21 15 16,0 17 3-16,0 10 2 16,0-1-5-16,0-6 4 15,0-4-4-15,0-7 0 16,0-9 1-16,0-9 2 16,0-10-3-16,0-11 0 15,0-6-1-15,0-6 1 16,0-3 3-16,0 0-3 15,0-3 15-15,0-21-15 16,0-10-1-16,0-12-18 0,7 4 19 16,5 6-1-16,2 11-1 15,2 10-9-15,0 10 11 16,3 5-2-16,1 3-7 16,3 21 1-16,2 7 7 15,-1 4-1-15,-1 1 0 16,-1-1 2-16,0-3 0 15,3-7 0-15,-2-7-4 16,4-7-88-16,-1-11-31 16,3 0-35-16,1-19-30 15,-3-13-126-15,-4-2 19 0,-6-2 116 16,-8 3 179-16,-5 4 86 16,-4 2 35-16,0 5 66 15,0 0-25-15,0 0-9 16,-6 1-33-16,-4 1-3 15,-4 5-11-15,-2 0 25 16,-4 8-31-16,-1 7-39 16,-2 0-33-16,-2 17-18 15,-2 17 0-15,2 6-7 16,5 2 0-16,7-5-2 16,6-8-1-16,6-8 0 15,1-8-3-15,0-6 1 16,6-5 0-16,8-2-2 15,4 0-8-15,4-6 1 16,0-7 10-16,-3-1-8 16,-2 4 7-16,-2 1-2 0,0 1 2 15,2 5-2-15,0 3-9 16,1 0 2-16,0 11-1 16,2 10 4-16,1 3 8 15,-1 0 1-15,0-8-1 16,-2-5 0-16,2-8-6 15,0-3-19-15,2-12 6 16,-1-14-20-16,0-7-20 16,-4-3 3-16,-4 0 45 15,-8-1 10-15,-2 5 1 0,1 9 0 16,-4 11 7 0,0 11 2-16,5 1-9 0,0 16-3 15,6 16 3-15,8 7 15 16,6-3-14-16,5-7 4 15,9-13 0-15,6-11 0 16,1-5-3-16,-1-12-2 16,-6-13-3-16,-13-5-10 15,-12-1 13-15,-11-1 2 16,-3 1 1-16,0 0 6 16,-11 2 20-16,-5 9 13 15,3 8 13-15,5 10 2 16,3 2-40-16,-1 26-17 0,0 24-2 15,3 22 2-15,1 20 4 16,2 12-4-16,0 11 1 16,2 3-2-16,11-2 6 15,2-9-5-15,-2-12 0 16,-6-16 2-16,-7-22 8 16,0-21 26-16,-10-14 25 15,-10-10 10-15,-3-10-7 16,-6-2-10-16,0-9-26 15,-3-21-9-15,1-14-12 16,7-11-7-16,4-10-1 16,9-6-12-16,11-1-24 15,5 1-37-15,28 5-100 16,12 5-165-16,6 8-409 0</inkml:trace>
  <inkml:trace contextRef="#ctx0" brushRef="#br0" timeOffset="20164.53">3860 3102 1318 0,'0'0'0'0,"0"0"-216"15,0 0 131-15,0 0-217 16</inkml:trace>
  <inkml:trace contextRef="#ctx0" brushRef="#br0" timeOffset="21160.27">4224 2958 1060 0,'0'0'226'0,"0"0"-224"0,0 0 19 15,-21-89 74-15,21 59-9 16,0-1-46-16,0 1-16 16,10-1-12-16,8 9-3 15,4 6-8-15,1 10-2 16,1 6-1-16,0 20-6 15,2 21 4-15,-1 13 2 16,-2 8 2-16,-7-4 0 16,-6 1 5-16,-6-8-5 0,-2-11 1 15,-2-13-1 1,0-14 0-16,0-9 0 0,0-4 16 16,0 0 28-16,0-7-8 15,-2-20-14-15,-6-15-17 16,3-10-8-16,5-3 3 15,0 5-2-15,0 10 0 16,6 13 0-16,6 12 2 16,2 13-4-16,2 2-6 15,6 21-1-15,4 15 8 16,-2 6 3-16,1 2 0 16,-6-3-2-16,-6-3 1 15,-6-4 1-15,-5-12 0 16,-2-9 2-16,0-6-2 15,0-7 2-15,0 0 7 16,0-7 15-16,0-22 1 16,0-11-24-16,3-10 3 0,8-9-4 15,6-1 0-15,5 4 1 16,1 8-1-16,1 15 0 16,0 13-6-16,-5 16 6 15,1 4-1-15,2 18-10 16,-2 18 3-16,-1 6 5 15,-3 5 3-15,-2-2-2 16,1-3 1-16,3-4-62 16,4-5-157-16,3-13-68 15,2-13-306-15</inkml:trace>
  <inkml:trace contextRef="#ctx0" brushRef="#br0" timeOffset="22346.24">5102 2808 1014 0,'0'0'91'15,"0"0"40"-15,0 0 5 16,-88-58 9-16,68 60-86 16,0 30-40-16,1 11-6 15,3 9-1-15,7-2 7 16,8-6-19-16,1-11-5 16,0-11 5-16,13-7 0 15,2-10-3-15,3-5 1 16,2-7-11-16,5-21-1 0,0-10-26 15,-3-3 6 1,-4-3 11-16,-8 1 12 0,-1 6 8 16,-2 11 3-16,-2 12 0 15,-1 14 0-15,5 2-11 16,5 27-9-16,3 9 20 16,5 2 5-16,1-3-3 15,3-7 2-15,4-10 1 16,0-11-4-16,0-9 2 15,-4 0-3-15,-9-20-5 16,-5-6-4-16,-6-4 0 16,-6-3 9-16,0-8 4 15,0-6-4-15,-11-8 0 16,0 0 2-16,1 3-2 0,3 10 0 16,4 17 2-16,1 13-2 15,2 12 0-15,0 7-7 16,6 34 4-16,8 22 3 15,1 16 32-15,0 0-9 16,-4-5-13-16,2-13 7 16,-2-15-15-16,1-14 4 15,-3-14-3-15,-3-8 1 16,-5-9-1-16,3-1 8 16,1-11 2-16,2-16 8 15,4-14-19-15,4-9-2 16,-2-4-1-16,0 4-18 15,-2 14-6-15,-3 14 25 0,2 14-11 16,2 8-1 0,0 15-6-16,3 22 8 0,1 6 10 15,3-1 3-15,1-6 0 16,2-9 0-16,1-11-3 16,0-9 4-16,-1-7 2 15,-2 0-3-15,-4-5 3 16,-5-12-1-16,-1-4-1 15,-5-3 2-15,-3-4-6 16,-2-2 6-16,0 1-2 16,-7 6-1-16,-6 6 6 15,1 9 11-15,-1 8 14 0,3 0-20 16,-2 20-14 0,0 8 0-16,4 4 2 0,2-2 0 15,4-9-3-15,2-8 1 16,0-5-2-16,0-6 0 15,6-2-7-15,10 0 9 16,5-7-2-16,3-5 2 16,2 1-27-16,1 1-11 15,-2 7 4-15,5 3 23 16,1 0 2-16,5 16 8 16,6 1 0-16,3-2-1 15,5-3 2-15,1-10 0 16,-2-2 0-16,-4 0 1 15,-6-9-1-15,-13-6 2 16,-8 0 3-16,-11-5-3 0,-7-2 8 16,0-4 1-16,-4-2 0 15,-10-4 12-15,-2 0-2 16,-1 1-6-16,2 3-8 16,1 9-6-16,7 10 5 15,3 9-6-15,4 6 0 16,0 34-25-16,0 20 25 15,4 27 2-15,10 18 9 16,3 14-10-16,3 11 38 16,2 3-28-16,-2-1-4 15,-3-11-4-15,-6-16-3 16,-7-22 0-16,-4-29-13 0,0-20-42 16,-15-20-40-16,-7-14 9 15,-4-8-36-15,5-36-331 16</inkml:trace>
  <inkml:trace contextRef="#ctx0" brushRef="#br0" timeOffset="22449.4">6131 2520 845 0,'0'0'0'0</inkml:trace>
  <inkml:trace contextRef="#ctx0" brushRef="#br0" timeOffset="22826.32">6477 2719 1275 0,'0'0'148'15,"0"0"-129"-15,0 0-19 16,0 0 73-16,0 0 39 15,0 0-108-15,-62-21-2 16,45 60-2-16,2 5 0 16,6-8-2-16,8-12 1 15,1-9 1-15,0-9 0 0,0-6-6 16,3 0-6-16,5-9-7 16,8-17 19-16,0-8 4 15,1-4-2-15,-2 3-1 16,0 4 2-16,-1 7-2 15,-1 10 1-15,2 11-2 16,3 3-1-16,4 26 1 16,7 11 6-16,-2 6 11 15,1-3-3-15,-5-5-12 16,-5-7-2-16,-1-5-31 16,-7-9-182-16,-5-11-214 15</inkml:trace>
  <inkml:trace contextRef="#ctx0" brushRef="#br0" timeOffset="23478.44">7202 2620 1268 0,'0'0'171'0,"0"0"-159"16,0 0-12-16,-35-91 36 16,15 66 50-16,0 6-60 15,-1 8-19-15,7 6 6 16,2 5-11-16,3 0 0 0,5 0-4 16,-5 16-1-16,4 6 1 15,2 9-5-15,3 3 7 16,0-5 0-16,1-5-2 15,16-8-6-15,5-10-13 16,1-6-30-16,4 0-24 16,-2-9-31-16,-3-11-26 15,0-1 45-15,-4 3 15 16,-3 6-124-16,0 8 94 16,-3 4 79-16,-2 0-3 15,0 22 19-15,2 5 7 16,0 3 0-16,2-6 2 15,1-7-1-15,1-10 3 0,-3-7 3 16,-2 0 16 0,-2-22 102-16,-2-8 2 0,-2-9-65 15,-2-2 6-15,-3-1-4 16,0-5 15-16,-17 0 5 16,-13-6-21-16,-9 2 29 15,-6-1-37-15,-4 7-7 16,7 12 2-16,9 12-27 15,5 16 0-15,5 5-19 16,-2 38-4-16,-3 24-6 16,-4 24 2-16,7 19 4 15,8 14 0-15,12-1 0 0,5-10-3 16,22-18 3 0,18-28-4-16,12-18-13 0,4-19-31 15,6-20-49-15,2-5-93 16,-5-16-160-16</inkml:trace>
  <inkml:trace contextRef="#ctx0" brushRef="#br0" timeOffset="25159.97">7657 2547 1335 0,'0'0'192'0,"0"0"-192"15,0 0-89-15,32 93 89 16,0-35 19-16,2 1 5 16,1-6-2-16,-4-15-12 15,-8-14 4-15,-8-12 10 16,-8-8 9-16,-2-4 27 16,-3 0 20-16,2-17-1 15,5-15-28-15,1-13-41 16,-2-11-4-16,-5-7 15 15,-3-3-17-15,0 1-3 16,0 13-1-16,0 14-26 16,0 15-10-16,15 21-28 15,9 2-84-15,4 24-99 16,8 14 145-16,-1 3-51 16,-3-3-36-16,-6-9 146 0,-4-16 43 15,-7-7 11-15,-3-6 136 16,-6-6 68-16,1-15-17 15,-2-7-75-15,0-3-52 16,-3 1-13-16,-2 6-20 16,0 8 4-16,0 7-11 15,0 6-7-15,0 3-19 16,-7 10-5-16,-5 30-6 16,-3 21 6-16,2 11 8 15,9-2-7-15,4-10-1 0,9-15 0 16,16-14-5-1,9-13-20-15,5-9-18 0,9-9-28 16,3 0-51 0,3-16-108-16,1-7 40 0,-3-3 49 15,-1-2 106-15,-7-5 30 16,-10-4 5-16,-13-1 0 16,-16-2 18-16,-5 5 98 15,-8 8 23-15,-20 8 12 16,-8 12-31-16,-2 7-35 15,-2 7-19-15,-1 28-44 16,6 10-1-16,11 1 0 16,12 0-10-16,10-8-8 15,2-8-2-15,4-8 2 0,13-10-3 16,9-9 0 0,7-3-9-16,9-20-1 0,10-14 1 15,-1-11 7-15,-3-11 2 16,-13-3 2-16,-24-5 2 15,-11-3-3-15,-10-2 7 16,-26 3 2-16,-3 5 10 16,2 11 15-16,9 18-15 15,13 15 2-15,6 11-11 16,8 6-11-16,1 4-4 16,0 29-7-16,0 20 7 15,0 14 3-15,13 7-19 16,16-2-10-16,7-6-14 0,13-9-36 15,3-16-46 1,5-15-22-16,-2-19 62 0,-5-7 42 16,-8-10 44-16,-12-14 2 15,-13-3 11-15,-13 1 22 16,-4-1 56-16,-3 4-6 16,-19 4 6-16,1 7-32 15,1 7-12-15,1 5-17 16,0 8-12-16,0 20-17 15,2 10 6-15,5 2-1 16,8-5-3-16,4-8-3 16,0-11 0-16,11-9 1 15,9-7 0-15,5 0 3 16,0-20-4-16,1-8 0 0,-5-4 0 16,-4 3 1-16,-2 10-1 15,-5 7 0-15,0 9 0 16,2 3-6-16,0 5-16 15,4 19 13-15,-1 5 6 16,-1 2-33-16,-1-8-15 16,0-3-29-16,1-9-62 15,-1-9-51-15,2-2-121 16,-5-5-13-16,0-18 129 16,-3-7 124-16,-2-4 74 15,0-4 72-15,1 3 78 0,0 9 57 16,-3 7 61-1,0 11-69-15,-3 4-75 0,4 4-51 16,2 4-56 0,4 21-6-16,2 9 100 0,-1 7-30 15,-1-3-50-15,0-7-14 16,-3-10-12-16,0-10 4 16,-2-8-7-16,0-3 2 15,2-3 6-15,0-18-4 16,1-4-1-16,-2-8-5 15,-2-1-3-15,1 3-1 16,2 1-17-16,1 10-3 16,0 9 1-16,1 8-2 15,-1 3 20-15,2 11-4 0,4 17 9 16,2 5 3 0,1 0 25-16,1-4-11 0,4-9-2 15,3-10-9-15,4-10 0 16,3 0 2-16,-3-17-5 15,-3-11 3-15,-6-3-3 16,-7-6 0-16,-8-3-2 16,-5-4 0-16,0-5-1 15,-12-3 0-15,-4-1 0 16,2 6 0-16,2 9-3 16,6 14 3-16,2 15 0 15,4 9-2-15,0 8-5 16,0 28-11-16,10 16 18 15,9 11 4-15,1 2-3 16,0-5-1-16,-1-5 0 0,-8-4-4 16,-5-5-116-16,-6-8-215 15,-6-10-432-15</inkml:trace>
  <inkml:trace contextRef="#ctx0" brushRef="#br0" timeOffset="25593.33">9444 2563 1303 0,'0'0'223'0,"0"0"-223"16,-2-87 0-16,33 61 12 16,12 3 7-16,9 5-19 15,5 5-2-15,-4 3-19 0,-6 5-88 16,-7 3-36-16,-11 2 40 16,-9 0 91-16,-7 3 14 15,-4 9 0-15,-5 0 0 16,-1 2 43-16,0-1 42 15,0 1 51-15,0-1-18 16,2-1-65-16,3-4-24 16,-1-3-11-16,1-3-11 15,-1-2 0-15,0 0-2 16,0 0-4-16,-3-2-1 16,3-15-3-16,-1-3-9 15,0-6 8-15,0-3-12 16,0-6 0-16,-3 0 2 15,2 9 14-15,-3 7 5 0,1 10 8 16,-2 6 28-16,2 3-2 16,-3 0-12-16,0 0-1 15,1 0-16-15,1 0-10 16,2 3-6-16,3 14 2 16,2 5 3-16,1-1-64 15,-4 2-90-15,0-6-123 16,-5-2-264-16</inkml:trace>
  <inkml:trace contextRef="#ctx0" brushRef="#br0" timeOffset="25751.38">10171 2405 1376 0,'0'0'0'0,"0"0"-224"15,0 0 129-15,0 0-25 16,0 0-289-16</inkml:trace>
  <inkml:trace contextRef="#ctx0" brushRef="#br0" timeOffset="26461.61">10430 2167 1171 0,'0'0'206'0,"0"0"-203"0,-92-1 1 15,69 24 66-15,1 16 2 16,6 7-39-16,7 5 3 16,9-1-15-16,0-10-17 15,25-10-4-15,11-10-21 16,10-13-11-16,6-7-33 15,5 0-43-15,-5-18-43 16,-9-7-80-16,-9-6 36 16,-10-2 194-16,-5 3 1 15,-4 1 28-15,-5 7 41 16,-5 12 61-16,-2 7-15 0,-1 3-34 16,0 11-59-16,1 17-14 15,4 6 92-15,3 0-54 16,4-7-1-16,-1-6-27 15,0-9-4-15,-4-6-6 16,-6-5-1-16,-2-1 3 16,-1 0 7-16,0-15 57 15,-6-9-70-15,-11-6-3 16,1-3 3-16,2-3-3 16,6 2 5-16,8 3-2 15,0 8 4-15,13 8-2 0,13 6-6 16,8 9-2-1,5 0 1-15,1 9-5 0,-7 19 5 16,-6 9 0-16,-9 7-4 16,-8-2 5-16,-10-1 0 15,0-7 1-15,0-7 0 16,-11-6 10-16,-3-10 9 16,1-7 0-16,1-4-1 15,4 0 10-15,0-17-17 16,4-11-11-16,4-11 0 15,12-9-1-15,21-3-1 16,7 3-2-16,3 8-4 16,-1 15 4-16,-4 12 1 15,-5 13 1-15,-7 0-2 0,-6 16-1 16,-2 14 3-16,-14 9 1 16,-4 8-10-16,-1 2-11 15,-28 4-118-15,-19-5-265 16</inkml:trace>
  <inkml:trace contextRef="#ctx0" brushRef="#br0" timeOffset="27492.47">16989 3266 585 0,'0'0'176'0,"0"0"-38"0,0 0-19 16,0 0-70-16,0 0-44 16,0 0 74-16,20 113 22 15,7-69-37-15,6-11 1 16,4-12-22-16,10-15-2 16,20-9-1-16,28-39 4 15,35-29-27-15,26-27-12 16,25-22-5-16,11-23-51 15,2-24-176-15,-13-16-314 16</inkml:trace>
  <inkml:trace contextRef="#ctx0" brushRef="#br0" timeOffset="33459.69">21680 2563 806 0,'0'0'71'0,"0"0"-59"16,0 0 27-16,0 0 70 15,0 0-1-15,0 0-43 16,0 0-50-16,-33-32-13 15,36 50 0-15,16 7 12 16,7 5 5-16,11-1-6 16,7-3 0-16,5-4 8 15,9-4-13-15,2-3 2 16,2-2-6-16,-6-4 4 0,-10-4-7 16,-17 1-1-1,-13-1-1-15,-14-3 0 0,-2 1-11 16,0 8 12-16,-18 8 16 15,-13 9 37-15,-14 11-15 16,-10 10-22-16,-7 3-4 16,3 4-11-16,4-1 4 15,8-6-8-15,15-4 3 16,18-12-38-16,14-9-61 16,14-11-89-16,34-13-125 15,14-8-173-15</inkml:trace>
  <inkml:trace contextRef="#ctx0" brushRef="#br0" timeOffset="34141.61">22372 2725 1019 0,'0'0'116'16,"0"0"-96"-16,0 0-20 15,0 0 27-15,17-83 21 16,7 74 7-16,6 5-22 16,9 4-32-16,-3 0 5 15,-1 19-2-15,-8 10-3 16,-11 7-1-16,-9 6 6 16,-7 6 2-16,-3 2 8 15,-24 2 0-15,-9 2-6 16,-12 0 2-16,2-6-7 0,2-11 10 15,14-15-10-15,14-10 1 16,10-7 0-16,6-5-5 16,0 0 16-16,0 0-6 15,2 0 3-15,17-2-9 16,11-11 9-16,9-3-13 16,9 1-1-16,0 1-3 15,4 0 2-15,3 1 0 16,4-2-6-16,0 3-16 15,-7-1-33-15,-11-2 3 16,-15 2 22-16,-10-2 18 16,-8 2 13-16,-5 2 2 15,-3 2 0-15,0 4 4 0,0 4 11 16,0 1 2 0,0 0-19-16,0 0-6 0,0 4 4 15,0 10 2-15,2-1 1 16,9 0 7-16,3-6-2 15,3-2 2-15,-4-5 14 16,-1 0-8-16,-2 0 19 16,-3-14 8-16,-4-6-8 15,-3-2-9-15,0-2-5 16,-9 0-7-16,-14 4-12 16,-3 2-7-16,-5 6 3 15,8 5-5-15,6 2-37 0,11 5-26 16,6 0-50-1,0 0-65-15,13 7-10 0,17 6 36 16,10-7-57-16,12-6-65 16</inkml:trace>
  <inkml:trace contextRef="#ctx0" brushRef="#br0" timeOffset="34557.47">23232 2555 413 0,'0'0'526'16,"-77"-140"-411"-16,22 70-75 15,-14 2 12-15,-13-3-12 16,-15 3-2-16,-10 11 18 16,-8 17-22-16,-5 17-10 0,-2 23-20 15,2 8 3-15,-1 37 0 16,3 21-2-16,7 25 6 16,4 32 12-16,15 33 11 15,20 23 9-15,25 14-27 16,39-11-16-16,23-21 2 15,51-22-2-15,35-24 12 16,26-24-12-16,26-24 4 16,20-29-4-16,18-23-8 15,9-15-48-15,-1-25 9 16,-15-23 31-16,-23-17 16 16,-28-18 15-16,-29-17-13 15,-27-22 10-15,-27-23 4 16,-31-17-2-16,-19-18-14 0,-36 5 0 15,-35 17 0-15,-21 27-1 16,-17 40 0-16,-7 35-1 16,-7 42-5-16,-10 22-13 15,-1 47-115-15,1 30-79 16,10 24-132-16,14 21-11 16</inkml:trace>
  <inkml:trace contextRef="#ctx0" brushRef="#br0" timeOffset="35174.24">21679 3066 694 0,'0'0'9'15,"-39"-87"-3"-15,21 49-5 16,0 0 39-16,-1 3 72 16,-3 5-11-16,-1 9 2 15,0 5-21-15,-4 13-33 0,-5 3-25 16,-6 20-13-16,-13 28 4 15,-5 23 11-15,-3 16 21 16,9 9-13-16,11-1-12 16,15-10-9-16,12-15-11 15,10-13-1-15,2-16-2 16,0-15 2-16,2-10 0 16,4-10 2-16,-3-3-3 15,-3-3 8-15,0-1 14 16,0-23 0-16,0-8-20 15,0-10 4-15,0-2-5 16,0 1-1-16,0 3 2 16,-6 7-3-16,-1 8 2 15,1 7-2-15,2 10 1 16,-1 6 0-16,2 2 4 0,-5 6-4 16,-6 20-6-16,-1 6 6 15,2 3 1-15,6-7-1 16,7-5-6-16,0-7-3 15,0-5 9-15,17-2 0 16,9-5-5-16,16-2-1 16,20-2-13-16,17 0-62 15,9-12-83-15,-4-1-176 16,-15 1-199-16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d4ef89c639_2_29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8" name="Google Shape;588;gd4ef89c639_2_29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d4ef89c639_2_2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d4ef89c639_2_2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d4ef89c639_2_2530: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d4ef89c639_2_2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d4ef89c639_2_2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d4ef89c639_2_2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d4ef89c639_2_25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d4ef89c639_2_2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d4ef89c639_2_25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d4ef89c639_2_2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d4ef89c639_2_2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6" name="Google Shape;636;gd4ef89c639_2_2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d861ab9a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d861ab9a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d861ab9a75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d861ab9a75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d861ab9a75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d861ab9a75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d861ab9a7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d861ab9a7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d861ab9a75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d861ab9a75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d861ab9a75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d861ab9a75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d861ab9a75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d861ab9a75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d861ab9a75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d861ab9a75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d861ab9a75_1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d861ab9a75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d861ab9a75_1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3" name="Google Shape;723;gd861ab9a75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d861ab9a75_1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d861ab9a75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d861ab9a75_1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d861ab9a75_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d861ab9a75_1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d861ab9a75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d861ab9a75_1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d861ab9a75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d861ab9a75_1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d861ab9a75_1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d861ab9a75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d861ab9a75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d861ab9a75_1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d861ab9a75_1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d861ab9a75_0_5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d861ab9a75_0_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d861ab9a75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8" name="Google Shape;798;gd861ab9a75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d861ab9a75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d861ab9a75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d861ab9a75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d861ab9a75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d861ab9a75_0_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d861ab9a75_0_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d861ab9a75_0_5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d861ab9a75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d861ab9a75_0_4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0" name="Google Shape;840;gd861ab9a75_0_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d861ab9a75_1_4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d861ab9a75_1_4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d861ab9a75_1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d861ab9a75_1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d861ab9a75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3" name="Google Shape;873;gd861ab9a75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d861ab9a75_0_4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9" name="Google Shape;879;gd861ab9a75_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d4ef89c639_1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d4ef89c639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d861ab9a75_1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d861ab9a75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d4ef89c639_2_9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d4ef89c639_2_9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d4ef89c639_2_9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d4ef89c639_2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d4ef89c639_2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d4ef89c639_2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d4ef89c639_2_32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d4ef89c639_2_3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d4ef89c639_2_3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4" name="Google Shape;934;gd4ef89c639_2_3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d4ef89c639_2_98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1" name="Google Shape;941;gd4ef89c639_2_9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d4ef89c639_2_10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 name="Google Shape;950;gd4ef89c639_2_10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d861ab9a75_1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d861ab9a75_1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Master" Target="../slideMasters/slideMaster4.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8"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Master" Target="../slideMasters/slideMaster4.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5.jp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image" Target="../media/image36.png"/><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Master" Target="../slideMasters/slideMaster4.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4.png"/><Relationship Id="rId19" Type="http://schemas.openxmlformats.org/officeDocument/2006/relationships/image" Target="../media/image53.png"/><Relationship Id="rId31" Type="http://schemas.openxmlformats.org/officeDocument/2006/relationships/image" Target="../media/image65.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18" Type="http://schemas.openxmlformats.org/officeDocument/2006/relationships/image" Target="../media/image82.png"/><Relationship Id="rId26" Type="http://schemas.openxmlformats.org/officeDocument/2006/relationships/image" Target="../media/image90.png"/><Relationship Id="rId3" Type="http://schemas.openxmlformats.org/officeDocument/2006/relationships/image" Target="../media/image67.png"/><Relationship Id="rId21" Type="http://schemas.openxmlformats.org/officeDocument/2006/relationships/image" Target="../media/image85.png"/><Relationship Id="rId7" Type="http://schemas.openxmlformats.org/officeDocument/2006/relationships/image" Target="../media/image71.png"/><Relationship Id="rId12" Type="http://schemas.openxmlformats.org/officeDocument/2006/relationships/image" Target="../media/image76.png"/><Relationship Id="rId17" Type="http://schemas.openxmlformats.org/officeDocument/2006/relationships/image" Target="../media/image81.png"/><Relationship Id="rId25" Type="http://schemas.openxmlformats.org/officeDocument/2006/relationships/image" Target="../media/image89.png"/><Relationship Id="rId2" Type="http://schemas.openxmlformats.org/officeDocument/2006/relationships/image" Target="../media/image66.png"/><Relationship Id="rId16" Type="http://schemas.openxmlformats.org/officeDocument/2006/relationships/image" Target="../media/image80.png"/><Relationship Id="rId20" Type="http://schemas.openxmlformats.org/officeDocument/2006/relationships/image" Target="../media/image84.png"/><Relationship Id="rId1" Type="http://schemas.openxmlformats.org/officeDocument/2006/relationships/slideMaster" Target="../slideMasters/slideMaster4.xml"/><Relationship Id="rId6" Type="http://schemas.openxmlformats.org/officeDocument/2006/relationships/image" Target="../media/image70.png"/><Relationship Id="rId11" Type="http://schemas.openxmlformats.org/officeDocument/2006/relationships/image" Target="../media/image75.png"/><Relationship Id="rId24" Type="http://schemas.openxmlformats.org/officeDocument/2006/relationships/image" Target="../media/image88.png"/><Relationship Id="rId5" Type="http://schemas.openxmlformats.org/officeDocument/2006/relationships/image" Target="../media/image69.png"/><Relationship Id="rId15" Type="http://schemas.openxmlformats.org/officeDocument/2006/relationships/image" Target="../media/image79.png"/><Relationship Id="rId23" Type="http://schemas.openxmlformats.org/officeDocument/2006/relationships/image" Target="../media/image87.png"/><Relationship Id="rId10" Type="http://schemas.openxmlformats.org/officeDocument/2006/relationships/image" Target="../media/image74.png"/><Relationship Id="rId19" Type="http://schemas.openxmlformats.org/officeDocument/2006/relationships/image" Target="../media/image83.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 Id="rId22" Type="http://schemas.openxmlformats.org/officeDocument/2006/relationships/image" Target="../media/image86.png"/><Relationship Id="rId27" Type="http://schemas.openxmlformats.org/officeDocument/2006/relationships/image" Target="../media/image91.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image" Target="../media/image36.png"/><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Master" Target="../slideMasters/slideMaster4.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92.jpg"/><Relationship Id="rId10" Type="http://schemas.openxmlformats.org/officeDocument/2006/relationships/image" Target="../media/image44.png"/><Relationship Id="rId19" Type="http://schemas.openxmlformats.org/officeDocument/2006/relationships/image" Target="../media/image53.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image" Target="../media/image36.png"/><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Master" Target="../slideMasters/slideMaster4.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10" Type="http://schemas.openxmlformats.org/officeDocument/2006/relationships/image" Target="../media/image44.png"/><Relationship Id="rId19" Type="http://schemas.openxmlformats.org/officeDocument/2006/relationships/image" Target="../media/image53.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64.png"/><Relationship Id="rId1" Type="http://schemas.openxmlformats.org/officeDocument/2006/relationships/slideMaster" Target="../slideMasters/slideMaster4.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63.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60" name="Google Shape;60;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61" name="Google Shape;61;p15"/>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64" name="Google Shape;64;p16"/>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69" name="Google Shape;69;p17"/>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2400"/>
              <a:buNone/>
              <a:defRPr sz="2400"/>
            </a:lvl1pPr>
            <a:lvl2pPr lvl="1" algn="l" rtl="0">
              <a:lnSpc>
                <a:spcPct val="100000"/>
              </a:lnSpc>
              <a:spcBef>
                <a:spcPts val="0"/>
              </a:spcBef>
              <a:spcAft>
                <a:spcPts val="0"/>
              </a:spcAft>
              <a:buSzPts val="2400"/>
              <a:buNone/>
              <a:defRPr sz="2400"/>
            </a:lvl2pPr>
            <a:lvl3pPr lvl="2" algn="l" rtl="0">
              <a:lnSpc>
                <a:spcPct val="100000"/>
              </a:lnSpc>
              <a:spcBef>
                <a:spcPts val="0"/>
              </a:spcBef>
              <a:spcAft>
                <a:spcPts val="0"/>
              </a:spcAft>
              <a:buSzPts val="2400"/>
              <a:buNone/>
              <a:defRPr sz="2400"/>
            </a:lvl3pPr>
            <a:lvl4pPr lvl="3" algn="l" rtl="0">
              <a:lnSpc>
                <a:spcPct val="100000"/>
              </a:lnSpc>
              <a:spcBef>
                <a:spcPts val="0"/>
              </a:spcBef>
              <a:spcAft>
                <a:spcPts val="0"/>
              </a:spcAft>
              <a:buSzPts val="2400"/>
              <a:buNone/>
              <a:defRPr sz="2400"/>
            </a:lvl4pPr>
            <a:lvl5pPr lvl="4" algn="l" rtl="0">
              <a:lnSpc>
                <a:spcPct val="100000"/>
              </a:lnSpc>
              <a:spcBef>
                <a:spcPts val="0"/>
              </a:spcBef>
              <a:spcAft>
                <a:spcPts val="0"/>
              </a:spcAft>
              <a:buSzPts val="2400"/>
              <a:buNone/>
              <a:defRPr sz="2400"/>
            </a:lvl5pPr>
            <a:lvl6pPr lvl="5" algn="l" rtl="0">
              <a:lnSpc>
                <a:spcPct val="100000"/>
              </a:lnSpc>
              <a:spcBef>
                <a:spcPts val="0"/>
              </a:spcBef>
              <a:spcAft>
                <a:spcPts val="0"/>
              </a:spcAft>
              <a:buSzPts val="2400"/>
              <a:buNone/>
              <a:defRPr sz="2400"/>
            </a:lvl6pPr>
            <a:lvl7pPr lvl="6" algn="l" rtl="0">
              <a:lnSpc>
                <a:spcPct val="100000"/>
              </a:lnSpc>
              <a:spcBef>
                <a:spcPts val="0"/>
              </a:spcBef>
              <a:spcAft>
                <a:spcPts val="0"/>
              </a:spcAft>
              <a:buSzPts val="2400"/>
              <a:buNone/>
              <a:defRPr sz="2400"/>
            </a:lvl7pPr>
            <a:lvl8pPr lvl="7" algn="l" rtl="0">
              <a:lnSpc>
                <a:spcPct val="100000"/>
              </a:lnSpc>
              <a:spcBef>
                <a:spcPts val="0"/>
              </a:spcBef>
              <a:spcAft>
                <a:spcPts val="0"/>
              </a:spcAft>
              <a:buSzPts val="2400"/>
              <a:buNone/>
              <a:defRPr sz="2400"/>
            </a:lvl8pPr>
            <a:lvl9pPr lvl="8" algn="l" rtl="0">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rtl="0">
              <a:lnSpc>
                <a:spcPct val="115000"/>
              </a:lnSpc>
              <a:spcBef>
                <a:spcPts val="0"/>
              </a:spcBef>
              <a:spcAft>
                <a:spcPts val="0"/>
              </a:spcAft>
              <a:buSzPts val="1200"/>
              <a:buChar char="●"/>
              <a:defRPr sz="12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76" name="Google Shape;76;p19"/>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85" name="Google Shape;85;p21"/>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1600"/>
              </a:spcBef>
              <a:spcAft>
                <a:spcPts val="0"/>
              </a:spcAft>
              <a:buSzPts val="1400"/>
              <a:buChar char="○"/>
              <a:defRPr/>
            </a:lvl2pPr>
            <a:lvl3pPr marL="1371600" lvl="2" indent="-317500" algn="ctr" rtl="0">
              <a:lnSpc>
                <a:spcPct val="115000"/>
              </a:lnSpc>
              <a:spcBef>
                <a:spcPts val="1600"/>
              </a:spcBef>
              <a:spcAft>
                <a:spcPts val="0"/>
              </a:spcAft>
              <a:buSzPts val="1400"/>
              <a:buChar char="■"/>
              <a:defRPr/>
            </a:lvl3pPr>
            <a:lvl4pPr marL="1828800" lvl="3" indent="-317500" algn="ctr" rtl="0">
              <a:lnSpc>
                <a:spcPct val="115000"/>
              </a:lnSpc>
              <a:spcBef>
                <a:spcPts val="1600"/>
              </a:spcBef>
              <a:spcAft>
                <a:spcPts val="0"/>
              </a:spcAft>
              <a:buSzPts val="1400"/>
              <a:buChar char="●"/>
              <a:defRPr/>
            </a:lvl4pPr>
            <a:lvl5pPr marL="2286000" lvl="4" indent="-317500" algn="ctr" rtl="0">
              <a:lnSpc>
                <a:spcPct val="115000"/>
              </a:lnSpc>
              <a:spcBef>
                <a:spcPts val="1600"/>
              </a:spcBef>
              <a:spcAft>
                <a:spcPts val="0"/>
              </a:spcAft>
              <a:buSzPts val="1400"/>
              <a:buChar char="○"/>
              <a:defRPr/>
            </a:lvl5pPr>
            <a:lvl6pPr marL="2743200" lvl="5" indent="-317500" algn="ctr" rtl="0">
              <a:lnSpc>
                <a:spcPct val="115000"/>
              </a:lnSpc>
              <a:spcBef>
                <a:spcPts val="1600"/>
              </a:spcBef>
              <a:spcAft>
                <a:spcPts val="0"/>
              </a:spcAft>
              <a:buSzPts val="1400"/>
              <a:buChar char="■"/>
              <a:defRPr/>
            </a:lvl6pPr>
            <a:lvl7pPr marL="3200400" lvl="6" indent="-317500" algn="ctr" rtl="0">
              <a:lnSpc>
                <a:spcPct val="115000"/>
              </a:lnSpc>
              <a:spcBef>
                <a:spcPts val="1600"/>
              </a:spcBef>
              <a:spcAft>
                <a:spcPts val="0"/>
              </a:spcAft>
              <a:buSzPts val="1400"/>
              <a:buChar char="●"/>
              <a:defRPr/>
            </a:lvl7pPr>
            <a:lvl8pPr marL="3657600" lvl="7" indent="-317500" algn="ctr" rtl="0">
              <a:lnSpc>
                <a:spcPct val="115000"/>
              </a:lnSpc>
              <a:spcBef>
                <a:spcPts val="1600"/>
              </a:spcBef>
              <a:spcAft>
                <a:spcPts val="0"/>
              </a:spcAft>
              <a:buSzPts val="1400"/>
              <a:buChar char="○"/>
              <a:defRPr/>
            </a:lvl8pPr>
            <a:lvl9pPr marL="4114800" lvl="8" indent="-317500" algn="ctr" rtl="0">
              <a:lnSpc>
                <a:spcPct val="115000"/>
              </a:lnSpc>
              <a:spcBef>
                <a:spcPts val="1600"/>
              </a:spcBef>
              <a:spcAft>
                <a:spcPts val="1600"/>
              </a:spcAft>
              <a:buSzPts val="1400"/>
              <a:buChar char="■"/>
              <a:defRPr/>
            </a:lvl9pPr>
          </a:lstStyle>
          <a:p>
            <a:endParaRPr/>
          </a:p>
        </p:txBody>
      </p:sp>
      <p:sp>
        <p:nvSpPr>
          <p:cNvPr id="92" name="Google Shape;92;p23"/>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_AND_BODY_7">
  <p:cSld name="TITLE_AND_BODY_7">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7" name="Google Shape;97;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98" name="Google Shape;98;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3"/>
        <p:cNvGrpSpPr/>
        <p:nvPr/>
      </p:nvGrpSpPr>
      <p:grpSpPr>
        <a:xfrm>
          <a:off x="0" y="0"/>
          <a:ext cx="0" cy="0"/>
          <a:chOff x="0" y="0"/>
          <a:chExt cx="0" cy="0"/>
        </a:xfrm>
      </p:grpSpPr>
      <p:sp>
        <p:nvSpPr>
          <p:cNvPr id="104" name="Google Shape;104;p2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5" name="Google Shape;105;p2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6" name="Google Shape;106;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2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9" name="Google Shape;109;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0"/>
        <p:cNvGrpSpPr/>
        <p:nvPr/>
      </p:nvGrpSpPr>
      <p:grpSpPr>
        <a:xfrm>
          <a:off x="0" y="0"/>
          <a:ext cx="0" cy="0"/>
          <a:chOff x="0" y="0"/>
          <a:chExt cx="0" cy="0"/>
        </a:xfrm>
      </p:grpSpPr>
      <p:sp>
        <p:nvSpPr>
          <p:cNvPr id="111" name="Google Shape;11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2" name="Google Shape;112;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13" name="Google Shape;11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4"/>
        <p:cNvGrpSpPr/>
        <p:nvPr/>
      </p:nvGrpSpPr>
      <p:grpSpPr>
        <a:xfrm>
          <a:off x="0" y="0"/>
          <a:ext cx="0" cy="0"/>
          <a:chOff x="0" y="0"/>
          <a:chExt cx="0" cy="0"/>
        </a:xfrm>
      </p:grpSpPr>
      <p:sp>
        <p:nvSpPr>
          <p:cNvPr id="115" name="Google Shape;11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6" name="Google Shape;116;p3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17" name="Google Shape;117;p3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18" name="Google Shape;118;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9"/>
        <p:cNvGrpSpPr/>
        <p:nvPr/>
      </p:nvGrpSpPr>
      <p:grpSpPr>
        <a:xfrm>
          <a:off x="0" y="0"/>
          <a:ext cx="0" cy="0"/>
          <a:chOff x="0" y="0"/>
          <a:chExt cx="0" cy="0"/>
        </a:xfrm>
      </p:grpSpPr>
      <p:sp>
        <p:nvSpPr>
          <p:cNvPr id="120" name="Google Shape;12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1" name="Google Shape;121;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2"/>
        <p:cNvGrpSpPr/>
        <p:nvPr/>
      </p:nvGrpSpPr>
      <p:grpSpPr>
        <a:xfrm>
          <a:off x="0" y="0"/>
          <a:ext cx="0" cy="0"/>
          <a:chOff x="0" y="0"/>
          <a:chExt cx="0" cy="0"/>
        </a:xfrm>
      </p:grpSpPr>
      <p:sp>
        <p:nvSpPr>
          <p:cNvPr id="123" name="Google Shape;123;p32"/>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24" name="Google Shape;124;p32"/>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25" name="Google Shape;125;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6"/>
        <p:cNvGrpSpPr/>
        <p:nvPr/>
      </p:nvGrpSpPr>
      <p:grpSpPr>
        <a:xfrm>
          <a:off x="0" y="0"/>
          <a:ext cx="0" cy="0"/>
          <a:chOff x="0" y="0"/>
          <a:chExt cx="0" cy="0"/>
        </a:xfrm>
      </p:grpSpPr>
      <p:sp>
        <p:nvSpPr>
          <p:cNvPr id="127" name="Google Shape;127;p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28" name="Google Shape;128;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9"/>
        <p:cNvGrpSpPr/>
        <p:nvPr/>
      </p:nvGrpSpPr>
      <p:grpSpPr>
        <a:xfrm>
          <a:off x="0" y="0"/>
          <a:ext cx="0" cy="0"/>
          <a:chOff x="0" y="0"/>
          <a:chExt cx="0" cy="0"/>
        </a:xfrm>
      </p:grpSpPr>
      <p:sp>
        <p:nvSpPr>
          <p:cNvPr id="130" name="Google Shape;130;p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2" name="Google Shape;132;p3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3" name="Google Shape;133;p3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34" name="Google Shape;134;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sp>
        <p:nvSpPr>
          <p:cNvPr id="136" name="Google Shape;136;p35"/>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137" name="Google Shape;137;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8"/>
        <p:cNvGrpSpPr/>
        <p:nvPr/>
      </p:nvGrpSpPr>
      <p:grpSpPr>
        <a:xfrm>
          <a:off x="0" y="0"/>
          <a:ext cx="0" cy="0"/>
          <a:chOff x="0" y="0"/>
          <a:chExt cx="0" cy="0"/>
        </a:xfrm>
      </p:grpSpPr>
      <p:sp>
        <p:nvSpPr>
          <p:cNvPr id="139" name="Google Shape;139;p3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40" name="Google Shape;140;p3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41" name="Google Shape;141;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2"/>
        <p:cNvGrpSpPr/>
        <p:nvPr/>
      </p:nvGrpSpPr>
      <p:grpSpPr>
        <a:xfrm>
          <a:off x="0" y="0"/>
          <a:ext cx="0" cy="0"/>
          <a:chOff x="0" y="0"/>
          <a:chExt cx="0" cy="0"/>
        </a:xfrm>
      </p:grpSpPr>
      <p:sp>
        <p:nvSpPr>
          <p:cNvPr id="143" name="Google Shape;14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 Maths title 1 1 1 1">
  <p:cSld name="TITLE_1_1_1_2_1_1_1">
    <p:bg>
      <p:bgPr>
        <a:solidFill>
          <a:srgbClr val="F4FF81"/>
        </a:solidFill>
        <a:effectLst/>
      </p:bgPr>
    </p:bg>
    <p:spTree>
      <p:nvGrpSpPr>
        <p:cNvPr id="1" name="Shape 144"/>
        <p:cNvGrpSpPr/>
        <p:nvPr/>
      </p:nvGrpSpPr>
      <p:grpSpPr>
        <a:xfrm>
          <a:off x="0" y="0"/>
          <a:ext cx="0" cy="0"/>
          <a:chOff x="0" y="0"/>
          <a:chExt cx="0" cy="0"/>
        </a:xfrm>
      </p:grpSpPr>
      <p:sp>
        <p:nvSpPr>
          <p:cNvPr id="145" name="Google Shape;145;p38"/>
          <p:cNvSpPr txBox="1">
            <a:spLocks noGrp="1"/>
          </p:cNvSpPr>
          <p:nvPr>
            <p:ph type="title"/>
          </p:nvPr>
        </p:nvSpPr>
        <p:spPr>
          <a:xfrm>
            <a:off x="685800" y="654075"/>
            <a:ext cx="7772400" cy="14034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sz="6000" b="1">
                <a:solidFill>
                  <a:srgbClr val="002644"/>
                </a:solidFill>
                <a:latin typeface="Proxima Nova"/>
                <a:ea typeface="Proxima Nova"/>
                <a:cs typeface="Proxima Nova"/>
                <a:sym typeface="Proxima Nova"/>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46" name="Google Shape;146;p38"/>
          <p:cNvSpPr txBox="1">
            <a:spLocks noGrp="1"/>
          </p:cNvSpPr>
          <p:nvPr>
            <p:ph type="subTitle" idx="1"/>
          </p:nvPr>
        </p:nvSpPr>
        <p:spPr>
          <a:xfrm>
            <a:off x="679875" y="341494"/>
            <a:ext cx="7772400" cy="3126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sz="1400">
                <a:solidFill>
                  <a:srgbClr val="BF9000"/>
                </a:solidFill>
                <a:latin typeface="Proxima Nova Semibold"/>
                <a:ea typeface="Proxima Nova Semibold"/>
                <a:cs typeface="Proxima Nova Semibold"/>
                <a:sym typeface="Proxima Nova Semibold"/>
              </a:defRPr>
            </a:lvl1pPr>
            <a:lvl2pPr lvl="1" algn="l" rtl="0">
              <a:lnSpc>
                <a:spcPct val="115000"/>
              </a:lnSpc>
              <a:spcBef>
                <a:spcPts val="0"/>
              </a:spcBef>
              <a:spcAft>
                <a:spcPts val="0"/>
              </a:spcAft>
              <a:buSzPts val="2200"/>
              <a:buNone/>
              <a:defRPr/>
            </a:lvl2pPr>
            <a:lvl3pPr lvl="2" algn="l" rtl="0">
              <a:lnSpc>
                <a:spcPct val="115000"/>
              </a:lnSpc>
              <a:spcBef>
                <a:spcPts val="1600"/>
              </a:spcBef>
              <a:spcAft>
                <a:spcPts val="0"/>
              </a:spcAft>
              <a:buSzPts val="2200"/>
              <a:buNone/>
              <a:defRPr/>
            </a:lvl3pPr>
            <a:lvl4pPr lvl="3" algn="l" rtl="0">
              <a:lnSpc>
                <a:spcPct val="115000"/>
              </a:lnSpc>
              <a:spcBef>
                <a:spcPts val="1600"/>
              </a:spcBef>
              <a:spcAft>
                <a:spcPts val="0"/>
              </a:spcAft>
              <a:buSzPts val="2000"/>
              <a:buNone/>
              <a:defRPr/>
            </a:lvl4pPr>
            <a:lvl5pPr lvl="4" algn="l" rtl="0">
              <a:lnSpc>
                <a:spcPct val="115000"/>
              </a:lnSpc>
              <a:spcBef>
                <a:spcPts val="1600"/>
              </a:spcBef>
              <a:spcAft>
                <a:spcPts val="0"/>
              </a:spcAft>
              <a:buSzPts val="2000"/>
              <a:buNone/>
              <a:defRPr/>
            </a:lvl5pPr>
            <a:lvl6pPr lvl="5" algn="l" rtl="0">
              <a:lnSpc>
                <a:spcPct val="115000"/>
              </a:lnSpc>
              <a:spcBef>
                <a:spcPts val="1600"/>
              </a:spcBef>
              <a:spcAft>
                <a:spcPts val="0"/>
              </a:spcAft>
              <a:buSzPts val="2000"/>
              <a:buNone/>
              <a:defRPr/>
            </a:lvl6pPr>
            <a:lvl7pPr lvl="6" algn="l" rtl="0">
              <a:lnSpc>
                <a:spcPct val="115000"/>
              </a:lnSpc>
              <a:spcBef>
                <a:spcPts val="1600"/>
              </a:spcBef>
              <a:spcAft>
                <a:spcPts val="0"/>
              </a:spcAft>
              <a:buSzPts val="1800"/>
              <a:buNone/>
              <a:defRPr/>
            </a:lvl7pPr>
            <a:lvl8pPr lvl="7" algn="l" rtl="0">
              <a:lnSpc>
                <a:spcPct val="115000"/>
              </a:lnSpc>
              <a:spcBef>
                <a:spcPts val="1600"/>
              </a:spcBef>
              <a:spcAft>
                <a:spcPts val="0"/>
              </a:spcAft>
              <a:buSzPts val="1800"/>
              <a:buNone/>
              <a:defRPr/>
            </a:lvl8pPr>
            <a:lvl9pPr lvl="8" algn="l" rtl="0">
              <a:lnSpc>
                <a:spcPct val="115000"/>
              </a:lnSpc>
              <a:spcBef>
                <a:spcPts val="1600"/>
              </a:spcBef>
              <a:spcAft>
                <a:spcPts val="1600"/>
              </a:spcAft>
              <a:buSzPts val="1800"/>
              <a:buNone/>
              <a:defRPr/>
            </a:lvl9pPr>
          </a:lstStyle>
          <a:p>
            <a:endParaRPr/>
          </a:p>
        </p:txBody>
      </p:sp>
      <p:pic>
        <p:nvPicPr>
          <p:cNvPr id="147" name="Google Shape;147;p38"/>
          <p:cNvPicPr preferRelativeResize="0"/>
          <p:nvPr/>
        </p:nvPicPr>
        <p:blipFill rotWithShape="1">
          <a:blip r:embed="rId2">
            <a:alphaModFix/>
          </a:blip>
          <a:srcRect t="28708" b="27319"/>
          <a:stretch/>
        </p:blipFill>
        <p:spPr>
          <a:xfrm>
            <a:off x="8063776" y="4787775"/>
            <a:ext cx="1039950" cy="274369"/>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_AND_BODY_7">
  <p:cSld name="TITLE_AND_BODY_7">
    <p:spTree>
      <p:nvGrpSpPr>
        <p:cNvPr id="1" name="Shape 148"/>
        <p:cNvGrpSpPr/>
        <p:nvPr/>
      </p:nvGrpSpPr>
      <p:grpSpPr>
        <a:xfrm>
          <a:off x="0" y="0"/>
          <a:ext cx="0" cy="0"/>
          <a:chOff x="0" y="0"/>
          <a:chExt cx="0" cy="0"/>
        </a:xfrm>
      </p:grpSpPr>
      <p:sp>
        <p:nvSpPr>
          <p:cNvPr id="149" name="Google Shape;149;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0" name="Google Shape;150;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51" name="Google Shape;15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152"/>
        <p:cNvGrpSpPr/>
        <p:nvPr/>
      </p:nvGrpSpPr>
      <p:grpSpPr>
        <a:xfrm>
          <a:off x="0" y="0"/>
          <a:ext cx="0" cy="0"/>
          <a:chOff x="0" y="0"/>
          <a:chExt cx="0" cy="0"/>
        </a:xfrm>
      </p:grpSpPr>
      <p:sp>
        <p:nvSpPr>
          <p:cNvPr id="153" name="Google Shape;153;p4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4" name="Google Shape;154;p4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155" name="Google Shape;155;p40"/>
          <p:cNvPicPr preferRelativeResize="0"/>
          <p:nvPr/>
        </p:nvPicPr>
        <p:blipFill rotWithShape="1">
          <a:blip r:embed="rId2">
            <a:alphaModFix/>
          </a:blip>
          <a:srcRect t="23107" b="20696"/>
          <a:stretch/>
        </p:blipFill>
        <p:spPr>
          <a:xfrm>
            <a:off x="8193206" y="4829088"/>
            <a:ext cx="895957" cy="302082"/>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ustom Layout 1 1">
  <p:cSld name="CUSTOM_1">
    <p:spTree>
      <p:nvGrpSpPr>
        <p:cNvPr id="1" name="Shape 156"/>
        <p:cNvGrpSpPr/>
        <p:nvPr/>
      </p:nvGrpSpPr>
      <p:grpSpPr>
        <a:xfrm>
          <a:off x="0" y="0"/>
          <a:ext cx="0" cy="0"/>
          <a:chOff x="0" y="0"/>
          <a:chExt cx="0" cy="0"/>
        </a:xfrm>
      </p:grpSpPr>
      <p:sp>
        <p:nvSpPr>
          <p:cNvPr id="157" name="Google Shape;157;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4"/>
        <p:cNvGrpSpPr/>
        <p:nvPr/>
      </p:nvGrpSpPr>
      <p:grpSpPr>
        <a:xfrm>
          <a:off x="0" y="0"/>
          <a:ext cx="0" cy="0"/>
          <a:chOff x="0" y="0"/>
          <a:chExt cx="0" cy="0"/>
        </a:xfrm>
      </p:grpSpPr>
      <p:pic>
        <p:nvPicPr>
          <p:cNvPr id="165" name="Google Shape;165;p43"/>
          <p:cNvPicPr preferRelativeResize="0"/>
          <p:nvPr/>
        </p:nvPicPr>
        <p:blipFill rotWithShape="1">
          <a:blip r:embed="rId2">
            <a:alphaModFix/>
          </a:blip>
          <a:srcRect/>
          <a:stretch/>
        </p:blipFill>
        <p:spPr>
          <a:xfrm>
            <a:off x="0" y="-1"/>
            <a:ext cx="9158287" cy="5143499"/>
          </a:xfrm>
          <a:prstGeom prst="rect">
            <a:avLst/>
          </a:prstGeom>
          <a:noFill/>
          <a:ln>
            <a:noFill/>
          </a:ln>
        </p:spPr>
      </p:pic>
      <p:grpSp>
        <p:nvGrpSpPr>
          <p:cNvPr id="166" name="Google Shape;166;p43"/>
          <p:cNvGrpSpPr/>
          <p:nvPr/>
        </p:nvGrpSpPr>
        <p:grpSpPr>
          <a:xfrm>
            <a:off x="120409" y="72016"/>
            <a:ext cx="9023540" cy="4933659"/>
            <a:chOff x="160546" y="96021"/>
            <a:chExt cx="12031386" cy="6578212"/>
          </a:xfrm>
        </p:grpSpPr>
        <p:sp>
          <p:nvSpPr>
            <p:cNvPr id="167" name="Google Shape;167;p43"/>
            <p:cNvSpPr txBox="1"/>
            <p:nvPr/>
          </p:nvSpPr>
          <p:spPr>
            <a:xfrm>
              <a:off x="6753201" y="2618069"/>
              <a:ext cx="2422200" cy="672300"/>
            </a:xfrm>
            <a:prstGeom prst="rect">
              <a:avLst/>
            </a:prstGeom>
            <a:blipFill rotWithShape="1">
              <a:blip r:embed="rId3">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68" name="Google Shape;168;p43"/>
            <p:cNvSpPr txBox="1"/>
            <p:nvPr/>
          </p:nvSpPr>
          <p:spPr>
            <a:xfrm>
              <a:off x="7432482" y="258080"/>
              <a:ext cx="3411900" cy="399300"/>
            </a:xfrm>
            <a:prstGeom prst="rect">
              <a:avLst/>
            </a:prstGeom>
            <a:blipFill rotWithShape="1">
              <a:blip r:embed="rId4">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69" name="Google Shape;169;p43"/>
            <p:cNvSpPr txBox="1"/>
            <p:nvPr/>
          </p:nvSpPr>
          <p:spPr>
            <a:xfrm>
              <a:off x="7450151" y="3969505"/>
              <a:ext cx="4603500" cy="555900"/>
            </a:xfrm>
            <a:prstGeom prst="rect">
              <a:avLst/>
            </a:prstGeom>
            <a:blipFill rotWithShape="1">
              <a:blip r:embed="rId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70" name="Google Shape;170;p43"/>
            <p:cNvSpPr txBox="1"/>
            <p:nvPr/>
          </p:nvSpPr>
          <p:spPr>
            <a:xfrm>
              <a:off x="9798333" y="828113"/>
              <a:ext cx="2092200" cy="582600"/>
            </a:xfrm>
            <a:prstGeom prst="rect">
              <a:avLst/>
            </a:prstGeom>
            <a:blipFill rotWithShape="1">
              <a:blip r:embed="rId6">
                <a:alphaModFix/>
              </a:blip>
              <a:stretch>
                <a:fillRect b="-209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71" name="Google Shape;171;p43"/>
            <p:cNvSpPr txBox="1"/>
            <p:nvPr/>
          </p:nvSpPr>
          <p:spPr>
            <a:xfrm>
              <a:off x="8780018" y="3361224"/>
              <a:ext cx="3411900" cy="399300"/>
            </a:xfrm>
            <a:prstGeom prst="rect">
              <a:avLst/>
            </a:prstGeom>
            <a:blipFill rotWithShape="1">
              <a:blip r:embed="rId7">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72" name="Google Shape;172;p43"/>
            <p:cNvSpPr txBox="1"/>
            <p:nvPr/>
          </p:nvSpPr>
          <p:spPr>
            <a:xfrm>
              <a:off x="7588432" y="1619655"/>
              <a:ext cx="4603500" cy="5559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73" name="Google Shape;173;p43"/>
            <p:cNvSpPr txBox="1"/>
            <p:nvPr/>
          </p:nvSpPr>
          <p:spPr>
            <a:xfrm>
              <a:off x="9418259" y="2516683"/>
              <a:ext cx="2480700" cy="555900"/>
            </a:xfrm>
            <a:prstGeom prst="rect">
              <a:avLst/>
            </a:pr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74" name="Google Shape;174;p43"/>
            <p:cNvSpPr txBox="1"/>
            <p:nvPr/>
          </p:nvSpPr>
          <p:spPr>
            <a:xfrm>
              <a:off x="6390261" y="991859"/>
              <a:ext cx="2389800" cy="492300"/>
            </a:xfrm>
            <a:prstGeom prst="rect">
              <a:avLst/>
            </a:prstGeom>
            <a:blipFill rotWithShape="1">
              <a:blip r:embed="rId10">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nvGrpSpPr>
            <p:cNvPr id="175" name="Google Shape;175;p43"/>
            <p:cNvGrpSpPr/>
            <p:nvPr/>
          </p:nvGrpSpPr>
          <p:grpSpPr>
            <a:xfrm>
              <a:off x="160546" y="96021"/>
              <a:ext cx="7143554" cy="3202030"/>
              <a:chOff x="160546" y="96021"/>
              <a:chExt cx="7143554" cy="3202030"/>
            </a:xfrm>
          </p:grpSpPr>
          <p:sp>
            <p:nvSpPr>
              <p:cNvPr id="176" name="Google Shape;176;p43"/>
              <p:cNvSpPr txBox="1"/>
              <p:nvPr/>
            </p:nvSpPr>
            <p:spPr>
              <a:xfrm>
                <a:off x="160546" y="267463"/>
                <a:ext cx="2422200" cy="672300"/>
              </a:xfrm>
              <a:prstGeom prst="rect">
                <a:avLst/>
              </a:prstGeom>
              <a:blipFill rotWithShape="1">
                <a:blip r:embed="rId11">
                  <a:alphaModFix/>
                </a:blip>
                <a:stretch>
                  <a:fillRect b="-9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77" name="Google Shape;177;p43"/>
              <p:cNvSpPr txBox="1"/>
              <p:nvPr/>
            </p:nvSpPr>
            <p:spPr>
              <a:xfrm>
                <a:off x="2686677" y="922973"/>
                <a:ext cx="3278100" cy="581700"/>
              </a:xfrm>
              <a:prstGeom prst="rect">
                <a:avLst/>
              </a:prstGeom>
              <a:blipFill rotWithShape="1">
                <a:blip r:embed="rId12">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78" name="Google Shape;178;p43"/>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179" name="Google Shape;179;p43"/>
              <p:cNvSpPr txBox="1"/>
              <p:nvPr/>
            </p:nvSpPr>
            <p:spPr>
              <a:xfrm>
                <a:off x="544025" y="1619655"/>
                <a:ext cx="4603500" cy="555900"/>
              </a:xfrm>
              <a:prstGeom prst="rect">
                <a:avLst/>
              </a:prstGeom>
              <a:blipFill rotWithShape="1">
                <a:blip r:embed="rId13">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80" name="Google Shape;180;p43"/>
              <p:cNvSpPr txBox="1"/>
              <p:nvPr/>
            </p:nvSpPr>
            <p:spPr>
              <a:xfrm>
                <a:off x="4660939" y="96021"/>
                <a:ext cx="2092200" cy="582600"/>
              </a:xfrm>
              <a:prstGeom prst="rect">
                <a:avLst/>
              </a:prstGeom>
              <a:blipFill rotWithShape="1">
                <a:blip r:embed="rId14">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81" name="Google Shape;181;p43"/>
              <p:cNvSpPr txBox="1"/>
              <p:nvPr/>
            </p:nvSpPr>
            <p:spPr>
              <a:xfrm>
                <a:off x="728737" y="2648251"/>
                <a:ext cx="2405100" cy="649800"/>
              </a:xfrm>
              <a:prstGeom prst="rect">
                <a:avLst/>
              </a:pr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82" name="Google Shape;182;p43"/>
              <p:cNvSpPr txBox="1"/>
              <p:nvPr/>
            </p:nvSpPr>
            <p:spPr>
              <a:xfrm>
                <a:off x="3466060" y="2618069"/>
                <a:ext cx="2389800" cy="492300"/>
              </a:xfrm>
              <a:prstGeom prst="rect">
                <a:avLst/>
              </a:prstGeom>
              <a:blipFill rotWithShape="1">
                <a:blip r:embed="rId16">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83" name="Google Shape;183;p43"/>
              <p:cNvSpPr txBox="1"/>
              <p:nvPr/>
            </p:nvSpPr>
            <p:spPr>
              <a:xfrm>
                <a:off x="5638800" y="2191224"/>
                <a:ext cx="1665300" cy="462300"/>
              </a:xfrm>
              <a:prstGeom prst="rect">
                <a:avLst/>
              </a:prstGeom>
              <a:blipFill rotWithShape="1">
                <a:blip r:embed="rId17">
                  <a:alphaModFix/>
                </a:blip>
                <a:stretch>
                  <a:fillRect t="-122355" r="-18678"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184" name="Google Shape;184;p43"/>
            <p:cNvGrpSpPr/>
            <p:nvPr/>
          </p:nvGrpSpPr>
          <p:grpSpPr>
            <a:xfrm>
              <a:off x="193068" y="3380869"/>
              <a:ext cx="7295744" cy="3152604"/>
              <a:chOff x="8356" y="96021"/>
              <a:chExt cx="7295744" cy="3152604"/>
            </a:xfrm>
          </p:grpSpPr>
          <p:sp>
            <p:nvSpPr>
              <p:cNvPr id="185" name="Google Shape;185;p43"/>
              <p:cNvSpPr txBox="1"/>
              <p:nvPr/>
            </p:nvSpPr>
            <p:spPr>
              <a:xfrm>
                <a:off x="8356" y="250129"/>
                <a:ext cx="2723700" cy="756300"/>
              </a:xfrm>
              <a:prstGeom prst="rect">
                <a:avLst/>
              </a:prstGeom>
              <a:blipFill rotWithShape="1">
                <a:blip r:embed="rId1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86" name="Google Shape;186;p43"/>
              <p:cNvSpPr txBox="1"/>
              <p:nvPr/>
            </p:nvSpPr>
            <p:spPr>
              <a:xfrm>
                <a:off x="2686677" y="922973"/>
                <a:ext cx="3278100" cy="581700"/>
              </a:xfrm>
              <a:prstGeom prst="rect">
                <a:avLst/>
              </a:prstGeom>
              <a:blipFill rotWithShape="1">
                <a:blip r:embed="rId19">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87" name="Google Shape;187;p43"/>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188" name="Google Shape;188;p43"/>
              <p:cNvSpPr txBox="1"/>
              <p:nvPr/>
            </p:nvSpPr>
            <p:spPr>
              <a:xfrm>
                <a:off x="544025" y="1619655"/>
                <a:ext cx="4603500" cy="555900"/>
              </a:xfrm>
              <a:prstGeom prst="rect">
                <a:avLst/>
              </a:prstGeom>
              <a:blipFill rotWithShape="1">
                <a:blip r:embed="rId20">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89" name="Google Shape;189;p43"/>
              <p:cNvSpPr txBox="1"/>
              <p:nvPr/>
            </p:nvSpPr>
            <p:spPr>
              <a:xfrm>
                <a:off x="4660939" y="96021"/>
                <a:ext cx="2092200" cy="582600"/>
              </a:xfrm>
              <a:prstGeom prst="rect">
                <a:avLst/>
              </a:prstGeom>
              <a:blipFill rotWithShape="1">
                <a:blip r:embed="rId21">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90" name="Google Shape;190;p43"/>
              <p:cNvSpPr txBox="1"/>
              <p:nvPr/>
            </p:nvSpPr>
            <p:spPr>
              <a:xfrm>
                <a:off x="293126" y="2598825"/>
                <a:ext cx="2405100" cy="649800"/>
              </a:xfrm>
              <a:prstGeom prst="rect">
                <a:avLst/>
              </a:pr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91" name="Google Shape;191;p43"/>
              <p:cNvSpPr txBox="1"/>
              <p:nvPr/>
            </p:nvSpPr>
            <p:spPr>
              <a:xfrm>
                <a:off x="3466060" y="2618069"/>
                <a:ext cx="2389800" cy="492300"/>
              </a:xfrm>
              <a:prstGeom prst="rect">
                <a:avLst/>
              </a:prstGeom>
              <a:blipFill rotWithShape="1">
                <a:blip r:embed="rId23">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92" name="Google Shape;192;p43"/>
              <p:cNvSpPr txBox="1"/>
              <p:nvPr/>
            </p:nvSpPr>
            <p:spPr>
              <a:xfrm>
                <a:off x="5638800" y="2191224"/>
                <a:ext cx="1665300" cy="462300"/>
              </a:xfrm>
              <a:prstGeom prst="rect">
                <a:avLst/>
              </a:prstGeom>
              <a:blipFill rotWithShape="1">
                <a:blip r:embed="rId24">
                  <a:alphaModFix/>
                </a:blip>
                <a:stretch>
                  <a:fillRect t="-122355" r="-19049"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193" name="Google Shape;193;p43"/>
            <p:cNvSpPr txBox="1"/>
            <p:nvPr/>
          </p:nvSpPr>
          <p:spPr>
            <a:xfrm>
              <a:off x="7781614" y="4904503"/>
              <a:ext cx="2389800" cy="492300"/>
            </a:xfrm>
            <a:prstGeom prst="rect">
              <a:avLst/>
            </a:prstGeom>
            <a:blipFill rotWithShape="1">
              <a:blip r:embed="rId2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94" name="Google Shape;194;p43"/>
            <p:cNvSpPr txBox="1"/>
            <p:nvPr/>
          </p:nvSpPr>
          <p:spPr>
            <a:xfrm>
              <a:off x="8529490" y="6274933"/>
              <a:ext cx="3411900" cy="399300"/>
            </a:xfrm>
            <a:prstGeom prst="rect">
              <a:avLst/>
            </a:prstGeom>
            <a:blipFill rotWithShape="1">
              <a:blip r:embed="rId26">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95" name="Google Shape;195;p43"/>
            <p:cNvSpPr txBox="1"/>
            <p:nvPr/>
          </p:nvSpPr>
          <p:spPr>
            <a:xfrm>
              <a:off x="9875766" y="5520519"/>
              <a:ext cx="2092200" cy="582600"/>
            </a:xfrm>
            <a:prstGeom prst="rect">
              <a:avLst/>
            </a:prstGeom>
            <a:blipFill rotWithShape="1">
              <a:blip r:embed="rId27">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196" name="Google Shape;196;p43"/>
            <p:cNvSpPr txBox="1"/>
            <p:nvPr/>
          </p:nvSpPr>
          <p:spPr>
            <a:xfrm>
              <a:off x="6656143" y="6236041"/>
              <a:ext cx="1497300" cy="370500"/>
            </a:xfrm>
            <a:prstGeom prst="rect">
              <a:avLst/>
            </a:prstGeom>
            <a:blipFill rotWithShape="1">
              <a:blip r:embed="rId28">
                <a:alphaModFix/>
              </a:blip>
              <a:stretch>
                <a:fillRect l="-809" r="-409" b="-131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197" name="Google Shape;197;p43"/>
          <p:cNvSpPr/>
          <p:nvPr/>
        </p:nvSpPr>
        <p:spPr>
          <a:xfrm>
            <a:off x="0" y="3810000"/>
            <a:ext cx="9144000" cy="1333500"/>
          </a:xfrm>
          <a:prstGeom prst="rect">
            <a:avLst/>
          </a:prstGeom>
          <a:solidFill>
            <a:srgbClr val="592F2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Roboto"/>
                <a:ea typeface="Roboto"/>
                <a:cs typeface="Roboto"/>
                <a:sym typeface="Roboto"/>
              </a:rPr>
              <a:t> </a:t>
            </a:r>
            <a:endParaRPr sz="1400" b="0" i="0" u="none" strike="noStrike" cap="none">
              <a:solidFill>
                <a:schemeClr val="lt1"/>
              </a:solidFill>
              <a:latin typeface="Roboto"/>
              <a:ea typeface="Roboto"/>
              <a:cs typeface="Roboto"/>
              <a:sym typeface="Roboto"/>
            </a:endParaRPr>
          </a:p>
        </p:txBody>
      </p:sp>
      <p:pic>
        <p:nvPicPr>
          <p:cNvPr id="198" name="Google Shape;198;p43"/>
          <p:cNvPicPr preferRelativeResize="0"/>
          <p:nvPr/>
        </p:nvPicPr>
        <p:blipFill rotWithShape="1">
          <a:blip r:embed="rId29">
            <a:alphaModFix/>
          </a:blip>
          <a:srcRect/>
          <a:stretch/>
        </p:blipFill>
        <p:spPr>
          <a:xfrm>
            <a:off x="1855309" y="164765"/>
            <a:ext cx="5433383" cy="3126699"/>
          </a:xfrm>
          <a:prstGeom prst="rect">
            <a:avLst/>
          </a:prstGeom>
          <a:noFill/>
          <a:ln>
            <a:noFill/>
          </a:ln>
          <a:effectLst>
            <a:outerShdw blurRad="63500" sx="102000" sy="102000" algn="ctr" rotWithShape="0">
              <a:srgbClr val="000000">
                <a:alpha val="40000"/>
              </a:srgbClr>
            </a:outerShdw>
          </a:effectLst>
        </p:spPr>
      </p:pic>
      <p:grpSp>
        <p:nvGrpSpPr>
          <p:cNvPr id="199" name="Google Shape;199;p43"/>
          <p:cNvGrpSpPr/>
          <p:nvPr/>
        </p:nvGrpSpPr>
        <p:grpSpPr>
          <a:xfrm>
            <a:off x="1264067" y="1992799"/>
            <a:ext cx="6615867" cy="2824151"/>
            <a:chOff x="1451428" y="2504665"/>
            <a:chExt cx="8821155" cy="3765535"/>
          </a:xfrm>
        </p:grpSpPr>
        <p:pic>
          <p:nvPicPr>
            <p:cNvPr id="200" name="Google Shape;200;p43"/>
            <p:cNvPicPr preferRelativeResize="0"/>
            <p:nvPr/>
          </p:nvPicPr>
          <p:blipFill rotWithShape="1">
            <a:blip r:embed="rId30">
              <a:alphaModFix/>
            </a:blip>
            <a:srcRect/>
            <a:stretch/>
          </p:blipFill>
          <p:spPr>
            <a:xfrm>
              <a:off x="8670478" y="4325257"/>
              <a:ext cx="1602105" cy="1691538"/>
            </a:xfrm>
            <a:prstGeom prst="rect">
              <a:avLst/>
            </a:prstGeom>
            <a:noFill/>
            <a:ln>
              <a:noFill/>
            </a:ln>
          </p:spPr>
        </p:pic>
        <p:sp>
          <p:nvSpPr>
            <p:cNvPr id="201" name="Google Shape;201;p43"/>
            <p:cNvSpPr/>
            <p:nvPr/>
          </p:nvSpPr>
          <p:spPr>
            <a:xfrm>
              <a:off x="3193143" y="5283200"/>
              <a:ext cx="5472000" cy="987000"/>
            </a:xfrm>
            <a:prstGeom prst="ellipse">
              <a:avLst/>
            </a:pr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pic>
          <p:nvPicPr>
            <p:cNvPr id="202" name="Google Shape;202;p43"/>
            <p:cNvPicPr preferRelativeResize="0"/>
            <p:nvPr/>
          </p:nvPicPr>
          <p:blipFill rotWithShape="1">
            <a:blip r:embed="rId31">
              <a:alphaModFix/>
            </a:blip>
            <a:srcRect/>
            <a:stretch/>
          </p:blipFill>
          <p:spPr>
            <a:xfrm>
              <a:off x="3476171" y="3072987"/>
              <a:ext cx="5239658" cy="2867060"/>
            </a:xfrm>
            <a:prstGeom prst="rect">
              <a:avLst/>
            </a:prstGeom>
            <a:noFill/>
            <a:ln>
              <a:noFill/>
            </a:ln>
            <a:effectLst>
              <a:outerShdw blurRad="50800" dist="38100" dir="16200000" rotWithShape="0">
                <a:srgbClr val="000000">
                  <a:alpha val="40000"/>
                </a:srgbClr>
              </a:outerShdw>
            </a:effectLst>
          </p:spPr>
        </p:pic>
        <p:pic>
          <p:nvPicPr>
            <p:cNvPr id="203" name="Google Shape;203;p43"/>
            <p:cNvPicPr preferRelativeResize="0"/>
            <p:nvPr/>
          </p:nvPicPr>
          <p:blipFill rotWithShape="1">
            <a:blip r:embed="rId32">
              <a:alphaModFix/>
            </a:blip>
            <a:srcRect/>
            <a:stretch/>
          </p:blipFill>
          <p:spPr>
            <a:xfrm>
              <a:off x="4773530" y="2504665"/>
              <a:ext cx="2644940" cy="843296"/>
            </a:xfrm>
            <a:prstGeom prst="rect">
              <a:avLst/>
            </a:prstGeom>
            <a:noFill/>
            <a:ln>
              <a:noFill/>
            </a:ln>
            <a:effectLst>
              <a:outerShdw blurRad="50800" dist="38100" dir="5400000" algn="t" rotWithShape="0">
                <a:srgbClr val="000000">
                  <a:alpha val="40000"/>
                </a:srgbClr>
              </a:outerShdw>
            </a:effectLst>
          </p:spPr>
        </p:pic>
        <p:sp>
          <p:nvSpPr>
            <p:cNvPr id="204" name="Google Shape;204;p43"/>
            <p:cNvSpPr/>
            <p:nvPr/>
          </p:nvSpPr>
          <p:spPr>
            <a:xfrm>
              <a:off x="1683657" y="5508171"/>
              <a:ext cx="1465800" cy="442800"/>
            </a:xfrm>
            <a:prstGeom prst="ellipse">
              <a:avLst/>
            </a:pr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pic>
          <p:nvPicPr>
            <p:cNvPr id="205" name="Google Shape;205;p43"/>
            <p:cNvPicPr preferRelativeResize="0"/>
            <p:nvPr/>
          </p:nvPicPr>
          <p:blipFill rotWithShape="1">
            <a:blip r:embed="rId33">
              <a:alphaModFix/>
            </a:blip>
            <a:srcRect/>
            <a:stretch/>
          </p:blipFill>
          <p:spPr>
            <a:xfrm>
              <a:off x="1451428" y="3048001"/>
              <a:ext cx="1926753" cy="2715975"/>
            </a:xfrm>
            <a:prstGeom prst="rect">
              <a:avLst/>
            </a:prstGeom>
            <a:noFill/>
            <a:ln>
              <a:noFill/>
            </a:ln>
            <a:effectLst>
              <a:outerShdw blurRad="50800" dist="38100" dir="16200000" rotWithShape="0">
                <a:srgbClr val="000000">
                  <a:alpha val="40000"/>
                </a:srgbClr>
              </a:outerShdw>
            </a:effectLst>
          </p:spPr>
        </p:pic>
      </p:grpSp>
      <p:sp>
        <p:nvSpPr>
          <p:cNvPr id="206" name="Google Shape;206;p43"/>
          <p:cNvSpPr txBox="1">
            <a:spLocks noGrp="1"/>
          </p:cNvSpPr>
          <p:nvPr>
            <p:ph type="ctrTitle"/>
          </p:nvPr>
        </p:nvSpPr>
        <p:spPr>
          <a:xfrm>
            <a:off x="2335294" y="989425"/>
            <a:ext cx="4487700" cy="1159800"/>
          </a:xfrm>
          <a:prstGeom prst="rect">
            <a:avLst/>
          </a:prstGeom>
          <a:noFill/>
          <a:ln>
            <a:noFill/>
          </a:ln>
        </p:spPr>
        <p:txBody>
          <a:bodyPr spcFirstLastPara="1" wrap="square" lIns="68575" tIns="68575" rIns="68575" bIns="68575" anchor="ctr" anchorCtr="0">
            <a:noAutofit/>
          </a:bodyPr>
          <a:lstStyle>
            <a:lvl1pPr lvl="0" algn="ctr" rtl="0">
              <a:lnSpc>
                <a:spcPct val="90000"/>
              </a:lnSpc>
              <a:spcBef>
                <a:spcPts val="0"/>
              </a:spcBef>
              <a:spcAft>
                <a:spcPts val="0"/>
              </a:spcAft>
              <a:buClr>
                <a:schemeClr val="dk1"/>
              </a:buClr>
              <a:buSzPts val="3300"/>
              <a:buFont typeface="Raleway"/>
              <a:buNone/>
              <a:defRPr sz="3300"/>
            </a:lvl1pPr>
            <a:lvl2pPr lvl="1" algn="ctr" rtl="0">
              <a:lnSpc>
                <a:spcPct val="100000"/>
              </a:lnSpc>
              <a:spcBef>
                <a:spcPts val="0"/>
              </a:spcBef>
              <a:spcAft>
                <a:spcPts val="0"/>
              </a:spcAft>
              <a:buSzPts val="1100"/>
              <a:buNone/>
              <a:defRPr sz="4800"/>
            </a:lvl2pPr>
            <a:lvl3pPr lvl="2" algn="ctr" rtl="0">
              <a:lnSpc>
                <a:spcPct val="100000"/>
              </a:lnSpc>
              <a:spcBef>
                <a:spcPts val="0"/>
              </a:spcBef>
              <a:spcAft>
                <a:spcPts val="0"/>
              </a:spcAft>
              <a:buSzPts val="1100"/>
              <a:buNone/>
              <a:defRPr sz="4800"/>
            </a:lvl3pPr>
            <a:lvl4pPr lvl="3" algn="ctr" rtl="0">
              <a:lnSpc>
                <a:spcPct val="100000"/>
              </a:lnSpc>
              <a:spcBef>
                <a:spcPts val="0"/>
              </a:spcBef>
              <a:spcAft>
                <a:spcPts val="0"/>
              </a:spcAft>
              <a:buSzPts val="1100"/>
              <a:buNone/>
              <a:defRPr sz="4800"/>
            </a:lvl4pPr>
            <a:lvl5pPr lvl="4" algn="ctr" rtl="0">
              <a:lnSpc>
                <a:spcPct val="100000"/>
              </a:lnSpc>
              <a:spcBef>
                <a:spcPts val="0"/>
              </a:spcBef>
              <a:spcAft>
                <a:spcPts val="0"/>
              </a:spcAft>
              <a:buSzPts val="1100"/>
              <a:buNone/>
              <a:defRPr sz="4800"/>
            </a:lvl5pPr>
            <a:lvl6pPr lvl="5" algn="ctr" rtl="0">
              <a:lnSpc>
                <a:spcPct val="100000"/>
              </a:lnSpc>
              <a:spcBef>
                <a:spcPts val="0"/>
              </a:spcBef>
              <a:spcAft>
                <a:spcPts val="0"/>
              </a:spcAft>
              <a:buSzPts val="1100"/>
              <a:buNone/>
              <a:defRPr sz="4800"/>
            </a:lvl6pPr>
            <a:lvl7pPr lvl="6" algn="ctr" rtl="0">
              <a:lnSpc>
                <a:spcPct val="100000"/>
              </a:lnSpc>
              <a:spcBef>
                <a:spcPts val="0"/>
              </a:spcBef>
              <a:spcAft>
                <a:spcPts val="0"/>
              </a:spcAft>
              <a:buSzPts val="1100"/>
              <a:buNone/>
              <a:defRPr sz="4800"/>
            </a:lvl7pPr>
            <a:lvl8pPr lvl="7" algn="ctr" rtl="0">
              <a:lnSpc>
                <a:spcPct val="100000"/>
              </a:lnSpc>
              <a:spcBef>
                <a:spcPts val="0"/>
              </a:spcBef>
              <a:spcAft>
                <a:spcPts val="0"/>
              </a:spcAft>
              <a:buSzPts val="1100"/>
              <a:buNone/>
              <a:defRPr sz="4800"/>
            </a:lvl8pPr>
            <a:lvl9pPr lvl="8" algn="ctr" rtl="0">
              <a:lnSpc>
                <a:spcPct val="100000"/>
              </a:lnSpc>
              <a:spcBef>
                <a:spcPts val="0"/>
              </a:spcBef>
              <a:spcAft>
                <a:spcPts val="0"/>
              </a:spcAft>
              <a:buSzPts val="1100"/>
              <a:buNone/>
              <a:defRPr sz="48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small" type="blank">
  <p:cSld name="BLANK">
    <p:spTree>
      <p:nvGrpSpPr>
        <p:cNvPr id="1" name="Shape 207"/>
        <p:cNvGrpSpPr/>
        <p:nvPr/>
      </p:nvGrpSpPr>
      <p:grpSpPr>
        <a:xfrm>
          <a:off x="0" y="0"/>
          <a:ext cx="0" cy="0"/>
          <a:chOff x="0" y="0"/>
          <a:chExt cx="0" cy="0"/>
        </a:xfrm>
      </p:grpSpPr>
      <p:sp>
        <p:nvSpPr>
          <p:cNvPr id="208" name="Google Shape;208;p44"/>
          <p:cNvSpPr txBox="1">
            <a:spLocks noGrp="1"/>
          </p:cNvSpPr>
          <p:nvPr>
            <p:ph type="title"/>
          </p:nvPr>
        </p:nvSpPr>
        <p:spPr>
          <a:xfrm>
            <a:off x="4382377" y="804059"/>
            <a:ext cx="4063200" cy="636000"/>
          </a:xfrm>
          <a:prstGeom prst="rect">
            <a:avLst/>
          </a:prstGeom>
          <a:noFill/>
          <a:ln>
            <a:noFill/>
          </a:ln>
        </p:spPr>
        <p:txBody>
          <a:bodyPr spcFirstLastPara="1" wrap="square" lIns="68575" tIns="68575" rIns="68575" bIns="68575" anchor="b" anchorCtr="0">
            <a:noAutofit/>
          </a:bodyPr>
          <a:lstStyle>
            <a:lvl1pPr lvl="0" algn="l" rtl="0">
              <a:lnSpc>
                <a:spcPct val="90000"/>
              </a:lnSpc>
              <a:spcBef>
                <a:spcPts val="0"/>
              </a:spcBef>
              <a:spcAft>
                <a:spcPts val="0"/>
              </a:spcAft>
              <a:buClr>
                <a:schemeClr val="dk1"/>
              </a:buClr>
              <a:buSzPts val="3300"/>
              <a:buFont typeface="Raleway"/>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209" name="Google Shape;209;p44"/>
          <p:cNvSpPr txBox="1">
            <a:spLocks noGrp="1"/>
          </p:cNvSpPr>
          <p:nvPr>
            <p:ph type="body" idx="1"/>
          </p:nvPr>
        </p:nvSpPr>
        <p:spPr>
          <a:xfrm>
            <a:off x="4382377" y="1541756"/>
            <a:ext cx="4063200" cy="2764500"/>
          </a:xfrm>
          <a:prstGeom prst="rect">
            <a:avLst/>
          </a:prstGeom>
          <a:noFill/>
          <a:ln>
            <a:noFill/>
          </a:ln>
        </p:spPr>
        <p:txBody>
          <a:bodyPr spcFirstLastPara="1" wrap="square" lIns="68575" tIns="68575" rIns="68575" bIns="68575" anchor="t" anchorCtr="0">
            <a:noAutofit/>
          </a:bodyPr>
          <a:lstStyle>
            <a:lvl1pPr marL="457200" lvl="0" indent="-228600" algn="l" rtl="0">
              <a:lnSpc>
                <a:spcPct val="90000"/>
              </a:lnSpc>
              <a:spcBef>
                <a:spcPts val="0"/>
              </a:spcBef>
              <a:spcAft>
                <a:spcPts val="0"/>
              </a:spcAft>
              <a:buClr>
                <a:schemeClr val="dk1"/>
              </a:buClr>
              <a:buSzPts val="1400"/>
              <a:buNone/>
              <a:defRPr sz="1400"/>
            </a:lvl1pPr>
            <a:lvl2pPr marL="914400" lvl="1" indent="-342900" algn="l" rtl="0">
              <a:lnSpc>
                <a:spcPct val="90000"/>
              </a:lnSpc>
              <a:spcBef>
                <a:spcPts val="0"/>
              </a:spcBef>
              <a:spcAft>
                <a:spcPts val="0"/>
              </a:spcAft>
              <a:buClr>
                <a:schemeClr val="dk1"/>
              </a:buClr>
              <a:buSzPts val="1800"/>
              <a:buChar char="•"/>
              <a:defRPr/>
            </a:lvl2pPr>
            <a:lvl3pPr marL="1371600" lvl="2" indent="-323850" algn="l" rtl="0">
              <a:lnSpc>
                <a:spcPct val="90000"/>
              </a:lnSpc>
              <a:spcBef>
                <a:spcPts val="0"/>
              </a:spcBef>
              <a:spcAft>
                <a:spcPts val="0"/>
              </a:spcAft>
              <a:buClr>
                <a:schemeClr val="dk1"/>
              </a:buClr>
              <a:buSzPts val="1500"/>
              <a:buChar char="•"/>
              <a:defRPr/>
            </a:lvl3pPr>
            <a:lvl4pPr marL="1828800" lvl="3" indent="-317500" algn="l" rtl="0">
              <a:lnSpc>
                <a:spcPct val="90000"/>
              </a:lnSpc>
              <a:spcBef>
                <a:spcPts val="0"/>
              </a:spcBef>
              <a:spcAft>
                <a:spcPts val="0"/>
              </a:spcAft>
              <a:buClr>
                <a:schemeClr val="dk1"/>
              </a:buClr>
              <a:buSzPts val="1400"/>
              <a:buChar char="•"/>
              <a:defRPr/>
            </a:lvl4pPr>
            <a:lvl5pPr marL="2286000" lvl="4" indent="-317500" algn="l" rtl="0">
              <a:lnSpc>
                <a:spcPct val="90000"/>
              </a:lnSpc>
              <a:spcBef>
                <a:spcPts val="0"/>
              </a:spcBef>
              <a:spcAft>
                <a:spcPts val="0"/>
              </a:spcAft>
              <a:buClr>
                <a:schemeClr val="dk1"/>
              </a:buClr>
              <a:buSzPts val="1400"/>
              <a:buChar char="•"/>
              <a:defRPr/>
            </a:lvl5pPr>
            <a:lvl6pPr marL="2743200" lvl="5" indent="-317500" algn="l" rtl="0">
              <a:lnSpc>
                <a:spcPct val="90000"/>
              </a:lnSpc>
              <a:spcBef>
                <a:spcPts val="0"/>
              </a:spcBef>
              <a:spcAft>
                <a:spcPts val="0"/>
              </a:spcAft>
              <a:buClr>
                <a:schemeClr val="dk1"/>
              </a:buClr>
              <a:buSzPts val="1400"/>
              <a:buChar char="•"/>
              <a:defRPr/>
            </a:lvl6pPr>
            <a:lvl7pPr marL="3200400" lvl="6" indent="-317500" algn="l" rtl="0">
              <a:lnSpc>
                <a:spcPct val="90000"/>
              </a:lnSpc>
              <a:spcBef>
                <a:spcPts val="0"/>
              </a:spcBef>
              <a:spcAft>
                <a:spcPts val="0"/>
              </a:spcAft>
              <a:buClr>
                <a:schemeClr val="dk1"/>
              </a:buClr>
              <a:buSzPts val="1400"/>
              <a:buChar char="•"/>
              <a:defRPr/>
            </a:lvl7pPr>
            <a:lvl8pPr marL="3657600" lvl="7" indent="-317500" algn="l" rtl="0">
              <a:lnSpc>
                <a:spcPct val="90000"/>
              </a:lnSpc>
              <a:spcBef>
                <a:spcPts val="0"/>
              </a:spcBef>
              <a:spcAft>
                <a:spcPts val="0"/>
              </a:spcAft>
              <a:buClr>
                <a:schemeClr val="dk1"/>
              </a:buClr>
              <a:buSzPts val="1400"/>
              <a:buChar char="•"/>
              <a:defRPr/>
            </a:lvl8pPr>
            <a:lvl9pPr marL="4114800" lvl="8" indent="-317500" algn="l" rtl="0">
              <a:lnSpc>
                <a:spcPct val="90000"/>
              </a:lnSpc>
              <a:spcBef>
                <a:spcPts val="0"/>
              </a:spcBef>
              <a:spcAft>
                <a:spcPts val="0"/>
              </a:spcAft>
              <a:buClr>
                <a:schemeClr val="dk1"/>
              </a:buClr>
              <a:buSzPts val="1400"/>
              <a:buChar char="•"/>
              <a:defRPr/>
            </a:lvl9pPr>
          </a:lstStyle>
          <a:p>
            <a:endParaRPr/>
          </a:p>
        </p:txBody>
      </p:sp>
      <p:sp>
        <p:nvSpPr>
          <p:cNvPr id="210" name="Google Shape;210;p44"/>
          <p:cNvSpPr>
            <a:spLocks noGrp="1"/>
          </p:cNvSpPr>
          <p:nvPr>
            <p:ph type="pic" idx="2"/>
          </p:nvPr>
        </p:nvSpPr>
        <p:spPr>
          <a:xfrm>
            <a:off x="0" y="0"/>
            <a:ext cx="4063200" cy="5143500"/>
          </a:xfrm>
          <a:prstGeom prst="rect">
            <a:avLst/>
          </a:prstGeom>
          <a:noFill/>
          <a:ln>
            <a:noFill/>
          </a:ln>
          <a:effectLst>
            <a:outerShdw blurRad="50800" dist="38100" algn="l" rotWithShape="0">
              <a:srgbClr val="000000">
                <a:alpha val="40000"/>
              </a:srgbClr>
            </a:outerShdw>
          </a:effectLst>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Roboto"/>
                <a:ea typeface="Roboto"/>
                <a:cs typeface="Roboto"/>
                <a:sym typeface="Robo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Roboto"/>
                <a:ea typeface="Roboto"/>
                <a:cs typeface="Roboto"/>
                <a:sym typeface="Roboto"/>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11"/>
        <p:cNvGrpSpPr/>
        <p:nvPr/>
      </p:nvGrpSpPr>
      <p:grpSpPr>
        <a:xfrm>
          <a:off x="0" y="0"/>
          <a:ext cx="0" cy="0"/>
          <a:chOff x="0" y="0"/>
          <a:chExt cx="0" cy="0"/>
        </a:xfrm>
      </p:grpSpPr>
      <p:sp>
        <p:nvSpPr>
          <p:cNvPr id="212" name="Google Shape;212;p45"/>
          <p:cNvSpPr/>
          <p:nvPr/>
        </p:nvSpPr>
        <p:spPr>
          <a:xfrm>
            <a:off x="-21694" y="0"/>
            <a:ext cx="9157800" cy="5142000"/>
          </a:xfrm>
          <a:prstGeom prst="rect">
            <a:avLst/>
          </a:prstGeom>
          <a:solidFill>
            <a:srgbClr val="FCB83F"/>
          </a:solidFill>
          <a:ln w="12700" cap="flat" cmpd="sng">
            <a:solidFill>
              <a:srgbClr val="BA9305"/>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grpSp>
        <p:nvGrpSpPr>
          <p:cNvPr id="213" name="Google Shape;213;p45"/>
          <p:cNvGrpSpPr/>
          <p:nvPr/>
        </p:nvGrpSpPr>
        <p:grpSpPr>
          <a:xfrm>
            <a:off x="120409" y="72016"/>
            <a:ext cx="9023540" cy="4933659"/>
            <a:chOff x="160546" y="96021"/>
            <a:chExt cx="12031386" cy="6578212"/>
          </a:xfrm>
        </p:grpSpPr>
        <p:sp>
          <p:nvSpPr>
            <p:cNvPr id="214" name="Google Shape;214;p45"/>
            <p:cNvSpPr txBox="1"/>
            <p:nvPr/>
          </p:nvSpPr>
          <p:spPr>
            <a:xfrm>
              <a:off x="6753201" y="2618069"/>
              <a:ext cx="2422200" cy="672300"/>
            </a:xfrm>
            <a:prstGeom prst="rect">
              <a:avLst/>
            </a:prstGeom>
            <a:blipFill rotWithShape="1">
              <a:blip r:embed="rId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15" name="Google Shape;215;p45"/>
            <p:cNvSpPr txBox="1"/>
            <p:nvPr/>
          </p:nvSpPr>
          <p:spPr>
            <a:xfrm>
              <a:off x="7432482" y="258080"/>
              <a:ext cx="3411900" cy="399300"/>
            </a:xfrm>
            <a:prstGeom prst="rect">
              <a:avLst/>
            </a:prstGeom>
            <a:blipFill rotWithShape="1">
              <a:blip r:embed="rId3">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16" name="Google Shape;216;p45"/>
            <p:cNvSpPr txBox="1"/>
            <p:nvPr/>
          </p:nvSpPr>
          <p:spPr>
            <a:xfrm>
              <a:off x="7450151" y="3969505"/>
              <a:ext cx="4603500" cy="555900"/>
            </a:xfrm>
            <a:prstGeom prst="rect">
              <a:avLst/>
            </a:prstGeom>
            <a:blipFill rotWithShape="1">
              <a:blip r:embed="rId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17" name="Google Shape;217;p45"/>
            <p:cNvSpPr txBox="1"/>
            <p:nvPr/>
          </p:nvSpPr>
          <p:spPr>
            <a:xfrm>
              <a:off x="9798333" y="828113"/>
              <a:ext cx="2092200" cy="582600"/>
            </a:xfrm>
            <a:prstGeom prst="rect">
              <a:avLst/>
            </a:prstGeom>
            <a:blipFill rotWithShape="1">
              <a:blip r:embed="rId5">
                <a:alphaModFix/>
              </a:blip>
              <a:stretch>
                <a:fillRect b="-209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18" name="Google Shape;218;p45"/>
            <p:cNvSpPr txBox="1"/>
            <p:nvPr/>
          </p:nvSpPr>
          <p:spPr>
            <a:xfrm>
              <a:off x="8780018" y="3361224"/>
              <a:ext cx="3411900" cy="399300"/>
            </a:xfrm>
            <a:prstGeom prst="rect">
              <a:avLst/>
            </a:prstGeom>
            <a:blipFill rotWithShape="1">
              <a:blip r:embed="rId6">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19" name="Google Shape;219;p45"/>
            <p:cNvSpPr txBox="1"/>
            <p:nvPr/>
          </p:nvSpPr>
          <p:spPr>
            <a:xfrm>
              <a:off x="7588432" y="1619655"/>
              <a:ext cx="4603500" cy="555900"/>
            </a:xfrm>
            <a:prstGeom prst="rect">
              <a:avLst/>
            </a:prstGeom>
            <a:blipFill rotWithShape="1">
              <a:blip r:embed="rId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20" name="Google Shape;220;p45"/>
            <p:cNvSpPr txBox="1"/>
            <p:nvPr/>
          </p:nvSpPr>
          <p:spPr>
            <a:xfrm>
              <a:off x="9418259" y="2516683"/>
              <a:ext cx="2480700" cy="5559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21" name="Google Shape;221;p45"/>
            <p:cNvSpPr txBox="1"/>
            <p:nvPr/>
          </p:nvSpPr>
          <p:spPr>
            <a:xfrm>
              <a:off x="6390261" y="991859"/>
              <a:ext cx="2389800" cy="492300"/>
            </a:xfrm>
            <a:prstGeom prst="rect">
              <a:avLst/>
            </a:pr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nvGrpSpPr>
            <p:cNvPr id="222" name="Google Shape;222;p45"/>
            <p:cNvGrpSpPr/>
            <p:nvPr/>
          </p:nvGrpSpPr>
          <p:grpSpPr>
            <a:xfrm>
              <a:off x="160546" y="96021"/>
              <a:ext cx="7143554" cy="3202030"/>
              <a:chOff x="160546" y="96021"/>
              <a:chExt cx="7143554" cy="3202030"/>
            </a:xfrm>
          </p:grpSpPr>
          <p:sp>
            <p:nvSpPr>
              <p:cNvPr id="223" name="Google Shape;223;p45"/>
              <p:cNvSpPr txBox="1"/>
              <p:nvPr/>
            </p:nvSpPr>
            <p:spPr>
              <a:xfrm>
                <a:off x="160546" y="267463"/>
                <a:ext cx="2422200" cy="672300"/>
              </a:xfrm>
              <a:prstGeom prst="rect">
                <a:avLst/>
              </a:prstGeom>
              <a:blipFill rotWithShape="1">
                <a:blip r:embed="rId10">
                  <a:alphaModFix/>
                </a:blip>
                <a:stretch>
                  <a:fillRect b="-9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24" name="Google Shape;224;p45"/>
              <p:cNvSpPr txBox="1"/>
              <p:nvPr/>
            </p:nvSpPr>
            <p:spPr>
              <a:xfrm>
                <a:off x="2686677" y="922973"/>
                <a:ext cx="3278100" cy="581700"/>
              </a:xfrm>
              <a:prstGeom prst="rect">
                <a:avLst/>
              </a:prstGeom>
              <a:blipFill rotWithShape="1">
                <a:blip r:embed="rId11">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25" name="Google Shape;225;p45"/>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226" name="Google Shape;226;p45"/>
              <p:cNvSpPr txBox="1"/>
              <p:nvPr/>
            </p:nvSpPr>
            <p:spPr>
              <a:xfrm>
                <a:off x="544025" y="1619655"/>
                <a:ext cx="4603500" cy="555900"/>
              </a:xfrm>
              <a:prstGeom prst="rect">
                <a:avLst/>
              </a:prstGeom>
              <a:blipFill rotWithShape="1">
                <a:blip r:embed="rId1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27" name="Google Shape;227;p45"/>
              <p:cNvSpPr txBox="1"/>
              <p:nvPr/>
            </p:nvSpPr>
            <p:spPr>
              <a:xfrm>
                <a:off x="4660939" y="96021"/>
                <a:ext cx="2092200" cy="582600"/>
              </a:xfrm>
              <a:prstGeom prst="rect">
                <a:avLst/>
              </a:prstGeom>
              <a:blipFill rotWithShape="1">
                <a:blip r:embed="rId13">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28" name="Google Shape;228;p45"/>
              <p:cNvSpPr txBox="1"/>
              <p:nvPr/>
            </p:nvSpPr>
            <p:spPr>
              <a:xfrm>
                <a:off x="728737" y="2648251"/>
                <a:ext cx="2405100" cy="649800"/>
              </a:xfrm>
              <a:prstGeom prst="rect">
                <a:avLst/>
              </a:prstGeom>
              <a:blipFill rotWithShape="1">
                <a:blip r:embed="rId1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29" name="Google Shape;229;p45"/>
              <p:cNvSpPr txBox="1"/>
              <p:nvPr/>
            </p:nvSpPr>
            <p:spPr>
              <a:xfrm>
                <a:off x="3466060" y="2618069"/>
                <a:ext cx="2389800" cy="492300"/>
              </a:xfrm>
              <a:prstGeom prst="rect">
                <a:avLst/>
              </a:pr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30" name="Google Shape;230;p45"/>
              <p:cNvSpPr txBox="1"/>
              <p:nvPr/>
            </p:nvSpPr>
            <p:spPr>
              <a:xfrm>
                <a:off x="5638800" y="2191224"/>
                <a:ext cx="1665300" cy="462300"/>
              </a:xfrm>
              <a:prstGeom prst="rect">
                <a:avLst/>
              </a:prstGeom>
              <a:blipFill rotWithShape="1">
                <a:blip r:embed="rId16">
                  <a:alphaModFix/>
                </a:blip>
                <a:stretch>
                  <a:fillRect t="-122355" r="-18678"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231" name="Google Shape;231;p45"/>
            <p:cNvGrpSpPr/>
            <p:nvPr/>
          </p:nvGrpSpPr>
          <p:grpSpPr>
            <a:xfrm>
              <a:off x="193068" y="3380869"/>
              <a:ext cx="7295744" cy="3152604"/>
              <a:chOff x="8356" y="96021"/>
              <a:chExt cx="7295744" cy="3152604"/>
            </a:xfrm>
          </p:grpSpPr>
          <p:sp>
            <p:nvSpPr>
              <p:cNvPr id="232" name="Google Shape;232;p45"/>
              <p:cNvSpPr txBox="1"/>
              <p:nvPr/>
            </p:nvSpPr>
            <p:spPr>
              <a:xfrm>
                <a:off x="8356" y="250129"/>
                <a:ext cx="2723700" cy="756300"/>
              </a:xfrm>
              <a:prstGeom prst="rect">
                <a:avLst/>
              </a:prstGeom>
              <a:blipFill rotWithShape="1">
                <a:blip r:embed="rId1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33" name="Google Shape;233;p45"/>
              <p:cNvSpPr txBox="1"/>
              <p:nvPr/>
            </p:nvSpPr>
            <p:spPr>
              <a:xfrm>
                <a:off x="2686677" y="922973"/>
                <a:ext cx="3278100" cy="581700"/>
              </a:xfrm>
              <a:prstGeom prst="rect">
                <a:avLst/>
              </a:prstGeom>
              <a:blipFill rotWithShape="1">
                <a:blip r:embed="rId18">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34" name="Google Shape;234;p45"/>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000000"/>
                  </a:solidFill>
                  <a:latin typeface="Arial"/>
                  <a:ea typeface="Arial"/>
                  <a:cs typeface="Arial"/>
                  <a:sym typeface="Arial"/>
                </a:endParaRPr>
              </a:p>
            </p:txBody>
          </p:sp>
          <p:sp>
            <p:nvSpPr>
              <p:cNvPr id="235" name="Google Shape;235;p45"/>
              <p:cNvSpPr txBox="1"/>
              <p:nvPr/>
            </p:nvSpPr>
            <p:spPr>
              <a:xfrm>
                <a:off x="544025" y="1619655"/>
                <a:ext cx="4603500" cy="555900"/>
              </a:xfrm>
              <a:prstGeom prst="rect">
                <a:avLst/>
              </a:prstGeom>
              <a:blipFill rotWithShape="1">
                <a:blip r:embed="rId1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36" name="Google Shape;236;p45"/>
              <p:cNvSpPr txBox="1"/>
              <p:nvPr/>
            </p:nvSpPr>
            <p:spPr>
              <a:xfrm>
                <a:off x="4660939" y="96021"/>
                <a:ext cx="2092200" cy="582600"/>
              </a:xfrm>
              <a:prstGeom prst="rect">
                <a:avLst/>
              </a:prstGeom>
              <a:blipFill rotWithShape="1">
                <a:blip r:embed="rId20">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37" name="Google Shape;237;p45"/>
              <p:cNvSpPr txBox="1"/>
              <p:nvPr/>
            </p:nvSpPr>
            <p:spPr>
              <a:xfrm>
                <a:off x="293126" y="2598825"/>
                <a:ext cx="2405100" cy="649800"/>
              </a:xfrm>
              <a:prstGeom prst="rect">
                <a:avLst/>
              </a:prstGeom>
              <a:blipFill rotWithShape="1">
                <a:blip r:embed="rId21">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38" name="Google Shape;238;p45"/>
              <p:cNvSpPr txBox="1"/>
              <p:nvPr/>
            </p:nvSpPr>
            <p:spPr>
              <a:xfrm>
                <a:off x="3466060" y="2618069"/>
                <a:ext cx="2389800" cy="492300"/>
              </a:xfrm>
              <a:prstGeom prst="rect">
                <a:avLst/>
              </a:pr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39" name="Google Shape;239;p45"/>
              <p:cNvSpPr txBox="1"/>
              <p:nvPr/>
            </p:nvSpPr>
            <p:spPr>
              <a:xfrm>
                <a:off x="5638800" y="2191224"/>
                <a:ext cx="1665300" cy="462300"/>
              </a:xfrm>
              <a:prstGeom prst="rect">
                <a:avLst/>
              </a:prstGeom>
              <a:blipFill rotWithShape="1">
                <a:blip r:embed="rId23">
                  <a:alphaModFix/>
                </a:blip>
                <a:stretch>
                  <a:fillRect t="-122355" r="-19049"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240" name="Google Shape;240;p45"/>
            <p:cNvSpPr txBox="1"/>
            <p:nvPr/>
          </p:nvSpPr>
          <p:spPr>
            <a:xfrm>
              <a:off x="7781614" y="4904503"/>
              <a:ext cx="2389800" cy="492300"/>
            </a:xfrm>
            <a:prstGeom prst="rect">
              <a:avLst/>
            </a:prstGeom>
            <a:blipFill rotWithShape="1">
              <a:blip r:embed="rId2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41" name="Google Shape;241;p45"/>
            <p:cNvSpPr txBox="1"/>
            <p:nvPr/>
          </p:nvSpPr>
          <p:spPr>
            <a:xfrm>
              <a:off x="8529490" y="6274933"/>
              <a:ext cx="3411900" cy="399300"/>
            </a:xfrm>
            <a:prstGeom prst="rect">
              <a:avLst/>
            </a:prstGeom>
            <a:blipFill rotWithShape="1">
              <a:blip r:embed="rId25">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42" name="Google Shape;242;p45"/>
            <p:cNvSpPr txBox="1"/>
            <p:nvPr/>
          </p:nvSpPr>
          <p:spPr>
            <a:xfrm>
              <a:off x="9875766" y="5520519"/>
              <a:ext cx="2092200" cy="582600"/>
            </a:xfrm>
            <a:prstGeom prst="rect">
              <a:avLst/>
            </a:prstGeom>
            <a:blipFill rotWithShape="1">
              <a:blip r:embed="rId26">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43" name="Google Shape;243;p45"/>
            <p:cNvSpPr txBox="1"/>
            <p:nvPr/>
          </p:nvSpPr>
          <p:spPr>
            <a:xfrm>
              <a:off x="6656143" y="6236041"/>
              <a:ext cx="1497300" cy="370500"/>
            </a:xfrm>
            <a:prstGeom prst="rect">
              <a:avLst/>
            </a:prstGeom>
            <a:blipFill rotWithShape="1">
              <a:blip r:embed="rId27">
                <a:alphaModFix/>
              </a:blip>
              <a:stretch>
                <a:fillRect l="-809" r="-409" b="-131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244" name="Google Shape;244;p45"/>
          <p:cNvSpPr/>
          <p:nvPr/>
        </p:nvSpPr>
        <p:spPr>
          <a:xfrm>
            <a:off x="219417" y="1741932"/>
            <a:ext cx="6172200" cy="1824300"/>
          </a:xfrm>
          <a:prstGeom prst="rect">
            <a:avLst/>
          </a:prstGeom>
          <a:solidFill>
            <a:srgbClr val="592F28"/>
          </a:solidFill>
          <a:ln>
            <a:noFill/>
          </a:ln>
          <a:effectLst>
            <a:outerShdw blurRad="355600" dist="38100" dir="10800000" algn="r"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245" name="Google Shape;245;p45"/>
          <p:cNvSpPr txBox="1">
            <a:spLocks noGrp="1"/>
          </p:cNvSpPr>
          <p:nvPr>
            <p:ph type="ctrTitle"/>
          </p:nvPr>
        </p:nvSpPr>
        <p:spPr>
          <a:xfrm>
            <a:off x="471697" y="1900004"/>
            <a:ext cx="3848100" cy="806700"/>
          </a:xfrm>
          <a:prstGeom prst="rect">
            <a:avLst/>
          </a:prstGeom>
          <a:noFill/>
          <a:ln>
            <a:noFill/>
          </a:ln>
        </p:spPr>
        <p:txBody>
          <a:bodyPr spcFirstLastPara="1" wrap="square" lIns="68575" tIns="68575" rIns="68575" bIns="68575" anchor="b" anchorCtr="0">
            <a:noAutofit/>
          </a:bodyPr>
          <a:lstStyle>
            <a:lvl1pPr lvl="0" algn="ctr" rtl="0">
              <a:lnSpc>
                <a:spcPct val="90000"/>
              </a:lnSpc>
              <a:spcBef>
                <a:spcPts val="0"/>
              </a:spcBef>
              <a:spcAft>
                <a:spcPts val="0"/>
              </a:spcAft>
              <a:buClr>
                <a:schemeClr val="lt1"/>
              </a:buClr>
              <a:buSzPts val="3300"/>
              <a:buFont typeface="Raleway"/>
              <a:buNone/>
              <a:defRPr b="1">
                <a:solidFill>
                  <a:schemeClr val="lt1"/>
                </a:solidFill>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246" name="Google Shape;246;p45"/>
          <p:cNvSpPr txBox="1">
            <a:spLocks noGrp="1"/>
          </p:cNvSpPr>
          <p:nvPr>
            <p:ph type="subTitle" idx="1"/>
          </p:nvPr>
        </p:nvSpPr>
        <p:spPr>
          <a:xfrm>
            <a:off x="471621" y="2706924"/>
            <a:ext cx="3848100" cy="546000"/>
          </a:xfrm>
          <a:prstGeom prst="rect">
            <a:avLst/>
          </a:prstGeom>
          <a:noFill/>
          <a:ln>
            <a:noFill/>
          </a:ln>
        </p:spPr>
        <p:txBody>
          <a:bodyPr spcFirstLastPara="1" wrap="square" lIns="68575" tIns="68575" rIns="68575" bIns="68575" anchor="t" anchorCtr="0">
            <a:noAutofit/>
          </a:bodyPr>
          <a:lstStyle>
            <a:lvl1pPr lvl="0" algn="ctr" rtl="0">
              <a:lnSpc>
                <a:spcPct val="90000"/>
              </a:lnSpc>
              <a:spcBef>
                <a:spcPts val="0"/>
              </a:spcBef>
              <a:spcAft>
                <a:spcPts val="0"/>
              </a:spcAft>
              <a:buClr>
                <a:srgbClr val="33CCFF"/>
              </a:buClr>
              <a:buSzPts val="1800"/>
              <a:buNone/>
              <a:defRPr sz="1800">
                <a:solidFill>
                  <a:schemeClr val="lt1"/>
                </a:solidFill>
              </a:defRPr>
            </a:lvl1pPr>
            <a:lvl2pPr lvl="1" algn="ctr" rtl="0">
              <a:lnSpc>
                <a:spcPct val="90000"/>
              </a:lnSpc>
              <a:spcBef>
                <a:spcPts val="0"/>
              </a:spcBef>
              <a:spcAft>
                <a:spcPts val="0"/>
              </a:spcAft>
              <a:buClr>
                <a:srgbClr val="33CCFF"/>
              </a:buClr>
              <a:buSzPts val="1800"/>
              <a:buNone/>
              <a:defRPr sz="1800">
                <a:solidFill>
                  <a:srgbClr val="33CCFF"/>
                </a:solidFill>
              </a:defRPr>
            </a:lvl2pPr>
            <a:lvl3pPr lvl="2" algn="ctr" rtl="0">
              <a:lnSpc>
                <a:spcPct val="90000"/>
              </a:lnSpc>
              <a:spcBef>
                <a:spcPts val="0"/>
              </a:spcBef>
              <a:spcAft>
                <a:spcPts val="0"/>
              </a:spcAft>
              <a:buClr>
                <a:srgbClr val="33CCFF"/>
              </a:buClr>
              <a:buSzPts val="1800"/>
              <a:buNone/>
              <a:defRPr sz="1800">
                <a:solidFill>
                  <a:srgbClr val="33CCFF"/>
                </a:solidFill>
              </a:defRPr>
            </a:lvl3pPr>
            <a:lvl4pPr lvl="3" algn="ctr" rtl="0">
              <a:lnSpc>
                <a:spcPct val="90000"/>
              </a:lnSpc>
              <a:spcBef>
                <a:spcPts val="0"/>
              </a:spcBef>
              <a:spcAft>
                <a:spcPts val="0"/>
              </a:spcAft>
              <a:buClr>
                <a:srgbClr val="33CCFF"/>
              </a:buClr>
              <a:buSzPts val="1800"/>
              <a:buNone/>
              <a:defRPr sz="1800">
                <a:solidFill>
                  <a:srgbClr val="33CCFF"/>
                </a:solidFill>
              </a:defRPr>
            </a:lvl4pPr>
            <a:lvl5pPr lvl="4" algn="ctr" rtl="0">
              <a:lnSpc>
                <a:spcPct val="90000"/>
              </a:lnSpc>
              <a:spcBef>
                <a:spcPts val="0"/>
              </a:spcBef>
              <a:spcAft>
                <a:spcPts val="0"/>
              </a:spcAft>
              <a:buClr>
                <a:srgbClr val="33CCFF"/>
              </a:buClr>
              <a:buSzPts val="1800"/>
              <a:buNone/>
              <a:defRPr sz="1800">
                <a:solidFill>
                  <a:srgbClr val="33CCFF"/>
                </a:solidFill>
              </a:defRPr>
            </a:lvl5pPr>
            <a:lvl6pPr lvl="5" algn="ctr" rtl="0">
              <a:lnSpc>
                <a:spcPct val="90000"/>
              </a:lnSpc>
              <a:spcBef>
                <a:spcPts val="0"/>
              </a:spcBef>
              <a:spcAft>
                <a:spcPts val="0"/>
              </a:spcAft>
              <a:buClr>
                <a:srgbClr val="33CCFF"/>
              </a:buClr>
              <a:buSzPts val="1800"/>
              <a:buNone/>
              <a:defRPr sz="1800">
                <a:solidFill>
                  <a:srgbClr val="33CCFF"/>
                </a:solidFill>
              </a:defRPr>
            </a:lvl6pPr>
            <a:lvl7pPr lvl="6" algn="ctr" rtl="0">
              <a:lnSpc>
                <a:spcPct val="90000"/>
              </a:lnSpc>
              <a:spcBef>
                <a:spcPts val="0"/>
              </a:spcBef>
              <a:spcAft>
                <a:spcPts val="0"/>
              </a:spcAft>
              <a:buClr>
                <a:srgbClr val="33CCFF"/>
              </a:buClr>
              <a:buSzPts val="1800"/>
              <a:buNone/>
              <a:defRPr sz="1800">
                <a:solidFill>
                  <a:srgbClr val="33CCFF"/>
                </a:solidFill>
              </a:defRPr>
            </a:lvl7pPr>
            <a:lvl8pPr lvl="7" algn="ctr" rtl="0">
              <a:lnSpc>
                <a:spcPct val="90000"/>
              </a:lnSpc>
              <a:spcBef>
                <a:spcPts val="0"/>
              </a:spcBef>
              <a:spcAft>
                <a:spcPts val="0"/>
              </a:spcAft>
              <a:buClr>
                <a:srgbClr val="33CCFF"/>
              </a:buClr>
              <a:buSzPts val="1800"/>
              <a:buNone/>
              <a:defRPr sz="1800">
                <a:solidFill>
                  <a:srgbClr val="33CCFF"/>
                </a:solidFill>
              </a:defRPr>
            </a:lvl8pPr>
            <a:lvl9pPr lvl="8" algn="ctr" rtl="0">
              <a:lnSpc>
                <a:spcPct val="90000"/>
              </a:lnSpc>
              <a:spcBef>
                <a:spcPts val="0"/>
              </a:spcBef>
              <a:spcAft>
                <a:spcPts val="0"/>
              </a:spcAft>
              <a:buClr>
                <a:srgbClr val="33CCFF"/>
              </a:buClr>
              <a:buSzPts val="1800"/>
              <a:buNone/>
              <a:defRPr sz="1800">
                <a:solidFill>
                  <a:srgbClr val="33CCFF"/>
                </a:solidFill>
              </a:defRPr>
            </a:lvl9pPr>
          </a:lstStyle>
          <a:p>
            <a:endParaRPr/>
          </a:p>
        </p:txBody>
      </p:sp>
      <p:pic>
        <p:nvPicPr>
          <p:cNvPr id="247" name="Google Shape;247;p45"/>
          <p:cNvPicPr preferRelativeResize="0"/>
          <p:nvPr/>
        </p:nvPicPr>
        <p:blipFill rotWithShape="1">
          <a:blip r:embed="rId28">
            <a:alphaModFix/>
          </a:blip>
          <a:srcRect/>
          <a:stretch/>
        </p:blipFill>
        <p:spPr>
          <a:xfrm>
            <a:off x="4572000" y="0"/>
            <a:ext cx="4575712" cy="5145030"/>
          </a:xfrm>
          <a:prstGeom prst="rect">
            <a:avLst/>
          </a:prstGeom>
          <a:noFill/>
          <a:ln>
            <a:noFill/>
          </a:ln>
          <a:effectLst>
            <a:outerShdw blurRad="381000" dist="38100" dir="10800000" algn="r" rotWithShape="0">
              <a:srgbClr val="000000">
                <a:alpha val="40000"/>
              </a:srgbClr>
            </a:outerShdw>
          </a:effectLst>
        </p:spPr>
      </p:pic>
      <p:sp>
        <p:nvSpPr>
          <p:cNvPr id="248" name="Google Shape;248;p45"/>
          <p:cNvSpPr>
            <a:spLocks noGrp="1"/>
          </p:cNvSpPr>
          <p:nvPr>
            <p:ph type="pic" idx="2"/>
          </p:nvPr>
        </p:nvSpPr>
        <p:spPr>
          <a:xfrm>
            <a:off x="4544440" y="-1530"/>
            <a:ext cx="4591500" cy="5143500"/>
          </a:xfrm>
          <a:prstGeom prst="rect">
            <a:avLst/>
          </a:prstGeom>
          <a:noFill/>
          <a:ln>
            <a:noFill/>
          </a:ln>
          <a:effectLst>
            <a:outerShdw blurRad="50800" dist="38100" dir="10800000" algn="r" rotWithShape="0">
              <a:srgbClr val="000000">
                <a:alpha val="40000"/>
              </a:srgbClr>
            </a:outerShdw>
          </a:effectLst>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Roboto"/>
                <a:ea typeface="Roboto"/>
                <a:cs typeface="Roboto"/>
                <a:sym typeface="Robo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Roboto"/>
                <a:ea typeface="Roboto"/>
                <a:cs typeface="Roboto"/>
                <a:sym typeface="Roboto"/>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49"/>
        <p:cNvGrpSpPr/>
        <p:nvPr/>
      </p:nvGrpSpPr>
      <p:grpSpPr>
        <a:xfrm>
          <a:off x="0" y="0"/>
          <a:ext cx="0" cy="0"/>
          <a:chOff x="0" y="0"/>
          <a:chExt cx="0" cy="0"/>
        </a:xfrm>
      </p:grpSpPr>
      <p:grpSp>
        <p:nvGrpSpPr>
          <p:cNvPr id="250" name="Google Shape;250;p46"/>
          <p:cNvGrpSpPr/>
          <p:nvPr/>
        </p:nvGrpSpPr>
        <p:grpSpPr>
          <a:xfrm>
            <a:off x="120409" y="72016"/>
            <a:ext cx="9023540" cy="4933659"/>
            <a:chOff x="160546" y="96021"/>
            <a:chExt cx="12031386" cy="6578212"/>
          </a:xfrm>
        </p:grpSpPr>
        <p:sp>
          <p:nvSpPr>
            <p:cNvPr id="251" name="Google Shape;251;p46"/>
            <p:cNvSpPr txBox="1"/>
            <p:nvPr/>
          </p:nvSpPr>
          <p:spPr>
            <a:xfrm>
              <a:off x="6753201" y="2618069"/>
              <a:ext cx="2422200" cy="672300"/>
            </a:xfrm>
            <a:prstGeom prst="rect">
              <a:avLst/>
            </a:prstGeom>
            <a:blipFill rotWithShape="1">
              <a:blip r:embed="rId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52" name="Google Shape;252;p46"/>
            <p:cNvSpPr txBox="1"/>
            <p:nvPr/>
          </p:nvSpPr>
          <p:spPr>
            <a:xfrm>
              <a:off x="7432482" y="258080"/>
              <a:ext cx="3411900" cy="399300"/>
            </a:xfrm>
            <a:prstGeom prst="rect">
              <a:avLst/>
            </a:prstGeom>
            <a:blipFill rotWithShape="1">
              <a:blip r:embed="rId3">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53" name="Google Shape;253;p46"/>
            <p:cNvSpPr txBox="1"/>
            <p:nvPr/>
          </p:nvSpPr>
          <p:spPr>
            <a:xfrm>
              <a:off x="7450151" y="3969505"/>
              <a:ext cx="4603500" cy="555900"/>
            </a:xfrm>
            <a:prstGeom prst="rect">
              <a:avLst/>
            </a:prstGeom>
            <a:blipFill rotWithShape="1">
              <a:blip r:embed="rId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54" name="Google Shape;254;p46"/>
            <p:cNvSpPr txBox="1"/>
            <p:nvPr/>
          </p:nvSpPr>
          <p:spPr>
            <a:xfrm>
              <a:off x="9798333" y="828113"/>
              <a:ext cx="2092200" cy="582600"/>
            </a:xfrm>
            <a:prstGeom prst="rect">
              <a:avLst/>
            </a:prstGeom>
            <a:blipFill rotWithShape="1">
              <a:blip r:embed="rId5">
                <a:alphaModFix/>
              </a:blip>
              <a:stretch>
                <a:fillRect b="-209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55" name="Google Shape;255;p46"/>
            <p:cNvSpPr txBox="1"/>
            <p:nvPr/>
          </p:nvSpPr>
          <p:spPr>
            <a:xfrm>
              <a:off x="8780018" y="3361224"/>
              <a:ext cx="3411900" cy="399300"/>
            </a:xfrm>
            <a:prstGeom prst="rect">
              <a:avLst/>
            </a:prstGeom>
            <a:blipFill rotWithShape="1">
              <a:blip r:embed="rId6">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56" name="Google Shape;256;p46"/>
            <p:cNvSpPr txBox="1"/>
            <p:nvPr/>
          </p:nvSpPr>
          <p:spPr>
            <a:xfrm>
              <a:off x="7588432" y="1619655"/>
              <a:ext cx="4603500" cy="555900"/>
            </a:xfrm>
            <a:prstGeom prst="rect">
              <a:avLst/>
            </a:prstGeom>
            <a:blipFill rotWithShape="1">
              <a:blip r:embed="rId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57" name="Google Shape;257;p46"/>
            <p:cNvSpPr txBox="1"/>
            <p:nvPr/>
          </p:nvSpPr>
          <p:spPr>
            <a:xfrm>
              <a:off x="9418259" y="2516683"/>
              <a:ext cx="2480700" cy="5559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58" name="Google Shape;258;p46"/>
            <p:cNvSpPr txBox="1"/>
            <p:nvPr/>
          </p:nvSpPr>
          <p:spPr>
            <a:xfrm>
              <a:off x="6390261" y="991859"/>
              <a:ext cx="2389800" cy="492300"/>
            </a:xfrm>
            <a:prstGeom prst="rect">
              <a:avLst/>
            </a:pr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nvGrpSpPr>
            <p:cNvPr id="259" name="Google Shape;259;p46"/>
            <p:cNvGrpSpPr/>
            <p:nvPr/>
          </p:nvGrpSpPr>
          <p:grpSpPr>
            <a:xfrm>
              <a:off x="160546" y="96021"/>
              <a:ext cx="7143554" cy="3202030"/>
              <a:chOff x="160546" y="96021"/>
              <a:chExt cx="7143554" cy="3202030"/>
            </a:xfrm>
          </p:grpSpPr>
          <p:sp>
            <p:nvSpPr>
              <p:cNvPr id="260" name="Google Shape;260;p46"/>
              <p:cNvSpPr txBox="1"/>
              <p:nvPr/>
            </p:nvSpPr>
            <p:spPr>
              <a:xfrm>
                <a:off x="160546" y="267463"/>
                <a:ext cx="2422200" cy="672300"/>
              </a:xfrm>
              <a:prstGeom prst="rect">
                <a:avLst/>
              </a:prstGeom>
              <a:blipFill rotWithShape="1">
                <a:blip r:embed="rId10">
                  <a:alphaModFix/>
                </a:blip>
                <a:stretch>
                  <a:fillRect b="-9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61" name="Google Shape;261;p46"/>
              <p:cNvSpPr txBox="1"/>
              <p:nvPr/>
            </p:nvSpPr>
            <p:spPr>
              <a:xfrm>
                <a:off x="2686677" y="922973"/>
                <a:ext cx="3278100" cy="581700"/>
              </a:xfrm>
              <a:prstGeom prst="rect">
                <a:avLst/>
              </a:prstGeom>
              <a:blipFill rotWithShape="1">
                <a:blip r:embed="rId11">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62" name="Google Shape;262;p46"/>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7F7F7F"/>
                  </a:solidFill>
                  <a:latin typeface="Arial"/>
                  <a:ea typeface="Arial"/>
                  <a:cs typeface="Arial"/>
                  <a:sym typeface="Arial"/>
                </a:endParaRPr>
              </a:p>
            </p:txBody>
          </p:sp>
          <p:sp>
            <p:nvSpPr>
              <p:cNvPr id="263" name="Google Shape;263;p46"/>
              <p:cNvSpPr txBox="1"/>
              <p:nvPr/>
            </p:nvSpPr>
            <p:spPr>
              <a:xfrm>
                <a:off x="544025" y="1619655"/>
                <a:ext cx="4603500" cy="555900"/>
              </a:xfrm>
              <a:prstGeom prst="rect">
                <a:avLst/>
              </a:prstGeom>
              <a:blipFill rotWithShape="1">
                <a:blip r:embed="rId1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64" name="Google Shape;264;p46"/>
              <p:cNvSpPr txBox="1"/>
              <p:nvPr/>
            </p:nvSpPr>
            <p:spPr>
              <a:xfrm>
                <a:off x="4660939" y="96021"/>
                <a:ext cx="2092200" cy="582600"/>
              </a:xfrm>
              <a:prstGeom prst="rect">
                <a:avLst/>
              </a:prstGeom>
              <a:blipFill rotWithShape="1">
                <a:blip r:embed="rId13">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65" name="Google Shape;265;p46"/>
              <p:cNvSpPr txBox="1"/>
              <p:nvPr/>
            </p:nvSpPr>
            <p:spPr>
              <a:xfrm>
                <a:off x="728737" y="2648251"/>
                <a:ext cx="2405100" cy="649800"/>
              </a:xfrm>
              <a:prstGeom prst="rect">
                <a:avLst/>
              </a:prstGeom>
              <a:blipFill rotWithShape="1">
                <a:blip r:embed="rId1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66" name="Google Shape;266;p46"/>
              <p:cNvSpPr txBox="1"/>
              <p:nvPr/>
            </p:nvSpPr>
            <p:spPr>
              <a:xfrm>
                <a:off x="3466060" y="2618069"/>
                <a:ext cx="2389800" cy="492300"/>
              </a:xfrm>
              <a:prstGeom prst="rect">
                <a:avLst/>
              </a:pr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67" name="Google Shape;267;p46"/>
              <p:cNvSpPr txBox="1"/>
              <p:nvPr/>
            </p:nvSpPr>
            <p:spPr>
              <a:xfrm>
                <a:off x="5638800" y="2191224"/>
                <a:ext cx="1665300" cy="462300"/>
              </a:xfrm>
              <a:prstGeom prst="rect">
                <a:avLst/>
              </a:prstGeom>
              <a:blipFill rotWithShape="1">
                <a:blip r:embed="rId16">
                  <a:alphaModFix/>
                </a:blip>
                <a:stretch>
                  <a:fillRect t="-122355" r="-18678"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268" name="Google Shape;268;p46"/>
            <p:cNvGrpSpPr/>
            <p:nvPr/>
          </p:nvGrpSpPr>
          <p:grpSpPr>
            <a:xfrm>
              <a:off x="193068" y="3380869"/>
              <a:ext cx="7295744" cy="3152604"/>
              <a:chOff x="8356" y="96021"/>
              <a:chExt cx="7295744" cy="3152604"/>
            </a:xfrm>
          </p:grpSpPr>
          <p:sp>
            <p:nvSpPr>
              <p:cNvPr id="269" name="Google Shape;269;p46"/>
              <p:cNvSpPr txBox="1"/>
              <p:nvPr/>
            </p:nvSpPr>
            <p:spPr>
              <a:xfrm>
                <a:off x="8356" y="250129"/>
                <a:ext cx="2723700" cy="756300"/>
              </a:xfrm>
              <a:prstGeom prst="rect">
                <a:avLst/>
              </a:prstGeom>
              <a:blipFill rotWithShape="1">
                <a:blip r:embed="rId1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0" name="Google Shape;270;p46"/>
              <p:cNvSpPr txBox="1"/>
              <p:nvPr/>
            </p:nvSpPr>
            <p:spPr>
              <a:xfrm>
                <a:off x="2686677" y="922973"/>
                <a:ext cx="3278100" cy="581700"/>
              </a:xfrm>
              <a:prstGeom prst="rect">
                <a:avLst/>
              </a:prstGeom>
              <a:blipFill rotWithShape="1">
                <a:blip r:embed="rId18">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1" name="Google Shape;271;p46"/>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7F7F7F"/>
                  </a:solidFill>
                  <a:latin typeface="Arial"/>
                  <a:ea typeface="Arial"/>
                  <a:cs typeface="Arial"/>
                  <a:sym typeface="Arial"/>
                </a:endParaRPr>
              </a:p>
            </p:txBody>
          </p:sp>
          <p:sp>
            <p:nvSpPr>
              <p:cNvPr id="272" name="Google Shape;272;p46"/>
              <p:cNvSpPr txBox="1"/>
              <p:nvPr/>
            </p:nvSpPr>
            <p:spPr>
              <a:xfrm>
                <a:off x="544025" y="1619655"/>
                <a:ext cx="4603500" cy="555900"/>
              </a:xfrm>
              <a:prstGeom prst="rect">
                <a:avLst/>
              </a:prstGeom>
              <a:blipFill rotWithShape="1">
                <a:blip r:embed="rId1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3" name="Google Shape;273;p46"/>
              <p:cNvSpPr txBox="1"/>
              <p:nvPr/>
            </p:nvSpPr>
            <p:spPr>
              <a:xfrm>
                <a:off x="4660939" y="96021"/>
                <a:ext cx="2092200" cy="582600"/>
              </a:xfrm>
              <a:prstGeom prst="rect">
                <a:avLst/>
              </a:prstGeom>
              <a:blipFill rotWithShape="1">
                <a:blip r:embed="rId20">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4" name="Google Shape;274;p46"/>
              <p:cNvSpPr txBox="1"/>
              <p:nvPr/>
            </p:nvSpPr>
            <p:spPr>
              <a:xfrm>
                <a:off x="293126" y="2598825"/>
                <a:ext cx="2405100" cy="649800"/>
              </a:xfrm>
              <a:prstGeom prst="rect">
                <a:avLst/>
              </a:prstGeom>
              <a:blipFill rotWithShape="1">
                <a:blip r:embed="rId21">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5" name="Google Shape;275;p46"/>
              <p:cNvSpPr txBox="1"/>
              <p:nvPr/>
            </p:nvSpPr>
            <p:spPr>
              <a:xfrm>
                <a:off x="3466060" y="2618069"/>
                <a:ext cx="2389800" cy="492300"/>
              </a:xfrm>
              <a:prstGeom prst="rect">
                <a:avLst/>
              </a:pr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6" name="Google Shape;276;p46"/>
              <p:cNvSpPr txBox="1"/>
              <p:nvPr/>
            </p:nvSpPr>
            <p:spPr>
              <a:xfrm>
                <a:off x="5638800" y="2191224"/>
                <a:ext cx="1665300" cy="462300"/>
              </a:xfrm>
              <a:prstGeom prst="rect">
                <a:avLst/>
              </a:prstGeom>
              <a:blipFill rotWithShape="1">
                <a:blip r:embed="rId23">
                  <a:alphaModFix/>
                </a:blip>
                <a:stretch>
                  <a:fillRect t="-122355" r="-19049"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277" name="Google Shape;277;p46"/>
            <p:cNvSpPr txBox="1"/>
            <p:nvPr/>
          </p:nvSpPr>
          <p:spPr>
            <a:xfrm>
              <a:off x="7781614" y="4904503"/>
              <a:ext cx="2389800" cy="492300"/>
            </a:xfrm>
            <a:prstGeom prst="rect">
              <a:avLst/>
            </a:prstGeom>
            <a:blipFill rotWithShape="1">
              <a:blip r:embed="rId2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8" name="Google Shape;278;p46"/>
            <p:cNvSpPr txBox="1"/>
            <p:nvPr/>
          </p:nvSpPr>
          <p:spPr>
            <a:xfrm>
              <a:off x="8529490" y="6274933"/>
              <a:ext cx="3411900" cy="399300"/>
            </a:xfrm>
            <a:prstGeom prst="rect">
              <a:avLst/>
            </a:prstGeom>
            <a:blipFill rotWithShape="1">
              <a:blip r:embed="rId25">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79" name="Google Shape;279;p46"/>
            <p:cNvSpPr txBox="1"/>
            <p:nvPr/>
          </p:nvSpPr>
          <p:spPr>
            <a:xfrm>
              <a:off x="9875766" y="5520519"/>
              <a:ext cx="2092200" cy="582600"/>
            </a:xfrm>
            <a:prstGeom prst="rect">
              <a:avLst/>
            </a:prstGeom>
            <a:blipFill rotWithShape="1">
              <a:blip r:embed="rId26">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80" name="Google Shape;280;p46"/>
            <p:cNvSpPr txBox="1"/>
            <p:nvPr/>
          </p:nvSpPr>
          <p:spPr>
            <a:xfrm>
              <a:off x="6656143" y="6236041"/>
              <a:ext cx="1497300" cy="370500"/>
            </a:xfrm>
            <a:prstGeom prst="rect">
              <a:avLst/>
            </a:prstGeom>
            <a:blipFill rotWithShape="1">
              <a:blip r:embed="rId27">
                <a:alphaModFix/>
              </a:blip>
              <a:stretch>
                <a:fillRect l="-809" r="-409" b="-131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281" name="Google Shape;281;p46"/>
          <p:cNvGrpSpPr/>
          <p:nvPr/>
        </p:nvGrpSpPr>
        <p:grpSpPr>
          <a:xfrm>
            <a:off x="524656" y="712204"/>
            <a:ext cx="8094600" cy="3921525"/>
            <a:chOff x="699507" y="814694"/>
            <a:chExt cx="10792800" cy="5228700"/>
          </a:xfrm>
        </p:grpSpPr>
        <p:sp>
          <p:nvSpPr>
            <p:cNvPr id="282" name="Google Shape;282;p46"/>
            <p:cNvSpPr/>
            <p:nvPr/>
          </p:nvSpPr>
          <p:spPr>
            <a:xfrm>
              <a:off x="699507" y="814694"/>
              <a:ext cx="10792800" cy="5228700"/>
            </a:xfrm>
            <a:prstGeom prst="rect">
              <a:avLst/>
            </a:prstGeom>
            <a:solidFill>
              <a:schemeClr val="lt1"/>
            </a:solidFill>
            <a:ln w="12700" cap="flat" cmpd="sng">
              <a:solidFill>
                <a:srgbClr val="00B05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283" name="Google Shape;283;p46"/>
            <p:cNvSpPr/>
            <p:nvPr/>
          </p:nvSpPr>
          <p:spPr>
            <a:xfrm>
              <a:off x="826924" y="933137"/>
              <a:ext cx="10538100" cy="4991700"/>
            </a:xfrm>
            <a:prstGeom prst="rect">
              <a:avLst/>
            </a:prstGeom>
            <a:solidFill>
              <a:srgbClr val="347C7F"/>
            </a:solidFill>
            <a:ln>
              <a:noFill/>
            </a:ln>
            <a:effectLst>
              <a:outerShdw blurRad="50800" dist="38100" dir="5400000" algn="t"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grpSp>
      <p:sp>
        <p:nvSpPr>
          <p:cNvPr id="284" name="Google Shape;284;p46"/>
          <p:cNvSpPr txBox="1">
            <a:spLocks noGrp="1"/>
          </p:cNvSpPr>
          <p:nvPr>
            <p:ph type="body" idx="1"/>
          </p:nvPr>
        </p:nvSpPr>
        <p:spPr>
          <a:xfrm>
            <a:off x="2225675" y="2161801"/>
            <a:ext cx="4692600" cy="819900"/>
          </a:xfrm>
          <a:prstGeom prst="rect">
            <a:avLst/>
          </a:prstGeom>
          <a:noFill/>
          <a:ln>
            <a:noFill/>
          </a:ln>
        </p:spPr>
        <p:txBody>
          <a:bodyPr spcFirstLastPara="1" wrap="square" lIns="68575" tIns="68575" rIns="68575" bIns="68575" anchor="ctr" anchorCtr="0">
            <a:noAutofit/>
          </a:bodyPr>
          <a:lstStyle>
            <a:lvl1pPr marL="457200" lvl="0" indent="-228600" algn="ctr" rtl="0">
              <a:lnSpc>
                <a:spcPct val="100000"/>
              </a:lnSpc>
              <a:spcBef>
                <a:spcPts val="0"/>
              </a:spcBef>
              <a:spcAft>
                <a:spcPts val="0"/>
              </a:spcAft>
              <a:buClr>
                <a:schemeClr val="lt1"/>
              </a:buClr>
              <a:buSzPts val="2100"/>
              <a:buNone/>
              <a:defRPr b="0" i="1">
                <a:solidFill>
                  <a:schemeClr val="lt1"/>
                </a:solidFill>
              </a:defRPr>
            </a:lvl1pPr>
            <a:lvl2pPr marL="914400" lvl="1" indent="-342900" algn="ctr" rtl="0">
              <a:lnSpc>
                <a:spcPct val="90000"/>
              </a:lnSpc>
              <a:spcBef>
                <a:spcPts val="0"/>
              </a:spcBef>
              <a:spcAft>
                <a:spcPts val="0"/>
              </a:spcAft>
              <a:buClr>
                <a:schemeClr val="dk1"/>
              </a:buClr>
              <a:buSzPts val="1800"/>
              <a:buChar char="•"/>
              <a:defRPr b="1" i="1"/>
            </a:lvl2pPr>
            <a:lvl3pPr marL="1371600" lvl="2" indent="-323850" algn="ctr" rtl="0">
              <a:lnSpc>
                <a:spcPct val="90000"/>
              </a:lnSpc>
              <a:spcBef>
                <a:spcPts val="0"/>
              </a:spcBef>
              <a:spcAft>
                <a:spcPts val="0"/>
              </a:spcAft>
              <a:buClr>
                <a:schemeClr val="dk1"/>
              </a:buClr>
              <a:buSzPts val="1500"/>
              <a:buChar char="•"/>
              <a:defRPr b="1" i="1"/>
            </a:lvl3pPr>
            <a:lvl4pPr marL="1828800" lvl="3" indent="-317500" algn="ctr" rtl="0">
              <a:lnSpc>
                <a:spcPct val="90000"/>
              </a:lnSpc>
              <a:spcBef>
                <a:spcPts val="0"/>
              </a:spcBef>
              <a:spcAft>
                <a:spcPts val="0"/>
              </a:spcAft>
              <a:buClr>
                <a:schemeClr val="dk1"/>
              </a:buClr>
              <a:buSzPts val="1400"/>
              <a:buChar char="•"/>
              <a:defRPr b="1" i="1"/>
            </a:lvl4pPr>
            <a:lvl5pPr marL="2286000" lvl="4" indent="-317500" algn="ctr" rtl="0">
              <a:lnSpc>
                <a:spcPct val="90000"/>
              </a:lnSpc>
              <a:spcBef>
                <a:spcPts val="0"/>
              </a:spcBef>
              <a:spcAft>
                <a:spcPts val="0"/>
              </a:spcAft>
              <a:buClr>
                <a:schemeClr val="dk1"/>
              </a:buClr>
              <a:buSzPts val="1400"/>
              <a:buChar char="•"/>
              <a:defRPr b="1" i="1"/>
            </a:lvl5pPr>
            <a:lvl6pPr marL="2743200" lvl="5" indent="-317500" algn="ctr" rtl="0">
              <a:lnSpc>
                <a:spcPct val="90000"/>
              </a:lnSpc>
              <a:spcBef>
                <a:spcPts val="0"/>
              </a:spcBef>
              <a:spcAft>
                <a:spcPts val="0"/>
              </a:spcAft>
              <a:buClr>
                <a:schemeClr val="dk1"/>
              </a:buClr>
              <a:buSzPts val="1400"/>
              <a:buChar char="•"/>
              <a:defRPr b="1" i="1"/>
            </a:lvl6pPr>
            <a:lvl7pPr marL="3200400" lvl="6" indent="-317500" algn="ctr" rtl="0">
              <a:lnSpc>
                <a:spcPct val="90000"/>
              </a:lnSpc>
              <a:spcBef>
                <a:spcPts val="0"/>
              </a:spcBef>
              <a:spcAft>
                <a:spcPts val="0"/>
              </a:spcAft>
              <a:buClr>
                <a:schemeClr val="dk1"/>
              </a:buClr>
              <a:buSzPts val="1400"/>
              <a:buChar char="•"/>
              <a:defRPr b="1" i="1"/>
            </a:lvl7pPr>
            <a:lvl8pPr marL="3657600" lvl="7" indent="-317500" algn="ctr" rtl="0">
              <a:lnSpc>
                <a:spcPct val="90000"/>
              </a:lnSpc>
              <a:spcBef>
                <a:spcPts val="0"/>
              </a:spcBef>
              <a:spcAft>
                <a:spcPts val="0"/>
              </a:spcAft>
              <a:buClr>
                <a:schemeClr val="dk1"/>
              </a:buClr>
              <a:buSzPts val="1400"/>
              <a:buChar char="•"/>
              <a:defRPr b="1" i="1"/>
            </a:lvl8pPr>
            <a:lvl9pPr marL="4114800" lvl="8" indent="-317500" algn="ctr" rtl="0">
              <a:lnSpc>
                <a:spcPct val="90000"/>
              </a:lnSpc>
              <a:spcBef>
                <a:spcPts val="0"/>
              </a:spcBef>
              <a:spcAft>
                <a:spcPts val="0"/>
              </a:spcAft>
              <a:buClr>
                <a:schemeClr val="dk1"/>
              </a:buClr>
              <a:buSzPts val="1400"/>
              <a:buChar char="•"/>
              <a:defRPr b="1" i="1"/>
            </a:lvl9pPr>
          </a:lstStyle>
          <a:p>
            <a:endParaRPr/>
          </a:p>
        </p:txBody>
      </p:sp>
      <p:pic>
        <p:nvPicPr>
          <p:cNvPr id="285" name="Google Shape;285;p46"/>
          <p:cNvPicPr preferRelativeResize="0"/>
          <p:nvPr/>
        </p:nvPicPr>
        <p:blipFill rotWithShape="1">
          <a:blip r:embed="rId28">
            <a:alphaModFix/>
          </a:blip>
          <a:srcRect/>
          <a:stretch/>
        </p:blipFill>
        <p:spPr>
          <a:xfrm>
            <a:off x="249238" y="206829"/>
            <a:ext cx="1081946" cy="1253058"/>
          </a:xfrm>
          <a:prstGeom prst="rect">
            <a:avLst/>
          </a:prstGeom>
          <a:noFill/>
          <a:ln>
            <a:noFill/>
          </a:ln>
          <a:effectLst>
            <a:outerShdw blurRad="50800" dist="38100" algn="l" rotWithShape="0">
              <a:srgbClr val="000000">
                <a:alpha val="40000"/>
              </a:srgbClr>
            </a:outerShdw>
          </a:effectLst>
        </p:spPr>
      </p:pic>
      <p:pic>
        <p:nvPicPr>
          <p:cNvPr id="286" name="Google Shape;286;p46"/>
          <p:cNvPicPr preferRelativeResize="0"/>
          <p:nvPr/>
        </p:nvPicPr>
        <p:blipFill rotWithShape="1">
          <a:blip r:embed="rId29">
            <a:alphaModFix/>
          </a:blip>
          <a:srcRect/>
          <a:stretch/>
        </p:blipFill>
        <p:spPr>
          <a:xfrm rot="2080913">
            <a:off x="8339717" y="291536"/>
            <a:ext cx="607364" cy="881781"/>
          </a:xfrm>
          <a:prstGeom prst="rect">
            <a:avLst/>
          </a:prstGeom>
          <a:noFill/>
          <a:ln>
            <a:noFill/>
          </a:ln>
          <a:effectLst>
            <a:outerShdw blurRad="50800" dist="38100" algn="l" rotWithShape="0">
              <a:srgbClr val="000000">
                <a:alpha val="40000"/>
              </a:srgbClr>
            </a:outerShdw>
          </a:effectLst>
        </p:spPr>
      </p:pic>
      <p:pic>
        <p:nvPicPr>
          <p:cNvPr id="287" name="Google Shape;287;p46"/>
          <p:cNvPicPr preferRelativeResize="0"/>
          <p:nvPr/>
        </p:nvPicPr>
        <p:blipFill rotWithShape="1">
          <a:blip r:embed="rId30">
            <a:alphaModFix/>
          </a:blip>
          <a:srcRect/>
          <a:stretch/>
        </p:blipFill>
        <p:spPr>
          <a:xfrm rot="2090240">
            <a:off x="383335" y="3925222"/>
            <a:ext cx="699505" cy="975353"/>
          </a:xfrm>
          <a:prstGeom prst="rect">
            <a:avLst/>
          </a:prstGeom>
          <a:noFill/>
          <a:ln>
            <a:noFill/>
          </a:ln>
          <a:effectLst>
            <a:outerShdw blurRad="50800" dist="38100" dir="18900000" algn="bl" rotWithShape="0">
              <a:srgbClr val="000000">
                <a:alpha val="40000"/>
              </a:srgbClr>
            </a:outerShdw>
          </a:effectLst>
        </p:spPr>
      </p:pic>
      <p:pic>
        <p:nvPicPr>
          <p:cNvPr id="288" name="Google Shape;288;p46"/>
          <p:cNvPicPr preferRelativeResize="0"/>
          <p:nvPr/>
        </p:nvPicPr>
        <p:blipFill rotWithShape="1">
          <a:blip r:embed="rId31">
            <a:alphaModFix/>
          </a:blip>
          <a:srcRect/>
          <a:stretch/>
        </p:blipFill>
        <p:spPr>
          <a:xfrm>
            <a:off x="7790612" y="4220033"/>
            <a:ext cx="1239088" cy="684858"/>
          </a:xfrm>
          <a:prstGeom prst="rect">
            <a:avLst/>
          </a:prstGeom>
          <a:noFill/>
          <a:ln>
            <a:noFill/>
          </a:ln>
          <a:effectLst>
            <a:outerShdw blurRad="63500" sx="102000" sy="102000" algn="ctr" rotWithShape="0">
              <a:srgbClr val="000000">
                <a:alpha val="40000"/>
              </a:srgbClr>
            </a:outerShdw>
          </a:effectLst>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89"/>
        <p:cNvGrpSpPr/>
        <p:nvPr/>
      </p:nvGrpSpPr>
      <p:grpSpPr>
        <a:xfrm>
          <a:off x="0" y="0"/>
          <a:ext cx="0" cy="0"/>
          <a:chOff x="0" y="0"/>
          <a:chExt cx="0" cy="0"/>
        </a:xfrm>
      </p:grpSpPr>
      <p:grpSp>
        <p:nvGrpSpPr>
          <p:cNvPr id="290" name="Google Shape;290;p47"/>
          <p:cNvGrpSpPr/>
          <p:nvPr/>
        </p:nvGrpSpPr>
        <p:grpSpPr>
          <a:xfrm>
            <a:off x="120409" y="72016"/>
            <a:ext cx="9023540" cy="4933659"/>
            <a:chOff x="160546" y="96021"/>
            <a:chExt cx="12031386" cy="6578212"/>
          </a:xfrm>
        </p:grpSpPr>
        <p:sp>
          <p:nvSpPr>
            <p:cNvPr id="291" name="Google Shape;291;p47"/>
            <p:cNvSpPr txBox="1"/>
            <p:nvPr/>
          </p:nvSpPr>
          <p:spPr>
            <a:xfrm>
              <a:off x="6753201" y="2618069"/>
              <a:ext cx="2422200" cy="672300"/>
            </a:xfrm>
            <a:prstGeom prst="rect">
              <a:avLst/>
            </a:prstGeom>
            <a:blipFill rotWithShape="1">
              <a:blip r:embed="rId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92" name="Google Shape;292;p47"/>
            <p:cNvSpPr txBox="1"/>
            <p:nvPr/>
          </p:nvSpPr>
          <p:spPr>
            <a:xfrm>
              <a:off x="7432482" y="258080"/>
              <a:ext cx="3411900" cy="399300"/>
            </a:xfrm>
            <a:prstGeom prst="rect">
              <a:avLst/>
            </a:prstGeom>
            <a:blipFill rotWithShape="1">
              <a:blip r:embed="rId3">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93" name="Google Shape;293;p47"/>
            <p:cNvSpPr txBox="1"/>
            <p:nvPr/>
          </p:nvSpPr>
          <p:spPr>
            <a:xfrm>
              <a:off x="7450151" y="3969505"/>
              <a:ext cx="4603500" cy="555900"/>
            </a:xfrm>
            <a:prstGeom prst="rect">
              <a:avLst/>
            </a:prstGeom>
            <a:blipFill rotWithShape="1">
              <a:blip r:embed="rId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94" name="Google Shape;294;p47"/>
            <p:cNvSpPr txBox="1"/>
            <p:nvPr/>
          </p:nvSpPr>
          <p:spPr>
            <a:xfrm>
              <a:off x="9798333" y="828113"/>
              <a:ext cx="2092200" cy="582600"/>
            </a:xfrm>
            <a:prstGeom prst="rect">
              <a:avLst/>
            </a:prstGeom>
            <a:blipFill rotWithShape="1">
              <a:blip r:embed="rId5">
                <a:alphaModFix/>
              </a:blip>
              <a:stretch>
                <a:fillRect b="-209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95" name="Google Shape;295;p47"/>
            <p:cNvSpPr txBox="1"/>
            <p:nvPr/>
          </p:nvSpPr>
          <p:spPr>
            <a:xfrm>
              <a:off x="8780018" y="3361224"/>
              <a:ext cx="3411900" cy="399300"/>
            </a:xfrm>
            <a:prstGeom prst="rect">
              <a:avLst/>
            </a:prstGeom>
            <a:blipFill rotWithShape="1">
              <a:blip r:embed="rId6">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96" name="Google Shape;296;p47"/>
            <p:cNvSpPr txBox="1"/>
            <p:nvPr/>
          </p:nvSpPr>
          <p:spPr>
            <a:xfrm>
              <a:off x="7588432" y="1619655"/>
              <a:ext cx="4603500" cy="555900"/>
            </a:xfrm>
            <a:prstGeom prst="rect">
              <a:avLst/>
            </a:prstGeom>
            <a:blipFill rotWithShape="1">
              <a:blip r:embed="rId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97" name="Google Shape;297;p47"/>
            <p:cNvSpPr txBox="1"/>
            <p:nvPr/>
          </p:nvSpPr>
          <p:spPr>
            <a:xfrm>
              <a:off x="9418259" y="2516683"/>
              <a:ext cx="2480700" cy="5559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298" name="Google Shape;298;p47"/>
            <p:cNvSpPr txBox="1"/>
            <p:nvPr/>
          </p:nvSpPr>
          <p:spPr>
            <a:xfrm>
              <a:off x="6390261" y="991859"/>
              <a:ext cx="2389800" cy="492300"/>
            </a:xfrm>
            <a:prstGeom prst="rect">
              <a:avLst/>
            </a:pr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nvGrpSpPr>
            <p:cNvPr id="299" name="Google Shape;299;p47"/>
            <p:cNvGrpSpPr/>
            <p:nvPr/>
          </p:nvGrpSpPr>
          <p:grpSpPr>
            <a:xfrm>
              <a:off x="160546" y="96021"/>
              <a:ext cx="7143554" cy="3202030"/>
              <a:chOff x="160546" y="96021"/>
              <a:chExt cx="7143554" cy="3202030"/>
            </a:xfrm>
          </p:grpSpPr>
          <p:sp>
            <p:nvSpPr>
              <p:cNvPr id="300" name="Google Shape;300;p47"/>
              <p:cNvSpPr txBox="1"/>
              <p:nvPr/>
            </p:nvSpPr>
            <p:spPr>
              <a:xfrm>
                <a:off x="160546" y="267463"/>
                <a:ext cx="2422200" cy="672300"/>
              </a:xfrm>
              <a:prstGeom prst="rect">
                <a:avLst/>
              </a:prstGeom>
              <a:blipFill rotWithShape="1">
                <a:blip r:embed="rId10">
                  <a:alphaModFix/>
                </a:blip>
                <a:stretch>
                  <a:fillRect b="-9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01" name="Google Shape;301;p47"/>
              <p:cNvSpPr txBox="1"/>
              <p:nvPr/>
            </p:nvSpPr>
            <p:spPr>
              <a:xfrm>
                <a:off x="2686677" y="922973"/>
                <a:ext cx="3278100" cy="581700"/>
              </a:xfrm>
              <a:prstGeom prst="rect">
                <a:avLst/>
              </a:prstGeom>
              <a:blipFill rotWithShape="1">
                <a:blip r:embed="rId11">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02" name="Google Shape;302;p47"/>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D8D8D8"/>
                  </a:solidFill>
                  <a:latin typeface="Arial"/>
                  <a:ea typeface="Arial"/>
                  <a:cs typeface="Arial"/>
                  <a:sym typeface="Arial"/>
                </a:endParaRPr>
              </a:p>
            </p:txBody>
          </p:sp>
          <p:sp>
            <p:nvSpPr>
              <p:cNvPr id="303" name="Google Shape;303;p47"/>
              <p:cNvSpPr txBox="1"/>
              <p:nvPr/>
            </p:nvSpPr>
            <p:spPr>
              <a:xfrm>
                <a:off x="544025" y="1619655"/>
                <a:ext cx="4603500" cy="555900"/>
              </a:xfrm>
              <a:prstGeom prst="rect">
                <a:avLst/>
              </a:prstGeom>
              <a:blipFill rotWithShape="1">
                <a:blip r:embed="rId1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04" name="Google Shape;304;p47"/>
              <p:cNvSpPr txBox="1"/>
              <p:nvPr/>
            </p:nvSpPr>
            <p:spPr>
              <a:xfrm>
                <a:off x="4660939" y="96021"/>
                <a:ext cx="2092200" cy="582600"/>
              </a:xfrm>
              <a:prstGeom prst="rect">
                <a:avLst/>
              </a:prstGeom>
              <a:blipFill rotWithShape="1">
                <a:blip r:embed="rId13">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05" name="Google Shape;305;p47"/>
              <p:cNvSpPr txBox="1"/>
              <p:nvPr/>
            </p:nvSpPr>
            <p:spPr>
              <a:xfrm>
                <a:off x="728737" y="2648251"/>
                <a:ext cx="2405100" cy="649800"/>
              </a:xfrm>
              <a:prstGeom prst="rect">
                <a:avLst/>
              </a:prstGeom>
              <a:blipFill rotWithShape="1">
                <a:blip r:embed="rId1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06" name="Google Shape;306;p47"/>
              <p:cNvSpPr txBox="1"/>
              <p:nvPr/>
            </p:nvSpPr>
            <p:spPr>
              <a:xfrm>
                <a:off x="3466060" y="2618069"/>
                <a:ext cx="2389800" cy="492300"/>
              </a:xfrm>
              <a:prstGeom prst="rect">
                <a:avLst/>
              </a:pr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07" name="Google Shape;307;p47"/>
              <p:cNvSpPr txBox="1"/>
              <p:nvPr/>
            </p:nvSpPr>
            <p:spPr>
              <a:xfrm>
                <a:off x="5638800" y="2191224"/>
                <a:ext cx="1665300" cy="462300"/>
              </a:xfrm>
              <a:prstGeom prst="rect">
                <a:avLst/>
              </a:prstGeom>
              <a:blipFill rotWithShape="1">
                <a:blip r:embed="rId16">
                  <a:alphaModFix/>
                </a:blip>
                <a:stretch>
                  <a:fillRect t="-122355" r="-18678"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308" name="Google Shape;308;p47"/>
            <p:cNvGrpSpPr/>
            <p:nvPr/>
          </p:nvGrpSpPr>
          <p:grpSpPr>
            <a:xfrm>
              <a:off x="193068" y="3380869"/>
              <a:ext cx="7295744" cy="3152604"/>
              <a:chOff x="8356" y="96021"/>
              <a:chExt cx="7295744" cy="3152604"/>
            </a:xfrm>
          </p:grpSpPr>
          <p:sp>
            <p:nvSpPr>
              <p:cNvPr id="309" name="Google Shape;309;p47"/>
              <p:cNvSpPr txBox="1"/>
              <p:nvPr/>
            </p:nvSpPr>
            <p:spPr>
              <a:xfrm>
                <a:off x="8356" y="250129"/>
                <a:ext cx="2723700" cy="756300"/>
              </a:xfrm>
              <a:prstGeom prst="rect">
                <a:avLst/>
              </a:prstGeom>
              <a:blipFill rotWithShape="1">
                <a:blip r:embed="rId1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0" name="Google Shape;310;p47"/>
              <p:cNvSpPr txBox="1"/>
              <p:nvPr/>
            </p:nvSpPr>
            <p:spPr>
              <a:xfrm>
                <a:off x="2686677" y="922973"/>
                <a:ext cx="3278100" cy="581700"/>
              </a:xfrm>
              <a:prstGeom prst="rect">
                <a:avLst/>
              </a:prstGeom>
              <a:blipFill rotWithShape="1">
                <a:blip r:embed="rId18">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1" name="Google Shape;311;p47"/>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D8D8D8"/>
                  </a:solidFill>
                  <a:latin typeface="Arial"/>
                  <a:ea typeface="Arial"/>
                  <a:cs typeface="Arial"/>
                  <a:sym typeface="Arial"/>
                </a:endParaRPr>
              </a:p>
            </p:txBody>
          </p:sp>
          <p:sp>
            <p:nvSpPr>
              <p:cNvPr id="312" name="Google Shape;312;p47"/>
              <p:cNvSpPr txBox="1"/>
              <p:nvPr/>
            </p:nvSpPr>
            <p:spPr>
              <a:xfrm>
                <a:off x="544025" y="1619655"/>
                <a:ext cx="4603500" cy="555900"/>
              </a:xfrm>
              <a:prstGeom prst="rect">
                <a:avLst/>
              </a:prstGeom>
              <a:blipFill rotWithShape="1">
                <a:blip r:embed="rId1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3" name="Google Shape;313;p47"/>
              <p:cNvSpPr txBox="1"/>
              <p:nvPr/>
            </p:nvSpPr>
            <p:spPr>
              <a:xfrm>
                <a:off x="4660939" y="96021"/>
                <a:ext cx="2092200" cy="582600"/>
              </a:xfrm>
              <a:prstGeom prst="rect">
                <a:avLst/>
              </a:prstGeom>
              <a:blipFill rotWithShape="1">
                <a:blip r:embed="rId20">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4" name="Google Shape;314;p47"/>
              <p:cNvSpPr txBox="1"/>
              <p:nvPr/>
            </p:nvSpPr>
            <p:spPr>
              <a:xfrm>
                <a:off x="293126" y="2598825"/>
                <a:ext cx="2405100" cy="649800"/>
              </a:xfrm>
              <a:prstGeom prst="rect">
                <a:avLst/>
              </a:prstGeom>
              <a:blipFill rotWithShape="1">
                <a:blip r:embed="rId21">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5" name="Google Shape;315;p47"/>
              <p:cNvSpPr txBox="1"/>
              <p:nvPr/>
            </p:nvSpPr>
            <p:spPr>
              <a:xfrm>
                <a:off x="3466060" y="2618069"/>
                <a:ext cx="2389800" cy="492300"/>
              </a:xfrm>
              <a:prstGeom prst="rect">
                <a:avLst/>
              </a:pr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6" name="Google Shape;316;p47"/>
              <p:cNvSpPr txBox="1"/>
              <p:nvPr/>
            </p:nvSpPr>
            <p:spPr>
              <a:xfrm>
                <a:off x="5638800" y="2191224"/>
                <a:ext cx="1665300" cy="462300"/>
              </a:xfrm>
              <a:prstGeom prst="rect">
                <a:avLst/>
              </a:prstGeom>
              <a:blipFill rotWithShape="1">
                <a:blip r:embed="rId23">
                  <a:alphaModFix/>
                </a:blip>
                <a:stretch>
                  <a:fillRect t="-122355" r="-19049"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317" name="Google Shape;317;p47"/>
            <p:cNvSpPr txBox="1"/>
            <p:nvPr/>
          </p:nvSpPr>
          <p:spPr>
            <a:xfrm>
              <a:off x="7781614" y="4904503"/>
              <a:ext cx="2389800" cy="492300"/>
            </a:xfrm>
            <a:prstGeom prst="rect">
              <a:avLst/>
            </a:prstGeom>
            <a:blipFill rotWithShape="1">
              <a:blip r:embed="rId2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8" name="Google Shape;318;p47"/>
            <p:cNvSpPr txBox="1"/>
            <p:nvPr/>
          </p:nvSpPr>
          <p:spPr>
            <a:xfrm>
              <a:off x="8529490" y="6274933"/>
              <a:ext cx="3411900" cy="399300"/>
            </a:xfrm>
            <a:prstGeom prst="rect">
              <a:avLst/>
            </a:prstGeom>
            <a:blipFill rotWithShape="1">
              <a:blip r:embed="rId25">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19" name="Google Shape;319;p47"/>
            <p:cNvSpPr txBox="1"/>
            <p:nvPr/>
          </p:nvSpPr>
          <p:spPr>
            <a:xfrm>
              <a:off x="9875766" y="5520519"/>
              <a:ext cx="2092200" cy="582600"/>
            </a:xfrm>
            <a:prstGeom prst="rect">
              <a:avLst/>
            </a:prstGeom>
            <a:blipFill rotWithShape="1">
              <a:blip r:embed="rId26">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20" name="Google Shape;320;p47"/>
            <p:cNvSpPr txBox="1"/>
            <p:nvPr/>
          </p:nvSpPr>
          <p:spPr>
            <a:xfrm>
              <a:off x="6656143" y="6236041"/>
              <a:ext cx="1497300" cy="370500"/>
            </a:xfrm>
            <a:prstGeom prst="rect">
              <a:avLst/>
            </a:prstGeom>
            <a:blipFill rotWithShape="1">
              <a:blip r:embed="rId27">
                <a:alphaModFix/>
              </a:blip>
              <a:stretch>
                <a:fillRect l="-809" r="-409" b="-131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321" name="Google Shape;321;p47"/>
          <p:cNvSpPr/>
          <p:nvPr/>
        </p:nvSpPr>
        <p:spPr>
          <a:xfrm>
            <a:off x="0" y="-1"/>
            <a:ext cx="9144000" cy="549000"/>
          </a:xfrm>
          <a:prstGeom prst="rect">
            <a:avLst/>
          </a:prstGeom>
          <a:solidFill>
            <a:srgbClr val="592F2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322" name="Google Shape;322;p47"/>
          <p:cNvSpPr/>
          <p:nvPr/>
        </p:nvSpPr>
        <p:spPr>
          <a:xfrm>
            <a:off x="0" y="4958442"/>
            <a:ext cx="9144000" cy="208800"/>
          </a:xfrm>
          <a:prstGeom prst="rect">
            <a:avLst/>
          </a:prstGeom>
          <a:solidFill>
            <a:srgbClr val="F9C42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323" name="Google Shape;323;p47"/>
          <p:cNvSpPr txBox="1">
            <a:spLocks noGrp="1"/>
          </p:cNvSpPr>
          <p:nvPr>
            <p:ph type="body" idx="1"/>
          </p:nvPr>
        </p:nvSpPr>
        <p:spPr>
          <a:xfrm>
            <a:off x="1446003" y="4414014"/>
            <a:ext cx="6252000" cy="358800"/>
          </a:xfrm>
          <a:prstGeom prst="rect">
            <a:avLst/>
          </a:prstGeom>
          <a:noFill/>
          <a:ln>
            <a:noFill/>
          </a:ln>
        </p:spPr>
        <p:txBody>
          <a:bodyPr spcFirstLastPara="1" wrap="square" lIns="68575" tIns="68575" rIns="68575" bIns="68575" anchor="t" anchorCtr="0">
            <a:noAutofit/>
          </a:bodyPr>
          <a:lstStyle>
            <a:lvl1pPr marL="457200" lvl="0" indent="-228600" algn="ctr" rtl="0">
              <a:lnSpc>
                <a:spcPct val="90000"/>
              </a:lnSpc>
              <a:spcBef>
                <a:spcPts val="400"/>
              </a:spcBef>
              <a:spcAft>
                <a:spcPts val="0"/>
              </a:spcAft>
              <a:buClr>
                <a:schemeClr val="dk1"/>
              </a:buClr>
              <a:buSzPts val="1800"/>
              <a:buNone/>
              <a:defRPr sz="1800" b="1"/>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Title + 1 column">
  <p:cSld name="1_Title + 1 column">
    <p:spTree>
      <p:nvGrpSpPr>
        <p:cNvPr id="1" name="Shape 324"/>
        <p:cNvGrpSpPr/>
        <p:nvPr/>
      </p:nvGrpSpPr>
      <p:grpSpPr>
        <a:xfrm>
          <a:off x="0" y="0"/>
          <a:ext cx="0" cy="0"/>
          <a:chOff x="0" y="0"/>
          <a:chExt cx="0" cy="0"/>
        </a:xfrm>
      </p:grpSpPr>
      <p:grpSp>
        <p:nvGrpSpPr>
          <p:cNvPr id="325" name="Google Shape;325;p48"/>
          <p:cNvGrpSpPr/>
          <p:nvPr/>
        </p:nvGrpSpPr>
        <p:grpSpPr>
          <a:xfrm>
            <a:off x="120409" y="72016"/>
            <a:ext cx="9023540" cy="4933659"/>
            <a:chOff x="160546" y="96021"/>
            <a:chExt cx="12031386" cy="6578212"/>
          </a:xfrm>
        </p:grpSpPr>
        <p:sp>
          <p:nvSpPr>
            <p:cNvPr id="326" name="Google Shape;326;p48"/>
            <p:cNvSpPr txBox="1"/>
            <p:nvPr/>
          </p:nvSpPr>
          <p:spPr>
            <a:xfrm>
              <a:off x="6753201" y="2618069"/>
              <a:ext cx="2422200" cy="672300"/>
            </a:xfrm>
            <a:prstGeom prst="rect">
              <a:avLst/>
            </a:prstGeom>
            <a:blipFill rotWithShape="1">
              <a:blip r:embed="rId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27" name="Google Shape;327;p48"/>
            <p:cNvSpPr txBox="1"/>
            <p:nvPr/>
          </p:nvSpPr>
          <p:spPr>
            <a:xfrm>
              <a:off x="7432482" y="258080"/>
              <a:ext cx="3411900" cy="399300"/>
            </a:xfrm>
            <a:prstGeom prst="rect">
              <a:avLst/>
            </a:prstGeom>
            <a:blipFill rotWithShape="1">
              <a:blip r:embed="rId3">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28" name="Google Shape;328;p48"/>
            <p:cNvSpPr txBox="1"/>
            <p:nvPr/>
          </p:nvSpPr>
          <p:spPr>
            <a:xfrm>
              <a:off x="7450151" y="3969505"/>
              <a:ext cx="4603500" cy="555900"/>
            </a:xfrm>
            <a:prstGeom prst="rect">
              <a:avLst/>
            </a:prstGeom>
            <a:blipFill rotWithShape="1">
              <a:blip r:embed="rId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29" name="Google Shape;329;p48"/>
            <p:cNvSpPr txBox="1"/>
            <p:nvPr/>
          </p:nvSpPr>
          <p:spPr>
            <a:xfrm>
              <a:off x="9798333" y="828113"/>
              <a:ext cx="2092200" cy="582600"/>
            </a:xfrm>
            <a:prstGeom prst="rect">
              <a:avLst/>
            </a:prstGeom>
            <a:blipFill rotWithShape="1">
              <a:blip r:embed="rId5">
                <a:alphaModFix/>
              </a:blip>
              <a:stretch>
                <a:fillRect b="-209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30" name="Google Shape;330;p48"/>
            <p:cNvSpPr txBox="1"/>
            <p:nvPr/>
          </p:nvSpPr>
          <p:spPr>
            <a:xfrm>
              <a:off x="8780018" y="3361224"/>
              <a:ext cx="3411900" cy="399300"/>
            </a:xfrm>
            <a:prstGeom prst="rect">
              <a:avLst/>
            </a:prstGeom>
            <a:blipFill rotWithShape="1">
              <a:blip r:embed="rId6">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31" name="Google Shape;331;p48"/>
            <p:cNvSpPr txBox="1"/>
            <p:nvPr/>
          </p:nvSpPr>
          <p:spPr>
            <a:xfrm>
              <a:off x="7588432" y="1619655"/>
              <a:ext cx="4603500" cy="555900"/>
            </a:xfrm>
            <a:prstGeom prst="rect">
              <a:avLst/>
            </a:prstGeom>
            <a:blipFill rotWithShape="1">
              <a:blip r:embed="rId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32" name="Google Shape;332;p48"/>
            <p:cNvSpPr txBox="1"/>
            <p:nvPr/>
          </p:nvSpPr>
          <p:spPr>
            <a:xfrm>
              <a:off x="9418259" y="2516683"/>
              <a:ext cx="2480700" cy="5559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33" name="Google Shape;333;p48"/>
            <p:cNvSpPr txBox="1"/>
            <p:nvPr/>
          </p:nvSpPr>
          <p:spPr>
            <a:xfrm>
              <a:off x="6390261" y="991859"/>
              <a:ext cx="2389800" cy="492300"/>
            </a:xfrm>
            <a:prstGeom prst="rect">
              <a:avLst/>
            </a:pr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nvGrpSpPr>
            <p:cNvPr id="334" name="Google Shape;334;p48"/>
            <p:cNvGrpSpPr/>
            <p:nvPr/>
          </p:nvGrpSpPr>
          <p:grpSpPr>
            <a:xfrm>
              <a:off x="160546" y="96021"/>
              <a:ext cx="7143554" cy="3202030"/>
              <a:chOff x="160546" y="96021"/>
              <a:chExt cx="7143554" cy="3202030"/>
            </a:xfrm>
          </p:grpSpPr>
          <p:sp>
            <p:nvSpPr>
              <p:cNvPr id="335" name="Google Shape;335;p48"/>
              <p:cNvSpPr txBox="1"/>
              <p:nvPr/>
            </p:nvSpPr>
            <p:spPr>
              <a:xfrm>
                <a:off x="160546" y="267463"/>
                <a:ext cx="2422200" cy="672300"/>
              </a:xfrm>
              <a:prstGeom prst="rect">
                <a:avLst/>
              </a:prstGeom>
              <a:blipFill rotWithShape="1">
                <a:blip r:embed="rId10">
                  <a:alphaModFix/>
                </a:blip>
                <a:stretch>
                  <a:fillRect b="-9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36" name="Google Shape;336;p48"/>
              <p:cNvSpPr txBox="1"/>
              <p:nvPr/>
            </p:nvSpPr>
            <p:spPr>
              <a:xfrm>
                <a:off x="2686677" y="922973"/>
                <a:ext cx="3278100" cy="581700"/>
              </a:xfrm>
              <a:prstGeom prst="rect">
                <a:avLst/>
              </a:prstGeom>
              <a:blipFill rotWithShape="1">
                <a:blip r:embed="rId11">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37" name="Google Shape;337;p48"/>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7F7F7F"/>
                  </a:solidFill>
                  <a:latin typeface="Arial"/>
                  <a:ea typeface="Arial"/>
                  <a:cs typeface="Arial"/>
                  <a:sym typeface="Arial"/>
                </a:endParaRPr>
              </a:p>
            </p:txBody>
          </p:sp>
          <p:sp>
            <p:nvSpPr>
              <p:cNvPr id="338" name="Google Shape;338;p48"/>
              <p:cNvSpPr txBox="1"/>
              <p:nvPr/>
            </p:nvSpPr>
            <p:spPr>
              <a:xfrm>
                <a:off x="544025" y="1619655"/>
                <a:ext cx="4603500" cy="555900"/>
              </a:xfrm>
              <a:prstGeom prst="rect">
                <a:avLst/>
              </a:prstGeom>
              <a:blipFill rotWithShape="1">
                <a:blip r:embed="rId1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39" name="Google Shape;339;p48"/>
              <p:cNvSpPr txBox="1"/>
              <p:nvPr/>
            </p:nvSpPr>
            <p:spPr>
              <a:xfrm>
                <a:off x="4660939" y="96021"/>
                <a:ext cx="2092200" cy="582600"/>
              </a:xfrm>
              <a:prstGeom prst="rect">
                <a:avLst/>
              </a:prstGeom>
              <a:blipFill rotWithShape="1">
                <a:blip r:embed="rId13">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40" name="Google Shape;340;p48"/>
              <p:cNvSpPr txBox="1"/>
              <p:nvPr/>
            </p:nvSpPr>
            <p:spPr>
              <a:xfrm>
                <a:off x="728737" y="2648251"/>
                <a:ext cx="2405100" cy="649800"/>
              </a:xfrm>
              <a:prstGeom prst="rect">
                <a:avLst/>
              </a:prstGeom>
              <a:blipFill rotWithShape="1">
                <a:blip r:embed="rId1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41" name="Google Shape;341;p48"/>
              <p:cNvSpPr txBox="1"/>
              <p:nvPr/>
            </p:nvSpPr>
            <p:spPr>
              <a:xfrm>
                <a:off x="3466060" y="2618069"/>
                <a:ext cx="2389800" cy="492300"/>
              </a:xfrm>
              <a:prstGeom prst="rect">
                <a:avLst/>
              </a:pr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42" name="Google Shape;342;p48"/>
              <p:cNvSpPr txBox="1"/>
              <p:nvPr/>
            </p:nvSpPr>
            <p:spPr>
              <a:xfrm>
                <a:off x="5638800" y="2191224"/>
                <a:ext cx="1665300" cy="462300"/>
              </a:xfrm>
              <a:prstGeom prst="rect">
                <a:avLst/>
              </a:prstGeom>
              <a:blipFill rotWithShape="1">
                <a:blip r:embed="rId16">
                  <a:alphaModFix/>
                </a:blip>
                <a:stretch>
                  <a:fillRect t="-122355" r="-18678"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343" name="Google Shape;343;p48"/>
            <p:cNvGrpSpPr/>
            <p:nvPr/>
          </p:nvGrpSpPr>
          <p:grpSpPr>
            <a:xfrm>
              <a:off x="193068" y="3380869"/>
              <a:ext cx="7295744" cy="3152604"/>
              <a:chOff x="8356" y="96021"/>
              <a:chExt cx="7295744" cy="3152604"/>
            </a:xfrm>
          </p:grpSpPr>
          <p:sp>
            <p:nvSpPr>
              <p:cNvPr id="344" name="Google Shape;344;p48"/>
              <p:cNvSpPr txBox="1"/>
              <p:nvPr/>
            </p:nvSpPr>
            <p:spPr>
              <a:xfrm>
                <a:off x="8356" y="250129"/>
                <a:ext cx="2723700" cy="756300"/>
              </a:xfrm>
              <a:prstGeom prst="rect">
                <a:avLst/>
              </a:prstGeom>
              <a:blipFill rotWithShape="1">
                <a:blip r:embed="rId1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45" name="Google Shape;345;p48"/>
              <p:cNvSpPr txBox="1"/>
              <p:nvPr/>
            </p:nvSpPr>
            <p:spPr>
              <a:xfrm>
                <a:off x="2686677" y="922973"/>
                <a:ext cx="3278100" cy="581700"/>
              </a:xfrm>
              <a:prstGeom prst="rect">
                <a:avLst/>
              </a:prstGeom>
              <a:blipFill rotWithShape="1">
                <a:blip r:embed="rId18">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46" name="Google Shape;346;p48"/>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7F7F7F"/>
                  </a:solidFill>
                  <a:latin typeface="Arial"/>
                  <a:ea typeface="Arial"/>
                  <a:cs typeface="Arial"/>
                  <a:sym typeface="Arial"/>
                </a:endParaRPr>
              </a:p>
            </p:txBody>
          </p:sp>
          <p:sp>
            <p:nvSpPr>
              <p:cNvPr id="347" name="Google Shape;347;p48"/>
              <p:cNvSpPr txBox="1"/>
              <p:nvPr/>
            </p:nvSpPr>
            <p:spPr>
              <a:xfrm>
                <a:off x="544025" y="1619655"/>
                <a:ext cx="4603500" cy="555900"/>
              </a:xfrm>
              <a:prstGeom prst="rect">
                <a:avLst/>
              </a:prstGeom>
              <a:blipFill rotWithShape="1">
                <a:blip r:embed="rId1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48" name="Google Shape;348;p48"/>
              <p:cNvSpPr txBox="1"/>
              <p:nvPr/>
            </p:nvSpPr>
            <p:spPr>
              <a:xfrm>
                <a:off x="4660939" y="96021"/>
                <a:ext cx="2092200" cy="582600"/>
              </a:xfrm>
              <a:prstGeom prst="rect">
                <a:avLst/>
              </a:prstGeom>
              <a:blipFill rotWithShape="1">
                <a:blip r:embed="rId20">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49" name="Google Shape;349;p48"/>
              <p:cNvSpPr txBox="1"/>
              <p:nvPr/>
            </p:nvSpPr>
            <p:spPr>
              <a:xfrm>
                <a:off x="293126" y="2598825"/>
                <a:ext cx="2405100" cy="649800"/>
              </a:xfrm>
              <a:prstGeom prst="rect">
                <a:avLst/>
              </a:prstGeom>
              <a:blipFill rotWithShape="1">
                <a:blip r:embed="rId21">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50" name="Google Shape;350;p48"/>
              <p:cNvSpPr txBox="1"/>
              <p:nvPr/>
            </p:nvSpPr>
            <p:spPr>
              <a:xfrm>
                <a:off x="3466060" y="2618069"/>
                <a:ext cx="2389800" cy="492300"/>
              </a:xfrm>
              <a:prstGeom prst="rect">
                <a:avLst/>
              </a:pr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51" name="Google Shape;351;p48"/>
              <p:cNvSpPr txBox="1"/>
              <p:nvPr/>
            </p:nvSpPr>
            <p:spPr>
              <a:xfrm>
                <a:off x="5638800" y="2191224"/>
                <a:ext cx="1665300" cy="462300"/>
              </a:xfrm>
              <a:prstGeom prst="rect">
                <a:avLst/>
              </a:prstGeom>
              <a:blipFill rotWithShape="1">
                <a:blip r:embed="rId23">
                  <a:alphaModFix/>
                </a:blip>
                <a:stretch>
                  <a:fillRect t="-122355" r="-19049"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352" name="Google Shape;352;p48"/>
            <p:cNvSpPr txBox="1"/>
            <p:nvPr/>
          </p:nvSpPr>
          <p:spPr>
            <a:xfrm>
              <a:off x="7781614" y="4904503"/>
              <a:ext cx="2389800" cy="492300"/>
            </a:xfrm>
            <a:prstGeom prst="rect">
              <a:avLst/>
            </a:prstGeom>
            <a:blipFill rotWithShape="1">
              <a:blip r:embed="rId2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53" name="Google Shape;353;p48"/>
            <p:cNvSpPr txBox="1"/>
            <p:nvPr/>
          </p:nvSpPr>
          <p:spPr>
            <a:xfrm>
              <a:off x="8529490" y="6274933"/>
              <a:ext cx="3411900" cy="399300"/>
            </a:xfrm>
            <a:prstGeom prst="rect">
              <a:avLst/>
            </a:prstGeom>
            <a:blipFill rotWithShape="1">
              <a:blip r:embed="rId25">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54" name="Google Shape;354;p48"/>
            <p:cNvSpPr txBox="1"/>
            <p:nvPr/>
          </p:nvSpPr>
          <p:spPr>
            <a:xfrm>
              <a:off x="9875766" y="5520519"/>
              <a:ext cx="2092200" cy="582600"/>
            </a:xfrm>
            <a:prstGeom prst="rect">
              <a:avLst/>
            </a:prstGeom>
            <a:blipFill rotWithShape="1">
              <a:blip r:embed="rId26">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55" name="Google Shape;355;p48"/>
            <p:cNvSpPr txBox="1"/>
            <p:nvPr/>
          </p:nvSpPr>
          <p:spPr>
            <a:xfrm>
              <a:off x="6656143" y="6236041"/>
              <a:ext cx="1497300" cy="370500"/>
            </a:xfrm>
            <a:prstGeom prst="rect">
              <a:avLst/>
            </a:prstGeom>
            <a:blipFill rotWithShape="1">
              <a:blip r:embed="rId27">
                <a:alphaModFix/>
              </a:blip>
              <a:stretch>
                <a:fillRect l="-809" r="-409" b="-131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356" name="Google Shape;356;p48"/>
          <p:cNvSpPr/>
          <p:nvPr/>
        </p:nvSpPr>
        <p:spPr>
          <a:xfrm>
            <a:off x="2147341" y="525592"/>
            <a:ext cx="6621900" cy="4092300"/>
          </a:xfrm>
          <a:prstGeom prst="rect">
            <a:avLst/>
          </a:prstGeom>
          <a:solidFill>
            <a:srgbClr val="FCB83F"/>
          </a:solidFill>
          <a:ln>
            <a:noFill/>
          </a:ln>
          <a:effectLst>
            <a:outerShdw blurRad="266700" dist="38100" algn="l"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357" name="Google Shape;357;p48"/>
          <p:cNvSpPr txBox="1">
            <a:spLocks noGrp="1"/>
          </p:cNvSpPr>
          <p:nvPr>
            <p:ph type="title"/>
          </p:nvPr>
        </p:nvSpPr>
        <p:spPr>
          <a:xfrm>
            <a:off x="4382377" y="804059"/>
            <a:ext cx="4063200" cy="636000"/>
          </a:xfrm>
          <a:prstGeom prst="rect">
            <a:avLst/>
          </a:prstGeom>
          <a:noFill/>
          <a:ln>
            <a:noFill/>
          </a:ln>
        </p:spPr>
        <p:txBody>
          <a:bodyPr spcFirstLastPara="1" wrap="square" lIns="68575" tIns="68575" rIns="68575" bIns="68575" anchor="b" anchorCtr="0">
            <a:noAutofit/>
          </a:bodyPr>
          <a:lstStyle>
            <a:lvl1pPr lvl="0" algn="l" rtl="0">
              <a:lnSpc>
                <a:spcPct val="90000"/>
              </a:lnSpc>
              <a:spcBef>
                <a:spcPts val="0"/>
              </a:spcBef>
              <a:spcAft>
                <a:spcPts val="0"/>
              </a:spcAft>
              <a:buClr>
                <a:schemeClr val="dk1"/>
              </a:buClr>
              <a:buSzPts val="3300"/>
              <a:buFont typeface="Raleway"/>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358" name="Google Shape;358;p48"/>
          <p:cNvSpPr txBox="1">
            <a:spLocks noGrp="1"/>
          </p:cNvSpPr>
          <p:nvPr>
            <p:ph type="body" idx="1"/>
          </p:nvPr>
        </p:nvSpPr>
        <p:spPr>
          <a:xfrm>
            <a:off x="4382377" y="1541756"/>
            <a:ext cx="4063200" cy="2764500"/>
          </a:xfrm>
          <a:prstGeom prst="rect">
            <a:avLst/>
          </a:prstGeom>
          <a:noFill/>
          <a:ln>
            <a:noFill/>
          </a:ln>
        </p:spPr>
        <p:txBody>
          <a:bodyPr spcFirstLastPara="1" wrap="square" lIns="68575" tIns="68575" rIns="68575" bIns="68575" anchor="t" anchorCtr="0">
            <a:noAutofit/>
          </a:bodyPr>
          <a:lstStyle>
            <a:lvl1pPr marL="457200" lvl="0" indent="-228600" algn="l" rtl="0">
              <a:lnSpc>
                <a:spcPct val="90000"/>
              </a:lnSpc>
              <a:spcBef>
                <a:spcPts val="0"/>
              </a:spcBef>
              <a:spcAft>
                <a:spcPts val="0"/>
              </a:spcAft>
              <a:buClr>
                <a:schemeClr val="dk1"/>
              </a:buClr>
              <a:buSzPts val="1400"/>
              <a:buNone/>
              <a:defRPr sz="1400"/>
            </a:lvl1pPr>
            <a:lvl2pPr marL="914400" lvl="1" indent="-342900" algn="l" rtl="0">
              <a:lnSpc>
                <a:spcPct val="90000"/>
              </a:lnSpc>
              <a:spcBef>
                <a:spcPts val="0"/>
              </a:spcBef>
              <a:spcAft>
                <a:spcPts val="0"/>
              </a:spcAft>
              <a:buClr>
                <a:schemeClr val="dk1"/>
              </a:buClr>
              <a:buSzPts val="1800"/>
              <a:buChar char="•"/>
              <a:defRPr/>
            </a:lvl2pPr>
            <a:lvl3pPr marL="1371600" lvl="2" indent="-323850" algn="l" rtl="0">
              <a:lnSpc>
                <a:spcPct val="90000"/>
              </a:lnSpc>
              <a:spcBef>
                <a:spcPts val="0"/>
              </a:spcBef>
              <a:spcAft>
                <a:spcPts val="0"/>
              </a:spcAft>
              <a:buClr>
                <a:schemeClr val="dk1"/>
              </a:buClr>
              <a:buSzPts val="1500"/>
              <a:buChar char="•"/>
              <a:defRPr/>
            </a:lvl3pPr>
            <a:lvl4pPr marL="1828800" lvl="3" indent="-317500" algn="l" rtl="0">
              <a:lnSpc>
                <a:spcPct val="90000"/>
              </a:lnSpc>
              <a:spcBef>
                <a:spcPts val="0"/>
              </a:spcBef>
              <a:spcAft>
                <a:spcPts val="0"/>
              </a:spcAft>
              <a:buClr>
                <a:schemeClr val="dk1"/>
              </a:buClr>
              <a:buSzPts val="1400"/>
              <a:buChar char="•"/>
              <a:defRPr/>
            </a:lvl4pPr>
            <a:lvl5pPr marL="2286000" lvl="4" indent="-317500" algn="l" rtl="0">
              <a:lnSpc>
                <a:spcPct val="90000"/>
              </a:lnSpc>
              <a:spcBef>
                <a:spcPts val="0"/>
              </a:spcBef>
              <a:spcAft>
                <a:spcPts val="0"/>
              </a:spcAft>
              <a:buClr>
                <a:schemeClr val="dk1"/>
              </a:buClr>
              <a:buSzPts val="1400"/>
              <a:buChar char="•"/>
              <a:defRPr/>
            </a:lvl5pPr>
            <a:lvl6pPr marL="2743200" lvl="5" indent="-317500" algn="l" rtl="0">
              <a:lnSpc>
                <a:spcPct val="90000"/>
              </a:lnSpc>
              <a:spcBef>
                <a:spcPts val="0"/>
              </a:spcBef>
              <a:spcAft>
                <a:spcPts val="0"/>
              </a:spcAft>
              <a:buClr>
                <a:schemeClr val="dk1"/>
              </a:buClr>
              <a:buSzPts val="1400"/>
              <a:buChar char="•"/>
              <a:defRPr/>
            </a:lvl6pPr>
            <a:lvl7pPr marL="3200400" lvl="6" indent="-317500" algn="l" rtl="0">
              <a:lnSpc>
                <a:spcPct val="90000"/>
              </a:lnSpc>
              <a:spcBef>
                <a:spcPts val="0"/>
              </a:spcBef>
              <a:spcAft>
                <a:spcPts val="0"/>
              </a:spcAft>
              <a:buClr>
                <a:schemeClr val="dk1"/>
              </a:buClr>
              <a:buSzPts val="1400"/>
              <a:buChar char="•"/>
              <a:defRPr/>
            </a:lvl7pPr>
            <a:lvl8pPr marL="3657600" lvl="7" indent="-317500" algn="l" rtl="0">
              <a:lnSpc>
                <a:spcPct val="90000"/>
              </a:lnSpc>
              <a:spcBef>
                <a:spcPts val="0"/>
              </a:spcBef>
              <a:spcAft>
                <a:spcPts val="0"/>
              </a:spcAft>
              <a:buClr>
                <a:schemeClr val="dk1"/>
              </a:buClr>
              <a:buSzPts val="1400"/>
              <a:buChar char="•"/>
              <a:defRPr/>
            </a:lvl8pPr>
            <a:lvl9pPr marL="4114800" lvl="8" indent="-317500" algn="l" rtl="0">
              <a:lnSpc>
                <a:spcPct val="90000"/>
              </a:lnSpc>
              <a:spcBef>
                <a:spcPts val="0"/>
              </a:spcBef>
              <a:spcAft>
                <a:spcPts val="0"/>
              </a:spcAft>
              <a:buClr>
                <a:schemeClr val="dk1"/>
              </a:buClr>
              <a:buSzPts val="1400"/>
              <a:buChar char="•"/>
              <a:defRPr/>
            </a:lvl9pPr>
          </a:lstStyle>
          <a:p>
            <a:endParaRPr/>
          </a:p>
        </p:txBody>
      </p:sp>
      <p:pic>
        <p:nvPicPr>
          <p:cNvPr id="359" name="Google Shape;359;p48"/>
          <p:cNvPicPr preferRelativeResize="0"/>
          <p:nvPr/>
        </p:nvPicPr>
        <p:blipFill rotWithShape="1">
          <a:blip r:embed="rId28">
            <a:alphaModFix/>
          </a:blip>
          <a:srcRect l="11512" r="34715"/>
          <a:stretch/>
        </p:blipFill>
        <p:spPr>
          <a:xfrm>
            <a:off x="0" y="0"/>
            <a:ext cx="4148527" cy="5154743"/>
          </a:xfrm>
          <a:prstGeom prst="rect">
            <a:avLst/>
          </a:prstGeom>
          <a:noFill/>
          <a:ln>
            <a:noFill/>
          </a:ln>
          <a:effectLst>
            <a:outerShdw blurRad="266700" dist="38100" algn="l" rotWithShape="0">
              <a:srgbClr val="000000">
                <a:alpha val="40000"/>
              </a:srgbClr>
            </a:outerShdw>
          </a:effectLst>
        </p:spPr>
      </p:pic>
      <p:sp>
        <p:nvSpPr>
          <p:cNvPr id="360" name="Google Shape;360;p48"/>
          <p:cNvSpPr>
            <a:spLocks noGrp="1"/>
          </p:cNvSpPr>
          <p:nvPr>
            <p:ph type="pic" idx="2"/>
          </p:nvPr>
        </p:nvSpPr>
        <p:spPr>
          <a:xfrm>
            <a:off x="0" y="0"/>
            <a:ext cx="4154700" cy="5143500"/>
          </a:xfrm>
          <a:prstGeom prst="rect">
            <a:avLst/>
          </a:prstGeom>
          <a:noFill/>
          <a:ln>
            <a:noFill/>
          </a:ln>
          <a:effectLst>
            <a:outerShdw blurRad="50800" dist="38100" algn="l" rotWithShape="0">
              <a:srgbClr val="000000">
                <a:alpha val="40000"/>
              </a:srgbClr>
            </a:outerShdw>
          </a:effectLst>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Roboto"/>
                <a:ea typeface="Roboto"/>
                <a:cs typeface="Roboto"/>
                <a:sym typeface="Robo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Roboto"/>
                <a:ea typeface="Roboto"/>
                <a:cs typeface="Roboto"/>
                <a:sym typeface="Roboto"/>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2 columns">
  <p:cSld name="Title + 2 columns">
    <p:spTree>
      <p:nvGrpSpPr>
        <p:cNvPr id="1" name="Shape 361"/>
        <p:cNvGrpSpPr/>
        <p:nvPr/>
      </p:nvGrpSpPr>
      <p:grpSpPr>
        <a:xfrm>
          <a:off x="0" y="0"/>
          <a:ext cx="0" cy="0"/>
          <a:chOff x="0" y="0"/>
          <a:chExt cx="0" cy="0"/>
        </a:xfrm>
      </p:grpSpPr>
      <p:grpSp>
        <p:nvGrpSpPr>
          <p:cNvPr id="362" name="Google Shape;362;p49"/>
          <p:cNvGrpSpPr/>
          <p:nvPr/>
        </p:nvGrpSpPr>
        <p:grpSpPr>
          <a:xfrm>
            <a:off x="120409" y="72016"/>
            <a:ext cx="9023540" cy="4933659"/>
            <a:chOff x="160546" y="96021"/>
            <a:chExt cx="12031386" cy="6578212"/>
          </a:xfrm>
        </p:grpSpPr>
        <p:sp>
          <p:nvSpPr>
            <p:cNvPr id="363" name="Google Shape;363;p49"/>
            <p:cNvSpPr txBox="1"/>
            <p:nvPr/>
          </p:nvSpPr>
          <p:spPr>
            <a:xfrm>
              <a:off x="6753201" y="2618069"/>
              <a:ext cx="2422200" cy="672300"/>
            </a:xfrm>
            <a:prstGeom prst="rect">
              <a:avLst/>
            </a:prstGeom>
            <a:blipFill rotWithShape="1">
              <a:blip r:embed="rId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64" name="Google Shape;364;p49"/>
            <p:cNvSpPr txBox="1"/>
            <p:nvPr/>
          </p:nvSpPr>
          <p:spPr>
            <a:xfrm>
              <a:off x="7432482" y="258080"/>
              <a:ext cx="3411900" cy="399300"/>
            </a:xfrm>
            <a:prstGeom prst="rect">
              <a:avLst/>
            </a:prstGeom>
            <a:blipFill rotWithShape="1">
              <a:blip r:embed="rId3">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65" name="Google Shape;365;p49"/>
            <p:cNvSpPr txBox="1"/>
            <p:nvPr/>
          </p:nvSpPr>
          <p:spPr>
            <a:xfrm>
              <a:off x="7450151" y="3969505"/>
              <a:ext cx="4603500" cy="555900"/>
            </a:xfrm>
            <a:prstGeom prst="rect">
              <a:avLst/>
            </a:prstGeom>
            <a:blipFill rotWithShape="1">
              <a:blip r:embed="rId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66" name="Google Shape;366;p49"/>
            <p:cNvSpPr txBox="1"/>
            <p:nvPr/>
          </p:nvSpPr>
          <p:spPr>
            <a:xfrm>
              <a:off x="9798333" y="828113"/>
              <a:ext cx="2092200" cy="582600"/>
            </a:xfrm>
            <a:prstGeom prst="rect">
              <a:avLst/>
            </a:prstGeom>
            <a:blipFill rotWithShape="1">
              <a:blip r:embed="rId5">
                <a:alphaModFix/>
              </a:blip>
              <a:stretch>
                <a:fillRect b="-209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67" name="Google Shape;367;p49"/>
            <p:cNvSpPr txBox="1"/>
            <p:nvPr/>
          </p:nvSpPr>
          <p:spPr>
            <a:xfrm>
              <a:off x="8780018" y="3361224"/>
              <a:ext cx="3411900" cy="399300"/>
            </a:xfrm>
            <a:prstGeom prst="rect">
              <a:avLst/>
            </a:prstGeom>
            <a:blipFill rotWithShape="1">
              <a:blip r:embed="rId6">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68" name="Google Shape;368;p49"/>
            <p:cNvSpPr txBox="1"/>
            <p:nvPr/>
          </p:nvSpPr>
          <p:spPr>
            <a:xfrm>
              <a:off x="7588432" y="1619655"/>
              <a:ext cx="4603500" cy="555900"/>
            </a:xfrm>
            <a:prstGeom prst="rect">
              <a:avLst/>
            </a:prstGeom>
            <a:blipFill rotWithShape="1">
              <a:blip r:embed="rId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69" name="Google Shape;369;p49"/>
            <p:cNvSpPr txBox="1"/>
            <p:nvPr/>
          </p:nvSpPr>
          <p:spPr>
            <a:xfrm>
              <a:off x="9418259" y="2516683"/>
              <a:ext cx="2480700" cy="5559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70" name="Google Shape;370;p49"/>
            <p:cNvSpPr txBox="1"/>
            <p:nvPr/>
          </p:nvSpPr>
          <p:spPr>
            <a:xfrm>
              <a:off x="6390261" y="991859"/>
              <a:ext cx="2389800" cy="492300"/>
            </a:xfrm>
            <a:prstGeom prst="rect">
              <a:avLst/>
            </a:pr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nvGrpSpPr>
            <p:cNvPr id="371" name="Google Shape;371;p49"/>
            <p:cNvGrpSpPr/>
            <p:nvPr/>
          </p:nvGrpSpPr>
          <p:grpSpPr>
            <a:xfrm>
              <a:off x="160546" y="96021"/>
              <a:ext cx="7143554" cy="3202030"/>
              <a:chOff x="160546" y="96021"/>
              <a:chExt cx="7143554" cy="3202030"/>
            </a:xfrm>
          </p:grpSpPr>
          <p:sp>
            <p:nvSpPr>
              <p:cNvPr id="372" name="Google Shape;372;p49"/>
              <p:cNvSpPr txBox="1"/>
              <p:nvPr/>
            </p:nvSpPr>
            <p:spPr>
              <a:xfrm>
                <a:off x="160546" y="267463"/>
                <a:ext cx="2422200" cy="672300"/>
              </a:xfrm>
              <a:prstGeom prst="rect">
                <a:avLst/>
              </a:prstGeom>
              <a:blipFill rotWithShape="1">
                <a:blip r:embed="rId10">
                  <a:alphaModFix/>
                </a:blip>
                <a:stretch>
                  <a:fillRect b="-9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73" name="Google Shape;373;p49"/>
              <p:cNvSpPr txBox="1"/>
              <p:nvPr/>
            </p:nvSpPr>
            <p:spPr>
              <a:xfrm>
                <a:off x="2686677" y="922973"/>
                <a:ext cx="3278100" cy="581700"/>
              </a:xfrm>
              <a:prstGeom prst="rect">
                <a:avLst/>
              </a:prstGeom>
              <a:blipFill rotWithShape="1">
                <a:blip r:embed="rId11">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74" name="Google Shape;374;p49"/>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7F7F7F"/>
                  </a:solidFill>
                  <a:latin typeface="Arial"/>
                  <a:ea typeface="Arial"/>
                  <a:cs typeface="Arial"/>
                  <a:sym typeface="Arial"/>
                </a:endParaRPr>
              </a:p>
            </p:txBody>
          </p:sp>
          <p:sp>
            <p:nvSpPr>
              <p:cNvPr id="375" name="Google Shape;375;p49"/>
              <p:cNvSpPr txBox="1"/>
              <p:nvPr/>
            </p:nvSpPr>
            <p:spPr>
              <a:xfrm>
                <a:off x="544025" y="1619655"/>
                <a:ext cx="4603500" cy="555900"/>
              </a:xfrm>
              <a:prstGeom prst="rect">
                <a:avLst/>
              </a:prstGeom>
              <a:blipFill rotWithShape="1">
                <a:blip r:embed="rId1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76" name="Google Shape;376;p49"/>
              <p:cNvSpPr txBox="1"/>
              <p:nvPr/>
            </p:nvSpPr>
            <p:spPr>
              <a:xfrm>
                <a:off x="4660939" y="96021"/>
                <a:ext cx="2092200" cy="582600"/>
              </a:xfrm>
              <a:prstGeom prst="rect">
                <a:avLst/>
              </a:prstGeom>
              <a:blipFill rotWithShape="1">
                <a:blip r:embed="rId13">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77" name="Google Shape;377;p49"/>
              <p:cNvSpPr txBox="1"/>
              <p:nvPr/>
            </p:nvSpPr>
            <p:spPr>
              <a:xfrm>
                <a:off x="728737" y="2648251"/>
                <a:ext cx="2405100" cy="649800"/>
              </a:xfrm>
              <a:prstGeom prst="rect">
                <a:avLst/>
              </a:prstGeom>
              <a:blipFill rotWithShape="1">
                <a:blip r:embed="rId1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78" name="Google Shape;378;p49"/>
              <p:cNvSpPr txBox="1"/>
              <p:nvPr/>
            </p:nvSpPr>
            <p:spPr>
              <a:xfrm>
                <a:off x="3466060" y="2618069"/>
                <a:ext cx="2389800" cy="492300"/>
              </a:xfrm>
              <a:prstGeom prst="rect">
                <a:avLst/>
              </a:pr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79" name="Google Shape;379;p49"/>
              <p:cNvSpPr txBox="1"/>
              <p:nvPr/>
            </p:nvSpPr>
            <p:spPr>
              <a:xfrm>
                <a:off x="5638800" y="2191224"/>
                <a:ext cx="1665300" cy="462300"/>
              </a:xfrm>
              <a:prstGeom prst="rect">
                <a:avLst/>
              </a:prstGeom>
              <a:blipFill rotWithShape="1">
                <a:blip r:embed="rId16">
                  <a:alphaModFix/>
                </a:blip>
                <a:stretch>
                  <a:fillRect t="-122355" r="-18678"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380" name="Google Shape;380;p49"/>
            <p:cNvGrpSpPr/>
            <p:nvPr/>
          </p:nvGrpSpPr>
          <p:grpSpPr>
            <a:xfrm>
              <a:off x="193068" y="3380869"/>
              <a:ext cx="7295744" cy="3152604"/>
              <a:chOff x="8356" y="96021"/>
              <a:chExt cx="7295744" cy="3152604"/>
            </a:xfrm>
          </p:grpSpPr>
          <p:sp>
            <p:nvSpPr>
              <p:cNvPr id="381" name="Google Shape;381;p49"/>
              <p:cNvSpPr txBox="1"/>
              <p:nvPr/>
            </p:nvSpPr>
            <p:spPr>
              <a:xfrm>
                <a:off x="8356" y="250129"/>
                <a:ext cx="2723700" cy="756300"/>
              </a:xfrm>
              <a:prstGeom prst="rect">
                <a:avLst/>
              </a:prstGeom>
              <a:blipFill rotWithShape="1">
                <a:blip r:embed="rId1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82" name="Google Shape;382;p49"/>
              <p:cNvSpPr txBox="1"/>
              <p:nvPr/>
            </p:nvSpPr>
            <p:spPr>
              <a:xfrm>
                <a:off x="2686677" y="922973"/>
                <a:ext cx="3278100" cy="581700"/>
              </a:xfrm>
              <a:prstGeom prst="rect">
                <a:avLst/>
              </a:prstGeom>
              <a:blipFill rotWithShape="1">
                <a:blip r:embed="rId18">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83" name="Google Shape;383;p49"/>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rgbClr val="7F7F7F"/>
                  </a:solidFill>
                  <a:latin typeface="Arial"/>
                  <a:ea typeface="Arial"/>
                  <a:cs typeface="Arial"/>
                  <a:sym typeface="Arial"/>
                </a:endParaRPr>
              </a:p>
            </p:txBody>
          </p:sp>
          <p:sp>
            <p:nvSpPr>
              <p:cNvPr id="384" name="Google Shape;384;p49"/>
              <p:cNvSpPr txBox="1"/>
              <p:nvPr/>
            </p:nvSpPr>
            <p:spPr>
              <a:xfrm>
                <a:off x="544025" y="1619655"/>
                <a:ext cx="4603500" cy="555900"/>
              </a:xfrm>
              <a:prstGeom prst="rect">
                <a:avLst/>
              </a:prstGeom>
              <a:blipFill rotWithShape="1">
                <a:blip r:embed="rId1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85" name="Google Shape;385;p49"/>
              <p:cNvSpPr txBox="1"/>
              <p:nvPr/>
            </p:nvSpPr>
            <p:spPr>
              <a:xfrm>
                <a:off x="4660939" y="96021"/>
                <a:ext cx="2092200" cy="582600"/>
              </a:xfrm>
              <a:prstGeom prst="rect">
                <a:avLst/>
              </a:prstGeom>
              <a:blipFill rotWithShape="1">
                <a:blip r:embed="rId20">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86" name="Google Shape;386;p49"/>
              <p:cNvSpPr txBox="1"/>
              <p:nvPr/>
            </p:nvSpPr>
            <p:spPr>
              <a:xfrm>
                <a:off x="293126" y="2598825"/>
                <a:ext cx="2405100" cy="649800"/>
              </a:xfrm>
              <a:prstGeom prst="rect">
                <a:avLst/>
              </a:prstGeom>
              <a:blipFill rotWithShape="1">
                <a:blip r:embed="rId21">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87" name="Google Shape;387;p49"/>
              <p:cNvSpPr txBox="1"/>
              <p:nvPr/>
            </p:nvSpPr>
            <p:spPr>
              <a:xfrm>
                <a:off x="3466060" y="2618069"/>
                <a:ext cx="2389800" cy="492300"/>
              </a:xfrm>
              <a:prstGeom prst="rect">
                <a:avLst/>
              </a:pr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88" name="Google Shape;388;p49"/>
              <p:cNvSpPr txBox="1"/>
              <p:nvPr/>
            </p:nvSpPr>
            <p:spPr>
              <a:xfrm>
                <a:off x="5638800" y="2191224"/>
                <a:ext cx="1665300" cy="462300"/>
              </a:xfrm>
              <a:prstGeom prst="rect">
                <a:avLst/>
              </a:prstGeom>
              <a:blipFill rotWithShape="1">
                <a:blip r:embed="rId23">
                  <a:alphaModFix/>
                </a:blip>
                <a:stretch>
                  <a:fillRect t="-122355" r="-19049"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389" name="Google Shape;389;p49"/>
            <p:cNvSpPr txBox="1"/>
            <p:nvPr/>
          </p:nvSpPr>
          <p:spPr>
            <a:xfrm>
              <a:off x="7781614" y="4904503"/>
              <a:ext cx="2389800" cy="492300"/>
            </a:xfrm>
            <a:prstGeom prst="rect">
              <a:avLst/>
            </a:prstGeom>
            <a:blipFill rotWithShape="1">
              <a:blip r:embed="rId2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90" name="Google Shape;390;p49"/>
            <p:cNvSpPr txBox="1"/>
            <p:nvPr/>
          </p:nvSpPr>
          <p:spPr>
            <a:xfrm>
              <a:off x="8529490" y="6274933"/>
              <a:ext cx="3411900" cy="399300"/>
            </a:xfrm>
            <a:prstGeom prst="rect">
              <a:avLst/>
            </a:prstGeom>
            <a:blipFill rotWithShape="1">
              <a:blip r:embed="rId25">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91" name="Google Shape;391;p49"/>
            <p:cNvSpPr txBox="1"/>
            <p:nvPr/>
          </p:nvSpPr>
          <p:spPr>
            <a:xfrm>
              <a:off x="9875766" y="5520519"/>
              <a:ext cx="2092200" cy="582600"/>
            </a:xfrm>
            <a:prstGeom prst="rect">
              <a:avLst/>
            </a:prstGeom>
            <a:blipFill rotWithShape="1">
              <a:blip r:embed="rId26">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392" name="Google Shape;392;p49"/>
            <p:cNvSpPr txBox="1"/>
            <p:nvPr/>
          </p:nvSpPr>
          <p:spPr>
            <a:xfrm>
              <a:off x="6656143" y="6236041"/>
              <a:ext cx="1497300" cy="370500"/>
            </a:xfrm>
            <a:prstGeom prst="rect">
              <a:avLst/>
            </a:prstGeom>
            <a:blipFill rotWithShape="1">
              <a:blip r:embed="rId27">
                <a:alphaModFix/>
              </a:blip>
              <a:stretch>
                <a:fillRect l="-809" r="-409" b="-131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393" name="Google Shape;393;p49"/>
          <p:cNvSpPr/>
          <p:nvPr/>
        </p:nvSpPr>
        <p:spPr>
          <a:xfrm>
            <a:off x="0" y="520345"/>
            <a:ext cx="9135000" cy="4092300"/>
          </a:xfrm>
          <a:prstGeom prst="rect">
            <a:avLst/>
          </a:prstGeom>
          <a:solidFill>
            <a:srgbClr val="347C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394" name="Google Shape;394;p49"/>
          <p:cNvSpPr txBox="1">
            <a:spLocks noGrp="1"/>
          </p:cNvSpPr>
          <p:nvPr>
            <p:ph type="title"/>
          </p:nvPr>
        </p:nvSpPr>
        <p:spPr>
          <a:xfrm>
            <a:off x="291523" y="721726"/>
            <a:ext cx="4615200" cy="636000"/>
          </a:xfrm>
          <a:prstGeom prst="rect">
            <a:avLst/>
          </a:prstGeom>
          <a:noFill/>
          <a:ln>
            <a:noFill/>
          </a:ln>
        </p:spPr>
        <p:txBody>
          <a:bodyPr spcFirstLastPara="1" wrap="square" lIns="68575" tIns="68575" rIns="68575" bIns="68575" anchor="b" anchorCtr="0">
            <a:noAutofit/>
          </a:bodyPr>
          <a:lstStyle>
            <a:lvl1pPr lvl="0" algn="ctr" rtl="0">
              <a:lnSpc>
                <a:spcPct val="90000"/>
              </a:lnSpc>
              <a:spcBef>
                <a:spcPts val="0"/>
              </a:spcBef>
              <a:spcAft>
                <a:spcPts val="0"/>
              </a:spcAft>
              <a:buClr>
                <a:schemeClr val="lt1"/>
              </a:buClr>
              <a:buSzPts val="3300"/>
              <a:buFont typeface="Raleway"/>
              <a:buNone/>
              <a:defRPr>
                <a:solidFill>
                  <a:schemeClr val="lt1"/>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395" name="Google Shape;395;p49"/>
          <p:cNvSpPr txBox="1">
            <a:spLocks noGrp="1"/>
          </p:cNvSpPr>
          <p:nvPr>
            <p:ph type="body" idx="1"/>
          </p:nvPr>
        </p:nvSpPr>
        <p:spPr>
          <a:xfrm>
            <a:off x="291537" y="1515825"/>
            <a:ext cx="2247000" cy="2905800"/>
          </a:xfrm>
          <a:prstGeom prst="rect">
            <a:avLst/>
          </a:prstGeom>
          <a:noFill/>
          <a:ln>
            <a:noFill/>
          </a:ln>
        </p:spPr>
        <p:txBody>
          <a:bodyPr spcFirstLastPara="1" wrap="square" lIns="68575" tIns="68575" rIns="68575" bIns="68575" anchor="t" anchorCtr="0">
            <a:noAutofit/>
          </a:bodyPr>
          <a:lstStyle>
            <a:lvl1pPr marL="457200" lvl="0" indent="-228600" algn="l" rtl="0">
              <a:lnSpc>
                <a:spcPct val="90000"/>
              </a:lnSpc>
              <a:spcBef>
                <a:spcPts val="0"/>
              </a:spcBef>
              <a:spcAft>
                <a:spcPts val="0"/>
              </a:spcAft>
              <a:buClr>
                <a:schemeClr val="lt1"/>
              </a:buClr>
              <a:buSzPts val="1400"/>
              <a:buNone/>
              <a:defRPr sz="1400">
                <a:solidFill>
                  <a:schemeClr val="lt1"/>
                </a:solidFill>
              </a:defRPr>
            </a:lvl1pPr>
            <a:lvl2pPr marL="914400" lvl="1" indent="-342900" algn="l" rtl="0">
              <a:lnSpc>
                <a:spcPct val="90000"/>
              </a:lnSpc>
              <a:spcBef>
                <a:spcPts val="0"/>
              </a:spcBef>
              <a:spcAft>
                <a:spcPts val="0"/>
              </a:spcAft>
              <a:buClr>
                <a:schemeClr val="dk1"/>
              </a:buClr>
              <a:buSzPts val="1800"/>
              <a:buChar char="•"/>
              <a:defRPr sz="1800"/>
            </a:lvl2pPr>
            <a:lvl3pPr marL="1371600" lvl="2" indent="-342900" algn="l" rtl="0">
              <a:lnSpc>
                <a:spcPct val="90000"/>
              </a:lnSpc>
              <a:spcBef>
                <a:spcPts val="0"/>
              </a:spcBef>
              <a:spcAft>
                <a:spcPts val="0"/>
              </a:spcAft>
              <a:buClr>
                <a:schemeClr val="dk1"/>
              </a:buClr>
              <a:buSzPts val="1800"/>
              <a:buChar char="•"/>
              <a:defRPr sz="1800"/>
            </a:lvl3pPr>
            <a:lvl4pPr marL="1828800" lvl="3" indent="-342900" algn="l" rtl="0">
              <a:lnSpc>
                <a:spcPct val="90000"/>
              </a:lnSpc>
              <a:spcBef>
                <a:spcPts val="0"/>
              </a:spcBef>
              <a:spcAft>
                <a:spcPts val="0"/>
              </a:spcAft>
              <a:buClr>
                <a:schemeClr val="dk1"/>
              </a:buClr>
              <a:buSzPts val="1800"/>
              <a:buChar char="•"/>
              <a:defRPr sz="1800"/>
            </a:lvl4pPr>
            <a:lvl5pPr marL="2286000" lvl="4" indent="-342900" algn="l" rtl="0">
              <a:lnSpc>
                <a:spcPct val="90000"/>
              </a:lnSpc>
              <a:spcBef>
                <a:spcPts val="0"/>
              </a:spcBef>
              <a:spcAft>
                <a:spcPts val="0"/>
              </a:spcAft>
              <a:buClr>
                <a:schemeClr val="dk1"/>
              </a:buClr>
              <a:buSzPts val="1800"/>
              <a:buChar char="•"/>
              <a:defRPr sz="1800"/>
            </a:lvl5pPr>
            <a:lvl6pPr marL="2743200" lvl="5" indent="-342900" algn="l" rtl="0">
              <a:lnSpc>
                <a:spcPct val="90000"/>
              </a:lnSpc>
              <a:spcBef>
                <a:spcPts val="0"/>
              </a:spcBef>
              <a:spcAft>
                <a:spcPts val="0"/>
              </a:spcAft>
              <a:buClr>
                <a:schemeClr val="dk1"/>
              </a:buClr>
              <a:buSzPts val="1800"/>
              <a:buChar char="•"/>
              <a:defRPr sz="1800"/>
            </a:lvl6pPr>
            <a:lvl7pPr marL="3200400" lvl="6" indent="-342900" algn="l" rtl="0">
              <a:lnSpc>
                <a:spcPct val="90000"/>
              </a:lnSpc>
              <a:spcBef>
                <a:spcPts val="0"/>
              </a:spcBef>
              <a:spcAft>
                <a:spcPts val="0"/>
              </a:spcAft>
              <a:buClr>
                <a:schemeClr val="dk1"/>
              </a:buClr>
              <a:buSzPts val="1800"/>
              <a:buChar char="•"/>
              <a:defRPr sz="1800"/>
            </a:lvl7pPr>
            <a:lvl8pPr marL="3657600" lvl="7" indent="-342900" algn="l" rtl="0">
              <a:lnSpc>
                <a:spcPct val="90000"/>
              </a:lnSpc>
              <a:spcBef>
                <a:spcPts val="0"/>
              </a:spcBef>
              <a:spcAft>
                <a:spcPts val="0"/>
              </a:spcAft>
              <a:buClr>
                <a:schemeClr val="dk1"/>
              </a:buClr>
              <a:buSzPts val="1800"/>
              <a:buChar char="•"/>
              <a:defRPr sz="1800"/>
            </a:lvl8pPr>
            <a:lvl9pPr marL="4114800" lvl="8" indent="-342900" algn="l" rtl="0">
              <a:lnSpc>
                <a:spcPct val="90000"/>
              </a:lnSpc>
              <a:spcBef>
                <a:spcPts val="0"/>
              </a:spcBef>
              <a:spcAft>
                <a:spcPts val="0"/>
              </a:spcAft>
              <a:buClr>
                <a:schemeClr val="dk1"/>
              </a:buClr>
              <a:buSzPts val="1800"/>
              <a:buChar char="•"/>
              <a:defRPr sz="1800"/>
            </a:lvl9pPr>
          </a:lstStyle>
          <a:p>
            <a:endParaRPr/>
          </a:p>
        </p:txBody>
      </p:sp>
      <p:sp>
        <p:nvSpPr>
          <p:cNvPr id="396" name="Google Shape;396;p49"/>
          <p:cNvSpPr txBox="1">
            <a:spLocks noGrp="1"/>
          </p:cNvSpPr>
          <p:nvPr>
            <p:ph type="body" idx="2"/>
          </p:nvPr>
        </p:nvSpPr>
        <p:spPr>
          <a:xfrm>
            <a:off x="2659631" y="1515825"/>
            <a:ext cx="2247000" cy="2905800"/>
          </a:xfrm>
          <a:prstGeom prst="rect">
            <a:avLst/>
          </a:prstGeom>
          <a:noFill/>
          <a:ln>
            <a:noFill/>
          </a:ln>
        </p:spPr>
        <p:txBody>
          <a:bodyPr spcFirstLastPara="1" wrap="square" lIns="68575" tIns="68575" rIns="68575" bIns="68575" anchor="t" anchorCtr="0">
            <a:noAutofit/>
          </a:bodyPr>
          <a:lstStyle>
            <a:lvl1pPr marL="457200" lvl="0" indent="-228600" algn="l" rtl="0">
              <a:lnSpc>
                <a:spcPct val="90000"/>
              </a:lnSpc>
              <a:spcBef>
                <a:spcPts val="0"/>
              </a:spcBef>
              <a:spcAft>
                <a:spcPts val="0"/>
              </a:spcAft>
              <a:buClr>
                <a:schemeClr val="lt1"/>
              </a:buClr>
              <a:buSzPts val="1400"/>
              <a:buNone/>
              <a:defRPr sz="1400">
                <a:solidFill>
                  <a:schemeClr val="lt1"/>
                </a:solidFill>
              </a:defRPr>
            </a:lvl1pPr>
            <a:lvl2pPr marL="914400" lvl="1" indent="-342900" algn="l" rtl="0">
              <a:lnSpc>
                <a:spcPct val="90000"/>
              </a:lnSpc>
              <a:spcBef>
                <a:spcPts val="0"/>
              </a:spcBef>
              <a:spcAft>
                <a:spcPts val="0"/>
              </a:spcAft>
              <a:buClr>
                <a:schemeClr val="dk1"/>
              </a:buClr>
              <a:buSzPts val="1800"/>
              <a:buChar char="•"/>
              <a:defRPr sz="1800"/>
            </a:lvl2pPr>
            <a:lvl3pPr marL="1371600" lvl="2" indent="-342900" algn="l" rtl="0">
              <a:lnSpc>
                <a:spcPct val="90000"/>
              </a:lnSpc>
              <a:spcBef>
                <a:spcPts val="0"/>
              </a:spcBef>
              <a:spcAft>
                <a:spcPts val="0"/>
              </a:spcAft>
              <a:buClr>
                <a:schemeClr val="dk1"/>
              </a:buClr>
              <a:buSzPts val="1800"/>
              <a:buChar char="•"/>
              <a:defRPr sz="1800"/>
            </a:lvl3pPr>
            <a:lvl4pPr marL="1828800" lvl="3" indent="-342900" algn="l" rtl="0">
              <a:lnSpc>
                <a:spcPct val="90000"/>
              </a:lnSpc>
              <a:spcBef>
                <a:spcPts val="0"/>
              </a:spcBef>
              <a:spcAft>
                <a:spcPts val="0"/>
              </a:spcAft>
              <a:buClr>
                <a:schemeClr val="dk1"/>
              </a:buClr>
              <a:buSzPts val="1800"/>
              <a:buChar char="•"/>
              <a:defRPr sz="1800"/>
            </a:lvl4pPr>
            <a:lvl5pPr marL="2286000" lvl="4" indent="-342900" algn="l" rtl="0">
              <a:lnSpc>
                <a:spcPct val="90000"/>
              </a:lnSpc>
              <a:spcBef>
                <a:spcPts val="0"/>
              </a:spcBef>
              <a:spcAft>
                <a:spcPts val="0"/>
              </a:spcAft>
              <a:buClr>
                <a:schemeClr val="dk1"/>
              </a:buClr>
              <a:buSzPts val="1800"/>
              <a:buChar char="•"/>
              <a:defRPr sz="1800"/>
            </a:lvl5pPr>
            <a:lvl6pPr marL="2743200" lvl="5" indent="-342900" algn="l" rtl="0">
              <a:lnSpc>
                <a:spcPct val="90000"/>
              </a:lnSpc>
              <a:spcBef>
                <a:spcPts val="0"/>
              </a:spcBef>
              <a:spcAft>
                <a:spcPts val="0"/>
              </a:spcAft>
              <a:buClr>
                <a:schemeClr val="dk1"/>
              </a:buClr>
              <a:buSzPts val="1800"/>
              <a:buChar char="•"/>
              <a:defRPr sz="1800"/>
            </a:lvl6pPr>
            <a:lvl7pPr marL="3200400" lvl="6" indent="-342900" algn="l" rtl="0">
              <a:lnSpc>
                <a:spcPct val="90000"/>
              </a:lnSpc>
              <a:spcBef>
                <a:spcPts val="0"/>
              </a:spcBef>
              <a:spcAft>
                <a:spcPts val="0"/>
              </a:spcAft>
              <a:buClr>
                <a:schemeClr val="dk1"/>
              </a:buClr>
              <a:buSzPts val="1800"/>
              <a:buChar char="•"/>
              <a:defRPr sz="1800"/>
            </a:lvl7pPr>
            <a:lvl8pPr marL="3657600" lvl="7" indent="-342900" algn="l" rtl="0">
              <a:lnSpc>
                <a:spcPct val="90000"/>
              </a:lnSpc>
              <a:spcBef>
                <a:spcPts val="0"/>
              </a:spcBef>
              <a:spcAft>
                <a:spcPts val="0"/>
              </a:spcAft>
              <a:buClr>
                <a:schemeClr val="dk1"/>
              </a:buClr>
              <a:buSzPts val="1800"/>
              <a:buChar char="•"/>
              <a:defRPr sz="1800"/>
            </a:lvl8pPr>
            <a:lvl9pPr marL="4114800" lvl="8" indent="-342900" algn="l" rtl="0">
              <a:lnSpc>
                <a:spcPct val="90000"/>
              </a:lnSpc>
              <a:spcBef>
                <a:spcPts val="0"/>
              </a:spcBef>
              <a:spcAft>
                <a:spcPts val="0"/>
              </a:spcAft>
              <a:buClr>
                <a:schemeClr val="dk1"/>
              </a:buClr>
              <a:buSzPts val="1800"/>
              <a:buChar char="•"/>
              <a:defRPr sz="1800"/>
            </a:lvl9pPr>
          </a:lstStyle>
          <a:p>
            <a:endParaRPr/>
          </a:p>
        </p:txBody>
      </p:sp>
      <p:sp>
        <p:nvSpPr>
          <p:cNvPr id="397" name="Google Shape;397;p49"/>
          <p:cNvSpPr>
            <a:spLocks noGrp="1"/>
          </p:cNvSpPr>
          <p:nvPr>
            <p:ph type="pic" idx="3"/>
          </p:nvPr>
        </p:nvSpPr>
        <p:spPr>
          <a:xfrm>
            <a:off x="5094514" y="653653"/>
            <a:ext cx="3941100" cy="38742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Roboto"/>
                <a:ea typeface="Roboto"/>
                <a:cs typeface="Roboto"/>
                <a:sym typeface="Robo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Roboto"/>
                <a:ea typeface="Roboto"/>
                <a:cs typeface="Roboto"/>
                <a:sym typeface="Roboto"/>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98"/>
        <p:cNvGrpSpPr/>
        <p:nvPr/>
      </p:nvGrpSpPr>
      <p:grpSpPr>
        <a:xfrm>
          <a:off x="0" y="0"/>
          <a:ext cx="0" cy="0"/>
          <a:chOff x="0" y="0"/>
          <a:chExt cx="0" cy="0"/>
        </a:xfrm>
      </p:grpSpPr>
      <p:sp>
        <p:nvSpPr>
          <p:cNvPr id="399" name="Google Shape;399;p50"/>
          <p:cNvSpPr/>
          <p:nvPr/>
        </p:nvSpPr>
        <p:spPr>
          <a:xfrm>
            <a:off x="0" y="0"/>
            <a:ext cx="9144000" cy="5143500"/>
          </a:xfrm>
          <a:prstGeom prst="rect">
            <a:avLst/>
          </a:prstGeom>
          <a:solidFill>
            <a:srgbClr val="E1394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grpSp>
        <p:nvGrpSpPr>
          <p:cNvPr id="400" name="Google Shape;400;p50"/>
          <p:cNvGrpSpPr/>
          <p:nvPr/>
        </p:nvGrpSpPr>
        <p:grpSpPr>
          <a:xfrm>
            <a:off x="120409" y="72016"/>
            <a:ext cx="9023540" cy="4933659"/>
            <a:chOff x="160546" y="96021"/>
            <a:chExt cx="12031386" cy="6578212"/>
          </a:xfrm>
        </p:grpSpPr>
        <p:sp>
          <p:nvSpPr>
            <p:cNvPr id="401" name="Google Shape;401;p50"/>
            <p:cNvSpPr txBox="1"/>
            <p:nvPr/>
          </p:nvSpPr>
          <p:spPr>
            <a:xfrm>
              <a:off x="6753201" y="2618069"/>
              <a:ext cx="2422200" cy="672300"/>
            </a:xfrm>
            <a:prstGeom prst="rect">
              <a:avLst/>
            </a:prstGeom>
            <a:blipFill rotWithShape="1">
              <a:blip r:embed="rId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02" name="Google Shape;402;p50"/>
            <p:cNvSpPr txBox="1"/>
            <p:nvPr/>
          </p:nvSpPr>
          <p:spPr>
            <a:xfrm>
              <a:off x="7432482" y="258080"/>
              <a:ext cx="3411900" cy="399300"/>
            </a:xfrm>
            <a:prstGeom prst="rect">
              <a:avLst/>
            </a:prstGeom>
            <a:blipFill rotWithShape="1">
              <a:blip r:embed="rId3">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03" name="Google Shape;403;p50"/>
            <p:cNvSpPr txBox="1"/>
            <p:nvPr/>
          </p:nvSpPr>
          <p:spPr>
            <a:xfrm>
              <a:off x="7450151" y="3969505"/>
              <a:ext cx="4603500" cy="555900"/>
            </a:xfrm>
            <a:prstGeom prst="rect">
              <a:avLst/>
            </a:prstGeom>
            <a:blipFill rotWithShape="1">
              <a:blip r:embed="rId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04" name="Google Shape;404;p50"/>
            <p:cNvSpPr txBox="1"/>
            <p:nvPr/>
          </p:nvSpPr>
          <p:spPr>
            <a:xfrm>
              <a:off x="9798333" y="828113"/>
              <a:ext cx="2092200" cy="582600"/>
            </a:xfrm>
            <a:prstGeom prst="rect">
              <a:avLst/>
            </a:prstGeom>
            <a:blipFill rotWithShape="1">
              <a:blip r:embed="rId5">
                <a:alphaModFix/>
              </a:blip>
              <a:stretch>
                <a:fillRect b="-209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05" name="Google Shape;405;p50"/>
            <p:cNvSpPr txBox="1"/>
            <p:nvPr/>
          </p:nvSpPr>
          <p:spPr>
            <a:xfrm>
              <a:off x="8780018" y="3361224"/>
              <a:ext cx="3411900" cy="399300"/>
            </a:xfrm>
            <a:prstGeom prst="rect">
              <a:avLst/>
            </a:prstGeom>
            <a:blipFill rotWithShape="1">
              <a:blip r:embed="rId6">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06" name="Google Shape;406;p50"/>
            <p:cNvSpPr txBox="1"/>
            <p:nvPr/>
          </p:nvSpPr>
          <p:spPr>
            <a:xfrm>
              <a:off x="7588432" y="1619655"/>
              <a:ext cx="4603500" cy="555900"/>
            </a:xfrm>
            <a:prstGeom prst="rect">
              <a:avLst/>
            </a:prstGeom>
            <a:blipFill rotWithShape="1">
              <a:blip r:embed="rId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07" name="Google Shape;407;p50"/>
            <p:cNvSpPr txBox="1"/>
            <p:nvPr/>
          </p:nvSpPr>
          <p:spPr>
            <a:xfrm>
              <a:off x="9418259" y="2516683"/>
              <a:ext cx="2480700" cy="555900"/>
            </a:xfrm>
            <a:prstGeom prst="rect">
              <a:avLst/>
            </a:pr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08" name="Google Shape;408;p50"/>
            <p:cNvSpPr txBox="1"/>
            <p:nvPr/>
          </p:nvSpPr>
          <p:spPr>
            <a:xfrm>
              <a:off x="6390261" y="991859"/>
              <a:ext cx="2389800" cy="492300"/>
            </a:xfrm>
            <a:prstGeom prst="rect">
              <a:avLst/>
            </a:pr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nvGrpSpPr>
            <p:cNvPr id="409" name="Google Shape;409;p50"/>
            <p:cNvGrpSpPr/>
            <p:nvPr/>
          </p:nvGrpSpPr>
          <p:grpSpPr>
            <a:xfrm>
              <a:off x="160546" y="96021"/>
              <a:ext cx="7143554" cy="3202030"/>
              <a:chOff x="160546" y="96021"/>
              <a:chExt cx="7143554" cy="3202030"/>
            </a:xfrm>
          </p:grpSpPr>
          <p:sp>
            <p:nvSpPr>
              <p:cNvPr id="410" name="Google Shape;410;p50"/>
              <p:cNvSpPr txBox="1"/>
              <p:nvPr/>
            </p:nvSpPr>
            <p:spPr>
              <a:xfrm>
                <a:off x="160546" y="267463"/>
                <a:ext cx="2422200" cy="672300"/>
              </a:xfrm>
              <a:prstGeom prst="rect">
                <a:avLst/>
              </a:prstGeom>
              <a:blipFill rotWithShape="1">
                <a:blip r:embed="rId10">
                  <a:alphaModFix/>
                </a:blip>
                <a:stretch>
                  <a:fillRect b="-9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11" name="Google Shape;411;p50"/>
              <p:cNvSpPr txBox="1"/>
              <p:nvPr/>
            </p:nvSpPr>
            <p:spPr>
              <a:xfrm>
                <a:off x="2686677" y="922973"/>
                <a:ext cx="3278100" cy="581700"/>
              </a:xfrm>
              <a:prstGeom prst="rect">
                <a:avLst/>
              </a:prstGeom>
              <a:blipFill rotWithShape="1">
                <a:blip r:embed="rId11">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12" name="Google Shape;412;p50"/>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413" name="Google Shape;413;p50"/>
              <p:cNvSpPr txBox="1"/>
              <p:nvPr/>
            </p:nvSpPr>
            <p:spPr>
              <a:xfrm>
                <a:off x="544025" y="1619655"/>
                <a:ext cx="4603500" cy="555900"/>
              </a:xfrm>
              <a:prstGeom prst="rect">
                <a:avLst/>
              </a:prstGeom>
              <a:blipFill rotWithShape="1">
                <a:blip r:embed="rId1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14" name="Google Shape;414;p50"/>
              <p:cNvSpPr txBox="1"/>
              <p:nvPr/>
            </p:nvSpPr>
            <p:spPr>
              <a:xfrm>
                <a:off x="4660939" y="96021"/>
                <a:ext cx="2092200" cy="582600"/>
              </a:xfrm>
              <a:prstGeom prst="rect">
                <a:avLst/>
              </a:prstGeom>
              <a:blipFill rotWithShape="1">
                <a:blip r:embed="rId13">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15" name="Google Shape;415;p50"/>
              <p:cNvSpPr txBox="1"/>
              <p:nvPr/>
            </p:nvSpPr>
            <p:spPr>
              <a:xfrm>
                <a:off x="728737" y="2648251"/>
                <a:ext cx="2405100" cy="649800"/>
              </a:xfrm>
              <a:prstGeom prst="rect">
                <a:avLst/>
              </a:prstGeom>
              <a:blipFill rotWithShape="1">
                <a:blip r:embed="rId1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16" name="Google Shape;416;p50"/>
              <p:cNvSpPr txBox="1"/>
              <p:nvPr/>
            </p:nvSpPr>
            <p:spPr>
              <a:xfrm>
                <a:off x="3466060" y="2618069"/>
                <a:ext cx="2389800" cy="492300"/>
              </a:xfrm>
              <a:prstGeom prst="rect">
                <a:avLst/>
              </a:pr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17" name="Google Shape;417;p50"/>
              <p:cNvSpPr txBox="1"/>
              <p:nvPr/>
            </p:nvSpPr>
            <p:spPr>
              <a:xfrm>
                <a:off x="5638800" y="2191224"/>
                <a:ext cx="1665300" cy="462300"/>
              </a:xfrm>
              <a:prstGeom prst="rect">
                <a:avLst/>
              </a:prstGeom>
              <a:blipFill rotWithShape="1">
                <a:blip r:embed="rId16">
                  <a:alphaModFix/>
                </a:blip>
                <a:stretch>
                  <a:fillRect t="-122355" r="-18678"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grpSp>
          <p:nvGrpSpPr>
            <p:cNvPr id="418" name="Google Shape;418;p50"/>
            <p:cNvGrpSpPr/>
            <p:nvPr/>
          </p:nvGrpSpPr>
          <p:grpSpPr>
            <a:xfrm>
              <a:off x="193068" y="3380869"/>
              <a:ext cx="7295744" cy="3152604"/>
              <a:chOff x="8356" y="96021"/>
              <a:chExt cx="7295744" cy="3152604"/>
            </a:xfrm>
          </p:grpSpPr>
          <p:sp>
            <p:nvSpPr>
              <p:cNvPr id="419" name="Google Shape;419;p50"/>
              <p:cNvSpPr txBox="1"/>
              <p:nvPr/>
            </p:nvSpPr>
            <p:spPr>
              <a:xfrm>
                <a:off x="8356" y="250129"/>
                <a:ext cx="2723700" cy="756300"/>
              </a:xfrm>
              <a:prstGeom prst="rect">
                <a:avLst/>
              </a:prstGeom>
              <a:blipFill rotWithShape="1">
                <a:blip r:embed="rId17">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0" name="Google Shape;420;p50"/>
              <p:cNvSpPr txBox="1"/>
              <p:nvPr/>
            </p:nvSpPr>
            <p:spPr>
              <a:xfrm>
                <a:off x="2686677" y="922973"/>
                <a:ext cx="3278100" cy="581700"/>
              </a:xfrm>
              <a:prstGeom prst="rect">
                <a:avLst/>
              </a:prstGeom>
              <a:blipFill rotWithShape="1">
                <a:blip r:embed="rId18">
                  <a:alphaModFix/>
                </a:blip>
                <a:stretch>
                  <a:fillRect b="-103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1" name="Google Shape;421;p50"/>
              <p:cNvSpPr txBox="1"/>
              <p:nvPr/>
            </p:nvSpPr>
            <p:spPr>
              <a:xfrm>
                <a:off x="5638800" y="2775284"/>
                <a:ext cx="0" cy="21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100" b="0" i="0" u="none" strike="noStrike" cap="none">
                  <a:solidFill>
                    <a:schemeClr val="lt1"/>
                  </a:solidFill>
                  <a:latin typeface="Arial"/>
                  <a:ea typeface="Arial"/>
                  <a:cs typeface="Arial"/>
                  <a:sym typeface="Arial"/>
                </a:endParaRPr>
              </a:p>
            </p:txBody>
          </p:sp>
          <p:sp>
            <p:nvSpPr>
              <p:cNvPr id="422" name="Google Shape;422;p50"/>
              <p:cNvSpPr txBox="1"/>
              <p:nvPr/>
            </p:nvSpPr>
            <p:spPr>
              <a:xfrm>
                <a:off x="544025" y="1619655"/>
                <a:ext cx="4603500" cy="555900"/>
              </a:xfrm>
              <a:prstGeom prst="rect">
                <a:avLst/>
              </a:prstGeom>
              <a:blipFill rotWithShape="1">
                <a:blip r:embed="rId19">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3" name="Google Shape;423;p50"/>
              <p:cNvSpPr txBox="1"/>
              <p:nvPr/>
            </p:nvSpPr>
            <p:spPr>
              <a:xfrm>
                <a:off x="4660939" y="96021"/>
                <a:ext cx="2092200" cy="582600"/>
              </a:xfrm>
              <a:prstGeom prst="rect">
                <a:avLst/>
              </a:prstGeom>
              <a:blipFill rotWithShape="1">
                <a:blip r:embed="rId20">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4" name="Google Shape;424;p50"/>
              <p:cNvSpPr txBox="1"/>
              <p:nvPr/>
            </p:nvSpPr>
            <p:spPr>
              <a:xfrm>
                <a:off x="293126" y="2598825"/>
                <a:ext cx="2405100" cy="649800"/>
              </a:xfrm>
              <a:prstGeom prst="rect">
                <a:avLst/>
              </a:prstGeom>
              <a:blipFill rotWithShape="1">
                <a:blip r:embed="rId21">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5" name="Google Shape;425;p50"/>
              <p:cNvSpPr txBox="1"/>
              <p:nvPr/>
            </p:nvSpPr>
            <p:spPr>
              <a:xfrm>
                <a:off x="3466060" y="2618069"/>
                <a:ext cx="2389800" cy="492300"/>
              </a:xfrm>
              <a:prstGeom prst="rect">
                <a:avLst/>
              </a:pr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6" name="Google Shape;426;p50"/>
              <p:cNvSpPr txBox="1"/>
              <p:nvPr/>
            </p:nvSpPr>
            <p:spPr>
              <a:xfrm>
                <a:off x="5638800" y="2191224"/>
                <a:ext cx="1665300" cy="462300"/>
              </a:xfrm>
              <a:prstGeom prst="rect">
                <a:avLst/>
              </a:prstGeom>
              <a:blipFill rotWithShape="1">
                <a:blip r:embed="rId23">
                  <a:alphaModFix/>
                </a:blip>
                <a:stretch>
                  <a:fillRect t="-122355" r="-19049" b="-184181"/>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427" name="Google Shape;427;p50"/>
            <p:cNvSpPr txBox="1"/>
            <p:nvPr/>
          </p:nvSpPr>
          <p:spPr>
            <a:xfrm>
              <a:off x="7781614" y="4904503"/>
              <a:ext cx="2389800" cy="492300"/>
            </a:xfrm>
            <a:prstGeom prst="rect">
              <a:avLst/>
            </a:prstGeom>
            <a:blipFill rotWithShape="1">
              <a:blip r:embed="rId24">
                <a:alphaModFix/>
              </a:blip>
              <a:stretch>
                <a:fillRect/>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8" name="Google Shape;428;p50"/>
            <p:cNvSpPr txBox="1"/>
            <p:nvPr/>
          </p:nvSpPr>
          <p:spPr>
            <a:xfrm>
              <a:off x="8529490" y="6274933"/>
              <a:ext cx="3411900" cy="399300"/>
            </a:xfrm>
            <a:prstGeom prst="rect">
              <a:avLst/>
            </a:prstGeom>
            <a:blipFill rotWithShape="1">
              <a:blip r:embed="rId25">
                <a:alphaModFix/>
              </a:blip>
              <a:stretch>
                <a:fillRect l="-539" b="-13638"/>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29" name="Google Shape;429;p50"/>
            <p:cNvSpPr txBox="1"/>
            <p:nvPr/>
          </p:nvSpPr>
          <p:spPr>
            <a:xfrm>
              <a:off x="9875766" y="5520519"/>
              <a:ext cx="2092200" cy="582600"/>
            </a:xfrm>
            <a:prstGeom prst="rect">
              <a:avLst/>
            </a:prstGeom>
            <a:blipFill rotWithShape="1">
              <a:blip r:embed="rId26">
                <a:alphaModFix/>
              </a:blip>
              <a:stretch>
                <a:fillRect b="-104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sp>
          <p:nvSpPr>
            <p:cNvPr id="430" name="Google Shape;430;p50"/>
            <p:cNvSpPr txBox="1"/>
            <p:nvPr/>
          </p:nvSpPr>
          <p:spPr>
            <a:xfrm>
              <a:off x="6656143" y="6236041"/>
              <a:ext cx="1497300" cy="370500"/>
            </a:xfrm>
            <a:prstGeom prst="rect">
              <a:avLst/>
            </a:prstGeom>
            <a:blipFill rotWithShape="1">
              <a:blip r:embed="rId27">
                <a:alphaModFix/>
              </a:blip>
              <a:stretch>
                <a:fillRect l="-809" r="-409" b="-13109"/>
              </a:stretch>
            </a:bli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1100" b="0" i="0" u="none" strike="noStrike" cap="none">
                  <a:latin typeface="Arial"/>
                  <a:ea typeface="Arial"/>
                  <a:cs typeface="Arial"/>
                  <a:sym typeface="Arial"/>
                </a:rPr>
                <a:t> </a:t>
              </a:r>
              <a:endParaRPr sz="1100"/>
            </a:p>
          </p:txBody>
        </p:sp>
      </p:grpSp>
      <p:sp>
        <p:nvSpPr>
          <p:cNvPr id="431" name="Google Shape;431;p50"/>
          <p:cNvSpPr/>
          <p:nvPr/>
        </p:nvSpPr>
        <p:spPr>
          <a:xfrm>
            <a:off x="1575841" y="569158"/>
            <a:ext cx="5992500" cy="4005300"/>
          </a:xfrm>
          <a:prstGeom prst="rect">
            <a:avLst/>
          </a:prstGeom>
          <a:solidFill>
            <a:srgbClr val="592F28"/>
          </a:solidFill>
          <a:ln>
            <a:noFill/>
          </a:ln>
          <a:effectLst>
            <a:outerShdw blurRad="50800" dist="38100" dir="5400000" algn="t" rotWithShape="0">
              <a:srgbClr val="000000">
                <a:alpha val="4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432" name="Google Shape;432;p50"/>
          <p:cNvSpPr txBox="1">
            <a:spLocks noGrp="1"/>
          </p:cNvSpPr>
          <p:nvPr>
            <p:ph type="title"/>
          </p:nvPr>
        </p:nvSpPr>
        <p:spPr>
          <a:xfrm>
            <a:off x="1910588" y="725351"/>
            <a:ext cx="5322900" cy="568800"/>
          </a:xfrm>
          <a:prstGeom prst="rect">
            <a:avLst/>
          </a:prstGeom>
          <a:noFill/>
          <a:ln>
            <a:noFill/>
          </a:ln>
        </p:spPr>
        <p:txBody>
          <a:bodyPr spcFirstLastPara="1" wrap="square" lIns="68575" tIns="68575" rIns="68575" bIns="68575" anchor="b" anchorCtr="0">
            <a:noAutofit/>
          </a:bodyPr>
          <a:lstStyle>
            <a:lvl1pPr lvl="0" algn="l" rtl="0">
              <a:lnSpc>
                <a:spcPct val="90000"/>
              </a:lnSpc>
              <a:spcBef>
                <a:spcPts val="0"/>
              </a:spcBef>
              <a:spcAft>
                <a:spcPts val="0"/>
              </a:spcAft>
              <a:buClr>
                <a:schemeClr val="lt1"/>
              </a:buClr>
              <a:buSzPts val="3300"/>
              <a:buFont typeface="Arial"/>
              <a:buNone/>
              <a:defRPr>
                <a:solidFill>
                  <a:schemeClr val="lt1"/>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433" name="Google Shape;433;p50"/>
          <p:cNvSpPr txBox="1">
            <a:spLocks noGrp="1"/>
          </p:cNvSpPr>
          <p:nvPr>
            <p:ph type="body" idx="1"/>
          </p:nvPr>
        </p:nvSpPr>
        <p:spPr>
          <a:xfrm>
            <a:off x="1910600" y="1489302"/>
            <a:ext cx="1655400" cy="2906100"/>
          </a:xfrm>
          <a:prstGeom prst="rect">
            <a:avLst/>
          </a:prstGeom>
          <a:noFill/>
          <a:ln>
            <a:noFill/>
          </a:ln>
        </p:spPr>
        <p:txBody>
          <a:bodyPr spcFirstLastPara="1" wrap="square" lIns="68575" tIns="68575" rIns="68575" bIns="68575" anchor="t" anchorCtr="0">
            <a:noAutofit/>
          </a:bodyPr>
          <a:lstStyle>
            <a:lvl1pPr marL="457200" lvl="0" indent="-228600" algn="l" rtl="0">
              <a:lnSpc>
                <a:spcPct val="90000"/>
              </a:lnSpc>
              <a:spcBef>
                <a:spcPts val="0"/>
              </a:spcBef>
              <a:spcAft>
                <a:spcPts val="0"/>
              </a:spcAft>
              <a:buClr>
                <a:schemeClr val="lt1"/>
              </a:buClr>
              <a:buSzPts val="1200"/>
              <a:buNone/>
              <a:defRPr sz="1200">
                <a:solidFill>
                  <a:schemeClr val="lt1"/>
                </a:solidFill>
              </a:defRPr>
            </a:lvl1pPr>
            <a:lvl2pPr marL="914400" lvl="1" indent="-330200" algn="l" rtl="0">
              <a:lnSpc>
                <a:spcPct val="90000"/>
              </a:lnSpc>
              <a:spcBef>
                <a:spcPts val="0"/>
              </a:spcBef>
              <a:spcAft>
                <a:spcPts val="0"/>
              </a:spcAft>
              <a:buClr>
                <a:schemeClr val="dk1"/>
              </a:buClr>
              <a:buSzPts val="1600"/>
              <a:buChar char="•"/>
              <a:defRPr sz="1600"/>
            </a:lvl2pPr>
            <a:lvl3pPr marL="1371600" lvl="2" indent="-330200" algn="l" rtl="0">
              <a:lnSpc>
                <a:spcPct val="90000"/>
              </a:lnSpc>
              <a:spcBef>
                <a:spcPts val="0"/>
              </a:spcBef>
              <a:spcAft>
                <a:spcPts val="0"/>
              </a:spcAft>
              <a:buClr>
                <a:schemeClr val="dk1"/>
              </a:buClr>
              <a:buSzPts val="1600"/>
              <a:buChar char="•"/>
              <a:defRPr sz="1600"/>
            </a:lvl3pPr>
            <a:lvl4pPr marL="1828800" lvl="3" indent="-330200" algn="l" rtl="0">
              <a:lnSpc>
                <a:spcPct val="90000"/>
              </a:lnSpc>
              <a:spcBef>
                <a:spcPts val="0"/>
              </a:spcBef>
              <a:spcAft>
                <a:spcPts val="0"/>
              </a:spcAft>
              <a:buClr>
                <a:schemeClr val="dk1"/>
              </a:buClr>
              <a:buSzPts val="1600"/>
              <a:buChar char="•"/>
              <a:defRPr sz="1600"/>
            </a:lvl4pPr>
            <a:lvl5pPr marL="2286000" lvl="4" indent="-330200" algn="l" rtl="0">
              <a:lnSpc>
                <a:spcPct val="90000"/>
              </a:lnSpc>
              <a:spcBef>
                <a:spcPts val="0"/>
              </a:spcBef>
              <a:spcAft>
                <a:spcPts val="0"/>
              </a:spcAft>
              <a:buClr>
                <a:schemeClr val="dk1"/>
              </a:buClr>
              <a:buSzPts val="1600"/>
              <a:buChar char="•"/>
              <a:defRPr sz="1600"/>
            </a:lvl5pPr>
            <a:lvl6pPr marL="2743200" lvl="5" indent="-330200" algn="l" rtl="0">
              <a:lnSpc>
                <a:spcPct val="90000"/>
              </a:lnSpc>
              <a:spcBef>
                <a:spcPts val="0"/>
              </a:spcBef>
              <a:spcAft>
                <a:spcPts val="0"/>
              </a:spcAft>
              <a:buClr>
                <a:schemeClr val="dk1"/>
              </a:buClr>
              <a:buSzPts val="1600"/>
              <a:buChar char="•"/>
              <a:defRPr sz="1600"/>
            </a:lvl6pPr>
            <a:lvl7pPr marL="3200400" lvl="6" indent="-330200" algn="l" rtl="0">
              <a:lnSpc>
                <a:spcPct val="90000"/>
              </a:lnSpc>
              <a:spcBef>
                <a:spcPts val="0"/>
              </a:spcBef>
              <a:spcAft>
                <a:spcPts val="0"/>
              </a:spcAft>
              <a:buClr>
                <a:schemeClr val="dk1"/>
              </a:buClr>
              <a:buSzPts val="1600"/>
              <a:buChar char="•"/>
              <a:defRPr sz="1600"/>
            </a:lvl7pPr>
            <a:lvl8pPr marL="3657600" lvl="7" indent="-330200" algn="l" rtl="0">
              <a:lnSpc>
                <a:spcPct val="90000"/>
              </a:lnSpc>
              <a:spcBef>
                <a:spcPts val="0"/>
              </a:spcBef>
              <a:spcAft>
                <a:spcPts val="0"/>
              </a:spcAft>
              <a:buClr>
                <a:schemeClr val="dk1"/>
              </a:buClr>
              <a:buSzPts val="1600"/>
              <a:buChar char="•"/>
              <a:defRPr sz="1600"/>
            </a:lvl8pPr>
            <a:lvl9pPr marL="4114800" lvl="8" indent="-330200" algn="l" rtl="0">
              <a:lnSpc>
                <a:spcPct val="90000"/>
              </a:lnSpc>
              <a:spcBef>
                <a:spcPts val="0"/>
              </a:spcBef>
              <a:spcAft>
                <a:spcPts val="0"/>
              </a:spcAft>
              <a:buClr>
                <a:schemeClr val="dk1"/>
              </a:buClr>
              <a:buSzPts val="1600"/>
              <a:buChar char="•"/>
              <a:defRPr sz="1600"/>
            </a:lvl9pPr>
          </a:lstStyle>
          <a:p>
            <a:endParaRPr/>
          </a:p>
        </p:txBody>
      </p:sp>
      <p:sp>
        <p:nvSpPr>
          <p:cNvPr id="434" name="Google Shape;434;p50"/>
          <p:cNvSpPr txBox="1">
            <a:spLocks noGrp="1"/>
          </p:cNvSpPr>
          <p:nvPr>
            <p:ph type="body" idx="2"/>
          </p:nvPr>
        </p:nvSpPr>
        <p:spPr>
          <a:xfrm>
            <a:off x="3744386" y="1489302"/>
            <a:ext cx="1655400" cy="2906100"/>
          </a:xfrm>
          <a:prstGeom prst="rect">
            <a:avLst/>
          </a:prstGeom>
          <a:noFill/>
          <a:ln>
            <a:noFill/>
          </a:ln>
        </p:spPr>
        <p:txBody>
          <a:bodyPr spcFirstLastPara="1" wrap="square" lIns="68575" tIns="68575" rIns="68575" bIns="68575" anchor="t" anchorCtr="0">
            <a:noAutofit/>
          </a:bodyPr>
          <a:lstStyle>
            <a:lvl1pPr marL="457200" lvl="0" indent="-228600" algn="l" rtl="0">
              <a:lnSpc>
                <a:spcPct val="90000"/>
              </a:lnSpc>
              <a:spcBef>
                <a:spcPts val="0"/>
              </a:spcBef>
              <a:spcAft>
                <a:spcPts val="0"/>
              </a:spcAft>
              <a:buClr>
                <a:schemeClr val="lt1"/>
              </a:buClr>
              <a:buSzPts val="1200"/>
              <a:buNone/>
              <a:defRPr sz="1200">
                <a:solidFill>
                  <a:schemeClr val="lt1"/>
                </a:solidFill>
              </a:defRPr>
            </a:lvl1pPr>
            <a:lvl2pPr marL="914400" lvl="1" indent="-330200" algn="l" rtl="0">
              <a:lnSpc>
                <a:spcPct val="90000"/>
              </a:lnSpc>
              <a:spcBef>
                <a:spcPts val="0"/>
              </a:spcBef>
              <a:spcAft>
                <a:spcPts val="0"/>
              </a:spcAft>
              <a:buClr>
                <a:schemeClr val="dk1"/>
              </a:buClr>
              <a:buSzPts val="1600"/>
              <a:buChar char="•"/>
              <a:defRPr sz="1600"/>
            </a:lvl2pPr>
            <a:lvl3pPr marL="1371600" lvl="2" indent="-330200" algn="l" rtl="0">
              <a:lnSpc>
                <a:spcPct val="90000"/>
              </a:lnSpc>
              <a:spcBef>
                <a:spcPts val="0"/>
              </a:spcBef>
              <a:spcAft>
                <a:spcPts val="0"/>
              </a:spcAft>
              <a:buClr>
                <a:schemeClr val="dk1"/>
              </a:buClr>
              <a:buSzPts val="1600"/>
              <a:buChar char="•"/>
              <a:defRPr sz="1600"/>
            </a:lvl3pPr>
            <a:lvl4pPr marL="1828800" lvl="3" indent="-330200" algn="l" rtl="0">
              <a:lnSpc>
                <a:spcPct val="90000"/>
              </a:lnSpc>
              <a:spcBef>
                <a:spcPts val="0"/>
              </a:spcBef>
              <a:spcAft>
                <a:spcPts val="0"/>
              </a:spcAft>
              <a:buClr>
                <a:schemeClr val="dk1"/>
              </a:buClr>
              <a:buSzPts val="1600"/>
              <a:buChar char="•"/>
              <a:defRPr sz="1600"/>
            </a:lvl4pPr>
            <a:lvl5pPr marL="2286000" lvl="4" indent="-330200" algn="l" rtl="0">
              <a:lnSpc>
                <a:spcPct val="90000"/>
              </a:lnSpc>
              <a:spcBef>
                <a:spcPts val="0"/>
              </a:spcBef>
              <a:spcAft>
                <a:spcPts val="0"/>
              </a:spcAft>
              <a:buClr>
                <a:schemeClr val="dk1"/>
              </a:buClr>
              <a:buSzPts val="1600"/>
              <a:buChar char="•"/>
              <a:defRPr sz="1600"/>
            </a:lvl5pPr>
            <a:lvl6pPr marL="2743200" lvl="5" indent="-330200" algn="l" rtl="0">
              <a:lnSpc>
                <a:spcPct val="90000"/>
              </a:lnSpc>
              <a:spcBef>
                <a:spcPts val="0"/>
              </a:spcBef>
              <a:spcAft>
                <a:spcPts val="0"/>
              </a:spcAft>
              <a:buClr>
                <a:schemeClr val="dk1"/>
              </a:buClr>
              <a:buSzPts val="1600"/>
              <a:buChar char="•"/>
              <a:defRPr sz="1600"/>
            </a:lvl6pPr>
            <a:lvl7pPr marL="3200400" lvl="6" indent="-330200" algn="l" rtl="0">
              <a:lnSpc>
                <a:spcPct val="90000"/>
              </a:lnSpc>
              <a:spcBef>
                <a:spcPts val="0"/>
              </a:spcBef>
              <a:spcAft>
                <a:spcPts val="0"/>
              </a:spcAft>
              <a:buClr>
                <a:schemeClr val="dk1"/>
              </a:buClr>
              <a:buSzPts val="1600"/>
              <a:buChar char="•"/>
              <a:defRPr sz="1600"/>
            </a:lvl7pPr>
            <a:lvl8pPr marL="3657600" lvl="7" indent="-330200" algn="l" rtl="0">
              <a:lnSpc>
                <a:spcPct val="90000"/>
              </a:lnSpc>
              <a:spcBef>
                <a:spcPts val="0"/>
              </a:spcBef>
              <a:spcAft>
                <a:spcPts val="0"/>
              </a:spcAft>
              <a:buClr>
                <a:schemeClr val="dk1"/>
              </a:buClr>
              <a:buSzPts val="1600"/>
              <a:buChar char="•"/>
              <a:defRPr sz="1600"/>
            </a:lvl8pPr>
            <a:lvl9pPr marL="4114800" lvl="8" indent="-330200" algn="l" rtl="0">
              <a:lnSpc>
                <a:spcPct val="90000"/>
              </a:lnSpc>
              <a:spcBef>
                <a:spcPts val="0"/>
              </a:spcBef>
              <a:spcAft>
                <a:spcPts val="0"/>
              </a:spcAft>
              <a:buClr>
                <a:schemeClr val="dk1"/>
              </a:buClr>
              <a:buSzPts val="1600"/>
              <a:buChar char="•"/>
              <a:defRPr sz="1600"/>
            </a:lvl9pPr>
          </a:lstStyle>
          <a:p>
            <a:endParaRPr/>
          </a:p>
        </p:txBody>
      </p:sp>
      <p:sp>
        <p:nvSpPr>
          <p:cNvPr id="435" name="Google Shape;435;p50"/>
          <p:cNvSpPr txBox="1">
            <a:spLocks noGrp="1"/>
          </p:cNvSpPr>
          <p:nvPr>
            <p:ph type="body" idx="3"/>
          </p:nvPr>
        </p:nvSpPr>
        <p:spPr>
          <a:xfrm>
            <a:off x="5578171" y="1489302"/>
            <a:ext cx="1655400" cy="2906100"/>
          </a:xfrm>
          <a:prstGeom prst="rect">
            <a:avLst/>
          </a:prstGeom>
          <a:noFill/>
          <a:ln>
            <a:noFill/>
          </a:ln>
        </p:spPr>
        <p:txBody>
          <a:bodyPr spcFirstLastPara="1" wrap="square" lIns="68575" tIns="68575" rIns="68575" bIns="68575" anchor="t" anchorCtr="0">
            <a:noAutofit/>
          </a:bodyPr>
          <a:lstStyle>
            <a:lvl1pPr marL="457200" lvl="0" indent="-228600" algn="l" rtl="0">
              <a:lnSpc>
                <a:spcPct val="90000"/>
              </a:lnSpc>
              <a:spcBef>
                <a:spcPts val="0"/>
              </a:spcBef>
              <a:spcAft>
                <a:spcPts val="0"/>
              </a:spcAft>
              <a:buClr>
                <a:schemeClr val="lt1"/>
              </a:buClr>
              <a:buSzPts val="1200"/>
              <a:buNone/>
              <a:defRPr sz="1200">
                <a:solidFill>
                  <a:schemeClr val="lt1"/>
                </a:solidFill>
              </a:defRPr>
            </a:lvl1pPr>
            <a:lvl2pPr marL="914400" lvl="1" indent="-330200" algn="l" rtl="0">
              <a:lnSpc>
                <a:spcPct val="90000"/>
              </a:lnSpc>
              <a:spcBef>
                <a:spcPts val="0"/>
              </a:spcBef>
              <a:spcAft>
                <a:spcPts val="0"/>
              </a:spcAft>
              <a:buClr>
                <a:schemeClr val="dk1"/>
              </a:buClr>
              <a:buSzPts val="1600"/>
              <a:buChar char="•"/>
              <a:defRPr sz="1600"/>
            </a:lvl2pPr>
            <a:lvl3pPr marL="1371600" lvl="2" indent="-330200" algn="l" rtl="0">
              <a:lnSpc>
                <a:spcPct val="90000"/>
              </a:lnSpc>
              <a:spcBef>
                <a:spcPts val="0"/>
              </a:spcBef>
              <a:spcAft>
                <a:spcPts val="0"/>
              </a:spcAft>
              <a:buClr>
                <a:schemeClr val="dk1"/>
              </a:buClr>
              <a:buSzPts val="1600"/>
              <a:buChar char="•"/>
              <a:defRPr sz="1600"/>
            </a:lvl3pPr>
            <a:lvl4pPr marL="1828800" lvl="3" indent="-330200" algn="l" rtl="0">
              <a:lnSpc>
                <a:spcPct val="90000"/>
              </a:lnSpc>
              <a:spcBef>
                <a:spcPts val="0"/>
              </a:spcBef>
              <a:spcAft>
                <a:spcPts val="0"/>
              </a:spcAft>
              <a:buClr>
                <a:schemeClr val="dk1"/>
              </a:buClr>
              <a:buSzPts val="1600"/>
              <a:buChar char="•"/>
              <a:defRPr sz="1600"/>
            </a:lvl4pPr>
            <a:lvl5pPr marL="2286000" lvl="4" indent="-330200" algn="l" rtl="0">
              <a:lnSpc>
                <a:spcPct val="90000"/>
              </a:lnSpc>
              <a:spcBef>
                <a:spcPts val="0"/>
              </a:spcBef>
              <a:spcAft>
                <a:spcPts val="0"/>
              </a:spcAft>
              <a:buClr>
                <a:schemeClr val="dk1"/>
              </a:buClr>
              <a:buSzPts val="1600"/>
              <a:buChar char="•"/>
              <a:defRPr sz="1600"/>
            </a:lvl5pPr>
            <a:lvl6pPr marL="2743200" lvl="5" indent="-330200" algn="l" rtl="0">
              <a:lnSpc>
                <a:spcPct val="90000"/>
              </a:lnSpc>
              <a:spcBef>
                <a:spcPts val="0"/>
              </a:spcBef>
              <a:spcAft>
                <a:spcPts val="0"/>
              </a:spcAft>
              <a:buClr>
                <a:schemeClr val="dk1"/>
              </a:buClr>
              <a:buSzPts val="1600"/>
              <a:buChar char="•"/>
              <a:defRPr sz="1600"/>
            </a:lvl6pPr>
            <a:lvl7pPr marL="3200400" lvl="6" indent="-330200" algn="l" rtl="0">
              <a:lnSpc>
                <a:spcPct val="90000"/>
              </a:lnSpc>
              <a:spcBef>
                <a:spcPts val="0"/>
              </a:spcBef>
              <a:spcAft>
                <a:spcPts val="0"/>
              </a:spcAft>
              <a:buClr>
                <a:schemeClr val="dk1"/>
              </a:buClr>
              <a:buSzPts val="1600"/>
              <a:buChar char="•"/>
              <a:defRPr sz="1600"/>
            </a:lvl7pPr>
            <a:lvl8pPr marL="3657600" lvl="7" indent="-330200" algn="l" rtl="0">
              <a:lnSpc>
                <a:spcPct val="90000"/>
              </a:lnSpc>
              <a:spcBef>
                <a:spcPts val="0"/>
              </a:spcBef>
              <a:spcAft>
                <a:spcPts val="0"/>
              </a:spcAft>
              <a:buClr>
                <a:schemeClr val="dk1"/>
              </a:buClr>
              <a:buSzPts val="1600"/>
              <a:buChar char="•"/>
              <a:defRPr sz="1600"/>
            </a:lvl8pPr>
            <a:lvl9pPr marL="4114800" lvl="8" indent="-330200" algn="l" rtl="0">
              <a:lnSpc>
                <a:spcPct val="90000"/>
              </a:lnSpc>
              <a:spcBef>
                <a:spcPts val="0"/>
              </a:spcBef>
              <a:spcAft>
                <a:spcPts val="0"/>
              </a:spcAft>
              <a:buClr>
                <a:schemeClr val="dk1"/>
              </a:buClr>
              <a:buSzPts val="1600"/>
              <a:buChar char="•"/>
              <a:defRPr sz="1600"/>
            </a:lvl9pPr>
          </a:lstStyle>
          <a:p>
            <a:endParaRPr/>
          </a:p>
        </p:txBody>
      </p:sp>
      <p:pic>
        <p:nvPicPr>
          <p:cNvPr id="436" name="Google Shape;436;p50"/>
          <p:cNvPicPr preferRelativeResize="0"/>
          <p:nvPr/>
        </p:nvPicPr>
        <p:blipFill rotWithShape="1">
          <a:blip r:embed="rId28">
            <a:alphaModFix/>
          </a:blip>
          <a:srcRect/>
          <a:stretch/>
        </p:blipFill>
        <p:spPr>
          <a:xfrm rot="-1800008">
            <a:off x="1180999" y="85602"/>
            <a:ext cx="607364" cy="881781"/>
          </a:xfrm>
          <a:prstGeom prst="rect">
            <a:avLst/>
          </a:prstGeom>
          <a:noFill/>
          <a:ln>
            <a:noFill/>
          </a:ln>
          <a:effectLst>
            <a:outerShdw blurRad="50800" dist="38100" algn="l" rotWithShape="0">
              <a:srgbClr val="000000">
                <a:alpha val="40000"/>
              </a:srgbClr>
            </a:outerShdw>
          </a:effectLst>
        </p:spPr>
      </p:pic>
      <p:pic>
        <p:nvPicPr>
          <p:cNvPr id="437" name="Google Shape;437;p50"/>
          <p:cNvPicPr preferRelativeResize="0"/>
          <p:nvPr/>
        </p:nvPicPr>
        <p:blipFill rotWithShape="1">
          <a:blip r:embed="rId29">
            <a:alphaModFix/>
          </a:blip>
          <a:srcRect/>
          <a:stretch/>
        </p:blipFill>
        <p:spPr>
          <a:xfrm rot="2090240">
            <a:off x="7284198" y="339060"/>
            <a:ext cx="699505" cy="975353"/>
          </a:xfrm>
          <a:prstGeom prst="rect">
            <a:avLst/>
          </a:prstGeom>
          <a:noFill/>
          <a:ln>
            <a:noFill/>
          </a:ln>
          <a:effectLst>
            <a:outerShdw blurRad="50800" dist="38100" dir="18900000" algn="bl" rotWithShape="0">
              <a:srgbClr val="000000">
                <a:alpha val="40000"/>
              </a:srgbClr>
            </a:outerShdw>
          </a:effectLst>
        </p:spPr>
      </p:pic>
      <p:pic>
        <p:nvPicPr>
          <p:cNvPr id="438" name="Google Shape;438;p50"/>
          <p:cNvPicPr preferRelativeResize="0"/>
          <p:nvPr/>
        </p:nvPicPr>
        <p:blipFill rotWithShape="1">
          <a:blip r:embed="rId29">
            <a:alphaModFix/>
          </a:blip>
          <a:srcRect/>
          <a:stretch/>
        </p:blipFill>
        <p:spPr>
          <a:xfrm rot="-1883824" flipH="1">
            <a:off x="1214749" y="3874226"/>
            <a:ext cx="706282" cy="984801"/>
          </a:xfrm>
          <a:prstGeom prst="rect">
            <a:avLst/>
          </a:prstGeom>
          <a:noFill/>
          <a:ln>
            <a:noFill/>
          </a:ln>
          <a:effectLst>
            <a:outerShdw blurRad="50800" dist="38100" dir="18900000" algn="bl" rotWithShape="0">
              <a:srgbClr val="000000">
                <a:alpha val="40000"/>
              </a:srgbClr>
            </a:outerShdw>
          </a:effectLst>
        </p:spPr>
      </p:pic>
      <p:pic>
        <p:nvPicPr>
          <p:cNvPr id="439" name="Google Shape;439;p50"/>
          <p:cNvPicPr preferRelativeResize="0"/>
          <p:nvPr/>
        </p:nvPicPr>
        <p:blipFill rotWithShape="1">
          <a:blip r:embed="rId28">
            <a:alphaModFix/>
          </a:blip>
          <a:srcRect/>
          <a:stretch/>
        </p:blipFill>
        <p:spPr>
          <a:xfrm rot="899998">
            <a:off x="7391301" y="3909909"/>
            <a:ext cx="607364" cy="881783"/>
          </a:xfrm>
          <a:prstGeom prst="rect">
            <a:avLst/>
          </a:prstGeom>
          <a:noFill/>
          <a:ln>
            <a:noFill/>
          </a:ln>
          <a:effectLst>
            <a:outerShdw blurRad="50800" dist="38100" algn="l" rotWithShape="0">
              <a:srgbClr val="000000">
                <a:alpha val="40000"/>
              </a:srgbClr>
            </a:outerShdw>
          </a:effectLst>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0"/>
        <p:cNvGrpSpPr/>
        <p:nvPr/>
      </p:nvGrpSpPr>
      <p:grpSpPr>
        <a:xfrm>
          <a:off x="0" y="0"/>
          <a:ext cx="0" cy="0"/>
          <a:chOff x="0" y="0"/>
          <a:chExt cx="0" cy="0"/>
        </a:xfrm>
      </p:grpSpPr>
      <p:sp>
        <p:nvSpPr>
          <p:cNvPr id="441" name="Google Shape;441;p51"/>
          <p:cNvSpPr/>
          <p:nvPr/>
        </p:nvSpPr>
        <p:spPr>
          <a:xfrm>
            <a:off x="0" y="0"/>
            <a:ext cx="9144000" cy="2058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442" name="Google Shape;442;p51"/>
          <p:cNvSpPr/>
          <p:nvPr/>
        </p:nvSpPr>
        <p:spPr>
          <a:xfrm>
            <a:off x="0" y="4618142"/>
            <a:ext cx="9144000" cy="549000"/>
          </a:xfrm>
          <a:prstGeom prst="rect">
            <a:avLst/>
          </a:prstGeom>
          <a:solidFill>
            <a:srgbClr val="592F2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Roboto"/>
              <a:ea typeface="Roboto"/>
              <a:cs typeface="Roboto"/>
              <a:sym typeface="Roboto"/>
            </a:endParaRPr>
          </a:p>
        </p:txBody>
      </p:sp>
      <p:sp>
        <p:nvSpPr>
          <p:cNvPr id="443" name="Google Shape;443;p51"/>
          <p:cNvSpPr txBox="1">
            <a:spLocks noGrp="1"/>
          </p:cNvSpPr>
          <p:nvPr>
            <p:ph type="title"/>
          </p:nvPr>
        </p:nvSpPr>
        <p:spPr>
          <a:xfrm>
            <a:off x="1778219" y="612239"/>
            <a:ext cx="5587800" cy="549000"/>
          </a:xfrm>
          <a:prstGeom prst="rect">
            <a:avLst/>
          </a:prstGeom>
          <a:noFill/>
          <a:ln>
            <a:noFill/>
          </a:ln>
        </p:spPr>
        <p:txBody>
          <a:bodyPr spcFirstLastPara="1" wrap="square" lIns="68575" tIns="68575" rIns="68575" bIns="68575" anchor="b" anchorCtr="0">
            <a:noAutofit/>
          </a:bodyPr>
          <a:lstStyle>
            <a:lvl1pPr lvl="0" algn="ctr" rtl="0">
              <a:lnSpc>
                <a:spcPct val="90000"/>
              </a:lnSpc>
              <a:spcBef>
                <a:spcPts val="0"/>
              </a:spcBef>
              <a:spcAft>
                <a:spcPts val="0"/>
              </a:spcAft>
              <a:buClr>
                <a:schemeClr val="dk1"/>
              </a:buClr>
              <a:buSzPts val="2700"/>
              <a:buFont typeface="Raleway"/>
              <a:buNone/>
              <a:defRPr sz="2700"/>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lank big">
  <p:cSld name="Blank big">
    <p:spTree>
      <p:nvGrpSpPr>
        <p:cNvPr id="1" name="Shape 444"/>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47"/>
        <p:cNvGrpSpPr/>
        <p:nvPr/>
      </p:nvGrpSpPr>
      <p:grpSpPr>
        <a:xfrm>
          <a:off x="0" y="0"/>
          <a:ext cx="0" cy="0"/>
          <a:chOff x="0" y="0"/>
          <a:chExt cx="0" cy="0"/>
        </a:xfrm>
      </p:grpSpPr>
      <p:pic>
        <p:nvPicPr>
          <p:cNvPr id="448" name="Google Shape;448;p54"/>
          <p:cNvPicPr preferRelativeResize="0"/>
          <p:nvPr/>
        </p:nvPicPr>
        <p:blipFill>
          <a:blip r:embed="rId2">
            <a:alphaModFix/>
          </a:blip>
          <a:stretch>
            <a:fillRect/>
          </a:stretch>
        </p:blipFill>
        <p:spPr>
          <a:xfrm>
            <a:off x="0" y="0"/>
            <a:ext cx="9144001" cy="5143500"/>
          </a:xfrm>
          <a:prstGeom prst="rect">
            <a:avLst/>
          </a:prstGeom>
          <a:noFill/>
          <a:ln>
            <a:noFill/>
          </a:ln>
        </p:spPr>
      </p:pic>
      <p:pic>
        <p:nvPicPr>
          <p:cNvPr id="449" name="Google Shape;449;p54"/>
          <p:cNvPicPr preferRelativeResize="0"/>
          <p:nvPr/>
        </p:nvPicPr>
        <p:blipFill rotWithShape="1">
          <a:blip r:embed="rId3">
            <a:alphaModFix amt="78000"/>
          </a:blip>
          <a:srcRect t="24021" b="21396"/>
          <a:stretch/>
        </p:blipFill>
        <p:spPr>
          <a:xfrm>
            <a:off x="7972355" y="4759781"/>
            <a:ext cx="1171643" cy="38372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946">
          <p15:clr>
            <a:srgbClr val="FA7B17"/>
          </p15:clr>
        </p15:guide>
        <p15:guide id="2" pos="5472">
          <p15:clr>
            <a:srgbClr val="FA7B17"/>
          </p15:clr>
        </p15:guide>
        <p15:guide id="3" orient="horz" pos="294">
          <p15:clr>
            <a:srgbClr val="FA7B17"/>
          </p15:clr>
        </p15:guide>
        <p15:guide id="4" pos="288">
          <p15:clr>
            <a:srgbClr val="FA7B17"/>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0"/>
        <p:cNvGrpSpPr/>
        <p:nvPr/>
      </p:nvGrpSpPr>
      <p:grpSpPr>
        <a:xfrm>
          <a:off x="0" y="0"/>
          <a:ext cx="0" cy="0"/>
          <a:chOff x="0" y="0"/>
          <a:chExt cx="0" cy="0"/>
        </a:xfrm>
      </p:grpSpPr>
      <p:sp>
        <p:nvSpPr>
          <p:cNvPr id="451" name="Google Shape;451;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452" name="Google Shape;452;p5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453" name="Google Shape;453;p55"/>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4"/>
        <p:cNvGrpSpPr/>
        <p:nvPr/>
      </p:nvGrpSpPr>
      <p:grpSpPr>
        <a:xfrm>
          <a:off x="0" y="0"/>
          <a:ext cx="0" cy="0"/>
          <a:chOff x="0" y="0"/>
          <a:chExt cx="0" cy="0"/>
        </a:xfrm>
      </p:grpSpPr>
      <p:sp>
        <p:nvSpPr>
          <p:cNvPr id="455" name="Google Shape;455;p5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456" name="Google Shape;456;p56"/>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57"/>
        <p:cNvGrpSpPr/>
        <p:nvPr/>
      </p:nvGrpSpPr>
      <p:grpSpPr>
        <a:xfrm>
          <a:off x="0" y="0"/>
          <a:ext cx="0" cy="0"/>
          <a:chOff x="0" y="0"/>
          <a:chExt cx="0" cy="0"/>
        </a:xfrm>
      </p:grpSpPr>
      <p:sp>
        <p:nvSpPr>
          <p:cNvPr id="458" name="Google Shape;458;p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459" name="Google Shape;459;p5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460" name="Google Shape;460;p5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461" name="Google Shape;461;p57"/>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2"/>
        <p:cNvGrpSpPr/>
        <p:nvPr/>
      </p:nvGrpSpPr>
      <p:grpSpPr>
        <a:xfrm>
          <a:off x="0" y="0"/>
          <a:ext cx="0" cy="0"/>
          <a:chOff x="0" y="0"/>
          <a:chExt cx="0" cy="0"/>
        </a:xfrm>
      </p:grpSpPr>
      <p:sp>
        <p:nvSpPr>
          <p:cNvPr id="463" name="Google Shape;463;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464" name="Google Shape;464;p58"/>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5"/>
        <p:cNvGrpSpPr/>
        <p:nvPr/>
      </p:nvGrpSpPr>
      <p:grpSpPr>
        <a:xfrm>
          <a:off x="0" y="0"/>
          <a:ext cx="0" cy="0"/>
          <a:chOff x="0" y="0"/>
          <a:chExt cx="0" cy="0"/>
        </a:xfrm>
      </p:grpSpPr>
      <p:sp>
        <p:nvSpPr>
          <p:cNvPr id="466" name="Google Shape;466;p5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2400"/>
              <a:buNone/>
              <a:defRPr sz="2400"/>
            </a:lvl1pPr>
            <a:lvl2pPr lvl="1" algn="l" rtl="0">
              <a:lnSpc>
                <a:spcPct val="100000"/>
              </a:lnSpc>
              <a:spcBef>
                <a:spcPts val="0"/>
              </a:spcBef>
              <a:spcAft>
                <a:spcPts val="0"/>
              </a:spcAft>
              <a:buSzPts val="2400"/>
              <a:buNone/>
              <a:defRPr sz="2400"/>
            </a:lvl2pPr>
            <a:lvl3pPr lvl="2" algn="l" rtl="0">
              <a:lnSpc>
                <a:spcPct val="100000"/>
              </a:lnSpc>
              <a:spcBef>
                <a:spcPts val="0"/>
              </a:spcBef>
              <a:spcAft>
                <a:spcPts val="0"/>
              </a:spcAft>
              <a:buSzPts val="2400"/>
              <a:buNone/>
              <a:defRPr sz="2400"/>
            </a:lvl3pPr>
            <a:lvl4pPr lvl="3" algn="l" rtl="0">
              <a:lnSpc>
                <a:spcPct val="100000"/>
              </a:lnSpc>
              <a:spcBef>
                <a:spcPts val="0"/>
              </a:spcBef>
              <a:spcAft>
                <a:spcPts val="0"/>
              </a:spcAft>
              <a:buSzPts val="2400"/>
              <a:buNone/>
              <a:defRPr sz="2400"/>
            </a:lvl4pPr>
            <a:lvl5pPr lvl="4" algn="l" rtl="0">
              <a:lnSpc>
                <a:spcPct val="100000"/>
              </a:lnSpc>
              <a:spcBef>
                <a:spcPts val="0"/>
              </a:spcBef>
              <a:spcAft>
                <a:spcPts val="0"/>
              </a:spcAft>
              <a:buSzPts val="2400"/>
              <a:buNone/>
              <a:defRPr sz="2400"/>
            </a:lvl5pPr>
            <a:lvl6pPr lvl="5" algn="l" rtl="0">
              <a:lnSpc>
                <a:spcPct val="100000"/>
              </a:lnSpc>
              <a:spcBef>
                <a:spcPts val="0"/>
              </a:spcBef>
              <a:spcAft>
                <a:spcPts val="0"/>
              </a:spcAft>
              <a:buSzPts val="2400"/>
              <a:buNone/>
              <a:defRPr sz="2400"/>
            </a:lvl6pPr>
            <a:lvl7pPr lvl="6" algn="l" rtl="0">
              <a:lnSpc>
                <a:spcPct val="100000"/>
              </a:lnSpc>
              <a:spcBef>
                <a:spcPts val="0"/>
              </a:spcBef>
              <a:spcAft>
                <a:spcPts val="0"/>
              </a:spcAft>
              <a:buSzPts val="2400"/>
              <a:buNone/>
              <a:defRPr sz="2400"/>
            </a:lvl7pPr>
            <a:lvl8pPr lvl="7" algn="l" rtl="0">
              <a:lnSpc>
                <a:spcPct val="100000"/>
              </a:lnSpc>
              <a:spcBef>
                <a:spcPts val="0"/>
              </a:spcBef>
              <a:spcAft>
                <a:spcPts val="0"/>
              </a:spcAft>
              <a:buSzPts val="2400"/>
              <a:buNone/>
              <a:defRPr sz="2400"/>
            </a:lvl8pPr>
            <a:lvl9pPr lvl="8" algn="l" rtl="0">
              <a:lnSpc>
                <a:spcPct val="100000"/>
              </a:lnSpc>
              <a:spcBef>
                <a:spcPts val="0"/>
              </a:spcBef>
              <a:spcAft>
                <a:spcPts val="0"/>
              </a:spcAft>
              <a:buSzPts val="2400"/>
              <a:buNone/>
              <a:defRPr sz="2400"/>
            </a:lvl9pPr>
          </a:lstStyle>
          <a:p>
            <a:endParaRPr/>
          </a:p>
        </p:txBody>
      </p:sp>
      <p:sp>
        <p:nvSpPr>
          <p:cNvPr id="467" name="Google Shape;467;p5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rtl="0">
              <a:lnSpc>
                <a:spcPct val="115000"/>
              </a:lnSpc>
              <a:spcBef>
                <a:spcPts val="0"/>
              </a:spcBef>
              <a:spcAft>
                <a:spcPts val="0"/>
              </a:spcAft>
              <a:buSzPts val="1200"/>
              <a:buChar char="●"/>
              <a:defRPr sz="12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468" name="Google Shape;468;p59"/>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9"/>
        <p:cNvGrpSpPr/>
        <p:nvPr/>
      </p:nvGrpSpPr>
      <p:grpSpPr>
        <a:xfrm>
          <a:off x="0" y="0"/>
          <a:ext cx="0" cy="0"/>
          <a:chOff x="0" y="0"/>
          <a:chExt cx="0" cy="0"/>
        </a:xfrm>
      </p:grpSpPr>
      <p:sp>
        <p:nvSpPr>
          <p:cNvPr id="470" name="Google Shape;470;p6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471" name="Google Shape;471;p60"/>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2"/>
        <p:cNvGrpSpPr/>
        <p:nvPr/>
      </p:nvGrpSpPr>
      <p:grpSpPr>
        <a:xfrm>
          <a:off x="0" y="0"/>
          <a:ext cx="0" cy="0"/>
          <a:chOff x="0" y="0"/>
          <a:chExt cx="0" cy="0"/>
        </a:xfrm>
      </p:grpSpPr>
      <p:sp>
        <p:nvSpPr>
          <p:cNvPr id="473" name="Google Shape;473;p6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6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475" name="Google Shape;475;p6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76" name="Google Shape;476;p6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477" name="Google Shape;477;p61"/>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8"/>
        <p:cNvGrpSpPr/>
        <p:nvPr/>
      </p:nvGrpSpPr>
      <p:grpSpPr>
        <a:xfrm>
          <a:off x="0" y="0"/>
          <a:ext cx="0" cy="0"/>
          <a:chOff x="0" y="0"/>
          <a:chExt cx="0" cy="0"/>
        </a:xfrm>
      </p:grpSpPr>
      <p:sp>
        <p:nvSpPr>
          <p:cNvPr id="479" name="Google Shape;479;p6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SzPts val="1800"/>
              <a:buNone/>
              <a:defRPr/>
            </a:lvl1pPr>
          </a:lstStyle>
          <a:p>
            <a:endParaRPr/>
          </a:p>
        </p:txBody>
      </p:sp>
      <p:sp>
        <p:nvSpPr>
          <p:cNvPr id="480" name="Google Shape;480;p62"/>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1"/>
        <p:cNvGrpSpPr/>
        <p:nvPr/>
      </p:nvGrpSpPr>
      <p:grpSpPr>
        <a:xfrm>
          <a:off x="0" y="0"/>
          <a:ext cx="0" cy="0"/>
          <a:chOff x="0" y="0"/>
          <a:chExt cx="0" cy="0"/>
        </a:xfrm>
      </p:grpSpPr>
      <p:sp>
        <p:nvSpPr>
          <p:cNvPr id="482" name="Google Shape;482;p6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483" name="Google Shape;483;p6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1600"/>
              </a:spcBef>
              <a:spcAft>
                <a:spcPts val="0"/>
              </a:spcAft>
              <a:buSzPts val="1400"/>
              <a:buChar char="○"/>
              <a:defRPr/>
            </a:lvl2pPr>
            <a:lvl3pPr marL="1371600" lvl="2" indent="-317500" algn="ctr" rtl="0">
              <a:lnSpc>
                <a:spcPct val="115000"/>
              </a:lnSpc>
              <a:spcBef>
                <a:spcPts val="1600"/>
              </a:spcBef>
              <a:spcAft>
                <a:spcPts val="0"/>
              </a:spcAft>
              <a:buSzPts val="1400"/>
              <a:buChar char="■"/>
              <a:defRPr/>
            </a:lvl3pPr>
            <a:lvl4pPr marL="1828800" lvl="3" indent="-317500" algn="ctr" rtl="0">
              <a:lnSpc>
                <a:spcPct val="115000"/>
              </a:lnSpc>
              <a:spcBef>
                <a:spcPts val="1600"/>
              </a:spcBef>
              <a:spcAft>
                <a:spcPts val="0"/>
              </a:spcAft>
              <a:buSzPts val="1400"/>
              <a:buChar char="●"/>
              <a:defRPr/>
            </a:lvl4pPr>
            <a:lvl5pPr marL="2286000" lvl="4" indent="-317500" algn="ctr" rtl="0">
              <a:lnSpc>
                <a:spcPct val="115000"/>
              </a:lnSpc>
              <a:spcBef>
                <a:spcPts val="1600"/>
              </a:spcBef>
              <a:spcAft>
                <a:spcPts val="0"/>
              </a:spcAft>
              <a:buSzPts val="1400"/>
              <a:buChar char="○"/>
              <a:defRPr/>
            </a:lvl5pPr>
            <a:lvl6pPr marL="2743200" lvl="5" indent="-317500" algn="ctr" rtl="0">
              <a:lnSpc>
                <a:spcPct val="115000"/>
              </a:lnSpc>
              <a:spcBef>
                <a:spcPts val="1600"/>
              </a:spcBef>
              <a:spcAft>
                <a:spcPts val="0"/>
              </a:spcAft>
              <a:buSzPts val="1400"/>
              <a:buChar char="■"/>
              <a:defRPr/>
            </a:lvl6pPr>
            <a:lvl7pPr marL="3200400" lvl="6" indent="-317500" algn="ctr" rtl="0">
              <a:lnSpc>
                <a:spcPct val="115000"/>
              </a:lnSpc>
              <a:spcBef>
                <a:spcPts val="1600"/>
              </a:spcBef>
              <a:spcAft>
                <a:spcPts val="0"/>
              </a:spcAft>
              <a:buSzPts val="1400"/>
              <a:buChar char="●"/>
              <a:defRPr/>
            </a:lvl7pPr>
            <a:lvl8pPr marL="3657600" lvl="7" indent="-317500" algn="ctr" rtl="0">
              <a:lnSpc>
                <a:spcPct val="115000"/>
              </a:lnSpc>
              <a:spcBef>
                <a:spcPts val="1600"/>
              </a:spcBef>
              <a:spcAft>
                <a:spcPts val="0"/>
              </a:spcAft>
              <a:buSzPts val="1400"/>
              <a:buChar char="○"/>
              <a:defRPr/>
            </a:lvl8pPr>
            <a:lvl9pPr marL="4114800" lvl="8" indent="-317500" algn="ctr" rtl="0">
              <a:lnSpc>
                <a:spcPct val="115000"/>
              </a:lnSpc>
              <a:spcBef>
                <a:spcPts val="1600"/>
              </a:spcBef>
              <a:spcAft>
                <a:spcPts val="1600"/>
              </a:spcAft>
              <a:buSzPts val="1400"/>
              <a:buChar char="■"/>
              <a:defRPr/>
            </a:lvl9pPr>
          </a:lstStyle>
          <a:p>
            <a:endParaRPr/>
          </a:p>
        </p:txBody>
      </p:sp>
      <p:sp>
        <p:nvSpPr>
          <p:cNvPr id="484" name="Google Shape;484;p63"/>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5"/>
        <p:cNvGrpSpPr/>
        <p:nvPr/>
      </p:nvGrpSpPr>
      <p:grpSpPr>
        <a:xfrm>
          <a:off x="0" y="0"/>
          <a:ext cx="0" cy="0"/>
          <a:chOff x="0" y="0"/>
          <a:chExt cx="0" cy="0"/>
        </a:xfrm>
      </p:grpSpPr>
      <p:sp>
        <p:nvSpPr>
          <p:cNvPr id="486" name="Google Shape;486;p64"/>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487" name="Google Shape;487;p64"/>
          <p:cNvPicPr preferRelativeResize="0"/>
          <p:nvPr/>
        </p:nvPicPr>
        <p:blipFill rotWithShape="1">
          <a:blip r:embed="rId2">
            <a:alphaModFix/>
          </a:blip>
          <a:srcRect t="23107" b="20696"/>
          <a:stretch/>
        </p:blipFill>
        <p:spPr>
          <a:xfrm>
            <a:off x="7989467" y="-7609"/>
            <a:ext cx="1157702" cy="390355"/>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488"/>
        <p:cNvGrpSpPr/>
        <p:nvPr/>
      </p:nvGrpSpPr>
      <p:grpSpPr>
        <a:xfrm>
          <a:off x="0" y="0"/>
          <a:ext cx="0" cy="0"/>
          <a:chOff x="0" y="0"/>
          <a:chExt cx="0" cy="0"/>
        </a:xfrm>
      </p:grpSpPr>
      <p:sp>
        <p:nvSpPr>
          <p:cNvPr id="489" name="Google Shape;489;p65"/>
          <p:cNvSpPr/>
          <p:nvPr/>
        </p:nvSpPr>
        <p:spPr>
          <a:xfrm>
            <a:off x="5842450" y="1445820"/>
            <a:ext cx="3022800" cy="2267100"/>
          </a:xfrm>
          <a:prstGeom prst="donut">
            <a:avLst>
              <a:gd name="adj" fmla="val 18423"/>
            </a:avLst>
          </a:prstGeom>
          <a:solidFill>
            <a:srgbClr val="FFFFFF">
              <a:alpha val="40000"/>
            </a:srgbClr>
          </a:solidFill>
          <a:ln w="12700" cap="flat" cmpd="sng">
            <a:solidFill>
              <a:srgbClr val="468A9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0000"/>
              </a:solidFill>
              <a:latin typeface="Arial"/>
              <a:ea typeface="Arial"/>
              <a:cs typeface="Arial"/>
              <a:sym typeface="Arial"/>
            </a:endParaRPr>
          </a:p>
        </p:txBody>
      </p:sp>
      <p:sp>
        <p:nvSpPr>
          <p:cNvPr id="490" name="Google Shape;490;p65"/>
          <p:cNvSpPr/>
          <p:nvPr/>
        </p:nvSpPr>
        <p:spPr>
          <a:xfrm>
            <a:off x="6598153" y="2012597"/>
            <a:ext cx="1511400" cy="1133700"/>
          </a:xfrm>
          <a:prstGeom prst="ellipse">
            <a:avLst/>
          </a:prstGeom>
          <a:noFill/>
          <a:ln w="127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1" name="Google Shape;491;p65"/>
          <p:cNvSpPr/>
          <p:nvPr/>
        </p:nvSpPr>
        <p:spPr>
          <a:xfrm>
            <a:off x="4142120" y="170572"/>
            <a:ext cx="6423600" cy="4817700"/>
          </a:xfrm>
          <a:prstGeom prst="ellipse">
            <a:avLst/>
          </a:prstGeom>
          <a:noFill/>
          <a:ln w="127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2" name="Google Shape;492;p65"/>
          <p:cNvSpPr/>
          <p:nvPr/>
        </p:nvSpPr>
        <p:spPr>
          <a:xfrm>
            <a:off x="5275673" y="1020737"/>
            <a:ext cx="4156500" cy="3117300"/>
          </a:xfrm>
          <a:prstGeom prst="ellipse">
            <a:avLst/>
          </a:prstGeom>
          <a:noFill/>
          <a:ln w="127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3" name="Google Shape;493;p65"/>
          <p:cNvSpPr/>
          <p:nvPr/>
        </p:nvSpPr>
        <p:spPr>
          <a:xfrm>
            <a:off x="4708897" y="595655"/>
            <a:ext cx="5289900" cy="3967500"/>
          </a:xfrm>
          <a:prstGeom prst="ellipse">
            <a:avLst/>
          </a:prstGeom>
          <a:noFill/>
          <a:ln w="127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4" name="Google Shape;494;p65"/>
          <p:cNvSpPr/>
          <p:nvPr/>
        </p:nvSpPr>
        <p:spPr>
          <a:xfrm>
            <a:off x="7296496" y="1966568"/>
            <a:ext cx="108900" cy="816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5" name="Google Shape;495;p65"/>
          <p:cNvSpPr/>
          <p:nvPr/>
        </p:nvSpPr>
        <p:spPr>
          <a:xfrm>
            <a:off x="7932546" y="2810035"/>
            <a:ext cx="108900" cy="816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6" name="Google Shape;496;p65"/>
          <p:cNvSpPr/>
          <p:nvPr/>
        </p:nvSpPr>
        <p:spPr>
          <a:xfrm>
            <a:off x="6621532" y="2810035"/>
            <a:ext cx="108900" cy="816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7" name="Google Shape;497;p65"/>
          <p:cNvSpPr/>
          <p:nvPr/>
        </p:nvSpPr>
        <p:spPr>
          <a:xfrm>
            <a:off x="7932546" y="2269534"/>
            <a:ext cx="108900" cy="816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8" name="Google Shape;498;p65"/>
          <p:cNvSpPr/>
          <p:nvPr/>
        </p:nvSpPr>
        <p:spPr>
          <a:xfrm>
            <a:off x="6621532" y="2269534"/>
            <a:ext cx="108900" cy="816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499" name="Google Shape;499;p65"/>
          <p:cNvSpPr/>
          <p:nvPr/>
        </p:nvSpPr>
        <p:spPr>
          <a:xfrm>
            <a:off x="7296496" y="3087630"/>
            <a:ext cx="108900" cy="816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500" name="Google Shape;500;p65"/>
          <p:cNvSpPr/>
          <p:nvPr/>
        </p:nvSpPr>
        <p:spPr>
          <a:xfrm>
            <a:off x="6999111" y="3370824"/>
            <a:ext cx="669600" cy="502200"/>
          </a:xfrm>
          <a:prstGeom prst="ellipse">
            <a:avLst/>
          </a:prstGeom>
          <a:noFill/>
          <a:ln w="254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501" name="Google Shape;501;p65"/>
          <p:cNvSpPr/>
          <p:nvPr/>
        </p:nvSpPr>
        <p:spPr>
          <a:xfrm>
            <a:off x="5763383" y="1932568"/>
            <a:ext cx="669600" cy="502200"/>
          </a:xfrm>
          <a:prstGeom prst="ellipse">
            <a:avLst/>
          </a:prstGeom>
          <a:noFill/>
          <a:ln w="254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502" name="Google Shape;502;p65"/>
          <p:cNvSpPr/>
          <p:nvPr/>
        </p:nvSpPr>
        <p:spPr>
          <a:xfrm>
            <a:off x="8238078" y="2730610"/>
            <a:ext cx="669600" cy="502200"/>
          </a:xfrm>
          <a:prstGeom prst="ellipse">
            <a:avLst/>
          </a:prstGeom>
          <a:noFill/>
          <a:ln w="254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503" name="Google Shape;503;p65"/>
          <p:cNvSpPr/>
          <p:nvPr/>
        </p:nvSpPr>
        <p:spPr>
          <a:xfrm>
            <a:off x="6999111" y="1317402"/>
            <a:ext cx="669600" cy="502200"/>
          </a:xfrm>
          <a:prstGeom prst="ellipse">
            <a:avLst/>
          </a:prstGeom>
          <a:noFill/>
          <a:ln w="254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504" name="Google Shape;504;p65"/>
          <p:cNvSpPr/>
          <p:nvPr/>
        </p:nvSpPr>
        <p:spPr>
          <a:xfrm>
            <a:off x="5763383" y="2730610"/>
            <a:ext cx="669600" cy="502200"/>
          </a:xfrm>
          <a:prstGeom prst="ellipse">
            <a:avLst/>
          </a:prstGeom>
          <a:noFill/>
          <a:ln w="254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505" name="Google Shape;505;p65"/>
          <p:cNvSpPr/>
          <p:nvPr/>
        </p:nvSpPr>
        <p:spPr>
          <a:xfrm>
            <a:off x="8238078" y="1932568"/>
            <a:ext cx="669600" cy="502200"/>
          </a:xfrm>
          <a:prstGeom prst="ellipse">
            <a:avLst/>
          </a:prstGeom>
          <a:noFill/>
          <a:ln w="25400"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rgbClr val="FFFFFF"/>
              </a:solidFill>
              <a:latin typeface="Arial"/>
              <a:ea typeface="Arial"/>
              <a:cs typeface="Arial"/>
              <a:sym typeface="Arial"/>
            </a:endParaRPr>
          </a:p>
        </p:txBody>
      </p:sp>
      <p:sp>
        <p:nvSpPr>
          <p:cNvPr id="506" name="Google Shape;506;p65"/>
          <p:cNvSpPr/>
          <p:nvPr/>
        </p:nvSpPr>
        <p:spPr>
          <a:xfrm>
            <a:off x="5972138" y="2912379"/>
            <a:ext cx="259200" cy="142554"/>
          </a:xfrm>
          <a:custGeom>
            <a:avLst/>
            <a:gdLst/>
            <a:ahLst/>
            <a:cxnLst/>
            <a:rect l="l" t="t" r="r" b="b"/>
            <a:pathLst>
              <a:path w="3240001" h="2375905" extrusionOk="0">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507" name="Google Shape;507;p65"/>
          <p:cNvSpPr/>
          <p:nvPr/>
        </p:nvSpPr>
        <p:spPr>
          <a:xfrm>
            <a:off x="7197183" y="3519379"/>
            <a:ext cx="275400" cy="202500"/>
          </a:xfrm>
          <a:custGeom>
            <a:avLst/>
            <a:gdLst/>
            <a:ahLst/>
            <a:cxnLst/>
            <a:rect l="l" t="t" r="r" b="b"/>
            <a:pathLst>
              <a:path w="3240000" h="3240000" extrusionOk="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508" name="Google Shape;508;p65"/>
          <p:cNvSpPr/>
          <p:nvPr/>
        </p:nvSpPr>
        <p:spPr>
          <a:xfrm>
            <a:off x="5967085" y="2108134"/>
            <a:ext cx="262913" cy="152994"/>
          </a:xfrm>
          <a:custGeom>
            <a:avLst/>
            <a:gdLst/>
            <a:ahLst/>
            <a:cxnLst/>
            <a:rect l="l" t="t" r="r" b="b"/>
            <a:pathLst>
              <a:path w="3186824" h="2447912" extrusionOk="0">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509" name="Google Shape;509;p65"/>
          <p:cNvSpPr/>
          <p:nvPr/>
        </p:nvSpPr>
        <p:spPr>
          <a:xfrm>
            <a:off x="7200626" y="1482230"/>
            <a:ext cx="267300" cy="174756"/>
          </a:xfrm>
          <a:custGeom>
            <a:avLst/>
            <a:gdLst/>
            <a:ahLst/>
            <a:cxnLst/>
            <a:rect l="l" t="t" r="r" b="b"/>
            <a:pathLst>
              <a:path w="3240006" h="2796091" extrusionOk="0">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510" name="Google Shape;510;p65"/>
          <p:cNvSpPr/>
          <p:nvPr/>
        </p:nvSpPr>
        <p:spPr>
          <a:xfrm>
            <a:off x="8437450" y="2103357"/>
            <a:ext cx="273624" cy="159067"/>
          </a:xfrm>
          <a:custGeom>
            <a:avLst/>
            <a:gdLst/>
            <a:ahLst/>
            <a:cxnLst/>
            <a:rect l="l" t="t" r="r" b="b"/>
            <a:pathLst>
              <a:path w="3219104" h="2545072" extrusionOk="0">
                <a:moveTo>
                  <a:pt x="2779672" y="457200"/>
                </a:moveTo>
                <a:lnTo>
                  <a:pt x="2975888" y="457200"/>
                </a:lnTo>
                <a:cubicBezTo>
                  <a:pt x="3110212" y="457200"/>
                  <a:pt x="3219104" y="566092"/>
                  <a:pt x="3219104" y="700416"/>
                </a:cubicBezTo>
                <a:lnTo>
                  <a:pt x="3219104" y="2301856"/>
                </a:lnTo>
                <a:cubicBezTo>
                  <a:pt x="3219104" y="2436180"/>
                  <a:pt x="3110212" y="2545072"/>
                  <a:pt x="2975888" y="2545072"/>
                </a:cubicBezTo>
                <a:lnTo>
                  <a:pt x="2779672" y="2545072"/>
                </a:lnTo>
                <a:close/>
                <a:moveTo>
                  <a:pt x="243216" y="457200"/>
                </a:moveTo>
                <a:lnTo>
                  <a:pt x="439432" y="457200"/>
                </a:lnTo>
                <a:lnTo>
                  <a:pt x="439432" y="2545072"/>
                </a:lnTo>
                <a:lnTo>
                  <a:pt x="243216" y="2545072"/>
                </a:lnTo>
                <a:cubicBezTo>
                  <a:pt x="108892" y="2545072"/>
                  <a:pt x="0" y="2436180"/>
                  <a:pt x="0" y="2301856"/>
                </a:cubicBezTo>
                <a:lnTo>
                  <a:pt x="0" y="700416"/>
                </a:lnTo>
                <a:cubicBezTo>
                  <a:pt x="0" y="566092"/>
                  <a:pt x="108892" y="457200"/>
                  <a:pt x="243216" y="457200"/>
                </a:cubicBezTo>
                <a:close/>
                <a:moveTo>
                  <a:pt x="1428476" y="174246"/>
                </a:moveTo>
                <a:cubicBezTo>
                  <a:pt x="1372210" y="174246"/>
                  <a:pt x="1326598" y="219858"/>
                  <a:pt x="1326598" y="276124"/>
                </a:cubicBezTo>
                <a:lnTo>
                  <a:pt x="1326598" y="457200"/>
                </a:lnTo>
                <a:lnTo>
                  <a:pt x="1892506" y="457200"/>
                </a:lnTo>
                <a:lnTo>
                  <a:pt x="1892506" y="276124"/>
                </a:lnTo>
                <a:cubicBezTo>
                  <a:pt x="1892506" y="219858"/>
                  <a:pt x="1846894" y="174246"/>
                  <a:pt x="1790628" y="174246"/>
                </a:cubicBezTo>
                <a:close/>
                <a:moveTo>
                  <a:pt x="1285704" y="0"/>
                </a:moveTo>
                <a:lnTo>
                  <a:pt x="1933400" y="0"/>
                </a:lnTo>
                <a:cubicBezTo>
                  <a:pt x="2007048" y="0"/>
                  <a:pt x="2066752" y="59704"/>
                  <a:pt x="2066752" y="133352"/>
                </a:cubicBezTo>
                <a:lnTo>
                  <a:pt x="2066752" y="457200"/>
                </a:lnTo>
                <a:lnTo>
                  <a:pt x="2599672" y="457200"/>
                </a:lnTo>
                <a:lnTo>
                  <a:pt x="2599672" y="2545072"/>
                </a:lnTo>
                <a:lnTo>
                  <a:pt x="619432" y="2545072"/>
                </a:lnTo>
                <a:lnTo>
                  <a:pt x="619432" y="457200"/>
                </a:lnTo>
                <a:lnTo>
                  <a:pt x="1152352" y="457200"/>
                </a:lnTo>
                <a:lnTo>
                  <a:pt x="1152352" y="133352"/>
                </a:lnTo>
                <a:cubicBezTo>
                  <a:pt x="1152352" y="59704"/>
                  <a:pt x="1212056" y="0"/>
                  <a:pt x="1285704"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511" name="Google Shape;511;p65"/>
          <p:cNvSpPr/>
          <p:nvPr/>
        </p:nvSpPr>
        <p:spPr>
          <a:xfrm>
            <a:off x="8419102" y="2860662"/>
            <a:ext cx="306807" cy="245345"/>
          </a:xfrm>
          <a:custGeom>
            <a:avLst/>
            <a:gdLst/>
            <a:ahLst/>
            <a:cxnLst/>
            <a:rect l="l" t="t" r="r" b="b"/>
            <a:pathLst>
              <a:path w="2921968" h="3066808" extrusionOk="0">
                <a:moveTo>
                  <a:pt x="1460984" y="233294"/>
                </a:moveTo>
                <a:cubicBezTo>
                  <a:pt x="1383148" y="233294"/>
                  <a:pt x="1320049" y="296393"/>
                  <a:pt x="1320049" y="374229"/>
                </a:cubicBezTo>
                <a:cubicBezTo>
                  <a:pt x="1320049" y="452065"/>
                  <a:pt x="1383148" y="515164"/>
                  <a:pt x="1460984" y="515164"/>
                </a:cubicBezTo>
                <a:cubicBezTo>
                  <a:pt x="1538820" y="515164"/>
                  <a:pt x="1601919" y="452065"/>
                  <a:pt x="1601919" y="374229"/>
                </a:cubicBezTo>
                <a:cubicBezTo>
                  <a:pt x="1601919" y="296393"/>
                  <a:pt x="1538820" y="233294"/>
                  <a:pt x="1460984" y="233294"/>
                </a:cubicBezTo>
                <a:close/>
                <a:moveTo>
                  <a:pt x="1460984" y="0"/>
                </a:moveTo>
                <a:cubicBezTo>
                  <a:pt x="1667665" y="0"/>
                  <a:pt x="1835213" y="167548"/>
                  <a:pt x="1835213" y="374229"/>
                </a:cubicBezTo>
                <a:cubicBezTo>
                  <a:pt x="1835213" y="503404"/>
                  <a:pt x="1769765" y="617294"/>
                  <a:pt x="1670219" y="684545"/>
                </a:cubicBezTo>
                <a:lnTo>
                  <a:pt x="1626866" y="708077"/>
                </a:lnTo>
                <a:lnTo>
                  <a:pt x="1646248" y="873151"/>
                </a:lnTo>
                <a:lnTo>
                  <a:pt x="2235203" y="873151"/>
                </a:lnTo>
                <a:lnTo>
                  <a:pt x="2241832" y="851796"/>
                </a:lnTo>
                <a:cubicBezTo>
                  <a:pt x="2272966" y="778187"/>
                  <a:pt x="2345853" y="726537"/>
                  <a:pt x="2430803" y="726537"/>
                </a:cubicBezTo>
                <a:cubicBezTo>
                  <a:pt x="2544070" y="726537"/>
                  <a:pt x="2635891" y="818358"/>
                  <a:pt x="2635891" y="931625"/>
                </a:cubicBezTo>
                <a:cubicBezTo>
                  <a:pt x="2635891" y="1044892"/>
                  <a:pt x="2544070" y="1136713"/>
                  <a:pt x="2430803" y="1136713"/>
                </a:cubicBezTo>
                <a:cubicBezTo>
                  <a:pt x="2345853" y="1136713"/>
                  <a:pt x="2272966" y="1085064"/>
                  <a:pt x="2241832" y="1011455"/>
                </a:cubicBezTo>
                <a:lnTo>
                  <a:pt x="2233652" y="985105"/>
                </a:lnTo>
                <a:lnTo>
                  <a:pt x="1659393" y="985105"/>
                </a:lnTo>
                <a:lnTo>
                  <a:pt x="1835639" y="2486125"/>
                </a:lnTo>
                <a:cubicBezTo>
                  <a:pt x="2257126" y="2356235"/>
                  <a:pt x="2582425" y="2203368"/>
                  <a:pt x="2605322" y="1804902"/>
                </a:cubicBezTo>
                <a:cubicBezTo>
                  <a:pt x="2547615" y="1806965"/>
                  <a:pt x="2490707" y="1815307"/>
                  <a:pt x="2437231" y="1828663"/>
                </a:cubicBezTo>
                <a:cubicBezTo>
                  <a:pt x="2542844" y="1722240"/>
                  <a:pt x="2642253" y="1622871"/>
                  <a:pt x="2679599" y="1472350"/>
                </a:cubicBezTo>
                <a:cubicBezTo>
                  <a:pt x="2719016" y="1621107"/>
                  <a:pt x="2816355" y="1715183"/>
                  <a:pt x="2921968" y="1828663"/>
                </a:cubicBezTo>
                <a:cubicBezTo>
                  <a:pt x="2868630" y="1815688"/>
                  <a:pt x="2809977" y="1807008"/>
                  <a:pt x="2749252" y="1804848"/>
                </a:cubicBezTo>
                <a:cubicBezTo>
                  <a:pt x="2719427" y="2342499"/>
                  <a:pt x="2353693" y="2860207"/>
                  <a:pt x="1665272" y="2905483"/>
                </a:cubicBezTo>
                <a:cubicBezTo>
                  <a:pt x="1561523" y="2978866"/>
                  <a:pt x="1523475" y="3013033"/>
                  <a:pt x="1462434" y="3066808"/>
                </a:cubicBezTo>
                <a:cubicBezTo>
                  <a:pt x="1404574" y="3011016"/>
                  <a:pt x="1369708" y="2980430"/>
                  <a:pt x="1265857" y="2910631"/>
                </a:cubicBezTo>
                <a:cubicBezTo>
                  <a:pt x="648092" y="2849018"/>
                  <a:pt x="205460" y="2343748"/>
                  <a:pt x="175466" y="1804523"/>
                </a:cubicBezTo>
                <a:cubicBezTo>
                  <a:pt x="115256" y="1806261"/>
                  <a:pt x="55763" y="1814736"/>
                  <a:pt x="0" y="1828663"/>
                </a:cubicBezTo>
                <a:cubicBezTo>
                  <a:pt x="105615" y="1722240"/>
                  <a:pt x="205022" y="1622871"/>
                  <a:pt x="242369" y="1472350"/>
                </a:cubicBezTo>
                <a:cubicBezTo>
                  <a:pt x="281785" y="1621107"/>
                  <a:pt x="379124" y="1715183"/>
                  <a:pt x="484739" y="1828663"/>
                </a:cubicBezTo>
                <a:cubicBezTo>
                  <a:pt x="433473" y="1816193"/>
                  <a:pt x="377298" y="1807690"/>
                  <a:pt x="319066" y="1805271"/>
                </a:cubicBezTo>
                <a:cubicBezTo>
                  <a:pt x="342774" y="2204526"/>
                  <a:pt x="675270" y="2359301"/>
                  <a:pt x="1095798" y="2488933"/>
                </a:cubicBezTo>
                <a:lnTo>
                  <a:pt x="1266566" y="985105"/>
                </a:lnTo>
                <a:lnTo>
                  <a:pt x="728631" y="985105"/>
                </a:lnTo>
                <a:lnTo>
                  <a:pt x="727109" y="987221"/>
                </a:lnTo>
                <a:lnTo>
                  <a:pt x="719586" y="1011455"/>
                </a:lnTo>
                <a:cubicBezTo>
                  <a:pt x="688452" y="1085064"/>
                  <a:pt x="615566" y="1136713"/>
                  <a:pt x="530615" y="1136713"/>
                </a:cubicBezTo>
                <a:cubicBezTo>
                  <a:pt x="417348" y="1136713"/>
                  <a:pt x="325527" y="1044892"/>
                  <a:pt x="325527" y="931625"/>
                </a:cubicBezTo>
                <a:cubicBezTo>
                  <a:pt x="325527" y="818358"/>
                  <a:pt x="417348" y="726537"/>
                  <a:pt x="530615" y="726537"/>
                </a:cubicBezTo>
                <a:cubicBezTo>
                  <a:pt x="615566" y="726537"/>
                  <a:pt x="688452" y="778187"/>
                  <a:pt x="719586" y="851796"/>
                </a:cubicBezTo>
                <a:lnTo>
                  <a:pt x="724380" y="867240"/>
                </a:lnTo>
                <a:lnTo>
                  <a:pt x="728634" y="873151"/>
                </a:lnTo>
                <a:lnTo>
                  <a:pt x="1279279" y="873151"/>
                </a:lnTo>
                <a:lnTo>
                  <a:pt x="1297855" y="709571"/>
                </a:lnTo>
                <a:lnTo>
                  <a:pt x="1251749" y="684545"/>
                </a:lnTo>
                <a:cubicBezTo>
                  <a:pt x="1152204" y="617294"/>
                  <a:pt x="1086755" y="503404"/>
                  <a:pt x="1086755" y="374229"/>
                </a:cubicBezTo>
                <a:cubicBezTo>
                  <a:pt x="1086755" y="167548"/>
                  <a:pt x="1254303" y="0"/>
                  <a:pt x="1460984"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grpSp>
        <p:nvGrpSpPr>
          <p:cNvPr id="512" name="Google Shape;512;p65"/>
          <p:cNvGrpSpPr/>
          <p:nvPr/>
        </p:nvGrpSpPr>
        <p:grpSpPr>
          <a:xfrm>
            <a:off x="6842189" y="2169226"/>
            <a:ext cx="996947" cy="840860"/>
            <a:chOff x="7322277" y="4321169"/>
            <a:chExt cx="1919052" cy="2158265"/>
          </a:xfrm>
        </p:grpSpPr>
        <p:sp>
          <p:nvSpPr>
            <p:cNvPr id="513" name="Google Shape;513;p65"/>
            <p:cNvSpPr/>
            <p:nvPr/>
          </p:nvSpPr>
          <p:spPr>
            <a:xfrm>
              <a:off x="7992414" y="5103900"/>
              <a:ext cx="575537" cy="575537"/>
            </a:xfrm>
            <a:custGeom>
              <a:avLst/>
              <a:gdLst/>
              <a:ahLst/>
              <a:cxnLst/>
              <a:rect l="l" t="t" r="r" b="b"/>
              <a:pathLst>
                <a:path w="575537" h="575537" extrusionOk="0">
                  <a:moveTo>
                    <a:pt x="298183" y="531276"/>
                  </a:moveTo>
                  <a:cubicBezTo>
                    <a:pt x="427679" y="531276"/>
                    <a:pt x="531276" y="424801"/>
                    <a:pt x="531276" y="298183"/>
                  </a:cubicBezTo>
                  <a:cubicBezTo>
                    <a:pt x="531276" y="168687"/>
                    <a:pt x="424801" y="65091"/>
                    <a:pt x="298183" y="65091"/>
                  </a:cubicBezTo>
                  <a:cubicBezTo>
                    <a:pt x="168687" y="65091"/>
                    <a:pt x="65091" y="171565"/>
                    <a:pt x="65091" y="298183"/>
                  </a:cubicBezTo>
                  <a:cubicBezTo>
                    <a:pt x="65091" y="424801"/>
                    <a:pt x="168687" y="531276"/>
                    <a:pt x="298183" y="53127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4" name="Google Shape;514;p65"/>
            <p:cNvSpPr/>
            <p:nvPr/>
          </p:nvSpPr>
          <p:spPr>
            <a:xfrm>
              <a:off x="7322277" y="4745313"/>
              <a:ext cx="1899273" cy="1237405"/>
            </a:xfrm>
            <a:custGeom>
              <a:avLst/>
              <a:gdLst/>
              <a:ahLst/>
              <a:cxnLst/>
              <a:rect l="l" t="t" r="r" b="b"/>
              <a:pathLst>
                <a:path w="1899273" h="1237405" extrusionOk="0">
                  <a:moveTo>
                    <a:pt x="1860403" y="158931"/>
                  </a:moveTo>
                  <a:cubicBezTo>
                    <a:pt x="1756807" y="-19486"/>
                    <a:pt x="1276233" y="63967"/>
                    <a:pt x="784148" y="345981"/>
                  </a:cubicBezTo>
                  <a:cubicBezTo>
                    <a:pt x="294941" y="627994"/>
                    <a:pt x="-18726" y="1002093"/>
                    <a:pt x="84870" y="1183388"/>
                  </a:cubicBezTo>
                  <a:lnTo>
                    <a:pt x="139546" y="1151733"/>
                  </a:lnTo>
                  <a:cubicBezTo>
                    <a:pt x="53216" y="1002093"/>
                    <a:pt x="358251" y="665404"/>
                    <a:pt x="815803" y="400657"/>
                  </a:cubicBezTo>
                  <a:cubicBezTo>
                    <a:pt x="1276233" y="135910"/>
                    <a:pt x="1719397" y="40946"/>
                    <a:pt x="1805727" y="190586"/>
                  </a:cubicBezTo>
                  <a:lnTo>
                    <a:pt x="1860403" y="15893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5" name="Google Shape;515;p65"/>
            <p:cNvSpPr/>
            <p:nvPr/>
          </p:nvSpPr>
          <p:spPr>
            <a:xfrm>
              <a:off x="7342056" y="4839153"/>
              <a:ext cx="1899273" cy="1237405"/>
            </a:xfrm>
            <a:custGeom>
              <a:avLst/>
              <a:gdLst/>
              <a:ahLst/>
              <a:cxnLst/>
              <a:rect l="l" t="t" r="r" b="b"/>
              <a:pathLst>
                <a:path w="1899273" h="1237405" extrusionOk="0">
                  <a:moveTo>
                    <a:pt x="1840624" y="65091"/>
                  </a:moveTo>
                  <a:cubicBezTo>
                    <a:pt x="1944220" y="243507"/>
                    <a:pt x="1630552" y="617607"/>
                    <a:pt x="1138468" y="899620"/>
                  </a:cubicBezTo>
                  <a:cubicBezTo>
                    <a:pt x="649261" y="1184511"/>
                    <a:pt x="168687" y="1267964"/>
                    <a:pt x="65091" y="1089547"/>
                  </a:cubicBezTo>
                  <a:lnTo>
                    <a:pt x="119767" y="1057893"/>
                  </a:lnTo>
                  <a:cubicBezTo>
                    <a:pt x="206097" y="1207532"/>
                    <a:pt x="649261" y="1112569"/>
                    <a:pt x="1109691" y="847822"/>
                  </a:cubicBezTo>
                  <a:cubicBezTo>
                    <a:pt x="1570121" y="583074"/>
                    <a:pt x="1872278" y="246385"/>
                    <a:pt x="1785948" y="96745"/>
                  </a:cubicBezTo>
                  <a:lnTo>
                    <a:pt x="1840624" y="6509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6" name="Google Shape;516;p65"/>
            <p:cNvSpPr/>
            <p:nvPr/>
          </p:nvSpPr>
          <p:spPr>
            <a:xfrm>
              <a:off x="7342056" y="4744038"/>
              <a:ext cx="1899273" cy="1237405"/>
            </a:xfrm>
            <a:custGeom>
              <a:avLst/>
              <a:gdLst/>
              <a:ahLst/>
              <a:cxnLst/>
              <a:rect l="l" t="t" r="r" b="b"/>
              <a:pathLst>
                <a:path w="1899273" h="1237405" extrusionOk="0">
                  <a:moveTo>
                    <a:pt x="65091" y="160206"/>
                  </a:moveTo>
                  <a:cubicBezTo>
                    <a:pt x="168687" y="-21089"/>
                    <a:pt x="649261" y="65242"/>
                    <a:pt x="1138468" y="347255"/>
                  </a:cubicBezTo>
                  <a:cubicBezTo>
                    <a:pt x="1627675" y="629269"/>
                    <a:pt x="1944220" y="1003368"/>
                    <a:pt x="1840624" y="1184662"/>
                  </a:cubicBezTo>
                  <a:lnTo>
                    <a:pt x="1785948" y="1153008"/>
                  </a:lnTo>
                  <a:cubicBezTo>
                    <a:pt x="1872278" y="1003368"/>
                    <a:pt x="1570121" y="666679"/>
                    <a:pt x="1109691" y="401931"/>
                  </a:cubicBezTo>
                  <a:cubicBezTo>
                    <a:pt x="649261" y="137184"/>
                    <a:pt x="206097" y="42220"/>
                    <a:pt x="119767" y="188983"/>
                  </a:cubicBezTo>
                  <a:lnTo>
                    <a:pt x="65091" y="16020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7" name="Google Shape;517;p65"/>
            <p:cNvSpPr/>
            <p:nvPr/>
          </p:nvSpPr>
          <p:spPr>
            <a:xfrm>
              <a:off x="7322277" y="4839153"/>
              <a:ext cx="1899273" cy="1237405"/>
            </a:xfrm>
            <a:custGeom>
              <a:avLst/>
              <a:gdLst/>
              <a:ahLst/>
              <a:cxnLst/>
              <a:rect l="l" t="t" r="r" b="b"/>
              <a:pathLst>
                <a:path w="1899273" h="1237405" extrusionOk="0">
                  <a:moveTo>
                    <a:pt x="84870" y="65091"/>
                  </a:moveTo>
                  <a:cubicBezTo>
                    <a:pt x="-18726" y="243507"/>
                    <a:pt x="294941" y="617607"/>
                    <a:pt x="784148" y="899620"/>
                  </a:cubicBezTo>
                  <a:cubicBezTo>
                    <a:pt x="1273355" y="1181633"/>
                    <a:pt x="1756807" y="1267964"/>
                    <a:pt x="1860403" y="1086670"/>
                  </a:cubicBezTo>
                  <a:lnTo>
                    <a:pt x="1805727" y="1055015"/>
                  </a:lnTo>
                  <a:cubicBezTo>
                    <a:pt x="1719397" y="1204655"/>
                    <a:pt x="1276233" y="1109691"/>
                    <a:pt x="815803" y="844944"/>
                  </a:cubicBezTo>
                  <a:cubicBezTo>
                    <a:pt x="355373" y="580197"/>
                    <a:pt x="53216" y="243507"/>
                    <a:pt x="139546" y="93867"/>
                  </a:cubicBezTo>
                  <a:lnTo>
                    <a:pt x="84870" y="6509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8" name="Google Shape;518;p65"/>
            <p:cNvSpPr/>
            <p:nvPr/>
          </p:nvSpPr>
          <p:spPr>
            <a:xfrm>
              <a:off x="7860040" y="4321169"/>
              <a:ext cx="489206" cy="2158265"/>
            </a:xfrm>
            <a:custGeom>
              <a:avLst/>
              <a:gdLst/>
              <a:ahLst/>
              <a:cxnLst/>
              <a:rect l="l" t="t" r="r" b="b"/>
              <a:pathLst>
                <a:path w="489206" h="2158265" extrusionOk="0">
                  <a:moveTo>
                    <a:pt x="439190" y="2114004"/>
                  </a:moveTo>
                  <a:cubicBezTo>
                    <a:pt x="231996" y="2114004"/>
                    <a:pt x="65091" y="1656452"/>
                    <a:pt x="65091" y="1089547"/>
                  </a:cubicBezTo>
                  <a:cubicBezTo>
                    <a:pt x="65091" y="522643"/>
                    <a:pt x="234874" y="65091"/>
                    <a:pt x="439190" y="65091"/>
                  </a:cubicBezTo>
                  <a:lnTo>
                    <a:pt x="439190" y="128400"/>
                  </a:lnTo>
                  <a:cubicBezTo>
                    <a:pt x="266529" y="128400"/>
                    <a:pt x="128400" y="560053"/>
                    <a:pt x="128400" y="1089547"/>
                  </a:cubicBezTo>
                  <a:cubicBezTo>
                    <a:pt x="128400" y="1619042"/>
                    <a:pt x="269406" y="2050695"/>
                    <a:pt x="439190" y="2050695"/>
                  </a:cubicBezTo>
                  <a:lnTo>
                    <a:pt x="439190" y="211400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9" name="Google Shape;519;p65"/>
            <p:cNvSpPr/>
            <p:nvPr/>
          </p:nvSpPr>
          <p:spPr>
            <a:xfrm>
              <a:off x="8234139" y="4321169"/>
              <a:ext cx="489206" cy="2158265"/>
            </a:xfrm>
            <a:custGeom>
              <a:avLst/>
              <a:gdLst/>
              <a:ahLst/>
              <a:cxnLst/>
              <a:rect l="l" t="t" r="r" b="b"/>
              <a:pathLst>
                <a:path w="489206" h="2158265" extrusionOk="0">
                  <a:moveTo>
                    <a:pt x="65091" y="2114004"/>
                  </a:moveTo>
                  <a:cubicBezTo>
                    <a:pt x="272284" y="2114004"/>
                    <a:pt x="439190" y="1656452"/>
                    <a:pt x="439190" y="1089547"/>
                  </a:cubicBezTo>
                  <a:cubicBezTo>
                    <a:pt x="439190" y="522643"/>
                    <a:pt x="272284" y="65091"/>
                    <a:pt x="65091" y="65091"/>
                  </a:cubicBezTo>
                  <a:lnTo>
                    <a:pt x="65091" y="128400"/>
                  </a:lnTo>
                  <a:cubicBezTo>
                    <a:pt x="237752" y="128400"/>
                    <a:pt x="375881" y="560053"/>
                    <a:pt x="375881" y="1089547"/>
                  </a:cubicBezTo>
                  <a:cubicBezTo>
                    <a:pt x="375881" y="1619042"/>
                    <a:pt x="237752" y="2050695"/>
                    <a:pt x="65091" y="2050695"/>
                  </a:cubicBezTo>
                  <a:lnTo>
                    <a:pt x="65091" y="211400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20" name="Google Shape;520;p65"/>
            <p:cNvSpPr/>
            <p:nvPr/>
          </p:nvSpPr>
          <p:spPr>
            <a:xfrm>
              <a:off x="8939173" y="5501021"/>
              <a:ext cx="287768" cy="287768"/>
            </a:xfrm>
            <a:custGeom>
              <a:avLst/>
              <a:gdLst/>
              <a:ahLst/>
              <a:cxnLst/>
              <a:rect l="l" t="t" r="r" b="b"/>
              <a:pathLst>
                <a:path w="287768" h="287768" extrusionOk="0">
                  <a:moveTo>
                    <a:pt x="154299" y="243507"/>
                  </a:moveTo>
                  <a:cubicBezTo>
                    <a:pt x="203220" y="243507"/>
                    <a:pt x="243507" y="203220"/>
                    <a:pt x="243507" y="154299"/>
                  </a:cubicBezTo>
                  <a:cubicBezTo>
                    <a:pt x="243507" y="105378"/>
                    <a:pt x="203220" y="65091"/>
                    <a:pt x="154299" y="65091"/>
                  </a:cubicBezTo>
                  <a:cubicBezTo>
                    <a:pt x="105378" y="65091"/>
                    <a:pt x="65091" y="105378"/>
                    <a:pt x="65091" y="154299"/>
                  </a:cubicBezTo>
                  <a:cubicBezTo>
                    <a:pt x="65091" y="203220"/>
                    <a:pt x="105378" y="243507"/>
                    <a:pt x="154299" y="24350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21" name="Google Shape;521;p65"/>
            <p:cNvSpPr/>
            <p:nvPr/>
          </p:nvSpPr>
          <p:spPr>
            <a:xfrm>
              <a:off x="7906083" y="4542751"/>
              <a:ext cx="287768" cy="287768"/>
            </a:xfrm>
            <a:custGeom>
              <a:avLst/>
              <a:gdLst/>
              <a:ahLst/>
              <a:cxnLst/>
              <a:rect l="l" t="t" r="r" b="b"/>
              <a:pathLst>
                <a:path w="287768" h="287768" extrusionOk="0">
                  <a:moveTo>
                    <a:pt x="154299" y="243507"/>
                  </a:moveTo>
                  <a:cubicBezTo>
                    <a:pt x="203220" y="243507"/>
                    <a:pt x="243507" y="203220"/>
                    <a:pt x="243507" y="154299"/>
                  </a:cubicBezTo>
                  <a:cubicBezTo>
                    <a:pt x="243507" y="105378"/>
                    <a:pt x="203220" y="65091"/>
                    <a:pt x="154299" y="65091"/>
                  </a:cubicBezTo>
                  <a:cubicBezTo>
                    <a:pt x="105378" y="65091"/>
                    <a:pt x="65091" y="105378"/>
                    <a:pt x="65091" y="154299"/>
                  </a:cubicBezTo>
                  <a:cubicBezTo>
                    <a:pt x="65091" y="203220"/>
                    <a:pt x="105378" y="243507"/>
                    <a:pt x="154299" y="24350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22" name="Google Shape;522;p65"/>
            <p:cNvSpPr/>
            <p:nvPr/>
          </p:nvSpPr>
          <p:spPr>
            <a:xfrm>
              <a:off x="7603926" y="5826200"/>
              <a:ext cx="287768" cy="287768"/>
            </a:xfrm>
            <a:custGeom>
              <a:avLst/>
              <a:gdLst/>
              <a:ahLst/>
              <a:cxnLst/>
              <a:rect l="l" t="t" r="r" b="b"/>
              <a:pathLst>
                <a:path w="287768" h="287768" extrusionOk="0">
                  <a:moveTo>
                    <a:pt x="154299" y="243507"/>
                  </a:moveTo>
                  <a:cubicBezTo>
                    <a:pt x="203220" y="243507"/>
                    <a:pt x="243507" y="203220"/>
                    <a:pt x="243507" y="154299"/>
                  </a:cubicBezTo>
                  <a:cubicBezTo>
                    <a:pt x="243507" y="105378"/>
                    <a:pt x="203220" y="65091"/>
                    <a:pt x="154299" y="65091"/>
                  </a:cubicBezTo>
                  <a:cubicBezTo>
                    <a:pt x="105378" y="65091"/>
                    <a:pt x="65091" y="105378"/>
                    <a:pt x="65091" y="154299"/>
                  </a:cubicBezTo>
                  <a:cubicBezTo>
                    <a:pt x="65091" y="203220"/>
                    <a:pt x="105378" y="243507"/>
                    <a:pt x="154299" y="24350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523" name="Google Shape;523;p65"/>
          <p:cNvSpPr/>
          <p:nvPr/>
        </p:nvSpPr>
        <p:spPr>
          <a:xfrm>
            <a:off x="7168731" y="449085"/>
            <a:ext cx="330267" cy="183107"/>
          </a:xfrm>
          <a:custGeom>
            <a:avLst/>
            <a:gdLst/>
            <a:ahLst/>
            <a:cxnLst/>
            <a:rect l="l" t="t" r="r" b="b"/>
            <a:pathLst>
              <a:path w="3501" h="2588" extrusionOk="0">
                <a:moveTo>
                  <a:pt x="1496" y="1304"/>
                </a:moveTo>
                <a:lnTo>
                  <a:pt x="1436" y="1317"/>
                </a:lnTo>
                <a:lnTo>
                  <a:pt x="1376" y="1335"/>
                </a:lnTo>
                <a:lnTo>
                  <a:pt x="1316" y="1353"/>
                </a:lnTo>
                <a:lnTo>
                  <a:pt x="1252" y="1368"/>
                </a:lnTo>
                <a:lnTo>
                  <a:pt x="1251" y="1386"/>
                </a:lnTo>
                <a:lnTo>
                  <a:pt x="1251" y="1398"/>
                </a:lnTo>
                <a:lnTo>
                  <a:pt x="1249" y="1411"/>
                </a:lnTo>
                <a:lnTo>
                  <a:pt x="1249" y="1428"/>
                </a:lnTo>
                <a:lnTo>
                  <a:pt x="1296" y="1422"/>
                </a:lnTo>
                <a:lnTo>
                  <a:pt x="1341" y="1413"/>
                </a:lnTo>
                <a:lnTo>
                  <a:pt x="1383" y="1398"/>
                </a:lnTo>
                <a:lnTo>
                  <a:pt x="1423" y="1384"/>
                </a:lnTo>
                <a:lnTo>
                  <a:pt x="1461" y="1368"/>
                </a:lnTo>
                <a:lnTo>
                  <a:pt x="1500" y="1353"/>
                </a:lnTo>
                <a:lnTo>
                  <a:pt x="1503" y="1333"/>
                </a:lnTo>
                <a:lnTo>
                  <a:pt x="1501" y="1318"/>
                </a:lnTo>
                <a:lnTo>
                  <a:pt x="1496" y="1304"/>
                </a:lnTo>
                <a:close/>
                <a:moveTo>
                  <a:pt x="1600" y="0"/>
                </a:moveTo>
                <a:lnTo>
                  <a:pt x="1636" y="4"/>
                </a:lnTo>
                <a:lnTo>
                  <a:pt x="1669" y="17"/>
                </a:lnTo>
                <a:lnTo>
                  <a:pt x="1681" y="40"/>
                </a:lnTo>
                <a:lnTo>
                  <a:pt x="1691" y="69"/>
                </a:lnTo>
                <a:lnTo>
                  <a:pt x="1696" y="104"/>
                </a:lnTo>
                <a:lnTo>
                  <a:pt x="1698" y="142"/>
                </a:lnTo>
                <a:lnTo>
                  <a:pt x="1700" y="182"/>
                </a:lnTo>
                <a:lnTo>
                  <a:pt x="1700" y="222"/>
                </a:lnTo>
                <a:lnTo>
                  <a:pt x="1698" y="264"/>
                </a:lnTo>
                <a:lnTo>
                  <a:pt x="1696" y="304"/>
                </a:lnTo>
                <a:lnTo>
                  <a:pt x="1696" y="340"/>
                </a:lnTo>
                <a:lnTo>
                  <a:pt x="1700" y="1280"/>
                </a:lnTo>
                <a:lnTo>
                  <a:pt x="1723" y="1311"/>
                </a:lnTo>
                <a:lnTo>
                  <a:pt x="1754" y="1340"/>
                </a:lnTo>
                <a:lnTo>
                  <a:pt x="1794" y="1364"/>
                </a:lnTo>
                <a:lnTo>
                  <a:pt x="1841" y="1386"/>
                </a:lnTo>
                <a:lnTo>
                  <a:pt x="1892" y="1404"/>
                </a:lnTo>
                <a:lnTo>
                  <a:pt x="1949" y="1417"/>
                </a:lnTo>
                <a:lnTo>
                  <a:pt x="2005" y="1429"/>
                </a:lnTo>
                <a:lnTo>
                  <a:pt x="2065" y="1438"/>
                </a:lnTo>
                <a:lnTo>
                  <a:pt x="2125" y="1444"/>
                </a:lnTo>
                <a:lnTo>
                  <a:pt x="2183" y="1448"/>
                </a:lnTo>
                <a:lnTo>
                  <a:pt x="2240" y="1448"/>
                </a:lnTo>
                <a:lnTo>
                  <a:pt x="2240" y="1437"/>
                </a:lnTo>
                <a:lnTo>
                  <a:pt x="2232" y="1397"/>
                </a:lnTo>
                <a:lnTo>
                  <a:pt x="2232" y="1358"/>
                </a:lnTo>
                <a:lnTo>
                  <a:pt x="2236" y="1322"/>
                </a:lnTo>
                <a:lnTo>
                  <a:pt x="2243" y="1288"/>
                </a:lnTo>
                <a:lnTo>
                  <a:pt x="2185" y="1282"/>
                </a:lnTo>
                <a:lnTo>
                  <a:pt x="2129" y="1275"/>
                </a:lnTo>
                <a:lnTo>
                  <a:pt x="2074" y="1268"/>
                </a:lnTo>
                <a:lnTo>
                  <a:pt x="2016" y="1260"/>
                </a:lnTo>
                <a:lnTo>
                  <a:pt x="2012" y="1277"/>
                </a:lnTo>
                <a:lnTo>
                  <a:pt x="2009" y="1289"/>
                </a:lnTo>
                <a:lnTo>
                  <a:pt x="2003" y="1302"/>
                </a:lnTo>
                <a:lnTo>
                  <a:pt x="2000" y="1320"/>
                </a:lnTo>
                <a:lnTo>
                  <a:pt x="1996" y="1320"/>
                </a:lnTo>
                <a:lnTo>
                  <a:pt x="1951" y="1309"/>
                </a:lnTo>
                <a:lnTo>
                  <a:pt x="1911" y="1295"/>
                </a:lnTo>
                <a:lnTo>
                  <a:pt x="1874" y="1280"/>
                </a:lnTo>
                <a:lnTo>
                  <a:pt x="1841" y="1258"/>
                </a:lnTo>
                <a:lnTo>
                  <a:pt x="1812" y="1231"/>
                </a:lnTo>
                <a:lnTo>
                  <a:pt x="1811" y="1004"/>
                </a:lnTo>
                <a:lnTo>
                  <a:pt x="1811" y="773"/>
                </a:lnTo>
                <a:lnTo>
                  <a:pt x="1809" y="540"/>
                </a:lnTo>
                <a:lnTo>
                  <a:pt x="1809" y="311"/>
                </a:lnTo>
                <a:lnTo>
                  <a:pt x="1807" y="284"/>
                </a:lnTo>
                <a:lnTo>
                  <a:pt x="1805" y="249"/>
                </a:lnTo>
                <a:lnTo>
                  <a:pt x="1805" y="215"/>
                </a:lnTo>
                <a:lnTo>
                  <a:pt x="1803" y="178"/>
                </a:lnTo>
                <a:lnTo>
                  <a:pt x="1803" y="142"/>
                </a:lnTo>
                <a:lnTo>
                  <a:pt x="1805" y="108"/>
                </a:lnTo>
                <a:lnTo>
                  <a:pt x="1809" y="77"/>
                </a:lnTo>
                <a:lnTo>
                  <a:pt x="1816" y="49"/>
                </a:lnTo>
                <a:lnTo>
                  <a:pt x="1829" y="29"/>
                </a:lnTo>
                <a:lnTo>
                  <a:pt x="1843" y="17"/>
                </a:lnTo>
                <a:lnTo>
                  <a:pt x="1871" y="9"/>
                </a:lnTo>
                <a:lnTo>
                  <a:pt x="1898" y="4"/>
                </a:lnTo>
                <a:lnTo>
                  <a:pt x="1925" y="6"/>
                </a:lnTo>
                <a:lnTo>
                  <a:pt x="1951" y="9"/>
                </a:lnTo>
                <a:lnTo>
                  <a:pt x="1974" y="22"/>
                </a:lnTo>
                <a:lnTo>
                  <a:pt x="1996" y="40"/>
                </a:lnTo>
                <a:lnTo>
                  <a:pt x="2005" y="68"/>
                </a:lnTo>
                <a:lnTo>
                  <a:pt x="2011" y="100"/>
                </a:lnTo>
                <a:lnTo>
                  <a:pt x="2012" y="140"/>
                </a:lnTo>
                <a:lnTo>
                  <a:pt x="2012" y="180"/>
                </a:lnTo>
                <a:lnTo>
                  <a:pt x="2011" y="224"/>
                </a:lnTo>
                <a:lnTo>
                  <a:pt x="2007" y="264"/>
                </a:lnTo>
                <a:lnTo>
                  <a:pt x="2005" y="302"/>
                </a:lnTo>
                <a:lnTo>
                  <a:pt x="2003" y="337"/>
                </a:lnTo>
                <a:lnTo>
                  <a:pt x="2009" y="1124"/>
                </a:lnTo>
                <a:lnTo>
                  <a:pt x="2049" y="1138"/>
                </a:lnTo>
                <a:lnTo>
                  <a:pt x="2094" y="1149"/>
                </a:lnTo>
                <a:lnTo>
                  <a:pt x="2145" y="1157"/>
                </a:lnTo>
                <a:lnTo>
                  <a:pt x="2200" y="1160"/>
                </a:lnTo>
                <a:lnTo>
                  <a:pt x="2252" y="1160"/>
                </a:lnTo>
                <a:lnTo>
                  <a:pt x="2303" y="1157"/>
                </a:lnTo>
                <a:lnTo>
                  <a:pt x="2311" y="1146"/>
                </a:lnTo>
                <a:lnTo>
                  <a:pt x="2316" y="1140"/>
                </a:lnTo>
                <a:lnTo>
                  <a:pt x="2321" y="1133"/>
                </a:lnTo>
                <a:lnTo>
                  <a:pt x="2329" y="1124"/>
                </a:lnTo>
                <a:lnTo>
                  <a:pt x="2294" y="1097"/>
                </a:lnTo>
                <a:lnTo>
                  <a:pt x="2261" y="1071"/>
                </a:lnTo>
                <a:lnTo>
                  <a:pt x="2231" y="1048"/>
                </a:lnTo>
                <a:lnTo>
                  <a:pt x="2200" y="1024"/>
                </a:lnTo>
                <a:lnTo>
                  <a:pt x="2171" y="1000"/>
                </a:lnTo>
                <a:lnTo>
                  <a:pt x="2143" y="975"/>
                </a:lnTo>
                <a:lnTo>
                  <a:pt x="2118" y="946"/>
                </a:lnTo>
                <a:lnTo>
                  <a:pt x="2096" y="911"/>
                </a:lnTo>
                <a:lnTo>
                  <a:pt x="2076" y="871"/>
                </a:lnTo>
                <a:lnTo>
                  <a:pt x="2060" y="824"/>
                </a:lnTo>
                <a:lnTo>
                  <a:pt x="2045" y="753"/>
                </a:lnTo>
                <a:lnTo>
                  <a:pt x="2041" y="686"/>
                </a:lnTo>
                <a:lnTo>
                  <a:pt x="2047" y="620"/>
                </a:lnTo>
                <a:lnTo>
                  <a:pt x="2061" y="557"/>
                </a:lnTo>
                <a:lnTo>
                  <a:pt x="2085" y="498"/>
                </a:lnTo>
                <a:lnTo>
                  <a:pt x="2116" y="444"/>
                </a:lnTo>
                <a:lnTo>
                  <a:pt x="2156" y="395"/>
                </a:lnTo>
                <a:lnTo>
                  <a:pt x="2201" y="351"/>
                </a:lnTo>
                <a:lnTo>
                  <a:pt x="2252" y="315"/>
                </a:lnTo>
                <a:lnTo>
                  <a:pt x="2309" y="284"/>
                </a:lnTo>
                <a:lnTo>
                  <a:pt x="2369" y="260"/>
                </a:lnTo>
                <a:lnTo>
                  <a:pt x="2432" y="244"/>
                </a:lnTo>
                <a:lnTo>
                  <a:pt x="2500" y="237"/>
                </a:lnTo>
                <a:lnTo>
                  <a:pt x="2569" y="237"/>
                </a:lnTo>
                <a:lnTo>
                  <a:pt x="2640" y="248"/>
                </a:lnTo>
                <a:lnTo>
                  <a:pt x="2731" y="273"/>
                </a:lnTo>
                <a:lnTo>
                  <a:pt x="2816" y="306"/>
                </a:lnTo>
                <a:lnTo>
                  <a:pt x="2894" y="346"/>
                </a:lnTo>
                <a:lnTo>
                  <a:pt x="2969" y="393"/>
                </a:lnTo>
                <a:lnTo>
                  <a:pt x="3036" y="446"/>
                </a:lnTo>
                <a:lnTo>
                  <a:pt x="3100" y="506"/>
                </a:lnTo>
                <a:lnTo>
                  <a:pt x="3158" y="571"/>
                </a:lnTo>
                <a:lnTo>
                  <a:pt x="3212" y="642"/>
                </a:lnTo>
                <a:lnTo>
                  <a:pt x="3261" y="717"/>
                </a:lnTo>
                <a:lnTo>
                  <a:pt x="3305" y="797"/>
                </a:lnTo>
                <a:lnTo>
                  <a:pt x="3345" y="880"/>
                </a:lnTo>
                <a:lnTo>
                  <a:pt x="3381" y="966"/>
                </a:lnTo>
                <a:lnTo>
                  <a:pt x="3412" y="1057"/>
                </a:lnTo>
                <a:lnTo>
                  <a:pt x="3440" y="1148"/>
                </a:lnTo>
                <a:lnTo>
                  <a:pt x="3463" y="1240"/>
                </a:lnTo>
                <a:lnTo>
                  <a:pt x="3483" y="1337"/>
                </a:lnTo>
                <a:lnTo>
                  <a:pt x="3498" y="1438"/>
                </a:lnTo>
                <a:lnTo>
                  <a:pt x="3501" y="1537"/>
                </a:lnTo>
                <a:lnTo>
                  <a:pt x="3494" y="1635"/>
                </a:lnTo>
                <a:lnTo>
                  <a:pt x="3478" y="1729"/>
                </a:lnTo>
                <a:lnTo>
                  <a:pt x="3452" y="1820"/>
                </a:lnTo>
                <a:lnTo>
                  <a:pt x="3418" y="1908"/>
                </a:lnTo>
                <a:lnTo>
                  <a:pt x="3378" y="1989"/>
                </a:lnTo>
                <a:lnTo>
                  <a:pt x="3331" y="2068"/>
                </a:lnTo>
                <a:lnTo>
                  <a:pt x="3278" y="2138"/>
                </a:lnTo>
                <a:lnTo>
                  <a:pt x="3220" y="2202"/>
                </a:lnTo>
                <a:lnTo>
                  <a:pt x="3158" y="2260"/>
                </a:lnTo>
                <a:lnTo>
                  <a:pt x="3092" y="2309"/>
                </a:lnTo>
                <a:lnTo>
                  <a:pt x="3025" y="2349"/>
                </a:lnTo>
                <a:lnTo>
                  <a:pt x="2956" y="2382"/>
                </a:lnTo>
                <a:lnTo>
                  <a:pt x="2883" y="2404"/>
                </a:lnTo>
                <a:lnTo>
                  <a:pt x="2821" y="2415"/>
                </a:lnTo>
                <a:lnTo>
                  <a:pt x="2758" y="2418"/>
                </a:lnTo>
                <a:lnTo>
                  <a:pt x="2698" y="2417"/>
                </a:lnTo>
                <a:lnTo>
                  <a:pt x="2638" y="2406"/>
                </a:lnTo>
                <a:lnTo>
                  <a:pt x="2580" y="2389"/>
                </a:lnTo>
                <a:lnTo>
                  <a:pt x="2527" y="2368"/>
                </a:lnTo>
                <a:lnTo>
                  <a:pt x="2476" y="2340"/>
                </a:lnTo>
                <a:lnTo>
                  <a:pt x="2432" y="2306"/>
                </a:lnTo>
                <a:lnTo>
                  <a:pt x="2392" y="2268"/>
                </a:lnTo>
                <a:lnTo>
                  <a:pt x="2358" y="2226"/>
                </a:lnTo>
                <a:lnTo>
                  <a:pt x="2331" y="2178"/>
                </a:lnTo>
                <a:lnTo>
                  <a:pt x="2311" y="2128"/>
                </a:lnTo>
                <a:lnTo>
                  <a:pt x="2298" y="2073"/>
                </a:lnTo>
                <a:lnTo>
                  <a:pt x="2294" y="2015"/>
                </a:lnTo>
                <a:lnTo>
                  <a:pt x="2300" y="1955"/>
                </a:lnTo>
                <a:lnTo>
                  <a:pt x="2316" y="1893"/>
                </a:lnTo>
                <a:lnTo>
                  <a:pt x="2331" y="1858"/>
                </a:lnTo>
                <a:lnTo>
                  <a:pt x="2349" y="1829"/>
                </a:lnTo>
                <a:lnTo>
                  <a:pt x="2369" y="1804"/>
                </a:lnTo>
                <a:lnTo>
                  <a:pt x="2391" y="1780"/>
                </a:lnTo>
                <a:lnTo>
                  <a:pt x="2414" y="1757"/>
                </a:lnTo>
                <a:lnTo>
                  <a:pt x="2436" y="1731"/>
                </a:lnTo>
                <a:lnTo>
                  <a:pt x="2429" y="1731"/>
                </a:lnTo>
                <a:lnTo>
                  <a:pt x="2320" y="1637"/>
                </a:lnTo>
                <a:lnTo>
                  <a:pt x="2307" y="1617"/>
                </a:lnTo>
                <a:lnTo>
                  <a:pt x="2285" y="1588"/>
                </a:lnTo>
                <a:lnTo>
                  <a:pt x="2272" y="1568"/>
                </a:lnTo>
                <a:lnTo>
                  <a:pt x="2183" y="1562"/>
                </a:lnTo>
                <a:lnTo>
                  <a:pt x="2092" y="1553"/>
                </a:lnTo>
                <a:lnTo>
                  <a:pt x="2003" y="1548"/>
                </a:lnTo>
                <a:lnTo>
                  <a:pt x="2003" y="2537"/>
                </a:lnTo>
                <a:lnTo>
                  <a:pt x="1991" y="2558"/>
                </a:lnTo>
                <a:lnTo>
                  <a:pt x="1971" y="2573"/>
                </a:lnTo>
                <a:lnTo>
                  <a:pt x="1947" y="2584"/>
                </a:lnTo>
                <a:lnTo>
                  <a:pt x="1921" y="2588"/>
                </a:lnTo>
                <a:lnTo>
                  <a:pt x="1894" y="2588"/>
                </a:lnTo>
                <a:lnTo>
                  <a:pt x="1867" y="2582"/>
                </a:lnTo>
                <a:lnTo>
                  <a:pt x="1841" y="2573"/>
                </a:lnTo>
                <a:lnTo>
                  <a:pt x="1820" y="2560"/>
                </a:lnTo>
                <a:lnTo>
                  <a:pt x="1811" y="2517"/>
                </a:lnTo>
                <a:lnTo>
                  <a:pt x="1805" y="2468"/>
                </a:lnTo>
                <a:lnTo>
                  <a:pt x="1803" y="2415"/>
                </a:lnTo>
                <a:lnTo>
                  <a:pt x="1803" y="2360"/>
                </a:lnTo>
                <a:lnTo>
                  <a:pt x="1805" y="2306"/>
                </a:lnTo>
                <a:lnTo>
                  <a:pt x="1807" y="2251"/>
                </a:lnTo>
                <a:lnTo>
                  <a:pt x="1809" y="2200"/>
                </a:lnTo>
                <a:lnTo>
                  <a:pt x="1809" y="1508"/>
                </a:lnTo>
                <a:lnTo>
                  <a:pt x="1789" y="1497"/>
                </a:lnTo>
                <a:lnTo>
                  <a:pt x="1767" y="1484"/>
                </a:lnTo>
                <a:lnTo>
                  <a:pt x="1743" y="1475"/>
                </a:lnTo>
                <a:lnTo>
                  <a:pt x="1720" y="1468"/>
                </a:lnTo>
                <a:lnTo>
                  <a:pt x="1696" y="1468"/>
                </a:lnTo>
                <a:lnTo>
                  <a:pt x="1696" y="1689"/>
                </a:lnTo>
                <a:lnTo>
                  <a:pt x="1694" y="1906"/>
                </a:lnTo>
                <a:lnTo>
                  <a:pt x="1694" y="2118"/>
                </a:lnTo>
                <a:lnTo>
                  <a:pt x="1692" y="2335"/>
                </a:lnTo>
                <a:lnTo>
                  <a:pt x="1692" y="2557"/>
                </a:lnTo>
                <a:lnTo>
                  <a:pt x="1667" y="2571"/>
                </a:lnTo>
                <a:lnTo>
                  <a:pt x="1638" y="2582"/>
                </a:lnTo>
                <a:lnTo>
                  <a:pt x="1607" y="2586"/>
                </a:lnTo>
                <a:lnTo>
                  <a:pt x="1576" y="2586"/>
                </a:lnTo>
                <a:lnTo>
                  <a:pt x="1545" y="2578"/>
                </a:lnTo>
                <a:lnTo>
                  <a:pt x="1516" y="2564"/>
                </a:lnTo>
                <a:lnTo>
                  <a:pt x="1514" y="2448"/>
                </a:lnTo>
                <a:lnTo>
                  <a:pt x="1512" y="2344"/>
                </a:lnTo>
                <a:lnTo>
                  <a:pt x="1512" y="2248"/>
                </a:lnTo>
                <a:lnTo>
                  <a:pt x="1511" y="2162"/>
                </a:lnTo>
                <a:lnTo>
                  <a:pt x="1509" y="2082"/>
                </a:lnTo>
                <a:lnTo>
                  <a:pt x="1509" y="2008"/>
                </a:lnTo>
                <a:lnTo>
                  <a:pt x="1507" y="1937"/>
                </a:lnTo>
                <a:lnTo>
                  <a:pt x="1505" y="1866"/>
                </a:lnTo>
                <a:lnTo>
                  <a:pt x="1503" y="1797"/>
                </a:lnTo>
                <a:lnTo>
                  <a:pt x="1501" y="1726"/>
                </a:lnTo>
                <a:lnTo>
                  <a:pt x="1498" y="1651"/>
                </a:lnTo>
                <a:lnTo>
                  <a:pt x="1496" y="1571"/>
                </a:lnTo>
                <a:lnTo>
                  <a:pt x="1492" y="1484"/>
                </a:lnTo>
                <a:lnTo>
                  <a:pt x="1480" y="1489"/>
                </a:lnTo>
                <a:lnTo>
                  <a:pt x="1458" y="1495"/>
                </a:lnTo>
                <a:lnTo>
                  <a:pt x="1429" y="1504"/>
                </a:lnTo>
                <a:lnTo>
                  <a:pt x="1396" y="1513"/>
                </a:lnTo>
                <a:lnTo>
                  <a:pt x="1360" y="1524"/>
                </a:lnTo>
                <a:lnTo>
                  <a:pt x="1323" y="1533"/>
                </a:lnTo>
                <a:lnTo>
                  <a:pt x="1287" y="1544"/>
                </a:lnTo>
                <a:lnTo>
                  <a:pt x="1252" y="1551"/>
                </a:lnTo>
                <a:lnTo>
                  <a:pt x="1223" y="1558"/>
                </a:lnTo>
                <a:lnTo>
                  <a:pt x="1200" y="1564"/>
                </a:lnTo>
                <a:lnTo>
                  <a:pt x="1185" y="1595"/>
                </a:lnTo>
                <a:lnTo>
                  <a:pt x="1167" y="1620"/>
                </a:lnTo>
                <a:lnTo>
                  <a:pt x="1147" y="1642"/>
                </a:lnTo>
                <a:lnTo>
                  <a:pt x="1123" y="1664"/>
                </a:lnTo>
                <a:lnTo>
                  <a:pt x="1100" y="1682"/>
                </a:lnTo>
                <a:lnTo>
                  <a:pt x="1074" y="1702"/>
                </a:lnTo>
                <a:lnTo>
                  <a:pt x="1052" y="1724"/>
                </a:lnTo>
                <a:lnTo>
                  <a:pt x="1056" y="1731"/>
                </a:lnTo>
                <a:lnTo>
                  <a:pt x="1091" y="1755"/>
                </a:lnTo>
                <a:lnTo>
                  <a:pt x="1123" y="1786"/>
                </a:lnTo>
                <a:lnTo>
                  <a:pt x="1151" y="1826"/>
                </a:lnTo>
                <a:lnTo>
                  <a:pt x="1174" y="1873"/>
                </a:lnTo>
                <a:lnTo>
                  <a:pt x="1191" y="1924"/>
                </a:lnTo>
                <a:lnTo>
                  <a:pt x="1201" y="1978"/>
                </a:lnTo>
                <a:lnTo>
                  <a:pt x="1203" y="2035"/>
                </a:lnTo>
                <a:lnTo>
                  <a:pt x="1198" y="2093"/>
                </a:lnTo>
                <a:lnTo>
                  <a:pt x="1183" y="2148"/>
                </a:lnTo>
                <a:lnTo>
                  <a:pt x="1163" y="2195"/>
                </a:lnTo>
                <a:lnTo>
                  <a:pt x="1132" y="2242"/>
                </a:lnTo>
                <a:lnTo>
                  <a:pt x="1096" y="2284"/>
                </a:lnTo>
                <a:lnTo>
                  <a:pt x="1052" y="2322"/>
                </a:lnTo>
                <a:lnTo>
                  <a:pt x="1001" y="2357"/>
                </a:lnTo>
                <a:lnTo>
                  <a:pt x="945" y="2384"/>
                </a:lnTo>
                <a:lnTo>
                  <a:pt x="883" y="2404"/>
                </a:lnTo>
                <a:lnTo>
                  <a:pt x="816" y="2417"/>
                </a:lnTo>
                <a:lnTo>
                  <a:pt x="745" y="2420"/>
                </a:lnTo>
                <a:lnTo>
                  <a:pt x="672" y="2411"/>
                </a:lnTo>
                <a:lnTo>
                  <a:pt x="594" y="2393"/>
                </a:lnTo>
                <a:lnTo>
                  <a:pt x="516" y="2364"/>
                </a:lnTo>
                <a:lnTo>
                  <a:pt x="443" y="2326"/>
                </a:lnTo>
                <a:lnTo>
                  <a:pt x="371" y="2277"/>
                </a:lnTo>
                <a:lnTo>
                  <a:pt x="303" y="2220"/>
                </a:lnTo>
                <a:lnTo>
                  <a:pt x="241" y="2157"/>
                </a:lnTo>
                <a:lnTo>
                  <a:pt x="183" y="2086"/>
                </a:lnTo>
                <a:lnTo>
                  <a:pt x="132" y="2008"/>
                </a:lnTo>
                <a:lnTo>
                  <a:pt x="89" y="1924"/>
                </a:lnTo>
                <a:lnTo>
                  <a:pt x="52" y="1835"/>
                </a:lnTo>
                <a:lnTo>
                  <a:pt x="25" y="1742"/>
                </a:lnTo>
                <a:lnTo>
                  <a:pt x="7" y="1644"/>
                </a:lnTo>
                <a:lnTo>
                  <a:pt x="0" y="1544"/>
                </a:lnTo>
                <a:lnTo>
                  <a:pt x="1" y="1440"/>
                </a:lnTo>
                <a:lnTo>
                  <a:pt x="16" y="1337"/>
                </a:lnTo>
                <a:lnTo>
                  <a:pt x="41" y="1224"/>
                </a:lnTo>
                <a:lnTo>
                  <a:pt x="71" y="1115"/>
                </a:lnTo>
                <a:lnTo>
                  <a:pt x="105" y="1009"/>
                </a:lnTo>
                <a:lnTo>
                  <a:pt x="143" y="909"/>
                </a:lnTo>
                <a:lnTo>
                  <a:pt x="189" y="815"/>
                </a:lnTo>
                <a:lnTo>
                  <a:pt x="240" y="726"/>
                </a:lnTo>
                <a:lnTo>
                  <a:pt x="294" y="642"/>
                </a:lnTo>
                <a:lnTo>
                  <a:pt x="356" y="564"/>
                </a:lnTo>
                <a:lnTo>
                  <a:pt x="423" y="491"/>
                </a:lnTo>
                <a:lnTo>
                  <a:pt x="496" y="426"/>
                </a:lnTo>
                <a:lnTo>
                  <a:pt x="576" y="368"/>
                </a:lnTo>
                <a:lnTo>
                  <a:pt x="614" y="344"/>
                </a:lnTo>
                <a:lnTo>
                  <a:pt x="660" y="317"/>
                </a:lnTo>
                <a:lnTo>
                  <a:pt x="711" y="291"/>
                </a:lnTo>
                <a:lnTo>
                  <a:pt x="765" y="268"/>
                </a:lnTo>
                <a:lnTo>
                  <a:pt x="823" y="249"/>
                </a:lnTo>
                <a:lnTo>
                  <a:pt x="885" y="238"/>
                </a:lnTo>
                <a:lnTo>
                  <a:pt x="951" y="233"/>
                </a:lnTo>
                <a:lnTo>
                  <a:pt x="1016" y="240"/>
                </a:lnTo>
                <a:lnTo>
                  <a:pt x="1071" y="253"/>
                </a:lnTo>
                <a:lnTo>
                  <a:pt x="1123" y="268"/>
                </a:lnTo>
                <a:lnTo>
                  <a:pt x="1176" y="289"/>
                </a:lnTo>
                <a:lnTo>
                  <a:pt x="1225" y="313"/>
                </a:lnTo>
                <a:lnTo>
                  <a:pt x="1271" y="342"/>
                </a:lnTo>
                <a:lnTo>
                  <a:pt x="1314" y="373"/>
                </a:lnTo>
                <a:lnTo>
                  <a:pt x="1352" y="409"/>
                </a:lnTo>
                <a:lnTo>
                  <a:pt x="1385" y="449"/>
                </a:lnTo>
                <a:lnTo>
                  <a:pt x="1414" y="493"/>
                </a:lnTo>
                <a:lnTo>
                  <a:pt x="1438" y="538"/>
                </a:lnTo>
                <a:lnTo>
                  <a:pt x="1452" y="589"/>
                </a:lnTo>
                <a:lnTo>
                  <a:pt x="1461" y="642"/>
                </a:lnTo>
                <a:lnTo>
                  <a:pt x="1463" y="700"/>
                </a:lnTo>
                <a:lnTo>
                  <a:pt x="1456" y="758"/>
                </a:lnTo>
                <a:lnTo>
                  <a:pt x="1441" y="822"/>
                </a:lnTo>
                <a:lnTo>
                  <a:pt x="1416" y="888"/>
                </a:lnTo>
                <a:lnTo>
                  <a:pt x="1392" y="933"/>
                </a:lnTo>
                <a:lnTo>
                  <a:pt x="1363" y="973"/>
                </a:lnTo>
                <a:lnTo>
                  <a:pt x="1331" y="1009"/>
                </a:lnTo>
                <a:lnTo>
                  <a:pt x="1292" y="1042"/>
                </a:lnTo>
                <a:lnTo>
                  <a:pt x="1252" y="1071"/>
                </a:lnTo>
                <a:lnTo>
                  <a:pt x="1211" y="1098"/>
                </a:lnTo>
                <a:lnTo>
                  <a:pt x="1169" y="1124"/>
                </a:lnTo>
                <a:lnTo>
                  <a:pt x="1169" y="1128"/>
                </a:lnTo>
                <a:lnTo>
                  <a:pt x="1176" y="1144"/>
                </a:lnTo>
                <a:lnTo>
                  <a:pt x="1185" y="1162"/>
                </a:lnTo>
                <a:lnTo>
                  <a:pt x="1191" y="1184"/>
                </a:lnTo>
                <a:lnTo>
                  <a:pt x="1200" y="1206"/>
                </a:lnTo>
                <a:lnTo>
                  <a:pt x="1207" y="1226"/>
                </a:lnTo>
                <a:lnTo>
                  <a:pt x="1218" y="1240"/>
                </a:lnTo>
                <a:lnTo>
                  <a:pt x="1232" y="1248"/>
                </a:lnTo>
                <a:lnTo>
                  <a:pt x="1278" y="1237"/>
                </a:lnTo>
                <a:lnTo>
                  <a:pt x="1327" y="1226"/>
                </a:lnTo>
                <a:lnTo>
                  <a:pt x="1374" y="1215"/>
                </a:lnTo>
                <a:lnTo>
                  <a:pt x="1421" y="1200"/>
                </a:lnTo>
                <a:lnTo>
                  <a:pt x="1463" y="1184"/>
                </a:lnTo>
                <a:lnTo>
                  <a:pt x="1500" y="1164"/>
                </a:lnTo>
                <a:lnTo>
                  <a:pt x="1500" y="993"/>
                </a:lnTo>
                <a:lnTo>
                  <a:pt x="1501" y="826"/>
                </a:lnTo>
                <a:lnTo>
                  <a:pt x="1503" y="662"/>
                </a:lnTo>
                <a:lnTo>
                  <a:pt x="1503" y="495"/>
                </a:lnTo>
                <a:lnTo>
                  <a:pt x="1503" y="324"/>
                </a:lnTo>
                <a:lnTo>
                  <a:pt x="1503" y="275"/>
                </a:lnTo>
                <a:lnTo>
                  <a:pt x="1501" y="228"/>
                </a:lnTo>
                <a:lnTo>
                  <a:pt x="1498" y="184"/>
                </a:lnTo>
                <a:lnTo>
                  <a:pt x="1496" y="140"/>
                </a:lnTo>
                <a:lnTo>
                  <a:pt x="1498" y="98"/>
                </a:lnTo>
                <a:lnTo>
                  <a:pt x="1505" y="60"/>
                </a:lnTo>
                <a:lnTo>
                  <a:pt x="1520" y="24"/>
                </a:lnTo>
                <a:lnTo>
                  <a:pt x="1561" y="8"/>
                </a:lnTo>
                <a:lnTo>
                  <a:pt x="1600"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24" name="Google Shape;524;p65"/>
          <p:cNvSpPr/>
          <p:nvPr/>
        </p:nvSpPr>
        <p:spPr>
          <a:xfrm>
            <a:off x="4781136" y="2512108"/>
            <a:ext cx="264905" cy="226511"/>
          </a:xfrm>
          <a:custGeom>
            <a:avLst/>
            <a:gdLst/>
            <a:ahLst/>
            <a:cxnLst/>
            <a:rect l="l" t="t" r="r" b="b"/>
            <a:pathLst>
              <a:path w="2942" h="3247" extrusionOk="0">
                <a:moveTo>
                  <a:pt x="1516" y="0"/>
                </a:moveTo>
                <a:lnTo>
                  <a:pt x="1644" y="1"/>
                </a:lnTo>
                <a:lnTo>
                  <a:pt x="1764" y="10"/>
                </a:lnTo>
                <a:lnTo>
                  <a:pt x="1878" y="25"/>
                </a:lnTo>
                <a:lnTo>
                  <a:pt x="1987" y="47"/>
                </a:lnTo>
                <a:lnTo>
                  <a:pt x="2091" y="74"/>
                </a:lnTo>
                <a:lnTo>
                  <a:pt x="2187" y="109"/>
                </a:lnTo>
                <a:lnTo>
                  <a:pt x="2280" y="147"/>
                </a:lnTo>
                <a:lnTo>
                  <a:pt x="2365" y="192"/>
                </a:lnTo>
                <a:lnTo>
                  <a:pt x="2445" y="243"/>
                </a:lnTo>
                <a:lnTo>
                  <a:pt x="2522" y="300"/>
                </a:lnTo>
                <a:lnTo>
                  <a:pt x="2591" y="361"/>
                </a:lnTo>
                <a:lnTo>
                  <a:pt x="2654" y="429"/>
                </a:lnTo>
                <a:lnTo>
                  <a:pt x="2713" y="500"/>
                </a:lnTo>
                <a:lnTo>
                  <a:pt x="2765" y="576"/>
                </a:lnTo>
                <a:lnTo>
                  <a:pt x="2813" y="656"/>
                </a:lnTo>
                <a:lnTo>
                  <a:pt x="2845" y="723"/>
                </a:lnTo>
                <a:lnTo>
                  <a:pt x="2873" y="798"/>
                </a:lnTo>
                <a:lnTo>
                  <a:pt x="2898" y="880"/>
                </a:lnTo>
                <a:lnTo>
                  <a:pt x="2918" y="969"/>
                </a:lnTo>
                <a:lnTo>
                  <a:pt x="2933" y="1060"/>
                </a:lnTo>
                <a:lnTo>
                  <a:pt x="2940" y="1154"/>
                </a:lnTo>
                <a:lnTo>
                  <a:pt x="2942" y="1250"/>
                </a:lnTo>
                <a:lnTo>
                  <a:pt x="2936" y="1345"/>
                </a:lnTo>
                <a:lnTo>
                  <a:pt x="2924" y="1438"/>
                </a:lnTo>
                <a:lnTo>
                  <a:pt x="2902" y="1529"/>
                </a:lnTo>
                <a:lnTo>
                  <a:pt x="2873" y="1607"/>
                </a:lnTo>
                <a:lnTo>
                  <a:pt x="2838" y="1680"/>
                </a:lnTo>
                <a:lnTo>
                  <a:pt x="2796" y="1747"/>
                </a:lnTo>
                <a:lnTo>
                  <a:pt x="2753" y="1812"/>
                </a:lnTo>
                <a:lnTo>
                  <a:pt x="2705" y="1876"/>
                </a:lnTo>
                <a:lnTo>
                  <a:pt x="2658" y="1936"/>
                </a:lnTo>
                <a:lnTo>
                  <a:pt x="2611" y="1998"/>
                </a:lnTo>
                <a:lnTo>
                  <a:pt x="2565" y="2060"/>
                </a:lnTo>
                <a:lnTo>
                  <a:pt x="2534" y="2110"/>
                </a:lnTo>
                <a:lnTo>
                  <a:pt x="2509" y="2167"/>
                </a:lnTo>
                <a:lnTo>
                  <a:pt x="2489" y="2227"/>
                </a:lnTo>
                <a:lnTo>
                  <a:pt x="2473" y="2292"/>
                </a:lnTo>
                <a:lnTo>
                  <a:pt x="2471" y="2323"/>
                </a:lnTo>
                <a:lnTo>
                  <a:pt x="2473" y="2360"/>
                </a:lnTo>
                <a:lnTo>
                  <a:pt x="2478" y="2405"/>
                </a:lnTo>
                <a:lnTo>
                  <a:pt x="2485" y="2452"/>
                </a:lnTo>
                <a:lnTo>
                  <a:pt x="2496" y="2503"/>
                </a:lnTo>
                <a:lnTo>
                  <a:pt x="2509" y="2554"/>
                </a:lnTo>
                <a:lnTo>
                  <a:pt x="2522" y="2603"/>
                </a:lnTo>
                <a:lnTo>
                  <a:pt x="2536" y="2650"/>
                </a:lnTo>
                <a:lnTo>
                  <a:pt x="2549" y="2692"/>
                </a:lnTo>
                <a:lnTo>
                  <a:pt x="2562" y="2729"/>
                </a:lnTo>
                <a:lnTo>
                  <a:pt x="2573" y="2756"/>
                </a:lnTo>
                <a:lnTo>
                  <a:pt x="2589" y="2796"/>
                </a:lnTo>
                <a:lnTo>
                  <a:pt x="2604" y="2845"/>
                </a:lnTo>
                <a:lnTo>
                  <a:pt x="2620" y="2900"/>
                </a:lnTo>
                <a:lnTo>
                  <a:pt x="2636" y="2956"/>
                </a:lnTo>
                <a:lnTo>
                  <a:pt x="2654" y="3007"/>
                </a:lnTo>
                <a:lnTo>
                  <a:pt x="2673" y="3052"/>
                </a:lnTo>
                <a:lnTo>
                  <a:pt x="2502" y="3107"/>
                </a:lnTo>
                <a:lnTo>
                  <a:pt x="2336" y="3154"/>
                </a:lnTo>
                <a:lnTo>
                  <a:pt x="2178" y="3192"/>
                </a:lnTo>
                <a:lnTo>
                  <a:pt x="2024" y="3220"/>
                </a:lnTo>
                <a:lnTo>
                  <a:pt x="1874" y="3240"/>
                </a:lnTo>
                <a:lnTo>
                  <a:pt x="1729" y="3247"/>
                </a:lnTo>
                <a:lnTo>
                  <a:pt x="1587" y="3245"/>
                </a:lnTo>
                <a:lnTo>
                  <a:pt x="1449" y="3232"/>
                </a:lnTo>
                <a:lnTo>
                  <a:pt x="1313" y="3209"/>
                </a:lnTo>
                <a:lnTo>
                  <a:pt x="1307" y="3176"/>
                </a:lnTo>
                <a:lnTo>
                  <a:pt x="1300" y="3138"/>
                </a:lnTo>
                <a:lnTo>
                  <a:pt x="1291" y="3092"/>
                </a:lnTo>
                <a:lnTo>
                  <a:pt x="1284" y="3043"/>
                </a:lnTo>
                <a:lnTo>
                  <a:pt x="1274" y="2990"/>
                </a:lnTo>
                <a:lnTo>
                  <a:pt x="1264" y="2936"/>
                </a:lnTo>
                <a:lnTo>
                  <a:pt x="1253" y="2883"/>
                </a:lnTo>
                <a:lnTo>
                  <a:pt x="1240" y="2832"/>
                </a:lnTo>
                <a:lnTo>
                  <a:pt x="1227" y="2783"/>
                </a:lnTo>
                <a:lnTo>
                  <a:pt x="1211" y="2740"/>
                </a:lnTo>
                <a:lnTo>
                  <a:pt x="1194" y="2703"/>
                </a:lnTo>
                <a:lnTo>
                  <a:pt x="1176" y="2674"/>
                </a:lnTo>
                <a:lnTo>
                  <a:pt x="1156" y="2656"/>
                </a:lnTo>
                <a:lnTo>
                  <a:pt x="1134" y="2647"/>
                </a:lnTo>
                <a:lnTo>
                  <a:pt x="1109" y="2643"/>
                </a:lnTo>
                <a:lnTo>
                  <a:pt x="1080" y="2645"/>
                </a:lnTo>
                <a:lnTo>
                  <a:pt x="1051" y="2649"/>
                </a:lnTo>
                <a:lnTo>
                  <a:pt x="1024" y="2656"/>
                </a:lnTo>
                <a:lnTo>
                  <a:pt x="998" y="2663"/>
                </a:lnTo>
                <a:lnTo>
                  <a:pt x="974" y="2670"/>
                </a:lnTo>
                <a:lnTo>
                  <a:pt x="956" y="2676"/>
                </a:lnTo>
                <a:lnTo>
                  <a:pt x="913" y="2690"/>
                </a:lnTo>
                <a:lnTo>
                  <a:pt x="864" y="2703"/>
                </a:lnTo>
                <a:lnTo>
                  <a:pt x="809" y="2714"/>
                </a:lnTo>
                <a:lnTo>
                  <a:pt x="751" y="2721"/>
                </a:lnTo>
                <a:lnTo>
                  <a:pt x="693" y="2727"/>
                </a:lnTo>
                <a:lnTo>
                  <a:pt x="634" y="2729"/>
                </a:lnTo>
                <a:lnTo>
                  <a:pt x="578" y="2725"/>
                </a:lnTo>
                <a:lnTo>
                  <a:pt x="525" y="2716"/>
                </a:lnTo>
                <a:lnTo>
                  <a:pt x="496" y="2709"/>
                </a:lnTo>
                <a:lnTo>
                  <a:pt x="467" y="2696"/>
                </a:lnTo>
                <a:lnTo>
                  <a:pt x="438" y="2681"/>
                </a:lnTo>
                <a:lnTo>
                  <a:pt x="413" y="2663"/>
                </a:lnTo>
                <a:lnTo>
                  <a:pt x="387" y="2641"/>
                </a:lnTo>
                <a:lnTo>
                  <a:pt x="367" y="2618"/>
                </a:lnTo>
                <a:lnTo>
                  <a:pt x="353" y="2589"/>
                </a:lnTo>
                <a:lnTo>
                  <a:pt x="342" y="2556"/>
                </a:lnTo>
                <a:lnTo>
                  <a:pt x="338" y="2520"/>
                </a:lnTo>
                <a:lnTo>
                  <a:pt x="342" y="2480"/>
                </a:lnTo>
                <a:lnTo>
                  <a:pt x="347" y="2452"/>
                </a:lnTo>
                <a:lnTo>
                  <a:pt x="354" y="2421"/>
                </a:lnTo>
                <a:lnTo>
                  <a:pt x="362" y="2389"/>
                </a:lnTo>
                <a:lnTo>
                  <a:pt x="365" y="2358"/>
                </a:lnTo>
                <a:lnTo>
                  <a:pt x="365" y="2325"/>
                </a:lnTo>
                <a:lnTo>
                  <a:pt x="356" y="2296"/>
                </a:lnTo>
                <a:lnTo>
                  <a:pt x="347" y="2280"/>
                </a:lnTo>
                <a:lnTo>
                  <a:pt x="331" y="2265"/>
                </a:lnTo>
                <a:lnTo>
                  <a:pt x="314" y="2254"/>
                </a:lnTo>
                <a:lnTo>
                  <a:pt x="296" y="2245"/>
                </a:lnTo>
                <a:lnTo>
                  <a:pt x="278" y="2232"/>
                </a:lnTo>
                <a:lnTo>
                  <a:pt x="264" y="2218"/>
                </a:lnTo>
                <a:lnTo>
                  <a:pt x="253" y="2200"/>
                </a:lnTo>
                <a:lnTo>
                  <a:pt x="249" y="2180"/>
                </a:lnTo>
                <a:lnTo>
                  <a:pt x="251" y="2160"/>
                </a:lnTo>
                <a:lnTo>
                  <a:pt x="258" y="2141"/>
                </a:lnTo>
                <a:lnTo>
                  <a:pt x="267" y="2125"/>
                </a:lnTo>
                <a:lnTo>
                  <a:pt x="273" y="2109"/>
                </a:lnTo>
                <a:lnTo>
                  <a:pt x="244" y="2089"/>
                </a:lnTo>
                <a:lnTo>
                  <a:pt x="224" y="2069"/>
                </a:lnTo>
                <a:lnTo>
                  <a:pt x="213" y="2049"/>
                </a:lnTo>
                <a:lnTo>
                  <a:pt x="211" y="2027"/>
                </a:lnTo>
                <a:lnTo>
                  <a:pt x="214" y="2007"/>
                </a:lnTo>
                <a:lnTo>
                  <a:pt x="222" y="1985"/>
                </a:lnTo>
                <a:lnTo>
                  <a:pt x="233" y="1963"/>
                </a:lnTo>
                <a:lnTo>
                  <a:pt x="245" y="1941"/>
                </a:lnTo>
                <a:lnTo>
                  <a:pt x="256" y="1918"/>
                </a:lnTo>
                <a:lnTo>
                  <a:pt x="267" y="1896"/>
                </a:lnTo>
                <a:lnTo>
                  <a:pt x="273" y="1872"/>
                </a:lnTo>
                <a:lnTo>
                  <a:pt x="253" y="1854"/>
                </a:lnTo>
                <a:lnTo>
                  <a:pt x="225" y="1840"/>
                </a:lnTo>
                <a:lnTo>
                  <a:pt x="194" y="1827"/>
                </a:lnTo>
                <a:lnTo>
                  <a:pt x="162" y="1816"/>
                </a:lnTo>
                <a:lnTo>
                  <a:pt x="129" y="1805"/>
                </a:lnTo>
                <a:lnTo>
                  <a:pt x="96" y="1794"/>
                </a:lnTo>
                <a:lnTo>
                  <a:pt x="65" y="1781"/>
                </a:lnTo>
                <a:lnTo>
                  <a:pt x="40" y="1767"/>
                </a:lnTo>
                <a:lnTo>
                  <a:pt x="18" y="1747"/>
                </a:lnTo>
                <a:lnTo>
                  <a:pt x="5" y="1723"/>
                </a:lnTo>
                <a:lnTo>
                  <a:pt x="0" y="1698"/>
                </a:lnTo>
                <a:lnTo>
                  <a:pt x="4" y="1674"/>
                </a:lnTo>
                <a:lnTo>
                  <a:pt x="13" y="1652"/>
                </a:lnTo>
                <a:lnTo>
                  <a:pt x="27" y="1634"/>
                </a:lnTo>
                <a:lnTo>
                  <a:pt x="44" y="1616"/>
                </a:lnTo>
                <a:lnTo>
                  <a:pt x="60" y="1601"/>
                </a:lnTo>
                <a:lnTo>
                  <a:pt x="73" y="1589"/>
                </a:lnTo>
                <a:lnTo>
                  <a:pt x="111" y="1545"/>
                </a:lnTo>
                <a:lnTo>
                  <a:pt x="151" y="1505"/>
                </a:lnTo>
                <a:lnTo>
                  <a:pt x="191" y="1465"/>
                </a:lnTo>
                <a:lnTo>
                  <a:pt x="229" y="1421"/>
                </a:lnTo>
                <a:lnTo>
                  <a:pt x="265" y="1378"/>
                </a:lnTo>
                <a:lnTo>
                  <a:pt x="298" y="1329"/>
                </a:lnTo>
                <a:lnTo>
                  <a:pt x="325" y="1276"/>
                </a:lnTo>
                <a:lnTo>
                  <a:pt x="340" y="1232"/>
                </a:lnTo>
                <a:lnTo>
                  <a:pt x="345" y="1189"/>
                </a:lnTo>
                <a:lnTo>
                  <a:pt x="345" y="1143"/>
                </a:lnTo>
                <a:lnTo>
                  <a:pt x="344" y="1094"/>
                </a:lnTo>
                <a:lnTo>
                  <a:pt x="342" y="1045"/>
                </a:lnTo>
                <a:lnTo>
                  <a:pt x="344" y="992"/>
                </a:lnTo>
                <a:lnTo>
                  <a:pt x="349" y="936"/>
                </a:lnTo>
                <a:lnTo>
                  <a:pt x="405" y="705"/>
                </a:lnTo>
                <a:lnTo>
                  <a:pt x="440" y="621"/>
                </a:lnTo>
                <a:lnTo>
                  <a:pt x="482" y="543"/>
                </a:lnTo>
                <a:lnTo>
                  <a:pt x="531" y="470"/>
                </a:lnTo>
                <a:lnTo>
                  <a:pt x="587" y="401"/>
                </a:lnTo>
                <a:lnTo>
                  <a:pt x="649" y="338"/>
                </a:lnTo>
                <a:lnTo>
                  <a:pt x="716" y="280"/>
                </a:lnTo>
                <a:lnTo>
                  <a:pt x="789" y="227"/>
                </a:lnTo>
                <a:lnTo>
                  <a:pt x="865" y="180"/>
                </a:lnTo>
                <a:lnTo>
                  <a:pt x="947" y="138"/>
                </a:lnTo>
                <a:lnTo>
                  <a:pt x="1031" y="103"/>
                </a:lnTo>
                <a:lnTo>
                  <a:pt x="1116" y="72"/>
                </a:lnTo>
                <a:lnTo>
                  <a:pt x="1402" y="9"/>
                </a:lnTo>
                <a:lnTo>
                  <a:pt x="1516"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25" name="Google Shape;525;p65"/>
          <p:cNvSpPr/>
          <p:nvPr/>
        </p:nvSpPr>
        <p:spPr>
          <a:xfrm>
            <a:off x="6077018" y="975067"/>
            <a:ext cx="203564" cy="214787"/>
          </a:xfrm>
          <a:custGeom>
            <a:avLst/>
            <a:gdLst/>
            <a:ahLst/>
            <a:cxnLst/>
            <a:rect l="l" t="t" r="r" b="b"/>
            <a:pathLst>
              <a:path w="2753" h="3873" extrusionOk="0">
                <a:moveTo>
                  <a:pt x="2122" y="555"/>
                </a:moveTo>
                <a:lnTo>
                  <a:pt x="2180" y="557"/>
                </a:lnTo>
                <a:lnTo>
                  <a:pt x="2231" y="560"/>
                </a:lnTo>
                <a:lnTo>
                  <a:pt x="2275" y="568"/>
                </a:lnTo>
                <a:lnTo>
                  <a:pt x="2311" y="580"/>
                </a:lnTo>
                <a:lnTo>
                  <a:pt x="2346" y="598"/>
                </a:lnTo>
                <a:lnTo>
                  <a:pt x="2375" y="626"/>
                </a:lnTo>
                <a:lnTo>
                  <a:pt x="2399" y="658"/>
                </a:lnTo>
                <a:lnTo>
                  <a:pt x="2419" y="695"/>
                </a:lnTo>
                <a:lnTo>
                  <a:pt x="2433" y="735"/>
                </a:lnTo>
                <a:lnTo>
                  <a:pt x="2442" y="777"/>
                </a:lnTo>
                <a:lnTo>
                  <a:pt x="2444" y="820"/>
                </a:lnTo>
                <a:lnTo>
                  <a:pt x="2440" y="864"/>
                </a:lnTo>
                <a:lnTo>
                  <a:pt x="2431" y="908"/>
                </a:lnTo>
                <a:lnTo>
                  <a:pt x="2415" y="948"/>
                </a:lnTo>
                <a:lnTo>
                  <a:pt x="2391" y="984"/>
                </a:lnTo>
                <a:lnTo>
                  <a:pt x="2364" y="1013"/>
                </a:lnTo>
                <a:lnTo>
                  <a:pt x="2331" y="1037"/>
                </a:lnTo>
                <a:lnTo>
                  <a:pt x="2293" y="1057"/>
                </a:lnTo>
                <a:lnTo>
                  <a:pt x="2253" y="1073"/>
                </a:lnTo>
                <a:lnTo>
                  <a:pt x="2211" y="1086"/>
                </a:lnTo>
                <a:lnTo>
                  <a:pt x="2166" y="1098"/>
                </a:lnTo>
                <a:lnTo>
                  <a:pt x="2122" y="1111"/>
                </a:lnTo>
                <a:lnTo>
                  <a:pt x="2079" y="1124"/>
                </a:lnTo>
                <a:lnTo>
                  <a:pt x="2037" y="1138"/>
                </a:lnTo>
                <a:lnTo>
                  <a:pt x="1999" y="1157"/>
                </a:lnTo>
                <a:lnTo>
                  <a:pt x="1962" y="1178"/>
                </a:lnTo>
                <a:lnTo>
                  <a:pt x="1931" y="1204"/>
                </a:lnTo>
                <a:lnTo>
                  <a:pt x="1935" y="1235"/>
                </a:lnTo>
                <a:lnTo>
                  <a:pt x="1946" y="1260"/>
                </a:lnTo>
                <a:lnTo>
                  <a:pt x="1959" y="1282"/>
                </a:lnTo>
                <a:lnTo>
                  <a:pt x="1977" y="1302"/>
                </a:lnTo>
                <a:lnTo>
                  <a:pt x="1997" y="1318"/>
                </a:lnTo>
                <a:lnTo>
                  <a:pt x="2019" y="1333"/>
                </a:lnTo>
                <a:lnTo>
                  <a:pt x="2039" y="1346"/>
                </a:lnTo>
                <a:lnTo>
                  <a:pt x="2060" y="1360"/>
                </a:lnTo>
                <a:lnTo>
                  <a:pt x="2159" y="1433"/>
                </a:lnTo>
                <a:lnTo>
                  <a:pt x="2248" y="1509"/>
                </a:lnTo>
                <a:lnTo>
                  <a:pt x="2328" y="1588"/>
                </a:lnTo>
                <a:lnTo>
                  <a:pt x="2400" y="1671"/>
                </a:lnTo>
                <a:lnTo>
                  <a:pt x="2464" y="1757"/>
                </a:lnTo>
                <a:lnTo>
                  <a:pt x="2522" y="1844"/>
                </a:lnTo>
                <a:lnTo>
                  <a:pt x="2571" y="1933"/>
                </a:lnTo>
                <a:lnTo>
                  <a:pt x="2613" y="2026"/>
                </a:lnTo>
                <a:lnTo>
                  <a:pt x="2649" y="2118"/>
                </a:lnTo>
                <a:lnTo>
                  <a:pt x="2679" y="2211"/>
                </a:lnTo>
                <a:lnTo>
                  <a:pt x="2704" y="2304"/>
                </a:lnTo>
                <a:lnTo>
                  <a:pt x="2722" y="2398"/>
                </a:lnTo>
                <a:lnTo>
                  <a:pt x="2737" y="2493"/>
                </a:lnTo>
                <a:lnTo>
                  <a:pt x="2746" y="2586"/>
                </a:lnTo>
                <a:lnTo>
                  <a:pt x="2751" y="2677"/>
                </a:lnTo>
                <a:lnTo>
                  <a:pt x="2753" y="2768"/>
                </a:lnTo>
                <a:lnTo>
                  <a:pt x="2751" y="2857"/>
                </a:lnTo>
                <a:lnTo>
                  <a:pt x="2746" y="2942"/>
                </a:lnTo>
                <a:lnTo>
                  <a:pt x="2739" y="3028"/>
                </a:lnTo>
                <a:lnTo>
                  <a:pt x="2728" y="3108"/>
                </a:lnTo>
                <a:lnTo>
                  <a:pt x="2715" y="3186"/>
                </a:lnTo>
                <a:lnTo>
                  <a:pt x="2702" y="3260"/>
                </a:lnTo>
                <a:lnTo>
                  <a:pt x="2688" y="3331"/>
                </a:lnTo>
                <a:lnTo>
                  <a:pt x="2671" y="3397"/>
                </a:lnTo>
                <a:lnTo>
                  <a:pt x="2657" y="3458"/>
                </a:lnTo>
                <a:lnTo>
                  <a:pt x="2640" y="3515"/>
                </a:lnTo>
                <a:lnTo>
                  <a:pt x="2624" y="3564"/>
                </a:lnTo>
                <a:lnTo>
                  <a:pt x="2609" y="3609"/>
                </a:lnTo>
                <a:lnTo>
                  <a:pt x="2597" y="3648"/>
                </a:lnTo>
                <a:lnTo>
                  <a:pt x="2584" y="3680"/>
                </a:lnTo>
                <a:lnTo>
                  <a:pt x="2573" y="3704"/>
                </a:lnTo>
                <a:lnTo>
                  <a:pt x="2566" y="3722"/>
                </a:lnTo>
                <a:lnTo>
                  <a:pt x="2560" y="3733"/>
                </a:lnTo>
                <a:lnTo>
                  <a:pt x="2533" y="3764"/>
                </a:lnTo>
                <a:lnTo>
                  <a:pt x="2499" y="3789"/>
                </a:lnTo>
                <a:lnTo>
                  <a:pt x="2459" y="3811"/>
                </a:lnTo>
                <a:lnTo>
                  <a:pt x="2415" y="3829"/>
                </a:lnTo>
                <a:lnTo>
                  <a:pt x="2368" y="3844"/>
                </a:lnTo>
                <a:lnTo>
                  <a:pt x="2319" y="3855"/>
                </a:lnTo>
                <a:lnTo>
                  <a:pt x="2269" y="3862"/>
                </a:lnTo>
                <a:lnTo>
                  <a:pt x="2220" y="3868"/>
                </a:lnTo>
                <a:lnTo>
                  <a:pt x="2133" y="3873"/>
                </a:lnTo>
                <a:lnTo>
                  <a:pt x="2046" y="3873"/>
                </a:lnTo>
                <a:lnTo>
                  <a:pt x="1959" y="3868"/>
                </a:lnTo>
                <a:lnTo>
                  <a:pt x="1871" y="3855"/>
                </a:lnTo>
                <a:lnTo>
                  <a:pt x="1784" y="3838"/>
                </a:lnTo>
                <a:lnTo>
                  <a:pt x="1699" y="3818"/>
                </a:lnTo>
                <a:lnTo>
                  <a:pt x="1613" y="3795"/>
                </a:lnTo>
                <a:lnTo>
                  <a:pt x="1531" y="3768"/>
                </a:lnTo>
                <a:lnTo>
                  <a:pt x="1449" y="3737"/>
                </a:lnTo>
                <a:lnTo>
                  <a:pt x="1369" y="3704"/>
                </a:lnTo>
                <a:lnTo>
                  <a:pt x="1293" y="3669"/>
                </a:lnTo>
                <a:lnTo>
                  <a:pt x="1219" y="3635"/>
                </a:lnTo>
                <a:lnTo>
                  <a:pt x="1146" y="3597"/>
                </a:lnTo>
                <a:lnTo>
                  <a:pt x="1079" y="3560"/>
                </a:lnTo>
                <a:lnTo>
                  <a:pt x="1015" y="3524"/>
                </a:lnTo>
                <a:lnTo>
                  <a:pt x="953" y="3488"/>
                </a:lnTo>
                <a:lnTo>
                  <a:pt x="899" y="3453"/>
                </a:lnTo>
                <a:lnTo>
                  <a:pt x="846" y="3420"/>
                </a:lnTo>
                <a:lnTo>
                  <a:pt x="800" y="3389"/>
                </a:lnTo>
                <a:lnTo>
                  <a:pt x="759" y="3360"/>
                </a:lnTo>
                <a:lnTo>
                  <a:pt x="722" y="3335"/>
                </a:lnTo>
                <a:lnTo>
                  <a:pt x="693" y="3313"/>
                </a:lnTo>
                <a:lnTo>
                  <a:pt x="669" y="3297"/>
                </a:lnTo>
                <a:lnTo>
                  <a:pt x="653" y="3284"/>
                </a:lnTo>
                <a:lnTo>
                  <a:pt x="642" y="3275"/>
                </a:lnTo>
                <a:lnTo>
                  <a:pt x="640" y="3273"/>
                </a:lnTo>
                <a:lnTo>
                  <a:pt x="644" y="3277"/>
                </a:lnTo>
                <a:lnTo>
                  <a:pt x="562" y="3206"/>
                </a:lnTo>
                <a:lnTo>
                  <a:pt x="482" y="3124"/>
                </a:lnTo>
                <a:lnTo>
                  <a:pt x="402" y="3033"/>
                </a:lnTo>
                <a:lnTo>
                  <a:pt x="326" y="2935"/>
                </a:lnTo>
                <a:lnTo>
                  <a:pt x="255" y="2829"/>
                </a:lnTo>
                <a:lnTo>
                  <a:pt x="189" y="2718"/>
                </a:lnTo>
                <a:lnTo>
                  <a:pt x="131" y="2604"/>
                </a:lnTo>
                <a:lnTo>
                  <a:pt x="82" y="2484"/>
                </a:lnTo>
                <a:lnTo>
                  <a:pt x="40" y="2362"/>
                </a:lnTo>
                <a:lnTo>
                  <a:pt x="11" y="2240"/>
                </a:lnTo>
                <a:lnTo>
                  <a:pt x="0" y="2148"/>
                </a:lnTo>
                <a:lnTo>
                  <a:pt x="0" y="2057"/>
                </a:lnTo>
                <a:lnTo>
                  <a:pt x="9" y="1969"/>
                </a:lnTo>
                <a:lnTo>
                  <a:pt x="26" y="1886"/>
                </a:lnTo>
                <a:lnTo>
                  <a:pt x="51" y="1804"/>
                </a:lnTo>
                <a:lnTo>
                  <a:pt x="79" y="1729"/>
                </a:lnTo>
                <a:lnTo>
                  <a:pt x="111" y="1658"/>
                </a:lnTo>
                <a:lnTo>
                  <a:pt x="146" y="1595"/>
                </a:lnTo>
                <a:lnTo>
                  <a:pt x="180" y="1537"/>
                </a:lnTo>
                <a:lnTo>
                  <a:pt x="197" y="1513"/>
                </a:lnTo>
                <a:lnTo>
                  <a:pt x="217" y="1491"/>
                </a:lnTo>
                <a:lnTo>
                  <a:pt x="237" y="1471"/>
                </a:lnTo>
                <a:lnTo>
                  <a:pt x="259" y="1451"/>
                </a:lnTo>
                <a:lnTo>
                  <a:pt x="279" y="1429"/>
                </a:lnTo>
                <a:lnTo>
                  <a:pt x="300" y="1406"/>
                </a:lnTo>
                <a:lnTo>
                  <a:pt x="319" y="1380"/>
                </a:lnTo>
                <a:lnTo>
                  <a:pt x="335" y="1349"/>
                </a:lnTo>
                <a:lnTo>
                  <a:pt x="349" y="1313"/>
                </a:lnTo>
                <a:lnTo>
                  <a:pt x="359" y="1269"/>
                </a:lnTo>
                <a:lnTo>
                  <a:pt x="364" y="1220"/>
                </a:lnTo>
                <a:lnTo>
                  <a:pt x="368" y="1135"/>
                </a:lnTo>
                <a:lnTo>
                  <a:pt x="366" y="1058"/>
                </a:lnTo>
                <a:lnTo>
                  <a:pt x="364" y="989"/>
                </a:lnTo>
                <a:lnTo>
                  <a:pt x="360" y="929"/>
                </a:lnTo>
                <a:lnTo>
                  <a:pt x="357" y="877"/>
                </a:lnTo>
                <a:lnTo>
                  <a:pt x="353" y="831"/>
                </a:lnTo>
                <a:lnTo>
                  <a:pt x="353" y="789"/>
                </a:lnTo>
                <a:lnTo>
                  <a:pt x="355" y="755"/>
                </a:lnTo>
                <a:lnTo>
                  <a:pt x="359" y="724"/>
                </a:lnTo>
                <a:lnTo>
                  <a:pt x="369" y="698"/>
                </a:lnTo>
                <a:lnTo>
                  <a:pt x="384" y="675"/>
                </a:lnTo>
                <a:lnTo>
                  <a:pt x="406" y="653"/>
                </a:lnTo>
                <a:lnTo>
                  <a:pt x="435" y="635"/>
                </a:lnTo>
                <a:lnTo>
                  <a:pt x="473" y="617"/>
                </a:lnTo>
                <a:lnTo>
                  <a:pt x="520" y="600"/>
                </a:lnTo>
                <a:lnTo>
                  <a:pt x="559" y="591"/>
                </a:lnTo>
                <a:lnTo>
                  <a:pt x="593" y="591"/>
                </a:lnTo>
                <a:lnTo>
                  <a:pt x="624" y="598"/>
                </a:lnTo>
                <a:lnTo>
                  <a:pt x="651" y="615"/>
                </a:lnTo>
                <a:lnTo>
                  <a:pt x="677" y="635"/>
                </a:lnTo>
                <a:lnTo>
                  <a:pt x="699" y="664"/>
                </a:lnTo>
                <a:lnTo>
                  <a:pt x="717" y="697"/>
                </a:lnTo>
                <a:lnTo>
                  <a:pt x="733" y="733"/>
                </a:lnTo>
                <a:lnTo>
                  <a:pt x="748" y="775"/>
                </a:lnTo>
                <a:lnTo>
                  <a:pt x="760" y="818"/>
                </a:lnTo>
                <a:lnTo>
                  <a:pt x="769" y="866"/>
                </a:lnTo>
                <a:lnTo>
                  <a:pt x="777" y="915"/>
                </a:lnTo>
                <a:lnTo>
                  <a:pt x="782" y="964"/>
                </a:lnTo>
                <a:lnTo>
                  <a:pt x="788" y="1015"/>
                </a:lnTo>
                <a:lnTo>
                  <a:pt x="789" y="1066"/>
                </a:lnTo>
                <a:lnTo>
                  <a:pt x="791" y="1115"/>
                </a:lnTo>
                <a:lnTo>
                  <a:pt x="791" y="1164"/>
                </a:lnTo>
                <a:lnTo>
                  <a:pt x="791" y="1420"/>
                </a:lnTo>
                <a:lnTo>
                  <a:pt x="884" y="1224"/>
                </a:lnTo>
                <a:lnTo>
                  <a:pt x="942" y="1137"/>
                </a:lnTo>
                <a:lnTo>
                  <a:pt x="1008" y="1053"/>
                </a:lnTo>
                <a:lnTo>
                  <a:pt x="1080" y="969"/>
                </a:lnTo>
                <a:lnTo>
                  <a:pt x="1160" y="893"/>
                </a:lnTo>
                <a:lnTo>
                  <a:pt x="1248" y="820"/>
                </a:lnTo>
                <a:lnTo>
                  <a:pt x="1339" y="757"/>
                </a:lnTo>
                <a:lnTo>
                  <a:pt x="1433" y="700"/>
                </a:lnTo>
                <a:lnTo>
                  <a:pt x="1531" y="657"/>
                </a:lnTo>
                <a:lnTo>
                  <a:pt x="1573" y="642"/>
                </a:lnTo>
                <a:lnTo>
                  <a:pt x="1622" y="628"/>
                </a:lnTo>
                <a:lnTo>
                  <a:pt x="1679" y="613"/>
                </a:lnTo>
                <a:lnTo>
                  <a:pt x="1737" y="600"/>
                </a:lnTo>
                <a:lnTo>
                  <a:pt x="1800" y="588"/>
                </a:lnTo>
                <a:lnTo>
                  <a:pt x="1866" y="577"/>
                </a:lnTo>
                <a:lnTo>
                  <a:pt x="1931" y="568"/>
                </a:lnTo>
                <a:lnTo>
                  <a:pt x="1999" y="562"/>
                </a:lnTo>
                <a:lnTo>
                  <a:pt x="2062" y="557"/>
                </a:lnTo>
                <a:lnTo>
                  <a:pt x="2122" y="555"/>
                </a:lnTo>
                <a:close/>
                <a:moveTo>
                  <a:pt x="1200" y="0"/>
                </a:moveTo>
                <a:lnTo>
                  <a:pt x="1231" y="2"/>
                </a:lnTo>
                <a:lnTo>
                  <a:pt x="1257" y="8"/>
                </a:lnTo>
                <a:lnTo>
                  <a:pt x="1277" y="18"/>
                </a:lnTo>
                <a:lnTo>
                  <a:pt x="1291" y="31"/>
                </a:lnTo>
                <a:lnTo>
                  <a:pt x="1300" y="48"/>
                </a:lnTo>
                <a:lnTo>
                  <a:pt x="1308" y="68"/>
                </a:lnTo>
                <a:lnTo>
                  <a:pt x="1311" y="89"/>
                </a:lnTo>
                <a:lnTo>
                  <a:pt x="1315" y="111"/>
                </a:lnTo>
                <a:lnTo>
                  <a:pt x="1315" y="137"/>
                </a:lnTo>
                <a:lnTo>
                  <a:pt x="1317" y="160"/>
                </a:lnTo>
                <a:lnTo>
                  <a:pt x="1320" y="186"/>
                </a:lnTo>
                <a:lnTo>
                  <a:pt x="1324" y="208"/>
                </a:lnTo>
                <a:lnTo>
                  <a:pt x="1329" y="229"/>
                </a:lnTo>
                <a:lnTo>
                  <a:pt x="1339" y="249"/>
                </a:lnTo>
                <a:lnTo>
                  <a:pt x="1349" y="266"/>
                </a:lnTo>
                <a:lnTo>
                  <a:pt x="1364" y="278"/>
                </a:lnTo>
                <a:lnTo>
                  <a:pt x="1375" y="278"/>
                </a:lnTo>
                <a:lnTo>
                  <a:pt x="1389" y="278"/>
                </a:lnTo>
                <a:lnTo>
                  <a:pt x="1400" y="280"/>
                </a:lnTo>
                <a:lnTo>
                  <a:pt x="1420" y="246"/>
                </a:lnTo>
                <a:lnTo>
                  <a:pt x="1439" y="209"/>
                </a:lnTo>
                <a:lnTo>
                  <a:pt x="1455" y="173"/>
                </a:lnTo>
                <a:lnTo>
                  <a:pt x="1471" y="138"/>
                </a:lnTo>
                <a:lnTo>
                  <a:pt x="1489" y="104"/>
                </a:lnTo>
                <a:lnTo>
                  <a:pt x="1511" y="71"/>
                </a:lnTo>
                <a:lnTo>
                  <a:pt x="1537" y="42"/>
                </a:lnTo>
                <a:lnTo>
                  <a:pt x="1568" y="18"/>
                </a:lnTo>
                <a:lnTo>
                  <a:pt x="1600" y="22"/>
                </a:lnTo>
                <a:lnTo>
                  <a:pt x="1626" y="29"/>
                </a:lnTo>
                <a:lnTo>
                  <a:pt x="1646" y="44"/>
                </a:lnTo>
                <a:lnTo>
                  <a:pt x="1659" y="62"/>
                </a:lnTo>
                <a:lnTo>
                  <a:pt x="1668" y="82"/>
                </a:lnTo>
                <a:lnTo>
                  <a:pt x="1671" y="108"/>
                </a:lnTo>
                <a:lnTo>
                  <a:pt x="1673" y="133"/>
                </a:lnTo>
                <a:lnTo>
                  <a:pt x="1669" y="162"/>
                </a:lnTo>
                <a:lnTo>
                  <a:pt x="1664" y="191"/>
                </a:lnTo>
                <a:lnTo>
                  <a:pt x="1657" y="220"/>
                </a:lnTo>
                <a:lnTo>
                  <a:pt x="1649" y="249"/>
                </a:lnTo>
                <a:lnTo>
                  <a:pt x="1640" y="278"/>
                </a:lnTo>
                <a:lnTo>
                  <a:pt x="1633" y="304"/>
                </a:lnTo>
                <a:lnTo>
                  <a:pt x="1626" y="329"/>
                </a:lnTo>
                <a:lnTo>
                  <a:pt x="1620" y="349"/>
                </a:lnTo>
                <a:lnTo>
                  <a:pt x="1666" y="408"/>
                </a:lnTo>
                <a:lnTo>
                  <a:pt x="1717" y="458"/>
                </a:lnTo>
                <a:lnTo>
                  <a:pt x="1771" y="502"/>
                </a:lnTo>
                <a:lnTo>
                  <a:pt x="1773" y="504"/>
                </a:lnTo>
                <a:lnTo>
                  <a:pt x="1773" y="508"/>
                </a:lnTo>
                <a:lnTo>
                  <a:pt x="1775" y="511"/>
                </a:lnTo>
                <a:lnTo>
                  <a:pt x="1775" y="515"/>
                </a:lnTo>
                <a:lnTo>
                  <a:pt x="1777" y="517"/>
                </a:lnTo>
                <a:lnTo>
                  <a:pt x="1686" y="535"/>
                </a:lnTo>
                <a:lnTo>
                  <a:pt x="1604" y="557"/>
                </a:lnTo>
                <a:lnTo>
                  <a:pt x="1529" y="580"/>
                </a:lnTo>
                <a:lnTo>
                  <a:pt x="1462" y="606"/>
                </a:lnTo>
                <a:lnTo>
                  <a:pt x="1400" y="635"/>
                </a:lnTo>
                <a:lnTo>
                  <a:pt x="1342" y="666"/>
                </a:lnTo>
                <a:lnTo>
                  <a:pt x="1289" y="700"/>
                </a:lnTo>
                <a:lnTo>
                  <a:pt x="1239" y="735"/>
                </a:lnTo>
                <a:lnTo>
                  <a:pt x="1189" y="773"/>
                </a:lnTo>
                <a:lnTo>
                  <a:pt x="1140" y="813"/>
                </a:lnTo>
                <a:lnTo>
                  <a:pt x="1091" y="857"/>
                </a:lnTo>
                <a:lnTo>
                  <a:pt x="1039" y="908"/>
                </a:lnTo>
                <a:lnTo>
                  <a:pt x="995" y="958"/>
                </a:lnTo>
                <a:lnTo>
                  <a:pt x="955" y="1009"/>
                </a:lnTo>
                <a:lnTo>
                  <a:pt x="919" y="1060"/>
                </a:lnTo>
                <a:lnTo>
                  <a:pt x="880" y="1111"/>
                </a:lnTo>
                <a:lnTo>
                  <a:pt x="877" y="1115"/>
                </a:lnTo>
                <a:lnTo>
                  <a:pt x="871" y="1124"/>
                </a:lnTo>
                <a:lnTo>
                  <a:pt x="866" y="1135"/>
                </a:lnTo>
                <a:lnTo>
                  <a:pt x="860" y="1146"/>
                </a:lnTo>
                <a:lnTo>
                  <a:pt x="855" y="1153"/>
                </a:lnTo>
                <a:lnTo>
                  <a:pt x="851" y="1157"/>
                </a:lnTo>
                <a:lnTo>
                  <a:pt x="855" y="1100"/>
                </a:lnTo>
                <a:lnTo>
                  <a:pt x="855" y="1038"/>
                </a:lnTo>
                <a:lnTo>
                  <a:pt x="851" y="977"/>
                </a:lnTo>
                <a:lnTo>
                  <a:pt x="844" y="913"/>
                </a:lnTo>
                <a:lnTo>
                  <a:pt x="835" y="853"/>
                </a:lnTo>
                <a:lnTo>
                  <a:pt x="826" y="798"/>
                </a:lnTo>
                <a:lnTo>
                  <a:pt x="813" y="751"/>
                </a:lnTo>
                <a:lnTo>
                  <a:pt x="800" y="713"/>
                </a:lnTo>
                <a:lnTo>
                  <a:pt x="809" y="698"/>
                </a:lnTo>
                <a:lnTo>
                  <a:pt x="822" y="678"/>
                </a:lnTo>
                <a:lnTo>
                  <a:pt x="837" y="658"/>
                </a:lnTo>
                <a:lnTo>
                  <a:pt x="853" y="637"/>
                </a:lnTo>
                <a:lnTo>
                  <a:pt x="869" y="615"/>
                </a:lnTo>
                <a:lnTo>
                  <a:pt x="882" y="593"/>
                </a:lnTo>
                <a:lnTo>
                  <a:pt x="891" y="573"/>
                </a:lnTo>
                <a:lnTo>
                  <a:pt x="897" y="555"/>
                </a:lnTo>
                <a:lnTo>
                  <a:pt x="897" y="540"/>
                </a:lnTo>
                <a:lnTo>
                  <a:pt x="840" y="511"/>
                </a:lnTo>
                <a:lnTo>
                  <a:pt x="788" y="484"/>
                </a:lnTo>
                <a:lnTo>
                  <a:pt x="742" y="460"/>
                </a:lnTo>
                <a:lnTo>
                  <a:pt x="704" y="437"/>
                </a:lnTo>
                <a:lnTo>
                  <a:pt x="669" y="415"/>
                </a:lnTo>
                <a:lnTo>
                  <a:pt x="644" y="393"/>
                </a:lnTo>
                <a:lnTo>
                  <a:pt x="624" y="371"/>
                </a:lnTo>
                <a:lnTo>
                  <a:pt x="613" y="348"/>
                </a:lnTo>
                <a:lnTo>
                  <a:pt x="609" y="320"/>
                </a:lnTo>
                <a:lnTo>
                  <a:pt x="615" y="291"/>
                </a:lnTo>
                <a:lnTo>
                  <a:pt x="628" y="258"/>
                </a:lnTo>
                <a:lnTo>
                  <a:pt x="646" y="233"/>
                </a:lnTo>
                <a:lnTo>
                  <a:pt x="666" y="215"/>
                </a:lnTo>
                <a:lnTo>
                  <a:pt x="691" y="206"/>
                </a:lnTo>
                <a:lnTo>
                  <a:pt x="720" y="202"/>
                </a:lnTo>
                <a:lnTo>
                  <a:pt x="755" y="206"/>
                </a:lnTo>
                <a:lnTo>
                  <a:pt x="793" y="215"/>
                </a:lnTo>
                <a:lnTo>
                  <a:pt x="837" y="231"/>
                </a:lnTo>
                <a:lnTo>
                  <a:pt x="886" y="251"/>
                </a:lnTo>
                <a:lnTo>
                  <a:pt x="940" y="277"/>
                </a:lnTo>
                <a:lnTo>
                  <a:pt x="1000" y="308"/>
                </a:lnTo>
                <a:lnTo>
                  <a:pt x="1066" y="340"/>
                </a:lnTo>
                <a:lnTo>
                  <a:pt x="1137" y="378"/>
                </a:lnTo>
                <a:lnTo>
                  <a:pt x="1144" y="375"/>
                </a:lnTo>
                <a:lnTo>
                  <a:pt x="1142" y="338"/>
                </a:lnTo>
                <a:lnTo>
                  <a:pt x="1137" y="302"/>
                </a:lnTo>
                <a:lnTo>
                  <a:pt x="1129" y="264"/>
                </a:lnTo>
                <a:lnTo>
                  <a:pt x="1122" y="228"/>
                </a:lnTo>
                <a:lnTo>
                  <a:pt x="1115" y="189"/>
                </a:lnTo>
                <a:lnTo>
                  <a:pt x="1109" y="155"/>
                </a:lnTo>
                <a:lnTo>
                  <a:pt x="1106" y="120"/>
                </a:lnTo>
                <a:lnTo>
                  <a:pt x="1106" y="89"/>
                </a:lnTo>
                <a:lnTo>
                  <a:pt x="1111" y="62"/>
                </a:lnTo>
                <a:lnTo>
                  <a:pt x="1120" y="38"/>
                </a:lnTo>
                <a:lnTo>
                  <a:pt x="1137" y="18"/>
                </a:lnTo>
                <a:lnTo>
                  <a:pt x="1160" y="4"/>
                </a:lnTo>
                <a:lnTo>
                  <a:pt x="1200"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26" name="Google Shape;526;p65"/>
          <p:cNvSpPr/>
          <p:nvPr/>
        </p:nvSpPr>
        <p:spPr>
          <a:xfrm>
            <a:off x="5315145" y="2476102"/>
            <a:ext cx="369951" cy="194585"/>
          </a:xfrm>
          <a:custGeom>
            <a:avLst/>
            <a:gdLst/>
            <a:ahLst/>
            <a:cxnLst/>
            <a:rect l="l" t="t" r="r" b="b"/>
            <a:pathLst>
              <a:path w="4436" h="3111" extrusionOk="0">
                <a:moveTo>
                  <a:pt x="951" y="956"/>
                </a:moveTo>
                <a:lnTo>
                  <a:pt x="1005" y="964"/>
                </a:lnTo>
                <a:lnTo>
                  <a:pt x="1056" y="978"/>
                </a:lnTo>
                <a:lnTo>
                  <a:pt x="1104" y="1002"/>
                </a:lnTo>
                <a:lnTo>
                  <a:pt x="1144" y="1029"/>
                </a:lnTo>
                <a:lnTo>
                  <a:pt x="1182" y="1064"/>
                </a:lnTo>
                <a:lnTo>
                  <a:pt x="1213" y="1104"/>
                </a:lnTo>
                <a:lnTo>
                  <a:pt x="1240" y="1147"/>
                </a:lnTo>
                <a:lnTo>
                  <a:pt x="1264" y="1196"/>
                </a:lnTo>
                <a:lnTo>
                  <a:pt x="1282" y="1245"/>
                </a:lnTo>
                <a:lnTo>
                  <a:pt x="1295" y="1298"/>
                </a:lnTo>
                <a:lnTo>
                  <a:pt x="1302" y="1351"/>
                </a:lnTo>
                <a:lnTo>
                  <a:pt x="1304" y="1404"/>
                </a:lnTo>
                <a:lnTo>
                  <a:pt x="1302" y="1458"/>
                </a:lnTo>
                <a:lnTo>
                  <a:pt x="1293" y="1509"/>
                </a:lnTo>
                <a:lnTo>
                  <a:pt x="1280" y="1560"/>
                </a:lnTo>
                <a:lnTo>
                  <a:pt x="1262" y="1605"/>
                </a:lnTo>
                <a:lnTo>
                  <a:pt x="1236" y="1649"/>
                </a:lnTo>
                <a:lnTo>
                  <a:pt x="1207" y="1689"/>
                </a:lnTo>
                <a:lnTo>
                  <a:pt x="1173" y="1724"/>
                </a:lnTo>
                <a:lnTo>
                  <a:pt x="1131" y="1751"/>
                </a:lnTo>
                <a:lnTo>
                  <a:pt x="1084" y="1773"/>
                </a:lnTo>
                <a:lnTo>
                  <a:pt x="1033" y="1787"/>
                </a:lnTo>
                <a:lnTo>
                  <a:pt x="976" y="1793"/>
                </a:lnTo>
                <a:lnTo>
                  <a:pt x="922" y="1785"/>
                </a:lnTo>
                <a:lnTo>
                  <a:pt x="871" y="1771"/>
                </a:lnTo>
                <a:lnTo>
                  <a:pt x="822" y="1747"/>
                </a:lnTo>
                <a:lnTo>
                  <a:pt x="778" y="1715"/>
                </a:lnTo>
                <a:lnTo>
                  <a:pt x="738" y="1676"/>
                </a:lnTo>
                <a:lnTo>
                  <a:pt x="702" y="1633"/>
                </a:lnTo>
                <a:lnTo>
                  <a:pt x="671" y="1584"/>
                </a:lnTo>
                <a:lnTo>
                  <a:pt x="645" y="1531"/>
                </a:lnTo>
                <a:lnTo>
                  <a:pt x="627" y="1475"/>
                </a:lnTo>
                <a:lnTo>
                  <a:pt x="615" y="1418"/>
                </a:lnTo>
                <a:lnTo>
                  <a:pt x="609" y="1360"/>
                </a:lnTo>
                <a:lnTo>
                  <a:pt x="611" y="1300"/>
                </a:lnTo>
                <a:lnTo>
                  <a:pt x="620" y="1244"/>
                </a:lnTo>
                <a:lnTo>
                  <a:pt x="636" y="1185"/>
                </a:lnTo>
                <a:lnTo>
                  <a:pt x="656" y="1135"/>
                </a:lnTo>
                <a:lnTo>
                  <a:pt x="680" y="1093"/>
                </a:lnTo>
                <a:lnTo>
                  <a:pt x="709" y="1056"/>
                </a:lnTo>
                <a:lnTo>
                  <a:pt x="744" y="1027"/>
                </a:lnTo>
                <a:lnTo>
                  <a:pt x="785" y="1002"/>
                </a:lnTo>
                <a:lnTo>
                  <a:pt x="835" y="978"/>
                </a:lnTo>
                <a:lnTo>
                  <a:pt x="893" y="960"/>
                </a:lnTo>
                <a:lnTo>
                  <a:pt x="951" y="956"/>
                </a:lnTo>
                <a:close/>
                <a:moveTo>
                  <a:pt x="3504" y="955"/>
                </a:moveTo>
                <a:lnTo>
                  <a:pt x="3564" y="958"/>
                </a:lnTo>
                <a:lnTo>
                  <a:pt x="3616" y="969"/>
                </a:lnTo>
                <a:lnTo>
                  <a:pt x="3664" y="987"/>
                </a:lnTo>
                <a:lnTo>
                  <a:pt x="3705" y="1011"/>
                </a:lnTo>
                <a:lnTo>
                  <a:pt x="3742" y="1040"/>
                </a:lnTo>
                <a:lnTo>
                  <a:pt x="3773" y="1075"/>
                </a:lnTo>
                <a:lnTo>
                  <a:pt x="3798" y="1113"/>
                </a:lnTo>
                <a:lnTo>
                  <a:pt x="3818" y="1155"/>
                </a:lnTo>
                <a:lnTo>
                  <a:pt x="3835" y="1200"/>
                </a:lnTo>
                <a:lnTo>
                  <a:pt x="3845" y="1247"/>
                </a:lnTo>
                <a:lnTo>
                  <a:pt x="3853" y="1296"/>
                </a:lnTo>
                <a:lnTo>
                  <a:pt x="3853" y="1347"/>
                </a:lnTo>
                <a:lnTo>
                  <a:pt x="3851" y="1396"/>
                </a:lnTo>
                <a:lnTo>
                  <a:pt x="3844" y="1447"/>
                </a:lnTo>
                <a:lnTo>
                  <a:pt x="3833" y="1496"/>
                </a:lnTo>
                <a:lnTo>
                  <a:pt x="3818" y="1544"/>
                </a:lnTo>
                <a:lnTo>
                  <a:pt x="3798" y="1589"/>
                </a:lnTo>
                <a:lnTo>
                  <a:pt x="3775" y="1633"/>
                </a:lnTo>
                <a:lnTo>
                  <a:pt x="3749" y="1671"/>
                </a:lnTo>
                <a:lnTo>
                  <a:pt x="3718" y="1705"/>
                </a:lnTo>
                <a:lnTo>
                  <a:pt x="3685" y="1736"/>
                </a:lnTo>
                <a:lnTo>
                  <a:pt x="3649" y="1760"/>
                </a:lnTo>
                <a:lnTo>
                  <a:pt x="3609" y="1778"/>
                </a:lnTo>
                <a:lnTo>
                  <a:pt x="3565" y="1791"/>
                </a:lnTo>
                <a:lnTo>
                  <a:pt x="3520" y="1795"/>
                </a:lnTo>
                <a:lnTo>
                  <a:pt x="3473" y="1791"/>
                </a:lnTo>
                <a:lnTo>
                  <a:pt x="3413" y="1776"/>
                </a:lnTo>
                <a:lnTo>
                  <a:pt x="3360" y="1755"/>
                </a:lnTo>
                <a:lnTo>
                  <a:pt x="3313" y="1724"/>
                </a:lnTo>
                <a:lnTo>
                  <a:pt x="3271" y="1687"/>
                </a:lnTo>
                <a:lnTo>
                  <a:pt x="3235" y="1644"/>
                </a:lnTo>
                <a:lnTo>
                  <a:pt x="3205" y="1596"/>
                </a:lnTo>
                <a:lnTo>
                  <a:pt x="3184" y="1544"/>
                </a:lnTo>
                <a:lnTo>
                  <a:pt x="3169" y="1487"/>
                </a:lnTo>
                <a:lnTo>
                  <a:pt x="3160" y="1427"/>
                </a:lnTo>
                <a:lnTo>
                  <a:pt x="3160" y="1365"/>
                </a:lnTo>
                <a:lnTo>
                  <a:pt x="3167" y="1302"/>
                </a:lnTo>
                <a:lnTo>
                  <a:pt x="3184" y="1238"/>
                </a:lnTo>
                <a:lnTo>
                  <a:pt x="3207" y="1175"/>
                </a:lnTo>
                <a:lnTo>
                  <a:pt x="3233" y="1127"/>
                </a:lnTo>
                <a:lnTo>
                  <a:pt x="3260" y="1087"/>
                </a:lnTo>
                <a:lnTo>
                  <a:pt x="3291" y="1053"/>
                </a:lnTo>
                <a:lnTo>
                  <a:pt x="3325" y="1027"/>
                </a:lnTo>
                <a:lnTo>
                  <a:pt x="3362" y="1004"/>
                </a:lnTo>
                <a:lnTo>
                  <a:pt x="3405" y="985"/>
                </a:lnTo>
                <a:lnTo>
                  <a:pt x="3451" y="969"/>
                </a:lnTo>
                <a:lnTo>
                  <a:pt x="3504" y="955"/>
                </a:lnTo>
                <a:close/>
                <a:moveTo>
                  <a:pt x="2253" y="0"/>
                </a:moveTo>
                <a:lnTo>
                  <a:pt x="2318" y="2"/>
                </a:lnTo>
                <a:lnTo>
                  <a:pt x="2378" y="9"/>
                </a:lnTo>
                <a:lnTo>
                  <a:pt x="2433" y="22"/>
                </a:lnTo>
                <a:lnTo>
                  <a:pt x="2482" y="38"/>
                </a:lnTo>
                <a:lnTo>
                  <a:pt x="2529" y="58"/>
                </a:lnTo>
                <a:lnTo>
                  <a:pt x="2571" y="80"/>
                </a:lnTo>
                <a:lnTo>
                  <a:pt x="2613" y="102"/>
                </a:lnTo>
                <a:lnTo>
                  <a:pt x="2653" y="127"/>
                </a:lnTo>
                <a:lnTo>
                  <a:pt x="2693" y="151"/>
                </a:lnTo>
                <a:lnTo>
                  <a:pt x="2735" y="175"/>
                </a:lnTo>
                <a:lnTo>
                  <a:pt x="2776" y="196"/>
                </a:lnTo>
                <a:lnTo>
                  <a:pt x="2822" y="216"/>
                </a:lnTo>
                <a:lnTo>
                  <a:pt x="2871" y="233"/>
                </a:lnTo>
                <a:lnTo>
                  <a:pt x="2924" y="247"/>
                </a:lnTo>
                <a:lnTo>
                  <a:pt x="2982" y="255"/>
                </a:lnTo>
                <a:lnTo>
                  <a:pt x="3042" y="253"/>
                </a:lnTo>
                <a:lnTo>
                  <a:pt x="3100" y="245"/>
                </a:lnTo>
                <a:lnTo>
                  <a:pt x="3158" y="233"/>
                </a:lnTo>
                <a:lnTo>
                  <a:pt x="3215" y="218"/>
                </a:lnTo>
                <a:lnTo>
                  <a:pt x="3267" y="204"/>
                </a:lnTo>
                <a:lnTo>
                  <a:pt x="3316" y="191"/>
                </a:lnTo>
                <a:lnTo>
                  <a:pt x="3393" y="175"/>
                </a:lnTo>
                <a:lnTo>
                  <a:pt x="3473" y="162"/>
                </a:lnTo>
                <a:lnTo>
                  <a:pt x="3556" y="155"/>
                </a:lnTo>
                <a:lnTo>
                  <a:pt x="3642" y="153"/>
                </a:lnTo>
                <a:lnTo>
                  <a:pt x="3727" y="156"/>
                </a:lnTo>
                <a:lnTo>
                  <a:pt x="3809" y="164"/>
                </a:lnTo>
                <a:lnTo>
                  <a:pt x="3887" y="176"/>
                </a:lnTo>
                <a:lnTo>
                  <a:pt x="3960" y="195"/>
                </a:lnTo>
                <a:lnTo>
                  <a:pt x="4022" y="216"/>
                </a:lnTo>
                <a:lnTo>
                  <a:pt x="4082" y="240"/>
                </a:lnTo>
                <a:lnTo>
                  <a:pt x="4138" y="269"/>
                </a:lnTo>
                <a:lnTo>
                  <a:pt x="4193" y="300"/>
                </a:lnTo>
                <a:lnTo>
                  <a:pt x="4244" y="335"/>
                </a:lnTo>
                <a:lnTo>
                  <a:pt x="4289" y="375"/>
                </a:lnTo>
                <a:lnTo>
                  <a:pt x="4329" y="418"/>
                </a:lnTo>
                <a:lnTo>
                  <a:pt x="4364" y="467"/>
                </a:lnTo>
                <a:lnTo>
                  <a:pt x="4398" y="533"/>
                </a:lnTo>
                <a:lnTo>
                  <a:pt x="4420" y="602"/>
                </a:lnTo>
                <a:lnTo>
                  <a:pt x="4433" y="671"/>
                </a:lnTo>
                <a:lnTo>
                  <a:pt x="4436" y="742"/>
                </a:lnTo>
                <a:lnTo>
                  <a:pt x="4431" y="813"/>
                </a:lnTo>
                <a:lnTo>
                  <a:pt x="4418" y="884"/>
                </a:lnTo>
                <a:lnTo>
                  <a:pt x="4398" y="955"/>
                </a:lnTo>
                <a:lnTo>
                  <a:pt x="4371" y="1024"/>
                </a:lnTo>
                <a:lnTo>
                  <a:pt x="4340" y="1091"/>
                </a:lnTo>
                <a:lnTo>
                  <a:pt x="4304" y="1158"/>
                </a:lnTo>
                <a:lnTo>
                  <a:pt x="4265" y="1222"/>
                </a:lnTo>
                <a:lnTo>
                  <a:pt x="4222" y="1284"/>
                </a:lnTo>
                <a:lnTo>
                  <a:pt x="4178" y="1342"/>
                </a:lnTo>
                <a:lnTo>
                  <a:pt x="4133" y="1396"/>
                </a:lnTo>
                <a:lnTo>
                  <a:pt x="4087" y="1445"/>
                </a:lnTo>
                <a:lnTo>
                  <a:pt x="4042" y="1491"/>
                </a:lnTo>
                <a:lnTo>
                  <a:pt x="3996" y="1531"/>
                </a:lnTo>
                <a:lnTo>
                  <a:pt x="3955" y="1565"/>
                </a:lnTo>
                <a:lnTo>
                  <a:pt x="3916" y="1595"/>
                </a:lnTo>
                <a:lnTo>
                  <a:pt x="3904" y="1595"/>
                </a:lnTo>
                <a:lnTo>
                  <a:pt x="3904" y="1591"/>
                </a:lnTo>
                <a:lnTo>
                  <a:pt x="3924" y="1531"/>
                </a:lnTo>
                <a:lnTo>
                  <a:pt x="3936" y="1467"/>
                </a:lnTo>
                <a:lnTo>
                  <a:pt x="3944" y="1400"/>
                </a:lnTo>
                <a:lnTo>
                  <a:pt x="3944" y="1333"/>
                </a:lnTo>
                <a:lnTo>
                  <a:pt x="3940" y="1265"/>
                </a:lnTo>
                <a:lnTo>
                  <a:pt x="3933" y="1200"/>
                </a:lnTo>
                <a:lnTo>
                  <a:pt x="3918" y="1138"/>
                </a:lnTo>
                <a:lnTo>
                  <a:pt x="3902" y="1080"/>
                </a:lnTo>
                <a:lnTo>
                  <a:pt x="3880" y="1027"/>
                </a:lnTo>
                <a:lnTo>
                  <a:pt x="3880" y="1024"/>
                </a:lnTo>
                <a:lnTo>
                  <a:pt x="3916" y="1025"/>
                </a:lnTo>
                <a:lnTo>
                  <a:pt x="3955" y="1027"/>
                </a:lnTo>
                <a:lnTo>
                  <a:pt x="3993" y="1027"/>
                </a:lnTo>
                <a:lnTo>
                  <a:pt x="4033" y="1025"/>
                </a:lnTo>
                <a:lnTo>
                  <a:pt x="4071" y="1022"/>
                </a:lnTo>
                <a:lnTo>
                  <a:pt x="4107" y="1016"/>
                </a:lnTo>
                <a:lnTo>
                  <a:pt x="4140" y="1005"/>
                </a:lnTo>
                <a:lnTo>
                  <a:pt x="4171" y="993"/>
                </a:lnTo>
                <a:lnTo>
                  <a:pt x="4195" y="976"/>
                </a:lnTo>
                <a:lnTo>
                  <a:pt x="4213" y="955"/>
                </a:lnTo>
                <a:lnTo>
                  <a:pt x="4236" y="831"/>
                </a:lnTo>
                <a:lnTo>
                  <a:pt x="4242" y="775"/>
                </a:lnTo>
                <a:lnTo>
                  <a:pt x="4240" y="724"/>
                </a:lnTo>
                <a:lnTo>
                  <a:pt x="4231" y="676"/>
                </a:lnTo>
                <a:lnTo>
                  <a:pt x="4215" y="635"/>
                </a:lnTo>
                <a:lnTo>
                  <a:pt x="4193" y="596"/>
                </a:lnTo>
                <a:lnTo>
                  <a:pt x="4167" y="562"/>
                </a:lnTo>
                <a:lnTo>
                  <a:pt x="4136" y="533"/>
                </a:lnTo>
                <a:lnTo>
                  <a:pt x="4102" y="505"/>
                </a:lnTo>
                <a:lnTo>
                  <a:pt x="4065" y="484"/>
                </a:lnTo>
                <a:lnTo>
                  <a:pt x="4027" y="465"/>
                </a:lnTo>
                <a:lnTo>
                  <a:pt x="3987" y="451"/>
                </a:lnTo>
                <a:lnTo>
                  <a:pt x="3938" y="438"/>
                </a:lnTo>
                <a:lnTo>
                  <a:pt x="3884" y="427"/>
                </a:lnTo>
                <a:lnTo>
                  <a:pt x="3824" y="422"/>
                </a:lnTo>
                <a:lnTo>
                  <a:pt x="3762" y="418"/>
                </a:lnTo>
                <a:lnTo>
                  <a:pt x="3700" y="418"/>
                </a:lnTo>
                <a:lnTo>
                  <a:pt x="3640" y="424"/>
                </a:lnTo>
                <a:lnTo>
                  <a:pt x="3584" y="431"/>
                </a:lnTo>
                <a:lnTo>
                  <a:pt x="3500" y="449"/>
                </a:lnTo>
                <a:lnTo>
                  <a:pt x="3424" y="467"/>
                </a:lnTo>
                <a:lnTo>
                  <a:pt x="3351" y="491"/>
                </a:lnTo>
                <a:lnTo>
                  <a:pt x="3284" y="516"/>
                </a:lnTo>
                <a:lnTo>
                  <a:pt x="3222" y="547"/>
                </a:lnTo>
                <a:lnTo>
                  <a:pt x="3165" y="582"/>
                </a:lnTo>
                <a:lnTo>
                  <a:pt x="3113" y="622"/>
                </a:lnTo>
                <a:lnTo>
                  <a:pt x="3067" y="669"/>
                </a:lnTo>
                <a:lnTo>
                  <a:pt x="3025" y="720"/>
                </a:lnTo>
                <a:lnTo>
                  <a:pt x="2989" y="780"/>
                </a:lnTo>
                <a:lnTo>
                  <a:pt x="2958" y="845"/>
                </a:lnTo>
                <a:lnTo>
                  <a:pt x="2933" y="918"/>
                </a:lnTo>
                <a:lnTo>
                  <a:pt x="2913" y="993"/>
                </a:lnTo>
                <a:lnTo>
                  <a:pt x="2900" y="1069"/>
                </a:lnTo>
                <a:lnTo>
                  <a:pt x="2889" y="1151"/>
                </a:lnTo>
                <a:lnTo>
                  <a:pt x="2882" y="1231"/>
                </a:lnTo>
                <a:lnTo>
                  <a:pt x="2875" y="1315"/>
                </a:lnTo>
                <a:lnTo>
                  <a:pt x="2865" y="1396"/>
                </a:lnTo>
                <a:lnTo>
                  <a:pt x="2856" y="1476"/>
                </a:lnTo>
                <a:lnTo>
                  <a:pt x="2844" y="1555"/>
                </a:lnTo>
                <a:lnTo>
                  <a:pt x="2827" y="1629"/>
                </a:lnTo>
                <a:lnTo>
                  <a:pt x="2804" y="1698"/>
                </a:lnTo>
                <a:lnTo>
                  <a:pt x="2773" y="1775"/>
                </a:lnTo>
                <a:lnTo>
                  <a:pt x="2738" y="1847"/>
                </a:lnTo>
                <a:lnTo>
                  <a:pt x="2702" y="1918"/>
                </a:lnTo>
                <a:lnTo>
                  <a:pt x="2664" y="1987"/>
                </a:lnTo>
                <a:lnTo>
                  <a:pt x="2625" y="2056"/>
                </a:lnTo>
                <a:lnTo>
                  <a:pt x="2587" y="2124"/>
                </a:lnTo>
                <a:lnTo>
                  <a:pt x="2549" y="2193"/>
                </a:lnTo>
                <a:lnTo>
                  <a:pt x="2513" y="2264"/>
                </a:lnTo>
                <a:lnTo>
                  <a:pt x="2476" y="2335"/>
                </a:lnTo>
                <a:lnTo>
                  <a:pt x="2444" y="2409"/>
                </a:lnTo>
                <a:lnTo>
                  <a:pt x="2415" y="2485"/>
                </a:lnTo>
                <a:lnTo>
                  <a:pt x="2387" y="2565"/>
                </a:lnTo>
                <a:lnTo>
                  <a:pt x="2365" y="2649"/>
                </a:lnTo>
                <a:lnTo>
                  <a:pt x="2347" y="2738"/>
                </a:lnTo>
                <a:lnTo>
                  <a:pt x="2336" y="2833"/>
                </a:lnTo>
                <a:lnTo>
                  <a:pt x="2331" y="2933"/>
                </a:lnTo>
                <a:lnTo>
                  <a:pt x="2333" y="3038"/>
                </a:lnTo>
                <a:lnTo>
                  <a:pt x="2324" y="3056"/>
                </a:lnTo>
                <a:lnTo>
                  <a:pt x="2316" y="3071"/>
                </a:lnTo>
                <a:lnTo>
                  <a:pt x="2309" y="3084"/>
                </a:lnTo>
                <a:lnTo>
                  <a:pt x="2300" y="3095"/>
                </a:lnTo>
                <a:lnTo>
                  <a:pt x="2287" y="3104"/>
                </a:lnTo>
                <a:lnTo>
                  <a:pt x="2269" y="3109"/>
                </a:lnTo>
                <a:lnTo>
                  <a:pt x="2244" y="3111"/>
                </a:lnTo>
                <a:lnTo>
                  <a:pt x="2218" y="3109"/>
                </a:lnTo>
                <a:lnTo>
                  <a:pt x="2198" y="3104"/>
                </a:lnTo>
                <a:lnTo>
                  <a:pt x="2184" y="3096"/>
                </a:lnTo>
                <a:lnTo>
                  <a:pt x="2173" y="3085"/>
                </a:lnTo>
                <a:lnTo>
                  <a:pt x="2165" y="3073"/>
                </a:lnTo>
                <a:lnTo>
                  <a:pt x="2160" y="3060"/>
                </a:lnTo>
                <a:lnTo>
                  <a:pt x="2156" y="3047"/>
                </a:lnTo>
                <a:lnTo>
                  <a:pt x="2155" y="2942"/>
                </a:lnTo>
                <a:lnTo>
                  <a:pt x="2147" y="2844"/>
                </a:lnTo>
                <a:lnTo>
                  <a:pt x="2133" y="2749"/>
                </a:lnTo>
                <a:lnTo>
                  <a:pt x="2115" y="2662"/>
                </a:lnTo>
                <a:lnTo>
                  <a:pt x="2089" y="2578"/>
                </a:lnTo>
                <a:lnTo>
                  <a:pt x="2062" y="2498"/>
                </a:lnTo>
                <a:lnTo>
                  <a:pt x="2029" y="2424"/>
                </a:lnTo>
                <a:lnTo>
                  <a:pt x="1995" y="2349"/>
                </a:lnTo>
                <a:lnTo>
                  <a:pt x="1956" y="2278"/>
                </a:lnTo>
                <a:lnTo>
                  <a:pt x="1918" y="2209"/>
                </a:lnTo>
                <a:lnTo>
                  <a:pt x="1878" y="2142"/>
                </a:lnTo>
                <a:lnTo>
                  <a:pt x="1838" y="2073"/>
                </a:lnTo>
                <a:lnTo>
                  <a:pt x="1798" y="2005"/>
                </a:lnTo>
                <a:lnTo>
                  <a:pt x="1760" y="1936"/>
                </a:lnTo>
                <a:lnTo>
                  <a:pt x="1724" y="1865"/>
                </a:lnTo>
                <a:lnTo>
                  <a:pt x="1687" y="1795"/>
                </a:lnTo>
                <a:lnTo>
                  <a:pt x="1656" y="1720"/>
                </a:lnTo>
                <a:lnTo>
                  <a:pt x="1633" y="1653"/>
                </a:lnTo>
                <a:lnTo>
                  <a:pt x="1615" y="1584"/>
                </a:lnTo>
                <a:lnTo>
                  <a:pt x="1600" y="1507"/>
                </a:lnTo>
                <a:lnTo>
                  <a:pt x="1587" y="1429"/>
                </a:lnTo>
                <a:lnTo>
                  <a:pt x="1575" y="1349"/>
                </a:lnTo>
                <a:lnTo>
                  <a:pt x="1565" y="1267"/>
                </a:lnTo>
                <a:lnTo>
                  <a:pt x="1555" y="1185"/>
                </a:lnTo>
                <a:lnTo>
                  <a:pt x="1542" y="1105"/>
                </a:lnTo>
                <a:lnTo>
                  <a:pt x="1529" y="1025"/>
                </a:lnTo>
                <a:lnTo>
                  <a:pt x="1515" y="949"/>
                </a:lnTo>
                <a:lnTo>
                  <a:pt x="1495" y="876"/>
                </a:lnTo>
                <a:lnTo>
                  <a:pt x="1471" y="809"/>
                </a:lnTo>
                <a:lnTo>
                  <a:pt x="1442" y="745"/>
                </a:lnTo>
                <a:lnTo>
                  <a:pt x="1407" y="691"/>
                </a:lnTo>
                <a:lnTo>
                  <a:pt x="1369" y="644"/>
                </a:lnTo>
                <a:lnTo>
                  <a:pt x="1324" y="602"/>
                </a:lnTo>
                <a:lnTo>
                  <a:pt x="1273" y="562"/>
                </a:lnTo>
                <a:lnTo>
                  <a:pt x="1216" y="529"/>
                </a:lnTo>
                <a:lnTo>
                  <a:pt x="1156" y="500"/>
                </a:lnTo>
                <a:lnTo>
                  <a:pt x="1093" y="475"/>
                </a:lnTo>
                <a:lnTo>
                  <a:pt x="1025" y="453"/>
                </a:lnTo>
                <a:lnTo>
                  <a:pt x="956" y="435"/>
                </a:lnTo>
                <a:lnTo>
                  <a:pt x="800" y="424"/>
                </a:lnTo>
                <a:lnTo>
                  <a:pt x="749" y="418"/>
                </a:lnTo>
                <a:lnTo>
                  <a:pt x="695" y="418"/>
                </a:lnTo>
                <a:lnTo>
                  <a:pt x="640" y="424"/>
                </a:lnTo>
                <a:lnTo>
                  <a:pt x="585" y="433"/>
                </a:lnTo>
                <a:lnTo>
                  <a:pt x="536" y="444"/>
                </a:lnTo>
                <a:lnTo>
                  <a:pt x="493" y="455"/>
                </a:lnTo>
                <a:lnTo>
                  <a:pt x="447" y="471"/>
                </a:lnTo>
                <a:lnTo>
                  <a:pt x="402" y="489"/>
                </a:lnTo>
                <a:lnTo>
                  <a:pt x="360" y="509"/>
                </a:lnTo>
                <a:lnTo>
                  <a:pt x="320" y="535"/>
                </a:lnTo>
                <a:lnTo>
                  <a:pt x="284" y="562"/>
                </a:lnTo>
                <a:lnTo>
                  <a:pt x="251" y="595"/>
                </a:lnTo>
                <a:lnTo>
                  <a:pt x="224" y="631"/>
                </a:lnTo>
                <a:lnTo>
                  <a:pt x="204" y="671"/>
                </a:lnTo>
                <a:lnTo>
                  <a:pt x="191" y="715"/>
                </a:lnTo>
                <a:lnTo>
                  <a:pt x="187" y="760"/>
                </a:lnTo>
                <a:lnTo>
                  <a:pt x="191" y="805"/>
                </a:lnTo>
                <a:lnTo>
                  <a:pt x="202" y="849"/>
                </a:lnTo>
                <a:lnTo>
                  <a:pt x="216" y="893"/>
                </a:lnTo>
                <a:lnTo>
                  <a:pt x="236" y="931"/>
                </a:lnTo>
                <a:lnTo>
                  <a:pt x="260" y="965"/>
                </a:lnTo>
                <a:lnTo>
                  <a:pt x="285" y="996"/>
                </a:lnTo>
                <a:lnTo>
                  <a:pt x="313" y="1020"/>
                </a:lnTo>
                <a:lnTo>
                  <a:pt x="340" y="1035"/>
                </a:lnTo>
                <a:lnTo>
                  <a:pt x="378" y="1045"/>
                </a:lnTo>
                <a:lnTo>
                  <a:pt x="415" y="1047"/>
                </a:lnTo>
                <a:lnTo>
                  <a:pt x="451" y="1044"/>
                </a:lnTo>
                <a:lnTo>
                  <a:pt x="487" y="1036"/>
                </a:lnTo>
                <a:lnTo>
                  <a:pt x="522" y="1027"/>
                </a:lnTo>
                <a:lnTo>
                  <a:pt x="555" y="1018"/>
                </a:lnTo>
                <a:lnTo>
                  <a:pt x="587" y="1011"/>
                </a:lnTo>
                <a:lnTo>
                  <a:pt x="527" y="1147"/>
                </a:lnTo>
                <a:lnTo>
                  <a:pt x="513" y="1213"/>
                </a:lnTo>
                <a:lnTo>
                  <a:pt x="505" y="1280"/>
                </a:lnTo>
                <a:lnTo>
                  <a:pt x="505" y="1349"/>
                </a:lnTo>
                <a:lnTo>
                  <a:pt x="511" y="1416"/>
                </a:lnTo>
                <a:lnTo>
                  <a:pt x="520" y="1484"/>
                </a:lnTo>
                <a:lnTo>
                  <a:pt x="533" y="1547"/>
                </a:lnTo>
                <a:lnTo>
                  <a:pt x="547" y="1607"/>
                </a:lnTo>
                <a:lnTo>
                  <a:pt x="482" y="1560"/>
                </a:lnTo>
                <a:lnTo>
                  <a:pt x="420" y="1507"/>
                </a:lnTo>
                <a:lnTo>
                  <a:pt x="360" y="1451"/>
                </a:lnTo>
                <a:lnTo>
                  <a:pt x="305" y="1391"/>
                </a:lnTo>
                <a:lnTo>
                  <a:pt x="253" y="1327"/>
                </a:lnTo>
                <a:lnTo>
                  <a:pt x="204" y="1264"/>
                </a:lnTo>
                <a:lnTo>
                  <a:pt x="165" y="1209"/>
                </a:lnTo>
                <a:lnTo>
                  <a:pt x="129" y="1155"/>
                </a:lnTo>
                <a:lnTo>
                  <a:pt x="96" y="1095"/>
                </a:lnTo>
                <a:lnTo>
                  <a:pt x="65" y="1033"/>
                </a:lnTo>
                <a:lnTo>
                  <a:pt x="40" y="967"/>
                </a:lnTo>
                <a:lnTo>
                  <a:pt x="16" y="889"/>
                </a:lnTo>
                <a:lnTo>
                  <a:pt x="4" y="813"/>
                </a:lnTo>
                <a:lnTo>
                  <a:pt x="0" y="742"/>
                </a:lnTo>
                <a:lnTo>
                  <a:pt x="5" y="675"/>
                </a:lnTo>
                <a:lnTo>
                  <a:pt x="18" y="609"/>
                </a:lnTo>
                <a:lnTo>
                  <a:pt x="40" y="549"/>
                </a:lnTo>
                <a:lnTo>
                  <a:pt x="69" y="493"/>
                </a:lnTo>
                <a:lnTo>
                  <a:pt x="105" y="440"/>
                </a:lnTo>
                <a:lnTo>
                  <a:pt x="147" y="393"/>
                </a:lnTo>
                <a:lnTo>
                  <a:pt x="195" y="347"/>
                </a:lnTo>
                <a:lnTo>
                  <a:pt x="249" y="307"/>
                </a:lnTo>
                <a:lnTo>
                  <a:pt x="307" y="273"/>
                </a:lnTo>
                <a:lnTo>
                  <a:pt x="371" y="240"/>
                </a:lnTo>
                <a:lnTo>
                  <a:pt x="436" y="213"/>
                </a:lnTo>
                <a:lnTo>
                  <a:pt x="507" y="191"/>
                </a:lnTo>
                <a:lnTo>
                  <a:pt x="580" y="173"/>
                </a:lnTo>
                <a:lnTo>
                  <a:pt x="656" y="158"/>
                </a:lnTo>
                <a:lnTo>
                  <a:pt x="735" y="151"/>
                </a:lnTo>
                <a:lnTo>
                  <a:pt x="815" y="145"/>
                </a:lnTo>
                <a:lnTo>
                  <a:pt x="895" y="147"/>
                </a:lnTo>
                <a:lnTo>
                  <a:pt x="975" y="153"/>
                </a:lnTo>
                <a:lnTo>
                  <a:pt x="1056" y="164"/>
                </a:lnTo>
                <a:lnTo>
                  <a:pt x="1236" y="187"/>
                </a:lnTo>
                <a:lnTo>
                  <a:pt x="1282" y="200"/>
                </a:lnTo>
                <a:lnTo>
                  <a:pt x="1333" y="215"/>
                </a:lnTo>
                <a:lnTo>
                  <a:pt x="1385" y="231"/>
                </a:lnTo>
                <a:lnTo>
                  <a:pt x="1444" y="244"/>
                </a:lnTo>
                <a:lnTo>
                  <a:pt x="1502" y="253"/>
                </a:lnTo>
                <a:lnTo>
                  <a:pt x="1562" y="255"/>
                </a:lnTo>
                <a:lnTo>
                  <a:pt x="1624" y="247"/>
                </a:lnTo>
                <a:lnTo>
                  <a:pt x="1669" y="235"/>
                </a:lnTo>
                <a:lnTo>
                  <a:pt x="1709" y="220"/>
                </a:lnTo>
                <a:lnTo>
                  <a:pt x="1745" y="202"/>
                </a:lnTo>
                <a:lnTo>
                  <a:pt x="1780" y="182"/>
                </a:lnTo>
                <a:lnTo>
                  <a:pt x="1813" y="160"/>
                </a:lnTo>
                <a:lnTo>
                  <a:pt x="1844" y="136"/>
                </a:lnTo>
                <a:lnTo>
                  <a:pt x="1876" y="115"/>
                </a:lnTo>
                <a:lnTo>
                  <a:pt x="1909" y="93"/>
                </a:lnTo>
                <a:lnTo>
                  <a:pt x="1944" y="71"/>
                </a:lnTo>
                <a:lnTo>
                  <a:pt x="1982" y="51"/>
                </a:lnTo>
                <a:lnTo>
                  <a:pt x="2025" y="35"/>
                </a:lnTo>
                <a:lnTo>
                  <a:pt x="2073" y="20"/>
                </a:lnTo>
                <a:lnTo>
                  <a:pt x="2125" y="9"/>
                </a:lnTo>
                <a:lnTo>
                  <a:pt x="2185" y="2"/>
                </a:lnTo>
                <a:lnTo>
                  <a:pt x="2253"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27" name="Google Shape;527;p65"/>
          <p:cNvSpPr/>
          <p:nvPr/>
        </p:nvSpPr>
        <p:spPr>
          <a:xfrm>
            <a:off x="7698441" y="781534"/>
            <a:ext cx="261116" cy="238125"/>
          </a:xfrm>
          <a:custGeom>
            <a:avLst/>
            <a:gdLst/>
            <a:ahLst/>
            <a:cxnLst/>
            <a:rect l="l" t="t" r="r" b="b"/>
            <a:pathLst>
              <a:path w="2487" h="3024" extrusionOk="0">
                <a:moveTo>
                  <a:pt x="1073" y="2245"/>
                </a:moveTo>
                <a:lnTo>
                  <a:pt x="1058" y="2260"/>
                </a:lnTo>
                <a:lnTo>
                  <a:pt x="1047" y="2285"/>
                </a:lnTo>
                <a:lnTo>
                  <a:pt x="1038" y="2316"/>
                </a:lnTo>
                <a:lnTo>
                  <a:pt x="1031" y="2353"/>
                </a:lnTo>
                <a:lnTo>
                  <a:pt x="1027" y="2394"/>
                </a:lnTo>
                <a:lnTo>
                  <a:pt x="1025" y="2438"/>
                </a:lnTo>
                <a:lnTo>
                  <a:pt x="1025" y="2484"/>
                </a:lnTo>
                <a:lnTo>
                  <a:pt x="1025" y="2527"/>
                </a:lnTo>
                <a:lnTo>
                  <a:pt x="1027" y="2571"/>
                </a:lnTo>
                <a:lnTo>
                  <a:pt x="1031" y="2611"/>
                </a:lnTo>
                <a:lnTo>
                  <a:pt x="1033" y="2647"/>
                </a:lnTo>
                <a:lnTo>
                  <a:pt x="1035" y="2676"/>
                </a:lnTo>
                <a:lnTo>
                  <a:pt x="1036" y="2698"/>
                </a:lnTo>
                <a:lnTo>
                  <a:pt x="1149" y="2702"/>
                </a:lnTo>
                <a:lnTo>
                  <a:pt x="1153" y="2671"/>
                </a:lnTo>
                <a:lnTo>
                  <a:pt x="1160" y="2634"/>
                </a:lnTo>
                <a:lnTo>
                  <a:pt x="1165" y="2593"/>
                </a:lnTo>
                <a:lnTo>
                  <a:pt x="1171" y="2547"/>
                </a:lnTo>
                <a:lnTo>
                  <a:pt x="1175" y="2500"/>
                </a:lnTo>
                <a:lnTo>
                  <a:pt x="1176" y="2451"/>
                </a:lnTo>
                <a:lnTo>
                  <a:pt x="1178" y="2404"/>
                </a:lnTo>
                <a:lnTo>
                  <a:pt x="1175" y="2360"/>
                </a:lnTo>
                <a:lnTo>
                  <a:pt x="1169" y="2318"/>
                </a:lnTo>
                <a:lnTo>
                  <a:pt x="1160" y="2284"/>
                </a:lnTo>
                <a:lnTo>
                  <a:pt x="1147" y="2256"/>
                </a:lnTo>
                <a:lnTo>
                  <a:pt x="1131" y="2253"/>
                </a:lnTo>
                <a:lnTo>
                  <a:pt x="1115" y="2249"/>
                </a:lnTo>
                <a:lnTo>
                  <a:pt x="1096" y="2245"/>
                </a:lnTo>
                <a:lnTo>
                  <a:pt x="1073" y="2245"/>
                </a:lnTo>
                <a:close/>
                <a:moveTo>
                  <a:pt x="1398" y="2191"/>
                </a:moveTo>
                <a:lnTo>
                  <a:pt x="1371" y="2202"/>
                </a:lnTo>
                <a:lnTo>
                  <a:pt x="1342" y="2211"/>
                </a:lnTo>
                <a:lnTo>
                  <a:pt x="1313" y="2220"/>
                </a:lnTo>
                <a:lnTo>
                  <a:pt x="1285" y="2229"/>
                </a:lnTo>
                <a:lnTo>
                  <a:pt x="1260" y="2242"/>
                </a:lnTo>
                <a:lnTo>
                  <a:pt x="1240" y="2260"/>
                </a:lnTo>
                <a:lnTo>
                  <a:pt x="1235" y="2298"/>
                </a:lnTo>
                <a:lnTo>
                  <a:pt x="1236" y="2338"/>
                </a:lnTo>
                <a:lnTo>
                  <a:pt x="1242" y="2382"/>
                </a:lnTo>
                <a:lnTo>
                  <a:pt x="1253" y="2427"/>
                </a:lnTo>
                <a:lnTo>
                  <a:pt x="1267" y="2473"/>
                </a:lnTo>
                <a:lnTo>
                  <a:pt x="1285" y="2518"/>
                </a:lnTo>
                <a:lnTo>
                  <a:pt x="1302" y="2562"/>
                </a:lnTo>
                <a:lnTo>
                  <a:pt x="1322" y="2604"/>
                </a:lnTo>
                <a:lnTo>
                  <a:pt x="1338" y="2640"/>
                </a:lnTo>
                <a:lnTo>
                  <a:pt x="1355" y="2673"/>
                </a:lnTo>
                <a:lnTo>
                  <a:pt x="1367" y="2700"/>
                </a:lnTo>
                <a:lnTo>
                  <a:pt x="1467" y="2689"/>
                </a:lnTo>
                <a:lnTo>
                  <a:pt x="1469" y="2678"/>
                </a:lnTo>
                <a:lnTo>
                  <a:pt x="1471" y="2656"/>
                </a:lnTo>
                <a:lnTo>
                  <a:pt x="1471" y="2625"/>
                </a:lnTo>
                <a:lnTo>
                  <a:pt x="1473" y="2587"/>
                </a:lnTo>
                <a:lnTo>
                  <a:pt x="1473" y="2544"/>
                </a:lnTo>
                <a:lnTo>
                  <a:pt x="1473" y="2496"/>
                </a:lnTo>
                <a:lnTo>
                  <a:pt x="1471" y="2447"/>
                </a:lnTo>
                <a:lnTo>
                  <a:pt x="1471" y="2396"/>
                </a:lnTo>
                <a:lnTo>
                  <a:pt x="1469" y="2349"/>
                </a:lnTo>
                <a:lnTo>
                  <a:pt x="1465" y="2305"/>
                </a:lnTo>
                <a:lnTo>
                  <a:pt x="1462" y="2265"/>
                </a:lnTo>
                <a:lnTo>
                  <a:pt x="1458" y="2234"/>
                </a:lnTo>
                <a:lnTo>
                  <a:pt x="1453" y="2213"/>
                </a:lnTo>
                <a:lnTo>
                  <a:pt x="1447" y="2202"/>
                </a:lnTo>
                <a:lnTo>
                  <a:pt x="1435" y="2194"/>
                </a:lnTo>
                <a:lnTo>
                  <a:pt x="1418" y="2191"/>
                </a:lnTo>
                <a:lnTo>
                  <a:pt x="1398" y="2191"/>
                </a:lnTo>
                <a:close/>
                <a:moveTo>
                  <a:pt x="1282" y="1953"/>
                </a:moveTo>
                <a:lnTo>
                  <a:pt x="1231" y="1954"/>
                </a:lnTo>
                <a:lnTo>
                  <a:pt x="1205" y="1960"/>
                </a:lnTo>
                <a:lnTo>
                  <a:pt x="1176" y="1965"/>
                </a:lnTo>
                <a:lnTo>
                  <a:pt x="1147" y="1973"/>
                </a:lnTo>
                <a:lnTo>
                  <a:pt x="1118" y="1982"/>
                </a:lnTo>
                <a:lnTo>
                  <a:pt x="1089" y="1993"/>
                </a:lnTo>
                <a:lnTo>
                  <a:pt x="1064" y="2005"/>
                </a:lnTo>
                <a:lnTo>
                  <a:pt x="1040" y="2020"/>
                </a:lnTo>
                <a:lnTo>
                  <a:pt x="1020" y="2040"/>
                </a:lnTo>
                <a:lnTo>
                  <a:pt x="1005" y="2062"/>
                </a:lnTo>
                <a:lnTo>
                  <a:pt x="995" y="2089"/>
                </a:lnTo>
                <a:lnTo>
                  <a:pt x="993" y="2120"/>
                </a:lnTo>
                <a:lnTo>
                  <a:pt x="1011" y="2144"/>
                </a:lnTo>
                <a:lnTo>
                  <a:pt x="1036" y="2162"/>
                </a:lnTo>
                <a:lnTo>
                  <a:pt x="1067" y="2174"/>
                </a:lnTo>
                <a:lnTo>
                  <a:pt x="1102" y="2184"/>
                </a:lnTo>
                <a:lnTo>
                  <a:pt x="1140" y="2189"/>
                </a:lnTo>
                <a:lnTo>
                  <a:pt x="1180" y="2189"/>
                </a:lnTo>
                <a:lnTo>
                  <a:pt x="1220" y="2187"/>
                </a:lnTo>
                <a:lnTo>
                  <a:pt x="1262" y="2182"/>
                </a:lnTo>
                <a:lnTo>
                  <a:pt x="1302" y="2174"/>
                </a:lnTo>
                <a:lnTo>
                  <a:pt x="1338" y="2165"/>
                </a:lnTo>
                <a:lnTo>
                  <a:pt x="1371" y="2153"/>
                </a:lnTo>
                <a:lnTo>
                  <a:pt x="1400" y="2140"/>
                </a:lnTo>
                <a:lnTo>
                  <a:pt x="1415" y="2133"/>
                </a:lnTo>
                <a:lnTo>
                  <a:pt x="1431" y="2122"/>
                </a:lnTo>
                <a:lnTo>
                  <a:pt x="1447" y="2111"/>
                </a:lnTo>
                <a:lnTo>
                  <a:pt x="1462" y="2096"/>
                </a:lnTo>
                <a:lnTo>
                  <a:pt x="1475" y="2080"/>
                </a:lnTo>
                <a:lnTo>
                  <a:pt x="1480" y="2064"/>
                </a:lnTo>
                <a:lnTo>
                  <a:pt x="1480" y="2045"/>
                </a:lnTo>
                <a:lnTo>
                  <a:pt x="1473" y="2024"/>
                </a:lnTo>
                <a:lnTo>
                  <a:pt x="1456" y="2002"/>
                </a:lnTo>
                <a:lnTo>
                  <a:pt x="1433" y="1982"/>
                </a:lnTo>
                <a:lnTo>
                  <a:pt x="1404" y="1969"/>
                </a:lnTo>
                <a:lnTo>
                  <a:pt x="1369" y="1958"/>
                </a:lnTo>
                <a:lnTo>
                  <a:pt x="1327" y="1953"/>
                </a:lnTo>
                <a:lnTo>
                  <a:pt x="1282" y="1953"/>
                </a:lnTo>
                <a:close/>
                <a:moveTo>
                  <a:pt x="1727" y="1634"/>
                </a:moveTo>
                <a:lnTo>
                  <a:pt x="1711" y="1642"/>
                </a:lnTo>
                <a:lnTo>
                  <a:pt x="1698" y="1654"/>
                </a:lnTo>
                <a:lnTo>
                  <a:pt x="1693" y="1669"/>
                </a:lnTo>
                <a:lnTo>
                  <a:pt x="1695" y="1685"/>
                </a:lnTo>
                <a:lnTo>
                  <a:pt x="1696" y="1702"/>
                </a:lnTo>
                <a:lnTo>
                  <a:pt x="1693" y="1722"/>
                </a:lnTo>
                <a:lnTo>
                  <a:pt x="1680" y="1747"/>
                </a:lnTo>
                <a:lnTo>
                  <a:pt x="1662" y="1774"/>
                </a:lnTo>
                <a:lnTo>
                  <a:pt x="1636" y="1802"/>
                </a:lnTo>
                <a:lnTo>
                  <a:pt x="1605" y="1829"/>
                </a:lnTo>
                <a:lnTo>
                  <a:pt x="1575" y="1853"/>
                </a:lnTo>
                <a:lnTo>
                  <a:pt x="1544" y="1869"/>
                </a:lnTo>
                <a:lnTo>
                  <a:pt x="1515" y="1880"/>
                </a:lnTo>
                <a:lnTo>
                  <a:pt x="1509" y="1891"/>
                </a:lnTo>
                <a:lnTo>
                  <a:pt x="1505" y="1900"/>
                </a:lnTo>
                <a:lnTo>
                  <a:pt x="1504" y="1909"/>
                </a:lnTo>
                <a:lnTo>
                  <a:pt x="1507" y="1922"/>
                </a:lnTo>
                <a:lnTo>
                  <a:pt x="1524" y="1949"/>
                </a:lnTo>
                <a:lnTo>
                  <a:pt x="1549" y="1971"/>
                </a:lnTo>
                <a:lnTo>
                  <a:pt x="1580" y="1985"/>
                </a:lnTo>
                <a:lnTo>
                  <a:pt x="1616" y="1989"/>
                </a:lnTo>
                <a:lnTo>
                  <a:pt x="1629" y="1971"/>
                </a:lnTo>
                <a:lnTo>
                  <a:pt x="1635" y="1953"/>
                </a:lnTo>
                <a:lnTo>
                  <a:pt x="1638" y="1933"/>
                </a:lnTo>
                <a:lnTo>
                  <a:pt x="1647" y="1911"/>
                </a:lnTo>
                <a:lnTo>
                  <a:pt x="1675" y="1876"/>
                </a:lnTo>
                <a:lnTo>
                  <a:pt x="1698" y="1844"/>
                </a:lnTo>
                <a:lnTo>
                  <a:pt x="1722" y="1811"/>
                </a:lnTo>
                <a:lnTo>
                  <a:pt x="1749" y="1776"/>
                </a:lnTo>
                <a:lnTo>
                  <a:pt x="1765" y="1764"/>
                </a:lnTo>
                <a:lnTo>
                  <a:pt x="1784" y="1754"/>
                </a:lnTo>
                <a:lnTo>
                  <a:pt x="1804" y="1747"/>
                </a:lnTo>
                <a:lnTo>
                  <a:pt x="1822" y="1738"/>
                </a:lnTo>
                <a:lnTo>
                  <a:pt x="1838" y="1725"/>
                </a:lnTo>
                <a:lnTo>
                  <a:pt x="1842" y="1707"/>
                </a:lnTo>
                <a:lnTo>
                  <a:pt x="1829" y="1684"/>
                </a:lnTo>
                <a:lnTo>
                  <a:pt x="1811" y="1665"/>
                </a:lnTo>
                <a:lnTo>
                  <a:pt x="1787" y="1649"/>
                </a:lnTo>
                <a:lnTo>
                  <a:pt x="1760" y="1638"/>
                </a:lnTo>
                <a:lnTo>
                  <a:pt x="1727" y="1634"/>
                </a:lnTo>
                <a:close/>
                <a:moveTo>
                  <a:pt x="1887" y="1344"/>
                </a:moveTo>
                <a:lnTo>
                  <a:pt x="1869" y="1358"/>
                </a:lnTo>
                <a:lnTo>
                  <a:pt x="1860" y="1373"/>
                </a:lnTo>
                <a:lnTo>
                  <a:pt x="1860" y="1387"/>
                </a:lnTo>
                <a:lnTo>
                  <a:pt x="1867" y="1405"/>
                </a:lnTo>
                <a:lnTo>
                  <a:pt x="1880" y="1424"/>
                </a:lnTo>
                <a:lnTo>
                  <a:pt x="1825" y="1549"/>
                </a:lnTo>
                <a:lnTo>
                  <a:pt x="1815" y="1558"/>
                </a:lnTo>
                <a:lnTo>
                  <a:pt x="1798" y="1565"/>
                </a:lnTo>
                <a:lnTo>
                  <a:pt x="1784" y="1573"/>
                </a:lnTo>
                <a:lnTo>
                  <a:pt x="1771" y="1584"/>
                </a:lnTo>
                <a:lnTo>
                  <a:pt x="1765" y="1594"/>
                </a:lnTo>
                <a:lnTo>
                  <a:pt x="1780" y="1609"/>
                </a:lnTo>
                <a:lnTo>
                  <a:pt x="1798" y="1622"/>
                </a:lnTo>
                <a:lnTo>
                  <a:pt x="1820" y="1633"/>
                </a:lnTo>
                <a:lnTo>
                  <a:pt x="1842" y="1642"/>
                </a:lnTo>
                <a:lnTo>
                  <a:pt x="1867" y="1644"/>
                </a:lnTo>
                <a:lnTo>
                  <a:pt x="1891" y="1638"/>
                </a:lnTo>
                <a:lnTo>
                  <a:pt x="1893" y="1636"/>
                </a:lnTo>
                <a:lnTo>
                  <a:pt x="1895" y="1634"/>
                </a:lnTo>
                <a:lnTo>
                  <a:pt x="1895" y="1634"/>
                </a:lnTo>
                <a:lnTo>
                  <a:pt x="1896" y="1634"/>
                </a:lnTo>
                <a:lnTo>
                  <a:pt x="1896" y="1634"/>
                </a:lnTo>
                <a:lnTo>
                  <a:pt x="1896" y="1633"/>
                </a:lnTo>
                <a:lnTo>
                  <a:pt x="1898" y="1629"/>
                </a:lnTo>
                <a:lnTo>
                  <a:pt x="1902" y="1613"/>
                </a:lnTo>
                <a:lnTo>
                  <a:pt x="1900" y="1598"/>
                </a:lnTo>
                <a:lnTo>
                  <a:pt x="1896" y="1585"/>
                </a:lnTo>
                <a:lnTo>
                  <a:pt x="1893" y="1571"/>
                </a:lnTo>
                <a:lnTo>
                  <a:pt x="1893" y="1556"/>
                </a:lnTo>
                <a:lnTo>
                  <a:pt x="1933" y="1462"/>
                </a:lnTo>
                <a:lnTo>
                  <a:pt x="1944" y="1449"/>
                </a:lnTo>
                <a:lnTo>
                  <a:pt x="1956" y="1440"/>
                </a:lnTo>
                <a:lnTo>
                  <a:pt x="1971" y="1433"/>
                </a:lnTo>
                <a:lnTo>
                  <a:pt x="1985" y="1425"/>
                </a:lnTo>
                <a:lnTo>
                  <a:pt x="1998" y="1414"/>
                </a:lnTo>
                <a:lnTo>
                  <a:pt x="2007" y="1400"/>
                </a:lnTo>
                <a:lnTo>
                  <a:pt x="2013" y="1387"/>
                </a:lnTo>
                <a:lnTo>
                  <a:pt x="1991" y="1371"/>
                </a:lnTo>
                <a:lnTo>
                  <a:pt x="1971" y="1360"/>
                </a:lnTo>
                <a:lnTo>
                  <a:pt x="1947" y="1351"/>
                </a:lnTo>
                <a:lnTo>
                  <a:pt x="1918" y="1345"/>
                </a:lnTo>
                <a:lnTo>
                  <a:pt x="1887" y="1344"/>
                </a:lnTo>
                <a:close/>
                <a:moveTo>
                  <a:pt x="1435" y="1336"/>
                </a:moveTo>
                <a:lnTo>
                  <a:pt x="1396" y="1353"/>
                </a:lnTo>
                <a:lnTo>
                  <a:pt x="1380" y="1365"/>
                </a:lnTo>
                <a:lnTo>
                  <a:pt x="1369" y="1384"/>
                </a:lnTo>
                <a:lnTo>
                  <a:pt x="1365" y="1407"/>
                </a:lnTo>
                <a:lnTo>
                  <a:pt x="1369" y="1434"/>
                </a:lnTo>
                <a:lnTo>
                  <a:pt x="1380" y="1484"/>
                </a:lnTo>
                <a:lnTo>
                  <a:pt x="1385" y="1527"/>
                </a:lnTo>
                <a:lnTo>
                  <a:pt x="1385" y="1567"/>
                </a:lnTo>
                <a:lnTo>
                  <a:pt x="1382" y="1605"/>
                </a:lnTo>
                <a:lnTo>
                  <a:pt x="1375" y="1644"/>
                </a:lnTo>
                <a:lnTo>
                  <a:pt x="1365" y="1680"/>
                </a:lnTo>
                <a:lnTo>
                  <a:pt x="1356" y="1720"/>
                </a:lnTo>
                <a:lnTo>
                  <a:pt x="1345" y="1762"/>
                </a:lnTo>
                <a:lnTo>
                  <a:pt x="1335" y="1805"/>
                </a:lnTo>
                <a:lnTo>
                  <a:pt x="1315" y="1818"/>
                </a:lnTo>
                <a:lnTo>
                  <a:pt x="1289" y="1784"/>
                </a:lnTo>
                <a:lnTo>
                  <a:pt x="1275" y="1747"/>
                </a:lnTo>
                <a:lnTo>
                  <a:pt x="1265" y="1709"/>
                </a:lnTo>
                <a:lnTo>
                  <a:pt x="1264" y="1669"/>
                </a:lnTo>
                <a:lnTo>
                  <a:pt x="1265" y="1627"/>
                </a:lnTo>
                <a:lnTo>
                  <a:pt x="1271" y="1585"/>
                </a:lnTo>
                <a:lnTo>
                  <a:pt x="1276" y="1544"/>
                </a:lnTo>
                <a:lnTo>
                  <a:pt x="1284" y="1504"/>
                </a:lnTo>
                <a:lnTo>
                  <a:pt x="1289" y="1465"/>
                </a:lnTo>
                <a:lnTo>
                  <a:pt x="1291" y="1427"/>
                </a:lnTo>
                <a:lnTo>
                  <a:pt x="1289" y="1393"/>
                </a:lnTo>
                <a:lnTo>
                  <a:pt x="1282" y="1360"/>
                </a:lnTo>
                <a:lnTo>
                  <a:pt x="1264" y="1351"/>
                </a:lnTo>
                <a:lnTo>
                  <a:pt x="1240" y="1345"/>
                </a:lnTo>
                <a:lnTo>
                  <a:pt x="1216" y="1344"/>
                </a:lnTo>
                <a:lnTo>
                  <a:pt x="1191" y="1347"/>
                </a:lnTo>
                <a:lnTo>
                  <a:pt x="1169" y="1356"/>
                </a:lnTo>
                <a:lnTo>
                  <a:pt x="1149" y="1371"/>
                </a:lnTo>
                <a:lnTo>
                  <a:pt x="1135" y="1391"/>
                </a:lnTo>
                <a:lnTo>
                  <a:pt x="1138" y="1418"/>
                </a:lnTo>
                <a:lnTo>
                  <a:pt x="1147" y="1440"/>
                </a:lnTo>
                <a:lnTo>
                  <a:pt x="1158" y="1454"/>
                </a:lnTo>
                <a:lnTo>
                  <a:pt x="1171" y="1469"/>
                </a:lnTo>
                <a:lnTo>
                  <a:pt x="1184" y="1484"/>
                </a:lnTo>
                <a:lnTo>
                  <a:pt x="1193" y="1502"/>
                </a:lnTo>
                <a:lnTo>
                  <a:pt x="1204" y="1534"/>
                </a:lnTo>
                <a:lnTo>
                  <a:pt x="1211" y="1574"/>
                </a:lnTo>
                <a:lnTo>
                  <a:pt x="1213" y="1616"/>
                </a:lnTo>
                <a:lnTo>
                  <a:pt x="1211" y="1660"/>
                </a:lnTo>
                <a:lnTo>
                  <a:pt x="1207" y="1704"/>
                </a:lnTo>
                <a:lnTo>
                  <a:pt x="1202" y="1744"/>
                </a:lnTo>
                <a:lnTo>
                  <a:pt x="1195" y="1780"/>
                </a:lnTo>
                <a:lnTo>
                  <a:pt x="1185" y="1809"/>
                </a:lnTo>
                <a:lnTo>
                  <a:pt x="1178" y="1813"/>
                </a:lnTo>
                <a:lnTo>
                  <a:pt x="1149" y="1791"/>
                </a:lnTo>
                <a:lnTo>
                  <a:pt x="1127" y="1764"/>
                </a:lnTo>
                <a:lnTo>
                  <a:pt x="1111" y="1734"/>
                </a:lnTo>
                <a:lnTo>
                  <a:pt x="1102" y="1700"/>
                </a:lnTo>
                <a:lnTo>
                  <a:pt x="1095" y="1665"/>
                </a:lnTo>
                <a:lnTo>
                  <a:pt x="1091" y="1627"/>
                </a:lnTo>
                <a:lnTo>
                  <a:pt x="1089" y="1587"/>
                </a:lnTo>
                <a:lnTo>
                  <a:pt x="1087" y="1547"/>
                </a:lnTo>
                <a:lnTo>
                  <a:pt x="1085" y="1507"/>
                </a:lnTo>
                <a:lnTo>
                  <a:pt x="1082" y="1467"/>
                </a:lnTo>
                <a:lnTo>
                  <a:pt x="1075" y="1427"/>
                </a:lnTo>
                <a:lnTo>
                  <a:pt x="1058" y="1420"/>
                </a:lnTo>
                <a:lnTo>
                  <a:pt x="1038" y="1416"/>
                </a:lnTo>
                <a:lnTo>
                  <a:pt x="1015" y="1420"/>
                </a:lnTo>
                <a:lnTo>
                  <a:pt x="991" y="1425"/>
                </a:lnTo>
                <a:lnTo>
                  <a:pt x="969" y="1434"/>
                </a:lnTo>
                <a:lnTo>
                  <a:pt x="953" y="1444"/>
                </a:lnTo>
                <a:lnTo>
                  <a:pt x="947" y="1453"/>
                </a:lnTo>
                <a:lnTo>
                  <a:pt x="947" y="1469"/>
                </a:lnTo>
                <a:lnTo>
                  <a:pt x="955" y="1491"/>
                </a:lnTo>
                <a:lnTo>
                  <a:pt x="965" y="1514"/>
                </a:lnTo>
                <a:lnTo>
                  <a:pt x="980" y="1544"/>
                </a:lnTo>
                <a:lnTo>
                  <a:pt x="998" y="1573"/>
                </a:lnTo>
                <a:lnTo>
                  <a:pt x="1016" y="1605"/>
                </a:lnTo>
                <a:lnTo>
                  <a:pt x="1033" y="1638"/>
                </a:lnTo>
                <a:lnTo>
                  <a:pt x="1049" y="1673"/>
                </a:lnTo>
                <a:lnTo>
                  <a:pt x="1062" y="1705"/>
                </a:lnTo>
                <a:lnTo>
                  <a:pt x="1071" y="1738"/>
                </a:lnTo>
                <a:lnTo>
                  <a:pt x="1075" y="1769"/>
                </a:lnTo>
                <a:lnTo>
                  <a:pt x="1073" y="1796"/>
                </a:lnTo>
                <a:lnTo>
                  <a:pt x="1062" y="1822"/>
                </a:lnTo>
                <a:lnTo>
                  <a:pt x="1058" y="1825"/>
                </a:lnTo>
                <a:lnTo>
                  <a:pt x="1056" y="1827"/>
                </a:lnTo>
                <a:lnTo>
                  <a:pt x="1055" y="1829"/>
                </a:lnTo>
                <a:lnTo>
                  <a:pt x="1053" y="1829"/>
                </a:lnTo>
                <a:lnTo>
                  <a:pt x="1051" y="1831"/>
                </a:lnTo>
                <a:lnTo>
                  <a:pt x="1047" y="1831"/>
                </a:lnTo>
                <a:lnTo>
                  <a:pt x="1042" y="1833"/>
                </a:lnTo>
                <a:lnTo>
                  <a:pt x="1015" y="1814"/>
                </a:lnTo>
                <a:lnTo>
                  <a:pt x="995" y="1791"/>
                </a:lnTo>
                <a:lnTo>
                  <a:pt x="980" y="1764"/>
                </a:lnTo>
                <a:lnTo>
                  <a:pt x="969" y="1733"/>
                </a:lnTo>
                <a:lnTo>
                  <a:pt x="960" y="1700"/>
                </a:lnTo>
                <a:lnTo>
                  <a:pt x="953" y="1665"/>
                </a:lnTo>
                <a:lnTo>
                  <a:pt x="947" y="1631"/>
                </a:lnTo>
                <a:lnTo>
                  <a:pt x="940" y="1596"/>
                </a:lnTo>
                <a:lnTo>
                  <a:pt x="931" y="1564"/>
                </a:lnTo>
                <a:lnTo>
                  <a:pt x="920" y="1533"/>
                </a:lnTo>
                <a:lnTo>
                  <a:pt x="904" y="1505"/>
                </a:lnTo>
                <a:lnTo>
                  <a:pt x="871" y="1500"/>
                </a:lnTo>
                <a:lnTo>
                  <a:pt x="840" y="1502"/>
                </a:lnTo>
                <a:lnTo>
                  <a:pt x="807" y="1505"/>
                </a:lnTo>
                <a:lnTo>
                  <a:pt x="798" y="1527"/>
                </a:lnTo>
                <a:lnTo>
                  <a:pt x="800" y="1549"/>
                </a:lnTo>
                <a:lnTo>
                  <a:pt x="807" y="1569"/>
                </a:lnTo>
                <a:lnTo>
                  <a:pt x="822" y="1587"/>
                </a:lnTo>
                <a:lnTo>
                  <a:pt x="849" y="1618"/>
                </a:lnTo>
                <a:lnTo>
                  <a:pt x="876" y="1649"/>
                </a:lnTo>
                <a:lnTo>
                  <a:pt x="902" y="1680"/>
                </a:lnTo>
                <a:lnTo>
                  <a:pt x="925" y="1716"/>
                </a:lnTo>
                <a:lnTo>
                  <a:pt x="945" y="1756"/>
                </a:lnTo>
                <a:lnTo>
                  <a:pt x="985" y="1920"/>
                </a:lnTo>
                <a:lnTo>
                  <a:pt x="989" y="1925"/>
                </a:lnTo>
                <a:lnTo>
                  <a:pt x="995" y="1929"/>
                </a:lnTo>
                <a:lnTo>
                  <a:pt x="1000" y="1933"/>
                </a:lnTo>
                <a:lnTo>
                  <a:pt x="1005" y="1934"/>
                </a:lnTo>
                <a:lnTo>
                  <a:pt x="1013" y="1938"/>
                </a:lnTo>
                <a:lnTo>
                  <a:pt x="1064" y="1925"/>
                </a:lnTo>
                <a:lnTo>
                  <a:pt x="1115" y="1913"/>
                </a:lnTo>
                <a:lnTo>
                  <a:pt x="1169" y="1900"/>
                </a:lnTo>
                <a:lnTo>
                  <a:pt x="1216" y="1894"/>
                </a:lnTo>
                <a:lnTo>
                  <a:pt x="1267" y="1893"/>
                </a:lnTo>
                <a:lnTo>
                  <a:pt x="1316" y="1891"/>
                </a:lnTo>
                <a:lnTo>
                  <a:pt x="1365" y="1889"/>
                </a:lnTo>
                <a:lnTo>
                  <a:pt x="1409" y="1884"/>
                </a:lnTo>
                <a:lnTo>
                  <a:pt x="1451" y="1874"/>
                </a:lnTo>
                <a:lnTo>
                  <a:pt x="1453" y="1836"/>
                </a:lnTo>
                <a:lnTo>
                  <a:pt x="1451" y="1796"/>
                </a:lnTo>
                <a:lnTo>
                  <a:pt x="1444" y="1754"/>
                </a:lnTo>
                <a:lnTo>
                  <a:pt x="1438" y="1709"/>
                </a:lnTo>
                <a:lnTo>
                  <a:pt x="1438" y="1662"/>
                </a:lnTo>
                <a:lnTo>
                  <a:pt x="1444" y="1611"/>
                </a:lnTo>
                <a:lnTo>
                  <a:pt x="1453" y="1582"/>
                </a:lnTo>
                <a:lnTo>
                  <a:pt x="1465" y="1551"/>
                </a:lnTo>
                <a:lnTo>
                  <a:pt x="1480" y="1520"/>
                </a:lnTo>
                <a:lnTo>
                  <a:pt x="1495" y="1487"/>
                </a:lnTo>
                <a:lnTo>
                  <a:pt x="1507" y="1456"/>
                </a:lnTo>
                <a:lnTo>
                  <a:pt x="1516" y="1424"/>
                </a:lnTo>
                <a:lnTo>
                  <a:pt x="1522" y="1393"/>
                </a:lnTo>
                <a:lnTo>
                  <a:pt x="1518" y="1364"/>
                </a:lnTo>
                <a:lnTo>
                  <a:pt x="1505" y="1344"/>
                </a:lnTo>
                <a:lnTo>
                  <a:pt x="1435" y="1336"/>
                </a:lnTo>
                <a:close/>
                <a:moveTo>
                  <a:pt x="695" y="1220"/>
                </a:moveTo>
                <a:lnTo>
                  <a:pt x="675" y="1233"/>
                </a:lnTo>
                <a:lnTo>
                  <a:pt x="655" y="1244"/>
                </a:lnTo>
                <a:lnTo>
                  <a:pt x="638" y="1256"/>
                </a:lnTo>
                <a:lnTo>
                  <a:pt x="622" y="1271"/>
                </a:lnTo>
                <a:lnTo>
                  <a:pt x="611" y="1293"/>
                </a:lnTo>
                <a:lnTo>
                  <a:pt x="689" y="1353"/>
                </a:lnTo>
                <a:lnTo>
                  <a:pt x="745" y="1420"/>
                </a:lnTo>
                <a:lnTo>
                  <a:pt x="740" y="1478"/>
                </a:lnTo>
                <a:lnTo>
                  <a:pt x="762" y="1485"/>
                </a:lnTo>
                <a:lnTo>
                  <a:pt x="785" y="1484"/>
                </a:lnTo>
                <a:lnTo>
                  <a:pt x="807" y="1474"/>
                </a:lnTo>
                <a:lnTo>
                  <a:pt x="827" y="1462"/>
                </a:lnTo>
                <a:lnTo>
                  <a:pt x="844" y="1444"/>
                </a:lnTo>
                <a:lnTo>
                  <a:pt x="856" y="1427"/>
                </a:lnTo>
                <a:lnTo>
                  <a:pt x="844" y="1413"/>
                </a:lnTo>
                <a:lnTo>
                  <a:pt x="831" y="1405"/>
                </a:lnTo>
                <a:lnTo>
                  <a:pt x="816" y="1398"/>
                </a:lnTo>
                <a:lnTo>
                  <a:pt x="800" y="1393"/>
                </a:lnTo>
                <a:lnTo>
                  <a:pt x="784" y="1384"/>
                </a:lnTo>
                <a:lnTo>
                  <a:pt x="765" y="1365"/>
                </a:lnTo>
                <a:lnTo>
                  <a:pt x="751" y="1342"/>
                </a:lnTo>
                <a:lnTo>
                  <a:pt x="742" y="1316"/>
                </a:lnTo>
                <a:lnTo>
                  <a:pt x="736" y="1287"/>
                </a:lnTo>
                <a:lnTo>
                  <a:pt x="731" y="1258"/>
                </a:lnTo>
                <a:lnTo>
                  <a:pt x="725" y="1233"/>
                </a:lnTo>
                <a:lnTo>
                  <a:pt x="695" y="1220"/>
                </a:lnTo>
                <a:close/>
                <a:moveTo>
                  <a:pt x="1940" y="1136"/>
                </a:moveTo>
                <a:lnTo>
                  <a:pt x="1925" y="1156"/>
                </a:lnTo>
                <a:lnTo>
                  <a:pt x="1915" y="1184"/>
                </a:lnTo>
                <a:lnTo>
                  <a:pt x="1909" y="1214"/>
                </a:lnTo>
                <a:lnTo>
                  <a:pt x="1905" y="1244"/>
                </a:lnTo>
                <a:lnTo>
                  <a:pt x="1904" y="1274"/>
                </a:lnTo>
                <a:lnTo>
                  <a:pt x="1905" y="1300"/>
                </a:lnTo>
                <a:lnTo>
                  <a:pt x="1925" y="1316"/>
                </a:lnTo>
                <a:lnTo>
                  <a:pt x="1964" y="1316"/>
                </a:lnTo>
                <a:lnTo>
                  <a:pt x="1978" y="1304"/>
                </a:lnTo>
                <a:lnTo>
                  <a:pt x="1987" y="1285"/>
                </a:lnTo>
                <a:lnTo>
                  <a:pt x="1991" y="1265"/>
                </a:lnTo>
                <a:lnTo>
                  <a:pt x="1991" y="1242"/>
                </a:lnTo>
                <a:lnTo>
                  <a:pt x="1987" y="1218"/>
                </a:lnTo>
                <a:lnTo>
                  <a:pt x="1984" y="1194"/>
                </a:lnTo>
                <a:lnTo>
                  <a:pt x="1978" y="1173"/>
                </a:lnTo>
                <a:lnTo>
                  <a:pt x="1973" y="1153"/>
                </a:lnTo>
                <a:lnTo>
                  <a:pt x="1940" y="1136"/>
                </a:lnTo>
                <a:close/>
                <a:moveTo>
                  <a:pt x="887" y="1062"/>
                </a:moveTo>
                <a:lnTo>
                  <a:pt x="865" y="1078"/>
                </a:lnTo>
                <a:lnTo>
                  <a:pt x="853" y="1094"/>
                </a:lnTo>
                <a:lnTo>
                  <a:pt x="847" y="1109"/>
                </a:lnTo>
                <a:lnTo>
                  <a:pt x="849" y="1122"/>
                </a:lnTo>
                <a:lnTo>
                  <a:pt x="856" y="1136"/>
                </a:lnTo>
                <a:lnTo>
                  <a:pt x="865" y="1151"/>
                </a:lnTo>
                <a:lnTo>
                  <a:pt x="878" y="1165"/>
                </a:lnTo>
                <a:lnTo>
                  <a:pt x="893" y="1182"/>
                </a:lnTo>
                <a:lnTo>
                  <a:pt x="905" y="1200"/>
                </a:lnTo>
                <a:lnTo>
                  <a:pt x="916" y="1220"/>
                </a:lnTo>
                <a:lnTo>
                  <a:pt x="925" y="1240"/>
                </a:lnTo>
                <a:lnTo>
                  <a:pt x="927" y="1267"/>
                </a:lnTo>
                <a:lnTo>
                  <a:pt x="925" y="1293"/>
                </a:lnTo>
                <a:lnTo>
                  <a:pt x="920" y="1316"/>
                </a:lnTo>
                <a:lnTo>
                  <a:pt x="916" y="1338"/>
                </a:lnTo>
                <a:lnTo>
                  <a:pt x="916" y="1358"/>
                </a:lnTo>
                <a:lnTo>
                  <a:pt x="922" y="1376"/>
                </a:lnTo>
                <a:lnTo>
                  <a:pt x="925" y="1380"/>
                </a:lnTo>
                <a:lnTo>
                  <a:pt x="929" y="1384"/>
                </a:lnTo>
                <a:lnTo>
                  <a:pt x="933" y="1387"/>
                </a:lnTo>
                <a:lnTo>
                  <a:pt x="936" y="1389"/>
                </a:lnTo>
                <a:lnTo>
                  <a:pt x="940" y="1389"/>
                </a:lnTo>
                <a:lnTo>
                  <a:pt x="947" y="1391"/>
                </a:lnTo>
                <a:lnTo>
                  <a:pt x="971" y="1393"/>
                </a:lnTo>
                <a:lnTo>
                  <a:pt x="993" y="1387"/>
                </a:lnTo>
                <a:lnTo>
                  <a:pt x="1011" y="1374"/>
                </a:lnTo>
                <a:lnTo>
                  <a:pt x="1025" y="1358"/>
                </a:lnTo>
                <a:lnTo>
                  <a:pt x="1036" y="1340"/>
                </a:lnTo>
                <a:lnTo>
                  <a:pt x="1020" y="1318"/>
                </a:lnTo>
                <a:lnTo>
                  <a:pt x="1005" y="1300"/>
                </a:lnTo>
                <a:lnTo>
                  <a:pt x="989" y="1282"/>
                </a:lnTo>
                <a:lnTo>
                  <a:pt x="976" y="1260"/>
                </a:lnTo>
                <a:lnTo>
                  <a:pt x="964" y="1236"/>
                </a:lnTo>
                <a:lnTo>
                  <a:pt x="955" y="1204"/>
                </a:lnTo>
                <a:lnTo>
                  <a:pt x="951" y="1180"/>
                </a:lnTo>
                <a:lnTo>
                  <a:pt x="955" y="1158"/>
                </a:lnTo>
                <a:lnTo>
                  <a:pt x="958" y="1140"/>
                </a:lnTo>
                <a:lnTo>
                  <a:pt x="964" y="1122"/>
                </a:lnTo>
                <a:lnTo>
                  <a:pt x="965" y="1105"/>
                </a:lnTo>
                <a:lnTo>
                  <a:pt x="960" y="1087"/>
                </a:lnTo>
                <a:lnTo>
                  <a:pt x="949" y="1074"/>
                </a:lnTo>
                <a:lnTo>
                  <a:pt x="933" y="1065"/>
                </a:lnTo>
                <a:lnTo>
                  <a:pt x="913" y="1064"/>
                </a:lnTo>
                <a:lnTo>
                  <a:pt x="887" y="1062"/>
                </a:lnTo>
                <a:close/>
                <a:moveTo>
                  <a:pt x="560" y="1009"/>
                </a:moveTo>
                <a:lnTo>
                  <a:pt x="544" y="1018"/>
                </a:lnTo>
                <a:lnTo>
                  <a:pt x="529" y="1027"/>
                </a:lnTo>
                <a:lnTo>
                  <a:pt x="516" y="1036"/>
                </a:lnTo>
                <a:lnTo>
                  <a:pt x="505" y="1051"/>
                </a:lnTo>
                <a:lnTo>
                  <a:pt x="591" y="1156"/>
                </a:lnTo>
                <a:lnTo>
                  <a:pt x="593" y="1171"/>
                </a:lnTo>
                <a:lnTo>
                  <a:pt x="593" y="1184"/>
                </a:lnTo>
                <a:lnTo>
                  <a:pt x="591" y="1196"/>
                </a:lnTo>
                <a:lnTo>
                  <a:pt x="589" y="1207"/>
                </a:lnTo>
                <a:lnTo>
                  <a:pt x="593" y="1220"/>
                </a:lnTo>
                <a:lnTo>
                  <a:pt x="656" y="1204"/>
                </a:lnTo>
                <a:lnTo>
                  <a:pt x="673" y="1173"/>
                </a:lnTo>
                <a:lnTo>
                  <a:pt x="647" y="1154"/>
                </a:lnTo>
                <a:lnTo>
                  <a:pt x="627" y="1136"/>
                </a:lnTo>
                <a:lnTo>
                  <a:pt x="615" y="1114"/>
                </a:lnTo>
                <a:lnTo>
                  <a:pt x="605" y="1091"/>
                </a:lnTo>
                <a:lnTo>
                  <a:pt x="600" y="1060"/>
                </a:lnTo>
                <a:lnTo>
                  <a:pt x="598" y="1022"/>
                </a:lnTo>
                <a:lnTo>
                  <a:pt x="585" y="1014"/>
                </a:lnTo>
                <a:lnTo>
                  <a:pt x="560" y="1009"/>
                </a:lnTo>
                <a:close/>
                <a:moveTo>
                  <a:pt x="1445" y="969"/>
                </a:moveTo>
                <a:lnTo>
                  <a:pt x="1429" y="976"/>
                </a:lnTo>
                <a:lnTo>
                  <a:pt x="1416" y="980"/>
                </a:lnTo>
                <a:lnTo>
                  <a:pt x="1416" y="1016"/>
                </a:lnTo>
                <a:lnTo>
                  <a:pt x="1420" y="1045"/>
                </a:lnTo>
                <a:lnTo>
                  <a:pt x="1424" y="1073"/>
                </a:lnTo>
                <a:lnTo>
                  <a:pt x="1427" y="1096"/>
                </a:lnTo>
                <a:lnTo>
                  <a:pt x="1429" y="1118"/>
                </a:lnTo>
                <a:lnTo>
                  <a:pt x="1429" y="1142"/>
                </a:lnTo>
                <a:lnTo>
                  <a:pt x="1425" y="1165"/>
                </a:lnTo>
                <a:lnTo>
                  <a:pt x="1418" y="1191"/>
                </a:lnTo>
                <a:lnTo>
                  <a:pt x="1405" y="1220"/>
                </a:lnTo>
                <a:lnTo>
                  <a:pt x="1387" y="1253"/>
                </a:lnTo>
                <a:lnTo>
                  <a:pt x="1387" y="1276"/>
                </a:lnTo>
                <a:lnTo>
                  <a:pt x="1398" y="1285"/>
                </a:lnTo>
                <a:lnTo>
                  <a:pt x="1415" y="1294"/>
                </a:lnTo>
                <a:lnTo>
                  <a:pt x="1435" y="1302"/>
                </a:lnTo>
                <a:lnTo>
                  <a:pt x="1458" y="1305"/>
                </a:lnTo>
                <a:lnTo>
                  <a:pt x="1482" y="1309"/>
                </a:lnTo>
                <a:lnTo>
                  <a:pt x="1504" y="1309"/>
                </a:lnTo>
                <a:lnTo>
                  <a:pt x="1520" y="1305"/>
                </a:lnTo>
                <a:lnTo>
                  <a:pt x="1533" y="1296"/>
                </a:lnTo>
                <a:lnTo>
                  <a:pt x="1536" y="1282"/>
                </a:lnTo>
                <a:lnTo>
                  <a:pt x="1535" y="1265"/>
                </a:lnTo>
                <a:lnTo>
                  <a:pt x="1527" y="1249"/>
                </a:lnTo>
                <a:lnTo>
                  <a:pt x="1518" y="1231"/>
                </a:lnTo>
                <a:lnTo>
                  <a:pt x="1509" y="1213"/>
                </a:lnTo>
                <a:lnTo>
                  <a:pt x="1502" y="1196"/>
                </a:lnTo>
                <a:lnTo>
                  <a:pt x="1498" y="1180"/>
                </a:lnTo>
                <a:lnTo>
                  <a:pt x="1502" y="1160"/>
                </a:lnTo>
                <a:lnTo>
                  <a:pt x="1509" y="1136"/>
                </a:lnTo>
                <a:lnTo>
                  <a:pt x="1518" y="1111"/>
                </a:lnTo>
                <a:lnTo>
                  <a:pt x="1527" y="1087"/>
                </a:lnTo>
                <a:lnTo>
                  <a:pt x="1536" y="1062"/>
                </a:lnTo>
                <a:lnTo>
                  <a:pt x="1545" y="1040"/>
                </a:lnTo>
                <a:lnTo>
                  <a:pt x="1553" y="1022"/>
                </a:lnTo>
                <a:lnTo>
                  <a:pt x="1556" y="1009"/>
                </a:lnTo>
                <a:lnTo>
                  <a:pt x="1556" y="1002"/>
                </a:lnTo>
                <a:lnTo>
                  <a:pt x="1544" y="987"/>
                </a:lnTo>
                <a:lnTo>
                  <a:pt x="1524" y="978"/>
                </a:lnTo>
                <a:lnTo>
                  <a:pt x="1498" y="973"/>
                </a:lnTo>
                <a:lnTo>
                  <a:pt x="1471" y="971"/>
                </a:lnTo>
                <a:lnTo>
                  <a:pt x="1445" y="969"/>
                </a:lnTo>
                <a:close/>
                <a:moveTo>
                  <a:pt x="1178" y="964"/>
                </a:moveTo>
                <a:lnTo>
                  <a:pt x="1127" y="976"/>
                </a:lnTo>
                <a:lnTo>
                  <a:pt x="1122" y="993"/>
                </a:lnTo>
                <a:lnTo>
                  <a:pt x="1122" y="1014"/>
                </a:lnTo>
                <a:lnTo>
                  <a:pt x="1125" y="1040"/>
                </a:lnTo>
                <a:lnTo>
                  <a:pt x="1133" y="1067"/>
                </a:lnTo>
                <a:lnTo>
                  <a:pt x="1142" y="1094"/>
                </a:lnTo>
                <a:lnTo>
                  <a:pt x="1149" y="1124"/>
                </a:lnTo>
                <a:lnTo>
                  <a:pt x="1156" y="1151"/>
                </a:lnTo>
                <a:lnTo>
                  <a:pt x="1162" y="1178"/>
                </a:lnTo>
                <a:lnTo>
                  <a:pt x="1162" y="1200"/>
                </a:lnTo>
                <a:lnTo>
                  <a:pt x="1160" y="1216"/>
                </a:lnTo>
                <a:lnTo>
                  <a:pt x="1153" y="1229"/>
                </a:lnTo>
                <a:lnTo>
                  <a:pt x="1144" y="1240"/>
                </a:lnTo>
                <a:lnTo>
                  <a:pt x="1135" y="1251"/>
                </a:lnTo>
                <a:lnTo>
                  <a:pt x="1127" y="1264"/>
                </a:lnTo>
                <a:lnTo>
                  <a:pt x="1125" y="1284"/>
                </a:lnTo>
                <a:lnTo>
                  <a:pt x="1144" y="1293"/>
                </a:lnTo>
                <a:lnTo>
                  <a:pt x="1165" y="1298"/>
                </a:lnTo>
                <a:lnTo>
                  <a:pt x="1191" y="1302"/>
                </a:lnTo>
                <a:lnTo>
                  <a:pt x="1216" y="1304"/>
                </a:lnTo>
                <a:lnTo>
                  <a:pt x="1240" y="1300"/>
                </a:lnTo>
                <a:lnTo>
                  <a:pt x="1260" y="1293"/>
                </a:lnTo>
                <a:lnTo>
                  <a:pt x="1273" y="1284"/>
                </a:lnTo>
                <a:lnTo>
                  <a:pt x="1269" y="1260"/>
                </a:lnTo>
                <a:lnTo>
                  <a:pt x="1262" y="1242"/>
                </a:lnTo>
                <a:lnTo>
                  <a:pt x="1253" y="1224"/>
                </a:lnTo>
                <a:lnTo>
                  <a:pt x="1242" y="1207"/>
                </a:lnTo>
                <a:lnTo>
                  <a:pt x="1233" y="1189"/>
                </a:lnTo>
                <a:lnTo>
                  <a:pt x="1227" y="1167"/>
                </a:lnTo>
                <a:lnTo>
                  <a:pt x="1222" y="1136"/>
                </a:lnTo>
                <a:lnTo>
                  <a:pt x="1224" y="1107"/>
                </a:lnTo>
                <a:lnTo>
                  <a:pt x="1229" y="1082"/>
                </a:lnTo>
                <a:lnTo>
                  <a:pt x="1238" y="1058"/>
                </a:lnTo>
                <a:lnTo>
                  <a:pt x="1247" y="1036"/>
                </a:lnTo>
                <a:lnTo>
                  <a:pt x="1258" y="1014"/>
                </a:lnTo>
                <a:lnTo>
                  <a:pt x="1265" y="993"/>
                </a:lnTo>
                <a:lnTo>
                  <a:pt x="1260" y="985"/>
                </a:lnTo>
                <a:lnTo>
                  <a:pt x="1178" y="964"/>
                </a:lnTo>
                <a:close/>
                <a:moveTo>
                  <a:pt x="493" y="804"/>
                </a:moveTo>
                <a:lnTo>
                  <a:pt x="480" y="820"/>
                </a:lnTo>
                <a:lnTo>
                  <a:pt x="491" y="902"/>
                </a:lnTo>
                <a:lnTo>
                  <a:pt x="489" y="916"/>
                </a:lnTo>
                <a:lnTo>
                  <a:pt x="484" y="927"/>
                </a:lnTo>
                <a:lnTo>
                  <a:pt x="480" y="940"/>
                </a:lnTo>
                <a:lnTo>
                  <a:pt x="480" y="956"/>
                </a:lnTo>
                <a:lnTo>
                  <a:pt x="507" y="967"/>
                </a:lnTo>
                <a:lnTo>
                  <a:pt x="533" y="969"/>
                </a:lnTo>
                <a:lnTo>
                  <a:pt x="564" y="964"/>
                </a:lnTo>
                <a:lnTo>
                  <a:pt x="575" y="947"/>
                </a:lnTo>
                <a:lnTo>
                  <a:pt x="569" y="934"/>
                </a:lnTo>
                <a:lnTo>
                  <a:pt x="562" y="925"/>
                </a:lnTo>
                <a:lnTo>
                  <a:pt x="555" y="918"/>
                </a:lnTo>
                <a:lnTo>
                  <a:pt x="545" y="911"/>
                </a:lnTo>
                <a:lnTo>
                  <a:pt x="540" y="902"/>
                </a:lnTo>
                <a:lnTo>
                  <a:pt x="527" y="811"/>
                </a:lnTo>
                <a:lnTo>
                  <a:pt x="518" y="807"/>
                </a:lnTo>
                <a:lnTo>
                  <a:pt x="507" y="804"/>
                </a:lnTo>
                <a:lnTo>
                  <a:pt x="493" y="804"/>
                </a:lnTo>
                <a:close/>
                <a:moveTo>
                  <a:pt x="822" y="798"/>
                </a:moveTo>
                <a:lnTo>
                  <a:pt x="765" y="814"/>
                </a:lnTo>
                <a:lnTo>
                  <a:pt x="758" y="820"/>
                </a:lnTo>
                <a:lnTo>
                  <a:pt x="764" y="847"/>
                </a:lnTo>
                <a:lnTo>
                  <a:pt x="773" y="871"/>
                </a:lnTo>
                <a:lnTo>
                  <a:pt x="782" y="894"/>
                </a:lnTo>
                <a:lnTo>
                  <a:pt x="791" y="916"/>
                </a:lnTo>
                <a:lnTo>
                  <a:pt x="798" y="938"/>
                </a:lnTo>
                <a:lnTo>
                  <a:pt x="804" y="962"/>
                </a:lnTo>
                <a:lnTo>
                  <a:pt x="804" y="987"/>
                </a:lnTo>
                <a:lnTo>
                  <a:pt x="796" y="1018"/>
                </a:lnTo>
                <a:lnTo>
                  <a:pt x="796" y="1022"/>
                </a:lnTo>
                <a:lnTo>
                  <a:pt x="824" y="1029"/>
                </a:lnTo>
                <a:lnTo>
                  <a:pt x="849" y="1025"/>
                </a:lnTo>
                <a:lnTo>
                  <a:pt x="875" y="1016"/>
                </a:lnTo>
                <a:lnTo>
                  <a:pt x="895" y="1005"/>
                </a:lnTo>
                <a:lnTo>
                  <a:pt x="895" y="998"/>
                </a:lnTo>
                <a:lnTo>
                  <a:pt x="876" y="971"/>
                </a:lnTo>
                <a:lnTo>
                  <a:pt x="864" y="949"/>
                </a:lnTo>
                <a:lnTo>
                  <a:pt x="855" y="927"/>
                </a:lnTo>
                <a:lnTo>
                  <a:pt x="851" y="905"/>
                </a:lnTo>
                <a:lnTo>
                  <a:pt x="851" y="880"/>
                </a:lnTo>
                <a:lnTo>
                  <a:pt x="851" y="849"/>
                </a:lnTo>
                <a:lnTo>
                  <a:pt x="853" y="811"/>
                </a:lnTo>
                <a:lnTo>
                  <a:pt x="822" y="798"/>
                </a:lnTo>
                <a:close/>
                <a:moveTo>
                  <a:pt x="1515" y="644"/>
                </a:moveTo>
                <a:lnTo>
                  <a:pt x="1480" y="651"/>
                </a:lnTo>
                <a:lnTo>
                  <a:pt x="1475" y="669"/>
                </a:lnTo>
                <a:lnTo>
                  <a:pt x="1475" y="682"/>
                </a:lnTo>
                <a:lnTo>
                  <a:pt x="1478" y="696"/>
                </a:lnTo>
                <a:lnTo>
                  <a:pt x="1484" y="711"/>
                </a:lnTo>
                <a:lnTo>
                  <a:pt x="1491" y="751"/>
                </a:lnTo>
                <a:lnTo>
                  <a:pt x="1491" y="787"/>
                </a:lnTo>
                <a:lnTo>
                  <a:pt x="1485" y="822"/>
                </a:lnTo>
                <a:lnTo>
                  <a:pt x="1476" y="853"/>
                </a:lnTo>
                <a:lnTo>
                  <a:pt x="1462" y="880"/>
                </a:lnTo>
                <a:lnTo>
                  <a:pt x="1445" y="907"/>
                </a:lnTo>
                <a:lnTo>
                  <a:pt x="1445" y="927"/>
                </a:lnTo>
                <a:lnTo>
                  <a:pt x="1465" y="936"/>
                </a:lnTo>
                <a:lnTo>
                  <a:pt x="1489" y="942"/>
                </a:lnTo>
                <a:lnTo>
                  <a:pt x="1515" y="944"/>
                </a:lnTo>
                <a:lnTo>
                  <a:pt x="1540" y="940"/>
                </a:lnTo>
                <a:lnTo>
                  <a:pt x="1562" y="927"/>
                </a:lnTo>
                <a:lnTo>
                  <a:pt x="1533" y="840"/>
                </a:lnTo>
                <a:lnTo>
                  <a:pt x="1533" y="809"/>
                </a:lnTo>
                <a:lnTo>
                  <a:pt x="1538" y="778"/>
                </a:lnTo>
                <a:lnTo>
                  <a:pt x="1551" y="751"/>
                </a:lnTo>
                <a:lnTo>
                  <a:pt x="1564" y="724"/>
                </a:lnTo>
                <a:lnTo>
                  <a:pt x="1576" y="696"/>
                </a:lnTo>
                <a:lnTo>
                  <a:pt x="1587" y="673"/>
                </a:lnTo>
                <a:lnTo>
                  <a:pt x="1580" y="656"/>
                </a:lnTo>
                <a:lnTo>
                  <a:pt x="1515" y="644"/>
                </a:lnTo>
                <a:close/>
                <a:moveTo>
                  <a:pt x="1107" y="622"/>
                </a:moveTo>
                <a:lnTo>
                  <a:pt x="1091" y="625"/>
                </a:lnTo>
                <a:lnTo>
                  <a:pt x="1064" y="656"/>
                </a:lnTo>
                <a:lnTo>
                  <a:pt x="1125" y="814"/>
                </a:lnTo>
                <a:lnTo>
                  <a:pt x="1129" y="840"/>
                </a:lnTo>
                <a:lnTo>
                  <a:pt x="1127" y="860"/>
                </a:lnTo>
                <a:lnTo>
                  <a:pt x="1122" y="874"/>
                </a:lnTo>
                <a:lnTo>
                  <a:pt x="1118" y="891"/>
                </a:lnTo>
                <a:lnTo>
                  <a:pt x="1116" y="907"/>
                </a:lnTo>
                <a:lnTo>
                  <a:pt x="1118" y="927"/>
                </a:lnTo>
                <a:lnTo>
                  <a:pt x="1142" y="927"/>
                </a:lnTo>
                <a:lnTo>
                  <a:pt x="1162" y="924"/>
                </a:lnTo>
                <a:lnTo>
                  <a:pt x="1180" y="920"/>
                </a:lnTo>
                <a:lnTo>
                  <a:pt x="1196" y="913"/>
                </a:lnTo>
                <a:lnTo>
                  <a:pt x="1218" y="907"/>
                </a:lnTo>
                <a:lnTo>
                  <a:pt x="1222" y="898"/>
                </a:lnTo>
                <a:lnTo>
                  <a:pt x="1225" y="887"/>
                </a:lnTo>
                <a:lnTo>
                  <a:pt x="1225" y="873"/>
                </a:lnTo>
                <a:lnTo>
                  <a:pt x="1202" y="842"/>
                </a:lnTo>
                <a:lnTo>
                  <a:pt x="1185" y="813"/>
                </a:lnTo>
                <a:lnTo>
                  <a:pt x="1175" y="784"/>
                </a:lnTo>
                <a:lnTo>
                  <a:pt x="1169" y="754"/>
                </a:lnTo>
                <a:lnTo>
                  <a:pt x="1169" y="722"/>
                </a:lnTo>
                <a:lnTo>
                  <a:pt x="1173" y="685"/>
                </a:lnTo>
                <a:lnTo>
                  <a:pt x="1182" y="644"/>
                </a:lnTo>
                <a:lnTo>
                  <a:pt x="1160" y="625"/>
                </a:lnTo>
                <a:lnTo>
                  <a:pt x="1107" y="622"/>
                </a:lnTo>
                <a:close/>
                <a:moveTo>
                  <a:pt x="762" y="596"/>
                </a:moveTo>
                <a:lnTo>
                  <a:pt x="751" y="611"/>
                </a:lnTo>
                <a:lnTo>
                  <a:pt x="744" y="633"/>
                </a:lnTo>
                <a:lnTo>
                  <a:pt x="738" y="658"/>
                </a:lnTo>
                <a:lnTo>
                  <a:pt x="735" y="689"/>
                </a:lnTo>
                <a:lnTo>
                  <a:pt x="733" y="718"/>
                </a:lnTo>
                <a:lnTo>
                  <a:pt x="735" y="744"/>
                </a:lnTo>
                <a:lnTo>
                  <a:pt x="738" y="765"/>
                </a:lnTo>
                <a:lnTo>
                  <a:pt x="767" y="769"/>
                </a:lnTo>
                <a:lnTo>
                  <a:pt x="793" y="769"/>
                </a:lnTo>
                <a:lnTo>
                  <a:pt x="822" y="765"/>
                </a:lnTo>
                <a:lnTo>
                  <a:pt x="831" y="753"/>
                </a:lnTo>
                <a:lnTo>
                  <a:pt x="825" y="734"/>
                </a:lnTo>
                <a:lnTo>
                  <a:pt x="818" y="724"/>
                </a:lnTo>
                <a:lnTo>
                  <a:pt x="809" y="716"/>
                </a:lnTo>
                <a:lnTo>
                  <a:pt x="802" y="709"/>
                </a:lnTo>
                <a:lnTo>
                  <a:pt x="795" y="698"/>
                </a:lnTo>
                <a:lnTo>
                  <a:pt x="789" y="680"/>
                </a:lnTo>
                <a:lnTo>
                  <a:pt x="791" y="664"/>
                </a:lnTo>
                <a:lnTo>
                  <a:pt x="791" y="647"/>
                </a:lnTo>
                <a:lnTo>
                  <a:pt x="791" y="631"/>
                </a:lnTo>
                <a:lnTo>
                  <a:pt x="784" y="613"/>
                </a:lnTo>
                <a:lnTo>
                  <a:pt x="780" y="609"/>
                </a:lnTo>
                <a:lnTo>
                  <a:pt x="778" y="605"/>
                </a:lnTo>
                <a:lnTo>
                  <a:pt x="775" y="604"/>
                </a:lnTo>
                <a:lnTo>
                  <a:pt x="771" y="600"/>
                </a:lnTo>
                <a:lnTo>
                  <a:pt x="767" y="598"/>
                </a:lnTo>
                <a:lnTo>
                  <a:pt x="762" y="596"/>
                </a:lnTo>
                <a:close/>
                <a:moveTo>
                  <a:pt x="1535" y="433"/>
                </a:moveTo>
                <a:lnTo>
                  <a:pt x="1524" y="447"/>
                </a:lnTo>
                <a:lnTo>
                  <a:pt x="1520" y="462"/>
                </a:lnTo>
                <a:lnTo>
                  <a:pt x="1518" y="476"/>
                </a:lnTo>
                <a:lnTo>
                  <a:pt x="1518" y="493"/>
                </a:lnTo>
                <a:lnTo>
                  <a:pt x="1516" y="511"/>
                </a:lnTo>
                <a:lnTo>
                  <a:pt x="1511" y="533"/>
                </a:lnTo>
                <a:lnTo>
                  <a:pt x="1476" y="574"/>
                </a:lnTo>
                <a:lnTo>
                  <a:pt x="1475" y="596"/>
                </a:lnTo>
                <a:lnTo>
                  <a:pt x="1500" y="607"/>
                </a:lnTo>
                <a:lnTo>
                  <a:pt x="1531" y="613"/>
                </a:lnTo>
                <a:lnTo>
                  <a:pt x="1564" y="609"/>
                </a:lnTo>
                <a:lnTo>
                  <a:pt x="1571" y="609"/>
                </a:lnTo>
                <a:lnTo>
                  <a:pt x="1578" y="593"/>
                </a:lnTo>
                <a:lnTo>
                  <a:pt x="1580" y="582"/>
                </a:lnTo>
                <a:lnTo>
                  <a:pt x="1576" y="573"/>
                </a:lnTo>
                <a:lnTo>
                  <a:pt x="1571" y="564"/>
                </a:lnTo>
                <a:lnTo>
                  <a:pt x="1564" y="554"/>
                </a:lnTo>
                <a:lnTo>
                  <a:pt x="1560" y="540"/>
                </a:lnTo>
                <a:lnTo>
                  <a:pt x="1569" y="447"/>
                </a:lnTo>
                <a:lnTo>
                  <a:pt x="1535" y="433"/>
                </a:lnTo>
                <a:close/>
                <a:moveTo>
                  <a:pt x="1089" y="416"/>
                </a:moveTo>
                <a:lnTo>
                  <a:pt x="1080" y="420"/>
                </a:lnTo>
                <a:lnTo>
                  <a:pt x="1071" y="442"/>
                </a:lnTo>
                <a:lnTo>
                  <a:pt x="1067" y="465"/>
                </a:lnTo>
                <a:lnTo>
                  <a:pt x="1067" y="493"/>
                </a:lnTo>
                <a:lnTo>
                  <a:pt x="1065" y="518"/>
                </a:lnTo>
                <a:lnTo>
                  <a:pt x="1064" y="544"/>
                </a:lnTo>
                <a:lnTo>
                  <a:pt x="1058" y="567"/>
                </a:lnTo>
                <a:lnTo>
                  <a:pt x="1069" y="584"/>
                </a:lnTo>
                <a:lnTo>
                  <a:pt x="1082" y="596"/>
                </a:lnTo>
                <a:lnTo>
                  <a:pt x="1100" y="604"/>
                </a:lnTo>
                <a:lnTo>
                  <a:pt x="1120" y="604"/>
                </a:lnTo>
                <a:lnTo>
                  <a:pt x="1142" y="596"/>
                </a:lnTo>
                <a:lnTo>
                  <a:pt x="1149" y="593"/>
                </a:lnTo>
                <a:lnTo>
                  <a:pt x="1153" y="589"/>
                </a:lnTo>
                <a:lnTo>
                  <a:pt x="1156" y="585"/>
                </a:lnTo>
                <a:lnTo>
                  <a:pt x="1160" y="580"/>
                </a:lnTo>
                <a:lnTo>
                  <a:pt x="1164" y="574"/>
                </a:lnTo>
                <a:lnTo>
                  <a:pt x="1115" y="420"/>
                </a:lnTo>
                <a:lnTo>
                  <a:pt x="1089" y="416"/>
                </a:lnTo>
                <a:close/>
                <a:moveTo>
                  <a:pt x="207" y="160"/>
                </a:moveTo>
                <a:lnTo>
                  <a:pt x="2276" y="160"/>
                </a:lnTo>
                <a:lnTo>
                  <a:pt x="2291" y="164"/>
                </a:lnTo>
                <a:lnTo>
                  <a:pt x="2304" y="173"/>
                </a:lnTo>
                <a:lnTo>
                  <a:pt x="2313" y="185"/>
                </a:lnTo>
                <a:lnTo>
                  <a:pt x="2316" y="200"/>
                </a:lnTo>
                <a:lnTo>
                  <a:pt x="2316" y="2829"/>
                </a:lnTo>
                <a:lnTo>
                  <a:pt x="2313" y="2844"/>
                </a:lnTo>
                <a:lnTo>
                  <a:pt x="2304" y="2856"/>
                </a:lnTo>
                <a:lnTo>
                  <a:pt x="2291" y="2865"/>
                </a:lnTo>
                <a:lnTo>
                  <a:pt x="2276" y="2869"/>
                </a:lnTo>
                <a:lnTo>
                  <a:pt x="207" y="2869"/>
                </a:lnTo>
                <a:lnTo>
                  <a:pt x="193" y="2865"/>
                </a:lnTo>
                <a:lnTo>
                  <a:pt x="180" y="2856"/>
                </a:lnTo>
                <a:lnTo>
                  <a:pt x="171" y="2844"/>
                </a:lnTo>
                <a:lnTo>
                  <a:pt x="167" y="2829"/>
                </a:lnTo>
                <a:lnTo>
                  <a:pt x="167" y="200"/>
                </a:lnTo>
                <a:lnTo>
                  <a:pt x="171" y="185"/>
                </a:lnTo>
                <a:lnTo>
                  <a:pt x="180" y="173"/>
                </a:lnTo>
                <a:lnTo>
                  <a:pt x="193" y="164"/>
                </a:lnTo>
                <a:lnTo>
                  <a:pt x="207" y="160"/>
                </a:lnTo>
                <a:close/>
                <a:moveTo>
                  <a:pt x="131" y="89"/>
                </a:moveTo>
                <a:lnTo>
                  <a:pt x="116" y="93"/>
                </a:lnTo>
                <a:lnTo>
                  <a:pt x="104" y="102"/>
                </a:lnTo>
                <a:lnTo>
                  <a:pt x="95" y="114"/>
                </a:lnTo>
                <a:lnTo>
                  <a:pt x="91" y="129"/>
                </a:lnTo>
                <a:lnTo>
                  <a:pt x="91" y="2900"/>
                </a:lnTo>
                <a:lnTo>
                  <a:pt x="95" y="2914"/>
                </a:lnTo>
                <a:lnTo>
                  <a:pt x="104" y="2927"/>
                </a:lnTo>
                <a:lnTo>
                  <a:pt x="116" y="2936"/>
                </a:lnTo>
                <a:lnTo>
                  <a:pt x="131" y="2940"/>
                </a:lnTo>
                <a:lnTo>
                  <a:pt x="2353" y="2940"/>
                </a:lnTo>
                <a:lnTo>
                  <a:pt x="2367" y="2936"/>
                </a:lnTo>
                <a:lnTo>
                  <a:pt x="2380" y="2927"/>
                </a:lnTo>
                <a:lnTo>
                  <a:pt x="2389" y="2914"/>
                </a:lnTo>
                <a:lnTo>
                  <a:pt x="2393" y="2900"/>
                </a:lnTo>
                <a:lnTo>
                  <a:pt x="2393" y="129"/>
                </a:lnTo>
                <a:lnTo>
                  <a:pt x="2389" y="114"/>
                </a:lnTo>
                <a:lnTo>
                  <a:pt x="2380" y="102"/>
                </a:lnTo>
                <a:lnTo>
                  <a:pt x="2367" y="93"/>
                </a:lnTo>
                <a:lnTo>
                  <a:pt x="2353" y="89"/>
                </a:lnTo>
                <a:lnTo>
                  <a:pt x="131" y="89"/>
                </a:lnTo>
                <a:close/>
                <a:moveTo>
                  <a:pt x="40" y="0"/>
                </a:moveTo>
                <a:lnTo>
                  <a:pt x="2447" y="0"/>
                </a:lnTo>
                <a:lnTo>
                  <a:pt x="2464" y="4"/>
                </a:lnTo>
                <a:lnTo>
                  <a:pt x="2476" y="13"/>
                </a:lnTo>
                <a:lnTo>
                  <a:pt x="2485" y="25"/>
                </a:lnTo>
                <a:lnTo>
                  <a:pt x="2487" y="40"/>
                </a:lnTo>
                <a:lnTo>
                  <a:pt x="2487" y="2984"/>
                </a:lnTo>
                <a:lnTo>
                  <a:pt x="2485" y="3000"/>
                </a:lnTo>
                <a:lnTo>
                  <a:pt x="2476" y="3013"/>
                </a:lnTo>
                <a:lnTo>
                  <a:pt x="2464" y="3022"/>
                </a:lnTo>
                <a:lnTo>
                  <a:pt x="2447" y="3024"/>
                </a:lnTo>
                <a:lnTo>
                  <a:pt x="40" y="3024"/>
                </a:lnTo>
                <a:lnTo>
                  <a:pt x="24" y="3022"/>
                </a:lnTo>
                <a:lnTo>
                  <a:pt x="11" y="3013"/>
                </a:lnTo>
                <a:lnTo>
                  <a:pt x="4" y="3000"/>
                </a:lnTo>
                <a:lnTo>
                  <a:pt x="0" y="2984"/>
                </a:lnTo>
                <a:lnTo>
                  <a:pt x="0" y="40"/>
                </a:lnTo>
                <a:lnTo>
                  <a:pt x="4" y="25"/>
                </a:lnTo>
                <a:lnTo>
                  <a:pt x="11" y="13"/>
                </a:lnTo>
                <a:lnTo>
                  <a:pt x="24" y="4"/>
                </a:lnTo>
                <a:lnTo>
                  <a:pt x="40"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28" name="Google Shape;528;p65"/>
          <p:cNvSpPr/>
          <p:nvPr/>
        </p:nvSpPr>
        <p:spPr>
          <a:xfrm>
            <a:off x="9152823" y="2738935"/>
            <a:ext cx="267190" cy="223903"/>
          </a:xfrm>
          <a:custGeom>
            <a:avLst/>
            <a:gdLst/>
            <a:ahLst/>
            <a:cxnLst/>
            <a:rect l="l" t="t" r="r" b="b"/>
            <a:pathLst>
              <a:path w="3657" h="4086" extrusionOk="0">
                <a:moveTo>
                  <a:pt x="1329" y="2660"/>
                </a:moveTo>
                <a:lnTo>
                  <a:pt x="1326" y="2668"/>
                </a:lnTo>
                <a:lnTo>
                  <a:pt x="1333" y="2660"/>
                </a:lnTo>
                <a:lnTo>
                  <a:pt x="1329" y="2660"/>
                </a:lnTo>
                <a:close/>
                <a:moveTo>
                  <a:pt x="1993" y="2577"/>
                </a:moveTo>
                <a:lnTo>
                  <a:pt x="2133" y="2617"/>
                </a:lnTo>
                <a:lnTo>
                  <a:pt x="2069" y="2744"/>
                </a:lnTo>
                <a:lnTo>
                  <a:pt x="1993" y="3008"/>
                </a:lnTo>
                <a:lnTo>
                  <a:pt x="1984" y="3058"/>
                </a:lnTo>
                <a:lnTo>
                  <a:pt x="1980" y="3109"/>
                </a:lnTo>
                <a:lnTo>
                  <a:pt x="1980" y="3160"/>
                </a:lnTo>
                <a:lnTo>
                  <a:pt x="1982" y="3209"/>
                </a:lnTo>
                <a:lnTo>
                  <a:pt x="1984" y="3258"/>
                </a:lnTo>
                <a:lnTo>
                  <a:pt x="1988" y="3306"/>
                </a:lnTo>
                <a:lnTo>
                  <a:pt x="1989" y="3353"/>
                </a:lnTo>
                <a:lnTo>
                  <a:pt x="1989" y="3397"/>
                </a:lnTo>
                <a:lnTo>
                  <a:pt x="1988" y="3440"/>
                </a:lnTo>
                <a:lnTo>
                  <a:pt x="1980" y="3480"/>
                </a:lnTo>
                <a:lnTo>
                  <a:pt x="1969" y="3518"/>
                </a:lnTo>
                <a:lnTo>
                  <a:pt x="1951" y="3553"/>
                </a:lnTo>
                <a:lnTo>
                  <a:pt x="1926" y="3584"/>
                </a:lnTo>
                <a:lnTo>
                  <a:pt x="1893" y="3613"/>
                </a:lnTo>
                <a:lnTo>
                  <a:pt x="1851" y="3635"/>
                </a:lnTo>
                <a:lnTo>
                  <a:pt x="1806" y="3653"/>
                </a:lnTo>
                <a:lnTo>
                  <a:pt x="1757" y="3664"/>
                </a:lnTo>
                <a:lnTo>
                  <a:pt x="1702" y="3671"/>
                </a:lnTo>
                <a:lnTo>
                  <a:pt x="1648" y="3675"/>
                </a:lnTo>
                <a:lnTo>
                  <a:pt x="1591" y="3678"/>
                </a:lnTo>
                <a:lnTo>
                  <a:pt x="1535" y="3682"/>
                </a:lnTo>
                <a:lnTo>
                  <a:pt x="1477" y="3686"/>
                </a:lnTo>
                <a:lnTo>
                  <a:pt x="1422" y="3691"/>
                </a:lnTo>
                <a:lnTo>
                  <a:pt x="1368" y="3702"/>
                </a:lnTo>
                <a:lnTo>
                  <a:pt x="1317" y="3717"/>
                </a:lnTo>
                <a:lnTo>
                  <a:pt x="1253" y="3742"/>
                </a:lnTo>
                <a:lnTo>
                  <a:pt x="1193" y="3775"/>
                </a:lnTo>
                <a:lnTo>
                  <a:pt x="1133" y="3811"/>
                </a:lnTo>
                <a:lnTo>
                  <a:pt x="1077" y="3849"/>
                </a:lnTo>
                <a:lnTo>
                  <a:pt x="1018" y="3888"/>
                </a:lnTo>
                <a:lnTo>
                  <a:pt x="962" y="3924"/>
                </a:lnTo>
                <a:lnTo>
                  <a:pt x="902" y="3957"/>
                </a:lnTo>
                <a:lnTo>
                  <a:pt x="840" y="3984"/>
                </a:lnTo>
                <a:lnTo>
                  <a:pt x="520" y="4064"/>
                </a:lnTo>
                <a:lnTo>
                  <a:pt x="482" y="4073"/>
                </a:lnTo>
                <a:lnTo>
                  <a:pt x="438" y="4080"/>
                </a:lnTo>
                <a:lnTo>
                  <a:pt x="395" y="4084"/>
                </a:lnTo>
                <a:lnTo>
                  <a:pt x="351" y="4086"/>
                </a:lnTo>
                <a:lnTo>
                  <a:pt x="308" y="4084"/>
                </a:lnTo>
                <a:lnTo>
                  <a:pt x="264" y="4078"/>
                </a:lnTo>
                <a:lnTo>
                  <a:pt x="226" y="4068"/>
                </a:lnTo>
                <a:lnTo>
                  <a:pt x="191" y="4053"/>
                </a:lnTo>
                <a:lnTo>
                  <a:pt x="160" y="4031"/>
                </a:lnTo>
                <a:lnTo>
                  <a:pt x="137" y="4004"/>
                </a:lnTo>
                <a:lnTo>
                  <a:pt x="122" y="3973"/>
                </a:lnTo>
                <a:lnTo>
                  <a:pt x="115" y="3938"/>
                </a:lnTo>
                <a:lnTo>
                  <a:pt x="113" y="3900"/>
                </a:lnTo>
                <a:lnTo>
                  <a:pt x="117" y="3860"/>
                </a:lnTo>
                <a:lnTo>
                  <a:pt x="124" y="3817"/>
                </a:lnTo>
                <a:lnTo>
                  <a:pt x="133" y="3775"/>
                </a:lnTo>
                <a:lnTo>
                  <a:pt x="142" y="3731"/>
                </a:lnTo>
                <a:lnTo>
                  <a:pt x="151" y="3691"/>
                </a:lnTo>
                <a:lnTo>
                  <a:pt x="158" y="3651"/>
                </a:lnTo>
                <a:lnTo>
                  <a:pt x="162" y="3617"/>
                </a:lnTo>
                <a:lnTo>
                  <a:pt x="160" y="3584"/>
                </a:lnTo>
                <a:lnTo>
                  <a:pt x="153" y="3551"/>
                </a:lnTo>
                <a:lnTo>
                  <a:pt x="140" y="3520"/>
                </a:lnTo>
                <a:lnTo>
                  <a:pt x="124" y="3489"/>
                </a:lnTo>
                <a:lnTo>
                  <a:pt x="108" y="3460"/>
                </a:lnTo>
                <a:lnTo>
                  <a:pt x="93" y="3429"/>
                </a:lnTo>
                <a:lnTo>
                  <a:pt x="88" y="3398"/>
                </a:lnTo>
                <a:lnTo>
                  <a:pt x="89" y="3368"/>
                </a:lnTo>
                <a:lnTo>
                  <a:pt x="142" y="3378"/>
                </a:lnTo>
                <a:lnTo>
                  <a:pt x="153" y="3340"/>
                </a:lnTo>
                <a:lnTo>
                  <a:pt x="277" y="3360"/>
                </a:lnTo>
                <a:lnTo>
                  <a:pt x="297" y="3406"/>
                </a:lnTo>
                <a:lnTo>
                  <a:pt x="337" y="3408"/>
                </a:lnTo>
                <a:lnTo>
                  <a:pt x="366" y="3348"/>
                </a:lnTo>
                <a:lnTo>
                  <a:pt x="477" y="3340"/>
                </a:lnTo>
                <a:lnTo>
                  <a:pt x="509" y="3404"/>
                </a:lnTo>
                <a:lnTo>
                  <a:pt x="535" y="3402"/>
                </a:lnTo>
                <a:lnTo>
                  <a:pt x="553" y="3340"/>
                </a:lnTo>
                <a:lnTo>
                  <a:pt x="686" y="3324"/>
                </a:lnTo>
                <a:lnTo>
                  <a:pt x="708" y="3378"/>
                </a:lnTo>
                <a:lnTo>
                  <a:pt x="720" y="3377"/>
                </a:lnTo>
                <a:lnTo>
                  <a:pt x="746" y="3320"/>
                </a:lnTo>
                <a:lnTo>
                  <a:pt x="849" y="3308"/>
                </a:lnTo>
                <a:lnTo>
                  <a:pt x="866" y="3346"/>
                </a:lnTo>
                <a:lnTo>
                  <a:pt x="924" y="3333"/>
                </a:lnTo>
                <a:lnTo>
                  <a:pt x="933" y="3288"/>
                </a:lnTo>
                <a:lnTo>
                  <a:pt x="1060" y="3268"/>
                </a:lnTo>
                <a:lnTo>
                  <a:pt x="1062" y="3298"/>
                </a:lnTo>
                <a:lnTo>
                  <a:pt x="1097" y="3288"/>
                </a:lnTo>
                <a:lnTo>
                  <a:pt x="1128" y="3273"/>
                </a:lnTo>
                <a:lnTo>
                  <a:pt x="1155" y="3258"/>
                </a:lnTo>
                <a:lnTo>
                  <a:pt x="1175" y="3238"/>
                </a:lnTo>
                <a:lnTo>
                  <a:pt x="1189" y="3217"/>
                </a:lnTo>
                <a:lnTo>
                  <a:pt x="1198" y="3177"/>
                </a:lnTo>
                <a:lnTo>
                  <a:pt x="1202" y="3133"/>
                </a:lnTo>
                <a:lnTo>
                  <a:pt x="1202" y="3084"/>
                </a:lnTo>
                <a:lnTo>
                  <a:pt x="1197" y="3031"/>
                </a:lnTo>
                <a:lnTo>
                  <a:pt x="1189" y="2978"/>
                </a:lnTo>
                <a:lnTo>
                  <a:pt x="1182" y="2922"/>
                </a:lnTo>
                <a:lnTo>
                  <a:pt x="1173" y="2868"/>
                </a:lnTo>
                <a:lnTo>
                  <a:pt x="1168" y="2813"/>
                </a:lnTo>
                <a:lnTo>
                  <a:pt x="1164" y="2762"/>
                </a:lnTo>
                <a:lnTo>
                  <a:pt x="1166" y="2715"/>
                </a:lnTo>
                <a:lnTo>
                  <a:pt x="1173" y="2671"/>
                </a:lnTo>
                <a:lnTo>
                  <a:pt x="1206" y="2664"/>
                </a:lnTo>
                <a:lnTo>
                  <a:pt x="1240" y="2651"/>
                </a:lnTo>
                <a:lnTo>
                  <a:pt x="1277" y="2637"/>
                </a:lnTo>
                <a:lnTo>
                  <a:pt x="1313" y="2620"/>
                </a:lnTo>
                <a:lnTo>
                  <a:pt x="1349" y="2608"/>
                </a:lnTo>
                <a:lnTo>
                  <a:pt x="1386" y="2597"/>
                </a:lnTo>
                <a:lnTo>
                  <a:pt x="1420" y="2591"/>
                </a:lnTo>
                <a:lnTo>
                  <a:pt x="1453" y="2591"/>
                </a:lnTo>
                <a:lnTo>
                  <a:pt x="1473" y="2649"/>
                </a:lnTo>
                <a:lnTo>
                  <a:pt x="1495" y="2697"/>
                </a:lnTo>
                <a:lnTo>
                  <a:pt x="1520" y="2737"/>
                </a:lnTo>
                <a:lnTo>
                  <a:pt x="1549" y="2768"/>
                </a:lnTo>
                <a:lnTo>
                  <a:pt x="1580" y="2793"/>
                </a:lnTo>
                <a:lnTo>
                  <a:pt x="1613" y="2809"/>
                </a:lnTo>
                <a:lnTo>
                  <a:pt x="1646" y="2818"/>
                </a:lnTo>
                <a:lnTo>
                  <a:pt x="1682" y="2822"/>
                </a:lnTo>
                <a:lnTo>
                  <a:pt x="1717" y="2818"/>
                </a:lnTo>
                <a:lnTo>
                  <a:pt x="1753" y="2809"/>
                </a:lnTo>
                <a:lnTo>
                  <a:pt x="1788" y="2795"/>
                </a:lnTo>
                <a:lnTo>
                  <a:pt x="1822" y="2777"/>
                </a:lnTo>
                <a:lnTo>
                  <a:pt x="1857" y="2751"/>
                </a:lnTo>
                <a:lnTo>
                  <a:pt x="1888" y="2724"/>
                </a:lnTo>
                <a:lnTo>
                  <a:pt x="1918" y="2691"/>
                </a:lnTo>
                <a:lnTo>
                  <a:pt x="1946" y="2657"/>
                </a:lnTo>
                <a:lnTo>
                  <a:pt x="1971" y="2617"/>
                </a:lnTo>
                <a:lnTo>
                  <a:pt x="1993" y="2577"/>
                </a:lnTo>
                <a:close/>
                <a:moveTo>
                  <a:pt x="413" y="1677"/>
                </a:moveTo>
                <a:lnTo>
                  <a:pt x="389" y="1686"/>
                </a:lnTo>
                <a:lnTo>
                  <a:pt x="364" y="1693"/>
                </a:lnTo>
                <a:lnTo>
                  <a:pt x="338" y="1700"/>
                </a:lnTo>
                <a:lnTo>
                  <a:pt x="315" y="1709"/>
                </a:lnTo>
                <a:lnTo>
                  <a:pt x="293" y="1720"/>
                </a:lnTo>
                <a:lnTo>
                  <a:pt x="277" y="1737"/>
                </a:lnTo>
                <a:lnTo>
                  <a:pt x="264" y="1762"/>
                </a:lnTo>
                <a:lnTo>
                  <a:pt x="260" y="1789"/>
                </a:lnTo>
                <a:lnTo>
                  <a:pt x="264" y="1818"/>
                </a:lnTo>
                <a:lnTo>
                  <a:pt x="273" y="1849"/>
                </a:lnTo>
                <a:lnTo>
                  <a:pt x="286" y="1882"/>
                </a:lnTo>
                <a:lnTo>
                  <a:pt x="302" y="1913"/>
                </a:lnTo>
                <a:lnTo>
                  <a:pt x="318" y="1944"/>
                </a:lnTo>
                <a:lnTo>
                  <a:pt x="337" y="1973"/>
                </a:lnTo>
                <a:lnTo>
                  <a:pt x="351" y="2000"/>
                </a:lnTo>
                <a:lnTo>
                  <a:pt x="364" y="2024"/>
                </a:lnTo>
                <a:lnTo>
                  <a:pt x="373" y="2044"/>
                </a:lnTo>
                <a:lnTo>
                  <a:pt x="377" y="2064"/>
                </a:lnTo>
                <a:lnTo>
                  <a:pt x="380" y="2088"/>
                </a:lnTo>
                <a:lnTo>
                  <a:pt x="382" y="2111"/>
                </a:lnTo>
                <a:lnTo>
                  <a:pt x="382" y="2137"/>
                </a:lnTo>
                <a:lnTo>
                  <a:pt x="382" y="2162"/>
                </a:lnTo>
                <a:lnTo>
                  <a:pt x="384" y="2188"/>
                </a:lnTo>
                <a:lnTo>
                  <a:pt x="388" y="2211"/>
                </a:lnTo>
                <a:lnTo>
                  <a:pt x="391" y="2233"/>
                </a:lnTo>
                <a:lnTo>
                  <a:pt x="398" y="2253"/>
                </a:lnTo>
                <a:lnTo>
                  <a:pt x="409" y="2269"/>
                </a:lnTo>
                <a:lnTo>
                  <a:pt x="422" y="2282"/>
                </a:lnTo>
                <a:lnTo>
                  <a:pt x="440" y="2289"/>
                </a:lnTo>
                <a:lnTo>
                  <a:pt x="464" y="2291"/>
                </a:lnTo>
                <a:lnTo>
                  <a:pt x="493" y="2288"/>
                </a:lnTo>
                <a:lnTo>
                  <a:pt x="551" y="2271"/>
                </a:lnTo>
                <a:lnTo>
                  <a:pt x="602" y="2249"/>
                </a:lnTo>
                <a:lnTo>
                  <a:pt x="646" y="2222"/>
                </a:lnTo>
                <a:lnTo>
                  <a:pt x="684" y="2191"/>
                </a:lnTo>
                <a:lnTo>
                  <a:pt x="715" y="2155"/>
                </a:lnTo>
                <a:lnTo>
                  <a:pt x="740" y="2117"/>
                </a:lnTo>
                <a:lnTo>
                  <a:pt x="758" y="2075"/>
                </a:lnTo>
                <a:lnTo>
                  <a:pt x="769" y="2033"/>
                </a:lnTo>
                <a:lnTo>
                  <a:pt x="775" y="1991"/>
                </a:lnTo>
                <a:lnTo>
                  <a:pt x="773" y="1948"/>
                </a:lnTo>
                <a:lnTo>
                  <a:pt x="766" y="1906"/>
                </a:lnTo>
                <a:lnTo>
                  <a:pt x="751" y="1864"/>
                </a:lnTo>
                <a:lnTo>
                  <a:pt x="731" y="1826"/>
                </a:lnTo>
                <a:lnTo>
                  <a:pt x="704" y="1789"/>
                </a:lnTo>
                <a:lnTo>
                  <a:pt x="671" y="1757"/>
                </a:lnTo>
                <a:lnTo>
                  <a:pt x="633" y="1729"/>
                </a:lnTo>
                <a:lnTo>
                  <a:pt x="586" y="1706"/>
                </a:lnTo>
                <a:lnTo>
                  <a:pt x="535" y="1689"/>
                </a:lnTo>
                <a:lnTo>
                  <a:pt x="477" y="1678"/>
                </a:lnTo>
                <a:lnTo>
                  <a:pt x="413" y="1677"/>
                </a:lnTo>
                <a:close/>
                <a:moveTo>
                  <a:pt x="1700" y="0"/>
                </a:moveTo>
                <a:lnTo>
                  <a:pt x="1855" y="0"/>
                </a:lnTo>
                <a:lnTo>
                  <a:pt x="1998" y="4"/>
                </a:lnTo>
                <a:lnTo>
                  <a:pt x="2135" y="13"/>
                </a:lnTo>
                <a:lnTo>
                  <a:pt x="2260" y="28"/>
                </a:lnTo>
                <a:lnTo>
                  <a:pt x="2380" y="46"/>
                </a:lnTo>
                <a:lnTo>
                  <a:pt x="2491" y="68"/>
                </a:lnTo>
                <a:lnTo>
                  <a:pt x="2595" y="97"/>
                </a:lnTo>
                <a:lnTo>
                  <a:pt x="2693" y="129"/>
                </a:lnTo>
                <a:lnTo>
                  <a:pt x="2784" y="168"/>
                </a:lnTo>
                <a:lnTo>
                  <a:pt x="2869" y="211"/>
                </a:lnTo>
                <a:lnTo>
                  <a:pt x="2949" y="258"/>
                </a:lnTo>
                <a:lnTo>
                  <a:pt x="3026" y="313"/>
                </a:lnTo>
                <a:lnTo>
                  <a:pt x="3097" y="375"/>
                </a:lnTo>
                <a:lnTo>
                  <a:pt x="3164" y="440"/>
                </a:lnTo>
                <a:lnTo>
                  <a:pt x="3228" y="513"/>
                </a:lnTo>
                <a:lnTo>
                  <a:pt x="3288" y="591"/>
                </a:lnTo>
                <a:lnTo>
                  <a:pt x="3344" y="675"/>
                </a:lnTo>
                <a:lnTo>
                  <a:pt x="3400" y="766"/>
                </a:lnTo>
                <a:lnTo>
                  <a:pt x="3453" y="864"/>
                </a:lnTo>
                <a:lnTo>
                  <a:pt x="3506" y="968"/>
                </a:lnTo>
                <a:lnTo>
                  <a:pt x="3546" y="1062"/>
                </a:lnTo>
                <a:lnTo>
                  <a:pt x="3580" y="1158"/>
                </a:lnTo>
                <a:lnTo>
                  <a:pt x="3608" y="1258"/>
                </a:lnTo>
                <a:lnTo>
                  <a:pt x="3631" y="1362"/>
                </a:lnTo>
                <a:lnTo>
                  <a:pt x="3646" y="1468"/>
                </a:lnTo>
                <a:lnTo>
                  <a:pt x="3655" y="1573"/>
                </a:lnTo>
                <a:lnTo>
                  <a:pt x="3657" y="1678"/>
                </a:lnTo>
                <a:lnTo>
                  <a:pt x="3651" y="1782"/>
                </a:lnTo>
                <a:lnTo>
                  <a:pt x="3638" y="1886"/>
                </a:lnTo>
                <a:lnTo>
                  <a:pt x="3618" y="1988"/>
                </a:lnTo>
                <a:lnTo>
                  <a:pt x="3591" y="2086"/>
                </a:lnTo>
                <a:lnTo>
                  <a:pt x="3557" y="2180"/>
                </a:lnTo>
                <a:lnTo>
                  <a:pt x="3515" y="2271"/>
                </a:lnTo>
                <a:lnTo>
                  <a:pt x="3466" y="2357"/>
                </a:lnTo>
                <a:lnTo>
                  <a:pt x="3408" y="2437"/>
                </a:lnTo>
                <a:lnTo>
                  <a:pt x="3342" y="2513"/>
                </a:lnTo>
                <a:lnTo>
                  <a:pt x="3271" y="2586"/>
                </a:lnTo>
                <a:lnTo>
                  <a:pt x="3195" y="2651"/>
                </a:lnTo>
                <a:lnTo>
                  <a:pt x="3113" y="2711"/>
                </a:lnTo>
                <a:lnTo>
                  <a:pt x="3024" y="2766"/>
                </a:lnTo>
                <a:lnTo>
                  <a:pt x="2931" y="2815"/>
                </a:lnTo>
                <a:lnTo>
                  <a:pt x="2833" y="2857"/>
                </a:lnTo>
                <a:lnTo>
                  <a:pt x="2806" y="2866"/>
                </a:lnTo>
                <a:lnTo>
                  <a:pt x="2771" y="2877"/>
                </a:lnTo>
                <a:lnTo>
                  <a:pt x="2735" y="2888"/>
                </a:lnTo>
                <a:lnTo>
                  <a:pt x="2695" y="2897"/>
                </a:lnTo>
                <a:lnTo>
                  <a:pt x="2653" y="2904"/>
                </a:lnTo>
                <a:lnTo>
                  <a:pt x="2613" y="2908"/>
                </a:lnTo>
                <a:lnTo>
                  <a:pt x="2573" y="2906"/>
                </a:lnTo>
                <a:lnTo>
                  <a:pt x="2535" y="2900"/>
                </a:lnTo>
                <a:lnTo>
                  <a:pt x="2500" y="2888"/>
                </a:lnTo>
                <a:lnTo>
                  <a:pt x="2469" y="2868"/>
                </a:lnTo>
                <a:lnTo>
                  <a:pt x="2440" y="2840"/>
                </a:lnTo>
                <a:lnTo>
                  <a:pt x="2415" y="2808"/>
                </a:lnTo>
                <a:lnTo>
                  <a:pt x="2389" y="2771"/>
                </a:lnTo>
                <a:lnTo>
                  <a:pt x="2368" y="2735"/>
                </a:lnTo>
                <a:lnTo>
                  <a:pt x="2346" y="2698"/>
                </a:lnTo>
                <a:lnTo>
                  <a:pt x="2324" y="2664"/>
                </a:lnTo>
                <a:lnTo>
                  <a:pt x="2300" y="2633"/>
                </a:lnTo>
                <a:lnTo>
                  <a:pt x="2269" y="2600"/>
                </a:lnTo>
                <a:lnTo>
                  <a:pt x="2229" y="2571"/>
                </a:lnTo>
                <a:lnTo>
                  <a:pt x="2184" y="2548"/>
                </a:lnTo>
                <a:lnTo>
                  <a:pt x="2133" y="2528"/>
                </a:lnTo>
                <a:lnTo>
                  <a:pt x="2080" y="2511"/>
                </a:lnTo>
                <a:lnTo>
                  <a:pt x="2024" y="2497"/>
                </a:lnTo>
                <a:lnTo>
                  <a:pt x="1968" y="2484"/>
                </a:lnTo>
                <a:lnTo>
                  <a:pt x="1911" y="2473"/>
                </a:lnTo>
                <a:lnTo>
                  <a:pt x="1857" y="2464"/>
                </a:lnTo>
                <a:lnTo>
                  <a:pt x="1780" y="2455"/>
                </a:lnTo>
                <a:lnTo>
                  <a:pt x="1702" y="2455"/>
                </a:lnTo>
                <a:lnTo>
                  <a:pt x="1622" y="2462"/>
                </a:lnTo>
                <a:lnTo>
                  <a:pt x="1542" y="2475"/>
                </a:lnTo>
                <a:lnTo>
                  <a:pt x="1460" y="2493"/>
                </a:lnTo>
                <a:lnTo>
                  <a:pt x="1382" y="2513"/>
                </a:lnTo>
                <a:lnTo>
                  <a:pt x="1306" y="2538"/>
                </a:lnTo>
                <a:lnTo>
                  <a:pt x="1233" y="2564"/>
                </a:lnTo>
                <a:lnTo>
                  <a:pt x="1166" y="2589"/>
                </a:lnTo>
                <a:lnTo>
                  <a:pt x="1102" y="2613"/>
                </a:lnTo>
                <a:lnTo>
                  <a:pt x="1046" y="2637"/>
                </a:lnTo>
                <a:lnTo>
                  <a:pt x="1017" y="2648"/>
                </a:lnTo>
                <a:lnTo>
                  <a:pt x="982" y="2664"/>
                </a:lnTo>
                <a:lnTo>
                  <a:pt x="944" y="2680"/>
                </a:lnTo>
                <a:lnTo>
                  <a:pt x="902" y="2697"/>
                </a:lnTo>
                <a:lnTo>
                  <a:pt x="858" y="2711"/>
                </a:lnTo>
                <a:lnTo>
                  <a:pt x="815" y="2724"/>
                </a:lnTo>
                <a:lnTo>
                  <a:pt x="769" y="2733"/>
                </a:lnTo>
                <a:lnTo>
                  <a:pt x="728" y="2737"/>
                </a:lnTo>
                <a:lnTo>
                  <a:pt x="689" y="2731"/>
                </a:lnTo>
                <a:lnTo>
                  <a:pt x="649" y="2720"/>
                </a:lnTo>
                <a:lnTo>
                  <a:pt x="617" y="2704"/>
                </a:lnTo>
                <a:lnTo>
                  <a:pt x="591" y="2686"/>
                </a:lnTo>
                <a:lnTo>
                  <a:pt x="569" y="2662"/>
                </a:lnTo>
                <a:lnTo>
                  <a:pt x="551" y="2638"/>
                </a:lnTo>
                <a:lnTo>
                  <a:pt x="537" y="2611"/>
                </a:lnTo>
                <a:lnTo>
                  <a:pt x="526" y="2584"/>
                </a:lnTo>
                <a:lnTo>
                  <a:pt x="515" y="2557"/>
                </a:lnTo>
                <a:lnTo>
                  <a:pt x="506" y="2531"/>
                </a:lnTo>
                <a:lnTo>
                  <a:pt x="495" y="2506"/>
                </a:lnTo>
                <a:lnTo>
                  <a:pt x="484" y="2482"/>
                </a:lnTo>
                <a:lnTo>
                  <a:pt x="471" y="2462"/>
                </a:lnTo>
                <a:lnTo>
                  <a:pt x="457" y="2446"/>
                </a:lnTo>
                <a:lnTo>
                  <a:pt x="437" y="2433"/>
                </a:lnTo>
                <a:lnTo>
                  <a:pt x="437" y="2451"/>
                </a:lnTo>
                <a:lnTo>
                  <a:pt x="448" y="2491"/>
                </a:lnTo>
                <a:lnTo>
                  <a:pt x="455" y="2533"/>
                </a:lnTo>
                <a:lnTo>
                  <a:pt x="464" y="2575"/>
                </a:lnTo>
                <a:lnTo>
                  <a:pt x="473" y="2617"/>
                </a:lnTo>
                <a:lnTo>
                  <a:pt x="484" y="2657"/>
                </a:lnTo>
                <a:lnTo>
                  <a:pt x="498" y="2693"/>
                </a:lnTo>
                <a:lnTo>
                  <a:pt x="517" y="2724"/>
                </a:lnTo>
                <a:lnTo>
                  <a:pt x="546" y="2755"/>
                </a:lnTo>
                <a:lnTo>
                  <a:pt x="578" y="2778"/>
                </a:lnTo>
                <a:lnTo>
                  <a:pt x="613" y="2795"/>
                </a:lnTo>
                <a:lnTo>
                  <a:pt x="649" y="2804"/>
                </a:lnTo>
                <a:lnTo>
                  <a:pt x="689" y="2808"/>
                </a:lnTo>
                <a:lnTo>
                  <a:pt x="729" y="2806"/>
                </a:lnTo>
                <a:lnTo>
                  <a:pt x="771" y="2800"/>
                </a:lnTo>
                <a:lnTo>
                  <a:pt x="813" y="2791"/>
                </a:lnTo>
                <a:lnTo>
                  <a:pt x="855" y="2780"/>
                </a:lnTo>
                <a:lnTo>
                  <a:pt x="898" y="2768"/>
                </a:lnTo>
                <a:lnTo>
                  <a:pt x="938" y="2753"/>
                </a:lnTo>
                <a:lnTo>
                  <a:pt x="978" y="2740"/>
                </a:lnTo>
                <a:lnTo>
                  <a:pt x="1017" y="2728"/>
                </a:lnTo>
                <a:lnTo>
                  <a:pt x="1051" y="2717"/>
                </a:lnTo>
                <a:lnTo>
                  <a:pt x="1086" y="2708"/>
                </a:lnTo>
                <a:lnTo>
                  <a:pt x="1089" y="2713"/>
                </a:lnTo>
                <a:lnTo>
                  <a:pt x="1097" y="2968"/>
                </a:lnTo>
                <a:lnTo>
                  <a:pt x="1089" y="2969"/>
                </a:lnTo>
                <a:lnTo>
                  <a:pt x="1060" y="3020"/>
                </a:lnTo>
                <a:lnTo>
                  <a:pt x="957" y="3040"/>
                </a:lnTo>
                <a:lnTo>
                  <a:pt x="928" y="2995"/>
                </a:lnTo>
                <a:lnTo>
                  <a:pt x="873" y="3002"/>
                </a:lnTo>
                <a:lnTo>
                  <a:pt x="857" y="3040"/>
                </a:lnTo>
                <a:lnTo>
                  <a:pt x="740" y="3064"/>
                </a:lnTo>
                <a:lnTo>
                  <a:pt x="726" y="3022"/>
                </a:lnTo>
                <a:lnTo>
                  <a:pt x="678" y="3026"/>
                </a:lnTo>
                <a:lnTo>
                  <a:pt x="657" y="3080"/>
                </a:lnTo>
                <a:lnTo>
                  <a:pt x="526" y="3077"/>
                </a:lnTo>
                <a:lnTo>
                  <a:pt x="518" y="3033"/>
                </a:lnTo>
                <a:lnTo>
                  <a:pt x="493" y="3033"/>
                </a:lnTo>
                <a:lnTo>
                  <a:pt x="473" y="3080"/>
                </a:lnTo>
                <a:lnTo>
                  <a:pt x="329" y="3071"/>
                </a:lnTo>
                <a:lnTo>
                  <a:pt x="340" y="3018"/>
                </a:lnTo>
                <a:lnTo>
                  <a:pt x="293" y="3015"/>
                </a:lnTo>
                <a:lnTo>
                  <a:pt x="277" y="3064"/>
                </a:lnTo>
                <a:lnTo>
                  <a:pt x="166" y="3037"/>
                </a:lnTo>
                <a:lnTo>
                  <a:pt x="164" y="3004"/>
                </a:lnTo>
                <a:lnTo>
                  <a:pt x="133" y="2998"/>
                </a:lnTo>
                <a:lnTo>
                  <a:pt x="104" y="2991"/>
                </a:lnTo>
                <a:lnTo>
                  <a:pt x="80" y="2980"/>
                </a:lnTo>
                <a:lnTo>
                  <a:pt x="60" y="2966"/>
                </a:lnTo>
                <a:lnTo>
                  <a:pt x="46" y="2948"/>
                </a:lnTo>
                <a:lnTo>
                  <a:pt x="40" y="2924"/>
                </a:lnTo>
                <a:lnTo>
                  <a:pt x="46" y="2897"/>
                </a:lnTo>
                <a:lnTo>
                  <a:pt x="57" y="2868"/>
                </a:lnTo>
                <a:lnTo>
                  <a:pt x="71" y="2838"/>
                </a:lnTo>
                <a:lnTo>
                  <a:pt x="89" y="2809"/>
                </a:lnTo>
                <a:lnTo>
                  <a:pt x="109" y="2780"/>
                </a:lnTo>
                <a:lnTo>
                  <a:pt x="128" y="2755"/>
                </a:lnTo>
                <a:lnTo>
                  <a:pt x="142" y="2731"/>
                </a:lnTo>
                <a:lnTo>
                  <a:pt x="153" y="2713"/>
                </a:lnTo>
                <a:lnTo>
                  <a:pt x="100" y="2657"/>
                </a:lnTo>
                <a:lnTo>
                  <a:pt x="106" y="2644"/>
                </a:lnTo>
                <a:lnTo>
                  <a:pt x="209" y="2600"/>
                </a:lnTo>
                <a:lnTo>
                  <a:pt x="244" y="2578"/>
                </a:lnTo>
                <a:lnTo>
                  <a:pt x="269" y="2555"/>
                </a:lnTo>
                <a:lnTo>
                  <a:pt x="284" y="2529"/>
                </a:lnTo>
                <a:lnTo>
                  <a:pt x="289" y="2506"/>
                </a:lnTo>
                <a:lnTo>
                  <a:pt x="288" y="2478"/>
                </a:lnTo>
                <a:lnTo>
                  <a:pt x="280" y="2451"/>
                </a:lnTo>
                <a:lnTo>
                  <a:pt x="266" y="2424"/>
                </a:lnTo>
                <a:lnTo>
                  <a:pt x="246" y="2397"/>
                </a:lnTo>
                <a:lnTo>
                  <a:pt x="222" y="2368"/>
                </a:lnTo>
                <a:lnTo>
                  <a:pt x="197" y="2340"/>
                </a:lnTo>
                <a:lnTo>
                  <a:pt x="169" y="2313"/>
                </a:lnTo>
                <a:lnTo>
                  <a:pt x="140" y="2284"/>
                </a:lnTo>
                <a:lnTo>
                  <a:pt x="111" y="2257"/>
                </a:lnTo>
                <a:lnTo>
                  <a:pt x="84" y="2229"/>
                </a:lnTo>
                <a:lnTo>
                  <a:pt x="58" y="2204"/>
                </a:lnTo>
                <a:lnTo>
                  <a:pt x="37" y="2178"/>
                </a:lnTo>
                <a:lnTo>
                  <a:pt x="18" y="2155"/>
                </a:lnTo>
                <a:lnTo>
                  <a:pt x="6" y="2131"/>
                </a:lnTo>
                <a:lnTo>
                  <a:pt x="0" y="2109"/>
                </a:lnTo>
                <a:lnTo>
                  <a:pt x="0" y="2088"/>
                </a:lnTo>
                <a:lnTo>
                  <a:pt x="11" y="2064"/>
                </a:lnTo>
                <a:lnTo>
                  <a:pt x="28" y="2044"/>
                </a:lnTo>
                <a:lnTo>
                  <a:pt x="48" y="2024"/>
                </a:lnTo>
                <a:lnTo>
                  <a:pt x="73" y="2006"/>
                </a:lnTo>
                <a:lnTo>
                  <a:pt x="100" y="1988"/>
                </a:lnTo>
                <a:lnTo>
                  <a:pt x="128" y="1969"/>
                </a:lnTo>
                <a:lnTo>
                  <a:pt x="155" y="1949"/>
                </a:lnTo>
                <a:lnTo>
                  <a:pt x="180" y="1928"/>
                </a:lnTo>
                <a:lnTo>
                  <a:pt x="200" y="1904"/>
                </a:lnTo>
                <a:lnTo>
                  <a:pt x="217" y="1877"/>
                </a:lnTo>
                <a:lnTo>
                  <a:pt x="226" y="1844"/>
                </a:lnTo>
                <a:lnTo>
                  <a:pt x="226" y="1811"/>
                </a:lnTo>
                <a:lnTo>
                  <a:pt x="218" y="1780"/>
                </a:lnTo>
                <a:lnTo>
                  <a:pt x="206" y="1753"/>
                </a:lnTo>
                <a:lnTo>
                  <a:pt x="189" y="1726"/>
                </a:lnTo>
                <a:lnTo>
                  <a:pt x="171" y="1700"/>
                </a:lnTo>
                <a:lnTo>
                  <a:pt x="151" y="1675"/>
                </a:lnTo>
                <a:lnTo>
                  <a:pt x="133" y="1648"/>
                </a:lnTo>
                <a:lnTo>
                  <a:pt x="117" y="1620"/>
                </a:lnTo>
                <a:lnTo>
                  <a:pt x="106" y="1591"/>
                </a:lnTo>
                <a:lnTo>
                  <a:pt x="102" y="1557"/>
                </a:lnTo>
                <a:lnTo>
                  <a:pt x="106" y="1520"/>
                </a:lnTo>
                <a:lnTo>
                  <a:pt x="173" y="1388"/>
                </a:lnTo>
                <a:lnTo>
                  <a:pt x="273" y="1144"/>
                </a:lnTo>
                <a:lnTo>
                  <a:pt x="286" y="1095"/>
                </a:lnTo>
                <a:lnTo>
                  <a:pt x="297" y="1040"/>
                </a:lnTo>
                <a:lnTo>
                  <a:pt x="302" y="984"/>
                </a:lnTo>
                <a:lnTo>
                  <a:pt x="309" y="928"/>
                </a:lnTo>
                <a:lnTo>
                  <a:pt x="318" y="873"/>
                </a:lnTo>
                <a:lnTo>
                  <a:pt x="329" y="820"/>
                </a:lnTo>
                <a:lnTo>
                  <a:pt x="346" y="771"/>
                </a:lnTo>
                <a:lnTo>
                  <a:pt x="384" y="697"/>
                </a:lnTo>
                <a:lnTo>
                  <a:pt x="433" y="622"/>
                </a:lnTo>
                <a:lnTo>
                  <a:pt x="493" y="551"/>
                </a:lnTo>
                <a:lnTo>
                  <a:pt x="560" y="484"/>
                </a:lnTo>
                <a:lnTo>
                  <a:pt x="635" y="420"/>
                </a:lnTo>
                <a:lnTo>
                  <a:pt x="717" y="360"/>
                </a:lnTo>
                <a:lnTo>
                  <a:pt x="802" y="304"/>
                </a:lnTo>
                <a:lnTo>
                  <a:pt x="889" y="251"/>
                </a:lnTo>
                <a:lnTo>
                  <a:pt x="978" y="206"/>
                </a:lnTo>
                <a:lnTo>
                  <a:pt x="1069" y="164"/>
                </a:lnTo>
                <a:lnTo>
                  <a:pt x="1158" y="129"/>
                </a:lnTo>
                <a:lnTo>
                  <a:pt x="1246" y="100"/>
                </a:lnTo>
                <a:lnTo>
                  <a:pt x="1566" y="17"/>
                </a:lnTo>
                <a:lnTo>
                  <a:pt x="1700"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29" name="Google Shape;529;p65"/>
          <p:cNvSpPr/>
          <p:nvPr/>
        </p:nvSpPr>
        <p:spPr>
          <a:xfrm>
            <a:off x="8582054" y="3699111"/>
            <a:ext cx="268504" cy="213411"/>
          </a:xfrm>
          <a:custGeom>
            <a:avLst/>
            <a:gdLst/>
            <a:ahLst/>
            <a:cxnLst/>
            <a:rect l="l" t="t" r="r" b="b"/>
            <a:pathLst>
              <a:path w="4669637" h="5021437" extrusionOk="0">
                <a:moveTo>
                  <a:pt x="3221000" y="0"/>
                </a:moveTo>
                <a:cubicBezTo>
                  <a:pt x="3362423" y="0"/>
                  <a:pt x="3491529" y="52734"/>
                  <a:pt x="3588254" y="141276"/>
                </a:cubicBezTo>
                <a:cubicBezTo>
                  <a:pt x="3684978" y="52735"/>
                  <a:pt x="3814082" y="3"/>
                  <a:pt x="3955503" y="3"/>
                </a:cubicBezTo>
                <a:cubicBezTo>
                  <a:pt x="4262962" y="3"/>
                  <a:pt x="4512207" y="249248"/>
                  <a:pt x="4512207" y="556707"/>
                </a:cubicBezTo>
                <a:cubicBezTo>
                  <a:pt x="4512207" y="669790"/>
                  <a:pt x="4478490" y="774998"/>
                  <a:pt x="4420089" y="862515"/>
                </a:cubicBezTo>
                <a:cubicBezTo>
                  <a:pt x="4570580" y="961849"/>
                  <a:pt x="4669637" y="1132542"/>
                  <a:pt x="4669637" y="1326370"/>
                </a:cubicBezTo>
                <a:cubicBezTo>
                  <a:pt x="4669637" y="1487821"/>
                  <a:pt x="4600910" y="1633219"/>
                  <a:pt x="4490000" y="1733701"/>
                </a:cubicBezTo>
                <a:cubicBezTo>
                  <a:pt x="4600910" y="1834183"/>
                  <a:pt x="4669637" y="1979581"/>
                  <a:pt x="4669637" y="2141032"/>
                </a:cubicBezTo>
                <a:cubicBezTo>
                  <a:pt x="4669637" y="2302483"/>
                  <a:pt x="4600910" y="2447881"/>
                  <a:pt x="4490000" y="2548363"/>
                </a:cubicBezTo>
                <a:cubicBezTo>
                  <a:pt x="4600910" y="2648845"/>
                  <a:pt x="4669637" y="2794244"/>
                  <a:pt x="4669637" y="2955694"/>
                </a:cubicBezTo>
                <a:cubicBezTo>
                  <a:pt x="4669637" y="3224895"/>
                  <a:pt x="4478563" y="3449467"/>
                  <a:pt x="4224627" y="3501139"/>
                </a:cubicBezTo>
                <a:cubicBezTo>
                  <a:pt x="4173492" y="3755645"/>
                  <a:pt x="3948659" y="3947273"/>
                  <a:pt x="3679069" y="3947273"/>
                </a:cubicBezTo>
                <a:cubicBezTo>
                  <a:pt x="3559167" y="3947273"/>
                  <a:pt x="3448117" y="3909367"/>
                  <a:pt x="3357878" y="3844002"/>
                </a:cubicBezTo>
                <a:cubicBezTo>
                  <a:pt x="3259607" y="3937451"/>
                  <a:pt x="3126492" y="3993881"/>
                  <a:pt x="2980197" y="3993881"/>
                </a:cubicBezTo>
                <a:cubicBezTo>
                  <a:pt x="2931818" y="3993881"/>
                  <a:pt x="2884880" y="3987710"/>
                  <a:pt x="2841084" y="3972961"/>
                </a:cubicBezTo>
                <a:cubicBezTo>
                  <a:pt x="2832044" y="4069054"/>
                  <a:pt x="2794874" y="4156856"/>
                  <a:pt x="2737231" y="4227693"/>
                </a:cubicBezTo>
                <a:cubicBezTo>
                  <a:pt x="2806079" y="4310086"/>
                  <a:pt x="2846234" y="4416407"/>
                  <a:pt x="2846234" y="4532107"/>
                </a:cubicBezTo>
                <a:cubicBezTo>
                  <a:pt x="2846234" y="4802356"/>
                  <a:pt x="2627153" y="5021437"/>
                  <a:pt x="2356904" y="5021437"/>
                </a:cubicBezTo>
                <a:cubicBezTo>
                  <a:pt x="2086655" y="5021437"/>
                  <a:pt x="1867574" y="4802356"/>
                  <a:pt x="1867574" y="4532107"/>
                </a:cubicBezTo>
                <a:cubicBezTo>
                  <a:pt x="1867574" y="4416078"/>
                  <a:pt x="1907958" y="4309481"/>
                  <a:pt x="1977158" y="4226990"/>
                </a:cubicBezTo>
                <a:cubicBezTo>
                  <a:pt x="1907958" y="4144498"/>
                  <a:pt x="1867574" y="4037901"/>
                  <a:pt x="1867574" y="3921872"/>
                </a:cubicBezTo>
                <a:lnTo>
                  <a:pt x="1870634" y="3891520"/>
                </a:lnTo>
                <a:cubicBezTo>
                  <a:pt x="1824903" y="3813479"/>
                  <a:pt x="1800200" y="3722456"/>
                  <a:pt x="1800200" y="3625662"/>
                </a:cubicBezTo>
                <a:cubicBezTo>
                  <a:pt x="1800200" y="3318203"/>
                  <a:pt x="2049445" y="3068958"/>
                  <a:pt x="2356904" y="3068958"/>
                </a:cubicBezTo>
                <a:cubicBezTo>
                  <a:pt x="2420773" y="3068958"/>
                  <a:pt x="2482129" y="3079714"/>
                  <a:pt x="2538468" y="3101802"/>
                </a:cubicBezTo>
                <a:cubicBezTo>
                  <a:pt x="2638465" y="2966803"/>
                  <a:pt x="2799249" y="2880473"/>
                  <a:pt x="2980197" y="2880473"/>
                </a:cubicBezTo>
                <a:cubicBezTo>
                  <a:pt x="3100008" y="2880473"/>
                  <a:pt x="3210978" y="2918321"/>
                  <a:pt x="3301190" y="2983581"/>
                </a:cubicBezTo>
                <a:cubicBezTo>
                  <a:pt x="3373807" y="2914346"/>
                  <a:pt x="3465808" y="2865716"/>
                  <a:pt x="3567959" y="2845066"/>
                </a:cubicBezTo>
                <a:cubicBezTo>
                  <a:pt x="3590854" y="2728399"/>
                  <a:pt x="3651016" y="2625236"/>
                  <a:pt x="3735867" y="2548363"/>
                </a:cubicBezTo>
                <a:cubicBezTo>
                  <a:pt x="3624957" y="2447881"/>
                  <a:pt x="3556229" y="2302483"/>
                  <a:pt x="3556229" y="2141032"/>
                </a:cubicBezTo>
                <a:cubicBezTo>
                  <a:pt x="3556229" y="1979581"/>
                  <a:pt x="3624957" y="1834183"/>
                  <a:pt x="3735867" y="1733701"/>
                </a:cubicBezTo>
                <a:cubicBezTo>
                  <a:pt x="3624957" y="1633219"/>
                  <a:pt x="3556229" y="1487821"/>
                  <a:pt x="3556229" y="1326370"/>
                </a:cubicBezTo>
                <a:cubicBezTo>
                  <a:pt x="3556229" y="1213287"/>
                  <a:pt x="3589946" y="1108079"/>
                  <a:pt x="3648347" y="1020561"/>
                </a:cubicBezTo>
                <a:cubicBezTo>
                  <a:pt x="3626565" y="1006627"/>
                  <a:pt x="3606074" y="990873"/>
                  <a:pt x="3588250" y="972135"/>
                </a:cubicBezTo>
                <a:cubicBezTo>
                  <a:pt x="3491526" y="1060675"/>
                  <a:pt x="3362421" y="1113408"/>
                  <a:pt x="3221000" y="1113408"/>
                </a:cubicBezTo>
                <a:cubicBezTo>
                  <a:pt x="3065923" y="1113408"/>
                  <a:pt x="2925655" y="1049999"/>
                  <a:pt x="2824957" y="947451"/>
                </a:cubicBezTo>
                <a:cubicBezTo>
                  <a:pt x="2724258" y="1050000"/>
                  <a:pt x="2583990" y="1113409"/>
                  <a:pt x="2428912" y="1113409"/>
                </a:cubicBezTo>
                <a:cubicBezTo>
                  <a:pt x="2253449" y="1113409"/>
                  <a:pt x="2096946" y="1032234"/>
                  <a:pt x="1996865" y="903815"/>
                </a:cubicBezTo>
                <a:cubicBezTo>
                  <a:pt x="1896784" y="1032234"/>
                  <a:pt x="1740280" y="1113410"/>
                  <a:pt x="1564816" y="1113410"/>
                </a:cubicBezTo>
                <a:cubicBezTo>
                  <a:pt x="1377378" y="1113410"/>
                  <a:pt x="1211575" y="1020776"/>
                  <a:pt x="1111593" y="878151"/>
                </a:cubicBezTo>
                <a:cubicBezTo>
                  <a:pt x="1080053" y="927774"/>
                  <a:pt x="1038222" y="969598"/>
                  <a:pt x="990563" y="1003955"/>
                </a:cubicBezTo>
                <a:cubicBezTo>
                  <a:pt x="1068182" y="1097494"/>
                  <a:pt x="1113408" y="1217901"/>
                  <a:pt x="1113408" y="1348870"/>
                </a:cubicBezTo>
                <a:cubicBezTo>
                  <a:pt x="1113408" y="1503969"/>
                  <a:pt x="1049982" y="1644253"/>
                  <a:pt x="947405" y="1744951"/>
                </a:cubicBezTo>
                <a:cubicBezTo>
                  <a:pt x="1049982" y="1845649"/>
                  <a:pt x="1113408" y="1985934"/>
                  <a:pt x="1113408" y="2141033"/>
                </a:cubicBezTo>
                <a:cubicBezTo>
                  <a:pt x="1113408" y="2296132"/>
                  <a:pt x="1049982" y="2436417"/>
                  <a:pt x="947405" y="2537115"/>
                </a:cubicBezTo>
                <a:cubicBezTo>
                  <a:pt x="1049982" y="2637813"/>
                  <a:pt x="1113408" y="2778098"/>
                  <a:pt x="1113408" y="2933196"/>
                </a:cubicBezTo>
                <a:cubicBezTo>
                  <a:pt x="1113408" y="3160411"/>
                  <a:pt x="977287" y="3355833"/>
                  <a:pt x="781802" y="3441590"/>
                </a:cubicBezTo>
                <a:cubicBezTo>
                  <a:pt x="781802" y="3467025"/>
                  <a:pt x="781802" y="3492460"/>
                  <a:pt x="781802" y="3517895"/>
                </a:cubicBezTo>
                <a:cubicBezTo>
                  <a:pt x="781802" y="3642214"/>
                  <a:pt x="681021" y="3742995"/>
                  <a:pt x="556702" y="3742995"/>
                </a:cubicBezTo>
                <a:lnTo>
                  <a:pt x="556703" y="3742994"/>
                </a:lnTo>
                <a:cubicBezTo>
                  <a:pt x="432384" y="3742994"/>
                  <a:pt x="331603" y="3642213"/>
                  <a:pt x="331603" y="3517894"/>
                </a:cubicBezTo>
                <a:lnTo>
                  <a:pt x="331603" y="3441589"/>
                </a:lnTo>
                <a:cubicBezTo>
                  <a:pt x="136120" y="3355831"/>
                  <a:pt x="0" y="3160410"/>
                  <a:pt x="0" y="2933196"/>
                </a:cubicBezTo>
                <a:cubicBezTo>
                  <a:pt x="0" y="2778098"/>
                  <a:pt x="63426" y="2637813"/>
                  <a:pt x="166003" y="2537115"/>
                </a:cubicBezTo>
                <a:cubicBezTo>
                  <a:pt x="63426" y="2436417"/>
                  <a:pt x="0" y="2296132"/>
                  <a:pt x="0" y="2141033"/>
                </a:cubicBezTo>
                <a:cubicBezTo>
                  <a:pt x="0" y="1985934"/>
                  <a:pt x="63426" y="1845649"/>
                  <a:pt x="166003" y="1744951"/>
                </a:cubicBezTo>
                <a:cubicBezTo>
                  <a:pt x="63426" y="1644253"/>
                  <a:pt x="0" y="1503969"/>
                  <a:pt x="0" y="1348870"/>
                </a:cubicBezTo>
                <a:cubicBezTo>
                  <a:pt x="0" y="1164802"/>
                  <a:pt x="89333" y="1001598"/>
                  <a:pt x="228018" y="901622"/>
                </a:cubicBezTo>
                <a:cubicBezTo>
                  <a:pt x="150398" y="808082"/>
                  <a:pt x="105172" y="687676"/>
                  <a:pt x="105172" y="556707"/>
                </a:cubicBezTo>
                <a:cubicBezTo>
                  <a:pt x="105172" y="249248"/>
                  <a:pt x="354417" y="3"/>
                  <a:pt x="661876" y="3"/>
                </a:cubicBezTo>
                <a:cubicBezTo>
                  <a:pt x="848326" y="3"/>
                  <a:pt x="1013368" y="91662"/>
                  <a:pt x="1113346" y="233137"/>
                </a:cubicBezTo>
                <a:cubicBezTo>
                  <a:pt x="1213323" y="91662"/>
                  <a:pt x="1378365" y="2"/>
                  <a:pt x="1564816" y="2"/>
                </a:cubicBezTo>
                <a:cubicBezTo>
                  <a:pt x="1740279" y="2"/>
                  <a:pt x="1896783" y="81177"/>
                  <a:pt x="1996864" y="209596"/>
                </a:cubicBezTo>
                <a:cubicBezTo>
                  <a:pt x="2096945" y="81176"/>
                  <a:pt x="2253449" y="1"/>
                  <a:pt x="2428912" y="1"/>
                </a:cubicBezTo>
                <a:cubicBezTo>
                  <a:pt x="2583990" y="1"/>
                  <a:pt x="2724257" y="63410"/>
                  <a:pt x="2824956" y="165958"/>
                </a:cubicBezTo>
                <a:cubicBezTo>
                  <a:pt x="2925654" y="63409"/>
                  <a:pt x="3065922" y="0"/>
                  <a:pt x="3221000"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30" name="Google Shape;530;p65"/>
          <p:cNvSpPr/>
          <p:nvPr/>
        </p:nvSpPr>
        <p:spPr>
          <a:xfrm>
            <a:off x="4586336" y="3680682"/>
            <a:ext cx="251775" cy="207923"/>
          </a:xfrm>
          <a:custGeom>
            <a:avLst/>
            <a:gdLst/>
            <a:ahLst/>
            <a:cxnLst/>
            <a:rect l="l" t="t" r="r" b="b"/>
            <a:pathLst>
              <a:path w="3596792" h="3960440" extrusionOk="0">
                <a:moveTo>
                  <a:pt x="1094942" y="2061441"/>
                </a:moveTo>
                <a:lnTo>
                  <a:pt x="1094942" y="2457943"/>
                </a:lnTo>
                <a:lnTo>
                  <a:pt x="698440" y="2457943"/>
                </a:lnTo>
                <a:lnTo>
                  <a:pt x="698440" y="2867371"/>
                </a:lnTo>
                <a:lnTo>
                  <a:pt x="1094942" y="2867371"/>
                </a:lnTo>
                <a:lnTo>
                  <a:pt x="1094942" y="3263873"/>
                </a:lnTo>
                <a:lnTo>
                  <a:pt x="1504370" y="3263873"/>
                </a:lnTo>
                <a:lnTo>
                  <a:pt x="1504370" y="2867371"/>
                </a:lnTo>
                <a:lnTo>
                  <a:pt x="1900872" y="2867371"/>
                </a:lnTo>
                <a:lnTo>
                  <a:pt x="1900872" y="2457943"/>
                </a:lnTo>
                <a:lnTo>
                  <a:pt x="1504370" y="2457943"/>
                </a:lnTo>
                <a:lnTo>
                  <a:pt x="1504370" y="2061441"/>
                </a:lnTo>
                <a:close/>
                <a:moveTo>
                  <a:pt x="2799823" y="26785"/>
                </a:moveTo>
                <a:lnTo>
                  <a:pt x="3448872" y="1190236"/>
                </a:lnTo>
                <a:cubicBezTo>
                  <a:pt x="3542508" y="1318796"/>
                  <a:pt x="3596792" y="1477271"/>
                  <a:pt x="3596792" y="1648425"/>
                </a:cubicBezTo>
                <a:cubicBezTo>
                  <a:pt x="3596792" y="2085883"/>
                  <a:pt x="3242162" y="2440513"/>
                  <a:pt x="2804704" y="2440513"/>
                </a:cubicBezTo>
                <a:lnTo>
                  <a:pt x="2774283" y="2438977"/>
                </a:lnTo>
                <a:cubicBezTo>
                  <a:pt x="2737083" y="2264385"/>
                  <a:pt x="2663682" y="2103273"/>
                  <a:pt x="2561997" y="1963663"/>
                </a:cubicBezTo>
                <a:lnTo>
                  <a:pt x="2140652" y="1208381"/>
                </a:lnTo>
                <a:close/>
                <a:moveTo>
                  <a:pt x="1291647" y="0"/>
                </a:moveTo>
                <a:lnTo>
                  <a:pt x="2356605" y="1908989"/>
                </a:lnTo>
                <a:cubicBezTo>
                  <a:pt x="2510243" y="2119929"/>
                  <a:pt x="2599312" y="2379955"/>
                  <a:pt x="2599312" y="2660784"/>
                </a:cubicBezTo>
                <a:cubicBezTo>
                  <a:pt x="2599312" y="3378564"/>
                  <a:pt x="2017436" y="3960440"/>
                  <a:pt x="1299656" y="3960440"/>
                </a:cubicBezTo>
                <a:cubicBezTo>
                  <a:pt x="581876" y="3960440"/>
                  <a:pt x="0" y="3378564"/>
                  <a:pt x="0" y="2660784"/>
                </a:cubicBezTo>
                <a:cubicBezTo>
                  <a:pt x="0" y="2462086"/>
                  <a:pt x="44590" y="2273803"/>
                  <a:pt x="125671" y="2106038"/>
                </a:cubicBezTo>
                <a:lnTo>
                  <a:pt x="116762" y="2106038"/>
                </a:ln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31" name="Google Shape;531;p65"/>
          <p:cNvSpPr/>
          <p:nvPr/>
        </p:nvSpPr>
        <p:spPr>
          <a:xfrm>
            <a:off x="4418289" y="1842099"/>
            <a:ext cx="207114" cy="201615"/>
          </a:xfrm>
          <a:custGeom>
            <a:avLst/>
            <a:gdLst/>
            <a:ahLst/>
            <a:cxnLst/>
            <a:rect l="l" t="t" r="r" b="b"/>
            <a:pathLst>
              <a:path w="1882" h="2443" extrusionOk="0">
                <a:moveTo>
                  <a:pt x="405" y="0"/>
                </a:moveTo>
                <a:lnTo>
                  <a:pt x="440" y="0"/>
                </a:lnTo>
                <a:lnTo>
                  <a:pt x="473" y="2"/>
                </a:lnTo>
                <a:lnTo>
                  <a:pt x="506" y="6"/>
                </a:lnTo>
                <a:lnTo>
                  <a:pt x="536" y="10"/>
                </a:lnTo>
                <a:lnTo>
                  <a:pt x="564" y="14"/>
                </a:lnTo>
                <a:lnTo>
                  <a:pt x="589" y="20"/>
                </a:lnTo>
                <a:lnTo>
                  <a:pt x="611" y="24"/>
                </a:lnTo>
                <a:lnTo>
                  <a:pt x="628" y="29"/>
                </a:lnTo>
                <a:lnTo>
                  <a:pt x="642" y="32"/>
                </a:lnTo>
                <a:lnTo>
                  <a:pt x="650" y="35"/>
                </a:lnTo>
                <a:lnTo>
                  <a:pt x="654" y="35"/>
                </a:lnTo>
                <a:lnTo>
                  <a:pt x="711" y="55"/>
                </a:lnTo>
                <a:lnTo>
                  <a:pt x="766" y="69"/>
                </a:lnTo>
                <a:lnTo>
                  <a:pt x="821" y="80"/>
                </a:lnTo>
                <a:lnTo>
                  <a:pt x="873" y="87"/>
                </a:lnTo>
                <a:lnTo>
                  <a:pt x="922" y="90"/>
                </a:lnTo>
                <a:lnTo>
                  <a:pt x="969" y="91"/>
                </a:lnTo>
                <a:lnTo>
                  <a:pt x="1013" y="90"/>
                </a:lnTo>
                <a:lnTo>
                  <a:pt x="1054" y="87"/>
                </a:lnTo>
                <a:lnTo>
                  <a:pt x="1091" y="82"/>
                </a:lnTo>
                <a:lnTo>
                  <a:pt x="1124" y="77"/>
                </a:lnTo>
                <a:lnTo>
                  <a:pt x="1152" y="70"/>
                </a:lnTo>
                <a:lnTo>
                  <a:pt x="1176" y="65"/>
                </a:lnTo>
                <a:lnTo>
                  <a:pt x="1196" y="59"/>
                </a:lnTo>
                <a:lnTo>
                  <a:pt x="1210" y="55"/>
                </a:lnTo>
                <a:lnTo>
                  <a:pt x="1219" y="52"/>
                </a:lnTo>
                <a:lnTo>
                  <a:pt x="1221" y="50"/>
                </a:lnTo>
                <a:lnTo>
                  <a:pt x="1274" y="36"/>
                </a:lnTo>
                <a:lnTo>
                  <a:pt x="1321" y="24"/>
                </a:lnTo>
                <a:lnTo>
                  <a:pt x="1365" y="17"/>
                </a:lnTo>
                <a:lnTo>
                  <a:pt x="1404" y="11"/>
                </a:lnTo>
                <a:lnTo>
                  <a:pt x="1438" y="9"/>
                </a:lnTo>
                <a:lnTo>
                  <a:pt x="1469" y="8"/>
                </a:lnTo>
                <a:lnTo>
                  <a:pt x="1495" y="8"/>
                </a:lnTo>
                <a:lnTo>
                  <a:pt x="1517" y="10"/>
                </a:lnTo>
                <a:lnTo>
                  <a:pt x="1536" y="12"/>
                </a:lnTo>
                <a:lnTo>
                  <a:pt x="1550" y="15"/>
                </a:lnTo>
                <a:lnTo>
                  <a:pt x="1560" y="18"/>
                </a:lnTo>
                <a:lnTo>
                  <a:pt x="1566" y="20"/>
                </a:lnTo>
                <a:lnTo>
                  <a:pt x="1568" y="20"/>
                </a:lnTo>
                <a:lnTo>
                  <a:pt x="1607" y="26"/>
                </a:lnTo>
                <a:lnTo>
                  <a:pt x="1642" y="36"/>
                </a:lnTo>
                <a:lnTo>
                  <a:pt x="1675" y="52"/>
                </a:lnTo>
                <a:lnTo>
                  <a:pt x="1705" y="69"/>
                </a:lnTo>
                <a:lnTo>
                  <a:pt x="1731" y="91"/>
                </a:lnTo>
                <a:lnTo>
                  <a:pt x="1755" y="115"/>
                </a:lnTo>
                <a:lnTo>
                  <a:pt x="1776" y="141"/>
                </a:lnTo>
                <a:lnTo>
                  <a:pt x="1795" y="170"/>
                </a:lnTo>
                <a:lnTo>
                  <a:pt x="1811" y="201"/>
                </a:lnTo>
                <a:lnTo>
                  <a:pt x="1825" y="231"/>
                </a:lnTo>
                <a:lnTo>
                  <a:pt x="1837" y="263"/>
                </a:lnTo>
                <a:lnTo>
                  <a:pt x="1848" y="296"/>
                </a:lnTo>
                <a:lnTo>
                  <a:pt x="1856" y="328"/>
                </a:lnTo>
                <a:lnTo>
                  <a:pt x="1864" y="359"/>
                </a:lnTo>
                <a:lnTo>
                  <a:pt x="1869" y="390"/>
                </a:lnTo>
                <a:lnTo>
                  <a:pt x="1874" y="419"/>
                </a:lnTo>
                <a:lnTo>
                  <a:pt x="1877" y="446"/>
                </a:lnTo>
                <a:lnTo>
                  <a:pt x="1879" y="471"/>
                </a:lnTo>
                <a:lnTo>
                  <a:pt x="1881" y="493"/>
                </a:lnTo>
                <a:lnTo>
                  <a:pt x="1882" y="513"/>
                </a:lnTo>
                <a:lnTo>
                  <a:pt x="1882" y="528"/>
                </a:lnTo>
                <a:lnTo>
                  <a:pt x="1882" y="540"/>
                </a:lnTo>
                <a:lnTo>
                  <a:pt x="1882" y="548"/>
                </a:lnTo>
                <a:lnTo>
                  <a:pt x="1882" y="550"/>
                </a:lnTo>
                <a:lnTo>
                  <a:pt x="1877" y="610"/>
                </a:lnTo>
                <a:lnTo>
                  <a:pt x="1869" y="665"/>
                </a:lnTo>
                <a:lnTo>
                  <a:pt x="1860" y="716"/>
                </a:lnTo>
                <a:lnTo>
                  <a:pt x="1852" y="762"/>
                </a:lnTo>
                <a:lnTo>
                  <a:pt x="1842" y="801"/>
                </a:lnTo>
                <a:lnTo>
                  <a:pt x="1833" y="836"/>
                </a:lnTo>
                <a:lnTo>
                  <a:pt x="1823" y="866"/>
                </a:lnTo>
                <a:lnTo>
                  <a:pt x="1815" y="890"/>
                </a:lnTo>
                <a:lnTo>
                  <a:pt x="1808" y="910"/>
                </a:lnTo>
                <a:lnTo>
                  <a:pt x="1802" y="923"/>
                </a:lnTo>
                <a:lnTo>
                  <a:pt x="1799" y="931"/>
                </a:lnTo>
                <a:lnTo>
                  <a:pt x="1798" y="934"/>
                </a:lnTo>
                <a:lnTo>
                  <a:pt x="1772" y="985"/>
                </a:lnTo>
                <a:lnTo>
                  <a:pt x="1747" y="1033"/>
                </a:lnTo>
                <a:lnTo>
                  <a:pt x="1727" y="1080"/>
                </a:lnTo>
                <a:lnTo>
                  <a:pt x="1709" y="1124"/>
                </a:lnTo>
                <a:lnTo>
                  <a:pt x="1694" y="1166"/>
                </a:lnTo>
                <a:lnTo>
                  <a:pt x="1681" y="1203"/>
                </a:lnTo>
                <a:lnTo>
                  <a:pt x="1670" y="1237"/>
                </a:lnTo>
                <a:lnTo>
                  <a:pt x="1661" y="1268"/>
                </a:lnTo>
                <a:lnTo>
                  <a:pt x="1654" y="1293"/>
                </a:lnTo>
                <a:lnTo>
                  <a:pt x="1650" y="1314"/>
                </a:lnTo>
                <a:lnTo>
                  <a:pt x="1647" y="1328"/>
                </a:lnTo>
                <a:lnTo>
                  <a:pt x="1644" y="1338"/>
                </a:lnTo>
                <a:lnTo>
                  <a:pt x="1644" y="1341"/>
                </a:lnTo>
                <a:lnTo>
                  <a:pt x="1640" y="1373"/>
                </a:lnTo>
                <a:lnTo>
                  <a:pt x="1637" y="1403"/>
                </a:lnTo>
                <a:lnTo>
                  <a:pt x="1636" y="1428"/>
                </a:lnTo>
                <a:lnTo>
                  <a:pt x="1636" y="1449"/>
                </a:lnTo>
                <a:lnTo>
                  <a:pt x="1636" y="1465"/>
                </a:lnTo>
                <a:lnTo>
                  <a:pt x="1637" y="1476"/>
                </a:lnTo>
                <a:lnTo>
                  <a:pt x="1637" y="1479"/>
                </a:lnTo>
                <a:lnTo>
                  <a:pt x="1630" y="1540"/>
                </a:lnTo>
                <a:lnTo>
                  <a:pt x="1623" y="1600"/>
                </a:lnTo>
                <a:lnTo>
                  <a:pt x="1614" y="1657"/>
                </a:lnTo>
                <a:lnTo>
                  <a:pt x="1605" y="1714"/>
                </a:lnTo>
                <a:lnTo>
                  <a:pt x="1595" y="1768"/>
                </a:lnTo>
                <a:lnTo>
                  <a:pt x="1585" y="1819"/>
                </a:lnTo>
                <a:lnTo>
                  <a:pt x="1575" y="1868"/>
                </a:lnTo>
                <a:lnTo>
                  <a:pt x="1567" y="1913"/>
                </a:lnTo>
                <a:lnTo>
                  <a:pt x="1557" y="1956"/>
                </a:lnTo>
                <a:lnTo>
                  <a:pt x="1548" y="1994"/>
                </a:lnTo>
                <a:lnTo>
                  <a:pt x="1540" y="2029"/>
                </a:lnTo>
                <a:lnTo>
                  <a:pt x="1533" y="2059"/>
                </a:lnTo>
                <a:lnTo>
                  <a:pt x="1526" y="2084"/>
                </a:lnTo>
                <a:lnTo>
                  <a:pt x="1521" y="2105"/>
                </a:lnTo>
                <a:lnTo>
                  <a:pt x="1517" y="2120"/>
                </a:lnTo>
                <a:lnTo>
                  <a:pt x="1514" y="2129"/>
                </a:lnTo>
                <a:lnTo>
                  <a:pt x="1514" y="2132"/>
                </a:lnTo>
                <a:lnTo>
                  <a:pt x="1493" y="2189"/>
                </a:lnTo>
                <a:lnTo>
                  <a:pt x="1473" y="2240"/>
                </a:lnTo>
                <a:lnTo>
                  <a:pt x="1455" y="2283"/>
                </a:lnTo>
                <a:lnTo>
                  <a:pt x="1435" y="2319"/>
                </a:lnTo>
                <a:lnTo>
                  <a:pt x="1418" y="2349"/>
                </a:lnTo>
                <a:lnTo>
                  <a:pt x="1400" y="2375"/>
                </a:lnTo>
                <a:lnTo>
                  <a:pt x="1384" y="2395"/>
                </a:lnTo>
                <a:lnTo>
                  <a:pt x="1367" y="2412"/>
                </a:lnTo>
                <a:lnTo>
                  <a:pt x="1353" y="2424"/>
                </a:lnTo>
                <a:lnTo>
                  <a:pt x="1340" y="2433"/>
                </a:lnTo>
                <a:lnTo>
                  <a:pt x="1327" y="2438"/>
                </a:lnTo>
                <a:lnTo>
                  <a:pt x="1316" y="2441"/>
                </a:lnTo>
                <a:lnTo>
                  <a:pt x="1307" y="2443"/>
                </a:lnTo>
                <a:lnTo>
                  <a:pt x="1298" y="2443"/>
                </a:lnTo>
                <a:lnTo>
                  <a:pt x="1291" y="2443"/>
                </a:lnTo>
                <a:lnTo>
                  <a:pt x="1287" y="2441"/>
                </a:lnTo>
                <a:lnTo>
                  <a:pt x="1284" y="2440"/>
                </a:lnTo>
                <a:lnTo>
                  <a:pt x="1283" y="2439"/>
                </a:lnTo>
                <a:lnTo>
                  <a:pt x="1268" y="2434"/>
                </a:lnTo>
                <a:lnTo>
                  <a:pt x="1255" y="2423"/>
                </a:lnTo>
                <a:lnTo>
                  <a:pt x="1243" y="2407"/>
                </a:lnTo>
                <a:lnTo>
                  <a:pt x="1232" y="2388"/>
                </a:lnTo>
                <a:lnTo>
                  <a:pt x="1224" y="2364"/>
                </a:lnTo>
                <a:lnTo>
                  <a:pt x="1215" y="2337"/>
                </a:lnTo>
                <a:lnTo>
                  <a:pt x="1207" y="2310"/>
                </a:lnTo>
                <a:lnTo>
                  <a:pt x="1201" y="2280"/>
                </a:lnTo>
                <a:lnTo>
                  <a:pt x="1194" y="2252"/>
                </a:lnTo>
                <a:lnTo>
                  <a:pt x="1190" y="2222"/>
                </a:lnTo>
                <a:lnTo>
                  <a:pt x="1185" y="2195"/>
                </a:lnTo>
                <a:lnTo>
                  <a:pt x="1182" y="2170"/>
                </a:lnTo>
                <a:lnTo>
                  <a:pt x="1180" y="2148"/>
                </a:lnTo>
                <a:lnTo>
                  <a:pt x="1177" y="2128"/>
                </a:lnTo>
                <a:lnTo>
                  <a:pt x="1176" y="2114"/>
                </a:lnTo>
                <a:lnTo>
                  <a:pt x="1175" y="2105"/>
                </a:lnTo>
                <a:lnTo>
                  <a:pt x="1175" y="2102"/>
                </a:lnTo>
                <a:lnTo>
                  <a:pt x="1174" y="2039"/>
                </a:lnTo>
                <a:lnTo>
                  <a:pt x="1172" y="1980"/>
                </a:lnTo>
                <a:lnTo>
                  <a:pt x="1169" y="1925"/>
                </a:lnTo>
                <a:lnTo>
                  <a:pt x="1163" y="1874"/>
                </a:lnTo>
                <a:lnTo>
                  <a:pt x="1158" y="1828"/>
                </a:lnTo>
                <a:lnTo>
                  <a:pt x="1152" y="1785"/>
                </a:lnTo>
                <a:lnTo>
                  <a:pt x="1146" y="1749"/>
                </a:lnTo>
                <a:lnTo>
                  <a:pt x="1139" y="1716"/>
                </a:lnTo>
                <a:lnTo>
                  <a:pt x="1134" y="1690"/>
                </a:lnTo>
                <a:lnTo>
                  <a:pt x="1129" y="1669"/>
                </a:lnTo>
                <a:lnTo>
                  <a:pt x="1125" y="1654"/>
                </a:lnTo>
                <a:lnTo>
                  <a:pt x="1123" y="1644"/>
                </a:lnTo>
                <a:lnTo>
                  <a:pt x="1122" y="1640"/>
                </a:lnTo>
                <a:lnTo>
                  <a:pt x="1113" y="1606"/>
                </a:lnTo>
                <a:lnTo>
                  <a:pt x="1102" y="1578"/>
                </a:lnTo>
                <a:lnTo>
                  <a:pt x="1089" y="1553"/>
                </a:lnTo>
                <a:lnTo>
                  <a:pt x="1074" y="1532"/>
                </a:lnTo>
                <a:lnTo>
                  <a:pt x="1058" y="1514"/>
                </a:lnTo>
                <a:lnTo>
                  <a:pt x="1042" y="1500"/>
                </a:lnTo>
                <a:lnTo>
                  <a:pt x="1024" y="1489"/>
                </a:lnTo>
                <a:lnTo>
                  <a:pt x="1008" y="1480"/>
                </a:lnTo>
                <a:lnTo>
                  <a:pt x="992" y="1474"/>
                </a:lnTo>
                <a:lnTo>
                  <a:pt x="977" y="1469"/>
                </a:lnTo>
                <a:lnTo>
                  <a:pt x="964" y="1466"/>
                </a:lnTo>
                <a:lnTo>
                  <a:pt x="953" y="1465"/>
                </a:lnTo>
                <a:lnTo>
                  <a:pt x="945" y="1464"/>
                </a:lnTo>
                <a:lnTo>
                  <a:pt x="940" y="1464"/>
                </a:lnTo>
                <a:lnTo>
                  <a:pt x="937" y="1464"/>
                </a:lnTo>
                <a:lnTo>
                  <a:pt x="908" y="1464"/>
                </a:lnTo>
                <a:lnTo>
                  <a:pt x="883" y="1468"/>
                </a:lnTo>
                <a:lnTo>
                  <a:pt x="860" y="1476"/>
                </a:lnTo>
                <a:lnTo>
                  <a:pt x="840" y="1487"/>
                </a:lnTo>
                <a:lnTo>
                  <a:pt x="822" y="1500"/>
                </a:lnTo>
                <a:lnTo>
                  <a:pt x="808" y="1514"/>
                </a:lnTo>
                <a:lnTo>
                  <a:pt x="795" y="1530"/>
                </a:lnTo>
                <a:lnTo>
                  <a:pt x="785" y="1545"/>
                </a:lnTo>
                <a:lnTo>
                  <a:pt x="777" y="1559"/>
                </a:lnTo>
                <a:lnTo>
                  <a:pt x="771" y="1574"/>
                </a:lnTo>
                <a:lnTo>
                  <a:pt x="766" y="1585"/>
                </a:lnTo>
                <a:lnTo>
                  <a:pt x="763" y="1594"/>
                </a:lnTo>
                <a:lnTo>
                  <a:pt x="761" y="1600"/>
                </a:lnTo>
                <a:lnTo>
                  <a:pt x="761" y="1602"/>
                </a:lnTo>
                <a:lnTo>
                  <a:pt x="754" y="1616"/>
                </a:lnTo>
                <a:lnTo>
                  <a:pt x="748" y="1637"/>
                </a:lnTo>
                <a:lnTo>
                  <a:pt x="741" y="1662"/>
                </a:lnTo>
                <a:lnTo>
                  <a:pt x="736" y="1692"/>
                </a:lnTo>
                <a:lnTo>
                  <a:pt x="730" y="1726"/>
                </a:lnTo>
                <a:lnTo>
                  <a:pt x="725" y="1761"/>
                </a:lnTo>
                <a:lnTo>
                  <a:pt x="719" y="1799"/>
                </a:lnTo>
                <a:lnTo>
                  <a:pt x="715" y="1838"/>
                </a:lnTo>
                <a:lnTo>
                  <a:pt x="711" y="1877"/>
                </a:lnTo>
                <a:lnTo>
                  <a:pt x="707" y="1915"/>
                </a:lnTo>
                <a:lnTo>
                  <a:pt x="704" y="1953"/>
                </a:lnTo>
                <a:lnTo>
                  <a:pt x="701" y="1987"/>
                </a:lnTo>
                <a:lnTo>
                  <a:pt x="697" y="2018"/>
                </a:lnTo>
                <a:lnTo>
                  <a:pt x="695" y="2046"/>
                </a:lnTo>
                <a:lnTo>
                  <a:pt x="694" y="2069"/>
                </a:lnTo>
                <a:lnTo>
                  <a:pt x="693" y="2086"/>
                </a:lnTo>
                <a:lnTo>
                  <a:pt x="692" y="2097"/>
                </a:lnTo>
                <a:lnTo>
                  <a:pt x="692" y="2102"/>
                </a:lnTo>
                <a:lnTo>
                  <a:pt x="690" y="2157"/>
                </a:lnTo>
                <a:lnTo>
                  <a:pt x="685" y="2205"/>
                </a:lnTo>
                <a:lnTo>
                  <a:pt x="680" y="2247"/>
                </a:lnTo>
                <a:lnTo>
                  <a:pt x="673" y="2285"/>
                </a:lnTo>
                <a:lnTo>
                  <a:pt x="665" y="2318"/>
                </a:lnTo>
                <a:lnTo>
                  <a:pt x="657" y="2345"/>
                </a:lnTo>
                <a:lnTo>
                  <a:pt x="648" y="2368"/>
                </a:lnTo>
                <a:lnTo>
                  <a:pt x="639" y="2387"/>
                </a:lnTo>
                <a:lnTo>
                  <a:pt x="629" y="2402"/>
                </a:lnTo>
                <a:lnTo>
                  <a:pt x="622" y="2414"/>
                </a:lnTo>
                <a:lnTo>
                  <a:pt x="613" y="2424"/>
                </a:lnTo>
                <a:lnTo>
                  <a:pt x="606" y="2430"/>
                </a:lnTo>
                <a:lnTo>
                  <a:pt x="600" y="2435"/>
                </a:lnTo>
                <a:lnTo>
                  <a:pt x="595" y="2438"/>
                </a:lnTo>
                <a:lnTo>
                  <a:pt x="593" y="2439"/>
                </a:lnTo>
                <a:lnTo>
                  <a:pt x="592" y="2439"/>
                </a:lnTo>
                <a:lnTo>
                  <a:pt x="566" y="2439"/>
                </a:lnTo>
                <a:lnTo>
                  <a:pt x="543" y="2434"/>
                </a:lnTo>
                <a:lnTo>
                  <a:pt x="520" y="2423"/>
                </a:lnTo>
                <a:lnTo>
                  <a:pt x="500" y="2407"/>
                </a:lnTo>
                <a:lnTo>
                  <a:pt x="481" y="2389"/>
                </a:lnTo>
                <a:lnTo>
                  <a:pt x="464" y="2368"/>
                </a:lnTo>
                <a:lnTo>
                  <a:pt x="450" y="2346"/>
                </a:lnTo>
                <a:lnTo>
                  <a:pt x="435" y="2323"/>
                </a:lnTo>
                <a:lnTo>
                  <a:pt x="424" y="2300"/>
                </a:lnTo>
                <a:lnTo>
                  <a:pt x="415" y="2278"/>
                </a:lnTo>
                <a:lnTo>
                  <a:pt x="407" y="2258"/>
                </a:lnTo>
                <a:lnTo>
                  <a:pt x="400" y="2242"/>
                </a:lnTo>
                <a:lnTo>
                  <a:pt x="396" y="2228"/>
                </a:lnTo>
                <a:lnTo>
                  <a:pt x="393" y="2220"/>
                </a:lnTo>
                <a:lnTo>
                  <a:pt x="392" y="2217"/>
                </a:lnTo>
                <a:lnTo>
                  <a:pt x="380" y="2185"/>
                </a:lnTo>
                <a:lnTo>
                  <a:pt x="367" y="2149"/>
                </a:lnTo>
                <a:lnTo>
                  <a:pt x="355" y="2110"/>
                </a:lnTo>
                <a:lnTo>
                  <a:pt x="343" y="2071"/>
                </a:lnTo>
                <a:lnTo>
                  <a:pt x="332" y="2029"/>
                </a:lnTo>
                <a:lnTo>
                  <a:pt x="323" y="1987"/>
                </a:lnTo>
                <a:lnTo>
                  <a:pt x="312" y="1944"/>
                </a:lnTo>
                <a:lnTo>
                  <a:pt x="303" y="1901"/>
                </a:lnTo>
                <a:lnTo>
                  <a:pt x="294" y="1861"/>
                </a:lnTo>
                <a:lnTo>
                  <a:pt x="286" y="1821"/>
                </a:lnTo>
                <a:lnTo>
                  <a:pt x="279" y="1784"/>
                </a:lnTo>
                <a:lnTo>
                  <a:pt x="272" y="1750"/>
                </a:lnTo>
                <a:lnTo>
                  <a:pt x="267" y="1719"/>
                </a:lnTo>
                <a:lnTo>
                  <a:pt x="262" y="1692"/>
                </a:lnTo>
                <a:lnTo>
                  <a:pt x="259" y="1671"/>
                </a:lnTo>
                <a:lnTo>
                  <a:pt x="256" y="1655"/>
                </a:lnTo>
                <a:lnTo>
                  <a:pt x="255" y="1644"/>
                </a:lnTo>
                <a:lnTo>
                  <a:pt x="253" y="1640"/>
                </a:lnTo>
                <a:lnTo>
                  <a:pt x="246" y="1598"/>
                </a:lnTo>
                <a:lnTo>
                  <a:pt x="240" y="1555"/>
                </a:lnTo>
                <a:lnTo>
                  <a:pt x="236" y="1514"/>
                </a:lnTo>
                <a:lnTo>
                  <a:pt x="234" y="1477"/>
                </a:lnTo>
                <a:lnTo>
                  <a:pt x="232" y="1442"/>
                </a:lnTo>
                <a:lnTo>
                  <a:pt x="230" y="1411"/>
                </a:lnTo>
                <a:lnTo>
                  <a:pt x="229" y="1385"/>
                </a:lnTo>
                <a:lnTo>
                  <a:pt x="229" y="1363"/>
                </a:lnTo>
                <a:lnTo>
                  <a:pt x="230" y="1347"/>
                </a:lnTo>
                <a:lnTo>
                  <a:pt x="230" y="1337"/>
                </a:lnTo>
                <a:lnTo>
                  <a:pt x="230" y="1334"/>
                </a:lnTo>
                <a:lnTo>
                  <a:pt x="218" y="1279"/>
                </a:lnTo>
                <a:lnTo>
                  <a:pt x="205" y="1228"/>
                </a:lnTo>
                <a:lnTo>
                  <a:pt x="192" y="1182"/>
                </a:lnTo>
                <a:lnTo>
                  <a:pt x="180" y="1142"/>
                </a:lnTo>
                <a:lnTo>
                  <a:pt x="169" y="1106"/>
                </a:lnTo>
                <a:lnTo>
                  <a:pt x="158" y="1075"/>
                </a:lnTo>
                <a:lnTo>
                  <a:pt x="149" y="1050"/>
                </a:lnTo>
                <a:lnTo>
                  <a:pt x="142" y="1029"/>
                </a:lnTo>
                <a:lnTo>
                  <a:pt x="136" y="1015"/>
                </a:lnTo>
                <a:lnTo>
                  <a:pt x="132" y="1006"/>
                </a:lnTo>
                <a:lnTo>
                  <a:pt x="131" y="1004"/>
                </a:lnTo>
                <a:lnTo>
                  <a:pt x="102" y="939"/>
                </a:lnTo>
                <a:lnTo>
                  <a:pt x="77" y="879"/>
                </a:lnTo>
                <a:lnTo>
                  <a:pt x="57" y="822"/>
                </a:lnTo>
                <a:lnTo>
                  <a:pt x="41" y="769"/>
                </a:lnTo>
                <a:lnTo>
                  <a:pt x="29" y="722"/>
                </a:lnTo>
                <a:lnTo>
                  <a:pt x="19" y="678"/>
                </a:lnTo>
                <a:lnTo>
                  <a:pt x="11" y="641"/>
                </a:lnTo>
                <a:lnTo>
                  <a:pt x="6" y="609"/>
                </a:lnTo>
                <a:lnTo>
                  <a:pt x="2" y="584"/>
                </a:lnTo>
                <a:lnTo>
                  <a:pt x="1" y="565"/>
                </a:lnTo>
                <a:lnTo>
                  <a:pt x="0" y="555"/>
                </a:lnTo>
                <a:lnTo>
                  <a:pt x="0" y="550"/>
                </a:lnTo>
                <a:lnTo>
                  <a:pt x="0" y="493"/>
                </a:lnTo>
                <a:lnTo>
                  <a:pt x="4" y="442"/>
                </a:lnTo>
                <a:lnTo>
                  <a:pt x="10" y="393"/>
                </a:lnTo>
                <a:lnTo>
                  <a:pt x="19" y="350"/>
                </a:lnTo>
                <a:lnTo>
                  <a:pt x="30" y="309"/>
                </a:lnTo>
                <a:lnTo>
                  <a:pt x="42" y="273"/>
                </a:lnTo>
                <a:lnTo>
                  <a:pt x="55" y="241"/>
                </a:lnTo>
                <a:lnTo>
                  <a:pt x="69" y="212"/>
                </a:lnTo>
                <a:lnTo>
                  <a:pt x="85" y="186"/>
                </a:lnTo>
                <a:lnTo>
                  <a:pt x="99" y="164"/>
                </a:lnTo>
                <a:lnTo>
                  <a:pt x="113" y="146"/>
                </a:lnTo>
                <a:lnTo>
                  <a:pt x="126" y="130"/>
                </a:lnTo>
                <a:lnTo>
                  <a:pt x="137" y="118"/>
                </a:lnTo>
                <a:lnTo>
                  <a:pt x="147" y="109"/>
                </a:lnTo>
                <a:lnTo>
                  <a:pt x="155" y="102"/>
                </a:lnTo>
                <a:lnTo>
                  <a:pt x="160" y="99"/>
                </a:lnTo>
                <a:lnTo>
                  <a:pt x="161" y="96"/>
                </a:lnTo>
                <a:lnTo>
                  <a:pt x="184" y="71"/>
                </a:lnTo>
                <a:lnTo>
                  <a:pt x="210" y="52"/>
                </a:lnTo>
                <a:lnTo>
                  <a:pt x="238" y="34"/>
                </a:lnTo>
                <a:lnTo>
                  <a:pt x="269" y="22"/>
                </a:lnTo>
                <a:lnTo>
                  <a:pt x="302" y="12"/>
                </a:lnTo>
                <a:lnTo>
                  <a:pt x="336" y="6"/>
                </a:lnTo>
                <a:lnTo>
                  <a:pt x="370" y="1"/>
                </a:lnTo>
                <a:lnTo>
                  <a:pt x="405"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32" name="Google Shape;532;p65"/>
          <p:cNvSpPr/>
          <p:nvPr/>
        </p:nvSpPr>
        <p:spPr>
          <a:xfrm>
            <a:off x="6852574" y="4150045"/>
            <a:ext cx="294587" cy="226252"/>
          </a:xfrm>
          <a:custGeom>
            <a:avLst/>
            <a:gdLst/>
            <a:ahLst/>
            <a:cxnLst/>
            <a:rect l="l" t="t" r="r" b="b"/>
            <a:pathLst>
              <a:path w="3785" h="3876" extrusionOk="0">
                <a:moveTo>
                  <a:pt x="1245" y="0"/>
                </a:moveTo>
                <a:lnTo>
                  <a:pt x="1753" y="4"/>
                </a:lnTo>
                <a:lnTo>
                  <a:pt x="1753" y="56"/>
                </a:lnTo>
                <a:lnTo>
                  <a:pt x="1754" y="114"/>
                </a:lnTo>
                <a:lnTo>
                  <a:pt x="1756" y="174"/>
                </a:lnTo>
                <a:lnTo>
                  <a:pt x="1760" y="238"/>
                </a:lnTo>
                <a:lnTo>
                  <a:pt x="1765" y="302"/>
                </a:lnTo>
                <a:lnTo>
                  <a:pt x="1771" y="367"/>
                </a:lnTo>
                <a:lnTo>
                  <a:pt x="1780" y="433"/>
                </a:lnTo>
                <a:lnTo>
                  <a:pt x="1791" y="494"/>
                </a:lnTo>
                <a:lnTo>
                  <a:pt x="1804" y="556"/>
                </a:lnTo>
                <a:lnTo>
                  <a:pt x="1818" y="614"/>
                </a:lnTo>
                <a:lnTo>
                  <a:pt x="1836" y="669"/>
                </a:lnTo>
                <a:lnTo>
                  <a:pt x="1854" y="718"/>
                </a:lnTo>
                <a:lnTo>
                  <a:pt x="1878" y="760"/>
                </a:lnTo>
                <a:lnTo>
                  <a:pt x="1902" y="796"/>
                </a:lnTo>
                <a:lnTo>
                  <a:pt x="1931" y="825"/>
                </a:lnTo>
                <a:lnTo>
                  <a:pt x="1962" y="844"/>
                </a:lnTo>
                <a:lnTo>
                  <a:pt x="2000" y="856"/>
                </a:lnTo>
                <a:lnTo>
                  <a:pt x="2038" y="858"/>
                </a:lnTo>
                <a:lnTo>
                  <a:pt x="2076" y="851"/>
                </a:lnTo>
                <a:lnTo>
                  <a:pt x="2113" y="838"/>
                </a:lnTo>
                <a:lnTo>
                  <a:pt x="2147" y="822"/>
                </a:lnTo>
                <a:lnTo>
                  <a:pt x="2180" y="802"/>
                </a:lnTo>
                <a:lnTo>
                  <a:pt x="2211" y="782"/>
                </a:lnTo>
                <a:lnTo>
                  <a:pt x="2240" y="764"/>
                </a:lnTo>
                <a:lnTo>
                  <a:pt x="2265" y="747"/>
                </a:lnTo>
                <a:lnTo>
                  <a:pt x="2320" y="722"/>
                </a:lnTo>
                <a:lnTo>
                  <a:pt x="2384" y="696"/>
                </a:lnTo>
                <a:lnTo>
                  <a:pt x="2454" y="673"/>
                </a:lnTo>
                <a:lnTo>
                  <a:pt x="2531" y="653"/>
                </a:lnTo>
                <a:lnTo>
                  <a:pt x="2609" y="640"/>
                </a:lnTo>
                <a:lnTo>
                  <a:pt x="2693" y="633"/>
                </a:lnTo>
                <a:lnTo>
                  <a:pt x="2774" y="636"/>
                </a:lnTo>
                <a:lnTo>
                  <a:pt x="2856" y="649"/>
                </a:lnTo>
                <a:lnTo>
                  <a:pt x="2954" y="674"/>
                </a:lnTo>
                <a:lnTo>
                  <a:pt x="3047" y="709"/>
                </a:lnTo>
                <a:lnTo>
                  <a:pt x="3136" y="751"/>
                </a:lnTo>
                <a:lnTo>
                  <a:pt x="3220" y="800"/>
                </a:lnTo>
                <a:lnTo>
                  <a:pt x="3298" y="856"/>
                </a:lnTo>
                <a:lnTo>
                  <a:pt x="3373" y="918"/>
                </a:lnTo>
                <a:lnTo>
                  <a:pt x="3440" y="985"/>
                </a:lnTo>
                <a:lnTo>
                  <a:pt x="3502" y="1056"/>
                </a:lnTo>
                <a:lnTo>
                  <a:pt x="3556" y="1133"/>
                </a:lnTo>
                <a:lnTo>
                  <a:pt x="3604" y="1213"/>
                </a:lnTo>
                <a:lnTo>
                  <a:pt x="3645" y="1296"/>
                </a:lnTo>
                <a:lnTo>
                  <a:pt x="3678" y="1384"/>
                </a:lnTo>
                <a:lnTo>
                  <a:pt x="3704" y="1473"/>
                </a:lnTo>
                <a:lnTo>
                  <a:pt x="3724" y="1567"/>
                </a:lnTo>
                <a:lnTo>
                  <a:pt x="3744" y="1665"/>
                </a:lnTo>
                <a:lnTo>
                  <a:pt x="3762" y="1769"/>
                </a:lnTo>
                <a:lnTo>
                  <a:pt x="3776" y="1871"/>
                </a:lnTo>
                <a:lnTo>
                  <a:pt x="3784" y="1974"/>
                </a:lnTo>
                <a:lnTo>
                  <a:pt x="3785" y="2078"/>
                </a:lnTo>
                <a:lnTo>
                  <a:pt x="3780" y="2182"/>
                </a:lnTo>
                <a:lnTo>
                  <a:pt x="3771" y="2284"/>
                </a:lnTo>
                <a:lnTo>
                  <a:pt x="3756" y="2380"/>
                </a:lnTo>
                <a:lnTo>
                  <a:pt x="3736" y="2473"/>
                </a:lnTo>
                <a:lnTo>
                  <a:pt x="3713" y="2560"/>
                </a:lnTo>
                <a:lnTo>
                  <a:pt x="3674" y="2671"/>
                </a:lnTo>
                <a:lnTo>
                  <a:pt x="3631" y="2774"/>
                </a:lnTo>
                <a:lnTo>
                  <a:pt x="3582" y="2873"/>
                </a:lnTo>
                <a:lnTo>
                  <a:pt x="3527" y="2964"/>
                </a:lnTo>
                <a:lnTo>
                  <a:pt x="3467" y="3049"/>
                </a:lnTo>
                <a:lnTo>
                  <a:pt x="3404" y="3129"/>
                </a:lnTo>
                <a:lnTo>
                  <a:pt x="3338" y="3204"/>
                </a:lnTo>
                <a:lnTo>
                  <a:pt x="3269" y="3271"/>
                </a:lnTo>
                <a:lnTo>
                  <a:pt x="3198" y="3334"/>
                </a:lnTo>
                <a:lnTo>
                  <a:pt x="3124" y="3393"/>
                </a:lnTo>
                <a:lnTo>
                  <a:pt x="3049" y="3445"/>
                </a:lnTo>
                <a:lnTo>
                  <a:pt x="2974" y="3493"/>
                </a:lnTo>
                <a:lnTo>
                  <a:pt x="2900" y="3536"/>
                </a:lnTo>
                <a:lnTo>
                  <a:pt x="2825" y="3576"/>
                </a:lnTo>
                <a:lnTo>
                  <a:pt x="2751" y="3611"/>
                </a:lnTo>
                <a:lnTo>
                  <a:pt x="2680" y="3640"/>
                </a:lnTo>
                <a:lnTo>
                  <a:pt x="2609" y="3667"/>
                </a:lnTo>
                <a:lnTo>
                  <a:pt x="2542" y="3689"/>
                </a:lnTo>
                <a:lnTo>
                  <a:pt x="2476" y="3709"/>
                </a:lnTo>
                <a:lnTo>
                  <a:pt x="2391" y="3727"/>
                </a:lnTo>
                <a:lnTo>
                  <a:pt x="2300" y="3738"/>
                </a:lnTo>
                <a:lnTo>
                  <a:pt x="2209" y="3742"/>
                </a:lnTo>
                <a:lnTo>
                  <a:pt x="2116" y="3740"/>
                </a:lnTo>
                <a:lnTo>
                  <a:pt x="2025" y="3733"/>
                </a:lnTo>
                <a:lnTo>
                  <a:pt x="1933" y="3720"/>
                </a:lnTo>
                <a:lnTo>
                  <a:pt x="1845" y="3704"/>
                </a:lnTo>
                <a:lnTo>
                  <a:pt x="1760" y="3682"/>
                </a:lnTo>
                <a:lnTo>
                  <a:pt x="1678" y="3660"/>
                </a:lnTo>
                <a:lnTo>
                  <a:pt x="1602" y="3634"/>
                </a:lnTo>
                <a:lnTo>
                  <a:pt x="1533" y="3607"/>
                </a:lnTo>
                <a:lnTo>
                  <a:pt x="1438" y="3565"/>
                </a:lnTo>
                <a:lnTo>
                  <a:pt x="1347" y="3518"/>
                </a:lnTo>
                <a:lnTo>
                  <a:pt x="1262" y="3469"/>
                </a:lnTo>
                <a:lnTo>
                  <a:pt x="1176" y="3416"/>
                </a:lnTo>
                <a:lnTo>
                  <a:pt x="1093" y="3364"/>
                </a:lnTo>
                <a:lnTo>
                  <a:pt x="1005" y="3309"/>
                </a:lnTo>
                <a:lnTo>
                  <a:pt x="913" y="3256"/>
                </a:lnTo>
                <a:lnTo>
                  <a:pt x="898" y="3247"/>
                </a:lnTo>
                <a:lnTo>
                  <a:pt x="880" y="3236"/>
                </a:lnTo>
                <a:lnTo>
                  <a:pt x="862" y="3225"/>
                </a:lnTo>
                <a:lnTo>
                  <a:pt x="842" y="3214"/>
                </a:lnTo>
                <a:lnTo>
                  <a:pt x="820" y="3204"/>
                </a:lnTo>
                <a:lnTo>
                  <a:pt x="798" y="3193"/>
                </a:lnTo>
                <a:lnTo>
                  <a:pt x="776" y="3184"/>
                </a:lnTo>
                <a:lnTo>
                  <a:pt x="753" y="3174"/>
                </a:lnTo>
                <a:lnTo>
                  <a:pt x="729" y="3167"/>
                </a:lnTo>
                <a:lnTo>
                  <a:pt x="705" y="3164"/>
                </a:lnTo>
                <a:lnTo>
                  <a:pt x="682" y="3162"/>
                </a:lnTo>
                <a:lnTo>
                  <a:pt x="658" y="3164"/>
                </a:lnTo>
                <a:lnTo>
                  <a:pt x="636" y="3169"/>
                </a:lnTo>
                <a:lnTo>
                  <a:pt x="613" y="3178"/>
                </a:lnTo>
                <a:lnTo>
                  <a:pt x="591" y="3193"/>
                </a:lnTo>
                <a:lnTo>
                  <a:pt x="571" y="3213"/>
                </a:lnTo>
                <a:lnTo>
                  <a:pt x="553" y="3236"/>
                </a:lnTo>
                <a:lnTo>
                  <a:pt x="534" y="3267"/>
                </a:lnTo>
                <a:lnTo>
                  <a:pt x="518" y="3304"/>
                </a:lnTo>
                <a:lnTo>
                  <a:pt x="504" y="3347"/>
                </a:lnTo>
                <a:lnTo>
                  <a:pt x="491" y="3396"/>
                </a:lnTo>
                <a:lnTo>
                  <a:pt x="482" y="3454"/>
                </a:lnTo>
                <a:lnTo>
                  <a:pt x="473" y="3522"/>
                </a:lnTo>
                <a:lnTo>
                  <a:pt x="467" y="3596"/>
                </a:lnTo>
                <a:lnTo>
                  <a:pt x="465" y="3680"/>
                </a:lnTo>
                <a:lnTo>
                  <a:pt x="465" y="3773"/>
                </a:lnTo>
                <a:lnTo>
                  <a:pt x="469" y="3876"/>
                </a:lnTo>
                <a:lnTo>
                  <a:pt x="382" y="3873"/>
                </a:lnTo>
                <a:lnTo>
                  <a:pt x="291" y="3865"/>
                </a:lnTo>
                <a:lnTo>
                  <a:pt x="200" y="3862"/>
                </a:lnTo>
                <a:lnTo>
                  <a:pt x="107" y="3862"/>
                </a:lnTo>
                <a:lnTo>
                  <a:pt x="16" y="3869"/>
                </a:lnTo>
                <a:lnTo>
                  <a:pt x="16" y="3840"/>
                </a:lnTo>
                <a:lnTo>
                  <a:pt x="11" y="3793"/>
                </a:lnTo>
                <a:lnTo>
                  <a:pt x="5" y="3740"/>
                </a:lnTo>
                <a:lnTo>
                  <a:pt x="2" y="3682"/>
                </a:lnTo>
                <a:lnTo>
                  <a:pt x="0" y="3618"/>
                </a:lnTo>
                <a:lnTo>
                  <a:pt x="0" y="3553"/>
                </a:lnTo>
                <a:lnTo>
                  <a:pt x="4" y="3484"/>
                </a:lnTo>
                <a:lnTo>
                  <a:pt x="9" y="3413"/>
                </a:lnTo>
                <a:lnTo>
                  <a:pt x="16" y="3342"/>
                </a:lnTo>
                <a:lnTo>
                  <a:pt x="29" y="3269"/>
                </a:lnTo>
                <a:lnTo>
                  <a:pt x="44" y="3196"/>
                </a:lnTo>
                <a:lnTo>
                  <a:pt x="64" y="3125"/>
                </a:lnTo>
                <a:lnTo>
                  <a:pt x="85" y="3056"/>
                </a:lnTo>
                <a:lnTo>
                  <a:pt x="113" y="2989"/>
                </a:lnTo>
                <a:lnTo>
                  <a:pt x="145" y="2925"/>
                </a:lnTo>
                <a:lnTo>
                  <a:pt x="182" y="2867"/>
                </a:lnTo>
                <a:lnTo>
                  <a:pt x="224" y="2813"/>
                </a:lnTo>
                <a:lnTo>
                  <a:pt x="271" y="2765"/>
                </a:lnTo>
                <a:lnTo>
                  <a:pt x="324" y="2724"/>
                </a:lnTo>
                <a:lnTo>
                  <a:pt x="382" y="2689"/>
                </a:lnTo>
                <a:lnTo>
                  <a:pt x="429" y="2667"/>
                </a:lnTo>
                <a:lnTo>
                  <a:pt x="474" y="2654"/>
                </a:lnTo>
                <a:lnTo>
                  <a:pt x="516" y="2649"/>
                </a:lnTo>
                <a:lnTo>
                  <a:pt x="556" y="2647"/>
                </a:lnTo>
                <a:lnTo>
                  <a:pt x="594" y="2653"/>
                </a:lnTo>
                <a:lnTo>
                  <a:pt x="633" y="2662"/>
                </a:lnTo>
                <a:lnTo>
                  <a:pt x="673" y="2673"/>
                </a:lnTo>
                <a:lnTo>
                  <a:pt x="714" y="2684"/>
                </a:lnTo>
                <a:lnTo>
                  <a:pt x="758" y="2698"/>
                </a:lnTo>
                <a:lnTo>
                  <a:pt x="805" y="2709"/>
                </a:lnTo>
                <a:lnTo>
                  <a:pt x="856" y="2720"/>
                </a:lnTo>
                <a:lnTo>
                  <a:pt x="971" y="2734"/>
                </a:lnTo>
                <a:lnTo>
                  <a:pt x="1082" y="2738"/>
                </a:lnTo>
                <a:lnTo>
                  <a:pt x="1189" y="2733"/>
                </a:lnTo>
                <a:lnTo>
                  <a:pt x="1291" y="2718"/>
                </a:lnTo>
                <a:lnTo>
                  <a:pt x="1387" y="2694"/>
                </a:lnTo>
                <a:lnTo>
                  <a:pt x="1478" y="2664"/>
                </a:lnTo>
                <a:lnTo>
                  <a:pt x="1562" y="2625"/>
                </a:lnTo>
                <a:lnTo>
                  <a:pt x="1640" y="2580"/>
                </a:lnTo>
                <a:lnTo>
                  <a:pt x="1711" y="2527"/>
                </a:lnTo>
                <a:lnTo>
                  <a:pt x="1773" y="2471"/>
                </a:lnTo>
                <a:lnTo>
                  <a:pt x="1827" y="2409"/>
                </a:lnTo>
                <a:lnTo>
                  <a:pt x="1873" y="2342"/>
                </a:lnTo>
                <a:lnTo>
                  <a:pt x="1909" y="2273"/>
                </a:lnTo>
                <a:lnTo>
                  <a:pt x="1931" y="2213"/>
                </a:lnTo>
                <a:lnTo>
                  <a:pt x="1947" y="2149"/>
                </a:lnTo>
                <a:lnTo>
                  <a:pt x="1962" y="2084"/>
                </a:lnTo>
                <a:lnTo>
                  <a:pt x="1973" y="1993"/>
                </a:lnTo>
                <a:lnTo>
                  <a:pt x="1971" y="1904"/>
                </a:lnTo>
                <a:lnTo>
                  <a:pt x="1962" y="1818"/>
                </a:lnTo>
                <a:lnTo>
                  <a:pt x="1942" y="1736"/>
                </a:lnTo>
                <a:lnTo>
                  <a:pt x="1916" y="1658"/>
                </a:lnTo>
                <a:lnTo>
                  <a:pt x="1884" y="1585"/>
                </a:lnTo>
                <a:lnTo>
                  <a:pt x="1845" y="1518"/>
                </a:lnTo>
                <a:lnTo>
                  <a:pt x="1804" y="1458"/>
                </a:lnTo>
                <a:lnTo>
                  <a:pt x="1760" y="1404"/>
                </a:lnTo>
                <a:lnTo>
                  <a:pt x="1714" y="1356"/>
                </a:lnTo>
                <a:lnTo>
                  <a:pt x="1669" y="1316"/>
                </a:lnTo>
                <a:lnTo>
                  <a:pt x="1618" y="1278"/>
                </a:lnTo>
                <a:lnTo>
                  <a:pt x="1564" y="1238"/>
                </a:lnTo>
                <a:lnTo>
                  <a:pt x="1513" y="1198"/>
                </a:lnTo>
                <a:lnTo>
                  <a:pt x="1464" y="1156"/>
                </a:lnTo>
                <a:lnTo>
                  <a:pt x="1422" y="1107"/>
                </a:lnTo>
                <a:lnTo>
                  <a:pt x="1387" y="1056"/>
                </a:lnTo>
                <a:lnTo>
                  <a:pt x="1358" y="1000"/>
                </a:lnTo>
                <a:lnTo>
                  <a:pt x="1334" y="938"/>
                </a:lnTo>
                <a:lnTo>
                  <a:pt x="1316" y="874"/>
                </a:lnTo>
                <a:lnTo>
                  <a:pt x="1300" y="807"/>
                </a:lnTo>
                <a:lnTo>
                  <a:pt x="1285" y="736"/>
                </a:lnTo>
                <a:lnTo>
                  <a:pt x="1273" y="664"/>
                </a:lnTo>
                <a:lnTo>
                  <a:pt x="1262" y="589"/>
                </a:lnTo>
                <a:lnTo>
                  <a:pt x="1260" y="585"/>
                </a:lnTo>
                <a:lnTo>
                  <a:pt x="1258" y="574"/>
                </a:lnTo>
                <a:lnTo>
                  <a:pt x="1256" y="553"/>
                </a:lnTo>
                <a:lnTo>
                  <a:pt x="1253" y="522"/>
                </a:lnTo>
                <a:lnTo>
                  <a:pt x="1251" y="485"/>
                </a:lnTo>
                <a:lnTo>
                  <a:pt x="1247" y="442"/>
                </a:lnTo>
                <a:lnTo>
                  <a:pt x="1244" y="394"/>
                </a:lnTo>
                <a:lnTo>
                  <a:pt x="1240" y="345"/>
                </a:lnTo>
                <a:lnTo>
                  <a:pt x="1236" y="293"/>
                </a:lnTo>
                <a:lnTo>
                  <a:pt x="1234" y="238"/>
                </a:lnTo>
                <a:lnTo>
                  <a:pt x="1234" y="185"/>
                </a:lnTo>
                <a:lnTo>
                  <a:pt x="1234" y="134"/>
                </a:lnTo>
                <a:lnTo>
                  <a:pt x="1236" y="85"/>
                </a:lnTo>
                <a:lnTo>
                  <a:pt x="1240" y="40"/>
                </a:lnTo>
                <a:lnTo>
                  <a:pt x="1245"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33" name="Google Shape;533;p65"/>
          <p:cNvSpPr/>
          <p:nvPr/>
        </p:nvSpPr>
        <p:spPr>
          <a:xfrm>
            <a:off x="9552109" y="2335618"/>
            <a:ext cx="259008" cy="198022"/>
          </a:xfrm>
          <a:custGeom>
            <a:avLst/>
            <a:gdLst/>
            <a:ahLst/>
            <a:cxnLst/>
            <a:rect l="l" t="t" r="r" b="b"/>
            <a:pathLst>
              <a:path w="3984740" h="3960440" extrusionOk="0">
                <a:moveTo>
                  <a:pt x="3524979" y="3362640"/>
                </a:moveTo>
                <a:cubicBezTo>
                  <a:pt x="3498469" y="3362640"/>
                  <a:pt x="3476978" y="3384131"/>
                  <a:pt x="3476978" y="3410641"/>
                </a:cubicBezTo>
                <a:lnTo>
                  <a:pt x="3476978" y="3602639"/>
                </a:lnTo>
                <a:cubicBezTo>
                  <a:pt x="3476978" y="3629149"/>
                  <a:pt x="3498469" y="3650640"/>
                  <a:pt x="3524979" y="3650640"/>
                </a:cubicBezTo>
                <a:lnTo>
                  <a:pt x="3716977" y="3650640"/>
                </a:lnTo>
                <a:cubicBezTo>
                  <a:pt x="3743487" y="3650640"/>
                  <a:pt x="3764978" y="3629149"/>
                  <a:pt x="3764978" y="3602639"/>
                </a:cubicBezTo>
                <a:lnTo>
                  <a:pt x="3764978" y="3410641"/>
                </a:lnTo>
                <a:cubicBezTo>
                  <a:pt x="3764978" y="3384131"/>
                  <a:pt x="3743487" y="3362640"/>
                  <a:pt x="3716977" y="3362640"/>
                </a:cubicBezTo>
                <a:close/>
                <a:moveTo>
                  <a:pt x="650690" y="3362640"/>
                </a:moveTo>
                <a:cubicBezTo>
                  <a:pt x="624180" y="3362640"/>
                  <a:pt x="602689" y="3384131"/>
                  <a:pt x="602689" y="3410641"/>
                </a:cubicBezTo>
                <a:lnTo>
                  <a:pt x="602689" y="3602639"/>
                </a:lnTo>
                <a:cubicBezTo>
                  <a:pt x="602689" y="3629149"/>
                  <a:pt x="624180" y="3650640"/>
                  <a:pt x="650690" y="3650640"/>
                </a:cubicBezTo>
                <a:lnTo>
                  <a:pt x="842688" y="3650640"/>
                </a:lnTo>
                <a:cubicBezTo>
                  <a:pt x="869198" y="3650640"/>
                  <a:pt x="890689" y="3629149"/>
                  <a:pt x="890689" y="3602639"/>
                </a:cubicBezTo>
                <a:lnTo>
                  <a:pt x="890689" y="3410641"/>
                </a:lnTo>
                <a:cubicBezTo>
                  <a:pt x="890689" y="3384131"/>
                  <a:pt x="869198" y="3362640"/>
                  <a:pt x="842688" y="3362640"/>
                </a:cubicBezTo>
                <a:close/>
                <a:moveTo>
                  <a:pt x="3086046" y="3362639"/>
                </a:moveTo>
                <a:cubicBezTo>
                  <a:pt x="3059536" y="3362639"/>
                  <a:pt x="3038045" y="3384130"/>
                  <a:pt x="3038045" y="3410640"/>
                </a:cubicBezTo>
                <a:lnTo>
                  <a:pt x="3038045" y="3602638"/>
                </a:lnTo>
                <a:cubicBezTo>
                  <a:pt x="3038045" y="3629148"/>
                  <a:pt x="3059536" y="3650639"/>
                  <a:pt x="3086046" y="3650639"/>
                </a:cubicBezTo>
                <a:lnTo>
                  <a:pt x="3278044" y="3650639"/>
                </a:lnTo>
                <a:cubicBezTo>
                  <a:pt x="3304554" y="3650639"/>
                  <a:pt x="3326045" y="3629148"/>
                  <a:pt x="3326045" y="3602638"/>
                </a:cubicBezTo>
                <a:lnTo>
                  <a:pt x="3326045" y="3410640"/>
                </a:lnTo>
                <a:cubicBezTo>
                  <a:pt x="3326045" y="3384130"/>
                  <a:pt x="3304554" y="3362639"/>
                  <a:pt x="3278044" y="3362639"/>
                </a:cubicBezTo>
                <a:close/>
                <a:moveTo>
                  <a:pt x="211757" y="3362639"/>
                </a:moveTo>
                <a:cubicBezTo>
                  <a:pt x="185247" y="3362639"/>
                  <a:pt x="163756" y="3384130"/>
                  <a:pt x="163756" y="3410640"/>
                </a:cubicBezTo>
                <a:lnTo>
                  <a:pt x="163756" y="3602638"/>
                </a:lnTo>
                <a:cubicBezTo>
                  <a:pt x="163756" y="3629148"/>
                  <a:pt x="185247" y="3650639"/>
                  <a:pt x="211757" y="3650639"/>
                </a:cubicBezTo>
                <a:lnTo>
                  <a:pt x="403755" y="3650639"/>
                </a:lnTo>
                <a:cubicBezTo>
                  <a:pt x="430265" y="3650639"/>
                  <a:pt x="451756" y="3629148"/>
                  <a:pt x="451756" y="3602638"/>
                </a:cubicBezTo>
                <a:lnTo>
                  <a:pt x="451756" y="3410640"/>
                </a:lnTo>
                <a:cubicBezTo>
                  <a:pt x="451756" y="3384130"/>
                  <a:pt x="430265" y="3362639"/>
                  <a:pt x="403755" y="3362639"/>
                </a:cubicBezTo>
                <a:close/>
                <a:moveTo>
                  <a:pt x="1716487" y="2922775"/>
                </a:moveTo>
                <a:lnTo>
                  <a:pt x="1716487" y="3786871"/>
                </a:lnTo>
                <a:lnTo>
                  <a:pt x="2220543" y="3786871"/>
                </a:lnTo>
                <a:lnTo>
                  <a:pt x="2220543" y="2922775"/>
                </a:lnTo>
                <a:close/>
                <a:moveTo>
                  <a:pt x="3524979" y="2889857"/>
                </a:moveTo>
                <a:cubicBezTo>
                  <a:pt x="3498469" y="2889857"/>
                  <a:pt x="3476978" y="2911348"/>
                  <a:pt x="3476978" y="2937858"/>
                </a:cubicBezTo>
                <a:lnTo>
                  <a:pt x="3476978" y="3129856"/>
                </a:lnTo>
                <a:cubicBezTo>
                  <a:pt x="3476978" y="3156366"/>
                  <a:pt x="3498469" y="3177857"/>
                  <a:pt x="3524979" y="3177857"/>
                </a:cubicBezTo>
                <a:lnTo>
                  <a:pt x="3716977" y="3177857"/>
                </a:lnTo>
                <a:cubicBezTo>
                  <a:pt x="3743487" y="3177857"/>
                  <a:pt x="3764978" y="3156366"/>
                  <a:pt x="3764978" y="3129856"/>
                </a:cubicBezTo>
                <a:lnTo>
                  <a:pt x="3764978" y="2937858"/>
                </a:lnTo>
                <a:cubicBezTo>
                  <a:pt x="3764978" y="2911348"/>
                  <a:pt x="3743487" y="2889857"/>
                  <a:pt x="3716977" y="2889857"/>
                </a:cubicBezTo>
                <a:close/>
                <a:moveTo>
                  <a:pt x="650690" y="2889857"/>
                </a:moveTo>
                <a:cubicBezTo>
                  <a:pt x="624180" y="2889857"/>
                  <a:pt x="602689" y="2911348"/>
                  <a:pt x="602689" y="2937858"/>
                </a:cubicBezTo>
                <a:lnTo>
                  <a:pt x="602689" y="3129856"/>
                </a:lnTo>
                <a:cubicBezTo>
                  <a:pt x="602689" y="3156366"/>
                  <a:pt x="624180" y="3177857"/>
                  <a:pt x="650690" y="3177857"/>
                </a:cubicBezTo>
                <a:lnTo>
                  <a:pt x="842688" y="3177857"/>
                </a:lnTo>
                <a:cubicBezTo>
                  <a:pt x="869198" y="3177857"/>
                  <a:pt x="890689" y="3156366"/>
                  <a:pt x="890689" y="3129856"/>
                </a:cubicBezTo>
                <a:lnTo>
                  <a:pt x="890689" y="2937858"/>
                </a:lnTo>
                <a:cubicBezTo>
                  <a:pt x="890689" y="2911348"/>
                  <a:pt x="869198" y="2889857"/>
                  <a:pt x="842688" y="2889857"/>
                </a:cubicBezTo>
                <a:close/>
                <a:moveTo>
                  <a:pt x="3086046" y="2889856"/>
                </a:moveTo>
                <a:cubicBezTo>
                  <a:pt x="3059536" y="2889856"/>
                  <a:pt x="3038045" y="2911347"/>
                  <a:pt x="3038045" y="2937857"/>
                </a:cubicBezTo>
                <a:lnTo>
                  <a:pt x="3038045" y="3129855"/>
                </a:lnTo>
                <a:cubicBezTo>
                  <a:pt x="3038045" y="3156365"/>
                  <a:pt x="3059536" y="3177856"/>
                  <a:pt x="3086046" y="3177856"/>
                </a:cubicBezTo>
                <a:lnTo>
                  <a:pt x="3278044" y="3177856"/>
                </a:lnTo>
                <a:cubicBezTo>
                  <a:pt x="3304554" y="3177856"/>
                  <a:pt x="3326045" y="3156365"/>
                  <a:pt x="3326045" y="3129855"/>
                </a:cubicBezTo>
                <a:lnTo>
                  <a:pt x="3326045" y="2937857"/>
                </a:lnTo>
                <a:cubicBezTo>
                  <a:pt x="3326045" y="2911347"/>
                  <a:pt x="3304554" y="2889856"/>
                  <a:pt x="3278044" y="2889856"/>
                </a:cubicBezTo>
                <a:close/>
                <a:moveTo>
                  <a:pt x="211757" y="2889856"/>
                </a:moveTo>
                <a:cubicBezTo>
                  <a:pt x="185247" y="2889856"/>
                  <a:pt x="163756" y="2911347"/>
                  <a:pt x="163756" y="2937857"/>
                </a:cubicBezTo>
                <a:lnTo>
                  <a:pt x="163756" y="3129855"/>
                </a:lnTo>
                <a:cubicBezTo>
                  <a:pt x="163756" y="3156365"/>
                  <a:pt x="185247" y="3177856"/>
                  <a:pt x="211757" y="3177856"/>
                </a:cubicBezTo>
                <a:lnTo>
                  <a:pt x="403755" y="3177856"/>
                </a:lnTo>
                <a:cubicBezTo>
                  <a:pt x="430265" y="3177856"/>
                  <a:pt x="451756" y="3156365"/>
                  <a:pt x="451756" y="3129855"/>
                </a:cubicBezTo>
                <a:lnTo>
                  <a:pt x="451756" y="2937857"/>
                </a:lnTo>
                <a:cubicBezTo>
                  <a:pt x="451756" y="2911347"/>
                  <a:pt x="430265" y="2889856"/>
                  <a:pt x="403755" y="2889856"/>
                </a:cubicBezTo>
                <a:close/>
                <a:moveTo>
                  <a:pt x="3524979" y="2417074"/>
                </a:moveTo>
                <a:cubicBezTo>
                  <a:pt x="3498469" y="2417074"/>
                  <a:pt x="3476978" y="2438565"/>
                  <a:pt x="3476978" y="2465075"/>
                </a:cubicBezTo>
                <a:lnTo>
                  <a:pt x="3476978" y="2657073"/>
                </a:lnTo>
                <a:cubicBezTo>
                  <a:pt x="3476978" y="2683583"/>
                  <a:pt x="3498469" y="2705074"/>
                  <a:pt x="3524979" y="2705074"/>
                </a:cubicBezTo>
                <a:lnTo>
                  <a:pt x="3716977" y="2705074"/>
                </a:lnTo>
                <a:cubicBezTo>
                  <a:pt x="3743487" y="2705074"/>
                  <a:pt x="3764978" y="2683583"/>
                  <a:pt x="3764978" y="2657073"/>
                </a:cubicBezTo>
                <a:lnTo>
                  <a:pt x="3764978" y="2465075"/>
                </a:lnTo>
                <a:cubicBezTo>
                  <a:pt x="3764978" y="2438565"/>
                  <a:pt x="3743487" y="2417074"/>
                  <a:pt x="3716977" y="2417074"/>
                </a:cubicBezTo>
                <a:close/>
                <a:moveTo>
                  <a:pt x="650690" y="2417074"/>
                </a:moveTo>
                <a:cubicBezTo>
                  <a:pt x="624180" y="2417074"/>
                  <a:pt x="602689" y="2438565"/>
                  <a:pt x="602689" y="2465075"/>
                </a:cubicBezTo>
                <a:lnTo>
                  <a:pt x="602689" y="2657073"/>
                </a:lnTo>
                <a:cubicBezTo>
                  <a:pt x="602689" y="2683583"/>
                  <a:pt x="624180" y="2705074"/>
                  <a:pt x="650690" y="2705074"/>
                </a:cubicBezTo>
                <a:lnTo>
                  <a:pt x="842688" y="2705074"/>
                </a:lnTo>
                <a:cubicBezTo>
                  <a:pt x="869198" y="2705074"/>
                  <a:pt x="890689" y="2683583"/>
                  <a:pt x="890689" y="2657073"/>
                </a:cubicBezTo>
                <a:lnTo>
                  <a:pt x="890689" y="2465075"/>
                </a:lnTo>
                <a:cubicBezTo>
                  <a:pt x="890689" y="2438565"/>
                  <a:pt x="869198" y="2417074"/>
                  <a:pt x="842688" y="2417074"/>
                </a:cubicBezTo>
                <a:close/>
                <a:moveTo>
                  <a:pt x="3086046" y="2417073"/>
                </a:moveTo>
                <a:cubicBezTo>
                  <a:pt x="3059536" y="2417073"/>
                  <a:pt x="3038045" y="2438564"/>
                  <a:pt x="3038045" y="2465074"/>
                </a:cubicBezTo>
                <a:lnTo>
                  <a:pt x="3038045" y="2657072"/>
                </a:lnTo>
                <a:cubicBezTo>
                  <a:pt x="3038045" y="2683582"/>
                  <a:pt x="3059536" y="2705073"/>
                  <a:pt x="3086046" y="2705073"/>
                </a:cubicBezTo>
                <a:lnTo>
                  <a:pt x="3278044" y="2705073"/>
                </a:lnTo>
                <a:cubicBezTo>
                  <a:pt x="3304554" y="2705073"/>
                  <a:pt x="3326045" y="2683582"/>
                  <a:pt x="3326045" y="2657072"/>
                </a:cubicBezTo>
                <a:lnTo>
                  <a:pt x="3326045" y="2465074"/>
                </a:lnTo>
                <a:cubicBezTo>
                  <a:pt x="3326045" y="2438564"/>
                  <a:pt x="3304554" y="2417073"/>
                  <a:pt x="3278044" y="2417073"/>
                </a:cubicBezTo>
                <a:close/>
                <a:moveTo>
                  <a:pt x="211757" y="2417073"/>
                </a:moveTo>
                <a:cubicBezTo>
                  <a:pt x="185247" y="2417073"/>
                  <a:pt x="163756" y="2438564"/>
                  <a:pt x="163756" y="2465074"/>
                </a:cubicBezTo>
                <a:lnTo>
                  <a:pt x="163756" y="2657072"/>
                </a:lnTo>
                <a:cubicBezTo>
                  <a:pt x="163756" y="2683582"/>
                  <a:pt x="185247" y="2705073"/>
                  <a:pt x="211757" y="2705073"/>
                </a:cubicBezTo>
                <a:lnTo>
                  <a:pt x="403755" y="2705073"/>
                </a:lnTo>
                <a:cubicBezTo>
                  <a:pt x="430265" y="2705073"/>
                  <a:pt x="451756" y="2683582"/>
                  <a:pt x="451756" y="2657072"/>
                </a:cubicBezTo>
                <a:lnTo>
                  <a:pt x="451756" y="2465074"/>
                </a:lnTo>
                <a:cubicBezTo>
                  <a:pt x="451756" y="2438564"/>
                  <a:pt x="430265" y="2417073"/>
                  <a:pt x="403755" y="2417073"/>
                </a:cubicBezTo>
                <a:close/>
                <a:moveTo>
                  <a:pt x="1872516" y="2415464"/>
                </a:moveTo>
                <a:cubicBezTo>
                  <a:pt x="1846006" y="2415464"/>
                  <a:pt x="1824515" y="2436955"/>
                  <a:pt x="1824515" y="2463465"/>
                </a:cubicBezTo>
                <a:lnTo>
                  <a:pt x="1824515" y="2655463"/>
                </a:lnTo>
                <a:cubicBezTo>
                  <a:pt x="1824515" y="2681973"/>
                  <a:pt x="1846006" y="2703464"/>
                  <a:pt x="1872516" y="2703464"/>
                </a:cubicBezTo>
                <a:lnTo>
                  <a:pt x="2064514" y="2703464"/>
                </a:lnTo>
                <a:cubicBezTo>
                  <a:pt x="2091024" y="2703464"/>
                  <a:pt x="2112515" y="2681973"/>
                  <a:pt x="2112515" y="2655463"/>
                </a:cubicBezTo>
                <a:lnTo>
                  <a:pt x="2112515" y="2463465"/>
                </a:lnTo>
                <a:cubicBezTo>
                  <a:pt x="2112515" y="2436955"/>
                  <a:pt x="2091024" y="2415464"/>
                  <a:pt x="2064514" y="2415464"/>
                </a:cubicBezTo>
                <a:close/>
                <a:moveTo>
                  <a:pt x="2324630" y="2415463"/>
                </a:moveTo>
                <a:cubicBezTo>
                  <a:pt x="2298120" y="2415463"/>
                  <a:pt x="2276629" y="2436954"/>
                  <a:pt x="2276629" y="2463464"/>
                </a:cubicBezTo>
                <a:lnTo>
                  <a:pt x="2276629" y="2655462"/>
                </a:lnTo>
                <a:cubicBezTo>
                  <a:pt x="2276629" y="2681972"/>
                  <a:pt x="2298120" y="2703463"/>
                  <a:pt x="2324630" y="2703463"/>
                </a:cubicBezTo>
                <a:lnTo>
                  <a:pt x="2516628" y="2703463"/>
                </a:lnTo>
                <a:cubicBezTo>
                  <a:pt x="2543138" y="2703463"/>
                  <a:pt x="2564629" y="2681972"/>
                  <a:pt x="2564629" y="2655462"/>
                </a:cubicBezTo>
                <a:lnTo>
                  <a:pt x="2564629" y="2463464"/>
                </a:lnTo>
                <a:cubicBezTo>
                  <a:pt x="2564629" y="2436954"/>
                  <a:pt x="2543138" y="2415463"/>
                  <a:pt x="2516628" y="2415463"/>
                </a:cubicBezTo>
                <a:close/>
                <a:moveTo>
                  <a:pt x="1433583" y="2415463"/>
                </a:moveTo>
                <a:cubicBezTo>
                  <a:pt x="1407073" y="2415463"/>
                  <a:pt x="1385582" y="2436954"/>
                  <a:pt x="1385582" y="2463464"/>
                </a:cubicBezTo>
                <a:lnTo>
                  <a:pt x="1385582" y="2655462"/>
                </a:lnTo>
                <a:cubicBezTo>
                  <a:pt x="1385582" y="2681972"/>
                  <a:pt x="1407073" y="2703463"/>
                  <a:pt x="1433583" y="2703463"/>
                </a:cubicBezTo>
                <a:lnTo>
                  <a:pt x="1625581" y="2703463"/>
                </a:lnTo>
                <a:cubicBezTo>
                  <a:pt x="1652091" y="2703463"/>
                  <a:pt x="1673582" y="2681972"/>
                  <a:pt x="1673582" y="2655462"/>
                </a:cubicBezTo>
                <a:lnTo>
                  <a:pt x="1673582" y="2463464"/>
                </a:lnTo>
                <a:cubicBezTo>
                  <a:pt x="1673582" y="2436954"/>
                  <a:pt x="1652091" y="2415463"/>
                  <a:pt x="1625581" y="2415463"/>
                </a:cubicBezTo>
                <a:close/>
                <a:moveTo>
                  <a:pt x="3524979" y="1944291"/>
                </a:moveTo>
                <a:cubicBezTo>
                  <a:pt x="3498469" y="1944291"/>
                  <a:pt x="3476978" y="1965782"/>
                  <a:pt x="3476978" y="1992292"/>
                </a:cubicBezTo>
                <a:lnTo>
                  <a:pt x="3476978" y="2184290"/>
                </a:lnTo>
                <a:cubicBezTo>
                  <a:pt x="3476978" y="2210800"/>
                  <a:pt x="3498469" y="2232291"/>
                  <a:pt x="3524979" y="2232291"/>
                </a:cubicBezTo>
                <a:lnTo>
                  <a:pt x="3716977" y="2232291"/>
                </a:lnTo>
                <a:cubicBezTo>
                  <a:pt x="3743487" y="2232291"/>
                  <a:pt x="3764978" y="2210800"/>
                  <a:pt x="3764978" y="2184290"/>
                </a:cubicBezTo>
                <a:lnTo>
                  <a:pt x="3764978" y="1992292"/>
                </a:lnTo>
                <a:cubicBezTo>
                  <a:pt x="3764978" y="1965782"/>
                  <a:pt x="3743487" y="1944291"/>
                  <a:pt x="3716977" y="1944291"/>
                </a:cubicBezTo>
                <a:close/>
                <a:moveTo>
                  <a:pt x="650690" y="1944291"/>
                </a:moveTo>
                <a:cubicBezTo>
                  <a:pt x="624180" y="1944291"/>
                  <a:pt x="602689" y="1965782"/>
                  <a:pt x="602689" y="1992292"/>
                </a:cubicBezTo>
                <a:lnTo>
                  <a:pt x="602689" y="2184290"/>
                </a:lnTo>
                <a:cubicBezTo>
                  <a:pt x="602689" y="2210800"/>
                  <a:pt x="624180" y="2232291"/>
                  <a:pt x="650690" y="2232291"/>
                </a:cubicBezTo>
                <a:lnTo>
                  <a:pt x="842688" y="2232291"/>
                </a:lnTo>
                <a:cubicBezTo>
                  <a:pt x="869198" y="2232291"/>
                  <a:pt x="890689" y="2210800"/>
                  <a:pt x="890689" y="2184290"/>
                </a:cubicBezTo>
                <a:lnTo>
                  <a:pt x="890689" y="1992292"/>
                </a:lnTo>
                <a:cubicBezTo>
                  <a:pt x="890689" y="1965782"/>
                  <a:pt x="869198" y="1944291"/>
                  <a:pt x="842688" y="1944291"/>
                </a:cubicBezTo>
                <a:close/>
                <a:moveTo>
                  <a:pt x="3086046" y="1944290"/>
                </a:moveTo>
                <a:cubicBezTo>
                  <a:pt x="3059536" y="1944290"/>
                  <a:pt x="3038045" y="1965781"/>
                  <a:pt x="3038045" y="1992291"/>
                </a:cubicBezTo>
                <a:lnTo>
                  <a:pt x="3038045" y="2184289"/>
                </a:lnTo>
                <a:cubicBezTo>
                  <a:pt x="3038045" y="2210799"/>
                  <a:pt x="3059536" y="2232290"/>
                  <a:pt x="3086046" y="2232290"/>
                </a:cubicBezTo>
                <a:lnTo>
                  <a:pt x="3278044" y="2232290"/>
                </a:lnTo>
                <a:cubicBezTo>
                  <a:pt x="3304554" y="2232290"/>
                  <a:pt x="3326045" y="2210799"/>
                  <a:pt x="3326045" y="2184289"/>
                </a:cubicBezTo>
                <a:lnTo>
                  <a:pt x="3326045" y="1992291"/>
                </a:lnTo>
                <a:cubicBezTo>
                  <a:pt x="3326045" y="1965781"/>
                  <a:pt x="3304554" y="1944290"/>
                  <a:pt x="3278044" y="1944290"/>
                </a:cubicBezTo>
                <a:close/>
                <a:moveTo>
                  <a:pt x="211757" y="1944290"/>
                </a:moveTo>
                <a:cubicBezTo>
                  <a:pt x="185247" y="1944290"/>
                  <a:pt x="163756" y="1965781"/>
                  <a:pt x="163756" y="1992291"/>
                </a:cubicBezTo>
                <a:lnTo>
                  <a:pt x="163756" y="2184289"/>
                </a:lnTo>
                <a:cubicBezTo>
                  <a:pt x="163756" y="2210799"/>
                  <a:pt x="185247" y="2232290"/>
                  <a:pt x="211757" y="2232290"/>
                </a:cubicBezTo>
                <a:lnTo>
                  <a:pt x="403755" y="2232290"/>
                </a:lnTo>
                <a:cubicBezTo>
                  <a:pt x="430265" y="2232290"/>
                  <a:pt x="451756" y="2210799"/>
                  <a:pt x="451756" y="2184289"/>
                </a:cubicBezTo>
                <a:lnTo>
                  <a:pt x="451756" y="1992291"/>
                </a:lnTo>
                <a:cubicBezTo>
                  <a:pt x="451756" y="1965781"/>
                  <a:pt x="430265" y="1944290"/>
                  <a:pt x="403755" y="1944290"/>
                </a:cubicBezTo>
                <a:close/>
                <a:moveTo>
                  <a:pt x="1872516" y="1944289"/>
                </a:moveTo>
                <a:cubicBezTo>
                  <a:pt x="1846006" y="1944289"/>
                  <a:pt x="1824515" y="1965780"/>
                  <a:pt x="1824515" y="1992290"/>
                </a:cubicBezTo>
                <a:lnTo>
                  <a:pt x="1824515" y="2184288"/>
                </a:lnTo>
                <a:cubicBezTo>
                  <a:pt x="1824515" y="2210798"/>
                  <a:pt x="1846006" y="2232289"/>
                  <a:pt x="1872516" y="2232289"/>
                </a:cubicBezTo>
                <a:lnTo>
                  <a:pt x="2064514" y="2232289"/>
                </a:lnTo>
                <a:cubicBezTo>
                  <a:pt x="2091024" y="2232289"/>
                  <a:pt x="2112515" y="2210798"/>
                  <a:pt x="2112515" y="2184288"/>
                </a:cubicBezTo>
                <a:lnTo>
                  <a:pt x="2112515" y="1992290"/>
                </a:lnTo>
                <a:cubicBezTo>
                  <a:pt x="2112515" y="1965780"/>
                  <a:pt x="2091024" y="1944289"/>
                  <a:pt x="2064514" y="1944289"/>
                </a:cubicBezTo>
                <a:close/>
                <a:moveTo>
                  <a:pt x="2324630" y="1944288"/>
                </a:moveTo>
                <a:cubicBezTo>
                  <a:pt x="2298120" y="1944288"/>
                  <a:pt x="2276629" y="1965779"/>
                  <a:pt x="2276629" y="1992289"/>
                </a:cubicBezTo>
                <a:lnTo>
                  <a:pt x="2276629" y="2184287"/>
                </a:lnTo>
                <a:cubicBezTo>
                  <a:pt x="2276629" y="2210797"/>
                  <a:pt x="2298120" y="2232288"/>
                  <a:pt x="2324630" y="2232288"/>
                </a:cubicBezTo>
                <a:lnTo>
                  <a:pt x="2516628" y="2232288"/>
                </a:lnTo>
                <a:cubicBezTo>
                  <a:pt x="2543138" y="2232288"/>
                  <a:pt x="2564629" y="2210797"/>
                  <a:pt x="2564629" y="2184287"/>
                </a:cubicBezTo>
                <a:lnTo>
                  <a:pt x="2564629" y="1992289"/>
                </a:lnTo>
                <a:cubicBezTo>
                  <a:pt x="2564629" y="1965779"/>
                  <a:pt x="2543138" y="1944288"/>
                  <a:pt x="2516628" y="1944288"/>
                </a:cubicBezTo>
                <a:close/>
                <a:moveTo>
                  <a:pt x="1433583" y="1944288"/>
                </a:moveTo>
                <a:cubicBezTo>
                  <a:pt x="1407073" y="1944288"/>
                  <a:pt x="1385582" y="1965779"/>
                  <a:pt x="1385582" y="1992289"/>
                </a:cubicBezTo>
                <a:lnTo>
                  <a:pt x="1385582" y="2184287"/>
                </a:lnTo>
                <a:cubicBezTo>
                  <a:pt x="1385582" y="2210797"/>
                  <a:pt x="1407073" y="2232288"/>
                  <a:pt x="1433583" y="2232288"/>
                </a:cubicBezTo>
                <a:lnTo>
                  <a:pt x="1625581" y="2232288"/>
                </a:lnTo>
                <a:cubicBezTo>
                  <a:pt x="1652091" y="2232288"/>
                  <a:pt x="1673582" y="2210797"/>
                  <a:pt x="1673582" y="2184287"/>
                </a:cubicBezTo>
                <a:lnTo>
                  <a:pt x="1673582" y="1992289"/>
                </a:lnTo>
                <a:cubicBezTo>
                  <a:pt x="1673582" y="1965779"/>
                  <a:pt x="1652091" y="1944288"/>
                  <a:pt x="1625581" y="1944288"/>
                </a:cubicBezTo>
                <a:close/>
                <a:moveTo>
                  <a:pt x="3524979" y="1471508"/>
                </a:moveTo>
                <a:cubicBezTo>
                  <a:pt x="3498469" y="1471508"/>
                  <a:pt x="3476978" y="1492999"/>
                  <a:pt x="3476978" y="1519509"/>
                </a:cubicBezTo>
                <a:lnTo>
                  <a:pt x="3476978" y="1711507"/>
                </a:lnTo>
                <a:cubicBezTo>
                  <a:pt x="3476978" y="1738017"/>
                  <a:pt x="3498469" y="1759508"/>
                  <a:pt x="3524979" y="1759508"/>
                </a:cubicBezTo>
                <a:lnTo>
                  <a:pt x="3716977" y="1759508"/>
                </a:lnTo>
                <a:cubicBezTo>
                  <a:pt x="3743487" y="1759508"/>
                  <a:pt x="3764978" y="1738017"/>
                  <a:pt x="3764978" y="1711507"/>
                </a:cubicBezTo>
                <a:lnTo>
                  <a:pt x="3764978" y="1519509"/>
                </a:lnTo>
                <a:cubicBezTo>
                  <a:pt x="3764978" y="1492999"/>
                  <a:pt x="3743487" y="1471508"/>
                  <a:pt x="3716977" y="1471508"/>
                </a:cubicBezTo>
                <a:close/>
                <a:moveTo>
                  <a:pt x="650690" y="1471508"/>
                </a:moveTo>
                <a:cubicBezTo>
                  <a:pt x="624180" y="1471508"/>
                  <a:pt x="602689" y="1492999"/>
                  <a:pt x="602689" y="1519509"/>
                </a:cubicBezTo>
                <a:lnTo>
                  <a:pt x="602689" y="1711507"/>
                </a:lnTo>
                <a:cubicBezTo>
                  <a:pt x="602689" y="1738017"/>
                  <a:pt x="624180" y="1759508"/>
                  <a:pt x="650690" y="1759508"/>
                </a:cubicBezTo>
                <a:lnTo>
                  <a:pt x="842688" y="1759508"/>
                </a:lnTo>
                <a:cubicBezTo>
                  <a:pt x="869198" y="1759508"/>
                  <a:pt x="890689" y="1738017"/>
                  <a:pt x="890689" y="1711507"/>
                </a:cubicBezTo>
                <a:lnTo>
                  <a:pt x="890689" y="1519509"/>
                </a:lnTo>
                <a:cubicBezTo>
                  <a:pt x="890689" y="1492999"/>
                  <a:pt x="869198" y="1471508"/>
                  <a:pt x="842688" y="1471508"/>
                </a:cubicBezTo>
                <a:close/>
                <a:moveTo>
                  <a:pt x="3086046" y="1471507"/>
                </a:moveTo>
                <a:cubicBezTo>
                  <a:pt x="3059536" y="1471507"/>
                  <a:pt x="3038045" y="1492998"/>
                  <a:pt x="3038045" y="1519508"/>
                </a:cubicBezTo>
                <a:lnTo>
                  <a:pt x="3038045" y="1711506"/>
                </a:lnTo>
                <a:cubicBezTo>
                  <a:pt x="3038045" y="1738016"/>
                  <a:pt x="3059536" y="1759507"/>
                  <a:pt x="3086046" y="1759507"/>
                </a:cubicBezTo>
                <a:lnTo>
                  <a:pt x="3278044" y="1759507"/>
                </a:lnTo>
                <a:cubicBezTo>
                  <a:pt x="3304554" y="1759507"/>
                  <a:pt x="3326045" y="1738016"/>
                  <a:pt x="3326045" y="1711506"/>
                </a:cubicBezTo>
                <a:lnTo>
                  <a:pt x="3326045" y="1519508"/>
                </a:lnTo>
                <a:cubicBezTo>
                  <a:pt x="3326045" y="1492998"/>
                  <a:pt x="3304554" y="1471507"/>
                  <a:pt x="3278044" y="1471507"/>
                </a:cubicBezTo>
                <a:close/>
                <a:moveTo>
                  <a:pt x="211757" y="1471507"/>
                </a:moveTo>
                <a:cubicBezTo>
                  <a:pt x="185247" y="1471507"/>
                  <a:pt x="163756" y="1492998"/>
                  <a:pt x="163756" y="1519508"/>
                </a:cubicBezTo>
                <a:lnTo>
                  <a:pt x="163756" y="1711506"/>
                </a:lnTo>
                <a:cubicBezTo>
                  <a:pt x="163756" y="1738016"/>
                  <a:pt x="185247" y="1759507"/>
                  <a:pt x="211757" y="1759507"/>
                </a:cubicBezTo>
                <a:lnTo>
                  <a:pt x="403755" y="1759507"/>
                </a:lnTo>
                <a:cubicBezTo>
                  <a:pt x="430265" y="1759507"/>
                  <a:pt x="451756" y="1738016"/>
                  <a:pt x="451756" y="1711506"/>
                </a:cubicBezTo>
                <a:lnTo>
                  <a:pt x="451756" y="1519508"/>
                </a:lnTo>
                <a:cubicBezTo>
                  <a:pt x="451756" y="1492998"/>
                  <a:pt x="430265" y="1471507"/>
                  <a:pt x="403755" y="1471507"/>
                </a:cubicBezTo>
                <a:close/>
                <a:moveTo>
                  <a:pt x="1872516" y="1471506"/>
                </a:moveTo>
                <a:cubicBezTo>
                  <a:pt x="1846006" y="1471506"/>
                  <a:pt x="1824515" y="1492997"/>
                  <a:pt x="1824515" y="1519507"/>
                </a:cubicBezTo>
                <a:lnTo>
                  <a:pt x="1824515" y="1711505"/>
                </a:lnTo>
                <a:cubicBezTo>
                  <a:pt x="1824515" y="1738015"/>
                  <a:pt x="1846006" y="1759506"/>
                  <a:pt x="1872516" y="1759506"/>
                </a:cubicBezTo>
                <a:lnTo>
                  <a:pt x="2064514" y="1759506"/>
                </a:lnTo>
                <a:cubicBezTo>
                  <a:pt x="2091024" y="1759506"/>
                  <a:pt x="2112515" y="1738015"/>
                  <a:pt x="2112515" y="1711505"/>
                </a:cubicBezTo>
                <a:lnTo>
                  <a:pt x="2112515" y="1519507"/>
                </a:lnTo>
                <a:cubicBezTo>
                  <a:pt x="2112515" y="1492997"/>
                  <a:pt x="2091024" y="1471506"/>
                  <a:pt x="2064514" y="1471506"/>
                </a:cubicBezTo>
                <a:close/>
                <a:moveTo>
                  <a:pt x="2324630" y="1471505"/>
                </a:moveTo>
                <a:cubicBezTo>
                  <a:pt x="2298120" y="1471505"/>
                  <a:pt x="2276629" y="1492996"/>
                  <a:pt x="2276629" y="1519506"/>
                </a:cubicBezTo>
                <a:lnTo>
                  <a:pt x="2276629" y="1711504"/>
                </a:lnTo>
                <a:cubicBezTo>
                  <a:pt x="2276629" y="1738014"/>
                  <a:pt x="2298120" y="1759505"/>
                  <a:pt x="2324630" y="1759505"/>
                </a:cubicBezTo>
                <a:lnTo>
                  <a:pt x="2516628" y="1759505"/>
                </a:lnTo>
                <a:cubicBezTo>
                  <a:pt x="2543138" y="1759505"/>
                  <a:pt x="2564629" y="1738014"/>
                  <a:pt x="2564629" y="1711504"/>
                </a:cubicBezTo>
                <a:lnTo>
                  <a:pt x="2564629" y="1519506"/>
                </a:lnTo>
                <a:cubicBezTo>
                  <a:pt x="2564629" y="1492996"/>
                  <a:pt x="2543138" y="1471505"/>
                  <a:pt x="2516628" y="1471505"/>
                </a:cubicBezTo>
                <a:close/>
                <a:moveTo>
                  <a:pt x="1433583" y="1471505"/>
                </a:moveTo>
                <a:cubicBezTo>
                  <a:pt x="1407073" y="1471505"/>
                  <a:pt x="1385582" y="1492996"/>
                  <a:pt x="1385582" y="1519506"/>
                </a:cubicBezTo>
                <a:lnTo>
                  <a:pt x="1385582" y="1711504"/>
                </a:lnTo>
                <a:cubicBezTo>
                  <a:pt x="1385582" y="1738014"/>
                  <a:pt x="1407073" y="1759505"/>
                  <a:pt x="1433583" y="1759505"/>
                </a:cubicBezTo>
                <a:lnTo>
                  <a:pt x="1625581" y="1759505"/>
                </a:lnTo>
                <a:cubicBezTo>
                  <a:pt x="1652091" y="1759505"/>
                  <a:pt x="1673582" y="1738014"/>
                  <a:pt x="1673582" y="1711504"/>
                </a:cubicBezTo>
                <a:lnTo>
                  <a:pt x="1673582" y="1519506"/>
                </a:lnTo>
                <a:cubicBezTo>
                  <a:pt x="1673582" y="1492996"/>
                  <a:pt x="1652091" y="1471505"/>
                  <a:pt x="1625581" y="1471505"/>
                </a:cubicBezTo>
                <a:close/>
                <a:moveTo>
                  <a:pt x="2832612" y="1192259"/>
                </a:moveTo>
                <a:lnTo>
                  <a:pt x="3984740" y="1192259"/>
                </a:lnTo>
                <a:lnTo>
                  <a:pt x="3984740" y="3960440"/>
                </a:lnTo>
                <a:lnTo>
                  <a:pt x="2832612" y="3960440"/>
                </a:lnTo>
                <a:close/>
                <a:moveTo>
                  <a:pt x="0" y="1192259"/>
                </a:moveTo>
                <a:lnTo>
                  <a:pt x="1104420" y="1192259"/>
                </a:lnTo>
                <a:lnTo>
                  <a:pt x="1104420" y="3960440"/>
                </a:lnTo>
                <a:lnTo>
                  <a:pt x="0" y="3960440"/>
                </a:lnTo>
                <a:close/>
                <a:moveTo>
                  <a:pt x="1819228" y="288032"/>
                </a:moveTo>
                <a:lnTo>
                  <a:pt x="1819228" y="590858"/>
                </a:lnTo>
                <a:lnTo>
                  <a:pt x="1516402" y="590858"/>
                </a:lnTo>
                <a:lnTo>
                  <a:pt x="1516402" y="889433"/>
                </a:lnTo>
                <a:lnTo>
                  <a:pt x="1819228" y="889433"/>
                </a:lnTo>
                <a:lnTo>
                  <a:pt x="1819228" y="1192259"/>
                </a:lnTo>
                <a:lnTo>
                  <a:pt x="2117803" y="1192259"/>
                </a:lnTo>
                <a:lnTo>
                  <a:pt x="2117803" y="889433"/>
                </a:lnTo>
                <a:lnTo>
                  <a:pt x="2420629" y="889433"/>
                </a:lnTo>
                <a:lnTo>
                  <a:pt x="2420629" y="590858"/>
                </a:lnTo>
                <a:lnTo>
                  <a:pt x="2117803" y="590858"/>
                </a:lnTo>
                <a:lnTo>
                  <a:pt x="2117803" y="288032"/>
                </a:lnTo>
                <a:close/>
                <a:moveTo>
                  <a:pt x="1201775" y="0"/>
                </a:moveTo>
                <a:lnTo>
                  <a:pt x="2735258" y="0"/>
                </a:lnTo>
                <a:lnTo>
                  <a:pt x="2735258" y="3960440"/>
                </a:lnTo>
                <a:lnTo>
                  <a:pt x="1201775" y="3960440"/>
                </a:ln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34" name="Google Shape;534;p65"/>
          <p:cNvSpPr/>
          <p:nvPr/>
        </p:nvSpPr>
        <p:spPr>
          <a:xfrm rot="-2244321">
            <a:off x="8346422" y="966852"/>
            <a:ext cx="268255" cy="266880"/>
          </a:xfrm>
          <a:custGeom>
            <a:avLst/>
            <a:gdLst/>
            <a:ahLst/>
            <a:cxnLst/>
            <a:rect l="l" t="t" r="r" b="b"/>
            <a:pathLst>
              <a:path w="5013893" h="4988198" extrusionOk="0">
                <a:moveTo>
                  <a:pt x="2478390" y="2611081"/>
                </a:moveTo>
                <a:cubicBezTo>
                  <a:pt x="2457771" y="2592409"/>
                  <a:pt x="2429286" y="2580859"/>
                  <a:pt x="2397823" y="2580860"/>
                </a:cubicBezTo>
                <a:cubicBezTo>
                  <a:pt x="2334895" y="2580860"/>
                  <a:pt x="2283883" y="2627055"/>
                  <a:pt x="2283883" y="2684041"/>
                </a:cubicBezTo>
                <a:cubicBezTo>
                  <a:pt x="2283883" y="2741026"/>
                  <a:pt x="2334895" y="2787222"/>
                  <a:pt x="2397823" y="2787222"/>
                </a:cubicBezTo>
                <a:cubicBezTo>
                  <a:pt x="2460750" y="2787222"/>
                  <a:pt x="2511762" y="2741027"/>
                  <a:pt x="2511762" y="2684041"/>
                </a:cubicBezTo>
                <a:cubicBezTo>
                  <a:pt x="2511762" y="2655548"/>
                  <a:pt x="2499009" y="2629752"/>
                  <a:pt x="2478390" y="2611081"/>
                </a:cubicBezTo>
                <a:close/>
                <a:moveTo>
                  <a:pt x="3181089" y="3310648"/>
                </a:moveTo>
                <a:lnTo>
                  <a:pt x="3181089" y="4278147"/>
                </a:lnTo>
                <a:cubicBezTo>
                  <a:pt x="3181089" y="4670297"/>
                  <a:pt x="2863188" y="4988198"/>
                  <a:pt x="2471038" y="4988198"/>
                </a:cubicBezTo>
                <a:lnTo>
                  <a:pt x="2466851" y="4988198"/>
                </a:lnTo>
                <a:cubicBezTo>
                  <a:pt x="2074701" y="4988198"/>
                  <a:pt x="1756800" y="4670297"/>
                  <a:pt x="1756800" y="4278147"/>
                </a:cubicBezTo>
                <a:lnTo>
                  <a:pt x="1756800" y="3310649"/>
                </a:lnTo>
                <a:close/>
                <a:moveTo>
                  <a:pt x="2478390" y="2244919"/>
                </a:moveTo>
                <a:cubicBezTo>
                  <a:pt x="2457771" y="2226247"/>
                  <a:pt x="2429286" y="2214698"/>
                  <a:pt x="2397822" y="2214698"/>
                </a:cubicBezTo>
                <a:cubicBezTo>
                  <a:pt x="2334895" y="2214698"/>
                  <a:pt x="2283883" y="2260894"/>
                  <a:pt x="2283883" y="2317879"/>
                </a:cubicBezTo>
                <a:cubicBezTo>
                  <a:pt x="2283883" y="2374865"/>
                  <a:pt x="2334895" y="2421060"/>
                  <a:pt x="2397823" y="2421060"/>
                </a:cubicBezTo>
                <a:cubicBezTo>
                  <a:pt x="2460750" y="2421060"/>
                  <a:pt x="2511762" y="2374865"/>
                  <a:pt x="2511762" y="2317879"/>
                </a:cubicBezTo>
                <a:cubicBezTo>
                  <a:pt x="2511762" y="2289386"/>
                  <a:pt x="2499009" y="2263591"/>
                  <a:pt x="2478390" y="2244919"/>
                </a:cubicBezTo>
                <a:close/>
                <a:moveTo>
                  <a:pt x="2883802" y="2611081"/>
                </a:moveTo>
                <a:cubicBezTo>
                  <a:pt x="2863183" y="2592409"/>
                  <a:pt x="2834698" y="2580860"/>
                  <a:pt x="2803234" y="2580860"/>
                </a:cubicBezTo>
                <a:cubicBezTo>
                  <a:pt x="2740307" y="2580860"/>
                  <a:pt x="2689295" y="2627055"/>
                  <a:pt x="2689295" y="2684041"/>
                </a:cubicBezTo>
                <a:cubicBezTo>
                  <a:pt x="2689295" y="2741027"/>
                  <a:pt x="2740307" y="2787222"/>
                  <a:pt x="2803234" y="2787222"/>
                </a:cubicBezTo>
                <a:cubicBezTo>
                  <a:pt x="2866162" y="2787222"/>
                  <a:pt x="2917174" y="2741027"/>
                  <a:pt x="2917174" y="2684041"/>
                </a:cubicBezTo>
                <a:cubicBezTo>
                  <a:pt x="2917174" y="2655548"/>
                  <a:pt x="2904421" y="2629753"/>
                  <a:pt x="2883802" y="2611081"/>
                </a:cubicBezTo>
                <a:close/>
                <a:moveTo>
                  <a:pt x="2883802" y="2244919"/>
                </a:moveTo>
                <a:cubicBezTo>
                  <a:pt x="2863183" y="2226247"/>
                  <a:pt x="2834698" y="2214698"/>
                  <a:pt x="2803234" y="2214698"/>
                </a:cubicBezTo>
                <a:cubicBezTo>
                  <a:pt x="2740307" y="2214698"/>
                  <a:pt x="2689295" y="2260893"/>
                  <a:pt x="2689295" y="2317879"/>
                </a:cubicBezTo>
                <a:cubicBezTo>
                  <a:pt x="2689295" y="2374865"/>
                  <a:pt x="2740307" y="2421060"/>
                  <a:pt x="2803234" y="2421060"/>
                </a:cubicBezTo>
                <a:cubicBezTo>
                  <a:pt x="2866162" y="2421060"/>
                  <a:pt x="2917174" y="2374865"/>
                  <a:pt x="2917174" y="2317879"/>
                </a:cubicBezTo>
                <a:cubicBezTo>
                  <a:pt x="2917174" y="2289386"/>
                  <a:pt x="2904421" y="2263591"/>
                  <a:pt x="2883802" y="2244919"/>
                </a:cubicBezTo>
                <a:close/>
                <a:moveTo>
                  <a:pt x="3090277" y="2137135"/>
                </a:moveTo>
                <a:cubicBezTo>
                  <a:pt x="3115489" y="2159966"/>
                  <a:pt x="3131082" y="2191507"/>
                  <a:pt x="3131082" y="2226346"/>
                </a:cubicBezTo>
                <a:lnTo>
                  <a:pt x="3131083" y="2730981"/>
                </a:lnTo>
                <a:cubicBezTo>
                  <a:pt x="3131083" y="2800659"/>
                  <a:pt x="3068708" y="2857144"/>
                  <a:pt x="2991765" y="2857144"/>
                </a:cubicBezTo>
                <a:lnTo>
                  <a:pt x="2178629" y="2857144"/>
                </a:lnTo>
                <a:cubicBezTo>
                  <a:pt x="2101685" y="2857144"/>
                  <a:pt x="2039311" y="2800659"/>
                  <a:pt x="2039311" y="2730981"/>
                </a:cubicBezTo>
                <a:lnTo>
                  <a:pt x="2039311" y="2226346"/>
                </a:lnTo>
                <a:cubicBezTo>
                  <a:pt x="2039311" y="2156668"/>
                  <a:pt x="2101685" y="2100183"/>
                  <a:pt x="2178628" y="2100183"/>
                </a:cubicBezTo>
                <a:lnTo>
                  <a:pt x="2991765" y="2100183"/>
                </a:lnTo>
                <a:cubicBezTo>
                  <a:pt x="3030237" y="2100183"/>
                  <a:pt x="3065066" y="2114305"/>
                  <a:pt x="3090277" y="2137135"/>
                </a:cubicBezTo>
                <a:close/>
                <a:moveTo>
                  <a:pt x="3259975" y="2022388"/>
                </a:moveTo>
                <a:cubicBezTo>
                  <a:pt x="3226293" y="1991887"/>
                  <a:pt x="3179761" y="1973021"/>
                  <a:pt x="3128364" y="1973021"/>
                </a:cubicBezTo>
                <a:lnTo>
                  <a:pt x="2042028" y="1973021"/>
                </a:lnTo>
                <a:cubicBezTo>
                  <a:pt x="1939234" y="1973021"/>
                  <a:pt x="1855902" y="2048484"/>
                  <a:pt x="1855903" y="2141571"/>
                </a:cubicBezTo>
                <a:lnTo>
                  <a:pt x="1855903" y="2815756"/>
                </a:lnTo>
                <a:cubicBezTo>
                  <a:pt x="1855902" y="2908843"/>
                  <a:pt x="1939234" y="2984307"/>
                  <a:pt x="2042028" y="2984307"/>
                </a:cubicBezTo>
                <a:lnTo>
                  <a:pt x="3128364" y="2984307"/>
                </a:lnTo>
                <a:cubicBezTo>
                  <a:pt x="3231158" y="2984307"/>
                  <a:pt x="3314490" y="2908843"/>
                  <a:pt x="3314489" y="2815756"/>
                </a:cubicBezTo>
                <a:lnTo>
                  <a:pt x="3314490" y="2141572"/>
                </a:lnTo>
                <a:cubicBezTo>
                  <a:pt x="3314490" y="2095028"/>
                  <a:pt x="3293657" y="2052890"/>
                  <a:pt x="3259975" y="2022388"/>
                </a:cubicBezTo>
                <a:close/>
                <a:moveTo>
                  <a:pt x="2951580" y="207969"/>
                </a:moveTo>
                <a:cubicBezTo>
                  <a:pt x="3080074" y="336463"/>
                  <a:pt x="3159549" y="513976"/>
                  <a:pt x="3159549" y="710051"/>
                </a:cubicBezTo>
                <a:lnTo>
                  <a:pt x="3159549" y="1677549"/>
                </a:lnTo>
                <a:lnTo>
                  <a:pt x="1735260" y="1677549"/>
                </a:lnTo>
                <a:lnTo>
                  <a:pt x="1735260" y="710051"/>
                </a:lnTo>
                <a:cubicBezTo>
                  <a:pt x="1735260" y="317901"/>
                  <a:pt x="2053161" y="0"/>
                  <a:pt x="2445311" y="0"/>
                </a:cubicBezTo>
                <a:lnTo>
                  <a:pt x="2449498" y="0"/>
                </a:lnTo>
                <a:cubicBezTo>
                  <a:pt x="2645573" y="0"/>
                  <a:pt x="2823086" y="79475"/>
                  <a:pt x="2951580" y="207969"/>
                </a:cubicBezTo>
                <a:close/>
                <a:moveTo>
                  <a:pt x="4788706" y="1962817"/>
                </a:moveTo>
                <a:cubicBezTo>
                  <a:pt x="4927838" y="2088812"/>
                  <a:pt x="5013893" y="2262872"/>
                  <a:pt x="5013893" y="2455134"/>
                </a:cubicBezTo>
                <a:lnTo>
                  <a:pt x="5013893" y="2507346"/>
                </a:lnTo>
                <a:cubicBezTo>
                  <a:pt x="5013893" y="2891869"/>
                  <a:pt x="4669673" y="3203587"/>
                  <a:pt x="4245056" y="3203587"/>
                </a:cubicBezTo>
                <a:lnTo>
                  <a:pt x="768837" y="3203587"/>
                </a:lnTo>
                <a:cubicBezTo>
                  <a:pt x="344220" y="3203587"/>
                  <a:pt x="0" y="2891869"/>
                  <a:pt x="0" y="2507346"/>
                </a:cubicBezTo>
                <a:lnTo>
                  <a:pt x="0" y="2455134"/>
                </a:lnTo>
                <a:cubicBezTo>
                  <a:pt x="0" y="2070610"/>
                  <a:pt x="344220" y="1758893"/>
                  <a:pt x="768837" y="1758893"/>
                </a:cubicBezTo>
                <a:lnTo>
                  <a:pt x="4245056" y="1758893"/>
                </a:lnTo>
                <a:cubicBezTo>
                  <a:pt x="4457364" y="1758892"/>
                  <a:pt x="4649573" y="1836822"/>
                  <a:pt x="4788706" y="1962817"/>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35" name="Google Shape;535;p65"/>
          <p:cNvSpPr/>
          <p:nvPr/>
        </p:nvSpPr>
        <p:spPr>
          <a:xfrm>
            <a:off x="5150407" y="3182690"/>
            <a:ext cx="250509" cy="183147"/>
          </a:xfrm>
          <a:custGeom>
            <a:avLst/>
            <a:gdLst/>
            <a:ahLst/>
            <a:cxnLst/>
            <a:rect l="l" t="t" r="r" b="b"/>
            <a:pathLst>
              <a:path w="3578696" h="3488520" extrusionOk="0">
                <a:moveTo>
                  <a:pt x="936104" y="2084364"/>
                </a:moveTo>
                <a:cubicBezTo>
                  <a:pt x="677606" y="2084364"/>
                  <a:pt x="468052" y="2293918"/>
                  <a:pt x="468052" y="2552416"/>
                </a:cubicBezTo>
                <a:cubicBezTo>
                  <a:pt x="468052" y="2810914"/>
                  <a:pt x="677606" y="3020468"/>
                  <a:pt x="936104" y="3020468"/>
                </a:cubicBezTo>
                <a:cubicBezTo>
                  <a:pt x="1194602" y="3020468"/>
                  <a:pt x="1404156" y="2810914"/>
                  <a:pt x="1404156" y="2552416"/>
                </a:cubicBezTo>
                <a:cubicBezTo>
                  <a:pt x="1404156" y="2293918"/>
                  <a:pt x="1194602" y="2084364"/>
                  <a:pt x="936104" y="2084364"/>
                </a:cubicBezTo>
                <a:close/>
                <a:moveTo>
                  <a:pt x="936104" y="1616312"/>
                </a:moveTo>
                <a:cubicBezTo>
                  <a:pt x="1453100" y="1616312"/>
                  <a:pt x="1872208" y="2035420"/>
                  <a:pt x="1872208" y="2552416"/>
                </a:cubicBezTo>
                <a:cubicBezTo>
                  <a:pt x="1872208" y="3069412"/>
                  <a:pt x="1453100" y="3488520"/>
                  <a:pt x="936104" y="3488520"/>
                </a:cubicBezTo>
                <a:cubicBezTo>
                  <a:pt x="419108" y="3488520"/>
                  <a:pt x="0" y="3069412"/>
                  <a:pt x="0" y="2552416"/>
                </a:cubicBezTo>
                <a:cubicBezTo>
                  <a:pt x="0" y="2035420"/>
                  <a:pt x="419108" y="1616312"/>
                  <a:pt x="936104" y="1616312"/>
                </a:cubicBezTo>
                <a:close/>
                <a:moveTo>
                  <a:pt x="2034392" y="0"/>
                </a:moveTo>
                <a:lnTo>
                  <a:pt x="3578696" y="0"/>
                </a:lnTo>
                <a:lnTo>
                  <a:pt x="3578696" y="1544304"/>
                </a:lnTo>
                <a:lnTo>
                  <a:pt x="3002547" y="1544304"/>
                </a:lnTo>
                <a:lnTo>
                  <a:pt x="3002547" y="990027"/>
                </a:lnTo>
                <a:lnTo>
                  <a:pt x="1951220" y="2041355"/>
                </a:lnTo>
                <a:lnTo>
                  <a:pt x="1512167" y="1602301"/>
                </a:lnTo>
                <a:lnTo>
                  <a:pt x="2542690" y="571779"/>
                </a:lnTo>
                <a:lnTo>
                  <a:pt x="2034392" y="571779"/>
                </a:ln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000000"/>
              </a:solidFill>
              <a:latin typeface="Arial"/>
              <a:ea typeface="Arial"/>
              <a:cs typeface="Arial"/>
              <a:sym typeface="Arial"/>
            </a:endParaRPr>
          </a:p>
        </p:txBody>
      </p:sp>
      <p:sp>
        <p:nvSpPr>
          <p:cNvPr id="536" name="Google Shape;536;p65"/>
          <p:cNvSpPr/>
          <p:nvPr/>
        </p:nvSpPr>
        <p:spPr>
          <a:xfrm>
            <a:off x="5638929" y="1165825"/>
            <a:ext cx="163713" cy="198302"/>
          </a:xfrm>
          <a:custGeom>
            <a:avLst/>
            <a:gdLst/>
            <a:ahLst/>
            <a:cxnLst/>
            <a:rect l="l" t="t" r="r" b="b"/>
            <a:pathLst>
              <a:path w="2518668" h="3966044" extrusionOk="0">
                <a:moveTo>
                  <a:pt x="1247104" y="1675381"/>
                </a:moveTo>
                <a:cubicBezTo>
                  <a:pt x="1157133" y="1675381"/>
                  <a:pt x="1084196" y="1748460"/>
                  <a:pt x="1084196" y="1838607"/>
                </a:cubicBezTo>
                <a:lnTo>
                  <a:pt x="1084196" y="2052497"/>
                </a:lnTo>
                <a:lnTo>
                  <a:pt x="868740" y="2052497"/>
                </a:lnTo>
                <a:cubicBezTo>
                  <a:pt x="778769" y="2052497"/>
                  <a:pt x="705832" y="2125576"/>
                  <a:pt x="705832" y="2215723"/>
                </a:cubicBezTo>
                <a:lnTo>
                  <a:pt x="705832" y="2244204"/>
                </a:lnTo>
                <a:cubicBezTo>
                  <a:pt x="705832" y="2334351"/>
                  <a:pt x="778769" y="2407430"/>
                  <a:pt x="868740" y="2407430"/>
                </a:cubicBezTo>
                <a:lnTo>
                  <a:pt x="1084196" y="2407430"/>
                </a:lnTo>
                <a:lnTo>
                  <a:pt x="1084196" y="2621319"/>
                </a:lnTo>
                <a:cubicBezTo>
                  <a:pt x="1084196" y="2711466"/>
                  <a:pt x="1157133" y="2784545"/>
                  <a:pt x="1247104" y="2784545"/>
                </a:cubicBezTo>
                <a:lnTo>
                  <a:pt x="1275530" y="2784545"/>
                </a:lnTo>
                <a:cubicBezTo>
                  <a:pt x="1365501" y="2784545"/>
                  <a:pt x="1438438" y="2711466"/>
                  <a:pt x="1438438" y="2621319"/>
                </a:cubicBezTo>
                <a:lnTo>
                  <a:pt x="1438438" y="2407430"/>
                </a:lnTo>
                <a:lnTo>
                  <a:pt x="1649929" y="2407430"/>
                </a:lnTo>
                <a:cubicBezTo>
                  <a:pt x="1739900" y="2407430"/>
                  <a:pt x="1812837" y="2334351"/>
                  <a:pt x="1812837" y="2244204"/>
                </a:cubicBezTo>
                <a:lnTo>
                  <a:pt x="1812837" y="2215723"/>
                </a:lnTo>
                <a:cubicBezTo>
                  <a:pt x="1812837" y="2125576"/>
                  <a:pt x="1739900" y="2052497"/>
                  <a:pt x="1649929" y="2052497"/>
                </a:cubicBezTo>
                <a:lnTo>
                  <a:pt x="1438438" y="2052497"/>
                </a:lnTo>
                <a:lnTo>
                  <a:pt x="1438438" y="1838607"/>
                </a:lnTo>
                <a:cubicBezTo>
                  <a:pt x="1438438" y="1748460"/>
                  <a:pt x="1365501" y="1675381"/>
                  <a:pt x="1275530" y="1675381"/>
                </a:cubicBezTo>
                <a:close/>
                <a:moveTo>
                  <a:pt x="598231" y="1304672"/>
                </a:moveTo>
                <a:lnTo>
                  <a:pt x="1916472" y="1304672"/>
                </a:lnTo>
                <a:lnTo>
                  <a:pt x="1916472" y="3157943"/>
                </a:lnTo>
                <a:lnTo>
                  <a:pt x="598231" y="3157943"/>
                </a:lnTo>
                <a:close/>
                <a:moveTo>
                  <a:pt x="506487" y="1209418"/>
                </a:moveTo>
                <a:lnTo>
                  <a:pt x="506487" y="3250508"/>
                </a:lnTo>
                <a:lnTo>
                  <a:pt x="2012181" y="3250508"/>
                </a:lnTo>
                <a:lnTo>
                  <a:pt x="2012181" y="1209418"/>
                </a:lnTo>
                <a:close/>
                <a:moveTo>
                  <a:pt x="419786" y="541629"/>
                </a:moveTo>
                <a:lnTo>
                  <a:pt x="2098882" y="541629"/>
                </a:lnTo>
                <a:cubicBezTo>
                  <a:pt x="2330723" y="541629"/>
                  <a:pt x="2518668" y="725826"/>
                  <a:pt x="2518668" y="953044"/>
                </a:cubicBezTo>
                <a:lnTo>
                  <a:pt x="2518668" y="3554629"/>
                </a:lnTo>
                <a:cubicBezTo>
                  <a:pt x="2518668" y="3781847"/>
                  <a:pt x="2330723" y="3966044"/>
                  <a:pt x="2098882" y="3966044"/>
                </a:cubicBezTo>
                <a:lnTo>
                  <a:pt x="419786" y="3966044"/>
                </a:lnTo>
                <a:cubicBezTo>
                  <a:pt x="187945" y="3966044"/>
                  <a:pt x="0" y="3781847"/>
                  <a:pt x="0" y="3554629"/>
                </a:cubicBezTo>
                <a:lnTo>
                  <a:pt x="0" y="953044"/>
                </a:lnTo>
                <a:cubicBezTo>
                  <a:pt x="0" y="725826"/>
                  <a:pt x="187945" y="541629"/>
                  <a:pt x="419786" y="541629"/>
                </a:cubicBezTo>
                <a:close/>
                <a:moveTo>
                  <a:pt x="696920" y="0"/>
                </a:moveTo>
                <a:lnTo>
                  <a:pt x="1821748" y="0"/>
                </a:lnTo>
                <a:cubicBezTo>
                  <a:pt x="1869056" y="0"/>
                  <a:pt x="1907406" y="38350"/>
                  <a:pt x="1907406" y="85658"/>
                </a:cubicBezTo>
                <a:lnTo>
                  <a:pt x="1907406" y="346390"/>
                </a:lnTo>
                <a:cubicBezTo>
                  <a:pt x="1907406" y="393698"/>
                  <a:pt x="1869056" y="432048"/>
                  <a:pt x="1821748" y="432048"/>
                </a:cubicBezTo>
                <a:lnTo>
                  <a:pt x="696920" y="432048"/>
                </a:lnTo>
                <a:cubicBezTo>
                  <a:pt x="649612" y="432048"/>
                  <a:pt x="611262" y="393698"/>
                  <a:pt x="611262" y="346390"/>
                </a:cubicBezTo>
                <a:lnTo>
                  <a:pt x="611262" y="85658"/>
                </a:lnTo>
                <a:cubicBezTo>
                  <a:pt x="611262" y="38350"/>
                  <a:pt x="649612" y="0"/>
                  <a:pt x="696920"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37" name="Google Shape;537;p65"/>
          <p:cNvSpPr/>
          <p:nvPr/>
        </p:nvSpPr>
        <p:spPr>
          <a:xfrm>
            <a:off x="8705065" y="1533454"/>
            <a:ext cx="291632" cy="223585"/>
          </a:xfrm>
          <a:custGeom>
            <a:avLst/>
            <a:gdLst/>
            <a:ahLst/>
            <a:cxnLst/>
            <a:rect l="l" t="t" r="r" b="b"/>
            <a:pathLst>
              <a:path w="3888432" h="3888432" extrusionOk="0">
                <a:moveTo>
                  <a:pt x="2250798" y="578107"/>
                </a:moveTo>
                <a:lnTo>
                  <a:pt x="1637760" y="578107"/>
                </a:lnTo>
                <a:lnTo>
                  <a:pt x="1637760" y="1311063"/>
                </a:lnTo>
                <a:lnTo>
                  <a:pt x="1042560" y="895535"/>
                </a:lnTo>
                <a:lnTo>
                  <a:pt x="691636" y="1398197"/>
                </a:lnTo>
                <a:lnTo>
                  <a:pt x="1405184" y="1896345"/>
                </a:lnTo>
                <a:lnTo>
                  <a:pt x="665257" y="2393266"/>
                </a:lnTo>
                <a:lnTo>
                  <a:pt x="1007039" y="2902187"/>
                </a:lnTo>
                <a:lnTo>
                  <a:pt x="1637760" y="2478608"/>
                </a:lnTo>
                <a:lnTo>
                  <a:pt x="1637760" y="3234607"/>
                </a:lnTo>
                <a:lnTo>
                  <a:pt x="2250799" y="3234607"/>
                </a:lnTo>
                <a:lnTo>
                  <a:pt x="2250798" y="2486693"/>
                </a:lnTo>
                <a:lnTo>
                  <a:pt x="2869840" y="2918864"/>
                </a:lnTo>
                <a:lnTo>
                  <a:pt x="3220762" y="2416201"/>
                </a:lnTo>
                <a:lnTo>
                  <a:pt x="2490164" y="1906150"/>
                </a:lnTo>
                <a:lnTo>
                  <a:pt x="3212367" y="1421133"/>
                </a:lnTo>
                <a:lnTo>
                  <a:pt x="2870585" y="912211"/>
                </a:lnTo>
                <a:lnTo>
                  <a:pt x="2250798" y="1328447"/>
                </a:lnTo>
                <a:close/>
                <a:moveTo>
                  <a:pt x="1944216" y="0"/>
                </a:moveTo>
                <a:cubicBezTo>
                  <a:pt x="3017977" y="0"/>
                  <a:pt x="3888432" y="870455"/>
                  <a:pt x="3888432" y="1944216"/>
                </a:cubicBezTo>
                <a:cubicBezTo>
                  <a:pt x="3888432" y="3017977"/>
                  <a:pt x="3017977" y="3888432"/>
                  <a:pt x="1944216" y="3888432"/>
                </a:cubicBezTo>
                <a:cubicBezTo>
                  <a:pt x="870455" y="3888432"/>
                  <a:pt x="0" y="3017977"/>
                  <a:pt x="0" y="1944216"/>
                </a:cubicBezTo>
                <a:cubicBezTo>
                  <a:pt x="0" y="870455"/>
                  <a:pt x="870455" y="0"/>
                  <a:pt x="1944216"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grpSp>
        <p:nvGrpSpPr>
          <p:cNvPr id="538" name="Google Shape;538;p65"/>
          <p:cNvGrpSpPr/>
          <p:nvPr/>
        </p:nvGrpSpPr>
        <p:grpSpPr>
          <a:xfrm>
            <a:off x="4568948" y="3191049"/>
            <a:ext cx="327400" cy="144116"/>
            <a:chOff x="2627784" y="3959226"/>
            <a:chExt cx="3888360" cy="2280321"/>
          </a:xfrm>
        </p:grpSpPr>
        <p:sp>
          <p:nvSpPr>
            <p:cNvPr id="539" name="Google Shape;539;p65"/>
            <p:cNvSpPr/>
            <p:nvPr/>
          </p:nvSpPr>
          <p:spPr>
            <a:xfrm>
              <a:off x="2627784" y="5591547"/>
              <a:ext cx="648000" cy="648000"/>
            </a:xfrm>
            <a:prstGeom prst="donut">
              <a:avLst>
                <a:gd name="adj" fmla="val 25000"/>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000000"/>
                </a:solidFill>
                <a:latin typeface="Arial"/>
                <a:ea typeface="Arial"/>
                <a:cs typeface="Arial"/>
                <a:sym typeface="Arial"/>
              </a:endParaRPr>
            </a:p>
          </p:txBody>
        </p:sp>
        <p:sp>
          <p:nvSpPr>
            <p:cNvPr id="540" name="Google Shape;540;p65"/>
            <p:cNvSpPr/>
            <p:nvPr/>
          </p:nvSpPr>
          <p:spPr>
            <a:xfrm>
              <a:off x="5868144" y="5591547"/>
              <a:ext cx="648000" cy="648000"/>
            </a:xfrm>
            <a:prstGeom prst="donut">
              <a:avLst>
                <a:gd name="adj" fmla="val 25000"/>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000000"/>
                </a:solidFill>
                <a:latin typeface="Arial"/>
                <a:ea typeface="Arial"/>
                <a:cs typeface="Arial"/>
                <a:sym typeface="Arial"/>
              </a:endParaRPr>
            </a:p>
          </p:txBody>
        </p:sp>
        <p:sp>
          <p:nvSpPr>
            <p:cNvPr id="541" name="Google Shape;541;p65"/>
            <p:cNvSpPr/>
            <p:nvPr/>
          </p:nvSpPr>
          <p:spPr>
            <a:xfrm>
              <a:off x="2883221" y="5472334"/>
              <a:ext cx="162000" cy="420300"/>
            </a:xfrm>
            <a:prstGeom prst="roundRect">
              <a:avLst>
                <a:gd name="adj" fmla="val 44102"/>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42" name="Google Shape;542;p65"/>
            <p:cNvSpPr/>
            <p:nvPr/>
          </p:nvSpPr>
          <p:spPr>
            <a:xfrm>
              <a:off x="6112101" y="5473128"/>
              <a:ext cx="162000" cy="398400"/>
            </a:xfrm>
            <a:prstGeom prst="roundRect">
              <a:avLst>
                <a:gd name="adj" fmla="val 44102"/>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43" name="Google Shape;543;p65"/>
            <p:cNvSpPr/>
            <p:nvPr/>
          </p:nvSpPr>
          <p:spPr>
            <a:xfrm rot="-3401448">
              <a:off x="3368190" y="3899988"/>
              <a:ext cx="287896" cy="1875395"/>
            </a:xfrm>
            <a:prstGeom prst="roundRect">
              <a:avLst>
                <a:gd name="adj" fmla="val 36068"/>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44" name="Google Shape;544;p65"/>
            <p:cNvSpPr/>
            <p:nvPr/>
          </p:nvSpPr>
          <p:spPr>
            <a:xfrm>
              <a:off x="6156176" y="4765811"/>
              <a:ext cx="288000" cy="755700"/>
            </a:xfrm>
            <a:prstGeom prst="roundRect">
              <a:avLst>
                <a:gd name="adj" fmla="val 36068"/>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45" name="Google Shape;545;p65"/>
            <p:cNvSpPr/>
            <p:nvPr/>
          </p:nvSpPr>
          <p:spPr>
            <a:xfrm>
              <a:off x="2699792" y="5161371"/>
              <a:ext cx="3744300" cy="360000"/>
            </a:xfrm>
            <a:prstGeom prst="roundRect">
              <a:avLst>
                <a:gd name="adj" fmla="val 16667"/>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46" name="Google Shape;546;p65"/>
            <p:cNvSpPr/>
            <p:nvPr/>
          </p:nvSpPr>
          <p:spPr>
            <a:xfrm>
              <a:off x="4294882" y="4509120"/>
              <a:ext cx="1800943" cy="553118"/>
            </a:xfrm>
            <a:custGeom>
              <a:avLst/>
              <a:gdLst/>
              <a:ahLst/>
              <a:cxnLst/>
              <a:rect l="l" t="t" r="r" b="b"/>
              <a:pathLst>
                <a:path w="1467163" h="377555" extrusionOk="0">
                  <a:moveTo>
                    <a:pt x="115742" y="0"/>
                  </a:moveTo>
                  <a:lnTo>
                    <a:pt x="1351421" y="0"/>
                  </a:lnTo>
                  <a:cubicBezTo>
                    <a:pt x="1415344" y="0"/>
                    <a:pt x="1467163" y="51819"/>
                    <a:pt x="1467163" y="115742"/>
                  </a:cubicBezTo>
                  <a:lnTo>
                    <a:pt x="1467163" y="377555"/>
                  </a:lnTo>
                  <a:lnTo>
                    <a:pt x="0" y="377555"/>
                  </a:lnTo>
                  <a:lnTo>
                    <a:pt x="0" y="115742"/>
                  </a:lnTo>
                  <a:cubicBezTo>
                    <a:pt x="0" y="51819"/>
                    <a:pt x="51819" y="0"/>
                    <a:pt x="115742"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47" name="Google Shape;547;p65"/>
            <p:cNvSpPr/>
            <p:nvPr/>
          </p:nvSpPr>
          <p:spPr>
            <a:xfrm>
              <a:off x="3110319" y="3959226"/>
              <a:ext cx="457200" cy="457200"/>
            </a:xfrm>
            <a:prstGeom prst="ellipse">
              <a:avLst/>
            </a:pr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48" name="Google Shape;548;p65"/>
            <p:cNvSpPr/>
            <p:nvPr/>
          </p:nvSpPr>
          <p:spPr>
            <a:xfrm rot="1959469">
              <a:off x="3453408" y="4426004"/>
              <a:ext cx="947636" cy="401598"/>
            </a:xfrm>
            <a:custGeom>
              <a:avLst/>
              <a:gdLst/>
              <a:ahLst/>
              <a:cxnLst/>
              <a:rect l="l" t="t" r="r" b="b"/>
              <a:pathLst>
                <a:path w="946970" h="401316" extrusionOk="0">
                  <a:moveTo>
                    <a:pt x="66114" y="94549"/>
                  </a:moveTo>
                  <a:cubicBezTo>
                    <a:pt x="80082" y="84288"/>
                    <a:pt x="96014" y="74649"/>
                    <a:pt x="113671" y="65740"/>
                  </a:cubicBezTo>
                  <a:cubicBezTo>
                    <a:pt x="137213" y="53862"/>
                    <a:pt x="163820" y="43284"/>
                    <a:pt x="192918" y="34269"/>
                  </a:cubicBezTo>
                  <a:cubicBezTo>
                    <a:pt x="262753" y="12633"/>
                    <a:pt x="346940" y="0"/>
                    <a:pt x="437561" y="0"/>
                  </a:cubicBezTo>
                  <a:lnTo>
                    <a:pt x="689345" y="0"/>
                  </a:lnTo>
                  <a:lnTo>
                    <a:pt x="946970" y="401316"/>
                  </a:lnTo>
                  <a:lnTo>
                    <a:pt x="437561" y="401315"/>
                  </a:lnTo>
                  <a:cubicBezTo>
                    <a:pt x="195904" y="401315"/>
                    <a:pt x="1" y="311478"/>
                    <a:pt x="0" y="200658"/>
                  </a:cubicBezTo>
                  <a:cubicBezTo>
                    <a:pt x="-1" y="161698"/>
                    <a:pt x="24212" y="125330"/>
                    <a:pt x="66114" y="94549"/>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grpSp>
      <p:sp>
        <p:nvSpPr>
          <p:cNvPr id="549" name="Google Shape;549;p65"/>
          <p:cNvSpPr/>
          <p:nvPr/>
        </p:nvSpPr>
        <p:spPr>
          <a:xfrm>
            <a:off x="7908614" y="1298870"/>
            <a:ext cx="213272" cy="218697"/>
          </a:xfrm>
          <a:custGeom>
            <a:avLst/>
            <a:gdLst/>
            <a:ahLst/>
            <a:cxnLst/>
            <a:rect l="l" t="t" r="r" b="b"/>
            <a:pathLst>
              <a:path w="2568" h="3758" extrusionOk="0">
                <a:moveTo>
                  <a:pt x="313" y="3691"/>
                </a:moveTo>
                <a:lnTo>
                  <a:pt x="315" y="3695"/>
                </a:lnTo>
                <a:lnTo>
                  <a:pt x="311" y="3693"/>
                </a:lnTo>
                <a:lnTo>
                  <a:pt x="313" y="3691"/>
                </a:lnTo>
                <a:close/>
                <a:moveTo>
                  <a:pt x="711" y="2122"/>
                </a:moveTo>
                <a:lnTo>
                  <a:pt x="739" y="2142"/>
                </a:lnTo>
                <a:lnTo>
                  <a:pt x="764" y="2169"/>
                </a:lnTo>
                <a:lnTo>
                  <a:pt x="788" y="2204"/>
                </a:lnTo>
                <a:lnTo>
                  <a:pt x="809" y="2238"/>
                </a:lnTo>
                <a:lnTo>
                  <a:pt x="829" y="2271"/>
                </a:lnTo>
                <a:lnTo>
                  <a:pt x="848" y="2300"/>
                </a:lnTo>
                <a:lnTo>
                  <a:pt x="1180" y="2733"/>
                </a:lnTo>
                <a:lnTo>
                  <a:pt x="1080" y="2862"/>
                </a:lnTo>
                <a:lnTo>
                  <a:pt x="977" y="2987"/>
                </a:lnTo>
                <a:lnTo>
                  <a:pt x="868" y="3109"/>
                </a:lnTo>
                <a:lnTo>
                  <a:pt x="760" y="3231"/>
                </a:lnTo>
                <a:lnTo>
                  <a:pt x="651" y="3353"/>
                </a:lnTo>
                <a:lnTo>
                  <a:pt x="548" y="3477"/>
                </a:lnTo>
                <a:lnTo>
                  <a:pt x="520" y="3509"/>
                </a:lnTo>
                <a:lnTo>
                  <a:pt x="486" y="3544"/>
                </a:lnTo>
                <a:lnTo>
                  <a:pt x="451" y="3578"/>
                </a:lnTo>
                <a:lnTo>
                  <a:pt x="413" y="3611"/>
                </a:lnTo>
                <a:lnTo>
                  <a:pt x="377" y="3642"/>
                </a:lnTo>
                <a:lnTo>
                  <a:pt x="342" y="3669"/>
                </a:lnTo>
                <a:lnTo>
                  <a:pt x="313" y="3691"/>
                </a:lnTo>
                <a:lnTo>
                  <a:pt x="311" y="3689"/>
                </a:lnTo>
                <a:lnTo>
                  <a:pt x="306" y="3677"/>
                </a:lnTo>
                <a:lnTo>
                  <a:pt x="295" y="3657"/>
                </a:lnTo>
                <a:lnTo>
                  <a:pt x="280" y="3631"/>
                </a:lnTo>
                <a:lnTo>
                  <a:pt x="262" y="3602"/>
                </a:lnTo>
                <a:lnTo>
                  <a:pt x="242" y="3567"/>
                </a:lnTo>
                <a:lnTo>
                  <a:pt x="220" y="3529"/>
                </a:lnTo>
                <a:lnTo>
                  <a:pt x="197" y="3487"/>
                </a:lnTo>
                <a:lnTo>
                  <a:pt x="173" y="3444"/>
                </a:lnTo>
                <a:lnTo>
                  <a:pt x="149" y="3397"/>
                </a:lnTo>
                <a:lnTo>
                  <a:pt x="126" y="3349"/>
                </a:lnTo>
                <a:lnTo>
                  <a:pt x="102" y="3300"/>
                </a:lnTo>
                <a:lnTo>
                  <a:pt x="79" y="3251"/>
                </a:lnTo>
                <a:lnTo>
                  <a:pt x="59" y="3202"/>
                </a:lnTo>
                <a:lnTo>
                  <a:pt x="40" y="3153"/>
                </a:lnTo>
                <a:lnTo>
                  <a:pt x="24" y="3107"/>
                </a:lnTo>
                <a:lnTo>
                  <a:pt x="13" y="3062"/>
                </a:lnTo>
                <a:lnTo>
                  <a:pt x="4" y="3020"/>
                </a:lnTo>
                <a:lnTo>
                  <a:pt x="0" y="2980"/>
                </a:lnTo>
                <a:lnTo>
                  <a:pt x="4" y="2971"/>
                </a:lnTo>
                <a:lnTo>
                  <a:pt x="13" y="2955"/>
                </a:lnTo>
                <a:lnTo>
                  <a:pt x="29" y="2935"/>
                </a:lnTo>
                <a:lnTo>
                  <a:pt x="49" y="2911"/>
                </a:lnTo>
                <a:lnTo>
                  <a:pt x="71" y="2886"/>
                </a:lnTo>
                <a:lnTo>
                  <a:pt x="97" y="2858"/>
                </a:lnTo>
                <a:lnTo>
                  <a:pt x="120" y="2833"/>
                </a:lnTo>
                <a:lnTo>
                  <a:pt x="144" y="2806"/>
                </a:lnTo>
                <a:lnTo>
                  <a:pt x="166" y="2782"/>
                </a:lnTo>
                <a:lnTo>
                  <a:pt x="184" y="2762"/>
                </a:lnTo>
                <a:lnTo>
                  <a:pt x="711" y="2122"/>
                </a:lnTo>
                <a:close/>
                <a:moveTo>
                  <a:pt x="1244" y="0"/>
                </a:moveTo>
                <a:lnTo>
                  <a:pt x="1333" y="4"/>
                </a:lnTo>
                <a:lnTo>
                  <a:pt x="1415" y="13"/>
                </a:lnTo>
                <a:lnTo>
                  <a:pt x="1491" y="29"/>
                </a:lnTo>
                <a:lnTo>
                  <a:pt x="1560" y="51"/>
                </a:lnTo>
                <a:lnTo>
                  <a:pt x="1626" y="78"/>
                </a:lnTo>
                <a:lnTo>
                  <a:pt x="1686" y="111"/>
                </a:lnTo>
                <a:lnTo>
                  <a:pt x="1740" y="149"/>
                </a:lnTo>
                <a:lnTo>
                  <a:pt x="1791" y="193"/>
                </a:lnTo>
                <a:lnTo>
                  <a:pt x="1839" y="238"/>
                </a:lnTo>
                <a:lnTo>
                  <a:pt x="1880" y="289"/>
                </a:lnTo>
                <a:lnTo>
                  <a:pt x="1920" y="342"/>
                </a:lnTo>
                <a:lnTo>
                  <a:pt x="1957" y="398"/>
                </a:lnTo>
                <a:lnTo>
                  <a:pt x="1989" y="457"/>
                </a:lnTo>
                <a:lnTo>
                  <a:pt x="2020" y="517"/>
                </a:lnTo>
                <a:lnTo>
                  <a:pt x="2049" y="578"/>
                </a:lnTo>
                <a:lnTo>
                  <a:pt x="2077" y="642"/>
                </a:lnTo>
                <a:lnTo>
                  <a:pt x="2097" y="693"/>
                </a:lnTo>
                <a:lnTo>
                  <a:pt x="2117" y="746"/>
                </a:lnTo>
                <a:lnTo>
                  <a:pt x="2135" y="802"/>
                </a:lnTo>
                <a:lnTo>
                  <a:pt x="2153" y="858"/>
                </a:lnTo>
                <a:lnTo>
                  <a:pt x="2166" y="917"/>
                </a:lnTo>
                <a:lnTo>
                  <a:pt x="2177" y="973"/>
                </a:lnTo>
                <a:lnTo>
                  <a:pt x="2180" y="1029"/>
                </a:lnTo>
                <a:lnTo>
                  <a:pt x="2180" y="1082"/>
                </a:lnTo>
                <a:lnTo>
                  <a:pt x="2171" y="1133"/>
                </a:lnTo>
                <a:lnTo>
                  <a:pt x="2144" y="1238"/>
                </a:lnTo>
                <a:lnTo>
                  <a:pt x="2111" y="1335"/>
                </a:lnTo>
                <a:lnTo>
                  <a:pt x="2073" y="1427"/>
                </a:lnTo>
                <a:lnTo>
                  <a:pt x="2029" y="1515"/>
                </a:lnTo>
                <a:lnTo>
                  <a:pt x="1984" y="1597"/>
                </a:lnTo>
                <a:lnTo>
                  <a:pt x="1960" y="1640"/>
                </a:lnTo>
                <a:lnTo>
                  <a:pt x="1937" y="1682"/>
                </a:lnTo>
                <a:lnTo>
                  <a:pt x="1911" y="1724"/>
                </a:lnTo>
                <a:lnTo>
                  <a:pt x="1884" y="1769"/>
                </a:lnTo>
                <a:lnTo>
                  <a:pt x="1851" y="1817"/>
                </a:lnTo>
                <a:lnTo>
                  <a:pt x="1844" y="1817"/>
                </a:lnTo>
                <a:lnTo>
                  <a:pt x="1404" y="1240"/>
                </a:lnTo>
                <a:lnTo>
                  <a:pt x="1449" y="1182"/>
                </a:lnTo>
                <a:lnTo>
                  <a:pt x="1495" y="1120"/>
                </a:lnTo>
                <a:lnTo>
                  <a:pt x="1539" y="1055"/>
                </a:lnTo>
                <a:lnTo>
                  <a:pt x="1579" y="987"/>
                </a:lnTo>
                <a:lnTo>
                  <a:pt x="1611" y="917"/>
                </a:lnTo>
                <a:lnTo>
                  <a:pt x="1626" y="862"/>
                </a:lnTo>
                <a:lnTo>
                  <a:pt x="1639" y="811"/>
                </a:lnTo>
                <a:lnTo>
                  <a:pt x="1651" y="757"/>
                </a:lnTo>
                <a:lnTo>
                  <a:pt x="1582" y="702"/>
                </a:lnTo>
                <a:lnTo>
                  <a:pt x="1511" y="658"/>
                </a:lnTo>
                <a:lnTo>
                  <a:pt x="1442" y="627"/>
                </a:lnTo>
                <a:lnTo>
                  <a:pt x="1375" y="607"/>
                </a:lnTo>
                <a:lnTo>
                  <a:pt x="1308" y="597"/>
                </a:lnTo>
                <a:lnTo>
                  <a:pt x="1244" y="597"/>
                </a:lnTo>
                <a:lnTo>
                  <a:pt x="1180" y="606"/>
                </a:lnTo>
                <a:lnTo>
                  <a:pt x="1119" y="622"/>
                </a:lnTo>
                <a:lnTo>
                  <a:pt x="1060" y="646"/>
                </a:lnTo>
                <a:lnTo>
                  <a:pt x="1046" y="653"/>
                </a:lnTo>
                <a:lnTo>
                  <a:pt x="1028" y="667"/>
                </a:lnTo>
                <a:lnTo>
                  <a:pt x="1009" y="684"/>
                </a:lnTo>
                <a:lnTo>
                  <a:pt x="989" y="704"/>
                </a:lnTo>
                <a:lnTo>
                  <a:pt x="969" y="724"/>
                </a:lnTo>
                <a:lnTo>
                  <a:pt x="953" y="742"/>
                </a:lnTo>
                <a:lnTo>
                  <a:pt x="940" y="760"/>
                </a:lnTo>
                <a:lnTo>
                  <a:pt x="931" y="773"/>
                </a:lnTo>
                <a:lnTo>
                  <a:pt x="928" y="795"/>
                </a:lnTo>
                <a:lnTo>
                  <a:pt x="931" y="818"/>
                </a:lnTo>
                <a:lnTo>
                  <a:pt x="940" y="844"/>
                </a:lnTo>
                <a:lnTo>
                  <a:pt x="949" y="869"/>
                </a:lnTo>
                <a:lnTo>
                  <a:pt x="960" y="891"/>
                </a:lnTo>
                <a:lnTo>
                  <a:pt x="968" y="909"/>
                </a:lnTo>
                <a:lnTo>
                  <a:pt x="1004" y="989"/>
                </a:lnTo>
                <a:lnTo>
                  <a:pt x="1049" y="1067"/>
                </a:lnTo>
                <a:lnTo>
                  <a:pt x="1100" y="1142"/>
                </a:lnTo>
                <a:lnTo>
                  <a:pt x="1153" y="1213"/>
                </a:lnTo>
                <a:lnTo>
                  <a:pt x="1209" y="1284"/>
                </a:lnTo>
                <a:lnTo>
                  <a:pt x="1264" y="1353"/>
                </a:lnTo>
                <a:lnTo>
                  <a:pt x="1317" y="1422"/>
                </a:lnTo>
                <a:lnTo>
                  <a:pt x="1486" y="1644"/>
                </a:lnTo>
                <a:lnTo>
                  <a:pt x="1659" y="1864"/>
                </a:lnTo>
                <a:lnTo>
                  <a:pt x="1835" y="2080"/>
                </a:lnTo>
                <a:lnTo>
                  <a:pt x="2011" y="2298"/>
                </a:lnTo>
                <a:lnTo>
                  <a:pt x="2184" y="2517"/>
                </a:lnTo>
                <a:lnTo>
                  <a:pt x="2557" y="2966"/>
                </a:lnTo>
                <a:lnTo>
                  <a:pt x="2564" y="2991"/>
                </a:lnTo>
                <a:lnTo>
                  <a:pt x="2568" y="3020"/>
                </a:lnTo>
                <a:lnTo>
                  <a:pt x="2566" y="3055"/>
                </a:lnTo>
                <a:lnTo>
                  <a:pt x="2560" y="3089"/>
                </a:lnTo>
                <a:lnTo>
                  <a:pt x="2555" y="3126"/>
                </a:lnTo>
                <a:lnTo>
                  <a:pt x="2546" y="3157"/>
                </a:lnTo>
                <a:lnTo>
                  <a:pt x="2540" y="3186"/>
                </a:lnTo>
                <a:lnTo>
                  <a:pt x="2531" y="3224"/>
                </a:lnTo>
                <a:lnTo>
                  <a:pt x="2520" y="3271"/>
                </a:lnTo>
                <a:lnTo>
                  <a:pt x="2506" y="3324"/>
                </a:lnTo>
                <a:lnTo>
                  <a:pt x="2489" y="3382"/>
                </a:lnTo>
                <a:lnTo>
                  <a:pt x="2473" y="3442"/>
                </a:lnTo>
                <a:lnTo>
                  <a:pt x="2453" y="3502"/>
                </a:lnTo>
                <a:lnTo>
                  <a:pt x="2433" y="3560"/>
                </a:lnTo>
                <a:lnTo>
                  <a:pt x="2411" y="3615"/>
                </a:lnTo>
                <a:lnTo>
                  <a:pt x="2389" y="3664"/>
                </a:lnTo>
                <a:lnTo>
                  <a:pt x="2368" y="3704"/>
                </a:lnTo>
                <a:lnTo>
                  <a:pt x="2344" y="3735"/>
                </a:lnTo>
                <a:lnTo>
                  <a:pt x="2320" y="3753"/>
                </a:lnTo>
                <a:lnTo>
                  <a:pt x="2297" y="3758"/>
                </a:lnTo>
                <a:lnTo>
                  <a:pt x="2273" y="3753"/>
                </a:lnTo>
                <a:lnTo>
                  <a:pt x="2248" y="3740"/>
                </a:lnTo>
                <a:lnTo>
                  <a:pt x="2222" y="3722"/>
                </a:lnTo>
                <a:lnTo>
                  <a:pt x="2199" y="3698"/>
                </a:lnTo>
                <a:lnTo>
                  <a:pt x="2177" y="3673"/>
                </a:lnTo>
                <a:lnTo>
                  <a:pt x="2155" y="3647"/>
                </a:lnTo>
                <a:lnTo>
                  <a:pt x="2137" y="3622"/>
                </a:lnTo>
                <a:lnTo>
                  <a:pt x="2120" y="3602"/>
                </a:lnTo>
                <a:lnTo>
                  <a:pt x="2108" y="3586"/>
                </a:lnTo>
                <a:lnTo>
                  <a:pt x="1971" y="3418"/>
                </a:lnTo>
                <a:lnTo>
                  <a:pt x="1829" y="3253"/>
                </a:lnTo>
                <a:lnTo>
                  <a:pt x="1689" y="3086"/>
                </a:lnTo>
                <a:lnTo>
                  <a:pt x="1551" y="2917"/>
                </a:lnTo>
                <a:lnTo>
                  <a:pt x="1428" y="2758"/>
                </a:lnTo>
                <a:lnTo>
                  <a:pt x="1304" y="2600"/>
                </a:lnTo>
                <a:lnTo>
                  <a:pt x="1180" y="2444"/>
                </a:lnTo>
                <a:lnTo>
                  <a:pt x="1059" y="2284"/>
                </a:lnTo>
                <a:lnTo>
                  <a:pt x="940" y="2122"/>
                </a:lnTo>
                <a:lnTo>
                  <a:pt x="824" y="1957"/>
                </a:lnTo>
                <a:lnTo>
                  <a:pt x="711" y="1786"/>
                </a:lnTo>
                <a:lnTo>
                  <a:pt x="604" y="1609"/>
                </a:lnTo>
                <a:lnTo>
                  <a:pt x="568" y="1544"/>
                </a:lnTo>
                <a:lnTo>
                  <a:pt x="533" y="1477"/>
                </a:lnTo>
                <a:lnTo>
                  <a:pt x="500" y="1409"/>
                </a:lnTo>
                <a:lnTo>
                  <a:pt x="473" y="1340"/>
                </a:lnTo>
                <a:lnTo>
                  <a:pt x="451" y="1267"/>
                </a:lnTo>
                <a:lnTo>
                  <a:pt x="433" y="1195"/>
                </a:lnTo>
                <a:lnTo>
                  <a:pt x="422" y="1120"/>
                </a:lnTo>
                <a:lnTo>
                  <a:pt x="417" y="1042"/>
                </a:lnTo>
                <a:lnTo>
                  <a:pt x="419" y="962"/>
                </a:lnTo>
                <a:lnTo>
                  <a:pt x="429" y="880"/>
                </a:lnTo>
                <a:lnTo>
                  <a:pt x="448" y="795"/>
                </a:lnTo>
                <a:lnTo>
                  <a:pt x="477" y="706"/>
                </a:lnTo>
                <a:lnTo>
                  <a:pt x="513" y="613"/>
                </a:lnTo>
                <a:lnTo>
                  <a:pt x="559" y="524"/>
                </a:lnTo>
                <a:lnTo>
                  <a:pt x="608" y="440"/>
                </a:lnTo>
                <a:lnTo>
                  <a:pt x="660" y="360"/>
                </a:lnTo>
                <a:lnTo>
                  <a:pt x="717" y="286"/>
                </a:lnTo>
                <a:lnTo>
                  <a:pt x="762" y="231"/>
                </a:lnTo>
                <a:lnTo>
                  <a:pt x="815" y="180"/>
                </a:lnTo>
                <a:lnTo>
                  <a:pt x="873" y="133"/>
                </a:lnTo>
                <a:lnTo>
                  <a:pt x="937" y="91"/>
                </a:lnTo>
                <a:lnTo>
                  <a:pt x="1006" y="55"/>
                </a:lnTo>
                <a:lnTo>
                  <a:pt x="1080" y="29"/>
                </a:lnTo>
                <a:lnTo>
                  <a:pt x="1244"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50" name="Google Shape;550;p65"/>
          <p:cNvSpPr/>
          <p:nvPr/>
        </p:nvSpPr>
        <p:spPr>
          <a:xfrm>
            <a:off x="6734011" y="726481"/>
            <a:ext cx="288614" cy="221271"/>
          </a:xfrm>
          <a:custGeom>
            <a:avLst/>
            <a:gdLst/>
            <a:ahLst/>
            <a:cxnLst/>
            <a:rect l="l" t="t" r="r" b="b"/>
            <a:pathLst>
              <a:path w="3848188" h="3848188" extrusionOk="0">
                <a:moveTo>
                  <a:pt x="1531053" y="504131"/>
                </a:moveTo>
                <a:lnTo>
                  <a:pt x="1531053" y="1481511"/>
                </a:lnTo>
                <a:lnTo>
                  <a:pt x="553673" y="1481511"/>
                </a:lnTo>
                <a:lnTo>
                  <a:pt x="553673" y="2263055"/>
                </a:lnTo>
                <a:lnTo>
                  <a:pt x="1531053" y="2263055"/>
                </a:lnTo>
                <a:lnTo>
                  <a:pt x="1531053" y="3240435"/>
                </a:lnTo>
                <a:lnTo>
                  <a:pt x="2312597" y="3240435"/>
                </a:lnTo>
                <a:lnTo>
                  <a:pt x="2312597" y="2263055"/>
                </a:lnTo>
                <a:lnTo>
                  <a:pt x="3289977" y="2263055"/>
                </a:lnTo>
                <a:lnTo>
                  <a:pt x="3289977" y="1481511"/>
                </a:lnTo>
                <a:lnTo>
                  <a:pt x="2312597" y="1481511"/>
                </a:lnTo>
                <a:lnTo>
                  <a:pt x="2312597" y="504131"/>
                </a:lnTo>
                <a:close/>
                <a:moveTo>
                  <a:pt x="1924094" y="0"/>
                </a:moveTo>
                <a:cubicBezTo>
                  <a:pt x="2986742" y="0"/>
                  <a:pt x="3848188" y="861446"/>
                  <a:pt x="3848188" y="1924094"/>
                </a:cubicBezTo>
                <a:cubicBezTo>
                  <a:pt x="3848188" y="2986742"/>
                  <a:pt x="2986742" y="3848188"/>
                  <a:pt x="1924094" y="3848188"/>
                </a:cubicBezTo>
                <a:cubicBezTo>
                  <a:pt x="861446" y="3848188"/>
                  <a:pt x="0" y="2986742"/>
                  <a:pt x="0" y="1924094"/>
                </a:cubicBezTo>
                <a:cubicBezTo>
                  <a:pt x="0" y="861446"/>
                  <a:pt x="861446" y="0"/>
                  <a:pt x="1924094"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51" name="Google Shape;551;p65"/>
          <p:cNvSpPr/>
          <p:nvPr/>
        </p:nvSpPr>
        <p:spPr>
          <a:xfrm rot="2052942">
            <a:off x="8158479" y="4158819"/>
            <a:ext cx="156698" cy="294536"/>
          </a:xfrm>
          <a:custGeom>
            <a:avLst/>
            <a:gdLst/>
            <a:ahLst/>
            <a:cxnLst/>
            <a:rect l="l" t="t" r="r" b="b"/>
            <a:pathLst>
              <a:path w="2073250" h="3949150" extrusionOk="0">
                <a:moveTo>
                  <a:pt x="1279271" y="2220875"/>
                </a:moveTo>
                <a:lnTo>
                  <a:pt x="1285176" y="2794045"/>
                </a:lnTo>
                <a:lnTo>
                  <a:pt x="1962603" y="2794045"/>
                </a:lnTo>
                <a:lnTo>
                  <a:pt x="1962603" y="3261227"/>
                </a:lnTo>
                <a:lnTo>
                  <a:pt x="1289989" y="3261228"/>
                </a:lnTo>
                <a:lnTo>
                  <a:pt x="1297029" y="3944670"/>
                </a:lnTo>
                <a:lnTo>
                  <a:pt x="795159" y="3949150"/>
                </a:lnTo>
                <a:lnTo>
                  <a:pt x="788072" y="3261227"/>
                </a:lnTo>
                <a:lnTo>
                  <a:pt x="110647" y="3261227"/>
                </a:lnTo>
                <a:lnTo>
                  <a:pt x="110647" y="2794045"/>
                </a:lnTo>
                <a:lnTo>
                  <a:pt x="783259" y="2794045"/>
                </a:lnTo>
                <a:lnTo>
                  <a:pt x="777401" y="2225354"/>
                </a:lnTo>
                <a:close/>
                <a:moveTo>
                  <a:pt x="1036626" y="518312"/>
                </a:moveTo>
                <a:cubicBezTo>
                  <a:pt x="750370" y="518312"/>
                  <a:pt x="518313" y="753722"/>
                  <a:pt x="518313" y="1044116"/>
                </a:cubicBezTo>
                <a:cubicBezTo>
                  <a:pt x="518313" y="1334510"/>
                  <a:pt x="750370" y="1569920"/>
                  <a:pt x="1036626" y="1569920"/>
                </a:cubicBezTo>
                <a:cubicBezTo>
                  <a:pt x="1322882" y="1569920"/>
                  <a:pt x="1554939" y="1334510"/>
                  <a:pt x="1554939" y="1044116"/>
                </a:cubicBezTo>
                <a:cubicBezTo>
                  <a:pt x="1554939" y="753722"/>
                  <a:pt x="1322882" y="518312"/>
                  <a:pt x="1036626" y="518312"/>
                </a:cubicBezTo>
                <a:close/>
                <a:moveTo>
                  <a:pt x="1036625" y="0"/>
                </a:moveTo>
                <a:cubicBezTo>
                  <a:pt x="1609137" y="0"/>
                  <a:pt x="2073250" y="467467"/>
                  <a:pt x="2073250" y="1044116"/>
                </a:cubicBezTo>
                <a:cubicBezTo>
                  <a:pt x="2073250" y="1620765"/>
                  <a:pt x="1609137" y="2088232"/>
                  <a:pt x="1036625" y="2088232"/>
                </a:cubicBezTo>
                <a:cubicBezTo>
                  <a:pt x="464113" y="2088232"/>
                  <a:pt x="0" y="1620765"/>
                  <a:pt x="0" y="1044116"/>
                </a:cubicBezTo>
                <a:cubicBezTo>
                  <a:pt x="0" y="467467"/>
                  <a:pt x="464113" y="0"/>
                  <a:pt x="1036625"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000000"/>
              </a:solidFill>
              <a:latin typeface="Arial"/>
              <a:ea typeface="Arial"/>
              <a:cs typeface="Arial"/>
              <a:sym typeface="Arial"/>
            </a:endParaRPr>
          </a:p>
        </p:txBody>
      </p:sp>
      <p:sp>
        <p:nvSpPr>
          <p:cNvPr id="552" name="Google Shape;552;p65"/>
          <p:cNvSpPr/>
          <p:nvPr/>
        </p:nvSpPr>
        <p:spPr>
          <a:xfrm>
            <a:off x="4209440" y="2470889"/>
            <a:ext cx="247528" cy="141946"/>
          </a:xfrm>
          <a:custGeom>
            <a:avLst/>
            <a:gdLst/>
            <a:ahLst/>
            <a:cxnLst/>
            <a:rect l="l" t="t" r="r" b="b"/>
            <a:pathLst>
              <a:path w="3960440" h="2988329" extrusionOk="0">
                <a:moveTo>
                  <a:pt x="1906134" y="1614050"/>
                </a:moveTo>
                <a:cubicBezTo>
                  <a:pt x="1848735" y="1614050"/>
                  <a:pt x="1802205" y="1659775"/>
                  <a:pt x="1802205" y="1716180"/>
                </a:cubicBezTo>
                <a:lnTo>
                  <a:pt x="1802205" y="1952130"/>
                </a:lnTo>
                <a:lnTo>
                  <a:pt x="1562097" y="1952130"/>
                </a:lnTo>
                <a:cubicBezTo>
                  <a:pt x="1504698" y="1952130"/>
                  <a:pt x="1458167" y="1997855"/>
                  <a:pt x="1458167" y="2054260"/>
                </a:cubicBezTo>
                <a:lnTo>
                  <a:pt x="1458167" y="2188080"/>
                </a:lnTo>
                <a:cubicBezTo>
                  <a:pt x="1458167" y="2244485"/>
                  <a:pt x="1504698" y="2290210"/>
                  <a:pt x="1562097" y="2290210"/>
                </a:cubicBezTo>
                <a:lnTo>
                  <a:pt x="1802205" y="2290210"/>
                </a:lnTo>
                <a:lnTo>
                  <a:pt x="1802205" y="2526160"/>
                </a:lnTo>
                <a:cubicBezTo>
                  <a:pt x="1802205" y="2582565"/>
                  <a:pt x="1848735" y="2628290"/>
                  <a:pt x="1906134" y="2628290"/>
                </a:cubicBezTo>
                <a:lnTo>
                  <a:pt x="2042312" y="2628290"/>
                </a:lnTo>
                <a:cubicBezTo>
                  <a:pt x="2099711" y="2628290"/>
                  <a:pt x="2146242" y="2582565"/>
                  <a:pt x="2146242" y="2526160"/>
                </a:cubicBezTo>
                <a:lnTo>
                  <a:pt x="2146242" y="2290210"/>
                </a:lnTo>
                <a:lnTo>
                  <a:pt x="2386349" y="2290210"/>
                </a:lnTo>
                <a:cubicBezTo>
                  <a:pt x="2443749" y="2290210"/>
                  <a:pt x="2490279" y="2244485"/>
                  <a:pt x="2490279" y="2188080"/>
                </a:cubicBezTo>
                <a:lnTo>
                  <a:pt x="2490279" y="2054260"/>
                </a:lnTo>
                <a:cubicBezTo>
                  <a:pt x="2490279" y="1997855"/>
                  <a:pt x="2443749" y="1952130"/>
                  <a:pt x="2386349" y="1952130"/>
                </a:cubicBezTo>
                <a:lnTo>
                  <a:pt x="2146242" y="1952130"/>
                </a:lnTo>
                <a:lnTo>
                  <a:pt x="2146242" y="1716180"/>
                </a:lnTo>
                <a:cubicBezTo>
                  <a:pt x="2146242" y="1659775"/>
                  <a:pt x="2099711" y="1614050"/>
                  <a:pt x="2042312" y="1614050"/>
                </a:cubicBezTo>
                <a:close/>
                <a:moveTo>
                  <a:pt x="0" y="1368149"/>
                </a:moveTo>
                <a:lnTo>
                  <a:pt x="3960440" y="1368149"/>
                </a:lnTo>
                <a:lnTo>
                  <a:pt x="3960440" y="2489988"/>
                </a:lnTo>
                <a:cubicBezTo>
                  <a:pt x="3960440" y="2765214"/>
                  <a:pt x="3737325" y="2988329"/>
                  <a:pt x="3462099" y="2988329"/>
                </a:cubicBezTo>
                <a:lnTo>
                  <a:pt x="498341" y="2988329"/>
                </a:lnTo>
                <a:cubicBezTo>
                  <a:pt x="223115" y="2988329"/>
                  <a:pt x="0" y="2765214"/>
                  <a:pt x="0" y="2489988"/>
                </a:cubicBezTo>
                <a:close/>
                <a:moveTo>
                  <a:pt x="1399199" y="277487"/>
                </a:moveTo>
                <a:cubicBezTo>
                  <a:pt x="1340514" y="277487"/>
                  <a:pt x="1292941" y="325060"/>
                  <a:pt x="1292941" y="383745"/>
                </a:cubicBezTo>
                <a:lnTo>
                  <a:pt x="1292941" y="684073"/>
                </a:lnTo>
                <a:lnTo>
                  <a:pt x="2667496" y="684073"/>
                </a:lnTo>
                <a:lnTo>
                  <a:pt x="2667496" y="383745"/>
                </a:lnTo>
                <a:cubicBezTo>
                  <a:pt x="2667496" y="325060"/>
                  <a:pt x="2619923" y="277487"/>
                  <a:pt x="2561238" y="277487"/>
                </a:cubicBezTo>
                <a:close/>
                <a:moveTo>
                  <a:pt x="1139543" y="0"/>
                </a:moveTo>
                <a:lnTo>
                  <a:pt x="2820896" y="0"/>
                </a:lnTo>
                <a:cubicBezTo>
                  <a:pt x="2920320" y="0"/>
                  <a:pt x="3000919" y="80599"/>
                  <a:pt x="3000919" y="180023"/>
                </a:cubicBezTo>
                <a:lnTo>
                  <a:pt x="3000919" y="684073"/>
                </a:lnTo>
                <a:lnTo>
                  <a:pt x="3462099" y="684073"/>
                </a:lnTo>
                <a:cubicBezTo>
                  <a:pt x="3727111" y="684073"/>
                  <a:pt x="3943808" y="890935"/>
                  <a:pt x="3957387" y="1152125"/>
                </a:cubicBezTo>
                <a:lnTo>
                  <a:pt x="3053" y="1152125"/>
                </a:lnTo>
                <a:cubicBezTo>
                  <a:pt x="16632" y="890935"/>
                  <a:pt x="233329" y="684073"/>
                  <a:pt x="498341" y="684073"/>
                </a:cubicBezTo>
                <a:lnTo>
                  <a:pt x="959520" y="684073"/>
                </a:lnTo>
                <a:lnTo>
                  <a:pt x="959520" y="180023"/>
                </a:lnTo>
                <a:cubicBezTo>
                  <a:pt x="959520" y="80599"/>
                  <a:pt x="1040119" y="0"/>
                  <a:pt x="1139543"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53" name="Google Shape;553;p65"/>
          <p:cNvSpPr/>
          <p:nvPr/>
        </p:nvSpPr>
        <p:spPr>
          <a:xfrm>
            <a:off x="9322989" y="933972"/>
            <a:ext cx="248212" cy="170717"/>
          </a:xfrm>
          <a:custGeom>
            <a:avLst/>
            <a:gdLst/>
            <a:ahLst/>
            <a:cxnLst/>
            <a:rect l="l" t="t" r="r" b="b"/>
            <a:pathLst>
              <a:path w="3971393" h="3594045" extrusionOk="0">
                <a:moveTo>
                  <a:pt x="2284446" y="942229"/>
                </a:moveTo>
                <a:cubicBezTo>
                  <a:pt x="2231718" y="946666"/>
                  <a:pt x="2184212" y="981897"/>
                  <a:pt x="2166723" y="1035351"/>
                </a:cubicBezTo>
                <a:lnTo>
                  <a:pt x="1818705" y="2099054"/>
                </a:lnTo>
                <a:lnTo>
                  <a:pt x="1630896" y="1461099"/>
                </a:lnTo>
                <a:cubicBezTo>
                  <a:pt x="1625536" y="1442893"/>
                  <a:pt x="1616698" y="1426659"/>
                  <a:pt x="1605222" y="1412988"/>
                </a:cubicBezTo>
                <a:cubicBezTo>
                  <a:pt x="1592838" y="1372092"/>
                  <a:pt x="1559535" y="1339590"/>
                  <a:pt x="1515200" y="1327710"/>
                </a:cubicBezTo>
                <a:cubicBezTo>
                  <a:pt x="1442764" y="1308302"/>
                  <a:pt x="1368310" y="1351289"/>
                  <a:pt x="1348901" y="1423723"/>
                </a:cubicBezTo>
                <a:lnTo>
                  <a:pt x="1175574" y="2070589"/>
                </a:lnTo>
                <a:lnTo>
                  <a:pt x="887391" y="2070589"/>
                </a:lnTo>
                <a:cubicBezTo>
                  <a:pt x="812401" y="2070589"/>
                  <a:pt x="751610" y="2131382"/>
                  <a:pt x="751610" y="2206372"/>
                </a:cubicBezTo>
                <a:cubicBezTo>
                  <a:pt x="751609" y="2281361"/>
                  <a:pt x="812402" y="2342153"/>
                  <a:pt x="887391" y="2342154"/>
                </a:cubicBezTo>
                <a:lnTo>
                  <a:pt x="1266160" y="2342154"/>
                </a:lnTo>
                <a:cubicBezTo>
                  <a:pt x="1309243" y="2342153"/>
                  <a:pt x="1347639" y="2322088"/>
                  <a:pt x="1370869" y="2289485"/>
                </a:cubicBezTo>
                <a:cubicBezTo>
                  <a:pt x="1392914" y="2274134"/>
                  <a:pt x="1408463" y="2250677"/>
                  <a:pt x="1415910" y="2222885"/>
                </a:cubicBezTo>
                <a:lnTo>
                  <a:pt x="1490320" y="1945186"/>
                </a:lnTo>
                <a:lnTo>
                  <a:pt x="1661817" y="2527729"/>
                </a:lnTo>
                <a:cubicBezTo>
                  <a:pt x="1680716" y="2591927"/>
                  <a:pt x="1742866" y="2631605"/>
                  <a:pt x="1806849" y="2621696"/>
                </a:cubicBezTo>
                <a:cubicBezTo>
                  <a:pt x="1873057" y="2637495"/>
                  <a:pt x="1940784" y="2599243"/>
                  <a:pt x="1962449" y="2533025"/>
                </a:cubicBezTo>
                <a:lnTo>
                  <a:pt x="2291633" y="1526890"/>
                </a:lnTo>
                <a:lnTo>
                  <a:pt x="2478124" y="2222886"/>
                </a:lnTo>
                <a:cubicBezTo>
                  <a:pt x="2491725" y="2273643"/>
                  <a:pt x="2532355" y="2309941"/>
                  <a:pt x="2580723" y="2318869"/>
                </a:cubicBezTo>
                <a:cubicBezTo>
                  <a:pt x="2600453" y="2334375"/>
                  <a:pt x="2625460" y="2342152"/>
                  <a:pt x="2652283" y="2342153"/>
                </a:cubicBezTo>
                <a:lnTo>
                  <a:pt x="3058108" y="2342153"/>
                </a:lnTo>
                <a:cubicBezTo>
                  <a:pt x="3133099" y="2342153"/>
                  <a:pt x="3193891" y="2281360"/>
                  <a:pt x="3193891" y="2206371"/>
                </a:cubicBezTo>
                <a:cubicBezTo>
                  <a:pt x="3193890" y="2131381"/>
                  <a:pt x="3133099" y="2070589"/>
                  <a:pt x="3058108" y="2070588"/>
                </a:cubicBezTo>
                <a:lnTo>
                  <a:pt x="2718460" y="2070589"/>
                </a:lnTo>
                <a:lnTo>
                  <a:pt x="2455970" y="1090961"/>
                </a:lnTo>
                <a:cubicBezTo>
                  <a:pt x="2449895" y="1068289"/>
                  <a:pt x="2438427" y="1048501"/>
                  <a:pt x="2421928" y="1033927"/>
                </a:cubicBezTo>
                <a:cubicBezTo>
                  <a:pt x="2410672" y="994460"/>
                  <a:pt x="2379946" y="962248"/>
                  <a:pt x="2337996" y="948523"/>
                </a:cubicBezTo>
                <a:cubicBezTo>
                  <a:pt x="2320178" y="942693"/>
                  <a:pt x="2302022" y="940751"/>
                  <a:pt x="2284446" y="942229"/>
                </a:cubicBezTo>
                <a:close/>
                <a:moveTo>
                  <a:pt x="941190" y="119"/>
                </a:moveTo>
                <a:cubicBezTo>
                  <a:pt x="1335246" y="6449"/>
                  <a:pt x="1754682" y="267656"/>
                  <a:pt x="1985697" y="864700"/>
                </a:cubicBezTo>
                <a:cubicBezTo>
                  <a:pt x="2807082" y="-1258124"/>
                  <a:pt x="6010484" y="864700"/>
                  <a:pt x="1985697" y="3594045"/>
                </a:cubicBezTo>
                <a:cubicBezTo>
                  <a:pt x="-907119" y="1632328"/>
                  <a:pt x="-65842" y="-16059"/>
                  <a:pt x="941190" y="119"/>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54" name="Google Shape;554;p65"/>
          <p:cNvSpPr/>
          <p:nvPr/>
        </p:nvSpPr>
        <p:spPr>
          <a:xfrm>
            <a:off x="7971751" y="417579"/>
            <a:ext cx="295117" cy="157941"/>
          </a:xfrm>
          <a:custGeom>
            <a:avLst/>
            <a:gdLst/>
            <a:ahLst/>
            <a:cxnLst/>
            <a:rect l="l" t="t" r="r" b="b"/>
            <a:pathLst>
              <a:path w="3934890" h="3325069" extrusionOk="0">
                <a:moveTo>
                  <a:pt x="3256955" y="2654903"/>
                </a:moveTo>
                <a:cubicBezTo>
                  <a:pt x="3442016" y="2654903"/>
                  <a:pt x="3592038" y="2804925"/>
                  <a:pt x="3592038" y="2989986"/>
                </a:cubicBezTo>
                <a:cubicBezTo>
                  <a:pt x="3592038" y="3175047"/>
                  <a:pt x="3442016" y="3325069"/>
                  <a:pt x="3256955" y="3325069"/>
                </a:cubicBezTo>
                <a:cubicBezTo>
                  <a:pt x="3071894" y="3325069"/>
                  <a:pt x="2921872" y="3175047"/>
                  <a:pt x="2921872" y="2989986"/>
                </a:cubicBezTo>
                <a:cubicBezTo>
                  <a:pt x="2921872" y="2804925"/>
                  <a:pt x="3071894" y="2654903"/>
                  <a:pt x="3256955" y="2654903"/>
                </a:cubicBezTo>
                <a:close/>
                <a:moveTo>
                  <a:pt x="1163958" y="2654903"/>
                </a:moveTo>
                <a:cubicBezTo>
                  <a:pt x="1349019" y="2654903"/>
                  <a:pt x="1499041" y="2804925"/>
                  <a:pt x="1499041" y="2989986"/>
                </a:cubicBezTo>
                <a:cubicBezTo>
                  <a:pt x="1499041" y="3175047"/>
                  <a:pt x="1349019" y="3325069"/>
                  <a:pt x="1163958" y="3325069"/>
                </a:cubicBezTo>
                <a:cubicBezTo>
                  <a:pt x="978897" y="3325069"/>
                  <a:pt x="828875" y="3175047"/>
                  <a:pt x="828875" y="2989986"/>
                </a:cubicBezTo>
                <a:cubicBezTo>
                  <a:pt x="828875" y="2804925"/>
                  <a:pt x="978897" y="2654903"/>
                  <a:pt x="1163958" y="2654903"/>
                </a:cubicBezTo>
                <a:close/>
                <a:moveTo>
                  <a:pt x="76162" y="2262658"/>
                </a:moveTo>
                <a:lnTo>
                  <a:pt x="3934890" y="2262658"/>
                </a:lnTo>
                <a:lnTo>
                  <a:pt x="3934890" y="2865907"/>
                </a:lnTo>
                <a:lnTo>
                  <a:pt x="3688794" y="2865907"/>
                </a:lnTo>
                <a:cubicBezTo>
                  <a:pt x="3630311" y="2683593"/>
                  <a:pt x="3458928" y="2552630"/>
                  <a:pt x="3256956" y="2552630"/>
                </a:cubicBezTo>
                <a:cubicBezTo>
                  <a:pt x="3054984" y="2552630"/>
                  <a:pt x="2883601" y="2683593"/>
                  <a:pt x="2825119" y="2865907"/>
                </a:cubicBezTo>
                <a:lnTo>
                  <a:pt x="1595797" y="2865907"/>
                </a:lnTo>
                <a:cubicBezTo>
                  <a:pt x="1537314" y="2683593"/>
                  <a:pt x="1365931" y="2552630"/>
                  <a:pt x="1163959" y="2552630"/>
                </a:cubicBezTo>
                <a:cubicBezTo>
                  <a:pt x="952624" y="2552630"/>
                  <a:pt x="774779" y="2696018"/>
                  <a:pt x="724237" y="2891307"/>
                </a:cubicBezTo>
                <a:lnTo>
                  <a:pt x="398213" y="2891307"/>
                </a:lnTo>
                <a:cubicBezTo>
                  <a:pt x="178286" y="2891307"/>
                  <a:pt x="0" y="2713021"/>
                  <a:pt x="0" y="2493094"/>
                </a:cubicBezTo>
                <a:lnTo>
                  <a:pt x="0" y="2267371"/>
                </a:lnTo>
                <a:lnTo>
                  <a:pt x="76162" y="2267371"/>
                </a:lnTo>
                <a:close/>
                <a:moveTo>
                  <a:pt x="940438" y="986308"/>
                </a:moveTo>
                <a:cubicBezTo>
                  <a:pt x="831368" y="986308"/>
                  <a:pt x="742949" y="1041027"/>
                  <a:pt x="742949" y="1108525"/>
                </a:cubicBezTo>
                <a:lnTo>
                  <a:pt x="742949" y="1420858"/>
                </a:lnTo>
                <a:lnTo>
                  <a:pt x="1337996" y="1420858"/>
                </a:lnTo>
                <a:lnTo>
                  <a:pt x="1337996" y="986308"/>
                </a:lnTo>
                <a:close/>
                <a:moveTo>
                  <a:pt x="2566126" y="947333"/>
                </a:moveTo>
                <a:cubicBezTo>
                  <a:pt x="2490968" y="947333"/>
                  <a:pt x="2430039" y="1008262"/>
                  <a:pt x="2430039" y="1083421"/>
                </a:cubicBezTo>
                <a:lnTo>
                  <a:pt x="2430039" y="1283715"/>
                </a:lnTo>
                <a:lnTo>
                  <a:pt x="2240561" y="1283715"/>
                </a:lnTo>
                <a:cubicBezTo>
                  <a:pt x="2165402" y="1283715"/>
                  <a:pt x="2104473" y="1344644"/>
                  <a:pt x="2104473" y="1419803"/>
                </a:cubicBezTo>
                <a:lnTo>
                  <a:pt x="2104473" y="1443548"/>
                </a:lnTo>
                <a:cubicBezTo>
                  <a:pt x="2104473" y="1518707"/>
                  <a:pt x="2165402" y="1579635"/>
                  <a:pt x="2240561" y="1579635"/>
                </a:cubicBezTo>
                <a:lnTo>
                  <a:pt x="2430039" y="1579635"/>
                </a:lnTo>
                <a:lnTo>
                  <a:pt x="2430039" y="1758296"/>
                </a:lnTo>
                <a:cubicBezTo>
                  <a:pt x="2430039" y="1833454"/>
                  <a:pt x="2490968" y="1894383"/>
                  <a:pt x="2566126" y="1894383"/>
                </a:cubicBezTo>
                <a:lnTo>
                  <a:pt x="2589871" y="1894383"/>
                </a:lnTo>
                <a:cubicBezTo>
                  <a:pt x="2665030" y="1894383"/>
                  <a:pt x="2725959" y="1833454"/>
                  <a:pt x="2725959" y="1758296"/>
                </a:cubicBezTo>
                <a:lnTo>
                  <a:pt x="2725959" y="1579635"/>
                </a:lnTo>
                <a:lnTo>
                  <a:pt x="2915437" y="1579635"/>
                </a:lnTo>
                <a:cubicBezTo>
                  <a:pt x="2990595" y="1579635"/>
                  <a:pt x="3051524" y="1518707"/>
                  <a:pt x="3051524" y="1443548"/>
                </a:cubicBezTo>
                <a:lnTo>
                  <a:pt x="3051524" y="1419803"/>
                </a:lnTo>
                <a:cubicBezTo>
                  <a:pt x="3051524" y="1344644"/>
                  <a:pt x="2990595" y="1283715"/>
                  <a:pt x="2915437" y="1283715"/>
                </a:cubicBezTo>
                <a:lnTo>
                  <a:pt x="2725959" y="1283715"/>
                </a:lnTo>
                <a:lnTo>
                  <a:pt x="2725959" y="1083421"/>
                </a:lnTo>
                <a:cubicBezTo>
                  <a:pt x="2725959" y="1008262"/>
                  <a:pt x="2665030" y="947333"/>
                  <a:pt x="2589871" y="947333"/>
                </a:cubicBezTo>
                <a:close/>
                <a:moveTo>
                  <a:pt x="2175584" y="448446"/>
                </a:moveTo>
                <a:lnTo>
                  <a:pt x="2342436" y="448446"/>
                </a:lnTo>
                <a:cubicBezTo>
                  <a:pt x="2365949" y="448446"/>
                  <a:pt x="2385010" y="467507"/>
                  <a:pt x="2385010" y="491020"/>
                </a:cubicBezTo>
                <a:lnTo>
                  <a:pt x="2385010" y="513872"/>
                </a:lnTo>
                <a:cubicBezTo>
                  <a:pt x="2385010" y="537385"/>
                  <a:pt x="2365949" y="556446"/>
                  <a:pt x="2342436" y="556446"/>
                </a:cubicBezTo>
                <a:lnTo>
                  <a:pt x="2175584" y="556446"/>
                </a:lnTo>
                <a:cubicBezTo>
                  <a:pt x="2152071" y="556446"/>
                  <a:pt x="2133010" y="537385"/>
                  <a:pt x="2133010" y="513872"/>
                </a:cubicBezTo>
                <a:lnTo>
                  <a:pt x="2133010" y="491020"/>
                </a:lnTo>
                <a:cubicBezTo>
                  <a:pt x="2133010" y="467507"/>
                  <a:pt x="2152071" y="448446"/>
                  <a:pt x="2175584" y="448446"/>
                </a:cubicBezTo>
                <a:close/>
                <a:moveTo>
                  <a:pt x="1313354" y="439278"/>
                </a:moveTo>
                <a:lnTo>
                  <a:pt x="1480043" y="446666"/>
                </a:lnTo>
                <a:cubicBezTo>
                  <a:pt x="1503533" y="447707"/>
                  <a:pt x="1521731" y="467594"/>
                  <a:pt x="1520690" y="491084"/>
                </a:cubicBezTo>
                <a:lnTo>
                  <a:pt x="1519678" y="513913"/>
                </a:lnTo>
                <a:cubicBezTo>
                  <a:pt x="1518636" y="537403"/>
                  <a:pt x="1498750" y="555601"/>
                  <a:pt x="1475260" y="554560"/>
                </a:cubicBezTo>
                <a:lnTo>
                  <a:pt x="1308572" y="547172"/>
                </a:lnTo>
                <a:cubicBezTo>
                  <a:pt x="1285082" y="546130"/>
                  <a:pt x="1266884" y="526244"/>
                  <a:pt x="1267925" y="502754"/>
                </a:cubicBezTo>
                <a:lnTo>
                  <a:pt x="1268937" y="479925"/>
                </a:lnTo>
                <a:cubicBezTo>
                  <a:pt x="1269978" y="456435"/>
                  <a:pt x="1289864" y="438236"/>
                  <a:pt x="1313354" y="439278"/>
                </a:cubicBezTo>
                <a:close/>
                <a:moveTo>
                  <a:pt x="1782480" y="391192"/>
                </a:moveTo>
                <a:lnTo>
                  <a:pt x="1854488" y="391192"/>
                </a:lnTo>
                <a:cubicBezTo>
                  <a:pt x="1947917" y="391192"/>
                  <a:pt x="2023656" y="466931"/>
                  <a:pt x="2023656" y="560360"/>
                </a:cubicBezTo>
                <a:lnTo>
                  <a:pt x="2023656" y="721195"/>
                </a:lnTo>
                <a:lnTo>
                  <a:pt x="3934890" y="721195"/>
                </a:lnTo>
                <a:lnTo>
                  <a:pt x="3934890" y="2109731"/>
                </a:lnTo>
                <a:lnTo>
                  <a:pt x="14197" y="2109731"/>
                </a:lnTo>
                <a:lnTo>
                  <a:pt x="14197" y="2114574"/>
                </a:lnTo>
                <a:lnTo>
                  <a:pt x="0" y="2114574"/>
                </a:lnTo>
                <a:lnTo>
                  <a:pt x="0" y="1828455"/>
                </a:lnTo>
                <a:cubicBezTo>
                  <a:pt x="0" y="1608528"/>
                  <a:pt x="178286" y="1430242"/>
                  <a:pt x="398213" y="1430242"/>
                </a:cubicBezTo>
                <a:lnTo>
                  <a:pt x="519518" y="1430242"/>
                </a:lnTo>
                <a:lnTo>
                  <a:pt x="519518" y="977203"/>
                </a:lnTo>
                <a:cubicBezTo>
                  <a:pt x="519518" y="876538"/>
                  <a:pt x="601123" y="794933"/>
                  <a:pt x="701788" y="794933"/>
                </a:cubicBezTo>
                <a:lnTo>
                  <a:pt x="1349377" y="794933"/>
                </a:lnTo>
                <a:lnTo>
                  <a:pt x="1349377" y="721195"/>
                </a:lnTo>
                <a:lnTo>
                  <a:pt x="1613312" y="721195"/>
                </a:lnTo>
                <a:lnTo>
                  <a:pt x="1613312" y="560360"/>
                </a:lnTo>
                <a:cubicBezTo>
                  <a:pt x="1613312" y="466931"/>
                  <a:pt x="1689051" y="391192"/>
                  <a:pt x="1782480" y="391192"/>
                </a:cubicBezTo>
                <a:close/>
                <a:moveTo>
                  <a:pt x="2217013" y="121841"/>
                </a:moveTo>
                <a:cubicBezTo>
                  <a:pt x="2228118" y="123263"/>
                  <a:pt x="2238680" y="128922"/>
                  <a:pt x="2246068" y="138480"/>
                </a:cubicBezTo>
                <a:lnTo>
                  <a:pt x="2260428" y="157060"/>
                </a:lnTo>
                <a:cubicBezTo>
                  <a:pt x="2275203" y="176176"/>
                  <a:pt x="2271684" y="203650"/>
                  <a:pt x="2252568" y="218425"/>
                </a:cubicBezTo>
                <a:lnTo>
                  <a:pt x="2122407" y="319028"/>
                </a:lnTo>
                <a:cubicBezTo>
                  <a:pt x="2103291" y="333803"/>
                  <a:pt x="2075817" y="330283"/>
                  <a:pt x="2061042" y="311168"/>
                </a:cubicBezTo>
                <a:lnTo>
                  <a:pt x="2046682" y="292588"/>
                </a:lnTo>
                <a:cubicBezTo>
                  <a:pt x="2031907" y="273472"/>
                  <a:pt x="2035426" y="245997"/>
                  <a:pt x="2054542" y="231223"/>
                </a:cubicBezTo>
                <a:lnTo>
                  <a:pt x="2184703" y="130620"/>
                </a:lnTo>
                <a:cubicBezTo>
                  <a:pt x="2194261" y="123232"/>
                  <a:pt x="2205908" y="120418"/>
                  <a:pt x="2217013" y="121841"/>
                </a:cubicBezTo>
                <a:close/>
                <a:moveTo>
                  <a:pt x="1478016" y="112448"/>
                </a:moveTo>
                <a:cubicBezTo>
                  <a:pt x="1488894" y="113071"/>
                  <a:pt x="1499534" y="117844"/>
                  <a:pt x="1507358" y="126619"/>
                </a:cubicBezTo>
                <a:lnTo>
                  <a:pt x="1618401" y="251155"/>
                </a:lnTo>
                <a:cubicBezTo>
                  <a:pt x="1634050" y="268704"/>
                  <a:pt x="1632508" y="295617"/>
                  <a:pt x="1614958" y="311265"/>
                </a:cubicBezTo>
                <a:lnTo>
                  <a:pt x="1597902" y="326473"/>
                </a:lnTo>
                <a:cubicBezTo>
                  <a:pt x="1580352" y="342122"/>
                  <a:pt x="1553440" y="340580"/>
                  <a:pt x="1537792" y="323030"/>
                </a:cubicBezTo>
                <a:lnTo>
                  <a:pt x="1426749" y="198495"/>
                </a:lnTo>
                <a:cubicBezTo>
                  <a:pt x="1411101" y="180945"/>
                  <a:pt x="1412642" y="154033"/>
                  <a:pt x="1430192" y="138385"/>
                </a:cubicBezTo>
                <a:lnTo>
                  <a:pt x="1447248" y="123176"/>
                </a:lnTo>
                <a:cubicBezTo>
                  <a:pt x="1456023" y="115352"/>
                  <a:pt x="1467139" y="111825"/>
                  <a:pt x="1478016" y="112448"/>
                </a:cubicBezTo>
                <a:close/>
                <a:moveTo>
                  <a:pt x="1837237" y="58"/>
                </a:moveTo>
                <a:lnTo>
                  <a:pt x="1861379" y="1283"/>
                </a:lnTo>
                <a:cubicBezTo>
                  <a:pt x="1886217" y="2543"/>
                  <a:pt x="1905332" y="23700"/>
                  <a:pt x="1904072" y="48538"/>
                </a:cubicBezTo>
                <a:lnTo>
                  <a:pt x="1895868" y="210266"/>
                </a:lnTo>
                <a:cubicBezTo>
                  <a:pt x="1894608" y="235105"/>
                  <a:pt x="1873451" y="254219"/>
                  <a:pt x="1848613" y="252959"/>
                </a:cubicBezTo>
                <a:lnTo>
                  <a:pt x="1824471" y="251735"/>
                </a:lnTo>
                <a:cubicBezTo>
                  <a:pt x="1799633" y="250475"/>
                  <a:pt x="1780518" y="229317"/>
                  <a:pt x="1781778" y="204479"/>
                </a:cubicBezTo>
                <a:lnTo>
                  <a:pt x="1789981" y="42751"/>
                </a:lnTo>
                <a:cubicBezTo>
                  <a:pt x="1791241" y="17913"/>
                  <a:pt x="1812399" y="-1201"/>
                  <a:pt x="1837237" y="58"/>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55" name="Google Shape;555;p65"/>
          <p:cNvSpPr/>
          <p:nvPr/>
        </p:nvSpPr>
        <p:spPr>
          <a:xfrm>
            <a:off x="5160429" y="1836181"/>
            <a:ext cx="319272" cy="146641"/>
          </a:xfrm>
          <a:custGeom>
            <a:avLst/>
            <a:gdLst/>
            <a:ahLst/>
            <a:cxnLst/>
            <a:rect l="l" t="t" r="r" b="b"/>
            <a:pathLst>
              <a:path w="3990895" h="3087182" extrusionOk="0">
                <a:moveTo>
                  <a:pt x="1740403" y="2573711"/>
                </a:moveTo>
                <a:cubicBezTo>
                  <a:pt x="1526257" y="2580937"/>
                  <a:pt x="1290256" y="2583516"/>
                  <a:pt x="1065139" y="2579843"/>
                </a:cubicBezTo>
                <a:lnTo>
                  <a:pt x="1065139" y="2871158"/>
                </a:lnTo>
                <a:lnTo>
                  <a:pt x="1740403" y="2871158"/>
                </a:lnTo>
                <a:close/>
                <a:moveTo>
                  <a:pt x="3583963" y="1148535"/>
                </a:moveTo>
                <a:cubicBezTo>
                  <a:pt x="3442121" y="1148535"/>
                  <a:pt x="3324432" y="1262284"/>
                  <a:pt x="3303071" y="1411513"/>
                </a:cubicBezTo>
                <a:lnTo>
                  <a:pt x="3604802" y="1436594"/>
                </a:lnTo>
                <a:cubicBezTo>
                  <a:pt x="3607651" y="1483680"/>
                  <a:pt x="3627953" y="1483631"/>
                  <a:pt x="3630802" y="1530717"/>
                </a:cubicBezTo>
                <a:lnTo>
                  <a:pt x="3339635" y="1623071"/>
                </a:lnTo>
                <a:cubicBezTo>
                  <a:pt x="3388511" y="1715368"/>
                  <a:pt x="3479714" y="1776813"/>
                  <a:pt x="3583963" y="1776813"/>
                </a:cubicBezTo>
                <a:cubicBezTo>
                  <a:pt x="3741685" y="1776813"/>
                  <a:pt x="3869544" y="1636168"/>
                  <a:pt x="3869544" y="1462674"/>
                </a:cubicBezTo>
                <a:cubicBezTo>
                  <a:pt x="3869544" y="1289180"/>
                  <a:pt x="3741685" y="1148535"/>
                  <a:pt x="3583963" y="1148535"/>
                </a:cubicBezTo>
                <a:close/>
                <a:moveTo>
                  <a:pt x="1942038" y="765538"/>
                </a:moveTo>
                <a:cubicBezTo>
                  <a:pt x="1858825" y="765538"/>
                  <a:pt x="1791368" y="832995"/>
                  <a:pt x="1791368" y="916208"/>
                </a:cubicBezTo>
                <a:lnTo>
                  <a:pt x="1791368" y="1175206"/>
                </a:lnTo>
                <a:lnTo>
                  <a:pt x="1596655" y="1175206"/>
                </a:lnTo>
                <a:cubicBezTo>
                  <a:pt x="1505121" y="1175206"/>
                  <a:pt x="1430918" y="1249409"/>
                  <a:pt x="1430918" y="1340943"/>
                </a:cubicBezTo>
                <a:lnTo>
                  <a:pt x="1430918" y="1369861"/>
                </a:lnTo>
                <a:cubicBezTo>
                  <a:pt x="1430918" y="1461395"/>
                  <a:pt x="1505121" y="1535598"/>
                  <a:pt x="1596655" y="1535598"/>
                </a:cubicBezTo>
                <a:lnTo>
                  <a:pt x="1791368" y="1535598"/>
                </a:lnTo>
                <a:lnTo>
                  <a:pt x="1791368" y="1768249"/>
                </a:lnTo>
                <a:cubicBezTo>
                  <a:pt x="1791368" y="1851462"/>
                  <a:pt x="1858825" y="1918919"/>
                  <a:pt x="1942038" y="1918919"/>
                </a:cubicBezTo>
                <a:lnTo>
                  <a:pt x="1968327" y="1918919"/>
                </a:lnTo>
                <a:cubicBezTo>
                  <a:pt x="2051540" y="1918919"/>
                  <a:pt x="2118997" y="1851462"/>
                  <a:pt x="2118997" y="1768249"/>
                </a:cubicBezTo>
                <a:lnTo>
                  <a:pt x="2118997" y="1535598"/>
                </a:lnTo>
                <a:lnTo>
                  <a:pt x="2313709" y="1535598"/>
                </a:lnTo>
                <a:cubicBezTo>
                  <a:pt x="2377432" y="1535598"/>
                  <a:pt x="2432756" y="1499636"/>
                  <a:pt x="2458635" y="1445923"/>
                </a:cubicBezTo>
                <a:lnTo>
                  <a:pt x="2460889" y="1424521"/>
                </a:lnTo>
                <a:lnTo>
                  <a:pt x="2465213" y="1420689"/>
                </a:lnTo>
                <a:lnTo>
                  <a:pt x="2471533" y="1306607"/>
                </a:lnTo>
                <a:cubicBezTo>
                  <a:pt x="2459663" y="1231205"/>
                  <a:pt x="2393226" y="1175206"/>
                  <a:pt x="2313709" y="1175206"/>
                </a:cubicBezTo>
                <a:lnTo>
                  <a:pt x="2118997" y="1175206"/>
                </a:lnTo>
                <a:lnTo>
                  <a:pt x="2118997" y="916208"/>
                </a:lnTo>
                <a:cubicBezTo>
                  <a:pt x="2118997" y="832995"/>
                  <a:pt x="2051540" y="765538"/>
                  <a:pt x="1968327" y="765538"/>
                </a:cubicBezTo>
                <a:close/>
                <a:moveTo>
                  <a:pt x="1226605" y="630723"/>
                </a:moveTo>
                <a:cubicBezTo>
                  <a:pt x="838390" y="598973"/>
                  <a:pt x="590161" y="1384786"/>
                  <a:pt x="585832" y="1535598"/>
                </a:cubicBezTo>
                <a:lnTo>
                  <a:pt x="1226028" y="1522898"/>
                </a:lnTo>
                <a:cubicBezTo>
                  <a:pt x="1226221" y="1225506"/>
                  <a:pt x="1226412" y="928115"/>
                  <a:pt x="1226605" y="630723"/>
                </a:cubicBezTo>
                <a:close/>
                <a:moveTo>
                  <a:pt x="1740403" y="0"/>
                </a:moveTo>
                <a:lnTo>
                  <a:pt x="1871327" y="0"/>
                </a:lnTo>
                <a:lnTo>
                  <a:pt x="1871327" y="90089"/>
                </a:lnTo>
                <a:lnTo>
                  <a:pt x="3425865" y="90089"/>
                </a:lnTo>
                <a:lnTo>
                  <a:pt x="3425865" y="270089"/>
                </a:lnTo>
                <a:lnTo>
                  <a:pt x="1871327" y="270089"/>
                </a:lnTo>
                <a:lnTo>
                  <a:pt x="1871327" y="427547"/>
                </a:lnTo>
                <a:cubicBezTo>
                  <a:pt x="2156809" y="438659"/>
                  <a:pt x="2415168" y="481953"/>
                  <a:pt x="2487431" y="551123"/>
                </a:cubicBezTo>
                <a:cubicBezTo>
                  <a:pt x="2638328" y="637553"/>
                  <a:pt x="2742817" y="987481"/>
                  <a:pt x="2780551" y="1368079"/>
                </a:cubicBezTo>
                <a:lnTo>
                  <a:pt x="3165273" y="1400059"/>
                </a:lnTo>
                <a:cubicBezTo>
                  <a:pt x="3190861" y="1176596"/>
                  <a:pt x="3364791" y="1004519"/>
                  <a:pt x="3575259" y="1004519"/>
                </a:cubicBezTo>
                <a:cubicBezTo>
                  <a:pt x="3804809" y="1004519"/>
                  <a:pt x="3990895" y="1209214"/>
                  <a:pt x="3990895" y="1461719"/>
                </a:cubicBezTo>
                <a:cubicBezTo>
                  <a:pt x="3990895" y="1714224"/>
                  <a:pt x="3804809" y="1918919"/>
                  <a:pt x="3575259" y="1918919"/>
                </a:cubicBezTo>
                <a:cubicBezTo>
                  <a:pt x="3412624" y="1918919"/>
                  <a:pt x="3271807" y="1816170"/>
                  <a:pt x="3205139" y="1665732"/>
                </a:cubicBezTo>
                <a:lnTo>
                  <a:pt x="2796520" y="1795340"/>
                </a:lnTo>
                <a:cubicBezTo>
                  <a:pt x="2783205" y="2186453"/>
                  <a:pt x="2688635" y="2514652"/>
                  <a:pt x="2490527" y="2506536"/>
                </a:cubicBezTo>
                <a:cubicBezTo>
                  <a:pt x="2438297" y="2531587"/>
                  <a:pt x="2205857" y="2554006"/>
                  <a:pt x="1904505" y="2567479"/>
                </a:cubicBezTo>
                <a:lnTo>
                  <a:pt x="1904505" y="2871158"/>
                </a:lnTo>
                <a:lnTo>
                  <a:pt x="2689643" y="2871158"/>
                </a:lnTo>
                <a:cubicBezTo>
                  <a:pt x="2749296" y="2871158"/>
                  <a:pt x="2797655" y="2919517"/>
                  <a:pt x="2797655" y="2979170"/>
                </a:cubicBezTo>
                <a:cubicBezTo>
                  <a:pt x="2797655" y="3038823"/>
                  <a:pt x="2749296" y="3087182"/>
                  <a:pt x="2689643" y="3087182"/>
                </a:cubicBezTo>
                <a:lnTo>
                  <a:pt x="457395" y="3087182"/>
                </a:lnTo>
                <a:lnTo>
                  <a:pt x="430555" y="3081994"/>
                </a:lnTo>
                <a:lnTo>
                  <a:pt x="427761" y="3087182"/>
                </a:lnTo>
                <a:lnTo>
                  <a:pt x="366119" y="3053981"/>
                </a:lnTo>
                <a:cubicBezTo>
                  <a:pt x="365594" y="3054050"/>
                  <a:pt x="365174" y="3053869"/>
                  <a:pt x="364754" y="3053685"/>
                </a:cubicBezTo>
                <a:lnTo>
                  <a:pt x="64754" y="2922467"/>
                </a:lnTo>
                <a:cubicBezTo>
                  <a:pt x="10101" y="2898562"/>
                  <a:pt x="-14826" y="2834876"/>
                  <a:pt x="9079" y="2780223"/>
                </a:cubicBezTo>
                <a:cubicBezTo>
                  <a:pt x="27008" y="2739232"/>
                  <a:pt x="67313" y="2714963"/>
                  <a:pt x="109402" y="2715476"/>
                </a:cubicBezTo>
                <a:cubicBezTo>
                  <a:pt x="123432" y="2715647"/>
                  <a:pt x="137660" y="2718571"/>
                  <a:pt x="151323" y="2724547"/>
                </a:cubicBezTo>
                <a:lnTo>
                  <a:pt x="439379" y="2850541"/>
                </a:lnTo>
                <a:lnTo>
                  <a:pt x="493513" y="2871158"/>
                </a:lnTo>
                <a:lnTo>
                  <a:pt x="921139" y="2871158"/>
                </a:lnTo>
                <a:lnTo>
                  <a:pt x="921139" y="2576699"/>
                </a:lnTo>
                <a:lnTo>
                  <a:pt x="936415" y="2576699"/>
                </a:lnTo>
                <a:cubicBezTo>
                  <a:pt x="497926" y="2565212"/>
                  <a:pt x="127915" y="2527380"/>
                  <a:pt x="86500" y="2449386"/>
                </a:cubicBezTo>
                <a:cubicBezTo>
                  <a:pt x="-44935" y="2322713"/>
                  <a:pt x="-80455" y="1751442"/>
                  <a:pt x="377076" y="1584573"/>
                </a:cubicBezTo>
                <a:cubicBezTo>
                  <a:pt x="427628" y="1274829"/>
                  <a:pt x="742960" y="651754"/>
                  <a:pt x="991911" y="524245"/>
                </a:cubicBezTo>
                <a:cubicBezTo>
                  <a:pt x="1112248" y="450334"/>
                  <a:pt x="1428043" y="418134"/>
                  <a:pt x="1740403" y="422848"/>
                </a:cubicBezTo>
                <a:lnTo>
                  <a:pt x="1740403" y="270089"/>
                </a:lnTo>
                <a:lnTo>
                  <a:pt x="185865" y="270089"/>
                </a:lnTo>
                <a:lnTo>
                  <a:pt x="185865" y="90089"/>
                </a:lnTo>
                <a:lnTo>
                  <a:pt x="1740403" y="90089"/>
                </a:ln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56" name="Google Shape;556;p65"/>
          <p:cNvSpPr/>
          <p:nvPr/>
        </p:nvSpPr>
        <p:spPr>
          <a:xfrm>
            <a:off x="9333662" y="3422098"/>
            <a:ext cx="265184" cy="198562"/>
          </a:xfrm>
          <a:custGeom>
            <a:avLst/>
            <a:gdLst/>
            <a:ahLst/>
            <a:cxnLst/>
            <a:rect l="l" t="t" r="r" b="b"/>
            <a:pathLst>
              <a:path w="3788345" h="3782142" extrusionOk="0">
                <a:moveTo>
                  <a:pt x="3559909" y="1946081"/>
                </a:moveTo>
                <a:lnTo>
                  <a:pt x="3571003" y="1946081"/>
                </a:lnTo>
                <a:lnTo>
                  <a:pt x="3598234" y="1951628"/>
                </a:lnTo>
                <a:lnTo>
                  <a:pt x="3623952" y="1957680"/>
                </a:lnTo>
                <a:lnTo>
                  <a:pt x="3648661" y="1965244"/>
                </a:lnTo>
                <a:lnTo>
                  <a:pt x="3671858" y="1975329"/>
                </a:lnTo>
                <a:lnTo>
                  <a:pt x="3692029" y="1986927"/>
                </a:lnTo>
                <a:lnTo>
                  <a:pt x="3710183" y="2001047"/>
                </a:lnTo>
                <a:lnTo>
                  <a:pt x="3725815" y="2018192"/>
                </a:lnTo>
                <a:lnTo>
                  <a:pt x="3746995" y="2049457"/>
                </a:lnTo>
                <a:lnTo>
                  <a:pt x="3763636" y="2082739"/>
                </a:lnTo>
                <a:lnTo>
                  <a:pt x="3775234" y="2116526"/>
                </a:lnTo>
                <a:lnTo>
                  <a:pt x="3783807" y="2151321"/>
                </a:lnTo>
                <a:lnTo>
                  <a:pt x="3787337" y="2187124"/>
                </a:lnTo>
                <a:lnTo>
                  <a:pt x="3788345" y="2223936"/>
                </a:lnTo>
                <a:lnTo>
                  <a:pt x="3785320" y="2259235"/>
                </a:lnTo>
                <a:lnTo>
                  <a:pt x="3779772" y="2296047"/>
                </a:lnTo>
                <a:lnTo>
                  <a:pt x="3772713" y="2331851"/>
                </a:lnTo>
                <a:lnTo>
                  <a:pt x="3762627" y="2367654"/>
                </a:lnTo>
                <a:lnTo>
                  <a:pt x="3750525" y="2402449"/>
                </a:lnTo>
                <a:lnTo>
                  <a:pt x="3736909" y="2436235"/>
                </a:lnTo>
                <a:lnTo>
                  <a:pt x="3722285" y="2468509"/>
                </a:lnTo>
                <a:lnTo>
                  <a:pt x="3706653" y="2499774"/>
                </a:lnTo>
                <a:lnTo>
                  <a:pt x="3691020" y="2529022"/>
                </a:lnTo>
                <a:lnTo>
                  <a:pt x="3674379" y="2555748"/>
                </a:lnTo>
                <a:lnTo>
                  <a:pt x="3657234" y="2580458"/>
                </a:lnTo>
                <a:lnTo>
                  <a:pt x="3641602" y="2603150"/>
                </a:lnTo>
                <a:lnTo>
                  <a:pt x="3617396" y="2630885"/>
                </a:lnTo>
                <a:lnTo>
                  <a:pt x="3591174" y="2657612"/>
                </a:lnTo>
                <a:lnTo>
                  <a:pt x="3560918" y="2682321"/>
                </a:lnTo>
                <a:lnTo>
                  <a:pt x="3527636" y="2704005"/>
                </a:lnTo>
                <a:lnTo>
                  <a:pt x="3491832" y="2723167"/>
                </a:lnTo>
                <a:lnTo>
                  <a:pt x="3454516" y="2738800"/>
                </a:lnTo>
                <a:lnTo>
                  <a:pt x="3415183" y="2750902"/>
                </a:lnTo>
                <a:lnTo>
                  <a:pt x="3395012" y="2753424"/>
                </a:lnTo>
                <a:lnTo>
                  <a:pt x="3373832" y="2754432"/>
                </a:lnTo>
                <a:lnTo>
                  <a:pt x="3352653" y="2754432"/>
                </a:lnTo>
                <a:lnTo>
                  <a:pt x="3329960" y="2752919"/>
                </a:lnTo>
                <a:lnTo>
                  <a:pt x="3307772" y="2751911"/>
                </a:lnTo>
                <a:lnTo>
                  <a:pt x="3284576" y="2750902"/>
                </a:lnTo>
                <a:lnTo>
                  <a:pt x="3263900" y="2751911"/>
                </a:lnTo>
                <a:lnTo>
                  <a:pt x="3242721" y="2754432"/>
                </a:lnTo>
                <a:lnTo>
                  <a:pt x="3223559" y="2759979"/>
                </a:lnTo>
                <a:lnTo>
                  <a:pt x="3204900" y="2768552"/>
                </a:lnTo>
                <a:lnTo>
                  <a:pt x="3189268" y="2781159"/>
                </a:lnTo>
                <a:lnTo>
                  <a:pt x="3172123" y="2800321"/>
                </a:lnTo>
                <a:lnTo>
                  <a:pt x="3156490" y="2823518"/>
                </a:lnTo>
                <a:lnTo>
                  <a:pt x="3142875" y="2847219"/>
                </a:lnTo>
                <a:lnTo>
                  <a:pt x="3129764" y="2870919"/>
                </a:lnTo>
                <a:lnTo>
                  <a:pt x="3117157" y="2895629"/>
                </a:lnTo>
                <a:lnTo>
                  <a:pt x="3097994" y="2927902"/>
                </a:lnTo>
                <a:lnTo>
                  <a:pt x="3078328" y="2961689"/>
                </a:lnTo>
                <a:lnTo>
                  <a:pt x="3058157" y="2995475"/>
                </a:lnTo>
                <a:lnTo>
                  <a:pt x="3037482" y="3028757"/>
                </a:lnTo>
                <a:lnTo>
                  <a:pt x="3015294" y="3061535"/>
                </a:lnTo>
                <a:lnTo>
                  <a:pt x="2991593" y="3092800"/>
                </a:lnTo>
                <a:lnTo>
                  <a:pt x="2966883" y="3122048"/>
                </a:lnTo>
                <a:lnTo>
                  <a:pt x="2940157" y="3147766"/>
                </a:lnTo>
                <a:lnTo>
                  <a:pt x="2910909" y="3169954"/>
                </a:lnTo>
                <a:lnTo>
                  <a:pt x="2867541" y="3196680"/>
                </a:lnTo>
                <a:lnTo>
                  <a:pt x="2820140" y="3221390"/>
                </a:lnTo>
                <a:lnTo>
                  <a:pt x="2768704" y="3241561"/>
                </a:lnTo>
                <a:lnTo>
                  <a:pt x="2715251" y="3257193"/>
                </a:lnTo>
                <a:lnTo>
                  <a:pt x="2688020" y="3261732"/>
                </a:lnTo>
                <a:lnTo>
                  <a:pt x="2659276" y="3266270"/>
                </a:lnTo>
                <a:lnTo>
                  <a:pt x="2630028" y="3268791"/>
                </a:lnTo>
                <a:lnTo>
                  <a:pt x="2600781" y="3272826"/>
                </a:lnTo>
                <a:lnTo>
                  <a:pt x="2572541" y="3276356"/>
                </a:lnTo>
                <a:lnTo>
                  <a:pt x="2544806" y="3280894"/>
                </a:lnTo>
                <a:lnTo>
                  <a:pt x="2518080" y="3287450"/>
                </a:lnTo>
                <a:lnTo>
                  <a:pt x="2493370" y="3295518"/>
                </a:lnTo>
                <a:lnTo>
                  <a:pt x="2470678" y="3306612"/>
                </a:lnTo>
                <a:lnTo>
                  <a:pt x="2451516" y="3321236"/>
                </a:lnTo>
                <a:lnTo>
                  <a:pt x="2434875" y="3339390"/>
                </a:lnTo>
                <a:lnTo>
                  <a:pt x="2421259" y="3359561"/>
                </a:lnTo>
                <a:lnTo>
                  <a:pt x="2411174" y="3382757"/>
                </a:lnTo>
                <a:lnTo>
                  <a:pt x="2402097" y="3407467"/>
                </a:lnTo>
                <a:lnTo>
                  <a:pt x="2394533" y="3433185"/>
                </a:lnTo>
                <a:lnTo>
                  <a:pt x="2386464" y="3460416"/>
                </a:lnTo>
                <a:lnTo>
                  <a:pt x="2377892" y="3489159"/>
                </a:lnTo>
                <a:lnTo>
                  <a:pt x="2370832" y="3517398"/>
                </a:lnTo>
                <a:lnTo>
                  <a:pt x="2362259" y="3545638"/>
                </a:lnTo>
                <a:lnTo>
                  <a:pt x="2354191" y="3574381"/>
                </a:lnTo>
                <a:lnTo>
                  <a:pt x="2344105" y="3602621"/>
                </a:lnTo>
                <a:lnTo>
                  <a:pt x="2334020" y="3630356"/>
                </a:lnTo>
                <a:lnTo>
                  <a:pt x="2322926" y="3656074"/>
                </a:lnTo>
                <a:lnTo>
                  <a:pt x="2310319" y="3680783"/>
                </a:lnTo>
                <a:lnTo>
                  <a:pt x="2295695" y="3702467"/>
                </a:lnTo>
                <a:lnTo>
                  <a:pt x="2279054" y="3723646"/>
                </a:lnTo>
                <a:lnTo>
                  <a:pt x="2259892" y="3741800"/>
                </a:lnTo>
                <a:lnTo>
                  <a:pt x="2238712" y="3756929"/>
                </a:lnTo>
                <a:lnTo>
                  <a:pt x="2215011" y="3769535"/>
                </a:lnTo>
                <a:lnTo>
                  <a:pt x="2190806" y="3777099"/>
                </a:lnTo>
                <a:lnTo>
                  <a:pt x="2165088" y="3780629"/>
                </a:lnTo>
                <a:lnTo>
                  <a:pt x="2138866" y="3782142"/>
                </a:lnTo>
                <a:lnTo>
                  <a:pt x="2111131" y="3781638"/>
                </a:lnTo>
                <a:lnTo>
                  <a:pt x="2082892" y="3779621"/>
                </a:lnTo>
                <a:lnTo>
                  <a:pt x="2054148" y="3776091"/>
                </a:lnTo>
                <a:lnTo>
                  <a:pt x="2025909" y="3772057"/>
                </a:lnTo>
                <a:lnTo>
                  <a:pt x="1997669" y="3768527"/>
                </a:lnTo>
                <a:lnTo>
                  <a:pt x="1970943" y="3766005"/>
                </a:lnTo>
                <a:lnTo>
                  <a:pt x="1944216" y="3764997"/>
                </a:lnTo>
                <a:lnTo>
                  <a:pt x="1947242" y="3756929"/>
                </a:lnTo>
                <a:lnTo>
                  <a:pt x="1975481" y="3756929"/>
                </a:lnTo>
                <a:lnTo>
                  <a:pt x="2005738" y="3756929"/>
                </a:lnTo>
                <a:lnTo>
                  <a:pt x="2037003" y="3755920"/>
                </a:lnTo>
                <a:lnTo>
                  <a:pt x="2067259" y="3753903"/>
                </a:lnTo>
                <a:lnTo>
                  <a:pt x="2097515" y="3751382"/>
                </a:lnTo>
                <a:lnTo>
                  <a:pt x="2125755" y="3747347"/>
                </a:lnTo>
                <a:lnTo>
                  <a:pt x="2152481" y="3741800"/>
                </a:lnTo>
                <a:lnTo>
                  <a:pt x="2177191" y="3733732"/>
                </a:lnTo>
                <a:lnTo>
                  <a:pt x="2199379" y="3724655"/>
                </a:lnTo>
                <a:lnTo>
                  <a:pt x="2216524" y="3712552"/>
                </a:lnTo>
                <a:lnTo>
                  <a:pt x="2230644" y="3697928"/>
                </a:lnTo>
                <a:lnTo>
                  <a:pt x="2242242" y="3680783"/>
                </a:lnTo>
                <a:lnTo>
                  <a:pt x="2253336" y="3658595"/>
                </a:lnTo>
                <a:lnTo>
                  <a:pt x="2262413" y="3633886"/>
                </a:lnTo>
                <a:lnTo>
                  <a:pt x="2270986" y="3605646"/>
                </a:lnTo>
                <a:lnTo>
                  <a:pt x="2278045" y="3575894"/>
                </a:lnTo>
                <a:lnTo>
                  <a:pt x="2284601" y="3545134"/>
                </a:lnTo>
                <a:lnTo>
                  <a:pt x="2291157" y="3512860"/>
                </a:lnTo>
                <a:lnTo>
                  <a:pt x="2297208" y="3479578"/>
                </a:lnTo>
                <a:lnTo>
                  <a:pt x="2303763" y="3447809"/>
                </a:lnTo>
                <a:lnTo>
                  <a:pt x="2310319" y="3414527"/>
                </a:lnTo>
                <a:lnTo>
                  <a:pt x="2317379" y="3383766"/>
                </a:lnTo>
                <a:lnTo>
                  <a:pt x="2324943" y="3353509"/>
                </a:lnTo>
                <a:lnTo>
                  <a:pt x="2333011" y="3325774"/>
                </a:lnTo>
                <a:lnTo>
                  <a:pt x="2343097" y="3300056"/>
                </a:lnTo>
                <a:lnTo>
                  <a:pt x="2354191" y="3277868"/>
                </a:lnTo>
                <a:lnTo>
                  <a:pt x="2366293" y="3258706"/>
                </a:lnTo>
                <a:lnTo>
                  <a:pt x="2385456" y="3238535"/>
                </a:lnTo>
                <a:lnTo>
                  <a:pt x="2406635" y="3221390"/>
                </a:lnTo>
                <a:lnTo>
                  <a:pt x="2430336" y="3206766"/>
                </a:lnTo>
                <a:lnTo>
                  <a:pt x="2456054" y="3193655"/>
                </a:lnTo>
                <a:lnTo>
                  <a:pt x="2483285" y="3183569"/>
                </a:lnTo>
                <a:lnTo>
                  <a:pt x="2512028" y="3174492"/>
                </a:lnTo>
                <a:lnTo>
                  <a:pt x="2542285" y="3166928"/>
                </a:lnTo>
                <a:lnTo>
                  <a:pt x="2573550" y="3159868"/>
                </a:lnTo>
                <a:lnTo>
                  <a:pt x="2604311" y="3152304"/>
                </a:lnTo>
                <a:lnTo>
                  <a:pt x="2635575" y="3146253"/>
                </a:lnTo>
                <a:lnTo>
                  <a:pt x="2667849" y="3138689"/>
                </a:lnTo>
                <a:lnTo>
                  <a:pt x="2699114" y="3130620"/>
                </a:lnTo>
                <a:lnTo>
                  <a:pt x="2729370" y="3121543"/>
                </a:lnTo>
                <a:lnTo>
                  <a:pt x="2758618" y="3111458"/>
                </a:lnTo>
                <a:lnTo>
                  <a:pt x="2786858" y="3098347"/>
                </a:lnTo>
                <a:lnTo>
                  <a:pt x="2813584" y="3083723"/>
                </a:lnTo>
                <a:lnTo>
                  <a:pt x="2838294" y="3065569"/>
                </a:lnTo>
                <a:lnTo>
                  <a:pt x="2860482" y="3045398"/>
                </a:lnTo>
                <a:lnTo>
                  <a:pt x="2880653" y="3020689"/>
                </a:lnTo>
                <a:lnTo>
                  <a:pt x="2906370" y="2980851"/>
                </a:lnTo>
                <a:lnTo>
                  <a:pt x="2929063" y="2938996"/>
                </a:lnTo>
                <a:lnTo>
                  <a:pt x="2950242" y="2894620"/>
                </a:lnTo>
                <a:lnTo>
                  <a:pt x="2970413" y="2849236"/>
                </a:lnTo>
                <a:lnTo>
                  <a:pt x="2988567" y="2803347"/>
                </a:lnTo>
                <a:lnTo>
                  <a:pt x="3007225" y="2756449"/>
                </a:lnTo>
                <a:lnTo>
                  <a:pt x="3026388" y="2709552"/>
                </a:lnTo>
                <a:lnTo>
                  <a:pt x="3032439" y="2692911"/>
                </a:lnTo>
                <a:lnTo>
                  <a:pt x="3041012" y="2673748"/>
                </a:lnTo>
                <a:lnTo>
                  <a:pt x="3048071" y="2652569"/>
                </a:lnTo>
                <a:lnTo>
                  <a:pt x="3053618" y="2629877"/>
                </a:lnTo>
                <a:lnTo>
                  <a:pt x="3055635" y="2606176"/>
                </a:lnTo>
                <a:lnTo>
                  <a:pt x="3053618" y="2582979"/>
                </a:lnTo>
                <a:lnTo>
                  <a:pt x="3052106" y="2576928"/>
                </a:lnTo>
                <a:lnTo>
                  <a:pt x="3048071" y="2566842"/>
                </a:lnTo>
                <a:lnTo>
                  <a:pt x="3042524" y="2553731"/>
                </a:lnTo>
                <a:lnTo>
                  <a:pt x="3036473" y="2537090"/>
                </a:lnTo>
                <a:lnTo>
                  <a:pt x="3028909" y="2517928"/>
                </a:lnTo>
                <a:lnTo>
                  <a:pt x="3022353" y="2494227"/>
                </a:lnTo>
                <a:lnTo>
                  <a:pt x="3017815" y="2467500"/>
                </a:lnTo>
                <a:lnTo>
                  <a:pt x="3013276" y="2438252"/>
                </a:lnTo>
                <a:lnTo>
                  <a:pt x="3014285" y="2441782"/>
                </a:lnTo>
                <a:lnTo>
                  <a:pt x="3015294" y="2441782"/>
                </a:lnTo>
                <a:lnTo>
                  <a:pt x="3015294" y="2437244"/>
                </a:lnTo>
                <a:lnTo>
                  <a:pt x="3015294" y="2430184"/>
                </a:lnTo>
                <a:lnTo>
                  <a:pt x="3016302" y="2419090"/>
                </a:lnTo>
                <a:lnTo>
                  <a:pt x="3017311" y="2404466"/>
                </a:lnTo>
                <a:lnTo>
                  <a:pt x="3018823" y="2387825"/>
                </a:lnTo>
                <a:lnTo>
                  <a:pt x="3021849" y="2368663"/>
                </a:lnTo>
                <a:lnTo>
                  <a:pt x="3026388" y="2346475"/>
                </a:lnTo>
                <a:lnTo>
                  <a:pt x="3032439" y="2323782"/>
                </a:lnTo>
                <a:lnTo>
                  <a:pt x="3040003" y="2299073"/>
                </a:lnTo>
                <a:lnTo>
                  <a:pt x="3050088" y="2272346"/>
                </a:lnTo>
                <a:lnTo>
                  <a:pt x="3062191" y="2244611"/>
                </a:lnTo>
                <a:lnTo>
                  <a:pt x="3076815" y="2217381"/>
                </a:lnTo>
                <a:lnTo>
                  <a:pt x="3093960" y="2188637"/>
                </a:lnTo>
                <a:lnTo>
                  <a:pt x="3114131" y="2160398"/>
                </a:lnTo>
                <a:lnTo>
                  <a:pt x="3138336" y="2132158"/>
                </a:lnTo>
                <a:lnTo>
                  <a:pt x="3165567" y="2104423"/>
                </a:lnTo>
                <a:lnTo>
                  <a:pt x="3195824" y="2077192"/>
                </a:lnTo>
                <a:lnTo>
                  <a:pt x="3231627" y="2051474"/>
                </a:lnTo>
                <a:lnTo>
                  <a:pt x="3269952" y="2026765"/>
                </a:lnTo>
                <a:lnTo>
                  <a:pt x="3314328" y="2003568"/>
                </a:lnTo>
                <a:lnTo>
                  <a:pt x="3426781" y="1959697"/>
                </a:lnTo>
                <a:lnTo>
                  <a:pt x="3438883" y="1957680"/>
                </a:lnTo>
                <a:lnTo>
                  <a:pt x="3453507" y="1956167"/>
                </a:lnTo>
                <a:lnTo>
                  <a:pt x="3471157" y="1954150"/>
                </a:lnTo>
                <a:lnTo>
                  <a:pt x="3490319" y="1951628"/>
                </a:lnTo>
                <a:lnTo>
                  <a:pt x="3509482" y="1949611"/>
                </a:lnTo>
                <a:lnTo>
                  <a:pt x="3528644" y="1947594"/>
                </a:lnTo>
                <a:lnTo>
                  <a:pt x="3546294" y="1946586"/>
                </a:lnTo>
                <a:close/>
                <a:moveTo>
                  <a:pt x="3271797" y="76200"/>
                </a:moveTo>
                <a:lnTo>
                  <a:pt x="3292421" y="76200"/>
                </a:lnTo>
                <a:lnTo>
                  <a:pt x="3343044" y="86512"/>
                </a:lnTo>
                <a:lnTo>
                  <a:pt x="3390855" y="97762"/>
                </a:lnTo>
                <a:lnTo>
                  <a:pt x="3436791" y="111824"/>
                </a:lnTo>
                <a:lnTo>
                  <a:pt x="3479914" y="130573"/>
                </a:lnTo>
                <a:lnTo>
                  <a:pt x="3517412" y="152135"/>
                </a:lnTo>
                <a:lnTo>
                  <a:pt x="3551161" y="178384"/>
                </a:lnTo>
                <a:lnTo>
                  <a:pt x="3580223" y="210257"/>
                </a:lnTo>
                <a:lnTo>
                  <a:pt x="3619596" y="268380"/>
                </a:lnTo>
                <a:lnTo>
                  <a:pt x="3650532" y="330253"/>
                </a:lnTo>
                <a:lnTo>
                  <a:pt x="3672094" y="393063"/>
                </a:lnTo>
                <a:lnTo>
                  <a:pt x="3688031" y="457748"/>
                </a:lnTo>
                <a:lnTo>
                  <a:pt x="3694593" y="524308"/>
                </a:lnTo>
                <a:lnTo>
                  <a:pt x="3696468" y="592743"/>
                </a:lnTo>
                <a:lnTo>
                  <a:pt x="3690843" y="658365"/>
                </a:lnTo>
                <a:lnTo>
                  <a:pt x="3680531" y="726800"/>
                </a:lnTo>
                <a:lnTo>
                  <a:pt x="3667407" y="793360"/>
                </a:lnTo>
                <a:lnTo>
                  <a:pt x="3648657" y="859920"/>
                </a:lnTo>
                <a:lnTo>
                  <a:pt x="3626158" y="924605"/>
                </a:lnTo>
                <a:lnTo>
                  <a:pt x="3600847" y="987415"/>
                </a:lnTo>
                <a:lnTo>
                  <a:pt x="3573660" y="1047413"/>
                </a:lnTo>
                <a:lnTo>
                  <a:pt x="3544599" y="1105535"/>
                </a:lnTo>
                <a:lnTo>
                  <a:pt x="3515538" y="1159908"/>
                </a:lnTo>
                <a:lnTo>
                  <a:pt x="3484601" y="1209594"/>
                </a:lnTo>
                <a:lnTo>
                  <a:pt x="3452727" y="1255530"/>
                </a:lnTo>
                <a:lnTo>
                  <a:pt x="3423666" y="1297716"/>
                </a:lnTo>
                <a:lnTo>
                  <a:pt x="3378668" y="1349276"/>
                </a:lnTo>
                <a:lnTo>
                  <a:pt x="3329920" y="1398962"/>
                </a:lnTo>
                <a:lnTo>
                  <a:pt x="3273672" y="1444897"/>
                </a:lnTo>
                <a:lnTo>
                  <a:pt x="3211799" y="1485208"/>
                </a:lnTo>
                <a:lnTo>
                  <a:pt x="3145239" y="1520832"/>
                </a:lnTo>
                <a:lnTo>
                  <a:pt x="3075867" y="1549893"/>
                </a:lnTo>
                <a:lnTo>
                  <a:pt x="3002745" y="1572393"/>
                </a:lnTo>
                <a:lnTo>
                  <a:pt x="2965246" y="1577080"/>
                </a:lnTo>
                <a:lnTo>
                  <a:pt x="2925873" y="1578955"/>
                </a:lnTo>
                <a:lnTo>
                  <a:pt x="2886499" y="1578955"/>
                </a:lnTo>
                <a:lnTo>
                  <a:pt x="2844313" y="1576142"/>
                </a:lnTo>
                <a:lnTo>
                  <a:pt x="2803065" y="1574267"/>
                </a:lnTo>
                <a:lnTo>
                  <a:pt x="2759942" y="1572393"/>
                </a:lnTo>
                <a:lnTo>
                  <a:pt x="2721506" y="1574267"/>
                </a:lnTo>
                <a:lnTo>
                  <a:pt x="2682132" y="1578955"/>
                </a:lnTo>
                <a:lnTo>
                  <a:pt x="2646509" y="1589267"/>
                </a:lnTo>
                <a:lnTo>
                  <a:pt x="2611822" y="1605204"/>
                </a:lnTo>
                <a:lnTo>
                  <a:pt x="2582761" y="1628640"/>
                </a:lnTo>
                <a:lnTo>
                  <a:pt x="2550887" y="1664264"/>
                </a:lnTo>
                <a:lnTo>
                  <a:pt x="2521826" y="1707387"/>
                </a:lnTo>
                <a:lnTo>
                  <a:pt x="2496514" y="1751448"/>
                </a:lnTo>
                <a:lnTo>
                  <a:pt x="2472140" y="1795509"/>
                </a:lnTo>
                <a:lnTo>
                  <a:pt x="2448704" y="1841445"/>
                </a:lnTo>
                <a:lnTo>
                  <a:pt x="2413080" y="1901442"/>
                </a:lnTo>
                <a:lnTo>
                  <a:pt x="2376519" y="1964252"/>
                </a:lnTo>
                <a:lnTo>
                  <a:pt x="2339021" y="2027062"/>
                </a:lnTo>
                <a:lnTo>
                  <a:pt x="2300585" y="2088935"/>
                </a:lnTo>
                <a:lnTo>
                  <a:pt x="2259336" y="2149870"/>
                </a:lnTo>
                <a:lnTo>
                  <a:pt x="2215275" y="2207993"/>
                </a:lnTo>
                <a:lnTo>
                  <a:pt x="2169340" y="2262366"/>
                </a:lnTo>
                <a:lnTo>
                  <a:pt x="2119654" y="2310177"/>
                </a:lnTo>
                <a:lnTo>
                  <a:pt x="2065281" y="2351425"/>
                </a:lnTo>
                <a:lnTo>
                  <a:pt x="1984659" y="2401111"/>
                </a:lnTo>
                <a:lnTo>
                  <a:pt x="1896538" y="2447046"/>
                </a:lnTo>
                <a:lnTo>
                  <a:pt x="1800916" y="2484545"/>
                </a:lnTo>
                <a:lnTo>
                  <a:pt x="1701545" y="2513606"/>
                </a:lnTo>
                <a:lnTo>
                  <a:pt x="1650922" y="2522043"/>
                </a:lnTo>
                <a:lnTo>
                  <a:pt x="1597487" y="2530481"/>
                </a:lnTo>
                <a:lnTo>
                  <a:pt x="1543114" y="2535168"/>
                </a:lnTo>
                <a:lnTo>
                  <a:pt x="1488741" y="2542668"/>
                </a:lnTo>
                <a:lnTo>
                  <a:pt x="1436243" y="2549230"/>
                </a:lnTo>
                <a:lnTo>
                  <a:pt x="1384683" y="2557667"/>
                </a:lnTo>
                <a:lnTo>
                  <a:pt x="1334997" y="2569854"/>
                </a:lnTo>
                <a:lnTo>
                  <a:pt x="1289061" y="2584853"/>
                </a:lnTo>
                <a:lnTo>
                  <a:pt x="1246875" y="2605478"/>
                </a:lnTo>
                <a:lnTo>
                  <a:pt x="1211252" y="2632664"/>
                </a:lnTo>
                <a:lnTo>
                  <a:pt x="1180315" y="2666413"/>
                </a:lnTo>
                <a:lnTo>
                  <a:pt x="1155004" y="2703911"/>
                </a:lnTo>
                <a:lnTo>
                  <a:pt x="1136255" y="2747035"/>
                </a:lnTo>
                <a:lnTo>
                  <a:pt x="1119380" y="2792970"/>
                </a:lnTo>
                <a:lnTo>
                  <a:pt x="1105318" y="2840781"/>
                </a:lnTo>
                <a:lnTo>
                  <a:pt x="1090319" y="2891404"/>
                </a:lnTo>
                <a:lnTo>
                  <a:pt x="1074382" y="2944840"/>
                </a:lnTo>
                <a:lnTo>
                  <a:pt x="1061257" y="2997338"/>
                </a:lnTo>
                <a:lnTo>
                  <a:pt x="1045321" y="3049836"/>
                </a:lnTo>
                <a:lnTo>
                  <a:pt x="1030321" y="3103271"/>
                </a:lnTo>
                <a:lnTo>
                  <a:pt x="1011572" y="3155769"/>
                </a:lnTo>
                <a:lnTo>
                  <a:pt x="992823" y="3207329"/>
                </a:lnTo>
                <a:lnTo>
                  <a:pt x="972198" y="3255140"/>
                </a:lnTo>
                <a:lnTo>
                  <a:pt x="948762" y="3301076"/>
                </a:lnTo>
                <a:lnTo>
                  <a:pt x="921575" y="3341387"/>
                </a:lnTo>
                <a:lnTo>
                  <a:pt x="890639" y="3380760"/>
                </a:lnTo>
                <a:lnTo>
                  <a:pt x="855015" y="3414509"/>
                </a:lnTo>
                <a:lnTo>
                  <a:pt x="815642" y="3442633"/>
                </a:lnTo>
                <a:lnTo>
                  <a:pt x="771581" y="3466069"/>
                </a:lnTo>
                <a:lnTo>
                  <a:pt x="726583" y="3480131"/>
                </a:lnTo>
                <a:lnTo>
                  <a:pt x="678772" y="3486694"/>
                </a:lnTo>
                <a:lnTo>
                  <a:pt x="630024" y="3489506"/>
                </a:lnTo>
                <a:lnTo>
                  <a:pt x="578464" y="3488569"/>
                </a:lnTo>
                <a:lnTo>
                  <a:pt x="525966" y="3484819"/>
                </a:lnTo>
                <a:lnTo>
                  <a:pt x="472530" y="3478256"/>
                </a:lnTo>
                <a:lnTo>
                  <a:pt x="420032" y="3470757"/>
                </a:lnTo>
                <a:lnTo>
                  <a:pt x="367534" y="3464195"/>
                </a:lnTo>
                <a:lnTo>
                  <a:pt x="317849" y="3459507"/>
                </a:lnTo>
                <a:lnTo>
                  <a:pt x="268163" y="3457632"/>
                </a:lnTo>
                <a:lnTo>
                  <a:pt x="273788" y="3442633"/>
                </a:lnTo>
                <a:lnTo>
                  <a:pt x="326286" y="3442633"/>
                </a:lnTo>
                <a:lnTo>
                  <a:pt x="382534" y="3442633"/>
                </a:lnTo>
                <a:lnTo>
                  <a:pt x="440656" y="3440758"/>
                </a:lnTo>
                <a:lnTo>
                  <a:pt x="496904" y="3437008"/>
                </a:lnTo>
                <a:lnTo>
                  <a:pt x="553152" y="3432321"/>
                </a:lnTo>
                <a:lnTo>
                  <a:pt x="605650" y="3424821"/>
                </a:lnTo>
                <a:lnTo>
                  <a:pt x="655336" y="3414509"/>
                </a:lnTo>
                <a:lnTo>
                  <a:pt x="701271" y="3399510"/>
                </a:lnTo>
                <a:lnTo>
                  <a:pt x="742520" y="3382635"/>
                </a:lnTo>
                <a:lnTo>
                  <a:pt x="774394" y="3360136"/>
                </a:lnTo>
                <a:lnTo>
                  <a:pt x="800643" y="3332950"/>
                </a:lnTo>
                <a:lnTo>
                  <a:pt x="822204" y="3301076"/>
                </a:lnTo>
                <a:lnTo>
                  <a:pt x="842828" y="3259827"/>
                </a:lnTo>
                <a:lnTo>
                  <a:pt x="859703" y="3213892"/>
                </a:lnTo>
                <a:lnTo>
                  <a:pt x="875640" y="3161394"/>
                </a:lnTo>
                <a:lnTo>
                  <a:pt x="888764" y="3106083"/>
                </a:lnTo>
                <a:lnTo>
                  <a:pt x="900951" y="3048898"/>
                </a:lnTo>
                <a:lnTo>
                  <a:pt x="913138" y="2988900"/>
                </a:lnTo>
                <a:lnTo>
                  <a:pt x="924388" y="2927028"/>
                </a:lnTo>
                <a:lnTo>
                  <a:pt x="936575" y="2867968"/>
                </a:lnTo>
                <a:lnTo>
                  <a:pt x="948762" y="2806095"/>
                </a:lnTo>
                <a:lnTo>
                  <a:pt x="961886" y="2748910"/>
                </a:lnTo>
                <a:lnTo>
                  <a:pt x="975948" y="2692662"/>
                </a:lnTo>
                <a:lnTo>
                  <a:pt x="990948" y="2641101"/>
                </a:lnTo>
                <a:lnTo>
                  <a:pt x="1009697" y="2593291"/>
                </a:lnTo>
                <a:lnTo>
                  <a:pt x="1030321" y="2552042"/>
                </a:lnTo>
                <a:lnTo>
                  <a:pt x="1052820" y="2516419"/>
                </a:lnTo>
                <a:lnTo>
                  <a:pt x="1088444" y="2478920"/>
                </a:lnTo>
                <a:lnTo>
                  <a:pt x="1127817" y="2447046"/>
                </a:lnTo>
                <a:lnTo>
                  <a:pt x="1171878" y="2419860"/>
                </a:lnTo>
                <a:lnTo>
                  <a:pt x="1219689" y="2395486"/>
                </a:lnTo>
                <a:lnTo>
                  <a:pt x="1270312" y="2376736"/>
                </a:lnTo>
                <a:lnTo>
                  <a:pt x="1323747" y="2359862"/>
                </a:lnTo>
                <a:lnTo>
                  <a:pt x="1379995" y="2345800"/>
                </a:lnTo>
                <a:lnTo>
                  <a:pt x="1438118" y="2332676"/>
                </a:lnTo>
                <a:lnTo>
                  <a:pt x="1495303" y="2318614"/>
                </a:lnTo>
                <a:lnTo>
                  <a:pt x="1553426" y="2307364"/>
                </a:lnTo>
                <a:lnTo>
                  <a:pt x="1613424" y="2293302"/>
                </a:lnTo>
                <a:lnTo>
                  <a:pt x="1671546" y="2278303"/>
                </a:lnTo>
                <a:lnTo>
                  <a:pt x="1727794" y="2261428"/>
                </a:lnTo>
                <a:lnTo>
                  <a:pt x="1782167" y="2242679"/>
                </a:lnTo>
                <a:lnTo>
                  <a:pt x="1834665" y="2218305"/>
                </a:lnTo>
                <a:lnTo>
                  <a:pt x="1884351" y="2191119"/>
                </a:lnTo>
                <a:lnTo>
                  <a:pt x="1930286" y="2157370"/>
                </a:lnTo>
                <a:lnTo>
                  <a:pt x="1971535" y="2119871"/>
                </a:lnTo>
                <a:lnTo>
                  <a:pt x="2009033" y="2073936"/>
                </a:lnTo>
                <a:lnTo>
                  <a:pt x="2056844" y="1999876"/>
                </a:lnTo>
                <a:lnTo>
                  <a:pt x="2099030" y="1922067"/>
                </a:lnTo>
                <a:lnTo>
                  <a:pt x="2138403" y="1839570"/>
                </a:lnTo>
                <a:lnTo>
                  <a:pt x="2175902" y="1755198"/>
                </a:lnTo>
                <a:lnTo>
                  <a:pt x="2209651" y="1669889"/>
                </a:lnTo>
                <a:lnTo>
                  <a:pt x="2244337" y="1582705"/>
                </a:lnTo>
                <a:lnTo>
                  <a:pt x="2279960" y="1495520"/>
                </a:lnTo>
                <a:lnTo>
                  <a:pt x="2291210" y="1464584"/>
                </a:lnTo>
                <a:lnTo>
                  <a:pt x="2307147" y="1428961"/>
                </a:lnTo>
                <a:lnTo>
                  <a:pt x="2320271" y="1389587"/>
                </a:lnTo>
                <a:lnTo>
                  <a:pt x="2330583" y="1347401"/>
                </a:lnTo>
                <a:lnTo>
                  <a:pt x="2334333" y="1303340"/>
                </a:lnTo>
                <a:lnTo>
                  <a:pt x="2330583" y="1260217"/>
                </a:lnTo>
                <a:lnTo>
                  <a:pt x="2327771" y="1248967"/>
                </a:lnTo>
                <a:lnTo>
                  <a:pt x="2320271" y="1230218"/>
                </a:lnTo>
                <a:lnTo>
                  <a:pt x="2309959" y="1205844"/>
                </a:lnTo>
                <a:lnTo>
                  <a:pt x="2298710" y="1174908"/>
                </a:lnTo>
                <a:lnTo>
                  <a:pt x="2284648" y="1139284"/>
                </a:lnTo>
                <a:lnTo>
                  <a:pt x="2272461" y="1095223"/>
                </a:lnTo>
                <a:lnTo>
                  <a:pt x="2264024" y="1045538"/>
                </a:lnTo>
                <a:lnTo>
                  <a:pt x="2255586" y="991165"/>
                </a:lnTo>
                <a:lnTo>
                  <a:pt x="2257461" y="997727"/>
                </a:lnTo>
                <a:lnTo>
                  <a:pt x="2259336" y="997727"/>
                </a:lnTo>
                <a:lnTo>
                  <a:pt x="2259336" y="989290"/>
                </a:lnTo>
                <a:lnTo>
                  <a:pt x="2259336" y="976165"/>
                </a:lnTo>
                <a:lnTo>
                  <a:pt x="2261211" y="955541"/>
                </a:lnTo>
                <a:lnTo>
                  <a:pt x="2263086" y="928355"/>
                </a:lnTo>
                <a:lnTo>
                  <a:pt x="2265898" y="897419"/>
                </a:lnTo>
                <a:lnTo>
                  <a:pt x="2271523" y="861795"/>
                </a:lnTo>
                <a:lnTo>
                  <a:pt x="2279960" y="820546"/>
                </a:lnTo>
                <a:lnTo>
                  <a:pt x="2291210" y="778361"/>
                </a:lnTo>
                <a:lnTo>
                  <a:pt x="2305272" y="732425"/>
                </a:lnTo>
                <a:lnTo>
                  <a:pt x="2324021" y="682739"/>
                </a:lnTo>
                <a:lnTo>
                  <a:pt x="2346520" y="631179"/>
                </a:lnTo>
                <a:lnTo>
                  <a:pt x="2373707" y="580556"/>
                </a:lnTo>
                <a:lnTo>
                  <a:pt x="2405580" y="527120"/>
                </a:lnTo>
                <a:lnTo>
                  <a:pt x="2443079" y="474622"/>
                </a:lnTo>
                <a:lnTo>
                  <a:pt x="2488077" y="422124"/>
                </a:lnTo>
                <a:lnTo>
                  <a:pt x="2538700" y="370564"/>
                </a:lnTo>
                <a:lnTo>
                  <a:pt x="2594948" y="319941"/>
                </a:lnTo>
                <a:lnTo>
                  <a:pt x="2661508" y="272130"/>
                </a:lnTo>
                <a:lnTo>
                  <a:pt x="2732755" y="226194"/>
                </a:lnTo>
                <a:lnTo>
                  <a:pt x="2815252" y="183071"/>
                </a:lnTo>
                <a:lnTo>
                  <a:pt x="3024307" y="101512"/>
                </a:lnTo>
                <a:lnTo>
                  <a:pt x="3046806" y="97762"/>
                </a:lnTo>
                <a:lnTo>
                  <a:pt x="3073992" y="94949"/>
                </a:lnTo>
                <a:lnTo>
                  <a:pt x="3106803" y="91200"/>
                </a:lnTo>
                <a:lnTo>
                  <a:pt x="3142427" y="86512"/>
                </a:lnTo>
                <a:lnTo>
                  <a:pt x="3178051" y="82762"/>
                </a:lnTo>
                <a:lnTo>
                  <a:pt x="3213674" y="79013"/>
                </a:lnTo>
                <a:lnTo>
                  <a:pt x="3246485" y="77138"/>
                </a:lnTo>
                <a:close/>
                <a:moveTo>
                  <a:pt x="1863056" y="0"/>
                </a:moveTo>
                <a:lnTo>
                  <a:pt x="1875848" y="0"/>
                </a:lnTo>
                <a:lnTo>
                  <a:pt x="1907248" y="6396"/>
                </a:lnTo>
                <a:lnTo>
                  <a:pt x="1936903" y="13374"/>
                </a:lnTo>
                <a:lnTo>
                  <a:pt x="1965396" y="22096"/>
                </a:lnTo>
                <a:lnTo>
                  <a:pt x="1992144" y="33726"/>
                </a:lnTo>
                <a:lnTo>
                  <a:pt x="2015403" y="47100"/>
                </a:lnTo>
                <a:lnTo>
                  <a:pt x="2036336" y="63381"/>
                </a:lnTo>
                <a:lnTo>
                  <a:pt x="2054362" y="83152"/>
                </a:lnTo>
                <a:lnTo>
                  <a:pt x="2078784" y="119203"/>
                </a:lnTo>
                <a:lnTo>
                  <a:pt x="2097973" y="157581"/>
                </a:lnTo>
                <a:lnTo>
                  <a:pt x="2111347" y="196540"/>
                </a:lnTo>
                <a:lnTo>
                  <a:pt x="2121232" y="236662"/>
                </a:lnTo>
                <a:lnTo>
                  <a:pt x="2125302" y="277947"/>
                </a:lnTo>
                <a:lnTo>
                  <a:pt x="2126465" y="320395"/>
                </a:lnTo>
                <a:lnTo>
                  <a:pt x="2122976" y="361098"/>
                </a:lnTo>
                <a:lnTo>
                  <a:pt x="2116580" y="403546"/>
                </a:lnTo>
                <a:lnTo>
                  <a:pt x="2108439" y="444831"/>
                </a:lnTo>
                <a:lnTo>
                  <a:pt x="2096810" y="486116"/>
                </a:lnTo>
                <a:lnTo>
                  <a:pt x="2082854" y="526238"/>
                </a:lnTo>
                <a:lnTo>
                  <a:pt x="2067154" y="565197"/>
                </a:lnTo>
                <a:lnTo>
                  <a:pt x="2050291" y="602412"/>
                </a:lnTo>
                <a:lnTo>
                  <a:pt x="2032266" y="638463"/>
                </a:lnTo>
                <a:lnTo>
                  <a:pt x="2014240" y="672189"/>
                </a:lnTo>
                <a:lnTo>
                  <a:pt x="1995051" y="703007"/>
                </a:lnTo>
                <a:lnTo>
                  <a:pt x="1975281" y="731500"/>
                </a:lnTo>
                <a:lnTo>
                  <a:pt x="1957255" y="757666"/>
                </a:lnTo>
                <a:lnTo>
                  <a:pt x="1929344" y="789647"/>
                </a:lnTo>
                <a:lnTo>
                  <a:pt x="1899107" y="820466"/>
                </a:lnTo>
                <a:lnTo>
                  <a:pt x="1864219" y="848958"/>
                </a:lnTo>
                <a:lnTo>
                  <a:pt x="1825841" y="873962"/>
                </a:lnTo>
                <a:lnTo>
                  <a:pt x="1784556" y="896058"/>
                </a:lnTo>
                <a:lnTo>
                  <a:pt x="1741527" y="914084"/>
                </a:lnTo>
                <a:lnTo>
                  <a:pt x="1696171" y="928039"/>
                </a:lnTo>
                <a:lnTo>
                  <a:pt x="1672912" y="930947"/>
                </a:lnTo>
                <a:lnTo>
                  <a:pt x="1648490" y="932110"/>
                </a:lnTo>
                <a:lnTo>
                  <a:pt x="1624068" y="932110"/>
                </a:lnTo>
                <a:lnTo>
                  <a:pt x="1597902" y="930365"/>
                </a:lnTo>
                <a:lnTo>
                  <a:pt x="1572317" y="929202"/>
                </a:lnTo>
                <a:lnTo>
                  <a:pt x="1545569" y="928039"/>
                </a:lnTo>
                <a:lnTo>
                  <a:pt x="1521728" y="929202"/>
                </a:lnTo>
                <a:lnTo>
                  <a:pt x="1497306" y="932110"/>
                </a:lnTo>
                <a:lnTo>
                  <a:pt x="1475210" y="938506"/>
                </a:lnTo>
                <a:lnTo>
                  <a:pt x="1453695" y="948391"/>
                </a:lnTo>
                <a:lnTo>
                  <a:pt x="1435669" y="962928"/>
                </a:lnTo>
                <a:lnTo>
                  <a:pt x="1415899" y="985024"/>
                </a:lnTo>
                <a:lnTo>
                  <a:pt x="1397873" y="1011772"/>
                </a:lnTo>
                <a:lnTo>
                  <a:pt x="1382173" y="1039102"/>
                </a:lnTo>
                <a:lnTo>
                  <a:pt x="1367055" y="1066431"/>
                </a:lnTo>
                <a:lnTo>
                  <a:pt x="1352518" y="1094924"/>
                </a:lnTo>
                <a:lnTo>
                  <a:pt x="1330422" y="1132138"/>
                </a:lnTo>
                <a:lnTo>
                  <a:pt x="1307744" y="1171097"/>
                </a:lnTo>
                <a:lnTo>
                  <a:pt x="1284485" y="1210056"/>
                </a:lnTo>
                <a:lnTo>
                  <a:pt x="1260644" y="1248434"/>
                </a:lnTo>
                <a:lnTo>
                  <a:pt x="1235059" y="1286230"/>
                </a:lnTo>
                <a:lnTo>
                  <a:pt x="1207730" y="1322281"/>
                </a:lnTo>
                <a:lnTo>
                  <a:pt x="1179238" y="1356007"/>
                </a:lnTo>
                <a:lnTo>
                  <a:pt x="1148419" y="1385663"/>
                </a:lnTo>
                <a:lnTo>
                  <a:pt x="1114693" y="1411248"/>
                </a:lnTo>
                <a:lnTo>
                  <a:pt x="1064686" y="1442066"/>
                </a:lnTo>
                <a:lnTo>
                  <a:pt x="1010027" y="1470558"/>
                </a:lnTo>
                <a:lnTo>
                  <a:pt x="950717" y="1493818"/>
                </a:lnTo>
                <a:lnTo>
                  <a:pt x="889080" y="1511843"/>
                </a:lnTo>
                <a:lnTo>
                  <a:pt x="857680" y="1517077"/>
                </a:lnTo>
                <a:lnTo>
                  <a:pt x="824536" y="1522310"/>
                </a:lnTo>
                <a:lnTo>
                  <a:pt x="790810" y="1525217"/>
                </a:lnTo>
                <a:lnTo>
                  <a:pt x="757084" y="1529869"/>
                </a:lnTo>
                <a:lnTo>
                  <a:pt x="724522" y="1533940"/>
                </a:lnTo>
                <a:lnTo>
                  <a:pt x="692540" y="1539173"/>
                </a:lnTo>
                <a:lnTo>
                  <a:pt x="661722" y="1546732"/>
                </a:lnTo>
                <a:lnTo>
                  <a:pt x="633230" y="1556036"/>
                </a:lnTo>
                <a:lnTo>
                  <a:pt x="607063" y="1568828"/>
                </a:lnTo>
                <a:lnTo>
                  <a:pt x="584967" y="1585691"/>
                </a:lnTo>
                <a:lnTo>
                  <a:pt x="565778" y="1606624"/>
                </a:lnTo>
                <a:lnTo>
                  <a:pt x="550078" y="1629883"/>
                </a:lnTo>
                <a:lnTo>
                  <a:pt x="538449" y="1656631"/>
                </a:lnTo>
                <a:lnTo>
                  <a:pt x="527982" y="1685124"/>
                </a:lnTo>
                <a:lnTo>
                  <a:pt x="519260" y="1714779"/>
                </a:lnTo>
                <a:lnTo>
                  <a:pt x="509956" y="1746179"/>
                </a:lnTo>
                <a:lnTo>
                  <a:pt x="500071" y="1779323"/>
                </a:lnTo>
                <a:lnTo>
                  <a:pt x="491931" y="1811886"/>
                </a:lnTo>
                <a:lnTo>
                  <a:pt x="482045" y="1844449"/>
                </a:lnTo>
                <a:lnTo>
                  <a:pt x="472742" y="1877593"/>
                </a:lnTo>
                <a:lnTo>
                  <a:pt x="461112" y="1910156"/>
                </a:lnTo>
                <a:lnTo>
                  <a:pt x="449483" y="1942137"/>
                </a:lnTo>
                <a:lnTo>
                  <a:pt x="436690" y="1971793"/>
                </a:lnTo>
                <a:lnTo>
                  <a:pt x="422153" y="2000285"/>
                </a:lnTo>
                <a:lnTo>
                  <a:pt x="405290" y="2025289"/>
                </a:lnTo>
                <a:lnTo>
                  <a:pt x="386102" y="2049711"/>
                </a:lnTo>
                <a:lnTo>
                  <a:pt x="364005" y="2070644"/>
                </a:lnTo>
                <a:lnTo>
                  <a:pt x="339583" y="2088088"/>
                </a:lnTo>
                <a:lnTo>
                  <a:pt x="312254" y="2102625"/>
                </a:lnTo>
                <a:lnTo>
                  <a:pt x="284343" y="2111347"/>
                </a:lnTo>
                <a:lnTo>
                  <a:pt x="254687" y="2115418"/>
                </a:lnTo>
                <a:lnTo>
                  <a:pt x="224450" y="2117162"/>
                </a:lnTo>
                <a:lnTo>
                  <a:pt x="192469" y="2116581"/>
                </a:lnTo>
                <a:lnTo>
                  <a:pt x="159906" y="2114255"/>
                </a:lnTo>
                <a:lnTo>
                  <a:pt x="126762" y="2110184"/>
                </a:lnTo>
                <a:lnTo>
                  <a:pt x="94199" y="2105533"/>
                </a:lnTo>
                <a:lnTo>
                  <a:pt x="61637" y="2101462"/>
                </a:lnTo>
                <a:lnTo>
                  <a:pt x="30818" y="2098555"/>
                </a:lnTo>
                <a:lnTo>
                  <a:pt x="0" y="2097392"/>
                </a:lnTo>
                <a:lnTo>
                  <a:pt x="3489" y="2088088"/>
                </a:lnTo>
                <a:lnTo>
                  <a:pt x="36052" y="2088088"/>
                </a:lnTo>
                <a:lnTo>
                  <a:pt x="70940" y="2088088"/>
                </a:lnTo>
                <a:lnTo>
                  <a:pt x="106992" y="2086925"/>
                </a:lnTo>
                <a:lnTo>
                  <a:pt x="141880" y="2084599"/>
                </a:lnTo>
                <a:lnTo>
                  <a:pt x="176769" y="2081692"/>
                </a:lnTo>
                <a:lnTo>
                  <a:pt x="209332" y="2077040"/>
                </a:lnTo>
                <a:lnTo>
                  <a:pt x="240150" y="2070644"/>
                </a:lnTo>
                <a:lnTo>
                  <a:pt x="268643" y="2061340"/>
                </a:lnTo>
                <a:lnTo>
                  <a:pt x="294228" y="2050874"/>
                </a:lnTo>
                <a:lnTo>
                  <a:pt x="313998" y="2036918"/>
                </a:lnTo>
                <a:lnTo>
                  <a:pt x="330280" y="2020055"/>
                </a:lnTo>
                <a:lnTo>
                  <a:pt x="343654" y="2000285"/>
                </a:lnTo>
                <a:lnTo>
                  <a:pt x="356446" y="1974700"/>
                </a:lnTo>
                <a:lnTo>
                  <a:pt x="366913" y="1946208"/>
                </a:lnTo>
                <a:lnTo>
                  <a:pt x="376798" y="1913645"/>
                </a:lnTo>
                <a:lnTo>
                  <a:pt x="384939" y="1879338"/>
                </a:lnTo>
                <a:lnTo>
                  <a:pt x="392498" y="1843867"/>
                </a:lnTo>
                <a:lnTo>
                  <a:pt x="400057" y="1806653"/>
                </a:lnTo>
                <a:lnTo>
                  <a:pt x="407035" y="1768275"/>
                </a:lnTo>
                <a:lnTo>
                  <a:pt x="414594" y="1731642"/>
                </a:lnTo>
                <a:lnTo>
                  <a:pt x="422153" y="1693265"/>
                </a:lnTo>
                <a:lnTo>
                  <a:pt x="430294" y="1657794"/>
                </a:lnTo>
                <a:lnTo>
                  <a:pt x="439016" y="1622906"/>
                </a:lnTo>
                <a:lnTo>
                  <a:pt x="448320" y="1590924"/>
                </a:lnTo>
                <a:lnTo>
                  <a:pt x="459949" y="1561269"/>
                </a:lnTo>
                <a:lnTo>
                  <a:pt x="472742" y="1535684"/>
                </a:lnTo>
                <a:lnTo>
                  <a:pt x="486697" y="1513588"/>
                </a:lnTo>
                <a:lnTo>
                  <a:pt x="508793" y="1490329"/>
                </a:lnTo>
                <a:lnTo>
                  <a:pt x="533215" y="1470558"/>
                </a:lnTo>
                <a:lnTo>
                  <a:pt x="560545" y="1453696"/>
                </a:lnTo>
                <a:lnTo>
                  <a:pt x="590200" y="1438577"/>
                </a:lnTo>
                <a:lnTo>
                  <a:pt x="621600" y="1426948"/>
                </a:lnTo>
                <a:lnTo>
                  <a:pt x="654744" y="1416481"/>
                </a:lnTo>
                <a:lnTo>
                  <a:pt x="689633" y="1407759"/>
                </a:lnTo>
                <a:lnTo>
                  <a:pt x="725685" y="1399618"/>
                </a:lnTo>
                <a:lnTo>
                  <a:pt x="761155" y="1390896"/>
                </a:lnTo>
                <a:lnTo>
                  <a:pt x="797206" y="1383918"/>
                </a:lnTo>
                <a:lnTo>
                  <a:pt x="834421" y="1375196"/>
                </a:lnTo>
                <a:lnTo>
                  <a:pt x="870473" y="1365892"/>
                </a:lnTo>
                <a:lnTo>
                  <a:pt x="905361" y="1355426"/>
                </a:lnTo>
                <a:lnTo>
                  <a:pt x="939087" y="1343796"/>
                </a:lnTo>
                <a:lnTo>
                  <a:pt x="971650" y="1328678"/>
                </a:lnTo>
                <a:lnTo>
                  <a:pt x="1002468" y="1311815"/>
                </a:lnTo>
                <a:lnTo>
                  <a:pt x="1030961" y="1290882"/>
                </a:lnTo>
                <a:lnTo>
                  <a:pt x="1056546" y="1267623"/>
                </a:lnTo>
                <a:lnTo>
                  <a:pt x="1079805" y="1239130"/>
                </a:lnTo>
                <a:lnTo>
                  <a:pt x="1109460" y="1193193"/>
                </a:lnTo>
                <a:lnTo>
                  <a:pt x="1135627" y="1144931"/>
                </a:lnTo>
                <a:lnTo>
                  <a:pt x="1160049" y="1093761"/>
                </a:lnTo>
                <a:lnTo>
                  <a:pt x="1183308" y="1041428"/>
                </a:lnTo>
                <a:lnTo>
                  <a:pt x="1204241" y="988513"/>
                </a:lnTo>
                <a:lnTo>
                  <a:pt x="1225756" y="934436"/>
                </a:lnTo>
                <a:lnTo>
                  <a:pt x="1247852" y="880358"/>
                </a:lnTo>
                <a:lnTo>
                  <a:pt x="1254830" y="861169"/>
                </a:lnTo>
                <a:lnTo>
                  <a:pt x="1264715" y="839073"/>
                </a:lnTo>
                <a:lnTo>
                  <a:pt x="1272855" y="814651"/>
                </a:lnTo>
                <a:lnTo>
                  <a:pt x="1279252" y="788485"/>
                </a:lnTo>
                <a:lnTo>
                  <a:pt x="1281578" y="761155"/>
                </a:lnTo>
                <a:lnTo>
                  <a:pt x="1279252" y="734407"/>
                </a:lnTo>
                <a:lnTo>
                  <a:pt x="1277507" y="727429"/>
                </a:lnTo>
                <a:lnTo>
                  <a:pt x="1272855" y="715800"/>
                </a:lnTo>
                <a:lnTo>
                  <a:pt x="1266459" y="700681"/>
                </a:lnTo>
                <a:lnTo>
                  <a:pt x="1259481" y="681493"/>
                </a:lnTo>
                <a:lnTo>
                  <a:pt x="1250759" y="659396"/>
                </a:lnTo>
                <a:lnTo>
                  <a:pt x="1243200" y="632067"/>
                </a:lnTo>
                <a:lnTo>
                  <a:pt x="1237967" y="601249"/>
                </a:lnTo>
                <a:lnTo>
                  <a:pt x="1232733" y="567523"/>
                </a:lnTo>
                <a:lnTo>
                  <a:pt x="1233896" y="571593"/>
                </a:lnTo>
                <a:lnTo>
                  <a:pt x="1235059" y="571593"/>
                </a:lnTo>
                <a:lnTo>
                  <a:pt x="1235059" y="566360"/>
                </a:lnTo>
                <a:lnTo>
                  <a:pt x="1235059" y="558219"/>
                </a:lnTo>
                <a:lnTo>
                  <a:pt x="1236222" y="545427"/>
                </a:lnTo>
                <a:lnTo>
                  <a:pt x="1237385" y="528564"/>
                </a:lnTo>
                <a:lnTo>
                  <a:pt x="1239130" y="509375"/>
                </a:lnTo>
                <a:lnTo>
                  <a:pt x="1242619" y="487279"/>
                </a:lnTo>
                <a:lnTo>
                  <a:pt x="1247852" y="461694"/>
                </a:lnTo>
                <a:lnTo>
                  <a:pt x="1254830" y="435527"/>
                </a:lnTo>
                <a:lnTo>
                  <a:pt x="1263552" y="407035"/>
                </a:lnTo>
                <a:lnTo>
                  <a:pt x="1275181" y="376217"/>
                </a:lnTo>
                <a:lnTo>
                  <a:pt x="1289137" y="344235"/>
                </a:lnTo>
                <a:lnTo>
                  <a:pt x="1306000" y="312835"/>
                </a:lnTo>
                <a:lnTo>
                  <a:pt x="1325770" y="279691"/>
                </a:lnTo>
                <a:lnTo>
                  <a:pt x="1349029" y="247128"/>
                </a:lnTo>
                <a:lnTo>
                  <a:pt x="1376940" y="214566"/>
                </a:lnTo>
                <a:lnTo>
                  <a:pt x="1408340" y="182584"/>
                </a:lnTo>
                <a:lnTo>
                  <a:pt x="1443228" y="151184"/>
                </a:lnTo>
                <a:lnTo>
                  <a:pt x="1484513" y="121529"/>
                </a:lnTo>
                <a:lnTo>
                  <a:pt x="1528706" y="93037"/>
                </a:lnTo>
                <a:lnTo>
                  <a:pt x="1579876" y="66288"/>
                </a:lnTo>
                <a:lnTo>
                  <a:pt x="1709545" y="15700"/>
                </a:lnTo>
                <a:lnTo>
                  <a:pt x="1723501" y="13374"/>
                </a:lnTo>
                <a:lnTo>
                  <a:pt x="1740364" y="11629"/>
                </a:lnTo>
                <a:lnTo>
                  <a:pt x="1760715" y="9304"/>
                </a:lnTo>
                <a:lnTo>
                  <a:pt x="1782812" y="6396"/>
                </a:lnTo>
                <a:lnTo>
                  <a:pt x="1804908" y="4070"/>
                </a:lnTo>
                <a:lnTo>
                  <a:pt x="1827004" y="1744"/>
                </a:lnTo>
                <a:lnTo>
                  <a:pt x="1847356" y="581"/>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57" name="Google Shape;557;p65"/>
          <p:cNvSpPr/>
          <p:nvPr/>
        </p:nvSpPr>
        <p:spPr>
          <a:xfrm>
            <a:off x="9345885" y="1674603"/>
            <a:ext cx="277231" cy="207161"/>
          </a:xfrm>
          <a:custGeom>
            <a:avLst/>
            <a:gdLst/>
            <a:ahLst/>
            <a:cxnLst/>
            <a:rect l="l" t="t" r="r" b="b"/>
            <a:pathLst>
              <a:path w="3960440" h="3945921" extrusionOk="0">
                <a:moveTo>
                  <a:pt x="1598844" y="0"/>
                </a:moveTo>
                <a:cubicBezTo>
                  <a:pt x="1857342" y="0"/>
                  <a:pt x="2066896" y="209554"/>
                  <a:pt x="2066896" y="468052"/>
                </a:cubicBezTo>
                <a:cubicBezTo>
                  <a:pt x="2066896" y="646802"/>
                  <a:pt x="1966694" y="802149"/>
                  <a:pt x="1818364" y="879058"/>
                </a:cubicBezTo>
                <a:lnTo>
                  <a:pt x="1965948" y="1429850"/>
                </a:lnTo>
                <a:cubicBezTo>
                  <a:pt x="2234183" y="1439289"/>
                  <a:pt x="2449559" y="1654793"/>
                  <a:pt x="2458766" y="1923094"/>
                </a:cubicBezTo>
                <a:lnTo>
                  <a:pt x="3052787" y="2082261"/>
                </a:lnTo>
                <a:cubicBezTo>
                  <a:pt x="3115207" y="1899813"/>
                  <a:pt x="3288586" y="1769556"/>
                  <a:pt x="3492388" y="1769556"/>
                </a:cubicBezTo>
                <a:cubicBezTo>
                  <a:pt x="3750886" y="1769556"/>
                  <a:pt x="3960440" y="1979110"/>
                  <a:pt x="3960440" y="2237608"/>
                </a:cubicBezTo>
                <a:cubicBezTo>
                  <a:pt x="3960440" y="2496106"/>
                  <a:pt x="3750886" y="2705660"/>
                  <a:pt x="3492388" y="2705660"/>
                </a:cubicBezTo>
                <a:cubicBezTo>
                  <a:pt x="3255123" y="2705660"/>
                  <a:pt x="3059091" y="2529117"/>
                  <a:pt x="3030620" y="2299941"/>
                </a:cubicBezTo>
                <a:lnTo>
                  <a:pt x="2422827" y="2137084"/>
                </a:lnTo>
                <a:cubicBezTo>
                  <a:pt x="2374914" y="2257246"/>
                  <a:pt x="2282973" y="2354960"/>
                  <a:pt x="2166800" y="2410258"/>
                </a:cubicBezTo>
                <a:lnTo>
                  <a:pt x="2329067" y="3015847"/>
                </a:lnTo>
                <a:cubicBezTo>
                  <a:pt x="2559464" y="3043136"/>
                  <a:pt x="2737303" y="3239734"/>
                  <a:pt x="2737303" y="3477869"/>
                </a:cubicBezTo>
                <a:cubicBezTo>
                  <a:pt x="2737303" y="3736367"/>
                  <a:pt x="2527749" y="3945921"/>
                  <a:pt x="2269251" y="3945921"/>
                </a:cubicBezTo>
                <a:cubicBezTo>
                  <a:pt x="2010753" y="3945921"/>
                  <a:pt x="1801199" y="3736367"/>
                  <a:pt x="1801199" y="3477869"/>
                </a:cubicBezTo>
                <a:cubicBezTo>
                  <a:pt x="1801199" y="3274904"/>
                  <a:pt x="1930388" y="3102113"/>
                  <a:pt x="2111643" y="3038969"/>
                </a:cubicBezTo>
                <a:lnTo>
                  <a:pt x="1956503" y="2459980"/>
                </a:lnTo>
                <a:cubicBezTo>
                  <a:pt x="1952432" y="2460875"/>
                  <a:pt x="1948330" y="2460923"/>
                  <a:pt x="1944216" y="2460923"/>
                </a:cubicBezTo>
                <a:cubicBezTo>
                  <a:pt x="1742647" y="2460923"/>
                  <a:pt x="1568040" y="2345487"/>
                  <a:pt x="1484865" y="2176122"/>
                </a:cubicBezTo>
                <a:lnTo>
                  <a:pt x="930415" y="2324686"/>
                </a:lnTo>
                <a:cubicBezTo>
                  <a:pt x="904712" y="2556716"/>
                  <a:pt x="707355" y="2736304"/>
                  <a:pt x="468052" y="2736304"/>
                </a:cubicBezTo>
                <a:cubicBezTo>
                  <a:pt x="209554" y="2736304"/>
                  <a:pt x="0" y="2526750"/>
                  <a:pt x="0" y="2268252"/>
                </a:cubicBezTo>
                <a:cubicBezTo>
                  <a:pt x="0" y="2009754"/>
                  <a:pt x="209554" y="1800200"/>
                  <a:pt x="468052" y="1800200"/>
                </a:cubicBezTo>
                <a:cubicBezTo>
                  <a:pt x="669892" y="1800200"/>
                  <a:pt x="841893" y="1927961"/>
                  <a:pt x="906009" y="2107606"/>
                </a:cubicBezTo>
                <a:lnTo>
                  <a:pt x="1429897" y="1967231"/>
                </a:lnTo>
                <a:cubicBezTo>
                  <a:pt x="1427753" y="1959679"/>
                  <a:pt x="1427584" y="1952005"/>
                  <a:pt x="1427584" y="1944291"/>
                </a:cubicBezTo>
                <a:cubicBezTo>
                  <a:pt x="1427584" y="1727054"/>
                  <a:pt x="1561663" y="1541133"/>
                  <a:pt x="1751891" y="1465536"/>
                </a:cubicBezTo>
                <a:lnTo>
                  <a:pt x="1609736" y="935006"/>
                </a:lnTo>
                <a:cubicBezTo>
                  <a:pt x="1606130" y="936062"/>
                  <a:pt x="1602492" y="936104"/>
                  <a:pt x="1598844" y="936104"/>
                </a:cubicBezTo>
                <a:cubicBezTo>
                  <a:pt x="1340346" y="936104"/>
                  <a:pt x="1130792" y="726550"/>
                  <a:pt x="1130792" y="468052"/>
                </a:cubicBezTo>
                <a:cubicBezTo>
                  <a:pt x="1130792" y="209554"/>
                  <a:pt x="1340346" y="0"/>
                  <a:pt x="1598844"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58" name="Google Shape;558;p65"/>
          <p:cNvSpPr/>
          <p:nvPr/>
        </p:nvSpPr>
        <p:spPr>
          <a:xfrm>
            <a:off x="6493849" y="1276962"/>
            <a:ext cx="264905" cy="226511"/>
          </a:xfrm>
          <a:custGeom>
            <a:avLst/>
            <a:gdLst/>
            <a:ahLst/>
            <a:cxnLst/>
            <a:rect l="l" t="t" r="r" b="b"/>
            <a:pathLst>
              <a:path w="2942" h="3247" extrusionOk="0">
                <a:moveTo>
                  <a:pt x="1516" y="0"/>
                </a:moveTo>
                <a:lnTo>
                  <a:pt x="1644" y="1"/>
                </a:lnTo>
                <a:lnTo>
                  <a:pt x="1764" y="10"/>
                </a:lnTo>
                <a:lnTo>
                  <a:pt x="1878" y="25"/>
                </a:lnTo>
                <a:lnTo>
                  <a:pt x="1987" y="47"/>
                </a:lnTo>
                <a:lnTo>
                  <a:pt x="2091" y="74"/>
                </a:lnTo>
                <a:lnTo>
                  <a:pt x="2187" y="109"/>
                </a:lnTo>
                <a:lnTo>
                  <a:pt x="2280" y="147"/>
                </a:lnTo>
                <a:lnTo>
                  <a:pt x="2365" y="192"/>
                </a:lnTo>
                <a:lnTo>
                  <a:pt x="2445" y="243"/>
                </a:lnTo>
                <a:lnTo>
                  <a:pt x="2522" y="300"/>
                </a:lnTo>
                <a:lnTo>
                  <a:pt x="2591" y="361"/>
                </a:lnTo>
                <a:lnTo>
                  <a:pt x="2654" y="429"/>
                </a:lnTo>
                <a:lnTo>
                  <a:pt x="2713" y="500"/>
                </a:lnTo>
                <a:lnTo>
                  <a:pt x="2765" y="576"/>
                </a:lnTo>
                <a:lnTo>
                  <a:pt x="2813" y="656"/>
                </a:lnTo>
                <a:lnTo>
                  <a:pt x="2845" y="723"/>
                </a:lnTo>
                <a:lnTo>
                  <a:pt x="2873" y="798"/>
                </a:lnTo>
                <a:lnTo>
                  <a:pt x="2898" y="880"/>
                </a:lnTo>
                <a:lnTo>
                  <a:pt x="2918" y="969"/>
                </a:lnTo>
                <a:lnTo>
                  <a:pt x="2933" y="1060"/>
                </a:lnTo>
                <a:lnTo>
                  <a:pt x="2940" y="1154"/>
                </a:lnTo>
                <a:lnTo>
                  <a:pt x="2942" y="1250"/>
                </a:lnTo>
                <a:lnTo>
                  <a:pt x="2936" y="1345"/>
                </a:lnTo>
                <a:lnTo>
                  <a:pt x="2924" y="1438"/>
                </a:lnTo>
                <a:lnTo>
                  <a:pt x="2902" y="1529"/>
                </a:lnTo>
                <a:lnTo>
                  <a:pt x="2873" y="1607"/>
                </a:lnTo>
                <a:lnTo>
                  <a:pt x="2838" y="1680"/>
                </a:lnTo>
                <a:lnTo>
                  <a:pt x="2796" y="1747"/>
                </a:lnTo>
                <a:lnTo>
                  <a:pt x="2753" y="1812"/>
                </a:lnTo>
                <a:lnTo>
                  <a:pt x="2705" y="1876"/>
                </a:lnTo>
                <a:lnTo>
                  <a:pt x="2658" y="1936"/>
                </a:lnTo>
                <a:lnTo>
                  <a:pt x="2611" y="1998"/>
                </a:lnTo>
                <a:lnTo>
                  <a:pt x="2565" y="2060"/>
                </a:lnTo>
                <a:lnTo>
                  <a:pt x="2534" y="2110"/>
                </a:lnTo>
                <a:lnTo>
                  <a:pt x="2509" y="2167"/>
                </a:lnTo>
                <a:lnTo>
                  <a:pt x="2489" y="2227"/>
                </a:lnTo>
                <a:lnTo>
                  <a:pt x="2473" y="2292"/>
                </a:lnTo>
                <a:lnTo>
                  <a:pt x="2471" y="2323"/>
                </a:lnTo>
                <a:lnTo>
                  <a:pt x="2473" y="2360"/>
                </a:lnTo>
                <a:lnTo>
                  <a:pt x="2478" y="2405"/>
                </a:lnTo>
                <a:lnTo>
                  <a:pt x="2485" y="2452"/>
                </a:lnTo>
                <a:lnTo>
                  <a:pt x="2496" y="2503"/>
                </a:lnTo>
                <a:lnTo>
                  <a:pt x="2509" y="2554"/>
                </a:lnTo>
                <a:lnTo>
                  <a:pt x="2522" y="2603"/>
                </a:lnTo>
                <a:lnTo>
                  <a:pt x="2536" y="2650"/>
                </a:lnTo>
                <a:lnTo>
                  <a:pt x="2549" y="2692"/>
                </a:lnTo>
                <a:lnTo>
                  <a:pt x="2562" y="2729"/>
                </a:lnTo>
                <a:lnTo>
                  <a:pt x="2573" y="2756"/>
                </a:lnTo>
                <a:lnTo>
                  <a:pt x="2589" y="2796"/>
                </a:lnTo>
                <a:lnTo>
                  <a:pt x="2604" y="2845"/>
                </a:lnTo>
                <a:lnTo>
                  <a:pt x="2620" y="2900"/>
                </a:lnTo>
                <a:lnTo>
                  <a:pt x="2636" y="2956"/>
                </a:lnTo>
                <a:lnTo>
                  <a:pt x="2654" y="3007"/>
                </a:lnTo>
                <a:lnTo>
                  <a:pt x="2673" y="3052"/>
                </a:lnTo>
                <a:lnTo>
                  <a:pt x="2502" y="3107"/>
                </a:lnTo>
                <a:lnTo>
                  <a:pt x="2336" y="3154"/>
                </a:lnTo>
                <a:lnTo>
                  <a:pt x="2178" y="3192"/>
                </a:lnTo>
                <a:lnTo>
                  <a:pt x="2024" y="3220"/>
                </a:lnTo>
                <a:lnTo>
                  <a:pt x="1874" y="3240"/>
                </a:lnTo>
                <a:lnTo>
                  <a:pt x="1729" y="3247"/>
                </a:lnTo>
                <a:lnTo>
                  <a:pt x="1587" y="3245"/>
                </a:lnTo>
                <a:lnTo>
                  <a:pt x="1449" y="3232"/>
                </a:lnTo>
                <a:lnTo>
                  <a:pt x="1313" y="3209"/>
                </a:lnTo>
                <a:lnTo>
                  <a:pt x="1307" y="3176"/>
                </a:lnTo>
                <a:lnTo>
                  <a:pt x="1300" y="3138"/>
                </a:lnTo>
                <a:lnTo>
                  <a:pt x="1291" y="3092"/>
                </a:lnTo>
                <a:lnTo>
                  <a:pt x="1284" y="3043"/>
                </a:lnTo>
                <a:lnTo>
                  <a:pt x="1274" y="2990"/>
                </a:lnTo>
                <a:lnTo>
                  <a:pt x="1264" y="2936"/>
                </a:lnTo>
                <a:lnTo>
                  <a:pt x="1253" y="2883"/>
                </a:lnTo>
                <a:lnTo>
                  <a:pt x="1240" y="2832"/>
                </a:lnTo>
                <a:lnTo>
                  <a:pt x="1227" y="2783"/>
                </a:lnTo>
                <a:lnTo>
                  <a:pt x="1211" y="2740"/>
                </a:lnTo>
                <a:lnTo>
                  <a:pt x="1194" y="2703"/>
                </a:lnTo>
                <a:lnTo>
                  <a:pt x="1176" y="2674"/>
                </a:lnTo>
                <a:lnTo>
                  <a:pt x="1156" y="2656"/>
                </a:lnTo>
                <a:lnTo>
                  <a:pt x="1134" y="2647"/>
                </a:lnTo>
                <a:lnTo>
                  <a:pt x="1109" y="2643"/>
                </a:lnTo>
                <a:lnTo>
                  <a:pt x="1080" y="2645"/>
                </a:lnTo>
                <a:lnTo>
                  <a:pt x="1051" y="2649"/>
                </a:lnTo>
                <a:lnTo>
                  <a:pt x="1024" y="2656"/>
                </a:lnTo>
                <a:lnTo>
                  <a:pt x="998" y="2663"/>
                </a:lnTo>
                <a:lnTo>
                  <a:pt x="974" y="2670"/>
                </a:lnTo>
                <a:lnTo>
                  <a:pt x="956" y="2676"/>
                </a:lnTo>
                <a:lnTo>
                  <a:pt x="913" y="2690"/>
                </a:lnTo>
                <a:lnTo>
                  <a:pt x="864" y="2703"/>
                </a:lnTo>
                <a:lnTo>
                  <a:pt x="809" y="2714"/>
                </a:lnTo>
                <a:lnTo>
                  <a:pt x="751" y="2721"/>
                </a:lnTo>
                <a:lnTo>
                  <a:pt x="693" y="2727"/>
                </a:lnTo>
                <a:lnTo>
                  <a:pt x="634" y="2729"/>
                </a:lnTo>
                <a:lnTo>
                  <a:pt x="578" y="2725"/>
                </a:lnTo>
                <a:lnTo>
                  <a:pt x="525" y="2716"/>
                </a:lnTo>
                <a:lnTo>
                  <a:pt x="496" y="2709"/>
                </a:lnTo>
                <a:lnTo>
                  <a:pt x="467" y="2696"/>
                </a:lnTo>
                <a:lnTo>
                  <a:pt x="438" y="2681"/>
                </a:lnTo>
                <a:lnTo>
                  <a:pt x="413" y="2663"/>
                </a:lnTo>
                <a:lnTo>
                  <a:pt x="387" y="2641"/>
                </a:lnTo>
                <a:lnTo>
                  <a:pt x="367" y="2618"/>
                </a:lnTo>
                <a:lnTo>
                  <a:pt x="353" y="2589"/>
                </a:lnTo>
                <a:lnTo>
                  <a:pt x="342" y="2556"/>
                </a:lnTo>
                <a:lnTo>
                  <a:pt x="338" y="2520"/>
                </a:lnTo>
                <a:lnTo>
                  <a:pt x="342" y="2480"/>
                </a:lnTo>
                <a:lnTo>
                  <a:pt x="347" y="2452"/>
                </a:lnTo>
                <a:lnTo>
                  <a:pt x="354" y="2421"/>
                </a:lnTo>
                <a:lnTo>
                  <a:pt x="362" y="2389"/>
                </a:lnTo>
                <a:lnTo>
                  <a:pt x="365" y="2358"/>
                </a:lnTo>
                <a:lnTo>
                  <a:pt x="365" y="2325"/>
                </a:lnTo>
                <a:lnTo>
                  <a:pt x="356" y="2296"/>
                </a:lnTo>
                <a:lnTo>
                  <a:pt x="347" y="2280"/>
                </a:lnTo>
                <a:lnTo>
                  <a:pt x="331" y="2265"/>
                </a:lnTo>
                <a:lnTo>
                  <a:pt x="314" y="2254"/>
                </a:lnTo>
                <a:lnTo>
                  <a:pt x="296" y="2245"/>
                </a:lnTo>
                <a:lnTo>
                  <a:pt x="278" y="2232"/>
                </a:lnTo>
                <a:lnTo>
                  <a:pt x="264" y="2218"/>
                </a:lnTo>
                <a:lnTo>
                  <a:pt x="253" y="2200"/>
                </a:lnTo>
                <a:lnTo>
                  <a:pt x="249" y="2180"/>
                </a:lnTo>
                <a:lnTo>
                  <a:pt x="251" y="2160"/>
                </a:lnTo>
                <a:lnTo>
                  <a:pt x="258" y="2141"/>
                </a:lnTo>
                <a:lnTo>
                  <a:pt x="267" y="2125"/>
                </a:lnTo>
                <a:lnTo>
                  <a:pt x="273" y="2109"/>
                </a:lnTo>
                <a:lnTo>
                  <a:pt x="244" y="2089"/>
                </a:lnTo>
                <a:lnTo>
                  <a:pt x="224" y="2069"/>
                </a:lnTo>
                <a:lnTo>
                  <a:pt x="213" y="2049"/>
                </a:lnTo>
                <a:lnTo>
                  <a:pt x="211" y="2027"/>
                </a:lnTo>
                <a:lnTo>
                  <a:pt x="214" y="2007"/>
                </a:lnTo>
                <a:lnTo>
                  <a:pt x="222" y="1985"/>
                </a:lnTo>
                <a:lnTo>
                  <a:pt x="233" y="1963"/>
                </a:lnTo>
                <a:lnTo>
                  <a:pt x="245" y="1941"/>
                </a:lnTo>
                <a:lnTo>
                  <a:pt x="256" y="1918"/>
                </a:lnTo>
                <a:lnTo>
                  <a:pt x="267" y="1896"/>
                </a:lnTo>
                <a:lnTo>
                  <a:pt x="273" y="1872"/>
                </a:lnTo>
                <a:lnTo>
                  <a:pt x="253" y="1854"/>
                </a:lnTo>
                <a:lnTo>
                  <a:pt x="225" y="1840"/>
                </a:lnTo>
                <a:lnTo>
                  <a:pt x="194" y="1827"/>
                </a:lnTo>
                <a:lnTo>
                  <a:pt x="162" y="1816"/>
                </a:lnTo>
                <a:lnTo>
                  <a:pt x="129" y="1805"/>
                </a:lnTo>
                <a:lnTo>
                  <a:pt x="96" y="1794"/>
                </a:lnTo>
                <a:lnTo>
                  <a:pt x="65" y="1781"/>
                </a:lnTo>
                <a:lnTo>
                  <a:pt x="40" y="1767"/>
                </a:lnTo>
                <a:lnTo>
                  <a:pt x="18" y="1747"/>
                </a:lnTo>
                <a:lnTo>
                  <a:pt x="5" y="1723"/>
                </a:lnTo>
                <a:lnTo>
                  <a:pt x="0" y="1698"/>
                </a:lnTo>
                <a:lnTo>
                  <a:pt x="4" y="1674"/>
                </a:lnTo>
                <a:lnTo>
                  <a:pt x="13" y="1652"/>
                </a:lnTo>
                <a:lnTo>
                  <a:pt x="27" y="1634"/>
                </a:lnTo>
                <a:lnTo>
                  <a:pt x="44" y="1616"/>
                </a:lnTo>
                <a:lnTo>
                  <a:pt x="60" y="1601"/>
                </a:lnTo>
                <a:lnTo>
                  <a:pt x="73" y="1589"/>
                </a:lnTo>
                <a:lnTo>
                  <a:pt x="111" y="1545"/>
                </a:lnTo>
                <a:lnTo>
                  <a:pt x="151" y="1505"/>
                </a:lnTo>
                <a:lnTo>
                  <a:pt x="191" y="1465"/>
                </a:lnTo>
                <a:lnTo>
                  <a:pt x="229" y="1421"/>
                </a:lnTo>
                <a:lnTo>
                  <a:pt x="265" y="1378"/>
                </a:lnTo>
                <a:lnTo>
                  <a:pt x="298" y="1329"/>
                </a:lnTo>
                <a:lnTo>
                  <a:pt x="325" y="1276"/>
                </a:lnTo>
                <a:lnTo>
                  <a:pt x="340" y="1232"/>
                </a:lnTo>
                <a:lnTo>
                  <a:pt x="345" y="1189"/>
                </a:lnTo>
                <a:lnTo>
                  <a:pt x="345" y="1143"/>
                </a:lnTo>
                <a:lnTo>
                  <a:pt x="344" y="1094"/>
                </a:lnTo>
                <a:lnTo>
                  <a:pt x="342" y="1045"/>
                </a:lnTo>
                <a:lnTo>
                  <a:pt x="344" y="992"/>
                </a:lnTo>
                <a:lnTo>
                  <a:pt x="349" y="936"/>
                </a:lnTo>
                <a:lnTo>
                  <a:pt x="405" y="705"/>
                </a:lnTo>
                <a:lnTo>
                  <a:pt x="440" y="621"/>
                </a:lnTo>
                <a:lnTo>
                  <a:pt x="482" y="543"/>
                </a:lnTo>
                <a:lnTo>
                  <a:pt x="531" y="470"/>
                </a:lnTo>
                <a:lnTo>
                  <a:pt x="587" y="401"/>
                </a:lnTo>
                <a:lnTo>
                  <a:pt x="649" y="338"/>
                </a:lnTo>
                <a:lnTo>
                  <a:pt x="716" y="280"/>
                </a:lnTo>
                <a:lnTo>
                  <a:pt x="789" y="227"/>
                </a:lnTo>
                <a:lnTo>
                  <a:pt x="865" y="180"/>
                </a:lnTo>
                <a:lnTo>
                  <a:pt x="947" y="138"/>
                </a:lnTo>
                <a:lnTo>
                  <a:pt x="1031" y="103"/>
                </a:lnTo>
                <a:lnTo>
                  <a:pt x="1116" y="72"/>
                </a:lnTo>
                <a:lnTo>
                  <a:pt x="1402" y="9"/>
                </a:lnTo>
                <a:lnTo>
                  <a:pt x="1516"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59" name="Google Shape;559;p65"/>
          <p:cNvSpPr/>
          <p:nvPr/>
        </p:nvSpPr>
        <p:spPr>
          <a:xfrm>
            <a:off x="5701561" y="4098961"/>
            <a:ext cx="261116" cy="238125"/>
          </a:xfrm>
          <a:custGeom>
            <a:avLst/>
            <a:gdLst/>
            <a:ahLst/>
            <a:cxnLst/>
            <a:rect l="l" t="t" r="r" b="b"/>
            <a:pathLst>
              <a:path w="2487" h="3024" extrusionOk="0">
                <a:moveTo>
                  <a:pt x="1073" y="2245"/>
                </a:moveTo>
                <a:lnTo>
                  <a:pt x="1058" y="2260"/>
                </a:lnTo>
                <a:lnTo>
                  <a:pt x="1047" y="2285"/>
                </a:lnTo>
                <a:lnTo>
                  <a:pt x="1038" y="2316"/>
                </a:lnTo>
                <a:lnTo>
                  <a:pt x="1031" y="2353"/>
                </a:lnTo>
                <a:lnTo>
                  <a:pt x="1027" y="2394"/>
                </a:lnTo>
                <a:lnTo>
                  <a:pt x="1025" y="2438"/>
                </a:lnTo>
                <a:lnTo>
                  <a:pt x="1025" y="2484"/>
                </a:lnTo>
                <a:lnTo>
                  <a:pt x="1025" y="2527"/>
                </a:lnTo>
                <a:lnTo>
                  <a:pt x="1027" y="2571"/>
                </a:lnTo>
                <a:lnTo>
                  <a:pt x="1031" y="2611"/>
                </a:lnTo>
                <a:lnTo>
                  <a:pt x="1033" y="2647"/>
                </a:lnTo>
                <a:lnTo>
                  <a:pt x="1035" y="2676"/>
                </a:lnTo>
                <a:lnTo>
                  <a:pt x="1036" y="2698"/>
                </a:lnTo>
                <a:lnTo>
                  <a:pt x="1149" y="2702"/>
                </a:lnTo>
                <a:lnTo>
                  <a:pt x="1153" y="2671"/>
                </a:lnTo>
                <a:lnTo>
                  <a:pt x="1160" y="2634"/>
                </a:lnTo>
                <a:lnTo>
                  <a:pt x="1165" y="2593"/>
                </a:lnTo>
                <a:lnTo>
                  <a:pt x="1171" y="2547"/>
                </a:lnTo>
                <a:lnTo>
                  <a:pt x="1175" y="2500"/>
                </a:lnTo>
                <a:lnTo>
                  <a:pt x="1176" y="2451"/>
                </a:lnTo>
                <a:lnTo>
                  <a:pt x="1178" y="2404"/>
                </a:lnTo>
                <a:lnTo>
                  <a:pt x="1175" y="2360"/>
                </a:lnTo>
                <a:lnTo>
                  <a:pt x="1169" y="2318"/>
                </a:lnTo>
                <a:lnTo>
                  <a:pt x="1160" y="2284"/>
                </a:lnTo>
                <a:lnTo>
                  <a:pt x="1147" y="2256"/>
                </a:lnTo>
                <a:lnTo>
                  <a:pt x="1131" y="2253"/>
                </a:lnTo>
                <a:lnTo>
                  <a:pt x="1115" y="2249"/>
                </a:lnTo>
                <a:lnTo>
                  <a:pt x="1096" y="2245"/>
                </a:lnTo>
                <a:lnTo>
                  <a:pt x="1073" y="2245"/>
                </a:lnTo>
                <a:close/>
                <a:moveTo>
                  <a:pt x="1398" y="2191"/>
                </a:moveTo>
                <a:lnTo>
                  <a:pt x="1371" y="2202"/>
                </a:lnTo>
                <a:lnTo>
                  <a:pt x="1342" y="2211"/>
                </a:lnTo>
                <a:lnTo>
                  <a:pt x="1313" y="2220"/>
                </a:lnTo>
                <a:lnTo>
                  <a:pt x="1285" y="2229"/>
                </a:lnTo>
                <a:lnTo>
                  <a:pt x="1260" y="2242"/>
                </a:lnTo>
                <a:lnTo>
                  <a:pt x="1240" y="2260"/>
                </a:lnTo>
                <a:lnTo>
                  <a:pt x="1235" y="2298"/>
                </a:lnTo>
                <a:lnTo>
                  <a:pt x="1236" y="2338"/>
                </a:lnTo>
                <a:lnTo>
                  <a:pt x="1242" y="2382"/>
                </a:lnTo>
                <a:lnTo>
                  <a:pt x="1253" y="2427"/>
                </a:lnTo>
                <a:lnTo>
                  <a:pt x="1267" y="2473"/>
                </a:lnTo>
                <a:lnTo>
                  <a:pt x="1285" y="2518"/>
                </a:lnTo>
                <a:lnTo>
                  <a:pt x="1302" y="2562"/>
                </a:lnTo>
                <a:lnTo>
                  <a:pt x="1322" y="2604"/>
                </a:lnTo>
                <a:lnTo>
                  <a:pt x="1338" y="2640"/>
                </a:lnTo>
                <a:lnTo>
                  <a:pt x="1355" y="2673"/>
                </a:lnTo>
                <a:lnTo>
                  <a:pt x="1367" y="2700"/>
                </a:lnTo>
                <a:lnTo>
                  <a:pt x="1467" y="2689"/>
                </a:lnTo>
                <a:lnTo>
                  <a:pt x="1469" y="2678"/>
                </a:lnTo>
                <a:lnTo>
                  <a:pt x="1471" y="2656"/>
                </a:lnTo>
                <a:lnTo>
                  <a:pt x="1471" y="2625"/>
                </a:lnTo>
                <a:lnTo>
                  <a:pt x="1473" y="2587"/>
                </a:lnTo>
                <a:lnTo>
                  <a:pt x="1473" y="2544"/>
                </a:lnTo>
                <a:lnTo>
                  <a:pt x="1473" y="2496"/>
                </a:lnTo>
                <a:lnTo>
                  <a:pt x="1471" y="2447"/>
                </a:lnTo>
                <a:lnTo>
                  <a:pt x="1471" y="2396"/>
                </a:lnTo>
                <a:lnTo>
                  <a:pt x="1469" y="2349"/>
                </a:lnTo>
                <a:lnTo>
                  <a:pt x="1465" y="2305"/>
                </a:lnTo>
                <a:lnTo>
                  <a:pt x="1462" y="2265"/>
                </a:lnTo>
                <a:lnTo>
                  <a:pt x="1458" y="2234"/>
                </a:lnTo>
                <a:lnTo>
                  <a:pt x="1453" y="2213"/>
                </a:lnTo>
                <a:lnTo>
                  <a:pt x="1447" y="2202"/>
                </a:lnTo>
                <a:lnTo>
                  <a:pt x="1435" y="2194"/>
                </a:lnTo>
                <a:lnTo>
                  <a:pt x="1418" y="2191"/>
                </a:lnTo>
                <a:lnTo>
                  <a:pt x="1398" y="2191"/>
                </a:lnTo>
                <a:close/>
                <a:moveTo>
                  <a:pt x="1282" y="1953"/>
                </a:moveTo>
                <a:lnTo>
                  <a:pt x="1231" y="1954"/>
                </a:lnTo>
                <a:lnTo>
                  <a:pt x="1205" y="1960"/>
                </a:lnTo>
                <a:lnTo>
                  <a:pt x="1176" y="1965"/>
                </a:lnTo>
                <a:lnTo>
                  <a:pt x="1147" y="1973"/>
                </a:lnTo>
                <a:lnTo>
                  <a:pt x="1118" y="1982"/>
                </a:lnTo>
                <a:lnTo>
                  <a:pt x="1089" y="1993"/>
                </a:lnTo>
                <a:lnTo>
                  <a:pt x="1064" y="2005"/>
                </a:lnTo>
                <a:lnTo>
                  <a:pt x="1040" y="2020"/>
                </a:lnTo>
                <a:lnTo>
                  <a:pt x="1020" y="2040"/>
                </a:lnTo>
                <a:lnTo>
                  <a:pt x="1005" y="2062"/>
                </a:lnTo>
                <a:lnTo>
                  <a:pt x="995" y="2089"/>
                </a:lnTo>
                <a:lnTo>
                  <a:pt x="993" y="2120"/>
                </a:lnTo>
                <a:lnTo>
                  <a:pt x="1011" y="2144"/>
                </a:lnTo>
                <a:lnTo>
                  <a:pt x="1036" y="2162"/>
                </a:lnTo>
                <a:lnTo>
                  <a:pt x="1067" y="2174"/>
                </a:lnTo>
                <a:lnTo>
                  <a:pt x="1102" y="2184"/>
                </a:lnTo>
                <a:lnTo>
                  <a:pt x="1140" y="2189"/>
                </a:lnTo>
                <a:lnTo>
                  <a:pt x="1180" y="2189"/>
                </a:lnTo>
                <a:lnTo>
                  <a:pt x="1220" y="2187"/>
                </a:lnTo>
                <a:lnTo>
                  <a:pt x="1262" y="2182"/>
                </a:lnTo>
                <a:lnTo>
                  <a:pt x="1302" y="2174"/>
                </a:lnTo>
                <a:lnTo>
                  <a:pt x="1338" y="2165"/>
                </a:lnTo>
                <a:lnTo>
                  <a:pt x="1371" y="2153"/>
                </a:lnTo>
                <a:lnTo>
                  <a:pt x="1400" y="2140"/>
                </a:lnTo>
                <a:lnTo>
                  <a:pt x="1415" y="2133"/>
                </a:lnTo>
                <a:lnTo>
                  <a:pt x="1431" y="2122"/>
                </a:lnTo>
                <a:lnTo>
                  <a:pt x="1447" y="2111"/>
                </a:lnTo>
                <a:lnTo>
                  <a:pt x="1462" y="2096"/>
                </a:lnTo>
                <a:lnTo>
                  <a:pt x="1475" y="2080"/>
                </a:lnTo>
                <a:lnTo>
                  <a:pt x="1480" y="2064"/>
                </a:lnTo>
                <a:lnTo>
                  <a:pt x="1480" y="2045"/>
                </a:lnTo>
                <a:lnTo>
                  <a:pt x="1473" y="2024"/>
                </a:lnTo>
                <a:lnTo>
                  <a:pt x="1456" y="2002"/>
                </a:lnTo>
                <a:lnTo>
                  <a:pt x="1433" y="1982"/>
                </a:lnTo>
                <a:lnTo>
                  <a:pt x="1404" y="1969"/>
                </a:lnTo>
                <a:lnTo>
                  <a:pt x="1369" y="1958"/>
                </a:lnTo>
                <a:lnTo>
                  <a:pt x="1327" y="1953"/>
                </a:lnTo>
                <a:lnTo>
                  <a:pt x="1282" y="1953"/>
                </a:lnTo>
                <a:close/>
                <a:moveTo>
                  <a:pt x="1727" y="1634"/>
                </a:moveTo>
                <a:lnTo>
                  <a:pt x="1711" y="1642"/>
                </a:lnTo>
                <a:lnTo>
                  <a:pt x="1698" y="1654"/>
                </a:lnTo>
                <a:lnTo>
                  <a:pt x="1693" y="1669"/>
                </a:lnTo>
                <a:lnTo>
                  <a:pt x="1695" y="1685"/>
                </a:lnTo>
                <a:lnTo>
                  <a:pt x="1696" y="1702"/>
                </a:lnTo>
                <a:lnTo>
                  <a:pt x="1693" y="1722"/>
                </a:lnTo>
                <a:lnTo>
                  <a:pt x="1680" y="1747"/>
                </a:lnTo>
                <a:lnTo>
                  <a:pt x="1662" y="1774"/>
                </a:lnTo>
                <a:lnTo>
                  <a:pt x="1636" y="1802"/>
                </a:lnTo>
                <a:lnTo>
                  <a:pt x="1605" y="1829"/>
                </a:lnTo>
                <a:lnTo>
                  <a:pt x="1575" y="1853"/>
                </a:lnTo>
                <a:lnTo>
                  <a:pt x="1544" y="1869"/>
                </a:lnTo>
                <a:lnTo>
                  <a:pt x="1515" y="1880"/>
                </a:lnTo>
                <a:lnTo>
                  <a:pt x="1509" y="1891"/>
                </a:lnTo>
                <a:lnTo>
                  <a:pt x="1505" y="1900"/>
                </a:lnTo>
                <a:lnTo>
                  <a:pt x="1504" y="1909"/>
                </a:lnTo>
                <a:lnTo>
                  <a:pt x="1507" y="1922"/>
                </a:lnTo>
                <a:lnTo>
                  <a:pt x="1524" y="1949"/>
                </a:lnTo>
                <a:lnTo>
                  <a:pt x="1549" y="1971"/>
                </a:lnTo>
                <a:lnTo>
                  <a:pt x="1580" y="1985"/>
                </a:lnTo>
                <a:lnTo>
                  <a:pt x="1616" y="1989"/>
                </a:lnTo>
                <a:lnTo>
                  <a:pt x="1629" y="1971"/>
                </a:lnTo>
                <a:lnTo>
                  <a:pt x="1635" y="1953"/>
                </a:lnTo>
                <a:lnTo>
                  <a:pt x="1638" y="1933"/>
                </a:lnTo>
                <a:lnTo>
                  <a:pt x="1647" y="1911"/>
                </a:lnTo>
                <a:lnTo>
                  <a:pt x="1675" y="1876"/>
                </a:lnTo>
                <a:lnTo>
                  <a:pt x="1698" y="1844"/>
                </a:lnTo>
                <a:lnTo>
                  <a:pt x="1722" y="1811"/>
                </a:lnTo>
                <a:lnTo>
                  <a:pt x="1749" y="1776"/>
                </a:lnTo>
                <a:lnTo>
                  <a:pt x="1765" y="1764"/>
                </a:lnTo>
                <a:lnTo>
                  <a:pt x="1784" y="1754"/>
                </a:lnTo>
                <a:lnTo>
                  <a:pt x="1804" y="1747"/>
                </a:lnTo>
                <a:lnTo>
                  <a:pt x="1822" y="1738"/>
                </a:lnTo>
                <a:lnTo>
                  <a:pt x="1838" y="1725"/>
                </a:lnTo>
                <a:lnTo>
                  <a:pt x="1842" y="1707"/>
                </a:lnTo>
                <a:lnTo>
                  <a:pt x="1829" y="1684"/>
                </a:lnTo>
                <a:lnTo>
                  <a:pt x="1811" y="1665"/>
                </a:lnTo>
                <a:lnTo>
                  <a:pt x="1787" y="1649"/>
                </a:lnTo>
                <a:lnTo>
                  <a:pt x="1760" y="1638"/>
                </a:lnTo>
                <a:lnTo>
                  <a:pt x="1727" y="1634"/>
                </a:lnTo>
                <a:close/>
                <a:moveTo>
                  <a:pt x="1887" y="1344"/>
                </a:moveTo>
                <a:lnTo>
                  <a:pt x="1869" y="1358"/>
                </a:lnTo>
                <a:lnTo>
                  <a:pt x="1860" y="1373"/>
                </a:lnTo>
                <a:lnTo>
                  <a:pt x="1860" y="1387"/>
                </a:lnTo>
                <a:lnTo>
                  <a:pt x="1867" y="1405"/>
                </a:lnTo>
                <a:lnTo>
                  <a:pt x="1880" y="1424"/>
                </a:lnTo>
                <a:lnTo>
                  <a:pt x="1825" y="1549"/>
                </a:lnTo>
                <a:lnTo>
                  <a:pt x="1815" y="1558"/>
                </a:lnTo>
                <a:lnTo>
                  <a:pt x="1798" y="1565"/>
                </a:lnTo>
                <a:lnTo>
                  <a:pt x="1784" y="1573"/>
                </a:lnTo>
                <a:lnTo>
                  <a:pt x="1771" y="1584"/>
                </a:lnTo>
                <a:lnTo>
                  <a:pt x="1765" y="1594"/>
                </a:lnTo>
                <a:lnTo>
                  <a:pt x="1780" y="1609"/>
                </a:lnTo>
                <a:lnTo>
                  <a:pt x="1798" y="1622"/>
                </a:lnTo>
                <a:lnTo>
                  <a:pt x="1820" y="1633"/>
                </a:lnTo>
                <a:lnTo>
                  <a:pt x="1842" y="1642"/>
                </a:lnTo>
                <a:lnTo>
                  <a:pt x="1867" y="1644"/>
                </a:lnTo>
                <a:lnTo>
                  <a:pt x="1891" y="1638"/>
                </a:lnTo>
                <a:lnTo>
                  <a:pt x="1893" y="1636"/>
                </a:lnTo>
                <a:lnTo>
                  <a:pt x="1895" y="1634"/>
                </a:lnTo>
                <a:lnTo>
                  <a:pt x="1895" y="1634"/>
                </a:lnTo>
                <a:lnTo>
                  <a:pt x="1896" y="1634"/>
                </a:lnTo>
                <a:lnTo>
                  <a:pt x="1896" y="1634"/>
                </a:lnTo>
                <a:lnTo>
                  <a:pt x="1896" y="1633"/>
                </a:lnTo>
                <a:lnTo>
                  <a:pt x="1898" y="1629"/>
                </a:lnTo>
                <a:lnTo>
                  <a:pt x="1902" y="1613"/>
                </a:lnTo>
                <a:lnTo>
                  <a:pt x="1900" y="1598"/>
                </a:lnTo>
                <a:lnTo>
                  <a:pt x="1896" y="1585"/>
                </a:lnTo>
                <a:lnTo>
                  <a:pt x="1893" y="1571"/>
                </a:lnTo>
                <a:lnTo>
                  <a:pt x="1893" y="1556"/>
                </a:lnTo>
                <a:lnTo>
                  <a:pt x="1933" y="1462"/>
                </a:lnTo>
                <a:lnTo>
                  <a:pt x="1944" y="1449"/>
                </a:lnTo>
                <a:lnTo>
                  <a:pt x="1956" y="1440"/>
                </a:lnTo>
                <a:lnTo>
                  <a:pt x="1971" y="1433"/>
                </a:lnTo>
                <a:lnTo>
                  <a:pt x="1985" y="1425"/>
                </a:lnTo>
                <a:lnTo>
                  <a:pt x="1998" y="1414"/>
                </a:lnTo>
                <a:lnTo>
                  <a:pt x="2007" y="1400"/>
                </a:lnTo>
                <a:lnTo>
                  <a:pt x="2013" y="1387"/>
                </a:lnTo>
                <a:lnTo>
                  <a:pt x="1991" y="1371"/>
                </a:lnTo>
                <a:lnTo>
                  <a:pt x="1971" y="1360"/>
                </a:lnTo>
                <a:lnTo>
                  <a:pt x="1947" y="1351"/>
                </a:lnTo>
                <a:lnTo>
                  <a:pt x="1918" y="1345"/>
                </a:lnTo>
                <a:lnTo>
                  <a:pt x="1887" y="1344"/>
                </a:lnTo>
                <a:close/>
                <a:moveTo>
                  <a:pt x="1435" y="1336"/>
                </a:moveTo>
                <a:lnTo>
                  <a:pt x="1396" y="1353"/>
                </a:lnTo>
                <a:lnTo>
                  <a:pt x="1380" y="1365"/>
                </a:lnTo>
                <a:lnTo>
                  <a:pt x="1369" y="1384"/>
                </a:lnTo>
                <a:lnTo>
                  <a:pt x="1365" y="1407"/>
                </a:lnTo>
                <a:lnTo>
                  <a:pt x="1369" y="1434"/>
                </a:lnTo>
                <a:lnTo>
                  <a:pt x="1380" y="1484"/>
                </a:lnTo>
                <a:lnTo>
                  <a:pt x="1385" y="1527"/>
                </a:lnTo>
                <a:lnTo>
                  <a:pt x="1385" y="1567"/>
                </a:lnTo>
                <a:lnTo>
                  <a:pt x="1382" y="1605"/>
                </a:lnTo>
                <a:lnTo>
                  <a:pt x="1375" y="1644"/>
                </a:lnTo>
                <a:lnTo>
                  <a:pt x="1365" y="1680"/>
                </a:lnTo>
                <a:lnTo>
                  <a:pt x="1356" y="1720"/>
                </a:lnTo>
                <a:lnTo>
                  <a:pt x="1345" y="1762"/>
                </a:lnTo>
                <a:lnTo>
                  <a:pt x="1335" y="1805"/>
                </a:lnTo>
                <a:lnTo>
                  <a:pt x="1315" y="1818"/>
                </a:lnTo>
                <a:lnTo>
                  <a:pt x="1289" y="1784"/>
                </a:lnTo>
                <a:lnTo>
                  <a:pt x="1275" y="1747"/>
                </a:lnTo>
                <a:lnTo>
                  <a:pt x="1265" y="1709"/>
                </a:lnTo>
                <a:lnTo>
                  <a:pt x="1264" y="1669"/>
                </a:lnTo>
                <a:lnTo>
                  <a:pt x="1265" y="1627"/>
                </a:lnTo>
                <a:lnTo>
                  <a:pt x="1271" y="1585"/>
                </a:lnTo>
                <a:lnTo>
                  <a:pt x="1276" y="1544"/>
                </a:lnTo>
                <a:lnTo>
                  <a:pt x="1284" y="1504"/>
                </a:lnTo>
                <a:lnTo>
                  <a:pt x="1289" y="1465"/>
                </a:lnTo>
                <a:lnTo>
                  <a:pt x="1291" y="1427"/>
                </a:lnTo>
                <a:lnTo>
                  <a:pt x="1289" y="1393"/>
                </a:lnTo>
                <a:lnTo>
                  <a:pt x="1282" y="1360"/>
                </a:lnTo>
                <a:lnTo>
                  <a:pt x="1264" y="1351"/>
                </a:lnTo>
                <a:lnTo>
                  <a:pt x="1240" y="1345"/>
                </a:lnTo>
                <a:lnTo>
                  <a:pt x="1216" y="1344"/>
                </a:lnTo>
                <a:lnTo>
                  <a:pt x="1191" y="1347"/>
                </a:lnTo>
                <a:lnTo>
                  <a:pt x="1169" y="1356"/>
                </a:lnTo>
                <a:lnTo>
                  <a:pt x="1149" y="1371"/>
                </a:lnTo>
                <a:lnTo>
                  <a:pt x="1135" y="1391"/>
                </a:lnTo>
                <a:lnTo>
                  <a:pt x="1138" y="1418"/>
                </a:lnTo>
                <a:lnTo>
                  <a:pt x="1147" y="1440"/>
                </a:lnTo>
                <a:lnTo>
                  <a:pt x="1158" y="1454"/>
                </a:lnTo>
                <a:lnTo>
                  <a:pt x="1171" y="1469"/>
                </a:lnTo>
                <a:lnTo>
                  <a:pt x="1184" y="1484"/>
                </a:lnTo>
                <a:lnTo>
                  <a:pt x="1193" y="1502"/>
                </a:lnTo>
                <a:lnTo>
                  <a:pt x="1204" y="1534"/>
                </a:lnTo>
                <a:lnTo>
                  <a:pt x="1211" y="1574"/>
                </a:lnTo>
                <a:lnTo>
                  <a:pt x="1213" y="1616"/>
                </a:lnTo>
                <a:lnTo>
                  <a:pt x="1211" y="1660"/>
                </a:lnTo>
                <a:lnTo>
                  <a:pt x="1207" y="1704"/>
                </a:lnTo>
                <a:lnTo>
                  <a:pt x="1202" y="1744"/>
                </a:lnTo>
                <a:lnTo>
                  <a:pt x="1195" y="1780"/>
                </a:lnTo>
                <a:lnTo>
                  <a:pt x="1185" y="1809"/>
                </a:lnTo>
                <a:lnTo>
                  <a:pt x="1178" y="1813"/>
                </a:lnTo>
                <a:lnTo>
                  <a:pt x="1149" y="1791"/>
                </a:lnTo>
                <a:lnTo>
                  <a:pt x="1127" y="1764"/>
                </a:lnTo>
                <a:lnTo>
                  <a:pt x="1111" y="1734"/>
                </a:lnTo>
                <a:lnTo>
                  <a:pt x="1102" y="1700"/>
                </a:lnTo>
                <a:lnTo>
                  <a:pt x="1095" y="1665"/>
                </a:lnTo>
                <a:lnTo>
                  <a:pt x="1091" y="1627"/>
                </a:lnTo>
                <a:lnTo>
                  <a:pt x="1089" y="1587"/>
                </a:lnTo>
                <a:lnTo>
                  <a:pt x="1087" y="1547"/>
                </a:lnTo>
                <a:lnTo>
                  <a:pt x="1085" y="1507"/>
                </a:lnTo>
                <a:lnTo>
                  <a:pt x="1082" y="1467"/>
                </a:lnTo>
                <a:lnTo>
                  <a:pt x="1075" y="1427"/>
                </a:lnTo>
                <a:lnTo>
                  <a:pt x="1058" y="1420"/>
                </a:lnTo>
                <a:lnTo>
                  <a:pt x="1038" y="1416"/>
                </a:lnTo>
                <a:lnTo>
                  <a:pt x="1015" y="1420"/>
                </a:lnTo>
                <a:lnTo>
                  <a:pt x="991" y="1425"/>
                </a:lnTo>
                <a:lnTo>
                  <a:pt x="969" y="1434"/>
                </a:lnTo>
                <a:lnTo>
                  <a:pt x="953" y="1444"/>
                </a:lnTo>
                <a:lnTo>
                  <a:pt x="947" y="1453"/>
                </a:lnTo>
                <a:lnTo>
                  <a:pt x="947" y="1469"/>
                </a:lnTo>
                <a:lnTo>
                  <a:pt x="955" y="1491"/>
                </a:lnTo>
                <a:lnTo>
                  <a:pt x="965" y="1514"/>
                </a:lnTo>
                <a:lnTo>
                  <a:pt x="980" y="1544"/>
                </a:lnTo>
                <a:lnTo>
                  <a:pt x="998" y="1573"/>
                </a:lnTo>
                <a:lnTo>
                  <a:pt x="1016" y="1605"/>
                </a:lnTo>
                <a:lnTo>
                  <a:pt x="1033" y="1638"/>
                </a:lnTo>
                <a:lnTo>
                  <a:pt x="1049" y="1673"/>
                </a:lnTo>
                <a:lnTo>
                  <a:pt x="1062" y="1705"/>
                </a:lnTo>
                <a:lnTo>
                  <a:pt x="1071" y="1738"/>
                </a:lnTo>
                <a:lnTo>
                  <a:pt x="1075" y="1769"/>
                </a:lnTo>
                <a:lnTo>
                  <a:pt x="1073" y="1796"/>
                </a:lnTo>
                <a:lnTo>
                  <a:pt x="1062" y="1822"/>
                </a:lnTo>
                <a:lnTo>
                  <a:pt x="1058" y="1825"/>
                </a:lnTo>
                <a:lnTo>
                  <a:pt x="1056" y="1827"/>
                </a:lnTo>
                <a:lnTo>
                  <a:pt x="1055" y="1829"/>
                </a:lnTo>
                <a:lnTo>
                  <a:pt x="1053" y="1829"/>
                </a:lnTo>
                <a:lnTo>
                  <a:pt x="1051" y="1831"/>
                </a:lnTo>
                <a:lnTo>
                  <a:pt x="1047" y="1831"/>
                </a:lnTo>
                <a:lnTo>
                  <a:pt x="1042" y="1833"/>
                </a:lnTo>
                <a:lnTo>
                  <a:pt x="1015" y="1814"/>
                </a:lnTo>
                <a:lnTo>
                  <a:pt x="995" y="1791"/>
                </a:lnTo>
                <a:lnTo>
                  <a:pt x="980" y="1764"/>
                </a:lnTo>
                <a:lnTo>
                  <a:pt x="969" y="1733"/>
                </a:lnTo>
                <a:lnTo>
                  <a:pt x="960" y="1700"/>
                </a:lnTo>
                <a:lnTo>
                  <a:pt x="953" y="1665"/>
                </a:lnTo>
                <a:lnTo>
                  <a:pt x="947" y="1631"/>
                </a:lnTo>
                <a:lnTo>
                  <a:pt x="940" y="1596"/>
                </a:lnTo>
                <a:lnTo>
                  <a:pt x="931" y="1564"/>
                </a:lnTo>
                <a:lnTo>
                  <a:pt x="920" y="1533"/>
                </a:lnTo>
                <a:lnTo>
                  <a:pt x="904" y="1505"/>
                </a:lnTo>
                <a:lnTo>
                  <a:pt x="871" y="1500"/>
                </a:lnTo>
                <a:lnTo>
                  <a:pt x="840" y="1502"/>
                </a:lnTo>
                <a:lnTo>
                  <a:pt x="807" y="1505"/>
                </a:lnTo>
                <a:lnTo>
                  <a:pt x="798" y="1527"/>
                </a:lnTo>
                <a:lnTo>
                  <a:pt x="800" y="1549"/>
                </a:lnTo>
                <a:lnTo>
                  <a:pt x="807" y="1569"/>
                </a:lnTo>
                <a:lnTo>
                  <a:pt x="822" y="1587"/>
                </a:lnTo>
                <a:lnTo>
                  <a:pt x="849" y="1618"/>
                </a:lnTo>
                <a:lnTo>
                  <a:pt x="876" y="1649"/>
                </a:lnTo>
                <a:lnTo>
                  <a:pt x="902" y="1680"/>
                </a:lnTo>
                <a:lnTo>
                  <a:pt x="925" y="1716"/>
                </a:lnTo>
                <a:lnTo>
                  <a:pt x="945" y="1756"/>
                </a:lnTo>
                <a:lnTo>
                  <a:pt x="985" y="1920"/>
                </a:lnTo>
                <a:lnTo>
                  <a:pt x="989" y="1925"/>
                </a:lnTo>
                <a:lnTo>
                  <a:pt x="995" y="1929"/>
                </a:lnTo>
                <a:lnTo>
                  <a:pt x="1000" y="1933"/>
                </a:lnTo>
                <a:lnTo>
                  <a:pt x="1005" y="1934"/>
                </a:lnTo>
                <a:lnTo>
                  <a:pt x="1013" y="1938"/>
                </a:lnTo>
                <a:lnTo>
                  <a:pt x="1064" y="1925"/>
                </a:lnTo>
                <a:lnTo>
                  <a:pt x="1115" y="1913"/>
                </a:lnTo>
                <a:lnTo>
                  <a:pt x="1169" y="1900"/>
                </a:lnTo>
                <a:lnTo>
                  <a:pt x="1216" y="1894"/>
                </a:lnTo>
                <a:lnTo>
                  <a:pt x="1267" y="1893"/>
                </a:lnTo>
                <a:lnTo>
                  <a:pt x="1316" y="1891"/>
                </a:lnTo>
                <a:lnTo>
                  <a:pt x="1365" y="1889"/>
                </a:lnTo>
                <a:lnTo>
                  <a:pt x="1409" y="1884"/>
                </a:lnTo>
                <a:lnTo>
                  <a:pt x="1451" y="1874"/>
                </a:lnTo>
                <a:lnTo>
                  <a:pt x="1453" y="1836"/>
                </a:lnTo>
                <a:lnTo>
                  <a:pt x="1451" y="1796"/>
                </a:lnTo>
                <a:lnTo>
                  <a:pt x="1444" y="1754"/>
                </a:lnTo>
                <a:lnTo>
                  <a:pt x="1438" y="1709"/>
                </a:lnTo>
                <a:lnTo>
                  <a:pt x="1438" y="1662"/>
                </a:lnTo>
                <a:lnTo>
                  <a:pt x="1444" y="1611"/>
                </a:lnTo>
                <a:lnTo>
                  <a:pt x="1453" y="1582"/>
                </a:lnTo>
                <a:lnTo>
                  <a:pt x="1465" y="1551"/>
                </a:lnTo>
                <a:lnTo>
                  <a:pt x="1480" y="1520"/>
                </a:lnTo>
                <a:lnTo>
                  <a:pt x="1495" y="1487"/>
                </a:lnTo>
                <a:lnTo>
                  <a:pt x="1507" y="1456"/>
                </a:lnTo>
                <a:lnTo>
                  <a:pt x="1516" y="1424"/>
                </a:lnTo>
                <a:lnTo>
                  <a:pt x="1522" y="1393"/>
                </a:lnTo>
                <a:lnTo>
                  <a:pt x="1518" y="1364"/>
                </a:lnTo>
                <a:lnTo>
                  <a:pt x="1505" y="1344"/>
                </a:lnTo>
                <a:lnTo>
                  <a:pt x="1435" y="1336"/>
                </a:lnTo>
                <a:close/>
                <a:moveTo>
                  <a:pt x="695" y="1220"/>
                </a:moveTo>
                <a:lnTo>
                  <a:pt x="675" y="1233"/>
                </a:lnTo>
                <a:lnTo>
                  <a:pt x="655" y="1244"/>
                </a:lnTo>
                <a:lnTo>
                  <a:pt x="638" y="1256"/>
                </a:lnTo>
                <a:lnTo>
                  <a:pt x="622" y="1271"/>
                </a:lnTo>
                <a:lnTo>
                  <a:pt x="611" y="1293"/>
                </a:lnTo>
                <a:lnTo>
                  <a:pt x="689" y="1353"/>
                </a:lnTo>
                <a:lnTo>
                  <a:pt x="745" y="1420"/>
                </a:lnTo>
                <a:lnTo>
                  <a:pt x="740" y="1478"/>
                </a:lnTo>
                <a:lnTo>
                  <a:pt x="762" y="1485"/>
                </a:lnTo>
                <a:lnTo>
                  <a:pt x="785" y="1484"/>
                </a:lnTo>
                <a:lnTo>
                  <a:pt x="807" y="1474"/>
                </a:lnTo>
                <a:lnTo>
                  <a:pt x="827" y="1462"/>
                </a:lnTo>
                <a:lnTo>
                  <a:pt x="844" y="1444"/>
                </a:lnTo>
                <a:lnTo>
                  <a:pt x="856" y="1427"/>
                </a:lnTo>
                <a:lnTo>
                  <a:pt x="844" y="1413"/>
                </a:lnTo>
                <a:lnTo>
                  <a:pt x="831" y="1405"/>
                </a:lnTo>
                <a:lnTo>
                  <a:pt x="816" y="1398"/>
                </a:lnTo>
                <a:lnTo>
                  <a:pt x="800" y="1393"/>
                </a:lnTo>
                <a:lnTo>
                  <a:pt x="784" y="1384"/>
                </a:lnTo>
                <a:lnTo>
                  <a:pt x="765" y="1365"/>
                </a:lnTo>
                <a:lnTo>
                  <a:pt x="751" y="1342"/>
                </a:lnTo>
                <a:lnTo>
                  <a:pt x="742" y="1316"/>
                </a:lnTo>
                <a:lnTo>
                  <a:pt x="736" y="1287"/>
                </a:lnTo>
                <a:lnTo>
                  <a:pt x="731" y="1258"/>
                </a:lnTo>
                <a:lnTo>
                  <a:pt x="725" y="1233"/>
                </a:lnTo>
                <a:lnTo>
                  <a:pt x="695" y="1220"/>
                </a:lnTo>
                <a:close/>
                <a:moveTo>
                  <a:pt x="1940" y="1136"/>
                </a:moveTo>
                <a:lnTo>
                  <a:pt x="1925" y="1156"/>
                </a:lnTo>
                <a:lnTo>
                  <a:pt x="1915" y="1184"/>
                </a:lnTo>
                <a:lnTo>
                  <a:pt x="1909" y="1214"/>
                </a:lnTo>
                <a:lnTo>
                  <a:pt x="1905" y="1244"/>
                </a:lnTo>
                <a:lnTo>
                  <a:pt x="1904" y="1274"/>
                </a:lnTo>
                <a:lnTo>
                  <a:pt x="1905" y="1300"/>
                </a:lnTo>
                <a:lnTo>
                  <a:pt x="1925" y="1316"/>
                </a:lnTo>
                <a:lnTo>
                  <a:pt x="1964" y="1316"/>
                </a:lnTo>
                <a:lnTo>
                  <a:pt x="1978" y="1304"/>
                </a:lnTo>
                <a:lnTo>
                  <a:pt x="1987" y="1285"/>
                </a:lnTo>
                <a:lnTo>
                  <a:pt x="1991" y="1265"/>
                </a:lnTo>
                <a:lnTo>
                  <a:pt x="1991" y="1242"/>
                </a:lnTo>
                <a:lnTo>
                  <a:pt x="1987" y="1218"/>
                </a:lnTo>
                <a:lnTo>
                  <a:pt x="1984" y="1194"/>
                </a:lnTo>
                <a:lnTo>
                  <a:pt x="1978" y="1173"/>
                </a:lnTo>
                <a:lnTo>
                  <a:pt x="1973" y="1153"/>
                </a:lnTo>
                <a:lnTo>
                  <a:pt x="1940" y="1136"/>
                </a:lnTo>
                <a:close/>
                <a:moveTo>
                  <a:pt x="887" y="1062"/>
                </a:moveTo>
                <a:lnTo>
                  <a:pt x="865" y="1078"/>
                </a:lnTo>
                <a:lnTo>
                  <a:pt x="853" y="1094"/>
                </a:lnTo>
                <a:lnTo>
                  <a:pt x="847" y="1109"/>
                </a:lnTo>
                <a:lnTo>
                  <a:pt x="849" y="1122"/>
                </a:lnTo>
                <a:lnTo>
                  <a:pt x="856" y="1136"/>
                </a:lnTo>
                <a:lnTo>
                  <a:pt x="865" y="1151"/>
                </a:lnTo>
                <a:lnTo>
                  <a:pt x="878" y="1165"/>
                </a:lnTo>
                <a:lnTo>
                  <a:pt x="893" y="1182"/>
                </a:lnTo>
                <a:lnTo>
                  <a:pt x="905" y="1200"/>
                </a:lnTo>
                <a:lnTo>
                  <a:pt x="916" y="1220"/>
                </a:lnTo>
                <a:lnTo>
                  <a:pt x="925" y="1240"/>
                </a:lnTo>
                <a:lnTo>
                  <a:pt x="927" y="1267"/>
                </a:lnTo>
                <a:lnTo>
                  <a:pt x="925" y="1293"/>
                </a:lnTo>
                <a:lnTo>
                  <a:pt x="920" y="1316"/>
                </a:lnTo>
                <a:lnTo>
                  <a:pt x="916" y="1338"/>
                </a:lnTo>
                <a:lnTo>
                  <a:pt x="916" y="1358"/>
                </a:lnTo>
                <a:lnTo>
                  <a:pt x="922" y="1376"/>
                </a:lnTo>
                <a:lnTo>
                  <a:pt x="925" y="1380"/>
                </a:lnTo>
                <a:lnTo>
                  <a:pt x="929" y="1384"/>
                </a:lnTo>
                <a:lnTo>
                  <a:pt x="933" y="1387"/>
                </a:lnTo>
                <a:lnTo>
                  <a:pt x="936" y="1389"/>
                </a:lnTo>
                <a:lnTo>
                  <a:pt x="940" y="1389"/>
                </a:lnTo>
                <a:lnTo>
                  <a:pt x="947" y="1391"/>
                </a:lnTo>
                <a:lnTo>
                  <a:pt x="971" y="1393"/>
                </a:lnTo>
                <a:lnTo>
                  <a:pt x="993" y="1387"/>
                </a:lnTo>
                <a:lnTo>
                  <a:pt x="1011" y="1374"/>
                </a:lnTo>
                <a:lnTo>
                  <a:pt x="1025" y="1358"/>
                </a:lnTo>
                <a:lnTo>
                  <a:pt x="1036" y="1340"/>
                </a:lnTo>
                <a:lnTo>
                  <a:pt x="1020" y="1318"/>
                </a:lnTo>
                <a:lnTo>
                  <a:pt x="1005" y="1300"/>
                </a:lnTo>
                <a:lnTo>
                  <a:pt x="989" y="1282"/>
                </a:lnTo>
                <a:lnTo>
                  <a:pt x="976" y="1260"/>
                </a:lnTo>
                <a:lnTo>
                  <a:pt x="964" y="1236"/>
                </a:lnTo>
                <a:lnTo>
                  <a:pt x="955" y="1204"/>
                </a:lnTo>
                <a:lnTo>
                  <a:pt x="951" y="1180"/>
                </a:lnTo>
                <a:lnTo>
                  <a:pt x="955" y="1158"/>
                </a:lnTo>
                <a:lnTo>
                  <a:pt x="958" y="1140"/>
                </a:lnTo>
                <a:lnTo>
                  <a:pt x="964" y="1122"/>
                </a:lnTo>
                <a:lnTo>
                  <a:pt x="965" y="1105"/>
                </a:lnTo>
                <a:lnTo>
                  <a:pt x="960" y="1087"/>
                </a:lnTo>
                <a:lnTo>
                  <a:pt x="949" y="1074"/>
                </a:lnTo>
                <a:lnTo>
                  <a:pt x="933" y="1065"/>
                </a:lnTo>
                <a:lnTo>
                  <a:pt x="913" y="1064"/>
                </a:lnTo>
                <a:lnTo>
                  <a:pt x="887" y="1062"/>
                </a:lnTo>
                <a:close/>
                <a:moveTo>
                  <a:pt x="560" y="1009"/>
                </a:moveTo>
                <a:lnTo>
                  <a:pt x="544" y="1018"/>
                </a:lnTo>
                <a:lnTo>
                  <a:pt x="529" y="1027"/>
                </a:lnTo>
                <a:lnTo>
                  <a:pt x="516" y="1036"/>
                </a:lnTo>
                <a:lnTo>
                  <a:pt x="505" y="1051"/>
                </a:lnTo>
                <a:lnTo>
                  <a:pt x="591" y="1156"/>
                </a:lnTo>
                <a:lnTo>
                  <a:pt x="593" y="1171"/>
                </a:lnTo>
                <a:lnTo>
                  <a:pt x="593" y="1184"/>
                </a:lnTo>
                <a:lnTo>
                  <a:pt x="591" y="1196"/>
                </a:lnTo>
                <a:lnTo>
                  <a:pt x="589" y="1207"/>
                </a:lnTo>
                <a:lnTo>
                  <a:pt x="593" y="1220"/>
                </a:lnTo>
                <a:lnTo>
                  <a:pt x="656" y="1204"/>
                </a:lnTo>
                <a:lnTo>
                  <a:pt x="673" y="1173"/>
                </a:lnTo>
                <a:lnTo>
                  <a:pt x="647" y="1154"/>
                </a:lnTo>
                <a:lnTo>
                  <a:pt x="627" y="1136"/>
                </a:lnTo>
                <a:lnTo>
                  <a:pt x="615" y="1114"/>
                </a:lnTo>
                <a:lnTo>
                  <a:pt x="605" y="1091"/>
                </a:lnTo>
                <a:lnTo>
                  <a:pt x="600" y="1060"/>
                </a:lnTo>
                <a:lnTo>
                  <a:pt x="598" y="1022"/>
                </a:lnTo>
                <a:lnTo>
                  <a:pt x="585" y="1014"/>
                </a:lnTo>
                <a:lnTo>
                  <a:pt x="560" y="1009"/>
                </a:lnTo>
                <a:close/>
                <a:moveTo>
                  <a:pt x="1445" y="969"/>
                </a:moveTo>
                <a:lnTo>
                  <a:pt x="1429" y="976"/>
                </a:lnTo>
                <a:lnTo>
                  <a:pt x="1416" y="980"/>
                </a:lnTo>
                <a:lnTo>
                  <a:pt x="1416" y="1016"/>
                </a:lnTo>
                <a:lnTo>
                  <a:pt x="1420" y="1045"/>
                </a:lnTo>
                <a:lnTo>
                  <a:pt x="1424" y="1073"/>
                </a:lnTo>
                <a:lnTo>
                  <a:pt x="1427" y="1096"/>
                </a:lnTo>
                <a:lnTo>
                  <a:pt x="1429" y="1118"/>
                </a:lnTo>
                <a:lnTo>
                  <a:pt x="1429" y="1142"/>
                </a:lnTo>
                <a:lnTo>
                  <a:pt x="1425" y="1165"/>
                </a:lnTo>
                <a:lnTo>
                  <a:pt x="1418" y="1191"/>
                </a:lnTo>
                <a:lnTo>
                  <a:pt x="1405" y="1220"/>
                </a:lnTo>
                <a:lnTo>
                  <a:pt x="1387" y="1253"/>
                </a:lnTo>
                <a:lnTo>
                  <a:pt x="1387" y="1276"/>
                </a:lnTo>
                <a:lnTo>
                  <a:pt x="1398" y="1285"/>
                </a:lnTo>
                <a:lnTo>
                  <a:pt x="1415" y="1294"/>
                </a:lnTo>
                <a:lnTo>
                  <a:pt x="1435" y="1302"/>
                </a:lnTo>
                <a:lnTo>
                  <a:pt x="1458" y="1305"/>
                </a:lnTo>
                <a:lnTo>
                  <a:pt x="1482" y="1309"/>
                </a:lnTo>
                <a:lnTo>
                  <a:pt x="1504" y="1309"/>
                </a:lnTo>
                <a:lnTo>
                  <a:pt x="1520" y="1305"/>
                </a:lnTo>
                <a:lnTo>
                  <a:pt x="1533" y="1296"/>
                </a:lnTo>
                <a:lnTo>
                  <a:pt x="1536" y="1282"/>
                </a:lnTo>
                <a:lnTo>
                  <a:pt x="1535" y="1265"/>
                </a:lnTo>
                <a:lnTo>
                  <a:pt x="1527" y="1249"/>
                </a:lnTo>
                <a:lnTo>
                  <a:pt x="1518" y="1231"/>
                </a:lnTo>
                <a:lnTo>
                  <a:pt x="1509" y="1213"/>
                </a:lnTo>
                <a:lnTo>
                  <a:pt x="1502" y="1196"/>
                </a:lnTo>
                <a:lnTo>
                  <a:pt x="1498" y="1180"/>
                </a:lnTo>
                <a:lnTo>
                  <a:pt x="1502" y="1160"/>
                </a:lnTo>
                <a:lnTo>
                  <a:pt x="1509" y="1136"/>
                </a:lnTo>
                <a:lnTo>
                  <a:pt x="1518" y="1111"/>
                </a:lnTo>
                <a:lnTo>
                  <a:pt x="1527" y="1087"/>
                </a:lnTo>
                <a:lnTo>
                  <a:pt x="1536" y="1062"/>
                </a:lnTo>
                <a:lnTo>
                  <a:pt x="1545" y="1040"/>
                </a:lnTo>
                <a:lnTo>
                  <a:pt x="1553" y="1022"/>
                </a:lnTo>
                <a:lnTo>
                  <a:pt x="1556" y="1009"/>
                </a:lnTo>
                <a:lnTo>
                  <a:pt x="1556" y="1002"/>
                </a:lnTo>
                <a:lnTo>
                  <a:pt x="1544" y="987"/>
                </a:lnTo>
                <a:lnTo>
                  <a:pt x="1524" y="978"/>
                </a:lnTo>
                <a:lnTo>
                  <a:pt x="1498" y="973"/>
                </a:lnTo>
                <a:lnTo>
                  <a:pt x="1471" y="971"/>
                </a:lnTo>
                <a:lnTo>
                  <a:pt x="1445" y="969"/>
                </a:lnTo>
                <a:close/>
                <a:moveTo>
                  <a:pt x="1178" y="964"/>
                </a:moveTo>
                <a:lnTo>
                  <a:pt x="1127" y="976"/>
                </a:lnTo>
                <a:lnTo>
                  <a:pt x="1122" y="993"/>
                </a:lnTo>
                <a:lnTo>
                  <a:pt x="1122" y="1014"/>
                </a:lnTo>
                <a:lnTo>
                  <a:pt x="1125" y="1040"/>
                </a:lnTo>
                <a:lnTo>
                  <a:pt x="1133" y="1067"/>
                </a:lnTo>
                <a:lnTo>
                  <a:pt x="1142" y="1094"/>
                </a:lnTo>
                <a:lnTo>
                  <a:pt x="1149" y="1124"/>
                </a:lnTo>
                <a:lnTo>
                  <a:pt x="1156" y="1151"/>
                </a:lnTo>
                <a:lnTo>
                  <a:pt x="1162" y="1178"/>
                </a:lnTo>
                <a:lnTo>
                  <a:pt x="1162" y="1200"/>
                </a:lnTo>
                <a:lnTo>
                  <a:pt x="1160" y="1216"/>
                </a:lnTo>
                <a:lnTo>
                  <a:pt x="1153" y="1229"/>
                </a:lnTo>
                <a:lnTo>
                  <a:pt x="1144" y="1240"/>
                </a:lnTo>
                <a:lnTo>
                  <a:pt x="1135" y="1251"/>
                </a:lnTo>
                <a:lnTo>
                  <a:pt x="1127" y="1264"/>
                </a:lnTo>
                <a:lnTo>
                  <a:pt x="1125" y="1284"/>
                </a:lnTo>
                <a:lnTo>
                  <a:pt x="1144" y="1293"/>
                </a:lnTo>
                <a:lnTo>
                  <a:pt x="1165" y="1298"/>
                </a:lnTo>
                <a:lnTo>
                  <a:pt x="1191" y="1302"/>
                </a:lnTo>
                <a:lnTo>
                  <a:pt x="1216" y="1304"/>
                </a:lnTo>
                <a:lnTo>
                  <a:pt x="1240" y="1300"/>
                </a:lnTo>
                <a:lnTo>
                  <a:pt x="1260" y="1293"/>
                </a:lnTo>
                <a:lnTo>
                  <a:pt x="1273" y="1284"/>
                </a:lnTo>
                <a:lnTo>
                  <a:pt x="1269" y="1260"/>
                </a:lnTo>
                <a:lnTo>
                  <a:pt x="1262" y="1242"/>
                </a:lnTo>
                <a:lnTo>
                  <a:pt x="1253" y="1224"/>
                </a:lnTo>
                <a:lnTo>
                  <a:pt x="1242" y="1207"/>
                </a:lnTo>
                <a:lnTo>
                  <a:pt x="1233" y="1189"/>
                </a:lnTo>
                <a:lnTo>
                  <a:pt x="1227" y="1167"/>
                </a:lnTo>
                <a:lnTo>
                  <a:pt x="1222" y="1136"/>
                </a:lnTo>
                <a:lnTo>
                  <a:pt x="1224" y="1107"/>
                </a:lnTo>
                <a:lnTo>
                  <a:pt x="1229" y="1082"/>
                </a:lnTo>
                <a:lnTo>
                  <a:pt x="1238" y="1058"/>
                </a:lnTo>
                <a:lnTo>
                  <a:pt x="1247" y="1036"/>
                </a:lnTo>
                <a:lnTo>
                  <a:pt x="1258" y="1014"/>
                </a:lnTo>
                <a:lnTo>
                  <a:pt x="1265" y="993"/>
                </a:lnTo>
                <a:lnTo>
                  <a:pt x="1260" y="985"/>
                </a:lnTo>
                <a:lnTo>
                  <a:pt x="1178" y="964"/>
                </a:lnTo>
                <a:close/>
                <a:moveTo>
                  <a:pt x="493" y="804"/>
                </a:moveTo>
                <a:lnTo>
                  <a:pt x="480" y="820"/>
                </a:lnTo>
                <a:lnTo>
                  <a:pt x="491" y="902"/>
                </a:lnTo>
                <a:lnTo>
                  <a:pt x="489" y="916"/>
                </a:lnTo>
                <a:lnTo>
                  <a:pt x="484" y="927"/>
                </a:lnTo>
                <a:lnTo>
                  <a:pt x="480" y="940"/>
                </a:lnTo>
                <a:lnTo>
                  <a:pt x="480" y="956"/>
                </a:lnTo>
                <a:lnTo>
                  <a:pt x="507" y="967"/>
                </a:lnTo>
                <a:lnTo>
                  <a:pt x="533" y="969"/>
                </a:lnTo>
                <a:lnTo>
                  <a:pt x="564" y="964"/>
                </a:lnTo>
                <a:lnTo>
                  <a:pt x="575" y="947"/>
                </a:lnTo>
                <a:lnTo>
                  <a:pt x="569" y="934"/>
                </a:lnTo>
                <a:lnTo>
                  <a:pt x="562" y="925"/>
                </a:lnTo>
                <a:lnTo>
                  <a:pt x="555" y="918"/>
                </a:lnTo>
                <a:lnTo>
                  <a:pt x="545" y="911"/>
                </a:lnTo>
                <a:lnTo>
                  <a:pt x="540" y="902"/>
                </a:lnTo>
                <a:lnTo>
                  <a:pt x="527" y="811"/>
                </a:lnTo>
                <a:lnTo>
                  <a:pt x="518" y="807"/>
                </a:lnTo>
                <a:lnTo>
                  <a:pt x="507" y="804"/>
                </a:lnTo>
                <a:lnTo>
                  <a:pt x="493" y="804"/>
                </a:lnTo>
                <a:close/>
                <a:moveTo>
                  <a:pt x="822" y="798"/>
                </a:moveTo>
                <a:lnTo>
                  <a:pt x="765" y="814"/>
                </a:lnTo>
                <a:lnTo>
                  <a:pt x="758" y="820"/>
                </a:lnTo>
                <a:lnTo>
                  <a:pt x="764" y="847"/>
                </a:lnTo>
                <a:lnTo>
                  <a:pt x="773" y="871"/>
                </a:lnTo>
                <a:lnTo>
                  <a:pt x="782" y="894"/>
                </a:lnTo>
                <a:lnTo>
                  <a:pt x="791" y="916"/>
                </a:lnTo>
                <a:lnTo>
                  <a:pt x="798" y="938"/>
                </a:lnTo>
                <a:lnTo>
                  <a:pt x="804" y="962"/>
                </a:lnTo>
                <a:lnTo>
                  <a:pt x="804" y="987"/>
                </a:lnTo>
                <a:lnTo>
                  <a:pt x="796" y="1018"/>
                </a:lnTo>
                <a:lnTo>
                  <a:pt x="796" y="1022"/>
                </a:lnTo>
                <a:lnTo>
                  <a:pt x="824" y="1029"/>
                </a:lnTo>
                <a:lnTo>
                  <a:pt x="849" y="1025"/>
                </a:lnTo>
                <a:lnTo>
                  <a:pt x="875" y="1016"/>
                </a:lnTo>
                <a:lnTo>
                  <a:pt x="895" y="1005"/>
                </a:lnTo>
                <a:lnTo>
                  <a:pt x="895" y="998"/>
                </a:lnTo>
                <a:lnTo>
                  <a:pt x="876" y="971"/>
                </a:lnTo>
                <a:lnTo>
                  <a:pt x="864" y="949"/>
                </a:lnTo>
                <a:lnTo>
                  <a:pt x="855" y="927"/>
                </a:lnTo>
                <a:lnTo>
                  <a:pt x="851" y="905"/>
                </a:lnTo>
                <a:lnTo>
                  <a:pt x="851" y="880"/>
                </a:lnTo>
                <a:lnTo>
                  <a:pt x="851" y="849"/>
                </a:lnTo>
                <a:lnTo>
                  <a:pt x="853" y="811"/>
                </a:lnTo>
                <a:lnTo>
                  <a:pt x="822" y="798"/>
                </a:lnTo>
                <a:close/>
                <a:moveTo>
                  <a:pt x="1515" y="644"/>
                </a:moveTo>
                <a:lnTo>
                  <a:pt x="1480" y="651"/>
                </a:lnTo>
                <a:lnTo>
                  <a:pt x="1475" y="669"/>
                </a:lnTo>
                <a:lnTo>
                  <a:pt x="1475" y="682"/>
                </a:lnTo>
                <a:lnTo>
                  <a:pt x="1478" y="696"/>
                </a:lnTo>
                <a:lnTo>
                  <a:pt x="1484" y="711"/>
                </a:lnTo>
                <a:lnTo>
                  <a:pt x="1491" y="751"/>
                </a:lnTo>
                <a:lnTo>
                  <a:pt x="1491" y="787"/>
                </a:lnTo>
                <a:lnTo>
                  <a:pt x="1485" y="822"/>
                </a:lnTo>
                <a:lnTo>
                  <a:pt x="1476" y="853"/>
                </a:lnTo>
                <a:lnTo>
                  <a:pt x="1462" y="880"/>
                </a:lnTo>
                <a:lnTo>
                  <a:pt x="1445" y="907"/>
                </a:lnTo>
                <a:lnTo>
                  <a:pt x="1445" y="927"/>
                </a:lnTo>
                <a:lnTo>
                  <a:pt x="1465" y="936"/>
                </a:lnTo>
                <a:lnTo>
                  <a:pt x="1489" y="942"/>
                </a:lnTo>
                <a:lnTo>
                  <a:pt x="1515" y="944"/>
                </a:lnTo>
                <a:lnTo>
                  <a:pt x="1540" y="940"/>
                </a:lnTo>
                <a:lnTo>
                  <a:pt x="1562" y="927"/>
                </a:lnTo>
                <a:lnTo>
                  <a:pt x="1533" y="840"/>
                </a:lnTo>
                <a:lnTo>
                  <a:pt x="1533" y="809"/>
                </a:lnTo>
                <a:lnTo>
                  <a:pt x="1538" y="778"/>
                </a:lnTo>
                <a:lnTo>
                  <a:pt x="1551" y="751"/>
                </a:lnTo>
                <a:lnTo>
                  <a:pt x="1564" y="724"/>
                </a:lnTo>
                <a:lnTo>
                  <a:pt x="1576" y="696"/>
                </a:lnTo>
                <a:lnTo>
                  <a:pt x="1587" y="673"/>
                </a:lnTo>
                <a:lnTo>
                  <a:pt x="1580" y="656"/>
                </a:lnTo>
                <a:lnTo>
                  <a:pt x="1515" y="644"/>
                </a:lnTo>
                <a:close/>
                <a:moveTo>
                  <a:pt x="1107" y="622"/>
                </a:moveTo>
                <a:lnTo>
                  <a:pt x="1091" y="625"/>
                </a:lnTo>
                <a:lnTo>
                  <a:pt x="1064" y="656"/>
                </a:lnTo>
                <a:lnTo>
                  <a:pt x="1125" y="814"/>
                </a:lnTo>
                <a:lnTo>
                  <a:pt x="1129" y="840"/>
                </a:lnTo>
                <a:lnTo>
                  <a:pt x="1127" y="860"/>
                </a:lnTo>
                <a:lnTo>
                  <a:pt x="1122" y="874"/>
                </a:lnTo>
                <a:lnTo>
                  <a:pt x="1118" y="891"/>
                </a:lnTo>
                <a:lnTo>
                  <a:pt x="1116" y="907"/>
                </a:lnTo>
                <a:lnTo>
                  <a:pt x="1118" y="927"/>
                </a:lnTo>
                <a:lnTo>
                  <a:pt x="1142" y="927"/>
                </a:lnTo>
                <a:lnTo>
                  <a:pt x="1162" y="924"/>
                </a:lnTo>
                <a:lnTo>
                  <a:pt x="1180" y="920"/>
                </a:lnTo>
                <a:lnTo>
                  <a:pt x="1196" y="913"/>
                </a:lnTo>
                <a:lnTo>
                  <a:pt x="1218" y="907"/>
                </a:lnTo>
                <a:lnTo>
                  <a:pt x="1222" y="898"/>
                </a:lnTo>
                <a:lnTo>
                  <a:pt x="1225" y="887"/>
                </a:lnTo>
                <a:lnTo>
                  <a:pt x="1225" y="873"/>
                </a:lnTo>
                <a:lnTo>
                  <a:pt x="1202" y="842"/>
                </a:lnTo>
                <a:lnTo>
                  <a:pt x="1185" y="813"/>
                </a:lnTo>
                <a:lnTo>
                  <a:pt x="1175" y="784"/>
                </a:lnTo>
                <a:lnTo>
                  <a:pt x="1169" y="754"/>
                </a:lnTo>
                <a:lnTo>
                  <a:pt x="1169" y="722"/>
                </a:lnTo>
                <a:lnTo>
                  <a:pt x="1173" y="685"/>
                </a:lnTo>
                <a:lnTo>
                  <a:pt x="1182" y="644"/>
                </a:lnTo>
                <a:lnTo>
                  <a:pt x="1160" y="625"/>
                </a:lnTo>
                <a:lnTo>
                  <a:pt x="1107" y="622"/>
                </a:lnTo>
                <a:close/>
                <a:moveTo>
                  <a:pt x="762" y="596"/>
                </a:moveTo>
                <a:lnTo>
                  <a:pt x="751" y="611"/>
                </a:lnTo>
                <a:lnTo>
                  <a:pt x="744" y="633"/>
                </a:lnTo>
                <a:lnTo>
                  <a:pt x="738" y="658"/>
                </a:lnTo>
                <a:lnTo>
                  <a:pt x="735" y="689"/>
                </a:lnTo>
                <a:lnTo>
                  <a:pt x="733" y="718"/>
                </a:lnTo>
                <a:lnTo>
                  <a:pt x="735" y="744"/>
                </a:lnTo>
                <a:lnTo>
                  <a:pt x="738" y="765"/>
                </a:lnTo>
                <a:lnTo>
                  <a:pt x="767" y="769"/>
                </a:lnTo>
                <a:lnTo>
                  <a:pt x="793" y="769"/>
                </a:lnTo>
                <a:lnTo>
                  <a:pt x="822" y="765"/>
                </a:lnTo>
                <a:lnTo>
                  <a:pt x="831" y="753"/>
                </a:lnTo>
                <a:lnTo>
                  <a:pt x="825" y="734"/>
                </a:lnTo>
                <a:lnTo>
                  <a:pt x="818" y="724"/>
                </a:lnTo>
                <a:lnTo>
                  <a:pt x="809" y="716"/>
                </a:lnTo>
                <a:lnTo>
                  <a:pt x="802" y="709"/>
                </a:lnTo>
                <a:lnTo>
                  <a:pt x="795" y="698"/>
                </a:lnTo>
                <a:lnTo>
                  <a:pt x="789" y="680"/>
                </a:lnTo>
                <a:lnTo>
                  <a:pt x="791" y="664"/>
                </a:lnTo>
                <a:lnTo>
                  <a:pt x="791" y="647"/>
                </a:lnTo>
                <a:lnTo>
                  <a:pt x="791" y="631"/>
                </a:lnTo>
                <a:lnTo>
                  <a:pt x="784" y="613"/>
                </a:lnTo>
                <a:lnTo>
                  <a:pt x="780" y="609"/>
                </a:lnTo>
                <a:lnTo>
                  <a:pt x="778" y="605"/>
                </a:lnTo>
                <a:lnTo>
                  <a:pt x="775" y="604"/>
                </a:lnTo>
                <a:lnTo>
                  <a:pt x="771" y="600"/>
                </a:lnTo>
                <a:lnTo>
                  <a:pt x="767" y="598"/>
                </a:lnTo>
                <a:lnTo>
                  <a:pt x="762" y="596"/>
                </a:lnTo>
                <a:close/>
                <a:moveTo>
                  <a:pt x="1535" y="433"/>
                </a:moveTo>
                <a:lnTo>
                  <a:pt x="1524" y="447"/>
                </a:lnTo>
                <a:lnTo>
                  <a:pt x="1520" y="462"/>
                </a:lnTo>
                <a:lnTo>
                  <a:pt x="1518" y="476"/>
                </a:lnTo>
                <a:lnTo>
                  <a:pt x="1518" y="493"/>
                </a:lnTo>
                <a:lnTo>
                  <a:pt x="1516" y="511"/>
                </a:lnTo>
                <a:lnTo>
                  <a:pt x="1511" y="533"/>
                </a:lnTo>
                <a:lnTo>
                  <a:pt x="1476" y="574"/>
                </a:lnTo>
                <a:lnTo>
                  <a:pt x="1475" y="596"/>
                </a:lnTo>
                <a:lnTo>
                  <a:pt x="1500" y="607"/>
                </a:lnTo>
                <a:lnTo>
                  <a:pt x="1531" y="613"/>
                </a:lnTo>
                <a:lnTo>
                  <a:pt x="1564" y="609"/>
                </a:lnTo>
                <a:lnTo>
                  <a:pt x="1571" y="609"/>
                </a:lnTo>
                <a:lnTo>
                  <a:pt x="1578" y="593"/>
                </a:lnTo>
                <a:lnTo>
                  <a:pt x="1580" y="582"/>
                </a:lnTo>
                <a:lnTo>
                  <a:pt x="1576" y="573"/>
                </a:lnTo>
                <a:lnTo>
                  <a:pt x="1571" y="564"/>
                </a:lnTo>
                <a:lnTo>
                  <a:pt x="1564" y="554"/>
                </a:lnTo>
                <a:lnTo>
                  <a:pt x="1560" y="540"/>
                </a:lnTo>
                <a:lnTo>
                  <a:pt x="1569" y="447"/>
                </a:lnTo>
                <a:lnTo>
                  <a:pt x="1535" y="433"/>
                </a:lnTo>
                <a:close/>
                <a:moveTo>
                  <a:pt x="1089" y="416"/>
                </a:moveTo>
                <a:lnTo>
                  <a:pt x="1080" y="420"/>
                </a:lnTo>
                <a:lnTo>
                  <a:pt x="1071" y="442"/>
                </a:lnTo>
                <a:lnTo>
                  <a:pt x="1067" y="465"/>
                </a:lnTo>
                <a:lnTo>
                  <a:pt x="1067" y="493"/>
                </a:lnTo>
                <a:lnTo>
                  <a:pt x="1065" y="518"/>
                </a:lnTo>
                <a:lnTo>
                  <a:pt x="1064" y="544"/>
                </a:lnTo>
                <a:lnTo>
                  <a:pt x="1058" y="567"/>
                </a:lnTo>
                <a:lnTo>
                  <a:pt x="1069" y="584"/>
                </a:lnTo>
                <a:lnTo>
                  <a:pt x="1082" y="596"/>
                </a:lnTo>
                <a:lnTo>
                  <a:pt x="1100" y="604"/>
                </a:lnTo>
                <a:lnTo>
                  <a:pt x="1120" y="604"/>
                </a:lnTo>
                <a:lnTo>
                  <a:pt x="1142" y="596"/>
                </a:lnTo>
                <a:lnTo>
                  <a:pt x="1149" y="593"/>
                </a:lnTo>
                <a:lnTo>
                  <a:pt x="1153" y="589"/>
                </a:lnTo>
                <a:lnTo>
                  <a:pt x="1156" y="585"/>
                </a:lnTo>
                <a:lnTo>
                  <a:pt x="1160" y="580"/>
                </a:lnTo>
                <a:lnTo>
                  <a:pt x="1164" y="574"/>
                </a:lnTo>
                <a:lnTo>
                  <a:pt x="1115" y="420"/>
                </a:lnTo>
                <a:lnTo>
                  <a:pt x="1089" y="416"/>
                </a:lnTo>
                <a:close/>
                <a:moveTo>
                  <a:pt x="207" y="160"/>
                </a:moveTo>
                <a:lnTo>
                  <a:pt x="2276" y="160"/>
                </a:lnTo>
                <a:lnTo>
                  <a:pt x="2291" y="164"/>
                </a:lnTo>
                <a:lnTo>
                  <a:pt x="2304" y="173"/>
                </a:lnTo>
                <a:lnTo>
                  <a:pt x="2313" y="185"/>
                </a:lnTo>
                <a:lnTo>
                  <a:pt x="2316" y="200"/>
                </a:lnTo>
                <a:lnTo>
                  <a:pt x="2316" y="2829"/>
                </a:lnTo>
                <a:lnTo>
                  <a:pt x="2313" y="2844"/>
                </a:lnTo>
                <a:lnTo>
                  <a:pt x="2304" y="2856"/>
                </a:lnTo>
                <a:lnTo>
                  <a:pt x="2291" y="2865"/>
                </a:lnTo>
                <a:lnTo>
                  <a:pt x="2276" y="2869"/>
                </a:lnTo>
                <a:lnTo>
                  <a:pt x="207" y="2869"/>
                </a:lnTo>
                <a:lnTo>
                  <a:pt x="193" y="2865"/>
                </a:lnTo>
                <a:lnTo>
                  <a:pt x="180" y="2856"/>
                </a:lnTo>
                <a:lnTo>
                  <a:pt x="171" y="2844"/>
                </a:lnTo>
                <a:lnTo>
                  <a:pt x="167" y="2829"/>
                </a:lnTo>
                <a:lnTo>
                  <a:pt x="167" y="200"/>
                </a:lnTo>
                <a:lnTo>
                  <a:pt x="171" y="185"/>
                </a:lnTo>
                <a:lnTo>
                  <a:pt x="180" y="173"/>
                </a:lnTo>
                <a:lnTo>
                  <a:pt x="193" y="164"/>
                </a:lnTo>
                <a:lnTo>
                  <a:pt x="207" y="160"/>
                </a:lnTo>
                <a:close/>
                <a:moveTo>
                  <a:pt x="131" y="89"/>
                </a:moveTo>
                <a:lnTo>
                  <a:pt x="116" y="93"/>
                </a:lnTo>
                <a:lnTo>
                  <a:pt x="104" y="102"/>
                </a:lnTo>
                <a:lnTo>
                  <a:pt x="95" y="114"/>
                </a:lnTo>
                <a:lnTo>
                  <a:pt x="91" y="129"/>
                </a:lnTo>
                <a:lnTo>
                  <a:pt x="91" y="2900"/>
                </a:lnTo>
                <a:lnTo>
                  <a:pt x="95" y="2914"/>
                </a:lnTo>
                <a:lnTo>
                  <a:pt x="104" y="2927"/>
                </a:lnTo>
                <a:lnTo>
                  <a:pt x="116" y="2936"/>
                </a:lnTo>
                <a:lnTo>
                  <a:pt x="131" y="2940"/>
                </a:lnTo>
                <a:lnTo>
                  <a:pt x="2353" y="2940"/>
                </a:lnTo>
                <a:lnTo>
                  <a:pt x="2367" y="2936"/>
                </a:lnTo>
                <a:lnTo>
                  <a:pt x="2380" y="2927"/>
                </a:lnTo>
                <a:lnTo>
                  <a:pt x="2389" y="2914"/>
                </a:lnTo>
                <a:lnTo>
                  <a:pt x="2393" y="2900"/>
                </a:lnTo>
                <a:lnTo>
                  <a:pt x="2393" y="129"/>
                </a:lnTo>
                <a:lnTo>
                  <a:pt x="2389" y="114"/>
                </a:lnTo>
                <a:lnTo>
                  <a:pt x="2380" y="102"/>
                </a:lnTo>
                <a:lnTo>
                  <a:pt x="2367" y="93"/>
                </a:lnTo>
                <a:lnTo>
                  <a:pt x="2353" y="89"/>
                </a:lnTo>
                <a:lnTo>
                  <a:pt x="131" y="89"/>
                </a:lnTo>
                <a:close/>
                <a:moveTo>
                  <a:pt x="40" y="0"/>
                </a:moveTo>
                <a:lnTo>
                  <a:pt x="2447" y="0"/>
                </a:lnTo>
                <a:lnTo>
                  <a:pt x="2464" y="4"/>
                </a:lnTo>
                <a:lnTo>
                  <a:pt x="2476" y="13"/>
                </a:lnTo>
                <a:lnTo>
                  <a:pt x="2485" y="25"/>
                </a:lnTo>
                <a:lnTo>
                  <a:pt x="2487" y="40"/>
                </a:lnTo>
                <a:lnTo>
                  <a:pt x="2487" y="2984"/>
                </a:lnTo>
                <a:lnTo>
                  <a:pt x="2485" y="3000"/>
                </a:lnTo>
                <a:lnTo>
                  <a:pt x="2476" y="3013"/>
                </a:lnTo>
                <a:lnTo>
                  <a:pt x="2464" y="3022"/>
                </a:lnTo>
                <a:lnTo>
                  <a:pt x="2447" y="3024"/>
                </a:lnTo>
                <a:lnTo>
                  <a:pt x="40" y="3024"/>
                </a:lnTo>
                <a:lnTo>
                  <a:pt x="24" y="3022"/>
                </a:lnTo>
                <a:lnTo>
                  <a:pt x="11" y="3013"/>
                </a:lnTo>
                <a:lnTo>
                  <a:pt x="4" y="3000"/>
                </a:lnTo>
                <a:lnTo>
                  <a:pt x="0" y="2984"/>
                </a:lnTo>
                <a:lnTo>
                  <a:pt x="0" y="40"/>
                </a:lnTo>
                <a:lnTo>
                  <a:pt x="4" y="25"/>
                </a:lnTo>
                <a:lnTo>
                  <a:pt x="11" y="13"/>
                </a:lnTo>
                <a:lnTo>
                  <a:pt x="24" y="4"/>
                </a:lnTo>
                <a:lnTo>
                  <a:pt x="40"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60" name="Google Shape;560;p65"/>
          <p:cNvSpPr/>
          <p:nvPr/>
        </p:nvSpPr>
        <p:spPr>
          <a:xfrm>
            <a:off x="4985651" y="982821"/>
            <a:ext cx="273100" cy="208749"/>
          </a:xfrm>
          <a:custGeom>
            <a:avLst/>
            <a:gdLst/>
            <a:ahLst/>
            <a:cxnLst/>
            <a:rect l="l" t="t" r="r" b="b"/>
            <a:pathLst>
              <a:path w="1776" h="1881" extrusionOk="0">
                <a:moveTo>
                  <a:pt x="914" y="0"/>
                </a:moveTo>
                <a:lnTo>
                  <a:pt x="940" y="3"/>
                </a:lnTo>
                <a:lnTo>
                  <a:pt x="965" y="10"/>
                </a:lnTo>
                <a:lnTo>
                  <a:pt x="987" y="23"/>
                </a:lnTo>
                <a:lnTo>
                  <a:pt x="991" y="81"/>
                </a:lnTo>
                <a:lnTo>
                  <a:pt x="994" y="147"/>
                </a:lnTo>
                <a:lnTo>
                  <a:pt x="994" y="220"/>
                </a:lnTo>
                <a:lnTo>
                  <a:pt x="994" y="296"/>
                </a:lnTo>
                <a:lnTo>
                  <a:pt x="994" y="376"/>
                </a:lnTo>
                <a:lnTo>
                  <a:pt x="994" y="458"/>
                </a:lnTo>
                <a:lnTo>
                  <a:pt x="994" y="536"/>
                </a:lnTo>
                <a:lnTo>
                  <a:pt x="994" y="612"/>
                </a:lnTo>
                <a:lnTo>
                  <a:pt x="1020" y="629"/>
                </a:lnTo>
                <a:lnTo>
                  <a:pt x="1040" y="641"/>
                </a:lnTo>
                <a:lnTo>
                  <a:pt x="1056" y="652"/>
                </a:lnTo>
                <a:lnTo>
                  <a:pt x="1071" y="663"/>
                </a:lnTo>
                <a:lnTo>
                  <a:pt x="1085" y="674"/>
                </a:lnTo>
                <a:lnTo>
                  <a:pt x="1100" y="689"/>
                </a:lnTo>
                <a:lnTo>
                  <a:pt x="1122" y="629"/>
                </a:lnTo>
                <a:lnTo>
                  <a:pt x="1145" y="580"/>
                </a:lnTo>
                <a:lnTo>
                  <a:pt x="1171" y="543"/>
                </a:lnTo>
                <a:lnTo>
                  <a:pt x="1196" y="516"/>
                </a:lnTo>
                <a:lnTo>
                  <a:pt x="1223" y="498"/>
                </a:lnTo>
                <a:lnTo>
                  <a:pt x="1252" y="490"/>
                </a:lnTo>
                <a:lnTo>
                  <a:pt x="1282" y="494"/>
                </a:lnTo>
                <a:lnTo>
                  <a:pt x="1314" y="505"/>
                </a:lnTo>
                <a:lnTo>
                  <a:pt x="1345" y="525"/>
                </a:lnTo>
                <a:lnTo>
                  <a:pt x="1380" y="556"/>
                </a:lnTo>
                <a:lnTo>
                  <a:pt x="1414" y="594"/>
                </a:lnTo>
                <a:lnTo>
                  <a:pt x="1451" y="640"/>
                </a:lnTo>
                <a:lnTo>
                  <a:pt x="1491" y="683"/>
                </a:lnTo>
                <a:lnTo>
                  <a:pt x="1527" y="729"/>
                </a:lnTo>
                <a:lnTo>
                  <a:pt x="1558" y="778"/>
                </a:lnTo>
                <a:lnTo>
                  <a:pt x="1585" y="832"/>
                </a:lnTo>
                <a:lnTo>
                  <a:pt x="1611" y="890"/>
                </a:lnTo>
                <a:lnTo>
                  <a:pt x="1634" y="956"/>
                </a:lnTo>
                <a:lnTo>
                  <a:pt x="1656" y="1027"/>
                </a:lnTo>
                <a:lnTo>
                  <a:pt x="1678" y="1107"/>
                </a:lnTo>
                <a:lnTo>
                  <a:pt x="1700" y="1196"/>
                </a:lnTo>
                <a:lnTo>
                  <a:pt x="1722" y="1294"/>
                </a:lnTo>
                <a:lnTo>
                  <a:pt x="1747" y="1403"/>
                </a:lnTo>
                <a:lnTo>
                  <a:pt x="1756" y="1450"/>
                </a:lnTo>
                <a:lnTo>
                  <a:pt x="1765" y="1500"/>
                </a:lnTo>
                <a:lnTo>
                  <a:pt x="1771" y="1549"/>
                </a:lnTo>
                <a:lnTo>
                  <a:pt x="1774" y="1598"/>
                </a:lnTo>
                <a:lnTo>
                  <a:pt x="1776" y="1645"/>
                </a:lnTo>
                <a:lnTo>
                  <a:pt x="1774" y="1690"/>
                </a:lnTo>
                <a:lnTo>
                  <a:pt x="1767" y="1734"/>
                </a:lnTo>
                <a:lnTo>
                  <a:pt x="1756" y="1774"/>
                </a:lnTo>
                <a:lnTo>
                  <a:pt x="1742" y="1809"/>
                </a:lnTo>
                <a:lnTo>
                  <a:pt x="1722" y="1838"/>
                </a:lnTo>
                <a:lnTo>
                  <a:pt x="1694" y="1860"/>
                </a:lnTo>
                <a:lnTo>
                  <a:pt x="1674" y="1869"/>
                </a:lnTo>
                <a:lnTo>
                  <a:pt x="1649" y="1869"/>
                </a:lnTo>
                <a:lnTo>
                  <a:pt x="1622" y="1863"/>
                </a:lnTo>
                <a:lnTo>
                  <a:pt x="1591" y="1854"/>
                </a:lnTo>
                <a:lnTo>
                  <a:pt x="1558" y="1840"/>
                </a:lnTo>
                <a:lnTo>
                  <a:pt x="1527" y="1821"/>
                </a:lnTo>
                <a:lnTo>
                  <a:pt x="1494" y="1801"/>
                </a:lnTo>
                <a:lnTo>
                  <a:pt x="1462" y="1781"/>
                </a:lnTo>
                <a:lnTo>
                  <a:pt x="1432" y="1760"/>
                </a:lnTo>
                <a:lnTo>
                  <a:pt x="1405" y="1740"/>
                </a:lnTo>
                <a:lnTo>
                  <a:pt x="1382" y="1723"/>
                </a:lnTo>
                <a:lnTo>
                  <a:pt x="1362" y="1707"/>
                </a:lnTo>
                <a:lnTo>
                  <a:pt x="1347" y="1696"/>
                </a:lnTo>
                <a:lnTo>
                  <a:pt x="1305" y="1663"/>
                </a:lnTo>
                <a:lnTo>
                  <a:pt x="1260" y="1632"/>
                </a:lnTo>
                <a:lnTo>
                  <a:pt x="1212" y="1605"/>
                </a:lnTo>
                <a:lnTo>
                  <a:pt x="1163" y="1580"/>
                </a:lnTo>
                <a:lnTo>
                  <a:pt x="1114" y="1554"/>
                </a:lnTo>
                <a:lnTo>
                  <a:pt x="1071" y="1527"/>
                </a:lnTo>
                <a:lnTo>
                  <a:pt x="1031" y="1500"/>
                </a:lnTo>
                <a:lnTo>
                  <a:pt x="1000" y="1469"/>
                </a:lnTo>
                <a:lnTo>
                  <a:pt x="987" y="1420"/>
                </a:lnTo>
                <a:lnTo>
                  <a:pt x="985" y="1372"/>
                </a:lnTo>
                <a:lnTo>
                  <a:pt x="989" y="1327"/>
                </a:lnTo>
                <a:lnTo>
                  <a:pt x="996" y="1285"/>
                </a:lnTo>
                <a:lnTo>
                  <a:pt x="1003" y="1247"/>
                </a:lnTo>
                <a:lnTo>
                  <a:pt x="1011" y="1212"/>
                </a:lnTo>
                <a:lnTo>
                  <a:pt x="1014" y="1176"/>
                </a:lnTo>
                <a:lnTo>
                  <a:pt x="1009" y="1143"/>
                </a:lnTo>
                <a:lnTo>
                  <a:pt x="1002" y="1114"/>
                </a:lnTo>
                <a:lnTo>
                  <a:pt x="994" y="1089"/>
                </a:lnTo>
                <a:lnTo>
                  <a:pt x="989" y="1036"/>
                </a:lnTo>
                <a:lnTo>
                  <a:pt x="992" y="985"/>
                </a:lnTo>
                <a:lnTo>
                  <a:pt x="1003" y="938"/>
                </a:lnTo>
                <a:lnTo>
                  <a:pt x="1018" y="896"/>
                </a:lnTo>
                <a:lnTo>
                  <a:pt x="1034" y="858"/>
                </a:lnTo>
                <a:lnTo>
                  <a:pt x="1051" y="825"/>
                </a:lnTo>
                <a:lnTo>
                  <a:pt x="1040" y="810"/>
                </a:lnTo>
                <a:lnTo>
                  <a:pt x="1025" y="794"/>
                </a:lnTo>
                <a:lnTo>
                  <a:pt x="1009" y="776"/>
                </a:lnTo>
                <a:lnTo>
                  <a:pt x="989" y="758"/>
                </a:lnTo>
                <a:lnTo>
                  <a:pt x="963" y="743"/>
                </a:lnTo>
                <a:lnTo>
                  <a:pt x="931" y="729"/>
                </a:lnTo>
                <a:lnTo>
                  <a:pt x="891" y="720"/>
                </a:lnTo>
                <a:lnTo>
                  <a:pt x="856" y="732"/>
                </a:lnTo>
                <a:lnTo>
                  <a:pt x="829" y="743"/>
                </a:lnTo>
                <a:lnTo>
                  <a:pt x="805" y="756"/>
                </a:lnTo>
                <a:lnTo>
                  <a:pt x="787" y="770"/>
                </a:lnTo>
                <a:lnTo>
                  <a:pt x="769" y="789"/>
                </a:lnTo>
                <a:lnTo>
                  <a:pt x="751" y="810"/>
                </a:lnTo>
                <a:lnTo>
                  <a:pt x="727" y="840"/>
                </a:lnTo>
                <a:lnTo>
                  <a:pt x="740" y="874"/>
                </a:lnTo>
                <a:lnTo>
                  <a:pt x="752" y="909"/>
                </a:lnTo>
                <a:lnTo>
                  <a:pt x="765" y="945"/>
                </a:lnTo>
                <a:lnTo>
                  <a:pt x="774" y="983"/>
                </a:lnTo>
                <a:lnTo>
                  <a:pt x="778" y="1021"/>
                </a:lnTo>
                <a:lnTo>
                  <a:pt x="776" y="1056"/>
                </a:lnTo>
                <a:lnTo>
                  <a:pt x="769" y="1089"/>
                </a:lnTo>
                <a:lnTo>
                  <a:pt x="762" y="1120"/>
                </a:lnTo>
                <a:lnTo>
                  <a:pt x="754" y="1149"/>
                </a:lnTo>
                <a:lnTo>
                  <a:pt x="752" y="1183"/>
                </a:lnTo>
                <a:lnTo>
                  <a:pt x="754" y="1220"/>
                </a:lnTo>
                <a:lnTo>
                  <a:pt x="760" y="1256"/>
                </a:lnTo>
                <a:lnTo>
                  <a:pt x="767" y="1292"/>
                </a:lnTo>
                <a:lnTo>
                  <a:pt x="774" y="1330"/>
                </a:lnTo>
                <a:lnTo>
                  <a:pt x="782" y="1365"/>
                </a:lnTo>
                <a:lnTo>
                  <a:pt x="785" y="1400"/>
                </a:lnTo>
                <a:lnTo>
                  <a:pt x="783" y="1432"/>
                </a:lnTo>
                <a:lnTo>
                  <a:pt x="774" y="1461"/>
                </a:lnTo>
                <a:lnTo>
                  <a:pt x="760" y="1489"/>
                </a:lnTo>
                <a:lnTo>
                  <a:pt x="651" y="1556"/>
                </a:lnTo>
                <a:lnTo>
                  <a:pt x="540" y="1621"/>
                </a:lnTo>
                <a:lnTo>
                  <a:pt x="431" y="1689"/>
                </a:lnTo>
                <a:lnTo>
                  <a:pt x="416" y="1700"/>
                </a:lnTo>
                <a:lnTo>
                  <a:pt x="396" y="1716"/>
                </a:lnTo>
                <a:lnTo>
                  <a:pt x="371" y="1736"/>
                </a:lnTo>
                <a:lnTo>
                  <a:pt x="343" y="1758"/>
                </a:lnTo>
                <a:lnTo>
                  <a:pt x="314" y="1781"/>
                </a:lnTo>
                <a:lnTo>
                  <a:pt x="283" y="1805"/>
                </a:lnTo>
                <a:lnTo>
                  <a:pt x="252" y="1827"/>
                </a:lnTo>
                <a:lnTo>
                  <a:pt x="222" y="1847"/>
                </a:lnTo>
                <a:lnTo>
                  <a:pt x="192" y="1863"/>
                </a:lnTo>
                <a:lnTo>
                  <a:pt x="167" y="1874"/>
                </a:lnTo>
                <a:lnTo>
                  <a:pt x="143" y="1881"/>
                </a:lnTo>
                <a:lnTo>
                  <a:pt x="123" y="1880"/>
                </a:lnTo>
                <a:lnTo>
                  <a:pt x="92" y="1872"/>
                </a:lnTo>
                <a:lnTo>
                  <a:pt x="69" y="1856"/>
                </a:lnTo>
                <a:lnTo>
                  <a:pt x="47" y="1832"/>
                </a:lnTo>
                <a:lnTo>
                  <a:pt x="31" y="1803"/>
                </a:lnTo>
                <a:lnTo>
                  <a:pt x="18" y="1769"/>
                </a:lnTo>
                <a:lnTo>
                  <a:pt x="9" y="1730"/>
                </a:lnTo>
                <a:lnTo>
                  <a:pt x="3" y="1690"/>
                </a:lnTo>
                <a:lnTo>
                  <a:pt x="0" y="1647"/>
                </a:lnTo>
                <a:lnTo>
                  <a:pt x="0" y="1601"/>
                </a:lnTo>
                <a:lnTo>
                  <a:pt x="2" y="1558"/>
                </a:lnTo>
                <a:lnTo>
                  <a:pt x="5" y="1512"/>
                </a:lnTo>
                <a:lnTo>
                  <a:pt x="9" y="1470"/>
                </a:lnTo>
                <a:lnTo>
                  <a:pt x="16" y="1429"/>
                </a:lnTo>
                <a:lnTo>
                  <a:pt x="23" y="1392"/>
                </a:lnTo>
                <a:lnTo>
                  <a:pt x="47" y="1285"/>
                </a:lnTo>
                <a:lnTo>
                  <a:pt x="72" y="1183"/>
                </a:lnTo>
                <a:lnTo>
                  <a:pt x="100" y="1087"/>
                </a:lnTo>
                <a:lnTo>
                  <a:pt x="129" y="996"/>
                </a:lnTo>
                <a:lnTo>
                  <a:pt x="162" y="912"/>
                </a:lnTo>
                <a:lnTo>
                  <a:pt x="194" y="834"/>
                </a:lnTo>
                <a:lnTo>
                  <a:pt x="231" y="767"/>
                </a:lnTo>
                <a:lnTo>
                  <a:pt x="269" y="707"/>
                </a:lnTo>
                <a:lnTo>
                  <a:pt x="311" y="656"/>
                </a:lnTo>
                <a:lnTo>
                  <a:pt x="327" y="634"/>
                </a:lnTo>
                <a:lnTo>
                  <a:pt x="343" y="610"/>
                </a:lnTo>
                <a:lnTo>
                  <a:pt x="360" y="587"/>
                </a:lnTo>
                <a:lnTo>
                  <a:pt x="378" y="563"/>
                </a:lnTo>
                <a:lnTo>
                  <a:pt x="398" y="541"/>
                </a:lnTo>
                <a:lnTo>
                  <a:pt x="420" y="521"/>
                </a:lnTo>
                <a:lnTo>
                  <a:pt x="443" y="505"/>
                </a:lnTo>
                <a:lnTo>
                  <a:pt x="471" y="492"/>
                </a:lnTo>
                <a:lnTo>
                  <a:pt x="502" y="487"/>
                </a:lnTo>
                <a:lnTo>
                  <a:pt x="534" y="489"/>
                </a:lnTo>
                <a:lnTo>
                  <a:pt x="562" y="510"/>
                </a:lnTo>
                <a:lnTo>
                  <a:pt x="582" y="538"/>
                </a:lnTo>
                <a:lnTo>
                  <a:pt x="596" y="567"/>
                </a:lnTo>
                <a:lnTo>
                  <a:pt x="611" y="598"/>
                </a:lnTo>
                <a:lnTo>
                  <a:pt x="623" y="629"/>
                </a:lnTo>
                <a:lnTo>
                  <a:pt x="638" y="660"/>
                </a:lnTo>
                <a:lnTo>
                  <a:pt x="654" y="689"/>
                </a:lnTo>
                <a:lnTo>
                  <a:pt x="672" y="712"/>
                </a:lnTo>
                <a:lnTo>
                  <a:pt x="671" y="716"/>
                </a:lnTo>
                <a:lnTo>
                  <a:pt x="674" y="716"/>
                </a:lnTo>
                <a:lnTo>
                  <a:pt x="672" y="712"/>
                </a:lnTo>
                <a:lnTo>
                  <a:pt x="672" y="710"/>
                </a:lnTo>
                <a:lnTo>
                  <a:pt x="682" y="701"/>
                </a:lnTo>
                <a:lnTo>
                  <a:pt x="694" y="690"/>
                </a:lnTo>
                <a:lnTo>
                  <a:pt x="711" y="676"/>
                </a:lnTo>
                <a:lnTo>
                  <a:pt x="731" y="661"/>
                </a:lnTo>
                <a:lnTo>
                  <a:pt x="752" y="645"/>
                </a:lnTo>
                <a:lnTo>
                  <a:pt x="774" y="632"/>
                </a:lnTo>
                <a:lnTo>
                  <a:pt x="796" y="620"/>
                </a:lnTo>
                <a:lnTo>
                  <a:pt x="814" y="612"/>
                </a:lnTo>
                <a:lnTo>
                  <a:pt x="816" y="534"/>
                </a:lnTo>
                <a:lnTo>
                  <a:pt x="816" y="461"/>
                </a:lnTo>
                <a:lnTo>
                  <a:pt x="814" y="394"/>
                </a:lnTo>
                <a:lnTo>
                  <a:pt x="812" y="327"/>
                </a:lnTo>
                <a:lnTo>
                  <a:pt x="812" y="258"/>
                </a:lnTo>
                <a:lnTo>
                  <a:pt x="811" y="185"/>
                </a:lnTo>
                <a:lnTo>
                  <a:pt x="812" y="107"/>
                </a:lnTo>
                <a:lnTo>
                  <a:pt x="814" y="20"/>
                </a:lnTo>
                <a:lnTo>
                  <a:pt x="818" y="20"/>
                </a:lnTo>
                <a:lnTo>
                  <a:pt x="829" y="16"/>
                </a:lnTo>
                <a:lnTo>
                  <a:pt x="845" y="10"/>
                </a:lnTo>
                <a:lnTo>
                  <a:pt x="865" y="5"/>
                </a:lnTo>
                <a:lnTo>
                  <a:pt x="889" y="1"/>
                </a:lnTo>
                <a:lnTo>
                  <a:pt x="914"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61" name="Google Shape;561;p65"/>
          <p:cNvSpPr/>
          <p:nvPr/>
        </p:nvSpPr>
        <p:spPr>
          <a:xfrm>
            <a:off x="7264573" y="1134766"/>
            <a:ext cx="281727" cy="107055"/>
          </a:xfrm>
          <a:custGeom>
            <a:avLst/>
            <a:gdLst/>
            <a:ahLst/>
            <a:cxnLst/>
            <a:rect l="l" t="t" r="r" b="b"/>
            <a:pathLst>
              <a:path w="3600" h="1824" extrusionOk="0">
                <a:moveTo>
                  <a:pt x="2018" y="497"/>
                </a:moveTo>
                <a:lnTo>
                  <a:pt x="1978" y="502"/>
                </a:lnTo>
                <a:lnTo>
                  <a:pt x="1944" y="515"/>
                </a:lnTo>
                <a:lnTo>
                  <a:pt x="1911" y="535"/>
                </a:lnTo>
                <a:lnTo>
                  <a:pt x="1885" y="560"/>
                </a:lnTo>
                <a:lnTo>
                  <a:pt x="1865" y="593"/>
                </a:lnTo>
                <a:lnTo>
                  <a:pt x="1853" y="627"/>
                </a:lnTo>
                <a:lnTo>
                  <a:pt x="1847" y="667"/>
                </a:lnTo>
                <a:lnTo>
                  <a:pt x="1853" y="706"/>
                </a:lnTo>
                <a:lnTo>
                  <a:pt x="1865" y="742"/>
                </a:lnTo>
                <a:lnTo>
                  <a:pt x="1885" y="773"/>
                </a:lnTo>
                <a:lnTo>
                  <a:pt x="1911" y="800"/>
                </a:lnTo>
                <a:lnTo>
                  <a:pt x="1944" y="820"/>
                </a:lnTo>
                <a:lnTo>
                  <a:pt x="1978" y="833"/>
                </a:lnTo>
                <a:lnTo>
                  <a:pt x="2018" y="837"/>
                </a:lnTo>
                <a:lnTo>
                  <a:pt x="2056" y="833"/>
                </a:lnTo>
                <a:lnTo>
                  <a:pt x="2093" y="820"/>
                </a:lnTo>
                <a:lnTo>
                  <a:pt x="2124" y="800"/>
                </a:lnTo>
                <a:lnTo>
                  <a:pt x="2151" y="773"/>
                </a:lnTo>
                <a:lnTo>
                  <a:pt x="2171" y="742"/>
                </a:lnTo>
                <a:lnTo>
                  <a:pt x="2184" y="706"/>
                </a:lnTo>
                <a:lnTo>
                  <a:pt x="2187" y="667"/>
                </a:lnTo>
                <a:lnTo>
                  <a:pt x="2184" y="627"/>
                </a:lnTo>
                <a:lnTo>
                  <a:pt x="2171" y="593"/>
                </a:lnTo>
                <a:lnTo>
                  <a:pt x="2151" y="560"/>
                </a:lnTo>
                <a:lnTo>
                  <a:pt x="2124" y="535"/>
                </a:lnTo>
                <a:lnTo>
                  <a:pt x="2093" y="515"/>
                </a:lnTo>
                <a:lnTo>
                  <a:pt x="2056" y="502"/>
                </a:lnTo>
                <a:lnTo>
                  <a:pt x="2018" y="497"/>
                </a:lnTo>
                <a:close/>
                <a:moveTo>
                  <a:pt x="1800" y="406"/>
                </a:moveTo>
                <a:lnTo>
                  <a:pt x="1875" y="411"/>
                </a:lnTo>
                <a:lnTo>
                  <a:pt x="1947" y="427"/>
                </a:lnTo>
                <a:lnTo>
                  <a:pt x="2015" y="453"/>
                </a:lnTo>
                <a:lnTo>
                  <a:pt x="2076" y="487"/>
                </a:lnTo>
                <a:lnTo>
                  <a:pt x="2133" y="529"/>
                </a:lnTo>
                <a:lnTo>
                  <a:pt x="2184" y="580"/>
                </a:lnTo>
                <a:lnTo>
                  <a:pt x="2225" y="637"/>
                </a:lnTo>
                <a:lnTo>
                  <a:pt x="2260" y="698"/>
                </a:lnTo>
                <a:lnTo>
                  <a:pt x="2287" y="766"/>
                </a:lnTo>
                <a:lnTo>
                  <a:pt x="2302" y="838"/>
                </a:lnTo>
                <a:lnTo>
                  <a:pt x="2307" y="913"/>
                </a:lnTo>
                <a:lnTo>
                  <a:pt x="2302" y="987"/>
                </a:lnTo>
                <a:lnTo>
                  <a:pt x="2287" y="1060"/>
                </a:lnTo>
                <a:lnTo>
                  <a:pt x="2260" y="1127"/>
                </a:lnTo>
                <a:lnTo>
                  <a:pt x="2225" y="1189"/>
                </a:lnTo>
                <a:lnTo>
                  <a:pt x="2184" y="1246"/>
                </a:lnTo>
                <a:lnTo>
                  <a:pt x="2133" y="1297"/>
                </a:lnTo>
                <a:lnTo>
                  <a:pt x="2076" y="1338"/>
                </a:lnTo>
                <a:lnTo>
                  <a:pt x="2015" y="1375"/>
                </a:lnTo>
                <a:lnTo>
                  <a:pt x="1947" y="1400"/>
                </a:lnTo>
                <a:lnTo>
                  <a:pt x="1875" y="1415"/>
                </a:lnTo>
                <a:lnTo>
                  <a:pt x="1800" y="1422"/>
                </a:lnTo>
                <a:lnTo>
                  <a:pt x="1725" y="1415"/>
                </a:lnTo>
                <a:lnTo>
                  <a:pt x="1653" y="1400"/>
                </a:lnTo>
                <a:lnTo>
                  <a:pt x="1585" y="1375"/>
                </a:lnTo>
                <a:lnTo>
                  <a:pt x="1524" y="1338"/>
                </a:lnTo>
                <a:lnTo>
                  <a:pt x="1467" y="1297"/>
                </a:lnTo>
                <a:lnTo>
                  <a:pt x="1416" y="1246"/>
                </a:lnTo>
                <a:lnTo>
                  <a:pt x="1375" y="1189"/>
                </a:lnTo>
                <a:lnTo>
                  <a:pt x="1340" y="1127"/>
                </a:lnTo>
                <a:lnTo>
                  <a:pt x="1313" y="1060"/>
                </a:lnTo>
                <a:lnTo>
                  <a:pt x="1298" y="987"/>
                </a:lnTo>
                <a:lnTo>
                  <a:pt x="1293" y="913"/>
                </a:lnTo>
                <a:lnTo>
                  <a:pt x="1298" y="838"/>
                </a:lnTo>
                <a:lnTo>
                  <a:pt x="1313" y="766"/>
                </a:lnTo>
                <a:lnTo>
                  <a:pt x="1340" y="698"/>
                </a:lnTo>
                <a:lnTo>
                  <a:pt x="1375" y="637"/>
                </a:lnTo>
                <a:lnTo>
                  <a:pt x="1416" y="580"/>
                </a:lnTo>
                <a:lnTo>
                  <a:pt x="1467" y="529"/>
                </a:lnTo>
                <a:lnTo>
                  <a:pt x="1524" y="487"/>
                </a:lnTo>
                <a:lnTo>
                  <a:pt x="1585" y="453"/>
                </a:lnTo>
                <a:lnTo>
                  <a:pt x="1653" y="427"/>
                </a:lnTo>
                <a:lnTo>
                  <a:pt x="1725" y="411"/>
                </a:lnTo>
                <a:lnTo>
                  <a:pt x="1800" y="406"/>
                </a:lnTo>
                <a:close/>
                <a:moveTo>
                  <a:pt x="2356" y="257"/>
                </a:moveTo>
                <a:lnTo>
                  <a:pt x="2444" y="349"/>
                </a:lnTo>
                <a:lnTo>
                  <a:pt x="2478" y="391"/>
                </a:lnTo>
                <a:lnTo>
                  <a:pt x="2513" y="437"/>
                </a:lnTo>
                <a:lnTo>
                  <a:pt x="2545" y="484"/>
                </a:lnTo>
                <a:lnTo>
                  <a:pt x="2575" y="533"/>
                </a:lnTo>
                <a:lnTo>
                  <a:pt x="2596" y="586"/>
                </a:lnTo>
                <a:lnTo>
                  <a:pt x="2622" y="677"/>
                </a:lnTo>
                <a:lnTo>
                  <a:pt x="2638" y="764"/>
                </a:lnTo>
                <a:lnTo>
                  <a:pt x="2645" y="847"/>
                </a:lnTo>
                <a:lnTo>
                  <a:pt x="2647" y="926"/>
                </a:lnTo>
                <a:lnTo>
                  <a:pt x="2644" y="1000"/>
                </a:lnTo>
                <a:lnTo>
                  <a:pt x="2633" y="1071"/>
                </a:lnTo>
                <a:lnTo>
                  <a:pt x="2616" y="1137"/>
                </a:lnTo>
                <a:lnTo>
                  <a:pt x="2598" y="1197"/>
                </a:lnTo>
                <a:lnTo>
                  <a:pt x="2575" y="1255"/>
                </a:lnTo>
                <a:lnTo>
                  <a:pt x="2549" y="1307"/>
                </a:lnTo>
                <a:lnTo>
                  <a:pt x="2520" y="1355"/>
                </a:lnTo>
                <a:lnTo>
                  <a:pt x="2491" y="1400"/>
                </a:lnTo>
                <a:lnTo>
                  <a:pt x="2460" y="1440"/>
                </a:lnTo>
                <a:lnTo>
                  <a:pt x="2431" y="1475"/>
                </a:lnTo>
                <a:lnTo>
                  <a:pt x="2402" y="1507"/>
                </a:lnTo>
                <a:lnTo>
                  <a:pt x="2373" y="1535"/>
                </a:lnTo>
                <a:lnTo>
                  <a:pt x="2347" y="1558"/>
                </a:lnTo>
                <a:lnTo>
                  <a:pt x="2324" y="1577"/>
                </a:lnTo>
                <a:lnTo>
                  <a:pt x="2482" y="1515"/>
                </a:lnTo>
                <a:lnTo>
                  <a:pt x="2633" y="1446"/>
                </a:lnTo>
                <a:lnTo>
                  <a:pt x="2780" y="1369"/>
                </a:lnTo>
                <a:lnTo>
                  <a:pt x="2920" y="1286"/>
                </a:lnTo>
                <a:lnTo>
                  <a:pt x="3053" y="1200"/>
                </a:lnTo>
                <a:lnTo>
                  <a:pt x="3180" y="1109"/>
                </a:lnTo>
                <a:lnTo>
                  <a:pt x="3198" y="1097"/>
                </a:lnTo>
                <a:lnTo>
                  <a:pt x="3220" y="1078"/>
                </a:lnTo>
                <a:lnTo>
                  <a:pt x="3244" y="1060"/>
                </a:lnTo>
                <a:lnTo>
                  <a:pt x="3271" y="1038"/>
                </a:lnTo>
                <a:lnTo>
                  <a:pt x="3296" y="1015"/>
                </a:lnTo>
                <a:lnTo>
                  <a:pt x="3322" y="993"/>
                </a:lnTo>
                <a:lnTo>
                  <a:pt x="3345" y="969"/>
                </a:lnTo>
                <a:lnTo>
                  <a:pt x="3365" y="947"/>
                </a:lnTo>
                <a:lnTo>
                  <a:pt x="3382" y="927"/>
                </a:lnTo>
                <a:lnTo>
                  <a:pt x="3391" y="909"/>
                </a:lnTo>
                <a:lnTo>
                  <a:pt x="3393" y="897"/>
                </a:lnTo>
                <a:lnTo>
                  <a:pt x="3385" y="886"/>
                </a:lnTo>
                <a:lnTo>
                  <a:pt x="3371" y="871"/>
                </a:lnTo>
                <a:lnTo>
                  <a:pt x="3353" y="853"/>
                </a:lnTo>
                <a:lnTo>
                  <a:pt x="3329" y="831"/>
                </a:lnTo>
                <a:lnTo>
                  <a:pt x="3304" y="807"/>
                </a:lnTo>
                <a:lnTo>
                  <a:pt x="3275" y="782"/>
                </a:lnTo>
                <a:lnTo>
                  <a:pt x="3245" y="757"/>
                </a:lnTo>
                <a:lnTo>
                  <a:pt x="3216" y="733"/>
                </a:lnTo>
                <a:lnTo>
                  <a:pt x="3187" y="707"/>
                </a:lnTo>
                <a:lnTo>
                  <a:pt x="3160" y="686"/>
                </a:lnTo>
                <a:lnTo>
                  <a:pt x="3071" y="622"/>
                </a:lnTo>
                <a:lnTo>
                  <a:pt x="2980" y="560"/>
                </a:lnTo>
                <a:lnTo>
                  <a:pt x="2885" y="498"/>
                </a:lnTo>
                <a:lnTo>
                  <a:pt x="2787" y="438"/>
                </a:lnTo>
                <a:lnTo>
                  <a:pt x="2685" y="384"/>
                </a:lnTo>
                <a:lnTo>
                  <a:pt x="2580" y="335"/>
                </a:lnTo>
                <a:lnTo>
                  <a:pt x="2469" y="291"/>
                </a:lnTo>
                <a:lnTo>
                  <a:pt x="2356" y="257"/>
                </a:lnTo>
                <a:close/>
                <a:moveTo>
                  <a:pt x="1224" y="257"/>
                </a:moveTo>
                <a:lnTo>
                  <a:pt x="1016" y="337"/>
                </a:lnTo>
                <a:lnTo>
                  <a:pt x="716" y="493"/>
                </a:lnTo>
                <a:lnTo>
                  <a:pt x="636" y="540"/>
                </a:lnTo>
                <a:lnTo>
                  <a:pt x="558" y="593"/>
                </a:lnTo>
                <a:lnTo>
                  <a:pt x="484" y="649"/>
                </a:lnTo>
                <a:lnTo>
                  <a:pt x="409" y="706"/>
                </a:lnTo>
                <a:lnTo>
                  <a:pt x="336" y="760"/>
                </a:lnTo>
                <a:lnTo>
                  <a:pt x="313" y="782"/>
                </a:lnTo>
                <a:lnTo>
                  <a:pt x="293" y="800"/>
                </a:lnTo>
                <a:lnTo>
                  <a:pt x="276" y="815"/>
                </a:lnTo>
                <a:lnTo>
                  <a:pt x="258" y="831"/>
                </a:lnTo>
                <a:lnTo>
                  <a:pt x="240" y="847"/>
                </a:lnTo>
                <a:lnTo>
                  <a:pt x="216" y="869"/>
                </a:lnTo>
                <a:lnTo>
                  <a:pt x="215" y="875"/>
                </a:lnTo>
                <a:lnTo>
                  <a:pt x="209" y="884"/>
                </a:lnTo>
                <a:lnTo>
                  <a:pt x="205" y="897"/>
                </a:lnTo>
                <a:lnTo>
                  <a:pt x="202" y="913"/>
                </a:lnTo>
                <a:lnTo>
                  <a:pt x="202" y="929"/>
                </a:lnTo>
                <a:lnTo>
                  <a:pt x="207" y="946"/>
                </a:lnTo>
                <a:lnTo>
                  <a:pt x="242" y="977"/>
                </a:lnTo>
                <a:lnTo>
                  <a:pt x="271" y="1004"/>
                </a:lnTo>
                <a:lnTo>
                  <a:pt x="296" y="1026"/>
                </a:lnTo>
                <a:lnTo>
                  <a:pt x="320" y="1044"/>
                </a:lnTo>
                <a:lnTo>
                  <a:pt x="340" y="1060"/>
                </a:lnTo>
                <a:lnTo>
                  <a:pt x="360" y="1077"/>
                </a:lnTo>
                <a:lnTo>
                  <a:pt x="382" y="1093"/>
                </a:lnTo>
                <a:lnTo>
                  <a:pt x="404" y="1109"/>
                </a:lnTo>
                <a:lnTo>
                  <a:pt x="427" y="1129"/>
                </a:lnTo>
                <a:lnTo>
                  <a:pt x="484" y="1169"/>
                </a:lnTo>
                <a:lnTo>
                  <a:pt x="547" y="1215"/>
                </a:lnTo>
                <a:lnTo>
                  <a:pt x="616" y="1262"/>
                </a:lnTo>
                <a:lnTo>
                  <a:pt x="689" y="1309"/>
                </a:lnTo>
                <a:lnTo>
                  <a:pt x="767" y="1357"/>
                </a:lnTo>
                <a:lnTo>
                  <a:pt x="845" y="1404"/>
                </a:lnTo>
                <a:lnTo>
                  <a:pt x="927" y="1446"/>
                </a:lnTo>
                <a:lnTo>
                  <a:pt x="1007" y="1486"/>
                </a:lnTo>
                <a:lnTo>
                  <a:pt x="1087" y="1518"/>
                </a:lnTo>
                <a:lnTo>
                  <a:pt x="1165" y="1544"/>
                </a:lnTo>
                <a:lnTo>
                  <a:pt x="1240" y="1562"/>
                </a:lnTo>
                <a:lnTo>
                  <a:pt x="1196" y="1507"/>
                </a:lnTo>
                <a:lnTo>
                  <a:pt x="1155" y="1453"/>
                </a:lnTo>
                <a:lnTo>
                  <a:pt x="1115" y="1398"/>
                </a:lnTo>
                <a:lnTo>
                  <a:pt x="1078" y="1344"/>
                </a:lnTo>
                <a:lnTo>
                  <a:pt x="1044" y="1286"/>
                </a:lnTo>
                <a:lnTo>
                  <a:pt x="1015" y="1227"/>
                </a:lnTo>
                <a:lnTo>
                  <a:pt x="991" y="1166"/>
                </a:lnTo>
                <a:lnTo>
                  <a:pt x="971" y="1100"/>
                </a:lnTo>
                <a:lnTo>
                  <a:pt x="956" y="1031"/>
                </a:lnTo>
                <a:lnTo>
                  <a:pt x="947" y="960"/>
                </a:lnTo>
                <a:lnTo>
                  <a:pt x="945" y="884"/>
                </a:lnTo>
                <a:lnTo>
                  <a:pt x="951" y="802"/>
                </a:lnTo>
                <a:lnTo>
                  <a:pt x="964" y="717"/>
                </a:lnTo>
                <a:lnTo>
                  <a:pt x="984" y="626"/>
                </a:lnTo>
                <a:lnTo>
                  <a:pt x="1005" y="562"/>
                </a:lnTo>
                <a:lnTo>
                  <a:pt x="1036" y="502"/>
                </a:lnTo>
                <a:lnTo>
                  <a:pt x="1073" y="446"/>
                </a:lnTo>
                <a:lnTo>
                  <a:pt x="1115" y="395"/>
                </a:lnTo>
                <a:lnTo>
                  <a:pt x="1158" y="344"/>
                </a:lnTo>
                <a:lnTo>
                  <a:pt x="1200" y="298"/>
                </a:lnTo>
                <a:lnTo>
                  <a:pt x="1240" y="257"/>
                </a:lnTo>
                <a:lnTo>
                  <a:pt x="1224" y="257"/>
                </a:lnTo>
                <a:close/>
                <a:moveTo>
                  <a:pt x="1733" y="213"/>
                </a:moveTo>
                <a:lnTo>
                  <a:pt x="1567" y="249"/>
                </a:lnTo>
                <a:lnTo>
                  <a:pt x="1500" y="278"/>
                </a:lnTo>
                <a:lnTo>
                  <a:pt x="1436" y="313"/>
                </a:lnTo>
                <a:lnTo>
                  <a:pt x="1376" y="355"/>
                </a:lnTo>
                <a:lnTo>
                  <a:pt x="1322" y="400"/>
                </a:lnTo>
                <a:lnTo>
                  <a:pt x="1271" y="451"/>
                </a:lnTo>
                <a:lnTo>
                  <a:pt x="1225" y="507"/>
                </a:lnTo>
                <a:lnTo>
                  <a:pt x="1185" y="567"/>
                </a:lnTo>
                <a:lnTo>
                  <a:pt x="1155" y="635"/>
                </a:lnTo>
                <a:lnTo>
                  <a:pt x="1127" y="706"/>
                </a:lnTo>
                <a:lnTo>
                  <a:pt x="1109" y="786"/>
                </a:lnTo>
                <a:lnTo>
                  <a:pt x="1102" y="867"/>
                </a:lnTo>
                <a:lnTo>
                  <a:pt x="1104" y="947"/>
                </a:lnTo>
                <a:lnTo>
                  <a:pt x="1115" y="1027"/>
                </a:lnTo>
                <a:lnTo>
                  <a:pt x="1135" y="1106"/>
                </a:lnTo>
                <a:lnTo>
                  <a:pt x="1162" y="1182"/>
                </a:lnTo>
                <a:lnTo>
                  <a:pt x="1198" y="1253"/>
                </a:lnTo>
                <a:lnTo>
                  <a:pt x="1240" y="1320"/>
                </a:lnTo>
                <a:lnTo>
                  <a:pt x="1289" y="1384"/>
                </a:lnTo>
                <a:lnTo>
                  <a:pt x="1345" y="1440"/>
                </a:lnTo>
                <a:lnTo>
                  <a:pt x="1405" y="1489"/>
                </a:lnTo>
                <a:lnTo>
                  <a:pt x="1471" y="1533"/>
                </a:lnTo>
                <a:lnTo>
                  <a:pt x="1540" y="1567"/>
                </a:lnTo>
                <a:lnTo>
                  <a:pt x="1613" y="1591"/>
                </a:lnTo>
                <a:lnTo>
                  <a:pt x="1689" y="1607"/>
                </a:lnTo>
                <a:lnTo>
                  <a:pt x="1767" y="1611"/>
                </a:lnTo>
                <a:lnTo>
                  <a:pt x="1847" y="1606"/>
                </a:lnTo>
                <a:lnTo>
                  <a:pt x="1940" y="1586"/>
                </a:lnTo>
                <a:lnTo>
                  <a:pt x="2025" y="1562"/>
                </a:lnTo>
                <a:lnTo>
                  <a:pt x="2104" y="1529"/>
                </a:lnTo>
                <a:lnTo>
                  <a:pt x="2176" y="1491"/>
                </a:lnTo>
                <a:lnTo>
                  <a:pt x="2240" y="1446"/>
                </a:lnTo>
                <a:lnTo>
                  <a:pt x="2298" y="1393"/>
                </a:lnTo>
                <a:lnTo>
                  <a:pt x="2349" y="1335"/>
                </a:lnTo>
                <a:lnTo>
                  <a:pt x="2393" y="1269"/>
                </a:lnTo>
                <a:lnTo>
                  <a:pt x="2433" y="1197"/>
                </a:lnTo>
                <a:lnTo>
                  <a:pt x="2465" y="1113"/>
                </a:lnTo>
                <a:lnTo>
                  <a:pt x="2485" y="1029"/>
                </a:lnTo>
                <a:lnTo>
                  <a:pt x="2495" y="946"/>
                </a:lnTo>
                <a:lnTo>
                  <a:pt x="2493" y="864"/>
                </a:lnTo>
                <a:lnTo>
                  <a:pt x="2482" y="784"/>
                </a:lnTo>
                <a:lnTo>
                  <a:pt x="2462" y="707"/>
                </a:lnTo>
                <a:lnTo>
                  <a:pt x="2433" y="633"/>
                </a:lnTo>
                <a:lnTo>
                  <a:pt x="2396" y="564"/>
                </a:lnTo>
                <a:lnTo>
                  <a:pt x="2355" y="500"/>
                </a:lnTo>
                <a:lnTo>
                  <a:pt x="2307" y="440"/>
                </a:lnTo>
                <a:lnTo>
                  <a:pt x="2256" y="387"/>
                </a:lnTo>
                <a:lnTo>
                  <a:pt x="2202" y="342"/>
                </a:lnTo>
                <a:lnTo>
                  <a:pt x="2144" y="304"/>
                </a:lnTo>
                <a:lnTo>
                  <a:pt x="2084" y="273"/>
                </a:lnTo>
                <a:lnTo>
                  <a:pt x="2024" y="251"/>
                </a:lnTo>
                <a:lnTo>
                  <a:pt x="1958" y="233"/>
                </a:lnTo>
                <a:lnTo>
                  <a:pt x="1891" y="222"/>
                </a:lnTo>
                <a:lnTo>
                  <a:pt x="1815" y="215"/>
                </a:lnTo>
                <a:lnTo>
                  <a:pt x="1733" y="213"/>
                </a:lnTo>
                <a:close/>
                <a:moveTo>
                  <a:pt x="1796" y="0"/>
                </a:moveTo>
                <a:lnTo>
                  <a:pt x="1849" y="2"/>
                </a:lnTo>
                <a:lnTo>
                  <a:pt x="1907" y="4"/>
                </a:lnTo>
                <a:lnTo>
                  <a:pt x="1965" y="7"/>
                </a:lnTo>
                <a:lnTo>
                  <a:pt x="2027" y="11"/>
                </a:lnTo>
                <a:lnTo>
                  <a:pt x="2087" y="18"/>
                </a:lnTo>
                <a:lnTo>
                  <a:pt x="2147" y="27"/>
                </a:lnTo>
                <a:lnTo>
                  <a:pt x="2204" y="38"/>
                </a:lnTo>
                <a:lnTo>
                  <a:pt x="2256" y="53"/>
                </a:lnTo>
                <a:lnTo>
                  <a:pt x="2405" y="102"/>
                </a:lnTo>
                <a:lnTo>
                  <a:pt x="2545" y="157"/>
                </a:lnTo>
                <a:lnTo>
                  <a:pt x="2680" y="215"/>
                </a:lnTo>
                <a:lnTo>
                  <a:pt x="2809" y="277"/>
                </a:lnTo>
                <a:lnTo>
                  <a:pt x="2933" y="346"/>
                </a:lnTo>
                <a:lnTo>
                  <a:pt x="3051" y="417"/>
                </a:lnTo>
                <a:lnTo>
                  <a:pt x="3167" y="495"/>
                </a:lnTo>
                <a:lnTo>
                  <a:pt x="3280" y="577"/>
                </a:lnTo>
                <a:lnTo>
                  <a:pt x="3331" y="615"/>
                </a:lnTo>
                <a:lnTo>
                  <a:pt x="3382" y="653"/>
                </a:lnTo>
                <a:lnTo>
                  <a:pt x="3431" y="691"/>
                </a:lnTo>
                <a:lnTo>
                  <a:pt x="3480" y="733"/>
                </a:lnTo>
                <a:lnTo>
                  <a:pt x="3524" y="777"/>
                </a:lnTo>
                <a:lnTo>
                  <a:pt x="3564" y="826"/>
                </a:lnTo>
                <a:lnTo>
                  <a:pt x="3584" y="855"/>
                </a:lnTo>
                <a:lnTo>
                  <a:pt x="3596" y="882"/>
                </a:lnTo>
                <a:lnTo>
                  <a:pt x="3600" y="913"/>
                </a:lnTo>
                <a:lnTo>
                  <a:pt x="3596" y="944"/>
                </a:lnTo>
                <a:lnTo>
                  <a:pt x="3584" y="977"/>
                </a:lnTo>
                <a:lnTo>
                  <a:pt x="3562" y="998"/>
                </a:lnTo>
                <a:lnTo>
                  <a:pt x="3542" y="1015"/>
                </a:lnTo>
                <a:lnTo>
                  <a:pt x="3525" y="1031"/>
                </a:lnTo>
                <a:lnTo>
                  <a:pt x="3507" y="1047"/>
                </a:lnTo>
                <a:lnTo>
                  <a:pt x="3484" y="1069"/>
                </a:lnTo>
                <a:lnTo>
                  <a:pt x="3402" y="1137"/>
                </a:lnTo>
                <a:lnTo>
                  <a:pt x="3320" y="1206"/>
                </a:lnTo>
                <a:lnTo>
                  <a:pt x="3236" y="1273"/>
                </a:lnTo>
                <a:lnTo>
                  <a:pt x="3147" y="1337"/>
                </a:lnTo>
                <a:lnTo>
                  <a:pt x="3047" y="1404"/>
                </a:lnTo>
                <a:lnTo>
                  <a:pt x="2944" y="1467"/>
                </a:lnTo>
                <a:lnTo>
                  <a:pt x="2838" y="1527"/>
                </a:lnTo>
                <a:lnTo>
                  <a:pt x="2727" y="1586"/>
                </a:lnTo>
                <a:lnTo>
                  <a:pt x="2613" y="1638"/>
                </a:lnTo>
                <a:lnTo>
                  <a:pt x="2495" y="1687"/>
                </a:lnTo>
                <a:lnTo>
                  <a:pt x="2371" y="1731"/>
                </a:lnTo>
                <a:lnTo>
                  <a:pt x="2240" y="1769"/>
                </a:lnTo>
                <a:lnTo>
                  <a:pt x="2107" y="1798"/>
                </a:lnTo>
                <a:lnTo>
                  <a:pt x="1975" y="1817"/>
                </a:lnTo>
                <a:lnTo>
                  <a:pt x="1844" y="1824"/>
                </a:lnTo>
                <a:lnTo>
                  <a:pt x="1715" y="1822"/>
                </a:lnTo>
                <a:lnTo>
                  <a:pt x="1589" y="1809"/>
                </a:lnTo>
                <a:lnTo>
                  <a:pt x="1465" y="1791"/>
                </a:lnTo>
                <a:lnTo>
                  <a:pt x="1344" y="1764"/>
                </a:lnTo>
                <a:lnTo>
                  <a:pt x="1225" y="1731"/>
                </a:lnTo>
                <a:lnTo>
                  <a:pt x="1113" y="1693"/>
                </a:lnTo>
                <a:lnTo>
                  <a:pt x="1002" y="1649"/>
                </a:lnTo>
                <a:lnTo>
                  <a:pt x="896" y="1604"/>
                </a:lnTo>
                <a:lnTo>
                  <a:pt x="798" y="1553"/>
                </a:lnTo>
                <a:lnTo>
                  <a:pt x="704" y="1502"/>
                </a:lnTo>
                <a:lnTo>
                  <a:pt x="615" y="1449"/>
                </a:lnTo>
                <a:lnTo>
                  <a:pt x="533" y="1397"/>
                </a:lnTo>
                <a:lnTo>
                  <a:pt x="422" y="1320"/>
                </a:lnTo>
                <a:lnTo>
                  <a:pt x="316" y="1238"/>
                </a:lnTo>
                <a:lnTo>
                  <a:pt x="215" y="1157"/>
                </a:lnTo>
                <a:lnTo>
                  <a:pt x="113" y="1073"/>
                </a:lnTo>
                <a:lnTo>
                  <a:pt x="85" y="1049"/>
                </a:lnTo>
                <a:lnTo>
                  <a:pt x="58" y="1020"/>
                </a:lnTo>
                <a:lnTo>
                  <a:pt x="33" y="989"/>
                </a:lnTo>
                <a:lnTo>
                  <a:pt x="13" y="953"/>
                </a:lnTo>
                <a:lnTo>
                  <a:pt x="0" y="917"/>
                </a:lnTo>
                <a:lnTo>
                  <a:pt x="0" y="898"/>
                </a:lnTo>
                <a:lnTo>
                  <a:pt x="9" y="875"/>
                </a:lnTo>
                <a:lnTo>
                  <a:pt x="24" y="851"/>
                </a:lnTo>
                <a:lnTo>
                  <a:pt x="45" y="822"/>
                </a:lnTo>
                <a:lnTo>
                  <a:pt x="69" y="793"/>
                </a:lnTo>
                <a:lnTo>
                  <a:pt x="98" y="764"/>
                </a:lnTo>
                <a:lnTo>
                  <a:pt x="129" y="735"/>
                </a:lnTo>
                <a:lnTo>
                  <a:pt x="160" y="704"/>
                </a:lnTo>
                <a:lnTo>
                  <a:pt x="191" y="677"/>
                </a:lnTo>
                <a:lnTo>
                  <a:pt x="222" y="649"/>
                </a:lnTo>
                <a:lnTo>
                  <a:pt x="251" y="626"/>
                </a:lnTo>
                <a:lnTo>
                  <a:pt x="276" y="606"/>
                </a:lnTo>
                <a:lnTo>
                  <a:pt x="296" y="589"/>
                </a:lnTo>
                <a:lnTo>
                  <a:pt x="313" y="577"/>
                </a:lnTo>
                <a:lnTo>
                  <a:pt x="431" y="491"/>
                </a:lnTo>
                <a:lnTo>
                  <a:pt x="545" y="415"/>
                </a:lnTo>
                <a:lnTo>
                  <a:pt x="655" y="346"/>
                </a:lnTo>
                <a:lnTo>
                  <a:pt x="760" y="286"/>
                </a:lnTo>
                <a:lnTo>
                  <a:pt x="860" y="233"/>
                </a:lnTo>
                <a:lnTo>
                  <a:pt x="956" y="187"/>
                </a:lnTo>
                <a:lnTo>
                  <a:pt x="1047" y="149"/>
                </a:lnTo>
                <a:lnTo>
                  <a:pt x="1131" y="117"/>
                </a:lnTo>
                <a:lnTo>
                  <a:pt x="1211" y="89"/>
                </a:lnTo>
                <a:lnTo>
                  <a:pt x="1284" y="66"/>
                </a:lnTo>
                <a:lnTo>
                  <a:pt x="1351" y="49"/>
                </a:lnTo>
                <a:lnTo>
                  <a:pt x="1411" y="35"/>
                </a:lnTo>
                <a:lnTo>
                  <a:pt x="1464" y="24"/>
                </a:lnTo>
                <a:lnTo>
                  <a:pt x="1509" y="17"/>
                </a:lnTo>
                <a:lnTo>
                  <a:pt x="1547" y="11"/>
                </a:lnTo>
                <a:lnTo>
                  <a:pt x="1580" y="7"/>
                </a:lnTo>
                <a:lnTo>
                  <a:pt x="1602" y="6"/>
                </a:lnTo>
                <a:lnTo>
                  <a:pt x="1618" y="6"/>
                </a:lnTo>
                <a:lnTo>
                  <a:pt x="1624" y="6"/>
                </a:lnTo>
                <a:lnTo>
                  <a:pt x="1618" y="6"/>
                </a:lnTo>
                <a:lnTo>
                  <a:pt x="1624" y="6"/>
                </a:lnTo>
                <a:lnTo>
                  <a:pt x="1642" y="4"/>
                </a:lnTo>
                <a:lnTo>
                  <a:pt x="1669" y="2"/>
                </a:lnTo>
                <a:lnTo>
                  <a:pt x="1704" y="2"/>
                </a:lnTo>
                <a:lnTo>
                  <a:pt x="1747" y="0"/>
                </a:lnTo>
                <a:lnTo>
                  <a:pt x="1796"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grpSp>
        <p:nvGrpSpPr>
          <p:cNvPr id="562" name="Google Shape;562;p65"/>
          <p:cNvGrpSpPr/>
          <p:nvPr/>
        </p:nvGrpSpPr>
        <p:grpSpPr>
          <a:xfrm>
            <a:off x="5808242" y="1625510"/>
            <a:ext cx="308659" cy="236485"/>
            <a:chOff x="2062550" y="1001048"/>
            <a:chExt cx="5068290" cy="5174717"/>
          </a:xfrm>
        </p:grpSpPr>
        <p:sp>
          <p:nvSpPr>
            <p:cNvPr id="563" name="Google Shape;563;p65"/>
            <p:cNvSpPr/>
            <p:nvPr/>
          </p:nvSpPr>
          <p:spPr>
            <a:xfrm>
              <a:off x="4767053" y="1142826"/>
              <a:ext cx="2363788" cy="985837"/>
            </a:xfrm>
            <a:custGeom>
              <a:avLst/>
              <a:gdLst/>
              <a:ahLst/>
              <a:cxnLst/>
              <a:rect l="l" t="t" r="r" b="b"/>
              <a:pathLst>
                <a:path w="1489" h="621" extrusionOk="0">
                  <a:moveTo>
                    <a:pt x="499" y="0"/>
                  </a:moveTo>
                  <a:lnTo>
                    <a:pt x="548" y="1"/>
                  </a:lnTo>
                  <a:lnTo>
                    <a:pt x="595" y="7"/>
                  </a:lnTo>
                  <a:lnTo>
                    <a:pt x="640" y="16"/>
                  </a:lnTo>
                  <a:lnTo>
                    <a:pt x="682" y="32"/>
                  </a:lnTo>
                  <a:lnTo>
                    <a:pt x="722" y="51"/>
                  </a:lnTo>
                  <a:lnTo>
                    <a:pt x="757" y="67"/>
                  </a:lnTo>
                  <a:lnTo>
                    <a:pt x="786" y="80"/>
                  </a:lnTo>
                  <a:lnTo>
                    <a:pt x="815" y="91"/>
                  </a:lnTo>
                  <a:lnTo>
                    <a:pt x="842" y="101"/>
                  </a:lnTo>
                  <a:lnTo>
                    <a:pt x="869" y="112"/>
                  </a:lnTo>
                  <a:lnTo>
                    <a:pt x="900" y="123"/>
                  </a:lnTo>
                  <a:lnTo>
                    <a:pt x="933" y="136"/>
                  </a:lnTo>
                  <a:lnTo>
                    <a:pt x="973" y="151"/>
                  </a:lnTo>
                  <a:lnTo>
                    <a:pt x="1020" y="167"/>
                  </a:lnTo>
                  <a:lnTo>
                    <a:pt x="1064" y="180"/>
                  </a:lnTo>
                  <a:lnTo>
                    <a:pt x="1115" y="189"/>
                  </a:lnTo>
                  <a:lnTo>
                    <a:pt x="1171" y="192"/>
                  </a:lnTo>
                  <a:lnTo>
                    <a:pt x="1228" y="194"/>
                  </a:lnTo>
                  <a:lnTo>
                    <a:pt x="1286" y="192"/>
                  </a:lnTo>
                  <a:lnTo>
                    <a:pt x="1340" y="189"/>
                  </a:lnTo>
                  <a:lnTo>
                    <a:pt x="1389" y="181"/>
                  </a:lnTo>
                  <a:lnTo>
                    <a:pt x="1431" y="174"/>
                  </a:lnTo>
                  <a:lnTo>
                    <a:pt x="1464" y="167"/>
                  </a:lnTo>
                  <a:lnTo>
                    <a:pt x="1479" y="169"/>
                  </a:lnTo>
                  <a:lnTo>
                    <a:pt x="1486" y="174"/>
                  </a:lnTo>
                  <a:lnTo>
                    <a:pt x="1489" y="181"/>
                  </a:lnTo>
                  <a:lnTo>
                    <a:pt x="1489" y="192"/>
                  </a:lnTo>
                  <a:lnTo>
                    <a:pt x="1484" y="203"/>
                  </a:lnTo>
                  <a:lnTo>
                    <a:pt x="1469" y="227"/>
                  </a:lnTo>
                  <a:lnTo>
                    <a:pt x="1453" y="251"/>
                  </a:lnTo>
                  <a:lnTo>
                    <a:pt x="1433" y="272"/>
                  </a:lnTo>
                  <a:lnTo>
                    <a:pt x="1408" y="292"/>
                  </a:lnTo>
                  <a:lnTo>
                    <a:pt x="1377" y="311"/>
                  </a:lnTo>
                  <a:lnTo>
                    <a:pt x="1339" y="327"/>
                  </a:lnTo>
                  <a:lnTo>
                    <a:pt x="1293" y="341"/>
                  </a:lnTo>
                  <a:lnTo>
                    <a:pt x="1239" y="352"/>
                  </a:lnTo>
                  <a:lnTo>
                    <a:pt x="1177" y="360"/>
                  </a:lnTo>
                  <a:lnTo>
                    <a:pt x="1175" y="372"/>
                  </a:lnTo>
                  <a:lnTo>
                    <a:pt x="1171" y="387"/>
                  </a:lnTo>
                  <a:lnTo>
                    <a:pt x="1166" y="398"/>
                  </a:lnTo>
                  <a:lnTo>
                    <a:pt x="1155" y="409"/>
                  </a:lnTo>
                  <a:lnTo>
                    <a:pt x="1140" y="418"/>
                  </a:lnTo>
                  <a:lnTo>
                    <a:pt x="1122" y="423"/>
                  </a:lnTo>
                  <a:lnTo>
                    <a:pt x="1099" y="429"/>
                  </a:lnTo>
                  <a:lnTo>
                    <a:pt x="1069" y="429"/>
                  </a:lnTo>
                  <a:lnTo>
                    <a:pt x="1035" y="425"/>
                  </a:lnTo>
                  <a:lnTo>
                    <a:pt x="993" y="418"/>
                  </a:lnTo>
                  <a:lnTo>
                    <a:pt x="944" y="407"/>
                  </a:lnTo>
                  <a:lnTo>
                    <a:pt x="944" y="414"/>
                  </a:lnTo>
                  <a:lnTo>
                    <a:pt x="944" y="421"/>
                  </a:lnTo>
                  <a:lnTo>
                    <a:pt x="944" y="431"/>
                  </a:lnTo>
                  <a:lnTo>
                    <a:pt x="944" y="440"/>
                  </a:lnTo>
                  <a:lnTo>
                    <a:pt x="942" y="449"/>
                  </a:lnTo>
                  <a:lnTo>
                    <a:pt x="939" y="458"/>
                  </a:lnTo>
                  <a:lnTo>
                    <a:pt x="933" y="465"/>
                  </a:lnTo>
                  <a:lnTo>
                    <a:pt x="922" y="474"/>
                  </a:lnTo>
                  <a:lnTo>
                    <a:pt x="909" y="480"/>
                  </a:lnTo>
                  <a:lnTo>
                    <a:pt x="889" y="483"/>
                  </a:lnTo>
                  <a:lnTo>
                    <a:pt x="864" y="485"/>
                  </a:lnTo>
                  <a:lnTo>
                    <a:pt x="833" y="483"/>
                  </a:lnTo>
                  <a:lnTo>
                    <a:pt x="795" y="480"/>
                  </a:lnTo>
                  <a:lnTo>
                    <a:pt x="748" y="471"/>
                  </a:lnTo>
                  <a:lnTo>
                    <a:pt x="733" y="505"/>
                  </a:lnTo>
                  <a:lnTo>
                    <a:pt x="715" y="529"/>
                  </a:lnTo>
                  <a:lnTo>
                    <a:pt x="697" y="545"/>
                  </a:lnTo>
                  <a:lnTo>
                    <a:pt x="677" y="554"/>
                  </a:lnTo>
                  <a:lnTo>
                    <a:pt x="655" y="560"/>
                  </a:lnTo>
                  <a:lnTo>
                    <a:pt x="633" y="560"/>
                  </a:lnTo>
                  <a:lnTo>
                    <a:pt x="611" y="556"/>
                  </a:lnTo>
                  <a:lnTo>
                    <a:pt x="591" y="551"/>
                  </a:lnTo>
                  <a:lnTo>
                    <a:pt x="569" y="545"/>
                  </a:lnTo>
                  <a:lnTo>
                    <a:pt x="549" y="540"/>
                  </a:lnTo>
                  <a:lnTo>
                    <a:pt x="533" y="536"/>
                  </a:lnTo>
                  <a:lnTo>
                    <a:pt x="517" y="534"/>
                  </a:lnTo>
                  <a:lnTo>
                    <a:pt x="499" y="565"/>
                  </a:lnTo>
                  <a:lnTo>
                    <a:pt x="479" y="585"/>
                  </a:lnTo>
                  <a:lnTo>
                    <a:pt x="455" y="596"/>
                  </a:lnTo>
                  <a:lnTo>
                    <a:pt x="429" y="601"/>
                  </a:lnTo>
                  <a:lnTo>
                    <a:pt x="402" y="603"/>
                  </a:lnTo>
                  <a:lnTo>
                    <a:pt x="375" y="600"/>
                  </a:lnTo>
                  <a:lnTo>
                    <a:pt x="348" y="592"/>
                  </a:lnTo>
                  <a:lnTo>
                    <a:pt x="322" y="585"/>
                  </a:lnTo>
                  <a:lnTo>
                    <a:pt x="297" y="576"/>
                  </a:lnTo>
                  <a:lnTo>
                    <a:pt x="275" y="569"/>
                  </a:lnTo>
                  <a:lnTo>
                    <a:pt x="257" y="563"/>
                  </a:lnTo>
                  <a:lnTo>
                    <a:pt x="228" y="592"/>
                  </a:lnTo>
                  <a:lnTo>
                    <a:pt x="199" y="612"/>
                  </a:lnTo>
                  <a:lnTo>
                    <a:pt x="168" y="620"/>
                  </a:lnTo>
                  <a:lnTo>
                    <a:pt x="137" y="621"/>
                  </a:lnTo>
                  <a:lnTo>
                    <a:pt x="104" y="614"/>
                  </a:lnTo>
                  <a:lnTo>
                    <a:pt x="71" y="605"/>
                  </a:lnTo>
                  <a:lnTo>
                    <a:pt x="37" y="591"/>
                  </a:lnTo>
                  <a:lnTo>
                    <a:pt x="0" y="576"/>
                  </a:lnTo>
                  <a:lnTo>
                    <a:pt x="4" y="274"/>
                  </a:lnTo>
                  <a:lnTo>
                    <a:pt x="42" y="269"/>
                  </a:lnTo>
                  <a:lnTo>
                    <a:pt x="77" y="256"/>
                  </a:lnTo>
                  <a:lnTo>
                    <a:pt x="106" y="238"/>
                  </a:lnTo>
                  <a:lnTo>
                    <a:pt x="133" y="216"/>
                  </a:lnTo>
                  <a:lnTo>
                    <a:pt x="159" y="191"/>
                  </a:lnTo>
                  <a:lnTo>
                    <a:pt x="182" y="161"/>
                  </a:lnTo>
                  <a:lnTo>
                    <a:pt x="208" y="132"/>
                  </a:lnTo>
                  <a:lnTo>
                    <a:pt x="233" y="103"/>
                  </a:lnTo>
                  <a:lnTo>
                    <a:pt x="262" y="76"/>
                  </a:lnTo>
                  <a:lnTo>
                    <a:pt x="295" y="52"/>
                  </a:lnTo>
                  <a:lnTo>
                    <a:pt x="333" y="31"/>
                  </a:lnTo>
                  <a:lnTo>
                    <a:pt x="377" y="16"/>
                  </a:lnTo>
                  <a:lnTo>
                    <a:pt x="411" y="7"/>
                  </a:lnTo>
                  <a:lnTo>
                    <a:pt x="453" y="1"/>
                  </a:lnTo>
                  <a:lnTo>
                    <a:pt x="499"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64" name="Google Shape;564;p65"/>
            <p:cNvSpPr/>
            <p:nvPr/>
          </p:nvSpPr>
          <p:spPr>
            <a:xfrm>
              <a:off x="3419872" y="2274221"/>
              <a:ext cx="1925638" cy="3692536"/>
            </a:xfrm>
            <a:custGeom>
              <a:avLst/>
              <a:gdLst/>
              <a:ahLst/>
              <a:cxnLst/>
              <a:rect l="l" t="t" r="r" b="b"/>
              <a:pathLst>
                <a:path w="1213" h="2416" extrusionOk="0">
                  <a:moveTo>
                    <a:pt x="656" y="1932"/>
                  </a:moveTo>
                  <a:lnTo>
                    <a:pt x="673" y="1932"/>
                  </a:lnTo>
                  <a:lnTo>
                    <a:pt x="673" y="1940"/>
                  </a:lnTo>
                  <a:lnTo>
                    <a:pt x="673" y="1963"/>
                  </a:lnTo>
                  <a:lnTo>
                    <a:pt x="674" y="1981"/>
                  </a:lnTo>
                  <a:lnTo>
                    <a:pt x="674" y="1998"/>
                  </a:lnTo>
                  <a:lnTo>
                    <a:pt x="674" y="2014"/>
                  </a:lnTo>
                  <a:lnTo>
                    <a:pt x="674" y="2032"/>
                  </a:lnTo>
                  <a:lnTo>
                    <a:pt x="676" y="2054"/>
                  </a:lnTo>
                  <a:lnTo>
                    <a:pt x="676" y="2083"/>
                  </a:lnTo>
                  <a:lnTo>
                    <a:pt x="676" y="2120"/>
                  </a:lnTo>
                  <a:lnTo>
                    <a:pt x="682" y="2170"/>
                  </a:lnTo>
                  <a:lnTo>
                    <a:pt x="693" y="2216"/>
                  </a:lnTo>
                  <a:lnTo>
                    <a:pt x="709" y="2260"/>
                  </a:lnTo>
                  <a:lnTo>
                    <a:pt x="727" y="2300"/>
                  </a:lnTo>
                  <a:lnTo>
                    <a:pt x="753" y="2340"/>
                  </a:lnTo>
                  <a:lnTo>
                    <a:pt x="778" y="2378"/>
                  </a:lnTo>
                  <a:lnTo>
                    <a:pt x="805" y="2416"/>
                  </a:lnTo>
                  <a:lnTo>
                    <a:pt x="762" y="2381"/>
                  </a:lnTo>
                  <a:lnTo>
                    <a:pt x="724" y="2341"/>
                  </a:lnTo>
                  <a:lnTo>
                    <a:pt x="691" y="2298"/>
                  </a:lnTo>
                  <a:lnTo>
                    <a:pt x="664" y="2254"/>
                  </a:lnTo>
                  <a:lnTo>
                    <a:pt x="640" y="2207"/>
                  </a:lnTo>
                  <a:lnTo>
                    <a:pt x="624" y="2161"/>
                  </a:lnTo>
                  <a:lnTo>
                    <a:pt x="614" y="2116"/>
                  </a:lnTo>
                  <a:lnTo>
                    <a:pt x="609" y="2074"/>
                  </a:lnTo>
                  <a:lnTo>
                    <a:pt x="613" y="2036"/>
                  </a:lnTo>
                  <a:lnTo>
                    <a:pt x="622" y="2007"/>
                  </a:lnTo>
                  <a:lnTo>
                    <a:pt x="631" y="1980"/>
                  </a:lnTo>
                  <a:lnTo>
                    <a:pt x="644" y="1956"/>
                  </a:lnTo>
                  <a:lnTo>
                    <a:pt x="656" y="1932"/>
                  </a:lnTo>
                  <a:close/>
                  <a:moveTo>
                    <a:pt x="573" y="980"/>
                  </a:moveTo>
                  <a:lnTo>
                    <a:pt x="604" y="992"/>
                  </a:lnTo>
                  <a:lnTo>
                    <a:pt x="636" y="1007"/>
                  </a:lnTo>
                  <a:lnTo>
                    <a:pt x="665" y="1020"/>
                  </a:lnTo>
                  <a:lnTo>
                    <a:pt x="662" y="1029"/>
                  </a:lnTo>
                  <a:lnTo>
                    <a:pt x="660" y="1043"/>
                  </a:lnTo>
                  <a:lnTo>
                    <a:pt x="656" y="1052"/>
                  </a:lnTo>
                  <a:lnTo>
                    <a:pt x="629" y="1067"/>
                  </a:lnTo>
                  <a:lnTo>
                    <a:pt x="604" y="1089"/>
                  </a:lnTo>
                  <a:lnTo>
                    <a:pt x="584" y="1114"/>
                  </a:lnTo>
                  <a:lnTo>
                    <a:pt x="567" y="1145"/>
                  </a:lnTo>
                  <a:lnTo>
                    <a:pt x="560" y="1178"/>
                  </a:lnTo>
                  <a:lnTo>
                    <a:pt x="558" y="1212"/>
                  </a:lnTo>
                  <a:lnTo>
                    <a:pt x="565" y="1249"/>
                  </a:lnTo>
                  <a:lnTo>
                    <a:pt x="582" y="1285"/>
                  </a:lnTo>
                  <a:lnTo>
                    <a:pt x="609" y="1321"/>
                  </a:lnTo>
                  <a:lnTo>
                    <a:pt x="640" y="1354"/>
                  </a:lnTo>
                  <a:lnTo>
                    <a:pt x="676" y="1385"/>
                  </a:lnTo>
                  <a:lnTo>
                    <a:pt x="714" y="1410"/>
                  </a:lnTo>
                  <a:lnTo>
                    <a:pt x="754" y="1438"/>
                  </a:lnTo>
                  <a:lnTo>
                    <a:pt x="796" y="1463"/>
                  </a:lnTo>
                  <a:lnTo>
                    <a:pt x="834" y="1489"/>
                  </a:lnTo>
                  <a:lnTo>
                    <a:pt x="873" y="1518"/>
                  </a:lnTo>
                  <a:lnTo>
                    <a:pt x="907" y="1549"/>
                  </a:lnTo>
                  <a:lnTo>
                    <a:pt x="936" y="1585"/>
                  </a:lnTo>
                  <a:lnTo>
                    <a:pt x="953" y="1614"/>
                  </a:lnTo>
                  <a:lnTo>
                    <a:pt x="962" y="1647"/>
                  </a:lnTo>
                  <a:lnTo>
                    <a:pt x="962" y="1680"/>
                  </a:lnTo>
                  <a:lnTo>
                    <a:pt x="956" y="1714"/>
                  </a:lnTo>
                  <a:lnTo>
                    <a:pt x="945" y="1749"/>
                  </a:lnTo>
                  <a:lnTo>
                    <a:pt x="931" y="1781"/>
                  </a:lnTo>
                  <a:lnTo>
                    <a:pt x="911" y="1810"/>
                  </a:lnTo>
                  <a:lnTo>
                    <a:pt x="887" y="1836"/>
                  </a:lnTo>
                  <a:lnTo>
                    <a:pt x="862" y="1856"/>
                  </a:lnTo>
                  <a:lnTo>
                    <a:pt x="833" y="1872"/>
                  </a:lnTo>
                  <a:lnTo>
                    <a:pt x="833" y="1870"/>
                  </a:lnTo>
                  <a:lnTo>
                    <a:pt x="829" y="1869"/>
                  </a:lnTo>
                  <a:lnTo>
                    <a:pt x="825" y="1867"/>
                  </a:lnTo>
                  <a:lnTo>
                    <a:pt x="822" y="1863"/>
                  </a:lnTo>
                  <a:lnTo>
                    <a:pt x="818" y="1861"/>
                  </a:lnTo>
                  <a:lnTo>
                    <a:pt x="816" y="1860"/>
                  </a:lnTo>
                  <a:lnTo>
                    <a:pt x="816" y="1827"/>
                  </a:lnTo>
                  <a:lnTo>
                    <a:pt x="816" y="1792"/>
                  </a:lnTo>
                  <a:lnTo>
                    <a:pt x="844" y="1767"/>
                  </a:lnTo>
                  <a:lnTo>
                    <a:pt x="864" y="1736"/>
                  </a:lnTo>
                  <a:lnTo>
                    <a:pt x="882" y="1700"/>
                  </a:lnTo>
                  <a:lnTo>
                    <a:pt x="869" y="1660"/>
                  </a:lnTo>
                  <a:lnTo>
                    <a:pt x="853" y="1625"/>
                  </a:lnTo>
                  <a:lnTo>
                    <a:pt x="831" y="1596"/>
                  </a:lnTo>
                  <a:lnTo>
                    <a:pt x="804" y="1570"/>
                  </a:lnTo>
                  <a:lnTo>
                    <a:pt x="774" y="1547"/>
                  </a:lnTo>
                  <a:lnTo>
                    <a:pt x="744" y="1527"/>
                  </a:lnTo>
                  <a:lnTo>
                    <a:pt x="711" y="1509"/>
                  </a:lnTo>
                  <a:lnTo>
                    <a:pt x="678" y="1490"/>
                  </a:lnTo>
                  <a:lnTo>
                    <a:pt x="647" y="1470"/>
                  </a:lnTo>
                  <a:lnTo>
                    <a:pt x="616" y="1450"/>
                  </a:lnTo>
                  <a:lnTo>
                    <a:pt x="589" y="1429"/>
                  </a:lnTo>
                  <a:lnTo>
                    <a:pt x="560" y="1400"/>
                  </a:lnTo>
                  <a:lnTo>
                    <a:pt x="534" y="1369"/>
                  </a:lnTo>
                  <a:lnTo>
                    <a:pt x="509" y="1336"/>
                  </a:lnTo>
                  <a:lnTo>
                    <a:pt x="494" y="1314"/>
                  </a:lnTo>
                  <a:lnTo>
                    <a:pt x="478" y="1287"/>
                  </a:lnTo>
                  <a:lnTo>
                    <a:pt x="465" y="1254"/>
                  </a:lnTo>
                  <a:lnTo>
                    <a:pt x="454" y="1220"/>
                  </a:lnTo>
                  <a:lnTo>
                    <a:pt x="449" y="1185"/>
                  </a:lnTo>
                  <a:lnTo>
                    <a:pt x="453" y="1149"/>
                  </a:lnTo>
                  <a:lnTo>
                    <a:pt x="465" y="1112"/>
                  </a:lnTo>
                  <a:lnTo>
                    <a:pt x="485" y="1076"/>
                  </a:lnTo>
                  <a:lnTo>
                    <a:pt x="511" y="1043"/>
                  </a:lnTo>
                  <a:lnTo>
                    <a:pt x="538" y="1012"/>
                  </a:lnTo>
                  <a:lnTo>
                    <a:pt x="573" y="980"/>
                  </a:lnTo>
                  <a:close/>
                  <a:moveTo>
                    <a:pt x="380" y="0"/>
                  </a:moveTo>
                  <a:lnTo>
                    <a:pt x="418" y="1"/>
                  </a:lnTo>
                  <a:lnTo>
                    <a:pt x="454" y="7"/>
                  </a:lnTo>
                  <a:lnTo>
                    <a:pt x="487" y="14"/>
                  </a:lnTo>
                  <a:lnTo>
                    <a:pt x="518" y="23"/>
                  </a:lnTo>
                  <a:lnTo>
                    <a:pt x="544" y="38"/>
                  </a:lnTo>
                  <a:lnTo>
                    <a:pt x="564" y="54"/>
                  </a:lnTo>
                  <a:lnTo>
                    <a:pt x="578" y="74"/>
                  </a:lnTo>
                  <a:lnTo>
                    <a:pt x="585" y="100"/>
                  </a:lnTo>
                  <a:lnTo>
                    <a:pt x="585" y="129"/>
                  </a:lnTo>
                  <a:lnTo>
                    <a:pt x="576" y="138"/>
                  </a:lnTo>
                  <a:lnTo>
                    <a:pt x="562" y="150"/>
                  </a:lnTo>
                  <a:lnTo>
                    <a:pt x="545" y="161"/>
                  </a:lnTo>
                  <a:lnTo>
                    <a:pt x="524" y="170"/>
                  </a:lnTo>
                  <a:lnTo>
                    <a:pt x="496" y="176"/>
                  </a:lnTo>
                  <a:lnTo>
                    <a:pt x="467" y="176"/>
                  </a:lnTo>
                  <a:lnTo>
                    <a:pt x="433" y="169"/>
                  </a:lnTo>
                  <a:lnTo>
                    <a:pt x="407" y="160"/>
                  </a:lnTo>
                  <a:lnTo>
                    <a:pt x="378" y="149"/>
                  </a:lnTo>
                  <a:lnTo>
                    <a:pt x="345" y="138"/>
                  </a:lnTo>
                  <a:lnTo>
                    <a:pt x="313" y="127"/>
                  </a:lnTo>
                  <a:lnTo>
                    <a:pt x="278" y="116"/>
                  </a:lnTo>
                  <a:lnTo>
                    <a:pt x="245" y="109"/>
                  </a:lnTo>
                  <a:lnTo>
                    <a:pt x="213" y="103"/>
                  </a:lnTo>
                  <a:lnTo>
                    <a:pt x="182" y="100"/>
                  </a:lnTo>
                  <a:lnTo>
                    <a:pt x="154" y="101"/>
                  </a:lnTo>
                  <a:lnTo>
                    <a:pt x="133" y="109"/>
                  </a:lnTo>
                  <a:lnTo>
                    <a:pt x="114" y="121"/>
                  </a:lnTo>
                  <a:lnTo>
                    <a:pt x="102" y="140"/>
                  </a:lnTo>
                  <a:lnTo>
                    <a:pt x="105" y="174"/>
                  </a:lnTo>
                  <a:lnTo>
                    <a:pt x="120" y="203"/>
                  </a:lnTo>
                  <a:lnTo>
                    <a:pt x="142" y="229"/>
                  </a:lnTo>
                  <a:lnTo>
                    <a:pt x="171" y="250"/>
                  </a:lnTo>
                  <a:lnTo>
                    <a:pt x="205" y="270"/>
                  </a:lnTo>
                  <a:lnTo>
                    <a:pt x="247" y="289"/>
                  </a:lnTo>
                  <a:lnTo>
                    <a:pt x="293" y="303"/>
                  </a:lnTo>
                  <a:lnTo>
                    <a:pt x="344" y="316"/>
                  </a:lnTo>
                  <a:lnTo>
                    <a:pt x="398" y="327"/>
                  </a:lnTo>
                  <a:lnTo>
                    <a:pt x="454" y="336"/>
                  </a:lnTo>
                  <a:lnTo>
                    <a:pt x="513" y="345"/>
                  </a:lnTo>
                  <a:lnTo>
                    <a:pt x="571" y="352"/>
                  </a:lnTo>
                  <a:lnTo>
                    <a:pt x="631" y="360"/>
                  </a:lnTo>
                  <a:lnTo>
                    <a:pt x="691" y="365"/>
                  </a:lnTo>
                  <a:lnTo>
                    <a:pt x="749" y="372"/>
                  </a:lnTo>
                  <a:lnTo>
                    <a:pt x="805" y="380"/>
                  </a:lnTo>
                  <a:lnTo>
                    <a:pt x="858" y="387"/>
                  </a:lnTo>
                  <a:lnTo>
                    <a:pt x="907" y="394"/>
                  </a:lnTo>
                  <a:lnTo>
                    <a:pt x="954" y="405"/>
                  </a:lnTo>
                  <a:lnTo>
                    <a:pt x="994" y="416"/>
                  </a:lnTo>
                  <a:lnTo>
                    <a:pt x="1029" y="429"/>
                  </a:lnTo>
                  <a:lnTo>
                    <a:pt x="1053" y="440"/>
                  </a:lnTo>
                  <a:lnTo>
                    <a:pt x="1080" y="454"/>
                  </a:lnTo>
                  <a:lnTo>
                    <a:pt x="1105" y="472"/>
                  </a:lnTo>
                  <a:lnTo>
                    <a:pt x="1133" y="494"/>
                  </a:lnTo>
                  <a:lnTo>
                    <a:pt x="1156" y="518"/>
                  </a:lnTo>
                  <a:lnTo>
                    <a:pt x="1178" y="543"/>
                  </a:lnTo>
                  <a:lnTo>
                    <a:pt x="1196" y="572"/>
                  </a:lnTo>
                  <a:lnTo>
                    <a:pt x="1207" y="605"/>
                  </a:lnTo>
                  <a:lnTo>
                    <a:pt x="1213" y="638"/>
                  </a:lnTo>
                  <a:lnTo>
                    <a:pt x="1209" y="674"/>
                  </a:lnTo>
                  <a:lnTo>
                    <a:pt x="1196" y="712"/>
                  </a:lnTo>
                  <a:lnTo>
                    <a:pt x="1180" y="743"/>
                  </a:lnTo>
                  <a:lnTo>
                    <a:pt x="1162" y="770"/>
                  </a:lnTo>
                  <a:lnTo>
                    <a:pt x="1142" y="794"/>
                  </a:lnTo>
                  <a:lnTo>
                    <a:pt x="1116" y="816"/>
                  </a:lnTo>
                  <a:lnTo>
                    <a:pt x="1071" y="854"/>
                  </a:lnTo>
                  <a:lnTo>
                    <a:pt x="1024" y="887"/>
                  </a:lnTo>
                  <a:lnTo>
                    <a:pt x="976" y="914"/>
                  </a:lnTo>
                  <a:lnTo>
                    <a:pt x="925" y="940"/>
                  </a:lnTo>
                  <a:lnTo>
                    <a:pt x="829" y="892"/>
                  </a:lnTo>
                  <a:lnTo>
                    <a:pt x="829" y="872"/>
                  </a:lnTo>
                  <a:lnTo>
                    <a:pt x="862" y="852"/>
                  </a:lnTo>
                  <a:lnTo>
                    <a:pt x="896" y="836"/>
                  </a:lnTo>
                  <a:lnTo>
                    <a:pt x="934" y="818"/>
                  </a:lnTo>
                  <a:lnTo>
                    <a:pt x="973" y="800"/>
                  </a:lnTo>
                  <a:lnTo>
                    <a:pt x="1005" y="776"/>
                  </a:lnTo>
                  <a:lnTo>
                    <a:pt x="1007" y="774"/>
                  </a:lnTo>
                  <a:lnTo>
                    <a:pt x="1009" y="772"/>
                  </a:lnTo>
                  <a:lnTo>
                    <a:pt x="1011" y="769"/>
                  </a:lnTo>
                  <a:lnTo>
                    <a:pt x="1013" y="765"/>
                  </a:lnTo>
                  <a:lnTo>
                    <a:pt x="1016" y="761"/>
                  </a:lnTo>
                  <a:lnTo>
                    <a:pt x="1018" y="758"/>
                  </a:lnTo>
                  <a:lnTo>
                    <a:pt x="1020" y="758"/>
                  </a:lnTo>
                  <a:lnTo>
                    <a:pt x="1024" y="758"/>
                  </a:lnTo>
                  <a:lnTo>
                    <a:pt x="1025" y="760"/>
                  </a:lnTo>
                  <a:lnTo>
                    <a:pt x="1044" y="723"/>
                  </a:lnTo>
                  <a:lnTo>
                    <a:pt x="1053" y="689"/>
                  </a:lnTo>
                  <a:lnTo>
                    <a:pt x="1053" y="656"/>
                  </a:lnTo>
                  <a:lnTo>
                    <a:pt x="1044" y="627"/>
                  </a:lnTo>
                  <a:lnTo>
                    <a:pt x="1027" y="600"/>
                  </a:lnTo>
                  <a:lnTo>
                    <a:pt x="1005" y="574"/>
                  </a:lnTo>
                  <a:lnTo>
                    <a:pt x="978" y="552"/>
                  </a:lnTo>
                  <a:lnTo>
                    <a:pt x="945" y="532"/>
                  </a:lnTo>
                  <a:lnTo>
                    <a:pt x="898" y="512"/>
                  </a:lnTo>
                  <a:lnTo>
                    <a:pt x="845" y="498"/>
                  </a:lnTo>
                  <a:lnTo>
                    <a:pt x="787" y="490"/>
                  </a:lnTo>
                  <a:lnTo>
                    <a:pt x="727" y="483"/>
                  </a:lnTo>
                  <a:lnTo>
                    <a:pt x="665" y="480"/>
                  </a:lnTo>
                  <a:lnTo>
                    <a:pt x="604" y="474"/>
                  </a:lnTo>
                  <a:lnTo>
                    <a:pt x="542" y="469"/>
                  </a:lnTo>
                  <a:lnTo>
                    <a:pt x="482" y="460"/>
                  </a:lnTo>
                  <a:lnTo>
                    <a:pt x="396" y="441"/>
                  </a:lnTo>
                  <a:lnTo>
                    <a:pt x="318" y="420"/>
                  </a:lnTo>
                  <a:lnTo>
                    <a:pt x="244" y="392"/>
                  </a:lnTo>
                  <a:lnTo>
                    <a:pt x="176" y="360"/>
                  </a:lnTo>
                  <a:lnTo>
                    <a:pt x="113" y="316"/>
                  </a:lnTo>
                  <a:lnTo>
                    <a:pt x="94" y="301"/>
                  </a:lnTo>
                  <a:lnTo>
                    <a:pt x="74" y="285"/>
                  </a:lnTo>
                  <a:lnTo>
                    <a:pt x="53" y="267"/>
                  </a:lnTo>
                  <a:lnTo>
                    <a:pt x="33" y="245"/>
                  </a:lnTo>
                  <a:lnTo>
                    <a:pt x="16" y="221"/>
                  </a:lnTo>
                  <a:lnTo>
                    <a:pt x="5" y="194"/>
                  </a:lnTo>
                  <a:lnTo>
                    <a:pt x="0" y="163"/>
                  </a:lnTo>
                  <a:lnTo>
                    <a:pt x="5" y="129"/>
                  </a:lnTo>
                  <a:lnTo>
                    <a:pt x="16" y="100"/>
                  </a:lnTo>
                  <a:lnTo>
                    <a:pt x="34" y="76"/>
                  </a:lnTo>
                  <a:lnTo>
                    <a:pt x="58" y="58"/>
                  </a:lnTo>
                  <a:lnTo>
                    <a:pt x="85" y="41"/>
                  </a:lnTo>
                  <a:lnTo>
                    <a:pt x="114" y="30"/>
                  </a:lnTo>
                  <a:lnTo>
                    <a:pt x="147" y="23"/>
                  </a:lnTo>
                  <a:lnTo>
                    <a:pt x="180" y="18"/>
                  </a:lnTo>
                  <a:lnTo>
                    <a:pt x="213" y="12"/>
                  </a:lnTo>
                  <a:lnTo>
                    <a:pt x="245" y="10"/>
                  </a:lnTo>
                  <a:lnTo>
                    <a:pt x="274" y="9"/>
                  </a:lnTo>
                  <a:lnTo>
                    <a:pt x="302" y="7"/>
                  </a:lnTo>
                  <a:lnTo>
                    <a:pt x="324" y="3"/>
                  </a:lnTo>
                  <a:lnTo>
                    <a:pt x="342" y="0"/>
                  </a:lnTo>
                  <a:lnTo>
                    <a:pt x="380"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65" name="Google Shape;565;p65"/>
            <p:cNvSpPr/>
            <p:nvPr/>
          </p:nvSpPr>
          <p:spPr>
            <a:xfrm>
              <a:off x="3841671" y="2252358"/>
              <a:ext cx="1951038" cy="3489269"/>
            </a:xfrm>
            <a:custGeom>
              <a:avLst/>
              <a:gdLst/>
              <a:ahLst/>
              <a:cxnLst/>
              <a:rect l="l" t="t" r="r" b="b"/>
              <a:pathLst>
                <a:path w="1229" h="2283" extrusionOk="0">
                  <a:moveTo>
                    <a:pt x="351" y="1516"/>
                  </a:moveTo>
                  <a:lnTo>
                    <a:pt x="367" y="1521"/>
                  </a:lnTo>
                  <a:lnTo>
                    <a:pt x="382" y="1527"/>
                  </a:lnTo>
                  <a:lnTo>
                    <a:pt x="391" y="1534"/>
                  </a:lnTo>
                  <a:lnTo>
                    <a:pt x="396" y="1551"/>
                  </a:lnTo>
                  <a:lnTo>
                    <a:pt x="396" y="1572"/>
                  </a:lnTo>
                  <a:lnTo>
                    <a:pt x="395" y="1600"/>
                  </a:lnTo>
                  <a:lnTo>
                    <a:pt x="371" y="1636"/>
                  </a:lnTo>
                  <a:lnTo>
                    <a:pt x="356" y="1669"/>
                  </a:lnTo>
                  <a:lnTo>
                    <a:pt x="349" y="1698"/>
                  </a:lnTo>
                  <a:lnTo>
                    <a:pt x="347" y="1725"/>
                  </a:lnTo>
                  <a:lnTo>
                    <a:pt x="353" y="1749"/>
                  </a:lnTo>
                  <a:lnTo>
                    <a:pt x="364" y="1769"/>
                  </a:lnTo>
                  <a:lnTo>
                    <a:pt x="378" y="1789"/>
                  </a:lnTo>
                  <a:lnTo>
                    <a:pt x="396" y="1807"/>
                  </a:lnTo>
                  <a:lnTo>
                    <a:pt x="416" y="1823"/>
                  </a:lnTo>
                  <a:lnTo>
                    <a:pt x="440" y="1841"/>
                  </a:lnTo>
                  <a:lnTo>
                    <a:pt x="464" y="1858"/>
                  </a:lnTo>
                  <a:lnTo>
                    <a:pt x="487" y="1876"/>
                  </a:lnTo>
                  <a:lnTo>
                    <a:pt x="511" y="1894"/>
                  </a:lnTo>
                  <a:lnTo>
                    <a:pt x="535" y="1914"/>
                  </a:lnTo>
                  <a:lnTo>
                    <a:pt x="555" y="1934"/>
                  </a:lnTo>
                  <a:lnTo>
                    <a:pt x="571" y="1960"/>
                  </a:lnTo>
                  <a:lnTo>
                    <a:pt x="586" y="1992"/>
                  </a:lnTo>
                  <a:lnTo>
                    <a:pt x="596" y="2031"/>
                  </a:lnTo>
                  <a:lnTo>
                    <a:pt x="602" y="2071"/>
                  </a:lnTo>
                  <a:lnTo>
                    <a:pt x="602" y="2112"/>
                  </a:lnTo>
                  <a:lnTo>
                    <a:pt x="596" y="2154"/>
                  </a:lnTo>
                  <a:lnTo>
                    <a:pt x="587" y="2194"/>
                  </a:lnTo>
                  <a:lnTo>
                    <a:pt x="575" y="2231"/>
                  </a:lnTo>
                  <a:lnTo>
                    <a:pt x="556" y="2260"/>
                  </a:lnTo>
                  <a:lnTo>
                    <a:pt x="535" y="2283"/>
                  </a:lnTo>
                  <a:lnTo>
                    <a:pt x="536" y="2231"/>
                  </a:lnTo>
                  <a:lnTo>
                    <a:pt x="538" y="2180"/>
                  </a:lnTo>
                  <a:lnTo>
                    <a:pt x="540" y="2134"/>
                  </a:lnTo>
                  <a:lnTo>
                    <a:pt x="536" y="2091"/>
                  </a:lnTo>
                  <a:lnTo>
                    <a:pt x="529" y="2049"/>
                  </a:lnTo>
                  <a:lnTo>
                    <a:pt x="515" y="2011"/>
                  </a:lnTo>
                  <a:lnTo>
                    <a:pt x="500" y="1991"/>
                  </a:lnTo>
                  <a:lnTo>
                    <a:pt x="480" y="1969"/>
                  </a:lnTo>
                  <a:lnTo>
                    <a:pt x="456" y="1947"/>
                  </a:lnTo>
                  <a:lnTo>
                    <a:pt x="429" y="1923"/>
                  </a:lnTo>
                  <a:lnTo>
                    <a:pt x="400" y="1900"/>
                  </a:lnTo>
                  <a:lnTo>
                    <a:pt x="369" y="1874"/>
                  </a:lnTo>
                  <a:lnTo>
                    <a:pt x="340" y="1849"/>
                  </a:lnTo>
                  <a:lnTo>
                    <a:pt x="313" y="1821"/>
                  </a:lnTo>
                  <a:lnTo>
                    <a:pt x="289" y="1794"/>
                  </a:lnTo>
                  <a:lnTo>
                    <a:pt x="269" y="1763"/>
                  </a:lnTo>
                  <a:lnTo>
                    <a:pt x="255" y="1732"/>
                  </a:lnTo>
                  <a:lnTo>
                    <a:pt x="247" y="1700"/>
                  </a:lnTo>
                  <a:lnTo>
                    <a:pt x="249" y="1663"/>
                  </a:lnTo>
                  <a:lnTo>
                    <a:pt x="260" y="1627"/>
                  </a:lnTo>
                  <a:lnTo>
                    <a:pt x="284" y="1587"/>
                  </a:lnTo>
                  <a:lnTo>
                    <a:pt x="304" y="1561"/>
                  </a:lnTo>
                  <a:lnTo>
                    <a:pt x="327" y="1538"/>
                  </a:lnTo>
                  <a:lnTo>
                    <a:pt x="351" y="1516"/>
                  </a:lnTo>
                  <a:close/>
                  <a:moveTo>
                    <a:pt x="95" y="491"/>
                  </a:moveTo>
                  <a:lnTo>
                    <a:pt x="264" y="516"/>
                  </a:lnTo>
                  <a:lnTo>
                    <a:pt x="267" y="518"/>
                  </a:lnTo>
                  <a:lnTo>
                    <a:pt x="276" y="518"/>
                  </a:lnTo>
                  <a:lnTo>
                    <a:pt x="289" y="516"/>
                  </a:lnTo>
                  <a:lnTo>
                    <a:pt x="298" y="516"/>
                  </a:lnTo>
                  <a:lnTo>
                    <a:pt x="304" y="520"/>
                  </a:lnTo>
                  <a:lnTo>
                    <a:pt x="255" y="541"/>
                  </a:lnTo>
                  <a:lnTo>
                    <a:pt x="216" y="569"/>
                  </a:lnTo>
                  <a:lnTo>
                    <a:pt x="187" y="596"/>
                  </a:lnTo>
                  <a:lnTo>
                    <a:pt x="167" y="627"/>
                  </a:lnTo>
                  <a:lnTo>
                    <a:pt x="156" y="660"/>
                  </a:lnTo>
                  <a:lnTo>
                    <a:pt x="155" y="692"/>
                  </a:lnTo>
                  <a:lnTo>
                    <a:pt x="162" y="723"/>
                  </a:lnTo>
                  <a:lnTo>
                    <a:pt x="180" y="756"/>
                  </a:lnTo>
                  <a:lnTo>
                    <a:pt x="207" y="787"/>
                  </a:lnTo>
                  <a:lnTo>
                    <a:pt x="242" y="814"/>
                  </a:lnTo>
                  <a:lnTo>
                    <a:pt x="278" y="838"/>
                  </a:lnTo>
                  <a:lnTo>
                    <a:pt x="320" y="858"/>
                  </a:lnTo>
                  <a:lnTo>
                    <a:pt x="362" y="876"/>
                  </a:lnTo>
                  <a:lnTo>
                    <a:pt x="406" y="892"/>
                  </a:lnTo>
                  <a:lnTo>
                    <a:pt x="451" y="909"/>
                  </a:lnTo>
                  <a:lnTo>
                    <a:pt x="496" y="925"/>
                  </a:lnTo>
                  <a:lnTo>
                    <a:pt x="540" y="941"/>
                  </a:lnTo>
                  <a:lnTo>
                    <a:pt x="582" y="960"/>
                  </a:lnTo>
                  <a:lnTo>
                    <a:pt x="622" y="981"/>
                  </a:lnTo>
                  <a:lnTo>
                    <a:pt x="658" y="1005"/>
                  </a:lnTo>
                  <a:lnTo>
                    <a:pt x="691" y="1034"/>
                  </a:lnTo>
                  <a:lnTo>
                    <a:pt x="720" y="1069"/>
                  </a:lnTo>
                  <a:lnTo>
                    <a:pt x="744" y="1107"/>
                  </a:lnTo>
                  <a:lnTo>
                    <a:pt x="756" y="1145"/>
                  </a:lnTo>
                  <a:lnTo>
                    <a:pt x="760" y="1185"/>
                  </a:lnTo>
                  <a:lnTo>
                    <a:pt x="758" y="1223"/>
                  </a:lnTo>
                  <a:lnTo>
                    <a:pt x="749" y="1261"/>
                  </a:lnTo>
                  <a:lnTo>
                    <a:pt x="735" y="1298"/>
                  </a:lnTo>
                  <a:lnTo>
                    <a:pt x="715" y="1332"/>
                  </a:lnTo>
                  <a:lnTo>
                    <a:pt x="695" y="1365"/>
                  </a:lnTo>
                  <a:lnTo>
                    <a:pt x="671" y="1394"/>
                  </a:lnTo>
                  <a:lnTo>
                    <a:pt x="649" y="1418"/>
                  </a:lnTo>
                  <a:lnTo>
                    <a:pt x="627" y="1440"/>
                  </a:lnTo>
                  <a:lnTo>
                    <a:pt x="607" y="1454"/>
                  </a:lnTo>
                  <a:lnTo>
                    <a:pt x="591" y="1463"/>
                  </a:lnTo>
                  <a:lnTo>
                    <a:pt x="578" y="1467"/>
                  </a:lnTo>
                  <a:lnTo>
                    <a:pt x="567" y="1460"/>
                  </a:lnTo>
                  <a:lnTo>
                    <a:pt x="555" y="1451"/>
                  </a:lnTo>
                  <a:lnTo>
                    <a:pt x="544" y="1443"/>
                  </a:lnTo>
                  <a:lnTo>
                    <a:pt x="547" y="1383"/>
                  </a:lnTo>
                  <a:lnTo>
                    <a:pt x="582" y="1354"/>
                  </a:lnTo>
                  <a:lnTo>
                    <a:pt x="611" y="1323"/>
                  </a:lnTo>
                  <a:lnTo>
                    <a:pt x="633" y="1291"/>
                  </a:lnTo>
                  <a:lnTo>
                    <a:pt x="646" y="1258"/>
                  </a:lnTo>
                  <a:lnTo>
                    <a:pt x="651" y="1223"/>
                  </a:lnTo>
                  <a:lnTo>
                    <a:pt x="649" y="1189"/>
                  </a:lnTo>
                  <a:lnTo>
                    <a:pt x="640" y="1154"/>
                  </a:lnTo>
                  <a:lnTo>
                    <a:pt x="622" y="1121"/>
                  </a:lnTo>
                  <a:lnTo>
                    <a:pt x="596" y="1092"/>
                  </a:lnTo>
                  <a:lnTo>
                    <a:pt x="562" y="1063"/>
                  </a:lnTo>
                  <a:lnTo>
                    <a:pt x="518" y="1040"/>
                  </a:lnTo>
                  <a:lnTo>
                    <a:pt x="467" y="1020"/>
                  </a:lnTo>
                  <a:lnTo>
                    <a:pt x="433" y="1007"/>
                  </a:lnTo>
                  <a:lnTo>
                    <a:pt x="396" y="994"/>
                  </a:lnTo>
                  <a:lnTo>
                    <a:pt x="356" y="978"/>
                  </a:lnTo>
                  <a:lnTo>
                    <a:pt x="315" y="960"/>
                  </a:lnTo>
                  <a:lnTo>
                    <a:pt x="273" y="940"/>
                  </a:lnTo>
                  <a:lnTo>
                    <a:pt x="229" y="918"/>
                  </a:lnTo>
                  <a:lnTo>
                    <a:pt x="187" y="894"/>
                  </a:lnTo>
                  <a:lnTo>
                    <a:pt x="149" y="869"/>
                  </a:lnTo>
                  <a:lnTo>
                    <a:pt x="111" y="841"/>
                  </a:lnTo>
                  <a:lnTo>
                    <a:pt x="78" y="812"/>
                  </a:lnTo>
                  <a:lnTo>
                    <a:pt x="51" y="783"/>
                  </a:lnTo>
                  <a:lnTo>
                    <a:pt x="27" y="751"/>
                  </a:lnTo>
                  <a:lnTo>
                    <a:pt x="11" y="718"/>
                  </a:lnTo>
                  <a:lnTo>
                    <a:pt x="2" y="683"/>
                  </a:lnTo>
                  <a:lnTo>
                    <a:pt x="0" y="647"/>
                  </a:lnTo>
                  <a:lnTo>
                    <a:pt x="7" y="609"/>
                  </a:lnTo>
                  <a:lnTo>
                    <a:pt x="26" y="571"/>
                  </a:lnTo>
                  <a:lnTo>
                    <a:pt x="55" y="532"/>
                  </a:lnTo>
                  <a:lnTo>
                    <a:pt x="95" y="491"/>
                  </a:lnTo>
                  <a:close/>
                  <a:moveTo>
                    <a:pt x="822" y="0"/>
                  </a:moveTo>
                  <a:lnTo>
                    <a:pt x="864" y="1"/>
                  </a:lnTo>
                  <a:lnTo>
                    <a:pt x="909" y="5"/>
                  </a:lnTo>
                  <a:lnTo>
                    <a:pt x="958" y="11"/>
                  </a:lnTo>
                  <a:lnTo>
                    <a:pt x="1007" y="18"/>
                  </a:lnTo>
                  <a:lnTo>
                    <a:pt x="1056" y="31"/>
                  </a:lnTo>
                  <a:lnTo>
                    <a:pt x="1102" y="43"/>
                  </a:lnTo>
                  <a:lnTo>
                    <a:pt x="1144" y="60"/>
                  </a:lnTo>
                  <a:lnTo>
                    <a:pt x="1178" y="80"/>
                  </a:lnTo>
                  <a:lnTo>
                    <a:pt x="1206" y="101"/>
                  </a:lnTo>
                  <a:lnTo>
                    <a:pt x="1224" y="127"/>
                  </a:lnTo>
                  <a:lnTo>
                    <a:pt x="1229" y="158"/>
                  </a:lnTo>
                  <a:lnTo>
                    <a:pt x="1226" y="189"/>
                  </a:lnTo>
                  <a:lnTo>
                    <a:pt x="1215" y="218"/>
                  </a:lnTo>
                  <a:lnTo>
                    <a:pt x="1198" y="245"/>
                  </a:lnTo>
                  <a:lnTo>
                    <a:pt x="1176" y="271"/>
                  </a:lnTo>
                  <a:lnTo>
                    <a:pt x="1156" y="292"/>
                  </a:lnTo>
                  <a:lnTo>
                    <a:pt x="1135" y="311"/>
                  </a:lnTo>
                  <a:lnTo>
                    <a:pt x="1118" y="325"/>
                  </a:lnTo>
                  <a:lnTo>
                    <a:pt x="1100" y="336"/>
                  </a:lnTo>
                  <a:lnTo>
                    <a:pt x="1076" y="351"/>
                  </a:lnTo>
                  <a:lnTo>
                    <a:pt x="1046" y="369"/>
                  </a:lnTo>
                  <a:lnTo>
                    <a:pt x="1011" y="385"/>
                  </a:lnTo>
                  <a:lnTo>
                    <a:pt x="975" y="403"/>
                  </a:lnTo>
                  <a:lnTo>
                    <a:pt x="936" y="420"/>
                  </a:lnTo>
                  <a:lnTo>
                    <a:pt x="902" y="432"/>
                  </a:lnTo>
                  <a:lnTo>
                    <a:pt x="867" y="443"/>
                  </a:lnTo>
                  <a:lnTo>
                    <a:pt x="838" y="447"/>
                  </a:lnTo>
                  <a:lnTo>
                    <a:pt x="787" y="421"/>
                  </a:lnTo>
                  <a:lnTo>
                    <a:pt x="735" y="396"/>
                  </a:lnTo>
                  <a:lnTo>
                    <a:pt x="711" y="387"/>
                  </a:lnTo>
                  <a:lnTo>
                    <a:pt x="678" y="378"/>
                  </a:lnTo>
                  <a:lnTo>
                    <a:pt x="647" y="369"/>
                  </a:lnTo>
                  <a:lnTo>
                    <a:pt x="624" y="360"/>
                  </a:lnTo>
                  <a:lnTo>
                    <a:pt x="664" y="358"/>
                  </a:lnTo>
                  <a:lnTo>
                    <a:pt x="711" y="354"/>
                  </a:lnTo>
                  <a:lnTo>
                    <a:pt x="762" y="349"/>
                  </a:lnTo>
                  <a:lnTo>
                    <a:pt x="816" y="340"/>
                  </a:lnTo>
                  <a:lnTo>
                    <a:pt x="871" y="327"/>
                  </a:lnTo>
                  <a:lnTo>
                    <a:pt x="924" y="314"/>
                  </a:lnTo>
                  <a:lnTo>
                    <a:pt x="975" y="298"/>
                  </a:lnTo>
                  <a:lnTo>
                    <a:pt x="1020" y="280"/>
                  </a:lnTo>
                  <a:lnTo>
                    <a:pt x="1060" y="260"/>
                  </a:lnTo>
                  <a:lnTo>
                    <a:pt x="1091" y="238"/>
                  </a:lnTo>
                  <a:lnTo>
                    <a:pt x="1111" y="214"/>
                  </a:lnTo>
                  <a:lnTo>
                    <a:pt x="1126" y="192"/>
                  </a:lnTo>
                  <a:lnTo>
                    <a:pt x="1131" y="172"/>
                  </a:lnTo>
                  <a:lnTo>
                    <a:pt x="1129" y="154"/>
                  </a:lnTo>
                  <a:lnTo>
                    <a:pt x="1120" y="138"/>
                  </a:lnTo>
                  <a:lnTo>
                    <a:pt x="1107" y="127"/>
                  </a:lnTo>
                  <a:lnTo>
                    <a:pt x="1089" y="120"/>
                  </a:lnTo>
                  <a:lnTo>
                    <a:pt x="1066" y="114"/>
                  </a:lnTo>
                  <a:lnTo>
                    <a:pt x="1036" y="112"/>
                  </a:lnTo>
                  <a:lnTo>
                    <a:pt x="1004" y="114"/>
                  </a:lnTo>
                  <a:lnTo>
                    <a:pt x="969" y="116"/>
                  </a:lnTo>
                  <a:lnTo>
                    <a:pt x="938" y="120"/>
                  </a:lnTo>
                  <a:lnTo>
                    <a:pt x="911" y="125"/>
                  </a:lnTo>
                  <a:lnTo>
                    <a:pt x="891" y="131"/>
                  </a:lnTo>
                  <a:lnTo>
                    <a:pt x="878" y="134"/>
                  </a:lnTo>
                  <a:lnTo>
                    <a:pt x="847" y="154"/>
                  </a:lnTo>
                  <a:lnTo>
                    <a:pt x="813" y="167"/>
                  </a:lnTo>
                  <a:lnTo>
                    <a:pt x="778" y="174"/>
                  </a:lnTo>
                  <a:lnTo>
                    <a:pt x="742" y="178"/>
                  </a:lnTo>
                  <a:lnTo>
                    <a:pt x="709" y="178"/>
                  </a:lnTo>
                  <a:lnTo>
                    <a:pt x="680" y="172"/>
                  </a:lnTo>
                  <a:lnTo>
                    <a:pt x="655" y="165"/>
                  </a:lnTo>
                  <a:lnTo>
                    <a:pt x="636" y="152"/>
                  </a:lnTo>
                  <a:lnTo>
                    <a:pt x="627" y="140"/>
                  </a:lnTo>
                  <a:lnTo>
                    <a:pt x="626" y="120"/>
                  </a:lnTo>
                  <a:lnTo>
                    <a:pt x="633" y="98"/>
                  </a:lnTo>
                  <a:lnTo>
                    <a:pt x="647" y="74"/>
                  </a:lnTo>
                  <a:lnTo>
                    <a:pt x="669" y="51"/>
                  </a:lnTo>
                  <a:lnTo>
                    <a:pt x="700" y="29"/>
                  </a:lnTo>
                  <a:lnTo>
                    <a:pt x="738" y="11"/>
                  </a:lnTo>
                  <a:lnTo>
                    <a:pt x="758" y="5"/>
                  </a:lnTo>
                  <a:lnTo>
                    <a:pt x="786" y="1"/>
                  </a:lnTo>
                  <a:lnTo>
                    <a:pt x="822"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66" name="Google Shape;566;p65"/>
            <p:cNvSpPr/>
            <p:nvPr/>
          </p:nvSpPr>
          <p:spPr>
            <a:xfrm flipH="1">
              <a:off x="2062550" y="1142826"/>
              <a:ext cx="2363788" cy="985837"/>
            </a:xfrm>
            <a:custGeom>
              <a:avLst/>
              <a:gdLst/>
              <a:ahLst/>
              <a:cxnLst/>
              <a:rect l="l" t="t" r="r" b="b"/>
              <a:pathLst>
                <a:path w="1489" h="621" extrusionOk="0">
                  <a:moveTo>
                    <a:pt x="499" y="0"/>
                  </a:moveTo>
                  <a:lnTo>
                    <a:pt x="548" y="1"/>
                  </a:lnTo>
                  <a:lnTo>
                    <a:pt x="595" y="7"/>
                  </a:lnTo>
                  <a:lnTo>
                    <a:pt x="640" y="16"/>
                  </a:lnTo>
                  <a:lnTo>
                    <a:pt x="682" y="32"/>
                  </a:lnTo>
                  <a:lnTo>
                    <a:pt x="722" y="51"/>
                  </a:lnTo>
                  <a:lnTo>
                    <a:pt x="757" y="67"/>
                  </a:lnTo>
                  <a:lnTo>
                    <a:pt x="786" y="80"/>
                  </a:lnTo>
                  <a:lnTo>
                    <a:pt x="815" y="91"/>
                  </a:lnTo>
                  <a:lnTo>
                    <a:pt x="842" y="101"/>
                  </a:lnTo>
                  <a:lnTo>
                    <a:pt x="869" y="112"/>
                  </a:lnTo>
                  <a:lnTo>
                    <a:pt x="900" y="123"/>
                  </a:lnTo>
                  <a:lnTo>
                    <a:pt x="933" y="136"/>
                  </a:lnTo>
                  <a:lnTo>
                    <a:pt x="973" y="151"/>
                  </a:lnTo>
                  <a:lnTo>
                    <a:pt x="1020" y="167"/>
                  </a:lnTo>
                  <a:lnTo>
                    <a:pt x="1064" y="180"/>
                  </a:lnTo>
                  <a:lnTo>
                    <a:pt x="1115" y="189"/>
                  </a:lnTo>
                  <a:lnTo>
                    <a:pt x="1171" y="192"/>
                  </a:lnTo>
                  <a:lnTo>
                    <a:pt x="1228" y="194"/>
                  </a:lnTo>
                  <a:lnTo>
                    <a:pt x="1286" y="192"/>
                  </a:lnTo>
                  <a:lnTo>
                    <a:pt x="1340" y="189"/>
                  </a:lnTo>
                  <a:lnTo>
                    <a:pt x="1389" y="181"/>
                  </a:lnTo>
                  <a:lnTo>
                    <a:pt x="1431" y="174"/>
                  </a:lnTo>
                  <a:lnTo>
                    <a:pt x="1464" y="167"/>
                  </a:lnTo>
                  <a:lnTo>
                    <a:pt x="1479" y="169"/>
                  </a:lnTo>
                  <a:lnTo>
                    <a:pt x="1486" y="174"/>
                  </a:lnTo>
                  <a:lnTo>
                    <a:pt x="1489" y="181"/>
                  </a:lnTo>
                  <a:lnTo>
                    <a:pt x="1489" y="192"/>
                  </a:lnTo>
                  <a:lnTo>
                    <a:pt x="1484" y="203"/>
                  </a:lnTo>
                  <a:lnTo>
                    <a:pt x="1469" y="227"/>
                  </a:lnTo>
                  <a:lnTo>
                    <a:pt x="1453" y="251"/>
                  </a:lnTo>
                  <a:lnTo>
                    <a:pt x="1433" y="272"/>
                  </a:lnTo>
                  <a:lnTo>
                    <a:pt x="1408" y="292"/>
                  </a:lnTo>
                  <a:lnTo>
                    <a:pt x="1377" y="311"/>
                  </a:lnTo>
                  <a:lnTo>
                    <a:pt x="1339" y="327"/>
                  </a:lnTo>
                  <a:lnTo>
                    <a:pt x="1293" y="341"/>
                  </a:lnTo>
                  <a:lnTo>
                    <a:pt x="1239" y="352"/>
                  </a:lnTo>
                  <a:lnTo>
                    <a:pt x="1177" y="360"/>
                  </a:lnTo>
                  <a:lnTo>
                    <a:pt x="1175" y="372"/>
                  </a:lnTo>
                  <a:lnTo>
                    <a:pt x="1171" y="387"/>
                  </a:lnTo>
                  <a:lnTo>
                    <a:pt x="1166" y="398"/>
                  </a:lnTo>
                  <a:lnTo>
                    <a:pt x="1155" y="409"/>
                  </a:lnTo>
                  <a:lnTo>
                    <a:pt x="1140" y="418"/>
                  </a:lnTo>
                  <a:lnTo>
                    <a:pt x="1122" y="423"/>
                  </a:lnTo>
                  <a:lnTo>
                    <a:pt x="1099" y="429"/>
                  </a:lnTo>
                  <a:lnTo>
                    <a:pt x="1069" y="429"/>
                  </a:lnTo>
                  <a:lnTo>
                    <a:pt x="1035" y="425"/>
                  </a:lnTo>
                  <a:lnTo>
                    <a:pt x="993" y="418"/>
                  </a:lnTo>
                  <a:lnTo>
                    <a:pt x="944" y="407"/>
                  </a:lnTo>
                  <a:lnTo>
                    <a:pt x="944" y="414"/>
                  </a:lnTo>
                  <a:lnTo>
                    <a:pt x="944" y="421"/>
                  </a:lnTo>
                  <a:lnTo>
                    <a:pt x="944" y="431"/>
                  </a:lnTo>
                  <a:lnTo>
                    <a:pt x="944" y="440"/>
                  </a:lnTo>
                  <a:lnTo>
                    <a:pt x="942" y="449"/>
                  </a:lnTo>
                  <a:lnTo>
                    <a:pt x="939" y="458"/>
                  </a:lnTo>
                  <a:lnTo>
                    <a:pt x="933" y="465"/>
                  </a:lnTo>
                  <a:lnTo>
                    <a:pt x="922" y="474"/>
                  </a:lnTo>
                  <a:lnTo>
                    <a:pt x="909" y="480"/>
                  </a:lnTo>
                  <a:lnTo>
                    <a:pt x="889" y="483"/>
                  </a:lnTo>
                  <a:lnTo>
                    <a:pt x="864" y="485"/>
                  </a:lnTo>
                  <a:lnTo>
                    <a:pt x="833" y="483"/>
                  </a:lnTo>
                  <a:lnTo>
                    <a:pt x="795" y="480"/>
                  </a:lnTo>
                  <a:lnTo>
                    <a:pt x="748" y="471"/>
                  </a:lnTo>
                  <a:lnTo>
                    <a:pt x="733" y="505"/>
                  </a:lnTo>
                  <a:lnTo>
                    <a:pt x="715" y="529"/>
                  </a:lnTo>
                  <a:lnTo>
                    <a:pt x="697" y="545"/>
                  </a:lnTo>
                  <a:lnTo>
                    <a:pt x="677" y="554"/>
                  </a:lnTo>
                  <a:lnTo>
                    <a:pt x="655" y="560"/>
                  </a:lnTo>
                  <a:lnTo>
                    <a:pt x="633" y="560"/>
                  </a:lnTo>
                  <a:lnTo>
                    <a:pt x="611" y="556"/>
                  </a:lnTo>
                  <a:lnTo>
                    <a:pt x="591" y="551"/>
                  </a:lnTo>
                  <a:lnTo>
                    <a:pt x="569" y="545"/>
                  </a:lnTo>
                  <a:lnTo>
                    <a:pt x="549" y="540"/>
                  </a:lnTo>
                  <a:lnTo>
                    <a:pt x="533" y="536"/>
                  </a:lnTo>
                  <a:lnTo>
                    <a:pt x="517" y="534"/>
                  </a:lnTo>
                  <a:lnTo>
                    <a:pt x="499" y="565"/>
                  </a:lnTo>
                  <a:lnTo>
                    <a:pt x="479" y="585"/>
                  </a:lnTo>
                  <a:lnTo>
                    <a:pt x="455" y="596"/>
                  </a:lnTo>
                  <a:lnTo>
                    <a:pt x="429" y="601"/>
                  </a:lnTo>
                  <a:lnTo>
                    <a:pt x="402" y="603"/>
                  </a:lnTo>
                  <a:lnTo>
                    <a:pt x="375" y="600"/>
                  </a:lnTo>
                  <a:lnTo>
                    <a:pt x="348" y="592"/>
                  </a:lnTo>
                  <a:lnTo>
                    <a:pt x="322" y="585"/>
                  </a:lnTo>
                  <a:lnTo>
                    <a:pt x="297" y="576"/>
                  </a:lnTo>
                  <a:lnTo>
                    <a:pt x="275" y="569"/>
                  </a:lnTo>
                  <a:lnTo>
                    <a:pt x="257" y="563"/>
                  </a:lnTo>
                  <a:lnTo>
                    <a:pt x="228" y="592"/>
                  </a:lnTo>
                  <a:lnTo>
                    <a:pt x="199" y="612"/>
                  </a:lnTo>
                  <a:lnTo>
                    <a:pt x="168" y="620"/>
                  </a:lnTo>
                  <a:lnTo>
                    <a:pt x="137" y="621"/>
                  </a:lnTo>
                  <a:lnTo>
                    <a:pt x="104" y="614"/>
                  </a:lnTo>
                  <a:lnTo>
                    <a:pt x="71" y="605"/>
                  </a:lnTo>
                  <a:lnTo>
                    <a:pt x="37" y="591"/>
                  </a:lnTo>
                  <a:lnTo>
                    <a:pt x="0" y="576"/>
                  </a:lnTo>
                  <a:lnTo>
                    <a:pt x="4" y="274"/>
                  </a:lnTo>
                  <a:lnTo>
                    <a:pt x="42" y="269"/>
                  </a:lnTo>
                  <a:lnTo>
                    <a:pt x="77" y="256"/>
                  </a:lnTo>
                  <a:lnTo>
                    <a:pt x="106" y="238"/>
                  </a:lnTo>
                  <a:lnTo>
                    <a:pt x="133" y="216"/>
                  </a:lnTo>
                  <a:lnTo>
                    <a:pt x="159" y="191"/>
                  </a:lnTo>
                  <a:lnTo>
                    <a:pt x="182" y="161"/>
                  </a:lnTo>
                  <a:lnTo>
                    <a:pt x="208" y="132"/>
                  </a:lnTo>
                  <a:lnTo>
                    <a:pt x="233" y="103"/>
                  </a:lnTo>
                  <a:lnTo>
                    <a:pt x="262" y="76"/>
                  </a:lnTo>
                  <a:lnTo>
                    <a:pt x="295" y="52"/>
                  </a:lnTo>
                  <a:lnTo>
                    <a:pt x="333" y="31"/>
                  </a:lnTo>
                  <a:lnTo>
                    <a:pt x="377" y="16"/>
                  </a:lnTo>
                  <a:lnTo>
                    <a:pt x="411" y="7"/>
                  </a:lnTo>
                  <a:lnTo>
                    <a:pt x="453" y="1"/>
                  </a:lnTo>
                  <a:lnTo>
                    <a:pt x="499"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67" name="Google Shape;567;p65"/>
            <p:cNvSpPr/>
            <p:nvPr/>
          </p:nvSpPr>
          <p:spPr>
            <a:xfrm>
              <a:off x="4366556" y="1001048"/>
              <a:ext cx="460794" cy="5174717"/>
            </a:xfrm>
            <a:custGeom>
              <a:avLst/>
              <a:gdLst/>
              <a:ahLst/>
              <a:cxnLst/>
              <a:rect l="l" t="t" r="r" b="b"/>
              <a:pathLst>
                <a:path w="300" h="3369" extrusionOk="0">
                  <a:moveTo>
                    <a:pt x="127" y="3220"/>
                  </a:moveTo>
                  <a:lnTo>
                    <a:pt x="136" y="3227"/>
                  </a:lnTo>
                  <a:lnTo>
                    <a:pt x="147" y="3238"/>
                  </a:lnTo>
                  <a:lnTo>
                    <a:pt x="160" y="3251"/>
                  </a:lnTo>
                  <a:lnTo>
                    <a:pt x="173" y="3266"/>
                  </a:lnTo>
                  <a:lnTo>
                    <a:pt x="184" y="3277"/>
                  </a:lnTo>
                  <a:lnTo>
                    <a:pt x="182" y="3282"/>
                  </a:lnTo>
                  <a:lnTo>
                    <a:pt x="182" y="3293"/>
                  </a:lnTo>
                  <a:lnTo>
                    <a:pt x="180" y="3309"/>
                  </a:lnTo>
                  <a:lnTo>
                    <a:pt x="178" y="3327"/>
                  </a:lnTo>
                  <a:lnTo>
                    <a:pt x="175" y="3346"/>
                  </a:lnTo>
                  <a:lnTo>
                    <a:pt x="167" y="3360"/>
                  </a:lnTo>
                  <a:lnTo>
                    <a:pt x="156" y="3369"/>
                  </a:lnTo>
                  <a:lnTo>
                    <a:pt x="147" y="3358"/>
                  </a:lnTo>
                  <a:lnTo>
                    <a:pt x="136" y="3340"/>
                  </a:lnTo>
                  <a:lnTo>
                    <a:pt x="129" y="3313"/>
                  </a:lnTo>
                  <a:lnTo>
                    <a:pt x="125" y="3282"/>
                  </a:lnTo>
                  <a:lnTo>
                    <a:pt x="124" y="3251"/>
                  </a:lnTo>
                  <a:lnTo>
                    <a:pt x="127" y="3220"/>
                  </a:lnTo>
                  <a:close/>
                  <a:moveTo>
                    <a:pt x="120" y="2800"/>
                  </a:moveTo>
                  <a:lnTo>
                    <a:pt x="142" y="2813"/>
                  </a:lnTo>
                  <a:lnTo>
                    <a:pt x="160" y="2833"/>
                  </a:lnTo>
                  <a:lnTo>
                    <a:pt x="173" y="2857"/>
                  </a:lnTo>
                  <a:lnTo>
                    <a:pt x="184" y="2884"/>
                  </a:lnTo>
                  <a:lnTo>
                    <a:pt x="189" y="2917"/>
                  </a:lnTo>
                  <a:lnTo>
                    <a:pt x="193" y="2949"/>
                  </a:lnTo>
                  <a:lnTo>
                    <a:pt x="195" y="2986"/>
                  </a:lnTo>
                  <a:lnTo>
                    <a:pt x="195" y="3020"/>
                  </a:lnTo>
                  <a:lnTo>
                    <a:pt x="195" y="3055"/>
                  </a:lnTo>
                  <a:lnTo>
                    <a:pt x="191" y="3087"/>
                  </a:lnTo>
                  <a:lnTo>
                    <a:pt x="189" y="3118"/>
                  </a:lnTo>
                  <a:lnTo>
                    <a:pt x="187" y="3146"/>
                  </a:lnTo>
                  <a:lnTo>
                    <a:pt x="184" y="3140"/>
                  </a:lnTo>
                  <a:lnTo>
                    <a:pt x="176" y="3127"/>
                  </a:lnTo>
                  <a:lnTo>
                    <a:pt x="167" y="3107"/>
                  </a:lnTo>
                  <a:lnTo>
                    <a:pt x="156" y="3082"/>
                  </a:lnTo>
                  <a:lnTo>
                    <a:pt x="144" y="3053"/>
                  </a:lnTo>
                  <a:lnTo>
                    <a:pt x="131" y="3020"/>
                  </a:lnTo>
                  <a:lnTo>
                    <a:pt x="120" y="2986"/>
                  </a:lnTo>
                  <a:lnTo>
                    <a:pt x="120" y="2944"/>
                  </a:lnTo>
                  <a:lnTo>
                    <a:pt x="120" y="2904"/>
                  </a:lnTo>
                  <a:lnTo>
                    <a:pt x="120" y="2857"/>
                  </a:lnTo>
                  <a:lnTo>
                    <a:pt x="120" y="2800"/>
                  </a:lnTo>
                  <a:close/>
                  <a:moveTo>
                    <a:pt x="116" y="2386"/>
                  </a:moveTo>
                  <a:lnTo>
                    <a:pt x="124" y="2386"/>
                  </a:lnTo>
                  <a:lnTo>
                    <a:pt x="151" y="2407"/>
                  </a:lnTo>
                  <a:lnTo>
                    <a:pt x="176" y="2427"/>
                  </a:lnTo>
                  <a:lnTo>
                    <a:pt x="196" y="2449"/>
                  </a:lnTo>
                  <a:lnTo>
                    <a:pt x="195" y="2520"/>
                  </a:lnTo>
                  <a:lnTo>
                    <a:pt x="193" y="2593"/>
                  </a:lnTo>
                  <a:lnTo>
                    <a:pt x="193" y="2666"/>
                  </a:lnTo>
                  <a:lnTo>
                    <a:pt x="189" y="2664"/>
                  </a:lnTo>
                  <a:lnTo>
                    <a:pt x="185" y="2662"/>
                  </a:lnTo>
                  <a:lnTo>
                    <a:pt x="182" y="2658"/>
                  </a:lnTo>
                  <a:lnTo>
                    <a:pt x="178" y="2655"/>
                  </a:lnTo>
                  <a:lnTo>
                    <a:pt x="175" y="2653"/>
                  </a:lnTo>
                  <a:lnTo>
                    <a:pt x="171" y="2649"/>
                  </a:lnTo>
                  <a:lnTo>
                    <a:pt x="167" y="2649"/>
                  </a:lnTo>
                  <a:lnTo>
                    <a:pt x="151" y="2637"/>
                  </a:lnTo>
                  <a:lnTo>
                    <a:pt x="136" y="2626"/>
                  </a:lnTo>
                  <a:lnTo>
                    <a:pt x="120" y="2613"/>
                  </a:lnTo>
                  <a:lnTo>
                    <a:pt x="116" y="2386"/>
                  </a:lnTo>
                  <a:close/>
                  <a:moveTo>
                    <a:pt x="113" y="1866"/>
                  </a:moveTo>
                  <a:lnTo>
                    <a:pt x="156" y="1884"/>
                  </a:lnTo>
                  <a:lnTo>
                    <a:pt x="200" y="1902"/>
                  </a:lnTo>
                  <a:lnTo>
                    <a:pt x="200" y="1931"/>
                  </a:lnTo>
                  <a:lnTo>
                    <a:pt x="200" y="1971"/>
                  </a:lnTo>
                  <a:lnTo>
                    <a:pt x="202" y="2018"/>
                  </a:lnTo>
                  <a:lnTo>
                    <a:pt x="200" y="2067"/>
                  </a:lnTo>
                  <a:lnTo>
                    <a:pt x="200" y="2118"/>
                  </a:lnTo>
                  <a:lnTo>
                    <a:pt x="200" y="2169"/>
                  </a:lnTo>
                  <a:lnTo>
                    <a:pt x="198" y="2215"/>
                  </a:lnTo>
                  <a:lnTo>
                    <a:pt x="196" y="2253"/>
                  </a:lnTo>
                  <a:lnTo>
                    <a:pt x="169" y="2233"/>
                  </a:lnTo>
                  <a:lnTo>
                    <a:pt x="138" y="2213"/>
                  </a:lnTo>
                  <a:lnTo>
                    <a:pt x="113" y="2193"/>
                  </a:lnTo>
                  <a:lnTo>
                    <a:pt x="113" y="2029"/>
                  </a:lnTo>
                  <a:lnTo>
                    <a:pt x="113" y="1866"/>
                  </a:lnTo>
                  <a:close/>
                  <a:moveTo>
                    <a:pt x="104" y="1357"/>
                  </a:moveTo>
                  <a:lnTo>
                    <a:pt x="207" y="1362"/>
                  </a:lnTo>
                  <a:lnTo>
                    <a:pt x="204" y="1709"/>
                  </a:lnTo>
                  <a:lnTo>
                    <a:pt x="180" y="1706"/>
                  </a:lnTo>
                  <a:lnTo>
                    <a:pt x="160" y="1700"/>
                  </a:lnTo>
                  <a:lnTo>
                    <a:pt x="144" y="1693"/>
                  </a:lnTo>
                  <a:lnTo>
                    <a:pt x="127" y="1684"/>
                  </a:lnTo>
                  <a:lnTo>
                    <a:pt x="107" y="1677"/>
                  </a:lnTo>
                  <a:lnTo>
                    <a:pt x="104" y="1357"/>
                  </a:lnTo>
                  <a:close/>
                  <a:moveTo>
                    <a:pt x="156" y="0"/>
                  </a:moveTo>
                  <a:lnTo>
                    <a:pt x="193" y="7"/>
                  </a:lnTo>
                  <a:lnTo>
                    <a:pt x="224" y="20"/>
                  </a:lnTo>
                  <a:lnTo>
                    <a:pt x="251" y="38"/>
                  </a:lnTo>
                  <a:lnTo>
                    <a:pt x="271" y="62"/>
                  </a:lnTo>
                  <a:lnTo>
                    <a:pt x="287" y="89"/>
                  </a:lnTo>
                  <a:lnTo>
                    <a:pt x="296" y="120"/>
                  </a:lnTo>
                  <a:lnTo>
                    <a:pt x="300" y="153"/>
                  </a:lnTo>
                  <a:lnTo>
                    <a:pt x="298" y="173"/>
                  </a:lnTo>
                  <a:lnTo>
                    <a:pt x="289" y="197"/>
                  </a:lnTo>
                  <a:lnTo>
                    <a:pt x="276" y="220"/>
                  </a:lnTo>
                  <a:lnTo>
                    <a:pt x="260" y="242"/>
                  </a:lnTo>
                  <a:lnTo>
                    <a:pt x="244" y="260"/>
                  </a:lnTo>
                  <a:lnTo>
                    <a:pt x="224" y="273"/>
                  </a:lnTo>
                  <a:lnTo>
                    <a:pt x="222" y="377"/>
                  </a:lnTo>
                  <a:lnTo>
                    <a:pt x="222" y="471"/>
                  </a:lnTo>
                  <a:lnTo>
                    <a:pt x="220" y="557"/>
                  </a:lnTo>
                  <a:lnTo>
                    <a:pt x="218" y="640"/>
                  </a:lnTo>
                  <a:lnTo>
                    <a:pt x="218" y="718"/>
                  </a:lnTo>
                  <a:lnTo>
                    <a:pt x="216" y="798"/>
                  </a:lnTo>
                  <a:lnTo>
                    <a:pt x="216" y="880"/>
                  </a:lnTo>
                  <a:lnTo>
                    <a:pt x="215" y="967"/>
                  </a:lnTo>
                  <a:lnTo>
                    <a:pt x="213" y="1062"/>
                  </a:lnTo>
                  <a:lnTo>
                    <a:pt x="213" y="1166"/>
                  </a:lnTo>
                  <a:lnTo>
                    <a:pt x="100" y="1153"/>
                  </a:lnTo>
                  <a:lnTo>
                    <a:pt x="98" y="1051"/>
                  </a:lnTo>
                  <a:lnTo>
                    <a:pt x="96" y="958"/>
                  </a:lnTo>
                  <a:lnTo>
                    <a:pt x="95" y="873"/>
                  </a:lnTo>
                  <a:lnTo>
                    <a:pt x="93" y="793"/>
                  </a:lnTo>
                  <a:lnTo>
                    <a:pt x="87" y="637"/>
                  </a:lnTo>
                  <a:lnTo>
                    <a:pt x="85" y="557"/>
                  </a:lnTo>
                  <a:lnTo>
                    <a:pt x="84" y="471"/>
                  </a:lnTo>
                  <a:lnTo>
                    <a:pt x="82" y="380"/>
                  </a:lnTo>
                  <a:lnTo>
                    <a:pt x="80" y="277"/>
                  </a:lnTo>
                  <a:lnTo>
                    <a:pt x="53" y="258"/>
                  </a:lnTo>
                  <a:lnTo>
                    <a:pt x="31" y="237"/>
                  </a:lnTo>
                  <a:lnTo>
                    <a:pt x="16" y="211"/>
                  </a:lnTo>
                  <a:lnTo>
                    <a:pt x="5" y="184"/>
                  </a:lnTo>
                  <a:lnTo>
                    <a:pt x="0" y="155"/>
                  </a:lnTo>
                  <a:lnTo>
                    <a:pt x="0" y="127"/>
                  </a:lnTo>
                  <a:lnTo>
                    <a:pt x="7" y="98"/>
                  </a:lnTo>
                  <a:lnTo>
                    <a:pt x="18" y="73"/>
                  </a:lnTo>
                  <a:lnTo>
                    <a:pt x="35" y="49"/>
                  </a:lnTo>
                  <a:lnTo>
                    <a:pt x="56" y="29"/>
                  </a:lnTo>
                  <a:lnTo>
                    <a:pt x="85" y="15"/>
                  </a:lnTo>
                  <a:lnTo>
                    <a:pt x="118" y="4"/>
                  </a:lnTo>
                  <a:lnTo>
                    <a:pt x="156"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grpSp>
      <p:sp>
        <p:nvSpPr>
          <p:cNvPr id="568" name="Google Shape;568;p65"/>
          <p:cNvSpPr/>
          <p:nvPr/>
        </p:nvSpPr>
        <p:spPr>
          <a:xfrm>
            <a:off x="7737607" y="3773179"/>
            <a:ext cx="258489" cy="209030"/>
          </a:xfrm>
          <a:custGeom>
            <a:avLst/>
            <a:gdLst/>
            <a:ahLst/>
            <a:cxnLst/>
            <a:rect l="l" t="t" r="r" b="b"/>
            <a:pathLst>
              <a:path w="3363" h="3626" extrusionOk="0">
                <a:moveTo>
                  <a:pt x="1316" y="1831"/>
                </a:moveTo>
                <a:lnTo>
                  <a:pt x="1345" y="1926"/>
                </a:lnTo>
                <a:lnTo>
                  <a:pt x="1409" y="1886"/>
                </a:lnTo>
                <a:lnTo>
                  <a:pt x="1429" y="1946"/>
                </a:lnTo>
                <a:lnTo>
                  <a:pt x="1552" y="1929"/>
                </a:lnTo>
                <a:lnTo>
                  <a:pt x="1554" y="2044"/>
                </a:lnTo>
                <a:lnTo>
                  <a:pt x="1283" y="2446"/>
                </a:lnTo>
                <a:lnTo>
                  <a:pt x="1012" y="2853"/>
                </a:lnTo>
                <a:lnTo>
                  <a:pt x="972" y="2917"/>
                </a:lnTo>
                <a:lnTo>
                  <a:pt x="929" y="2984"/>
                </a:lnTo>
                <a:lnTo>
                  <a:pt x="887" y="3053"/>
                </a:lnTo>
                <a:lnTo>
                  <a:pt x="852" y="3126"/>
                </a:lnTo>
                <a:lnTo>
                  <a:pt x="825" y="3197"/>
                </a:lnTo>
                <a:lnTo>
                  <a:pt x="820" y="3224"/>
                </a:lnTo>
                <a:lnTo>
                  <a:pt x="820" y="3247"/>
                </a:lnTo>
                <a:lnTo>
                  <a:pt x="823" y="3271"/>
                </a:lnTo>
                <a:lnTo>
                  <a:pt x="829" y="3295"/>
                </a:lnTo>
                <a:lnTo>
                  <a:pt x="836" y="3317"/>
                </a:lnTo>
                <a:lnTo>
                  <a:pt x="841" y="3340"/>
                </a:lnTo>
                <a:lnTo>
                  <a:pt x="847" y="3364"/>
                </a:lnTo>
                <a:lnTo>
                  <a:pt x="850" y="3389"/>
                </a:lnTo>
                <a:lnTo>
                  <a:pt x="849" y="3415"/>
                </a:lnTo>
                <a:lnTo>
                  <a:pt x="841" y="3444"/>
                </a:lnTo>
                <a:lnTo>
                  <a:pt x="829" y="3475"/>
                </a:lnTo>
                <a:lnTo>
                  <a:pt x="809" y="3509"/>
                </a:lnTo>
                <a:lnTo>
                  <a:pt x="789" y="3533"/>
                </a:lnTo>
                <a:lnTo>
                  <a:pt x="761" y="3557"/>
                </a:lnTo>
                <a:lnTo>
                  <a:pt x="729" y="3577"/>
                </a:lnTo>
                <a:lnTo>
                  <a:pt x="694" y="3593"/>
                </a:lnTo>
                <a:lnTo>
                  <a:pt x="656" y="3607"/>
                </a:lnTo>
                <a:lnTo>
                  <a:pt x="616" y="3617"/>
                </a:lnTo>
                <a:lnTo>
                  <a:pt x="576" y="3624"/>
                </a:lnTo>
                <a:lnTo>
                  <a:pt x="538" y="3626"/>
                </a:lnTo>
                <a:lnTo>
                  <a:pt x="501" y="3622"/>
                </a:lnTo>
                <a:lnTo>
                  <a:pt x="467" y="3615"/>
                </a:lnTo>
                <a:lnTo>
                  <a:pt x="436" y="3602"/>
                </a:lnTo>
                <a:lnTo>
                  <a:pt x="412" y="3586"/>
                </a:lnTo>
                <a:lnTo>
                  <a:pt x="392" y="3560"/>
                </a:lnTo>
                <a:lnTo>
                  <a:pt x="374" y="3520"/>
                </a:lnTo>
                <a:lnTo>
                  <a:pt x="363" y="3482"/>
                </a:lnTo>
                <a:lnTo>
                  <a:pt x="358" y="3446"/>
                </a:lnTo>
                <a:lnTo>
                  <a:pt x="358" y="3413"/>
                </a:lnTo>
                <a:lnTo>
                  <a:pt x="358" y="3382"/>
                </a:lnTo>
                <a:lnTo>
                  <a:pt x="361" y="3351"/>
                </a:lnTo>
                <a:lnTo>
                  <a:pt x="361" y="3322"/>
                </a:lnTo>
                <a:lnTo>
                  <a:pt x="358" y="3291"/>
                </a:lnTo>
                <a:lnTo>
                  <a:pt x="349" y="3262"/>
                </a:lnTo>
                <a:lnTo>
                  <a:pt x="338" y="3238"/>
                </a:lnTo>
                <a:lnTo>
                  <a:pt x="321" y="3218"/>
                </a:lnTo>
                <a:lnTo>
                  <a:pt x="301" y="3200"/>
                </a:lnTo>
                <a:lnTo>
                  <a:pt x="278" y="3184"/>
                </a:lnTo>
                <a:lnTo>
                  <a:pt x="252" y="3167"/>
                </a:lnTo>
                <a:lnTo>
                  <a:pt x="225" y="3153"/>
                </a:lnTo>
                <a:lnTo>
                  <a:pt x="198" y="3138"/>
                </a:lnTo>
                <a:lnTo>
                  <a:pt x="169" y="3126"/>
                </a:lnTo>
                <a:lnTo>
                  <a:pt x="140" y="3111"/>
                </a:lnTo>
                <a:lnTo>
                  <a:pt x="112" y="3095"/>
                </a:lnTo>
                <a:lnTo>
                  <a:pt x="87" y="3078"/>
                </a:lnTo>
                <a:lnTo>
                  <a:pt x="61" y="3060"/>
                </a:lnTo>
                <a:lnTo>
                  <a:pt x="41" y="3040"/>
                </a:lnTo>
                <a:lnTo>
                  <a:pt x="23" y="3017"/>
                </a:lnTo>
                <a:lnTo>
                  <a:pt x="10" y="2991"/>
                </a:lnTo>
                <a:lnTo>
                  <a:pt x="1" y="2964"/>
                </a:lnTo>
                <a:lnTo>
                  <a:pt x="0" y="2931"/>
                </a:lnTo>
                <a:lnTo>
                  <a:pt x="1" y="2895"/>
                </a:lnTo>
                <a:lnTo>
                  <a:pt x="12" y="2855"/>
                </a:lnTo>
                <a:lnTo>
                  <a:pt x="29" y="2809"/>
                </a:lnTo>
                <a:lnTo>
                  <a:pt x="49" y="2775"/>
                </a:lnTo>
                <a:lnTo>
                  <a:pt x="74" y="2747"/>
                </a:lnTo>
                <a:lnTo>
                  <a:pt x="101" y="2727"/>
                </a:lnTo>
                <a:lnTo>
                  <a:pt x="134" y="2713"/>
                </a:lnTo>
                <a:lnTo>
                  <a:pt x="170" y="2702"/>
                </a:lnTo>
                <a:lnTo>
                  <a:pt x="209" y="2695"/>
                </a:lnTo>
                <a:lnTo>
                  <a:pt x="247" y="2689"/>
                </a:lnTo>
                <a:lnTo>
                  <a:pt x="289" y="2684"/>
                </a:lnTo>
                <a:lnTo>
                  <a:pt x="330" y="2678"/>
                </a:lnTo>
                <a:lnTo>
                  <a:pt x="372" y="2671"/>
                </a:lnTo>
                <a:lnTo>
                  <a:pt x="412" y="2660"/>
                </a:lnTo>
                <a:lnTo>
                  <a:pt x="469" y="2640"/>
                </a:lnTo>
                <a:lnTo>
                  <a:pt x="527" y="2609"/>
                </a:lnTo>
                <a:lnTo>
                  <a:pt x="585" y="2573"/>
                </a:lnTo>
                <a:lnTo>
                  <a:pt x="643" y="2529"/>
                </a:lnTo>
                <a:lnTo>
                  <a:pt x="701" y="2484"/>
                </a:lnTo>
                <a:lnTo>
                  <a:pt x="760" y="2437"/>
                </a:lnTo>
                <a:lnTo>
                  <a:pt x="816" y="2389"/>
                </a:lnTo>
                <a:lnTo>
                  <a:pt x="869" y="2346"/>
                </a:lnTo>
                <a:lnTo>
                  <a:pt x="941" y="2282"/>
                </a:lnTo>
                <a:lnTo>
                  <a:pt x="1009" y="2215"/>
                </a:lnTo>
                <a:lnTo>
                  <a:pt x="1074" y="2142"/>
                </a:lnTo>
                <a:lnTo>
                  <a:pt x="1136" y="2066"/>
                </a:lnTo>
                <a:lnTo>
                  <a:pt x="1196" y="1989"/>
                </a:lnTo>
                <a:lnTo>
                  <a:pt x="1252" y="1913"/>
                </a:lnTo>
                <a:lnTo>
                  <a:pt x="1316" y="1831"/>
                </a:lnTo>
                <a:close/>
                <a:moveTo>
                  <a:pt x="2610" y="0"/>
                </a:moveTo>
                <a:lnTo>
                  <a:pt x="2654" y="2"/>
                </a:lnTo>
                <a:lnTo>
                  <a:pt x="2690" y="9"/>
                </a:lnTo>
                <a:lnTo>
                  <a:pt x="2720" y="20"/>
                </a:lnTo>
                <a:lnTo>
                  <a:pt x="2743" y="37"/>
                </a:lnTo>
                <a:lnTo>
                  <a:pt x="2761" y="57"/>
                </a:lnTo>
                <a:lnTo>
                  <a:pt x="2776" y="80"/>
                </a:lnTo>
                <a:lnTo>
                  <a:pt x="2787" y="107"/>
                </a:lnTo>
                <a:lnTo>
                  <a:pt x="2796" y="138"/>
                </a:lnTo>
                <a:lnTo>
                  <a:pt x="2803" y="173"/>
                </a:lnTo>
                <a:lnTo>
                  <a:pt x="2809" y="209"/>
                </a:lnTo>
                <a:lnTo>
                  <a:pt x="2814" y="249"/>
                </a:lnTo>
                <a:lnTo>
                  <a:pt x="2841" y="266"/>
                </a:lnTo>
                <a:lnTo>
                  <a:pt x="2872" y="278"/>
                </a:lnTo>
                <a:lnTo>
                  <a:pt x="2905" y="282"/>
                </a:lnTo>
                <a:lnTo>
                  <a:pt x="2940" y="278"/>
                </a:lnTo>
                <a:lnTo>
                  <a:pt x="2976" y="266"/>
                </a:lnTo>
                <a:lnTo>
                  <a:pt x="2990" y="238"/>
                </a:lnTo>
                <a:lnTo>
                  <a:pt x="3016" y="215"/>
                </a:lnTo>
                <a:lnTo>
                  <a:pt x="3047" y="197"/>
                </a:lnTo>
                <a:lnTo>
                  <a:pt x="3081" y="184"/>
                </a:lnTo>
                <a:lnTo>
                  <a:pt x="3120" y="177"/>
                </a:lnTo>
                <a:lnTo>
                  <a:pt x="3160" y="178"/>
                </a:lnTo>
                <a:lnTo>
                  <a:pt x="3200" y="189"/>
                </a:lnTo>
                <a:lnTo>
                  <a:pt x="3234" y="206"/>
                </a:lnTo>
                <a:lnTo>
                  <a:pt x="3267" y="227"/>
                </a:lnTo>
                <a:lnTo>
                  <a:pt x="3296" y="255"/>
                </a:lnTo>
                <a:lnTo>
                  <a:pt x="3320" y="287"/>
                </a:lnTo>
                <a:lnTo>
                  <a:pt x="3340" y="324"/>
                </a:lnTo>
                <a:lnTo>
                  <a:pt x="3354" y="366"/>
                </a:lnTo>
                <a:lnTo>
                  <a:pt x="3361" y="415"/>
                </a:lnTo>
                <a:lnTo>
                  <a:pt x="3363" y="467"/>
                </a:lnTo>
                <a:lnTo>
                  <a:pt x="3356" y="526"/>
                </a:lnTo>
                <a:lnTo>
                  <a:pt x="3343" y="562"/>
                </a:lnTo>
                <a:lnTo>
                  <a:pt x="3325" y="597"/>
                </a:lnTo>
                <a:lnTo>
                  <a:pt x="3301" y="624"/>
                </a:lnTo>
                <a:lnTo>
                  <a:pt x="3272" y="647"/>
                </a:lnTo>
                <a:lnTo>
                  <a:pt x="3241" y="667"/>
                </a:lnTo>
                <a:lnTo>
                  <a:pt x="3205" y="680"/>
                </a:lnTo>
                <a:lnTo>
                  <a:pt x="3169" y="689"/>
                </a:lnTo>
                <a:lnTo>
                  <a:pt x="3132" y="693"/>
                </a:lnTo>
                <a:lnTo>
                  <a:pt x="3094" y="689"/>
                </a:lnTo>
                <a:lnTo>
                  <a:pt x="3058" y="680"/>
                </a:lnTo>
                <a:lnTo>
                  <a:pt x="3025" y="666"/>
                </a:lnTo>
                <a:lnTo>
                  <a:pt x="2994" y="644"/>
                </a:lnTo>
                <a:lnTo>
                  <a:pt x="2969" y="617"/>
                </a:lnTo>
                <a:lnTo>
                  <a:pt x="2947" y="582"/>
                </a:lnTo>
                <a:lnTo>
                  <a:pt x="2883" y="575"/>
                </a:lnTo>
                <a:lnTo>
                  <a:pt x="2821" y="578"/>
                </a:lnTo>
                <a:lnTo>
                  <a:pt x="2765" y="589"/>
                </a:lnTo>
                <a:lnTo>
                  <a:pt x="2712" y="607"/>
                </a:lnTo>
                <a:lnTo>
                  <a:pt x="2661" y="631"/>
                </a:lnTo>
                <a:lnTo>
                  <a:pt x="2614" y="660"/>
                </a:lnTo>
                <a:lnTo>
                  <a:pt x="2570" y="695"/>
                </a:lnTo>
                <a:lnTo>
                  <a:pt x="2529" y="731"/>
                </a:lnTo>
                <a:lnTo>
                  <a:pt x="2490" y="773"/>
                </a:lnTo>
                <a:lnTo>
                  <a:pt x="2454" y="815"/>
                </a:lnTo>
                <a:lnTo>
                  <a:pt x="2420" y="858"/>
                </a:lnTo>
                <a:lnTo>
                  <a:pt x="2385" y="904"/>
                </a:lnTo>
                <a:lnTo>
                  <a:pt x="2354" y="949"/>
                </a:lnTo>
                <a:lnTo>
                  <a:pt x="2325" y="993"/>
                </a:lnTo>
                <a:lnTo>
                  <a:pt x="2296" y="1035"/>
                </a:lnTo>
                <a:lnTo>
                  <a:pt x="2267" y="1073"/>
                </a:lnTo>
                <a:lnTo>
                  <a:pt x="2060" y="1326"/>
                </a:lnTo>
                <a:lnTo>
                  <a:pt x="1692" y="1844"/>
                </a:lnTo>
                <a:lnTo>
                  <a:pt x="1698" y="1762"/>
                </a:lnTo>
                <a:lnTo>
                  <a:pt x="1565" y="1793"/>
                </a:lnTo>
                <a:lnTo>
                  <a:pt x="1541" y="1713"/>
                </a:lnTo>
                <a:lnTo>
                  <a:pt x="1465" y="1769"/>
                </a:lnTo>
                <a:lnTo>
                  <a:pt x="1441" y="1669"/>
                </a:lnTo>
                <a:lnTo>
                  <a:pt x="1534" y="1549"/>
                </a:lnTo>
                <a:lnTo>
                  <a:pt x="1625" y="1426"/>
                </a:lnTo>
                <a:lnTo>
                  <a:pt x="1689" y="1338"/>
                </a:lnTo>
                <a:lnTo>
                  <a:pt x="1756" y="1257"/>
                </a:lnTo>
                <a:lnTo>
                  <a:pt x="1823" y="1177"/>
                </a:lnTo>
                <a:lnTo>
                  <a:pt x="1890" y="1093"/>
                </a:lnTo>
                <a:lnTo>
                  <a:pt x="2183" y="689"/>
                </a:lnTo>
                <a:lnTo>
                  <a:pt x="2390" y="369"/>
                </a:lnTo>
                <a:lnTo>
                  <a:pt x="2405" y="349"/>
                </a:lnTo>
                <a:lnTo>
                  <a:pt x="2412" y="327"/>
                </a:lnTo>
                <a:lnTo>
                  <a:pt x="2416" y="304"/>
                </a:lnTo>
                <a:lnTo>
                  <a:pt x="2414" y="280"/>
                </a:lnTo>
                <a:lnTo>
                  <a:pt x="2410" y="257"/>
                </a:lnTo>
                <a:lnTo>
                  <a:pt x="2405" y="231"/>
                </a:lnTo>
                <a:lnTo>
                  <a:pt x="2401" y="207"/>
                </a:lnTo>
                <a:lnTo>
                  <a:pt x="2400" y="182"/>
                </a:lnTo>
                <a:lnTo>
                  <a:pt x="2400" y="157"/>
                </a:lnTo>
                <a:lnTo>
                  <a:pt x="2407" y="131"/>
                </a:lnTo>
                <a:lnTo>
                  <a:pt x="2420" y="106"/>
                </a:lnTo>
                <a:lnTo>
                  <a:pt x="2440" y="82"/>
                </a:lnTo>
                <a:lnTo>
                  <a:pt x="2470" y="57"/>
                </a:lnTo>
                <a:lnTo>
                  <a:pt x="2510" y="33"/>
                </a:lnTo>
                <a:lnTo>
                  <a:pt x="2610" y="0"/>
                </a:lnTo>
                <a:close/>
              </a:path>
            </a:pathLst>
          </a:custGeom>
          <a:solidFill>
            <a:srgbClr val="FFFFF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rgbClr val="000000"/>
              </a:solidFill>
              <a:latin typeface="Arial"/>
              <a:ea typeface="Arial"/>
              <a:cs typeface="Arial"/>
              <a:sym typeface="Arial"/>
            </a:endParaRPr>
          </a:p>
        </p:txBody>
      </p:sp>
      <p:sp>
        <p:nvSpPr>
          <p:cNvPr id="569" name="Google Shape;569;p65"/>
          <p:cNvSpPr/>
          <p:nvPr/>
        </p:nvSpPr>
        <p:spPr>
          <a:xfrm rot="8345137">
            <a:off x="5942871" y="562360"/>
            <a:ext cx="212927" cy="185285"/>
          </a:xfrm>
          <a:custGeom>
            <a:avLst/>
            <a:gdLst/>
            <a:ahLst/>
            <a:cxnLst/>
            <a:rect l="l" t="t" r="r" b="b"/>
            <a:pathLst>
              <a:path w="4290840" h="3660228" extrusionOk="0">
                <a:moveTo>
                  <a:pt x="2325835" y="1430901"/>
                </a:moveTo>
                <a:cubicBezTo>
                  <a:pt x="2336670" y="1441414"/>
                  <a:pt x="2351639" y="1447919"/>
                  <a:pt x="2368172" y="1447919"/>
                </a:cubicBezTo>
                <a:cubicBezTo>
                  <a:pt x="2401241" y="1447919"/>
                  <a:pt x="2428048" y="1421905"/>
                  <a:pt x="2428048" y="1389815"/>
                </a:cubicBezTo>
                <a:lnTo>
                  <a:pt x="2428048" y="290423"/>
                </a:lnTo>
                <a:cubicBezTo>
                  <a:pt x="2428048" y="258334"/>
                  <a:pt x="2401241" y="232319"/>
                  <a:pt x="2368173" y="232320"/>
                </a:cubicBezTo>
                <a:cubicBezTo>
                  <a:pt x="2335105" y="232319"/>
                  <a:pt x="2308298" y="258334"/>
                  <a:pt x="2308298" y="290424"/>
                </a:cubicBezTo>
                <a:lnTo>
                  <a:pt x="2308298" y="1389814"/>
                </a:lnTo>
                <a:cubicBezTo>
                  <a:pt x="2308297" y="1405860"/>
                  <a:pt x="2314999" y="1420385"/>
                  <a:pt x="2325835" y="1430901"/>
                </a:cubicBezTo>
                <a:close/>
                <a:moveTo>
                  <a:pt x="1712446" y="1346642"/>
                </a:moveTo>
                <a:cubicBezTo>
                  <a:pt x="1591450" y="1204364"/>
                  <a:pt x="1518764" y="1021961"/>
                  <a:pt x="1518764" y="823084"/>
                </a:cubicBezTo>
                <a:cubicBezTo>
                  <a:pt x="1518764" y="368507"/>
                  <a:pt x="1898505" y="1"/>
                  <a:pt x="2366939" y="0"/>
                </a:cubicBezTo>
                <a:cubicBezTo>
                  <a:pt x="2835373" y="1"/>
                  <a:pt x="3215115" y="368508"/>
                  <a:pt x="3215114" y="823084"/>
                </a:cubicBezTo>
                <a:cubicBezTo>
                  <a:pt x="3215114" y="1277660"/>
                  <a:pt x="2835373" y="1646168"/>
                  <a:pt x="2366939" y="1646167"/>
                </a:cubicBezTo>
                <a:cubicBezTo>
                  <a:pt x="2132723" y="1646167"/>
                  <a:pt x="1920679" y="1554040"/>
                  <a:pt x="1767189" y="1405093"/>
                </a:cubicBezTo>
                <a:cubicBezTo>
                  <a:pt x="1748003" y="1386474"/>
                  <a:pt x="1729732" y="1366968"/>
                  <a:pt x="1712446" y="1346642"/>
                </a:cubicBezTo>
                <a:close/>
                <a:moveTo>
                  <a:pt x="2442785" y="3276067"/>
                </a:moveTo>
                <a:cubicBezTo>
                  <a:pt x="2452539" y="3288725"/>
                  <a:pt x="2467121" y="3297661"/>
                  <a:pt x="2484220" y="3299876"/>
                </a:cubicBezTo>
                <a:lnTo>
                  <a:pt x="3567493" y="3440235"/>
                </a:lnTo>
                <a:cubicBezTo>
                  <a:pt x="3601691" y="3444665"/>
                  <a:pt x="3633005" y="3420535"/>
                  <a:pt x="3637436" y="3386337"/>
                </a:cubicBezTo>
                <a:lnTo>
                  <a:pt x="3638507" y="3378082"/>
                </a:lnTo>
                <a:cubicBezTo>
                  <a:pt x="3642938" y="3343884"/>
                  <a:pt x="3618808" y="3312570"/>
                  <a:pt x="3584610" y="3308139"/>
                </a:cubicBezTo>
                <a:cubicBezTo>
                  <a:pt x="3223518" y="3261353"/>
                  <a:pt x="2862428" y="3214566"/>
                  <a:pt x="2501336" y="3167780"/>
                </a:cubicBezTo>
                <a:cubicBezTo>
                  <a:pt x="2467138" y="3163349"/>
                  <a:pt x="2435824" y="3187479"/>
                  <a:pt x="2431392" y="3221677"/>
                </a:cubicBezTo>
                <a:lnTo>
                  <a:pt x="2430323" y="3229933"/>
                </a:lnTo>
                <a:cubicBezTo>
                  <a:pt x="2428107" y="3247032"/>
                  <a:pt x="2433032" y="3263410"/>
                  <a:pt x="2442785" y="3276067"/>
                </a:cubicBezTo>
                <a:close/>
                <a:moveTo>
                  <a:pt x="2077965" y="3502921"/>
                </a:moveTo>
                <a:cubicBezTo>
                  <a:pt x="2211151" y="3366898"/>
                  <a:pt x="2317658" y="3113548"/>
                  <a:pt x="2352262" y="2815726"/>
                </a:cubicBezTo>
                <a:cubicBezTo>
                  <a:pt x="2386865" y="2517903"/>
                  <a:pt x="2341165" y="2247898"/>
                  <a:pt x="2242534" y="2086510"/>
                </a:cubicBezTo>
                <a:lnTo>
                  <a:pt x="3638641" y="2239266"/>
                </a:lnTo>
                <a:cubicBezTo>
                  <a:pt x="4041695" y="2283368"/>
                  <a:pt x="4331596" y="2636192"/>
                  <a:pt x="4286150" y="3027324"/>
                </a:cubicBezTo>
                <a:cubicBezTo>
                  <a:pt x="4240705" y="3418455"/>
                  <a:pt x="3877125" y="3699778"/>
                  <a:pt x="3474071" y="3655676"/>
                </a:cubicBezTo>
                <a:close/>
                <a:moveTo>
                  <a:pt x="554154" y="3094005"/>
                </a:moveTo>
                <a:cubicBezTo>
                  <a:pt x="563899" y="3106651"/>
                  <a:pt x="578469" y="3115580"/>
                  <a:pt x="595552" y="3117793"/>
                </a:cubicBezTo>
                <a:lnTo>
                  <a:pt x="1844342" y="3279597"/>
                </a:lnTo>
                <a:cubicBezTo>
                  <a:pt x="1878509" y="3284024"/>
                  <a:pt x="1909796" y="3259914"/>
                  <a:pt x="1914223" y="3225747"/>
                </a:cubicBezTo>
                <a:lnTo>
                  <a:pt x="1915292" y="3217498"/>
                </a:lnTo>
                <a:cubicBezTo>
                  <a:pt x="1919719" y="3183330"/>
                  <a:pt x="1895610" y="3152043"/>
                  <a:pt x="1861442" y="3147616"/>
                </a:cubicBezTo>
                <a:lnTo>
                  <a:pt x="612653" y="2985812"/>
                </a:lnTo>
                <a:cubicBezTo>
                  <a:pt x="578485" y="2981385"/>
                  <a:pt x="547198" y="3005495"/>
                  <a:pt x="542771" y="3039662"/>
                </a:cubicBezTo>
                <a:lnTo>
                  <a:pt x="541702" y="3047911"/>
                </a:lnTo>
                <a:cubicBezTo>
                  <a:pt x="539489" y="3064995"/>
                  <a:pt x="544409" y="3081359"/>
                  <a:pt x="554154" y="3094005"/>
                </a:cubicBezTo>
                <a:close/>
                <a:moveTo>
                  <a:pt x="160256" y="3083028"/>
                </a:moveTo>
                <a:cubicBezTo>
                  <a:pt x="43080" y="2940417"/>
                  <a:pt x="-18033" y="2754428"/>
                  <a:pt x="4690" y="2558864"/>
                </a:cubicBezTo>
                <a:cubicBezTo>
                  <a:pt x="50134" y="2167732"/>
                  <a:pt x="413715" y="1886409"/>
                  <a:pt x="816769" y="1930509"/>
                </a:cubicBezTo>
                <a:lnTo>
                  <a:pt x="2159669" y="2077444"/>
                </a:lnTo>
                <a:cubicBezTo>
                  <a:pt x="2252567" y="2248534"/>
                  <a:pt x="2291731" y="2517583"/>
                  <a:pt x="2258286" y="2805444"/>
                </a:cubicBezTo>
                <a:cubicBezTo>
                  <a:pt x="2224840" y="3093304"/>
                  <a:pt x="2124922" y="3347135"/>
                  <a:pt x="1995098" y="3493855"/>
                </a:cubicBezTo>
                <a:lnTo>
                  <a:pt x="652198" y="3346920"/>
                </a:lnTo>
                <a:cubicBezTo>
                  <a:pt x="450671" y="3324868"/>
                  <a:pt x="277431" y="3225638"/>
                  <a:pt x="160256" y="3083028"/>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70" name="Google Shape;570;p65"/>
          <p:cNvSpPr/>
          <p:nvPr/>
        </p:nvSpPr>
        <p:spPr>
          <a:xfrm>
            <a:off x="5981856" y="3519379"/>
            <a:ext cx="277231" cy="207161"/>
          </a:xfrm>
          <a:custGeom>
            <a:avLst/>
            <a:gdLst/>
            <a:ahLst/>
            <a:cxnLst/>
            <a:rect l="l" t="t" r="r" b="b"/>
            <a:pathLst>
              <a:path w="3960440" h="3945921" extrusionOk="0">
                <a:moveTo>
                  <a:pt x="1598844" y="0"/>
                </a:moveTo>
                <a:cubicBezTo>
                  <a:pt x="1857342" y="0"/>
                  <a:pt x="2066896" y="209554"/>
                  <a:pt x="2066896" y="468052"/>
                </a:cubicBezTo>
                <a:cubicBezTo>
                  <a:pt x="2066896" y="646802"/>
                  <a:pt x="1966694" y="802149"/>
                  <a:pt x="1818364" y="879058"/>
                </a:cubicBezTo>
                <a:lnTo>
                  <a:pt x="1965948" y="1429850"/>
                </a:lnTo>
                <a:cubicBezTo>
                  <a:pt x="2234183" y="1439289"/>
                  <a:pt x="2449559" y="1654793"/>
                  <a:pt x="2458766" y="1923094"/>
                </a:cubicBezTo>
                <a:lnTo>
                  <a:pt x="3052787" y="2082261"/>
                </a:lnTo>
                <a:cubicBezTo>
                  <a:pt x="3115207" y="1899813"/>
                  <a:pt x="3288586" y="1769556"/>
                  <a:pt x="3492388" y="1769556"/>
                </a:cubicBezTo>
                <a:cubicBezTo>
                  <a:pt x="3750886" y="1769556"/>
                  <a:pt x="3960440" y="1979110"/>
                  <a:pt x="3960440" y="2237608"/>
                </a:cubicBezTo>
                <a:cubicBezTo>
                  <a:pt x="3960440" y="2496106"/>
                  <a:pt x="3750886" y="2705660"/>
                  <a:pt x="3492388" y="2705660"/>
                </a:cubicBezTo>
                <a:cubicBezTo>
                  <a:pt x="3255123" y="2705660"/>
                  <a:pt x="3059091" y="2529117"/>
                  <a:pt x="3030620" y="2299941"/>
                </a:cubicBezTo>
                <a:lnTo>
                  <a:pt x="2422827" y="2137084"/>
                </a:lnTo>
                <a:cubicBezTo>
                  <a:pt x="2374914" y="2257246"/>
                  <a:pt x="2282973" y="2354960"/>
                  <a:pt x="2166800" y="2410258"/>
                </a:cubicBezTo>
                <a:lnTo>
                  <a:pt x="2329067" y="3015847"/>
                </a:lnTo>
                <a:cubicBezTo>
                  <a:pt x="2559464" y="3043136"/>
                  <a:pt x="2737303" y="3239734"/>
                  <a:pt x="2737303" y="3477869"/>
                </a:cubicBezTo>
                <a:cubicBezTo>
                  <a:pt x="2737303" y="3736367"/>
                  <a:pt x="2527749" y="3945921"/>
                  <a:pt x="2269251" y="3945921"/>
                </a:cubicBezTo>
                <a:cubicBezTo>
                  <a:pt x="2010753" y="3945921"/>
                  <a:pt x="1801199" y="3736367"/>
                  <a:pt x="1801199" y="3477869"/>
                </a:cubicBezTo>
                <a:cubicBezTo>
                  <a:pt x="1801199" y="3274904"/>
                  <a:pt x="1930388" y="3102113"/>
                  <a:pt x="2111643" y="3038969"/>
                </a:cubicBezTo>
                <a:lnTo>
                  <a:pt x="1956503" y="2459980"/>
                </a:lnTo>
                <a:cubicBezTo>
                  <a:pt x="1952432" y="2460875"/>
                  <a:pt x="1948330" y="2460923"/>
                  <a:pt x="1944216" y="2460923"/>
                </a:cubicBezTo>
                <a:cubicBezTo>
                  <a:pt x="1742647" y="2460923"/>
                  <a:pt x="1568040" y="2345487"/>
                  <a:pt x="1484865" y="2176122"/>
                </a:cubicBezTo>
                <a:lnTo>
                  <a:pt x="930415" y="2324686"/>
                </a:lnTo>
                <a:cubicBezTo>
                  <a:pt x="904712" y="2556716"/>
                  <a:pt x="707355" y="2736304"/>
                  <a:pt x="468052" y="2736304"/>
                </a:cubicBezTo>
                <a:cubicBezTo>
                  <a:pt x="209554" y="2736304"/>
                  <a:pt x="0" y="2526750"/>
                  <a:pt x="0" y="2268252"/>
                </a:cubicBezTo>
                <a:cubicBezTo>
                  <a:pt x="0" y="2009754"/>
                  <a:pt x="209554" y="1800200"/>
                  <a:pt x="468052" y="1800200"/>
                </a:cubicBezTo>
                <a:cubicBezTo>
                  <a:pt x="669892" y="1800200"/>
                  <a:pt x="841893" y="1927961"/>
                  <a:pt x="906009" y="2107606"/>
                </a:cubicBezTo>
                <a:lnTo>
                  <a:pt x="1429897" y="1967231"/>
                </a:lnTo>
                <a:cubicBezTo>
                  <a:pt x="1427753" y="1959679"/>
                  <a:pt x="1427584" y="1952005"/>
                  <a:pt x="1427584" y="1944291"/>
                </a:cubicBezTo>
                <a:cubicBezTo>
                  <a:pt x="1427584" y="1727054"/>
                  <a:pt x="1561663" y="1541133"/>
                  <a:pt x="1751891" y="1465536"/>
                </a:cubicBezTo>
                <a:lnTo>
                  <a:pt x="1609736" y="935006"/>
                </a:lnTo>
                <a:cubicBezTo>
                  <a:pt x="1606130" y="936062"/>
                  <a:pt x="1602492" y="936104"/>
                  <a:pt x="1598844" y="936104"/>
                </a:cubicBezTo>
                <a:cubicBezTo>
                  <a:pt x="1340346" y="936104"/>
                  <a:pt x="1130792" y="726550"/>
                  <a:pt x="1130792" y="468052"/>
                </a:cubicBezTo>
                <a:cubicBezTo>
                  <a:pt x="1130792" y="209554"/>
                  <a:pt x="1340346" y="0"/>
                  <a:pt x="1598844" y="0"/>
                </a:cubicBez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
        <p:nvSpPr>
          <p:cNvPr id="571" name="Google Shape;571;p65"/>
          <p:cNvSpPr/>
          <p:nvPr/>
        </p:nvSpPr>
        <p:spPr>
          <a:xfrm>
            <a:off x="9203054" y="4231364"/>
            <a:ext cx="259408" cy="123487"/>
          </a:xfrm>
          <a:custGeom>
            <a:avLst/>
            <a:gdLst/>
            <a:ahLst/>
            <a:cxnLst/>
            <a:rect l="l" t="t" r="r" b="b"/>
            <a:pathLst>
              <a:path w="3990895" h="3087182" extrusionOk="0">
                <a:moveTo>
                  <a:pt x="1740403" y="2573711"/>
                </a:moveTo>
                <a:cubicBezTo>
                  <a:pt x="1526257" y="2580937"/>
                  <a:pt x="1290256" y="2583516"/>
                  <a:pt x="1065139" y="2579843"/>
                </a:cubicBezTo>
                <a:lnTo>
                  <a:pt x="1065139" y="2871158"/>
                </a:lnTo>
                <a:lnTo>
                  <a:pt x="1740403" y="2871158"/>
                </a:lnTo>
                <a:close/>
                <a:moveTo>
                  <a:pt x="3583963" y="1148535"/>
                </a:moveTo>
                <a:cubicBezTo>
                  <a:pt x="3442121" y="1148535"/>
                  <a:pt x="3324432" y="1262284"/>
                  <a:pt x="3303071" y="1411513"/>
                </a:cubicBezTo>
                <a:lnTo>
                  <a:pt x="3604802" y="1436594"/>
                </a:lnTo>
                <a:cubicBezTo>
                  <a:pt x="3607651" y="1483680"/>
                  <a:pt x="3627953" y="1483631"/>
                  <a:pt x="3630802" y="1530717"/>
                </a:cubicBezTo>
                <a:lnTo>
                  <a:pt x="3339635" y="1623071"/>
                </a:lnTo>
                <a:cubicBezTo>
                  <a:pt x="3388511" y="1715368"/>
                  <a:pt x="3479714" y="1776813"/>
                  <a:pt x="3583963" y="1776813"/>
                </a:cubicBezTo>
                <a:cubicBezTo>
                  <a:pt x="3741685" y="1776813"/>
                  <a:pt x="3869544" y="1636168"/>
                  <a:pt x="3869544" y="1462674"/>
                </a:cubicBezTo>
                <a:cubicBezTo>
                  <a:pt x="3869544" y="1289180"/>
                  <a:pt x="3741685" y="1148535"/>
                  <a:pt x="3583963" y="1148535"/>
                </a:cubicBezTo>
                <a:close/>
                <a:moveTo>
                  <a:pt x="1942038" y="765538"/>
                </a:moveTo>
                <a:cubicBezTo>
                  <a:pt x="1858825" y="765538"/>
                  <a:pt x="1791368" y="832995"/>
                  <a:pt x="1791368" y="916208"/>
                </a:cubicBezTo>
                <a:lnTo>
                  <a:pt x="1791368" y="1175206"/>
                </a:lnTo>
                <a:lnTo>
                  <a:pt x="1596655" y="1175206"/>
                </a:lnTo>
                <a:cubicBezTo>
                  <a:pt x="1505121" y="1175206"/>
                  <a:pt x="1430918" y="1249409"/>
                  <a:pt x="1430918" y="1340943"/>
                </a:cubicBezTo>
                <a:lnTo>
                  <a:pt x="1430918" y="1369861"/>
                </a:lnTo>
                <a:cubicBezTo>
                  <a:pt x="1430918" y="1461395"/>
                  <a:pt x="1505121" y="1535598"/>
                  <a:pt x="1596655" y="1535598"/>
                </a:cubicBezTo>
                <a:lnTo>
                  <a:pt x="1791368" y="1535598"/>
                </a:lnTo>
                <a:lnTo>
                  <a:pt x="1791368" y="1768249"/>
                </a:lnTo>
                <a:cubicBezTo>
                  <a:pt x="1791368" y="1851462"/>
                  <a:pt x="1858825" y="1918919"/>
                  <a:pt x="1942038" y="1918919"/>
                </a:cubicBezTo>
                <a:lnTo>
                  <a:pt x="1968327" y="1918919"/>
                </a:lnTo>
                <a:cubicBezTo>
                  <a:pt x="2051540" y="1918919"/>
                  <a:pt x="2118997" y="1851462"/>
                  <a:pt x="2118997" y="1768249"/>
                </a:cubicBezTo>
                <a:lnTo>
                  <a:pt x="2118997" y="1535598"/>
                </a:lnTo>
                <a:lnTo>
                  <a:pt x="2313709" y="1535598"/>
                </a:lnTo>
                <a:cubicBezTo>
                  <a:pt x="2377432" y="1535598"/>
                  <a:pt x="2432756" y="1499636"/>
                  <a:pt x="2458635" y="1445923"/>
                </a:cubicBezTo>
                <a:lnTo>
                  <a:pt x="2460889" y="1424521"/>
                </a:lnTo>
                <a:lnTo>
                  <a:pt x="2465213" y="1420689"/>
                </a:lnTo>
                <a:lnTo>
                  <a:pt x="2471533" y="1306607"/>
                </a:lnTo>
                <a:cubicBezTo>
                  <a:pt x="2459663" y="1231205"/>
                  <a:pt x="2393226" y="1175206"/>
                  <a:pt x="2313709" y="1175206"/>
                </a:cubicBezTo>
                <a:lnTo>
                  <a:pt x="2118997" y="1175206"/>
                </a:lnTo>
                <a:lnTo>
                  <a:pt x="2118997" y="916208"/>
                </a:lnTo>
                <a:cubicBezTo>
                  <a:pt x="2118997" y="832995"/>
                  <a:pt x="2051540" y="765538"/>
                  <a:pt x="1968327" y="765538"/>
                </a:cubicBezTo>
                <a:close/>
                <a:moveTo>
                  <a:pt x="1226605" y="630723"/>
                </a:moveTo>
                <a:cubicBezTo>
                  <a:pt x="838390" y="598973"/>
                  <a:pt x="590161" y="1384786"/>
                  <a:pt x="585832" y="1535598"/>
                </a:cubicBezTo>
                <a:lnTo>
                  <a:pt x="1226028" y="1522898"/>
                </a:lnTo>
                <a:cubicBezTo>
                  <a:pt x="1226221" y="1225506"/>
                  <a:pt x="1226412" y="928115"/>
                  <a:pt x="1226605" y="630723"/>
                </a:cubicBezTo>
                <a:close/>
                <a:moveTo>
                  <a:pt x="1740403" y="0"/>
                </a:moveTo>
                <a:lnTo>
                  <a:pt x="1871327" y="0"/>
                </a:lnTo>
                <a:lnTo>
                  <a:pt x="1871327" y="90089"/>
                </a:lnTo>
                <a:lnTo>
                  <a:pt x="3425865" y="90089"/>
                </a:lnTo>
                <a:lnTo>
                  <a:pt x="3425865" y="270089"/>
                </a:lnTo>
                <a:lnTo>
                  <a:pt x="1871327" y="270089"/>
                </a:lnTo>
                <a:lnTo>
                  <a:pt x="1871327" y="427547"/>
                </a:lnTo>
                <a:cubicBezTo>
                  <a:pt x="2156809" y="438659"/>
                  <a:pt x="2415168" y="481953"/>
                  <a:pt x="2487431" y="551123"/>
                </a:cubicBezTo>
                <a:cubicBezTo>
                  <a:pt x="2638328" y="637553"/>
                  <a:pt x="2742817" y="987481"/>
                  <a:pt x="2780551" y="1368079"/>
                </a:cubicBezTo>
                <a:lnTo>
                  <a:pt x="3165273" y="1400059"/>
                </a:lnTo>
                <a:cubicBezTo>
                  <a:pt x="3190861" y="1176596"/>
                  <a:pt x="3364791" y="1004519"/>
                  <a:pt x="3575259" y="1004519"/>
                </a:cubicBezTo>
                <a:cubicBezTo>
                  <a:pt x="3804809" y="1004519"/>
                  <a:pt x="3990895" y="1209214"/>
                  <a:pt x="3990895" y="1461719"/>
                </a:cubicBezTo>
                <a:cubicBezTo>
                  <a:pt x="3990895" y="1714224"/>
                  <a:pt x="3804809" y="1918919"/>
                  <a:pt x="3575259" y="1918919"/>
                </a:cubicBezTo>
                <a:cubicBezTo>
                  <a:pt x="3412624" y="1918919"/>
                  <a:pt x="3271807" y="1816170"/>
                  <a:pt x="3205139" y="1665732"/>
                </a:cubicBezTo>
                <a:lnTo>
                  <a:pt x="2796520" y="1795340"/>
                </a:lnTo>
                <a:cubicBezTo>
                  <a:pt x="2783205" y="2186453"/>
                  <a:pt x="2688635" y="2514652"/>
                  <a:pt x="2490527" y="2506536"/>
                </a:cubicBezTo>
                <a:cubicBezTo>
                  <a:pt x="2438297" y="2531587"/>
                  <a:pt x="2205857" y="2554006"/>
                  <a:pt x="1904505" y="2567479"/>
                </a:cubicBezTo>
                <a:lnTo>
                  <a:pt x="1904505" y="2871158"/>
                </a:lnTo>
                <a:lnTo>
                  <a:pt x="2689643" y="2871158"/>
                </a:lnTo>
                <a:cubicBezTo>
                  <a:pt x="2749296" y="2871158"/>
                  <a:pt x="2797655" y="2919517"/>
                  <a:pt x="2797655" y="2979170"/>
                </a:cubicBezTo>
                <a:cubicBezTo>
                  <a:pt x="2797655" y="3038823"/>
                  <a:pt x="2749296" y="3087182"/>
                  <a:pt x="2689643" y="3087182"/>
                </a:cubicBezTo>
                <a:lnTo>
                  <a:pt x="457395" y="3087182"/>
                </a:lnTo>
                <a:lnTo>
                  <a:pt x="430555" y="3081994"/>
                </a:lnTo>
                <a:lnTo>
                  <a:pt x="427761" y="3087182"/>
                </a:lnTo>
                <a:lnTo>
                  <a:pt x="366119" y="3053981"/>
                </a:lnTo>
                <a:cubicBezTo>
                  <a:pt x="365594" y="3054050"/>
                  <a:pt x="365174" y="3053869"/>
                  <a:pt x="364754" y="3053685"/>
                </a:cubicBezTo>
                <a:lnTo>
                  <a:pt x="64754" y="2922467"/>
                </a:lnTo>
                <a:cubicBezTo>
                  <a:pt x="10101" y="2898562"/>
                  <a:pt x="-14826" y="2834876"/>
                  <a:pt x="9079" y="2780223"/>
                </a:cubicBezTo>
                <a:cubicBezTo>
                  <a:pt x="27008" y="2739232"/>
                  <a:pt x="67313" y="2714963"/>
                  <a:pt x="109402" y="2715476"/>
                </a:cubicBezTo>
                <a:cubicBezTo>
                  <a:pt x="123432" y="2715647"/>
                  <a:pt x="137660" y="2718571"/>
                  <a:pt x="151323" y="2724547"/>
                </a:cubicBezTo>
                <a:lnTo>
                  <a:pt x="439379" y="2850541"/>
                </a:lnTo>
                <a:lnTo>
                  <a:pt x="493513" y="2871158"/>
                </a:lnTo>
                <a:lnTo>
                  <a:pt x="921139" y="2871158"/>
                </a:lnTo>
                <a:lnTo>
                  <a:pt x="921139" y="2576699"/>
                </a:lnTo>
                <a:lnTo>
                  <a:pt x="936415" y="2576699"/>
                </a:lnTo>
                <a:cubicBezTo>
                  <a:pt x="497926" y="2565212"/>
                  <a:pt x="127915" y="2527380"/>
                  <a:pt x="86500" y="2449386"/>
                </a:cubicBezTo>
                <a:cubicBezTo>
                  <a:pt x="-44935" y="2322713"/>
                  <a:pt x="-80455" y="1751442"/>
                  <a:pt x="377076" y="1584573"/>
                </a:cubicBezTo>
                <a:cubicBezTo>
                  <a:pt x="427628" y="1274829"/>
                  <a:pt x="742960" y="651754"/>
                  <a:pt x="991911" y="524245"/>
                </a:cubicBezTo>
                <a:cubicBezTo>
                  <a:pt x="1112248" y="450334"/>
                  <a:pt x="1428043" y="418134"/>
                  <a:pt x="1740403" y="422848"/>
                </a:cubicBezTo>
                <a:lnTo>
                  <a:pt x="1740403" y="270089"/>
                </a:lnTo>
                <a:lnTo>
                  <a:pt x="185865" y="270089"/>
                </a:lnTo>
                <a:lnTo>
                  <a:pt x="185865" y="90089"/>
                </a:lnTo>
                <a:lnTo>
                  <a:pt x="1740403" y="90089"/>
                </a:lnTo>
                <a:close/>
              </a:path>
            </a:pathLst>
          </a:custGeom>
          <a:solidFill>
            <a:srgbClr val="FFFFF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1">
              <a:solidFill>
                <a:srgbClr val="FFFFFF"/>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ustom Layout 1 1">
  <p:cSld name="CUSTOM_1">
    <p:spTree>
      <p:nvGrpSpPr>
        <p:cNvPr id="1" name="Shape 572"/>
        <p:cNvGrpSpPr/>
        <p:nvPr/>
      </p:nvGrpSpPr>
      <p:grpSpPr>
        <a:xfrm>
          <a:off x="0" y="0"/>
          <a:ext cx="0" cy="0"/>
          <a:chOff x="0" y="0"/>
          <a:chExt cx="0" cy="0"/>
        </a:xfrm>
      </p:grpSpPr>
      <p:sp>
        <p:nvSpPr>
          <p:cNvPr id="573" name="Google Shape;573;p6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574" name="Google Shape;574;p66"/>
          <p:cNvPicPr preferRelativeResize="0"/>
          <p:nvPr/>
        </p:nvPicPr>
        <p:blipFill>
          <a:blip r:embed="rId2">
            <a:alphaModFix/>
          </a:blip>
          <a:stretch>
            <a:fillRect/>
          </a:stretch>
        </p:blipFill>
        <p:spPr>
          <a:xfrm>
            <a:off x="8122003" y="4756092"/>
            <a:ext cx="723056" cy="33894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_AND_BODY_7">
  <p:cSld name="TITLE_AND_BODY_7">
    <p:spTree>
      <p:nvGrpSpPr>
        <p:cNvPr id="1" name="Shape 575"/>
        <p:cNvGrpSpPr/>
        <p:nvPr/>
      </p:nvGrpSpPr>
      <p:grpSpPr>
        <a:xfrm>
          <a:off x="0" y="0"/>
          <a:ext cx="0" cy="0"/>
          <a:chOff x="0" y="0"/>
          <a:chExt cx="0" cy="0"/>
        </a:xfrm>
      </p:grpSpPr>
      <p:sp>
        <p:nvSpPr>
          <p:cNvPr id="576" name="Google Shape;576;p6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577" name="Google Shape;577;p6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578" name="Google Shape;57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579"/>
        <p:cNvGrpSpPr/>
        <p:nvPr/>
      </p:nvGrpSpPr>
      <p:grpSpPr>
        <a:xfrm>
          <a:off x="0" y="0"/>
          <a:ext cx="0" cy="0"/>
          <a:chOff x="0" y="0"/>
          <a:chExt cx="0" cy="0"/>
        </a:xfrm>
      </p:grpSpPr>
      <p:pic>
        <p:nvPicPr>
          <p:cNvPr id="580" name="Google Shape;580;p68"/>
          <p:cNvPicPr preferRelativeResize="0"/>
          <p:nvPr/>
        </p:nvPicPr>
        <p:blipFill>
          <a:blip r:embed="rId2">
            <a:alphaModFix/>
          </a:blip>
          <a:stretch>
            <a:fillRect/>
          </a:stretch>
        </p:blipFill>
        <p:spPr>
          <a:xfrm>
            <a:off x="0" y="0"/>
            <a:ext cx="9144001" cy="5143500"/>
          </a:xfrm>
          <a:prstGeom prst="rect">
            <a:avLst/>
          </a:prstGeom>
          <a:noFill/>
          <a:ln>
            <a:noFill/>
          </a:ln>
        </p:spPr>
      </p:pic>
      <p:pic>
        <p:nvPicPr>
          <p:cNvPr id="581" name="Google Shape;581;p68"/>
          <p:cNvPicPr preferRelativeResize="0"/>
          <p:nvPr/>
        </p:nvPicPr>
        <p:blipFill rotWithShape="1">
          <a:blip r:embed="rId3">
            <a:alphaModFix amt="78000"/>
          </a:blip>
          <a:srcRect t="24021" b="21396"/>
          <a:stretch/>
        </p:blipFill>
        <p:spPr>
          <a:xfrm>
            <a:off x="7972355" y="4759781"/>
            <a:ext cx="1171643" cy="38372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55">
          <p15:clr>
            <a:srgbClr val="FA7B17"/>
          </p15:clr>
        </p15:guide>
        <p15:guide id="2" pos="340">
          <p15:clr>
            <a:srgbClr val="FA7B17"/>
          </p15:clr>
        </p15:guide>
        <p15:guide id="3" pos="5420">
          <p15:clr>
            <a:srgbClr val="FA7B17"/>
          </p15:clr>
        </p15:guide>
        <p15:guide id="4" orient="horz" pos="2985">
          <p15:clr>
            <a:srgbClr val="FA7B17"/>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582"/>
        <p:cNvGrpSpPr/>
        <p:nvPr/>
      </p:nvGrpSpPr>
      <p:grpSpPr>
        <a:xfrm>
          <a:off x="0" y="0"/>
          <a:ext cx="0" cy="0"/>
          <a:chOff x="0" y="0"/>
          <a:chExt cx="0" cy="0"/>
        </a:xfrm>
      </p:grpSpPr>
      <p:sp>
        <p:nvSpPr>
          <p:cNvPr id="583" name="Google Shape;583;p6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5200"/>
              <a:buChar char="●"/>
              <a:defRPr sz="5200"/>
            </a:lvl1pPr>
            <a:lvl2pPr lvl="1" algn="ctr" rtl="0">
              <a:spcBef>
                <a:spcPts val="0"/>
              </a:spcBef>
              <a:spcAft>
                <a:spcPts val="0"/>
              </a:spcAft>
              <a:buSzPts val="5200"/>
              <a:buChar char="○"/>
              <a:defRPr sz="5200"/>
            </a:lvl2pPr>
            <a:lvl3pPr lvl="2" algn="ctr" rtl="0">
              <a:spcBef>
                <a:spcPts val="0"/>
              </a:spcBef>
              <a:spcAft>
                <a:spcPts val="0"/>
              </a:spcAft>
              <a:buSzPts val="5200"/>
              <a:buChar char="■"/>
              <a:defRPr sz="5200"/>
            </a:lvl3pPr>
            <a:lvl4pPr lvl="3" algn="ctr" rtl="0">
              <a:spcBef>
                <a:spcPts val="0"/>
              </a:spcBef>
              <a:spcAft>
                <a:spcPts val="0"/>
              </a:spcAft>
              <a:buSzPts val="5200"/>
              <a:buChar char="●"/>
              <a:defRPr sz="5200"/>
            </a:lvl4pPr>
            <a:lvl5pPr lvl="4" algn="ctr" rtl="0">
              <a:spcBef>
                <a:spcPts val="0"/>
              </a:spcBef>
              <a:spcAft>
                <a:spcPts val="0"/>
              </a:spcAft>
              <a:buSzPts val="5200"/>
              <a:buChar char="○"/>
              <a:defRPr sz="5200"/>
            </a:lvl5pPr>
            <a:lvl6pPr lvl="5" algn="ctr" rtl="0">
              <a:spcBef>
                <a:spcPts val="0"/>
              </a:spcBef>
              <a:spcAft>
                <a:spcPts val="0"/>
              </a:spcAft>
              <a:buSzPts val="5200"/>
              <a:buChar char="■"/>
              <a:defRPr sz="5200"/>
            </a:lvl6pPr>
            <a:lvl7pPr lvl="6" algn="ctr" rtl="0">
              <a:spcBef>
                <a:spcPts val="0"/>
              </a:spcBef>
              <a:spcAft>
                <a:spcPts val="0"/>
              </a:spcAft>
              <a:buSzPts val="5200"/>
              <a:buChar char="●"/>
              <a:defRPr sz="5200"/>
            </a:lvl7pPr>
            <a:lvl8pPr lvl="7" algn="ctr" rtl="0">
              <a:spcBef>
                <a:spcPts val="0"/>
              </a:spcBef>
              <a:spcAft>
                <a:spcPts val="0"/>
              </a:spcAft>
              <a:buSzPts val="5200"/>
              <a:buChar char="○"/>
              <a:defRPr sz="5200"/>
            </a:lvl8pPr>
            <a:lvl9pPr lvl="8" algn="ctr" rtl="0">
              <a:spcBef>
                <a:spcPts val="0"/>
              </a:spcBef>
              <a:spcAft>
                <a:spcPts val="0"/>
              </a:spcAft>
              <a:buSzPts val="5200"/>
              <a:buChar char="■"/>
              <a:defRPr sz="5200"/>
            </a:lvl9pPr>
          </a:lstStyle>
          <a:p>
            <a:endParaRPr/>
          </a:p>
        </p:txBody>
      </p:sp>
      <p:sp>
        <p:nvSpPr>
          <p:cNvPr id="584" name="Google Shape;584;p6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85" name="Google Shape;585;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6" Type="http://schemas.openxmlformats.org/officeDocument/2006/relationships/theme" Target="../theme/theme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theme" Target="../theme/theme4.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image" Target="../media/image93.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theme" Target="../theme/theme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6"/>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9"/>
        <p:cNvGrpSpPr/>
        <p:nvPr/>
      </p:nvGrpSpPr>
      <p:grpSpPr>
        <a:xfrm>
          <a:off x="0" y="0"/>
          <a:ext cx="0" cy="0"/>
          <a:chOff x="0" y="0"/>
          <a:chExt cx="0" cy="0"/>
        </a:xfrm>
      </p:grpSpPr>
      <p:sp>
        <p:nvSpPr>
          <p:cNvPr id="100" name="Google Shape;100;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01" name="Google Shape;101;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1600"/>
              </a:spcBef>
              <a:spcAft>
                <a:spcPts val="0"/>
              </a:spcAft>
              <a:buClr>
                <a:schemeClr val="dk2"/>
              </a:buClr>
              <a:buSzPts val="1400"/>
              <a:buChar char="○"/>
              <a:defRPr>
                <a:solidFill>
                  <a:schemeClr val="dk2"/>
                </a:solidFill>
              </a:defRPr>
            </a:lvl2pPr>
            <a:lvl3pPr marL="1371600" lvl="2" indent="-317500" rtl="0">
              <a:lnSpc>
                <a:spcPct val="115000"/>
              </a:lnSpc>
              <a:spcBef>
                <a:spcPts val="1600"/>
              </a:spcBef>
              <a:spcAft>
                <a:spcPts val="0"/>
              </a:spcAft>
              <a:buClr>
                <a:schemeClr val="dk2"/>
              </a:buClr>
              <a:buSzPts val="1400"/>
              <a:buChar char="■"/>
              <a:defRPr>
                <a:solidFill>
                  <a:schemeClr val="dk2"/>
                </a:solidFill>
              </a:defRPr>
            </a:lvl3pPr>
            <a:lvl4pPr marL="1828800" lvl="3" indent="-317500" rtl="0">
              <a:lnSpc>
                <a:spcPct val="115000"/>
              </a:lnSpc>
              <a:spcBef>
                <a:spcPts val="1600"/>
              </a:spcBef>
              <a:spcAft>
                <a:spcPts val="0"/>
              </a:spcAft>
              <a:buClr>
                <a:schemeClr val="dk2"/>
              </a:buClr>
              <a:buSzPts val="1400"/>
              <a:buChar char="●"/>
              <a:defRPr>
                <a:solidFill>
                  <a:schemeClr val="dk2"/>
                </a:solidFill>
              </a:defRPr>
            </a:lvl4pPr>
            <a:lvl5pPr marL="2286000" lvl="4" indent="-317500" rtl="0">
              <a:lnSpc>
                <a:spcPct val="115000"/>
              </a:lnSpc>
              <a:spcBef>
                <a:spcPts val="1600"/>
              </a:spcBef>
              <a:spcAft>
                <a:spcPts val="0"/>
              </a:spcAft>
              <a:buClr>
                <a:schemeClr val="dk2"/>
              </a:buClr>
              <a:buSzPts val="1400"/>
              <a:buChar char="○"/>
              <a:defRPr>
                <a:solidFill>
                  <a:schemeClr val="dk2"/>
                </a:solidFill>
              </a:defRPr>
            </a:lvl5pPr>
            <a:lvl6pPr marL="2743200" lvl="5" indent="-317500" rtl="0">
              <a:lnSpc>
                <a:spcPct val="115000"/>
              </a:lnSpc>
              <a:spcBef>
                <a:spcPts val="1600"/>
              </a:spcBef>
              <a:spcAft>
                <a:spcPts val="0"/>
              </a:spcAft>
              <a:buClr>
                <a:schemeClr val="dk2"/>
              </a:buClr>
              <a:buSzPts val="1400"/>
              <a:buChar char="■"/>
              <a:defRPr>
                <a:solidFill>
                  <a:schemeClr val="dk2"/>
                </a:solidFill>
              </a:defRPr>
            </a:lvl6pPr>
            <a:lvl7pPr marL="3200400" lvl="6" indent="-317500" rtl="0">
              <a:lnSpc>
                <a:spcPct val="115000"/>
              </a:lnSpc>
              <a:spcBef>
                <a:spcPts val="1600"/>
              </a:spcBef>
              <a:spcAft>
                <a:spcPts val="0"/>
              </a:spcAft>
              <a:buClr>
                <a:schemeClr val="dk2"/>
              </a:buClr>
              <a:buSzPts val="1400"/>
              <a:buChar char="●"/>
              <a:defRPr>
                <a:solidFill>
                  <a:schemeClr val="dk2"/>
                </a:solidFill>
              </a:defRPr>
            </a:lvl7pPr>
            <a:lvl8pPr marL="3657600" lvl="7" indent="-317500" rtl="0">
              <a:lnSpc>
                <a:spcPct val="115000"/>
              </a:lnSpc>
              <a:spcBef>
                <a:spcPts val="1600"/>
              </a:spcBef>
              <a:spcAft>
                <a:spcPts val="0"/>
              </a:spcAft>
              <a:buClr>
                <a:schemeClr val="dk2"/>
              </a:buClr>
              <a:buSzPts val="1400"/>
              <a:buChar char="○"/>
              <a:defRPr>
                <a:solidFill>
                  <a:schemeClr val="dk2"/>
                </a:solidFill>
              </a:defRPr>
            </a:lvl8pPr>
            <a:lvl9pPr marL="4114800" lvl="8" indent="-317500" rtl="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102" name="Google Shape;10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8"/>
        <p:cNvGrpSpPr/>
        <p:nvPr/>
      </p:nvGrpSpPr>
      <p:grpSpPr>
        <a:xfrm>
          <a:off x="0" y="0"/>
          <a:ext cx="0" cy="0"/>
          <a:chOff x="0" y="0"/>
          <a:chExt cx="0" cy="0"/>
        </a:xfrm>
      </p:grpSpPr>
      <p:sp>
        <p:nvSpPr>
          <p:cNvPr id="159" name="Google Shape;159;p4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Raleway"/>
              <a:buNone/>
              <a:defRPr sz="3300" b="0" i="0" u="none" strike="noStrike" cap="none">
                <a:solidFill>
                  <a:schemeClr val="dk1"/>
                </a:solidFill>
                <a:latin typeface="Raleway"/>
                <a:ea typeface="Raleway"/>
                <a:cs typeface="Raleway"/>
                <a:sym typeface="Raleway"/>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0" name="Google Shape;160;p42"/>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Roboto"/>
                <a:ea typeface="Roboto"/>
                <a:cs typeface="Roboto"/>
                <a:sym typeface="Roboto"/>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Roboto"/>
                <a:ea typeface="Roboto"/>
                <a:cs typeface="Roboto"/>
                <a:sym typeface="Roboto"/>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9pPr>
          </a:lstStyle>
          <a:p>
            <a:endParaRPr/>
          </a:p>
        </p:txBody>
      </p:sp>
      <p:sp>
        <p:nvSpPr>
          <p:cNvPr id="161" name="Google Shape;161;p4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Roboto"/>
                <a:ea typeface="Roboto"/>
                <a:cs typeface="Roboto"/>
                <a:sym typeface="Robo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9pPr>
          </a:lstStyle>
          <a:p>
            <a:endParaRPr/>
          </a:p>
        </p:txBody>
      </p:sp>
      <p:sp>
        <p:nvSpPr>
          <p:cNvPr id="162" name="Google Shape;162;p4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Roboto"/>
                <a:ea typeface="Roboto"/>
                <a:cs typeface="Roboto"/>
                <a:sym typeface="Robo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Roboto"/>
                <a:ea typeface="Roboto"/>
                <a:cs typeface="Roboto"/>
                <a:sym typeface="Roboto"/>
              </a:defRPr>
            </a:lvl9pPr>
          </a:lstStyle>
          <a:p>
            <a:endParaRPr/>
          </a:p>
        </p:txBody>
      </p:sp>
      <p:sp>
        <p:nvSpPr>
          <p:cNvPr id="163" name="Google Shape;163;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45"/>
        <p:cNvGrpSpPr/>
        <p:nvPr/>
      </p:nvGrpSpPr>
      <p:grpSpPr>
        <a:xfrm>
          <a:off x="0" y="0"/>
          <a:ext cx="0" cy="0"/>
          <a:chOff x="0" y="0"/>
          <a:chExt cx="0" cy="0"/>
        </a:xfrm>
      </p:grpSpPr>
      <p:pic>
        <p:nvPicPr>
          <p:cNvPr id="446" name="Google Shape;446;p53"/>
          <p:cNvPicPr preferRelativeResize="0"/>
          <p:nvPr/>
        </p:nvPicPr>
        <p:blipFill rotWithShape="1">
          <a:blip r:embed="rId18">
            <a:alphaModFix amt="78000"/>
          </a:blip>
          <a:srcRect t="24021" b="21396"/>
          <a:stretch/>
        </p:blipFill>
        <p:spPr>
          <a:xfrm>
            <a:off x="7972355" y="4759781"/>
            <a:ext cx="1171643" cy="3837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6.gif"/><Relationship Id="rId7" Type="http://schemas.openxmlformats.org/officeDocument/2006/relationships/image" Target="../media/image99.png"/><Relationship Id="rId2" Type="http://schemas.openxmlformats.org/officeDocument/2006/relationships/notesSlide" Target="../notesSlides/notesSlide1.xml"/><Relationship Id="rId1" Type="http://schemas.openxmlformats.org/officeDocument/2006/relationships/slideLayout" Target="../slideLayouts/slideLayout64.xml"/><Relationship Id="rId6" Type="http://schemas.openxmlformats.org/officeDocument/2006/relationships/customXml" Target="../ink/ink1.xml"/><Relationship Id="rId5" Type="http://schemas.openxmlformats.org/officeDocument/2006/relationships/image" Target="../media/image98.png"/><Relationship Id="rId4" Type="http://schemas.openxmlformats.org/officeDocument/2006/relationships/image" Target="../media/image97.png"/></Relationships>
</file>

<file path=ppt/slides/_rels/slide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xml"/><Relationship Id="rId1" Type="http://schemas.openxmlformats.org/officeDocument/2006/relationships/slideLayout" Target="../slideLayouts/slideLayout50.xml"/><Relationship Id="rId5" Type="http://schemas.openxmlformats.org/officeDocument/2006/relationships/image" Target="../media/image101.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xml"/><Relationship Id="rId1" Type="http://schemas.openxmlformats.org/officeDocument/2006/relationships/slideLayout" Target="../slideLayouts/slideLayout50.xml"/><Relationship Id="rId5" Type="http://schemas.openxmlformats.org/officeDocument/2006/relationships/image" Target="../media/image104.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xml"/><Relationship Id="rId1" Type="http://schemas.openxmlformats.org/officeDocument/2006/relationships/slideLayout" Target="../slideLayouts/slideLayout50.xml"/><Relationship Id="rId5" Type="http://schemas.openxmlformats.org/officeDocument/2006/relationships/image" Target="../media/image106.png"/><Relationship Id="rId4" Type="http://schemas.openxmlformats.org/officeDocument/2006/relationships/customXml" Target="../ink/ink4.xml"/></Relationships>
</file>

<file path=ppt/slides/_rels/slide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xml"/><Relationship Id="rId1" Type="http://schemas.openxmlformats.org/officeDocument/2006/relationships/slideLayout" Target="../slideLayouts/slideLayout50.xml"/><Relationship Id="rId5" Type="http://schemas.openxmlformats.org/officeDocument/2006/relationships/image" Target="../media/image108.png"/><Relationship Id="rId4"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7.xml"/><Relationship Id="rId1" Type="http://schemas.openxmlformats.org/officeDocument/2006/relationships/slideLayout" Target="../slideLayouts/slideLayout39.xml"/><Relationship Id="rId4" Type="http://schemas.openxmlformats.org/officeDocument/2006/relationships/image" Target="../media/image109.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0.png"/></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11.png"/></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12.png"/></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openxmlformats.org/officeDocument/2006/relationships/image" Target="../media/image1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3.xml"/><Relationship Id="rId1" Type="http://schemas.openxmlformats.org/officeDocument/2006/relationships/slideLayout" Target="../slideLayouts/slideLayout23.xml"/><Relationship Id="rId4" Type="http://schemas.openxmlformats.org/officeDocument/2006/relationships/image" Target="../media/image1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5.xml"/><Relationship Id="rId1" Type="http://schemas.openxmlformats.org/officeDocument/2006/relationships/slideLayout" Target="../slideLayouts/slideLayout23.xml"/><Relationship Id="rId4" Type="http://schemas.openxmlformats.org/officeDocument/2006/relationships/image" Target="../media/image1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7.xml"/><Relationship Id="rId1" Type="http://schemas.openxmlformats.org/officeDocument/2006/relationships/slideLayout" Target="../slideLayouts/slideLayout23.xml"/><Relationship Id="rId4" Type="http://schemas.openxmlformats.org/officeDocument/2006/relationships/image" Target="../media/image1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1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21.xml"/><Relationship Id="rId1" Type="http://schemas.openxmlformats.org/officeDocument/2006/relationships/slideLayout" Target="../slideLayouts/slideLayout23.xml"/><Relationship Id="rId4" Type="http://schemas.openxmlformats.org/officeDocument/2006/relationships/image" Target="../media/image1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19.png"/></Relationships>
</file>

<file path=ppt/slides/_rels/slide24.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24.xml"/><Relationship Id="rId1" Type="http://schemas.openxmlformats.org/officeDocument/2006/relationships/slideLayout" Target="../slideLayouts/slideLayout23.xml"/><Relationship Id="rId6" Type="http://schemas.openxmlformats.org/officeDocument/2006/relationships/image" Target="../media/image121.png"/><Relationship Id="rId5" Type="http://schemas.openxmlformats.org/officeDocument/2006/relationships/customXml" Target="../ink/ink18.xml"/><Relationship Id="rId4" Type="http://schemas.openxmlformats.org/officeDocument/2006/relationships/image" Target="../media/image12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6.xml"/><Relationship Id="rId1" Type="http://schemas.openxmlformats.org/officeDocument/2006/relationships/slideLayout" Target="../slideLayouts/slideLayout23.xml"/><Relationship Id="rId5" Type="http://schemas.openxmlformats.org/officeDocument/2006/relationships/image" Target="../media/image123.png"/><Relationship Id="rId4" Type="http://schemas.openxmlformats.org/officeDocument/2006/relationships/customXml" Target="../ink/ink19.xml"/></Relationships>
</file>

<file path=ppt/slides/_rels/slide2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customXml" Target="../ink/ink20.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127.png"/><Relationship Id="rId5" Type="http://schemas.openxmlformats.org/officeDocument/2006/relationships/customXml" Target="../ink/ink21.xml"/><Relationship Id="rId4" Type="http://schemas.openxmlformats.org/officeDocument/2006/relationships/image" Target="../media/image126.png"/></Relationships>
</file>

<file path=ppt/slides/_rels/slide29.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28.png"/></Relationships>
</file>

<file path=ppt/slides/_rels/slide30.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notesSlide" Target="../notesSlides/notesSlide29.xml"/><Relationship Id="rId1" Type="http://schemas.openxmlformats.org/officeDocument/2006/relationships/slideLayout" Target="../slideLayouts/slideLayout23.xml"/><Relationship Id="rId4" Type="http://schemas.openxmlformats.org/officeDocument/2006/relationships/image" Target="../media/image12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notesSlide" Target="../notesSlides/notesSlide31.xml"/><Relationship Id="rId1" Type="http://schemas.openxmlformats.org/officeDocument/2006/relationships/slideLayout" Target="../slideLayouts/slideLayout23.xml"/><Relationship Id="rId4" Type="http://schemas.openxmlformats.org/officeDocument/2006/relationships/image" Target="../media/image13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notesSlide" Target="../notesSlides/notesSlide34.xml"/><Relationship Id="rId1" Type="http://schemas.openxmlformats.org/officeDocument/2006/relationships/slideLayout" Target="../slideLayouts/slideLayout23.xml"/><Relationship Id="rId4" Type="http://schemas.openxmlformats.org/officeDocument/2006/relationships/image" Target="../media/image131.png"/></Relationships>
</file>

<file path=ppt/slides/_rels/slide3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35.xml"/><Relationship Id="rId1" Type="http://schemas.openxmlformats.org/officeDocument/2006/relationships/slideLayout" Target="../slideLayouts/slideLayout23.xml"/><Relationship Id="rId4" Type="http://schemas.openxmlformats.org/officeDocument/2006/relationships/image" Target="../media/image133.png"/></Relationships>
</file>

<file path=ppt/slides/_rels/slide37.xml.rels><?xml version="1.0" encoding="UTF-8" standalone="yes"?>
<Relationships xmlns="http://schemas.openxmlformats.org/package/2006/relationships"><Relationship Id="rId3" Type="http://schemas.openxmlformats.org/officeDocument/2006/relationships/image" Target="../media/image134.gif"/><Relationship Id="rId2" Type="http://schemas.openxmlformats.org/officeDocument/2006/relationships/notesSlide" Target="../notesSlides/notesSlide36.xml"/><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37.xml"/><Relationship Id="rId1" Type="http://schemas.openxmlformats.org/officeDocument/2006/relationships/slideLayout" Target="../slideLayouts/slideLayout23.xml"/><Relationship Id="rId6" Type="http://schemas.openxmlformats.org/officeDocument/2006/relationships/comments" Target="../comments/comment1.xml"/><Relationship Id="rId5" Type="http://schemas.openxmlformats.org/officeDocument/2006/relationships/image" Target="../media/image136.png"/><Relationship Id="rId4" Type="http://schemas.openxmlformats.org/officeDocument/2006/relationships/customXml" Target="../ink/ink26.xml"/></Relationships>
</file>

<file path=ppt/slides/_rels/slide3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0.xml"/><Relationship Id="rId1" Type="http://schemas.openxmlformats.org/officeDocument/2006/relationships/slideLayout" Target="../slideLayouts/slideLayout13.xml"/><Relationship Id="rId5" Type="http://schemas.openxmlformats.org/officeDocument/2006/relationships/image" Target="../media/image137.png"/><Relationship Id="rId4" Type="http://schemas.openxmlformats.org/officeDocument/2006/relationships/customXml" Target="../ink/ink27.xml"/></Relationships>
</file>

<file path=ppt/slides/_rels/slide4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50.xml"/></Relationships>
</file>

<file path=ppt/slides/_rels/slide4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4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45.xml"/><Relationship Id="rId1" Type="http://schemas.openxmlformats.org/officeDocument/2006/relationships/slideLayout" Target="../slideLayouts/slideLayout23.xml"/><Relationship Id="rId5" Type="http://schemas.openxmlformats.org/officeDocument/2006/relationships/image" Target="../media/image135.pn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589"/>
        <p:cNvGrpSpPr/>
        <p:nvPr/>
      </p:nvGrpSpPr>
      <p:grpSpPr>
        <a:xfrm>
          <a:off x="0" y="0"/>
          <a:ext cx="0" cy="0"/>
          <a:chOff x="0" y="0"/>
          <a:chExt cx="0" cy="0"/>
        </a:xfrm>
      </p:grpSpPr>
      <p:grpSp>
        <p:nvGrpSpPr>
          <p:cNvPr id="590" name="Google Shape;590;p70"/>
          <p:cNvGrpSpPr/>
          <p:nvPr/>
        </p:nvGrpSpPr>
        <p:grpSpPr>
          <a:xfrm>
            <a:off x="0" y="-332637"/>
            <a:ext cx="9144000" cy="3287338"/>
            <a:chOff x="12" y="-646675"/>
            <a:chExt cx="9144000" cy="6214250"/>
          </a:xfrm>
        </p:grpSpPr>
        <p:pic>
          <p:nvPicPr>
            <p:cNvPr id="591" name="Google Shape;591;p70"/>
            <p:cNvPicPr preferRelativeResize="0"/>
            <p:nvPr/>
          </p:nvPicPr>
          <p:blipFill rotWithShape="1">
            <a:blip r:embed="rId3">
              <a:alphaModFix/>
            </a:blip>
            <a:srcRect l="11148" r="6083"/>
            <a:stretch/>
          </p:blipFill>
          <p:spPr>
            <a:xfrm>
              <a:off x="12" y="-646675"/>
              <a:ext cx="9144000" cy="6214250"/>
            </a:xfrm>
            <a:prstGeom prst="rect">
              <a:avLst/>
            </a:prstGeom>
            <a:noFill/>
            <a:ln>
              <a:noFill/>
            </a:ln>
          </p:spPr>
        </p:pic>
        <p:pic>
          <p:nvPicPr>
            <p:cNvPr id="592" name="Google Shape;592;p70"/>
            <p:cNvPicPr preferRelativeResize="0"/>
            <p:nvPr/>
          </p:nvPicPr>
          <p:blipFill rotWithShape="1">
            <a:blip r:embed="rId4">
              <a:alphaModFix/>
            </a:blip>
            <a:srcRect l="54650"/>
            <a:stretch/>
          </p:blipFill>
          <p:spPr>
            <a:xfrm>
              <a:off x="4777598" y="-176125"/>
              <a:ext cx="3494149" cy="5126802"/>
            </a:xfrm>
            <a:prstGeom prst="rect">
              <a:avLst/>
            </a:prstGeom>
            <a:noFill/>
            <a:ln>
              <a:noFill/>
            </a:ln>
          </p:spPr>
        </p:pic>
        <p:pic>
          <p:nvPicPr>
            <p:cNvPr id="593" name="Google Shape;593;p70"/>
            <p:cNvPicPr preferRelativeResize="0"/>
            <p:nvPr/>
          </p:nvPicPr>
          <p:blipFill rotWithShape="1">
            <a:blip r:embed="rId4">
              <a:alphaModFix/>
            </a:blip>
            <a:srcRect l="28113" t="19836" r="46649" b="26941"/>
            <a:stretch/>
          </p:blipFill>
          <p:spPr>
            <a:xfrm>
              <a:off x="3019550" y="1004962"/>
              <a:ext cx="1923575" cy="2764624"/>
            </a:xfrm>
            <a:prstGeom prst="rect">
              <a:avLst/>
            </a:prstGeom>
            <a:noFill/>
            <a:ln>
              <a:noFill/>
            </a:ln>
          </p:spPr>
        </p:pic>
      </p:grpSp>
      <p:sp>
        <p:nvSpPr>
          <p:cNvPr id="594" name="Google Shape;594;p70"/>
          <p:cNvSpPr/>
          <p:nvPr/>
        </p:nvSpPr>
        <p:spPr>
          <a:xfrm>
            <a:off x="-10450" y="2954698"/>
            <a:ext cx="9154500" cy="2188800"/>
          </a:xfrm>
          <a:prstGeom prst="rect">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70"/>
          <p:cNvSpPr txBox="1"/>
          <p:nvPr/>
        </p:nvSpPr>
        <p:spPr>
          <a:xfrm>
            <a:off x="370550" y="3916025"/>
            <a:ext cx="8516100" cy="967500"/>
          </a:xfrm>
          <a:prstGeom prst="rect">
            <a:avLst/>
          </a:prstGeom>
          <a:noFill/>
          <a:ln>
            <a:noFill/>
          </a:ln>
        </p:spPr>
        <p:txBody>
          <a:bodyPr spcFirstLastPara="1" wrap="square" lIns="91425" tIns="91425" rIns="91425" bIns="91425" anchor="ctr" anchorCtr="0">
            <a:noAutofit/>
          </a:bodyPr>
          <a:lstStyle/>
          <a:p>
            <a:pPr marL="0" marR="0" lvl="0" indent="0" algn="ctr" rtl="0">
              <a:lnSpc>
                <a:spcPct val="150000"/>
              </a:lnSpc>
              <a:spcBef>
                <a:spcPts val="0"/>
              </a:spcBef>
              <a:spcAft>
                <a:spcPts val="0"/>
              </a:spcAft>
              <a:buClr>
                <a:srgbClr val="000000"/>
              </a:buClr>
              <a:buSzPts val="2400"/>
              <a:buFont typeface="Arial"/>
              <a:buNone/>
            </a:pPr>
            <a:endParaRPr sz="5100" i="0" u="none" strike="noStrike" cap="none">
              <a:solidFill>
                <a:srgbClr val="FFFFFF"/>
              </a:solidFill>
              <a:latin typeface="Montserrat"/>
              <a:ea typeface="Montserrat"/>
              <a:cs typeface="Montserrat"/>
              <a:sym typeface="Montserrat"/>
            </a:endParaRPr>
          </a:p>
        </p:txBody>
      </p:sp>
      <p:pic>
        <p:nvPicPr>
          <p:cNvPr id="596" name="Google Shape;596;p70"/>
          <p:cNvPicPr preferRelativeResize="0"/>
          <p:nvPr/>
        </p:nvPicPr>
        <p:blipFill>
          <a:blip r:embed="rId5">
            <a:alphaModFix/>
          </a:blip>
          <a:stretch>
            <a:fillRect/>
          </a:stretch>
        </p:blipFill>
        <p:spPr>
          <a:xfrm>
            <a:off x="-39533" y="1243769"/>
            <a:ext cx="2514214" cy="3862563"/>
          </a:xfrm>
          <a:prstGeom prst="rect">
            <a:avLst/>
          </a:prstGeom>
          <a:noFill/>
          <a:ln>
            <a:noFill/>
          </a:ln>
        </p:spPr>
      </p:pic>
      <p:sp>
        <p:nvSpPr>
          <p:cNvPr id="597" name="Google Shape;597;p70"/>
          <p:cNvSpPr txBox="1"/>
          <p:nvPr/>
        </p:nvSpPr>
        <p:spPr>
          <a:xfrm>
            <a:off x="2450875" y="2332450"/>
            <a:ext cx="4100700" cy="116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800"/>
              <a:buFont typeface="Arial"/>
              <a:buNone/>
            </a:pPr>
            <a:r>
              <a:rPr lang="en" sz="3400" b="1">
                <a:solidFill>
                  <a:srgbClr val="434343"/>
                </a:solidFill>
                <a:latin typeface="Poppins"/>
                <a:ea typeface="Poppins"/>
                <a:cs typeface="Poppins"/>
                <a:sym typeface="Poppins"/>
              </a:rPr>
              <a:t>ABHAY MAHAJAN</a:t>
            </a:r>
            <a:endParaRPr sz="3400" b="1">
              <a:solidFill>
                <a:srgbClr val="434343"/>
              </a:solidFill>
              <a:latin typeface="Poppins"/>
              <a:ea typeface="Poppins"/>
              <a:cs typeface="Poppins"/>
              <a:sym typeface="Poppins"/>
            </a:endParaRPr>
          </a:p>
          <a:p>
            <a:pPr marL="0" lvl="0" indent="0" algn="l" rtl="0">
              <a:spcBef>
                <a:spcPts val="0"/>
              </a:spcBef>
              <a:spcAft>
                <a:spcPts val="0"/>
              </a:spcAft>
              <a:buClr>
                <a:srgbClr val="000000"/>
              </a:buClr>
              <a:buSzPts val="1800"/>
              <a:buFont typeface="Arial"/>
              <a:buNone/>
            </a:pPr>
            <a:r>
              <a:rPr lang="en" sz="2700" b="1">
                <a:solidFill>
                  <a:srgbClr val="E06666"/>
                </a:solidFill>
                <a:latin typeface="Poppins"/>
                <a:ea typeface="Poppins"/>
                <a:cs typeface="Poppins"/>
                <a:sym typeface="Poppins"/>
              </a:rPr>
              <a:t>B.Tech. IIT Roorkee</a:t>
            </a:r>
            <a:endParaRPr sz="2700" b="1">
              <a:solidFill>
                <a:srgbClr val="E06666"/>
              </a:solidFill>
              <a:latin typeface="Poppins"/>
              <a:ea typeface="Poppins"/>
              <a:cs typeface="Poppins"/>
              <a:sym typeface="Poppins"/>
            </a:endParaRPr>
          </a:p>
          <a:p>
            <a:pPr marL="0" lvl="0" indent="0" algn="l" rtl="0">
              <a:spcBef>
                <a:spcPts val="0"/>
              </a:spcBef>
              <a:spcAft>
                <a:spcPts val="0"/>
              </a:spcAft>
              <a:buNone/>
            </a:pPr>
            <a:endParaRPr sz="3100">
              <a:solidFill>
                <a:srgbClr val="FFFFFF"/>
              </a:solidFill>
              <a:latin typeface="Poppins"/>
              <a:ea typeface="Poppins"/>
              <a:cs typeface="Poppins"/>
              <a:sym typeface="Poppins"/>
            </a:endParaRPr>
          </a:p>
          <a:p>
            <a:pPr marL="0" lvl="0" indent="0" algn="l" rtl="0">
              <a:spcBef>
                <a:spcPts val="0"/>
              </a:spcBef>
              <a:spcAft>
                <a:spcPts val="0"/>
              </a:spcAft>
              <a:buNone/>
            </a:pPr>
            <a:endParaRPr sz="2300">
              <a:solidFill>
                <a:srgbClr val="FFFFFF"/>
              </a:solidFill>
              <a:latin typeface="Poppins"/>
              <a:ea typeface="Poppins"/>
              <a:cs typeface="Poppins"/>
              <a:sym typeface="Poppins"/>
            </a:endParaRPr>
          </a:p>
        </p:txBody>
      </p:sp>
      <p:sp>
        <p:nvSpPr>
          <p:cNvPr id="598" name="Google Shape;598;p70"/>
          <p:cNvSpPr txBox="1"/>
          <p:nvPr/>
        </p:nvSpPr>
        <p:spPr>
          <a:xfrm>
            <a:off x="2450875" y="3246850"/>
            <a:ext cx="6600600" cy="1179600"/>
          </a:xfrm>
          <a:prstGeom prst="rect">
            <a:avLst/>
          </a:prstGeom>
          <a:noFill/>
          <a:ln>
            <a:noFill/>
          </a:ln>
        </p:spPr>
        <p:txBody>
          <a:bodyPr spcFirstLastPara="1" wrap="square" lIns="91425" tIns="91425" rIns="91425" bIns="91425" anchor="t" anchorCtr="0">
            <a:noAutofit/>
          </a:bodyPr>
          <a:lstStyle/>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11+ years teaching experience</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Mentored and taught around 20000+ students</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Produced 400+ IIT selections </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10+ INMO selections  </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1 EGMO Selection</a:t>
            </a:r>
            <a:endParaRPr sz="2300" b="1">
              <a:solidFill>
                <a:srgbClr val="FFFFFF"/>
              </a:solidFill>
              <a:latin typeface="Cambria Math"/>
              <a:ea typeface="Cambria Math"/>
              <a:cs typeface="Cambria Math"/>
              <a:sym typeface="Cambria Math"/>
            </a:endParaRPr>
          </a:p>
          <a:p>
            <a:pPr marL="0" lvl="0" indent="0" algn="l" rtl="0">
              <a:spcBef>
                <a:spcPts val="0"/>
              </a:spcBef>
              <a:spcAft>
                <a:spcPts val="0"/>
              </a:spcAft>
              <a:buNone/>
            </a:pPr>
            <a:endParaRPr sz="2400">
              <a:solidFill>
                <a:srgbClr val="FFFFFF"/>
              </a:solidFill>
              <a:latin typeface="Poppins"/>
              <a:ea typeface="Poppins"/>
              <a:cs typeface="Poppins"/>
              <a:sym typeface="Poppins"/>
            </a:endParaRPr>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5EAA0ED8-1D7D-46AC-A6FF-13374B654B18}"/>
                  </a:ext>
                </a:extLst>
              </p14:cNvPr>
              <p14:cNvContentPartPr/>
              <p14:nvPr/>
            </p14:nvContentPartPr>
            <p14:xfrm>
              <a:off x="2771640" y="107640"/>
              <a:ext cx="6195240" cy="2556360"/>
            </p14:xfrm>
          </p:contentPart>
        </mc:Choice>
        <mc:Fallback>
          <p:pic>
            <p:nvPicPr>
              <p:cNvPr id="2" name="Ink 1">
                <a:extLst>
                  <a:ext uri="{FF2B5EF4-FFF2-40B4-BE49-F238E27FC236}">
                    <a16:creationId xmlns:a16="http://schemas.microsoft.com/office/drawing/2014/main" id="{5EAA0ED8-1D7D-46AC-A6FF-13374B654B18}"/>
                  </a:ext>
                </a:extLst>
              </p:cNvPr>
              <p:cNvPicPr/>
              <p:nvPr/>
            </p:nvPicPr>
            <p:blipFill>
              <a:blip r:embed="rId7"/>
              <a:stretch>
                <a:fillRect/>
              </a:stretch>
            </p:blipFill>
            <p:spPr>
              <a:xfrm>
                <a:off x="2762280" y="98280"/>
                <a:ext cx="6213960" cy="257508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71"/>
          <p:cNvSpPr/>
          <p:nvPr/>
        </p:nvSpPr>
        <p:spPr>
          <a:xfrm>
            <a:off x="10400" y="4936325"/>
            <a:ext cx="353400" cy="197400"/>
          </a:xfrm>
          <a:prstGeom prst="rect">
            <a:avLst/>
          </a:prstGeom>
          <a:solidFill>
            <a:srgbClr val="98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71"/>
          <p:cNvSpPr/>
          <p:nvPr/>
        </p:nvSpPr>
        <p:spPr>
          <a:xfrm>
            <a:off x="8790725" y="-9750"/>
            <a:ext cx="353400" cy="197400"/>
          </a:xfrm>
          <a:prstGeom prst="rect">
            <a:avLst/>
          </a:prstGeom>
          <a:solidFill>
            <a:srgbClr val="98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5" name="Google Shape;605;p71"/>
          <p:cNvPicPr preferRelativeResize="0"/>
          <p:nvPr/>
        </p:nvPicPr>
        <p:blipFill>
          <a:blip r:embed="rId3">
            <a:alphaModFix/>
          </a:blip>
          <a:stretch>
            <a:fillRect/>
          </a:stretch>
        </p:blipFill>
        <p:spPr>
          <a:xfrm>
            <a:off x="-76200" y="-77625"/>
            <a:ext cx="9343123" cy="53217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8A0C8CB-B854-4846-A261-41BE9E33A062}"/>
                  </a:ext>
                </a:extLst>
              </p14:cNvPr>
              <p14:cNvContentPartPr/>
              <p14:nvPr/>
            </p14:nvContentPartPr>
            <p14:xfrm>
              <a:off x="1115280" y="223920"/>
              <a:ext cx="2526480" cy="1352520"/>
            </p14:xfrm>
          </p:contentPart>
        </mc:Choice>
        <mc:Fallback>
          <p:pic>
            <p:nvPicPr>
              <p:cNvPr id="2" name="Ink 1">
                <a:extLst>
                  <a:ext uri="{FF2B5EF4-FFF2-40B4-BE49-F238E27FC236}">
                    <a16:creationId xmlns:a16="http://schemas.microsoft.com/office/drawing/2014/main" id="{78A0C8CB-B854-4846-A261-41BE9E33A062}"/>
                  </a:ext>
                </a:extLst>
              </p:cNvPr>
              <p:cNvPicPr/>
              <p:nvPr/>
            </p:nvPicPr>
            <p:blipFill>
              <a:blip r:embed="rId5"/>
              <a:stretch>
                <a:fillRect/>
              </a:stretch>
            </p:blipFill>
            <p:spPr>
              <a:xfrm>
                <a:off x="1105920" y="214560"/>
                <a:ext cx="2545200" cy="137124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1" name="Google Shape;611;p7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612" name="Google Shape;612;p7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8" name="Google Shape;618;p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619" name="Google Shape;619;p73"/>
          <p:cNvPicPr preferRelativeResize="0"/>
          <p:nvPr/>
        </p:nvPicPr>
        <p:blipFill>
          <a:blip r:embed="rId3">
            <a:alphaModFix/>
          </a:blip>
          <a:stretch>
            <a:fillRect/>
          </a:stretch>
        </p:blipFill>
        <p:spPr>
          <a:xfrm>
            <a:off x="0" y="0"/>
            <a:ext cx="9144000" cy="51435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9F014E9-3761-42EE-BEDC-F11BBD58FBD6}"/>
                  </a:ext>
                </a:extLst>
              </p14:cNvPr>
              <p14:cNvContentPartPr/>
              <p14:nvPr/>
            </p14:nvContentPartPr>
            <p14:xfrm>
              <a:off x="1640520" y="1682640"/>
              <a:ext cx="1561680" cy="1634760"/>
            </p14:xfrm>
          </p:contentPart>
        </mc:Choice>
        <mc:Fallback>
          <p:pic>
            <p:nvPicPr>
              <p:cNvPr id="2" name="Ink 1">
                <a:extLst>
                  <a:ext uri="{FF2B5EF4-FFF2-40B4-BE49-F238E27FC236}">
                    <a16:creationId xmlns:a16="http://schemas.microsoft.com/office/drawing/2014/main" id="{39F014E9-3761-42EE-BEDC-F11BBD58FBD6}"/>
                  </a:ext>
                </a:extLst>
              </p:cNvPr>
              <p:cNvPicPr/>
              <p:nvPr/>
            </p:nvPicPr>
            <p:blipFill>
              <a:blip r:embed="rId5"/>
              <a:stretch>
                <a:fillRect/>
              </a:stretch>
            </p:blipFill>
            <p:spPr>
              <a:xfrm>
                <a:off x="1631160" y="1673280"/>
                <a:ext cx="1580400" cy="16534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5" name="Google Shape;625;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626" name="Google Shape;626;p74"/>
          <p:cNvPicPr preferRelativeResize="0"/>
          <p:nvPr/>
        </p:nvPicPr>
        <p:blipFill>
          <a:blip r:embed="rId3">
            <a:alphaModFix/>
          </a:blip>
          <a:stretch>
            <a:fillRect/>
          </a:stretch>
        </p:blipFill>
        <p:spPr>
          <a:xfrm>
            <a:off x="0" y="0"/>
            <a:ext cx="9144000" cy="51435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AF8B473-5DE8-493F-8C6E-161AD9E147A6}"/>
                  </a:ext>
                </a:extLst>
              </p14:cNvPr>
              <p14:cNvContentPartPr/>
              <p14:nvPr/>
            </p14:nvContentPartPr>
            <p14:xfrm>
              <a:off x="1447200" y="1658160"/>
              <a:ext cx="1830960" cy="610920"/>
            </p14:xfrm>
          </p:contentPart>
        </mc:Choice>
        <mc:Fallback>
          <p:pic>
            <p:nvPicPr>
              <p:cNvPr id="2" name="Ink 1">
                <a:extLst>
                  <a:ext uri="{FF2B5EF4-FFF2-40B4-BE49-F238E27FC236}">
                    <a16:creationId xmlns:a16="http://schemas.microsoft.com/office/drawing/2014/main" id="{2AF8B473-5DE8-493F-8C6E-161AD9E147A6}"/>
                  </a:ext>
                </a:extLst>
              </p:cNvPr>
              <p:cNvPicPr/>
              <p:nvPr/>
            </p:nvPicPr>
            <p:blipFill>
              <a:blip r:embed="rId5"/>
              <a:stretch>
                <a:fillRect/>
              </a:stretch>
            </p:blipFill>
            <p:spPr>
              <a:xfrm>
                <a:off x="1437840" y="1648800"/>
                <a:ext cx="1849680" cy="6296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2" name="Google Shape;632;p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633" name="Google Shape;633;p75"/>
          <p:cNvPicPr preferRelativeResize="0"/>
          <p:nvPr/>
        </p:nvPicPr>
        <p:blipFill>
          <a:blip r:embed="rId3">
            <a:alphaModFix/>
          </a:blip>
          <a:stretch>
            <a:fillRect/>
          </a:stretch>
        </p:blipFill>
        <p:spPr>
          <a:xfrm>
            <a:off x="0" y="0"/>
            <a:ext cx="9144000" cy="51435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8934E01-B265-4DC9-AC46-FA4444BF5A26}"/>
                  </a:ext>
                </a:extLst>
              </p14:cNvPr>
              <p14:cNvContentPartPr/>
              <p14:nvPr/>
            </p14:nvContentPartPr>
            <p14:xfrm>
              <a:off x="6913080" y="2846520"/>
              <a:ext cx="773640" cy="587520"/>
            </p14:xfrm>
          </p:contentPart>
        </mc:Choice>
        <mc:Fallback>
          <p:pic>
            <p:nvPicPr>
              <p:cNvPr id="2" name="Ink 1">
                <a:extLst>
                  <a:ext uri="{FF2B5EF4-FFF2-40B4-BE49-F238E27FC236}">
                    <a16:creationId xmlns:a16="http://schemas.microsoft.com/office/drawing/2014/main" id="{58934E01-B265-4DC9-AC46-FA4444BF5A26}"/>
                  </a:ext>
                </a:extLst>
              </p:cNvPr>
              <p:cNvPicPr/>
              <p:nvPr/>
            </p:nvPicPr>
            <p:blipFill>
              <a:blip r:embed="rId5"/>
              <a:stretch>
                <a:fillRect/>
              </a:stretch>
            </p:blipFill>
            <p:spPr>
              <a:xfrm>
                <a:off x="6903720" y="2837160"/>
                <a:ext cx="792360" cy="6062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76"/>
          <p:cNvSpPr txBox="1">
            <a:spLocks noGrp="1"/>
          </p:cNvSpPr>
          <p:nvPr>
            <p:ph type="ctrTitle"/>
          </p:nvPr>
        </p:nvSpPr>
        <p:spPr>
          <a:xfrm>
            <a:off x="2380910" y="716465"/>
            <a:ext cx="4382100" cy="1027200"/>
          </a:xfrm>
          <a:prstGeom prst="rect">
            <a:avLst/>
          </a:prstGeom>
          <a:noFill/>
          <a:ln>
            <a:noFill/>
          </a:ln>
        </p:spPr>
        <p:txBody>
          <a:bodyPr spcFirstLastPara="1" wrap="square" lIns="68575" tIns="68575" rIns="68575" bIns="68575" anchor="b" anchorCtr="0">
            <a:noAutofit/>
          </a:bodyPr>
          <a:lstStyle/>
          <a:p>
            <a:pPr marL="0" lvl="0" indent="0" algn="ctr" rtl="0">
              <a:lnSpc>
                <a:spcPct val="90000"/>
              </a:lnSpc>
              <a:spcBef>
                <a:spcPts val="0"/>
              </a:spcBef>
              <a:spcAft>
                <a:spcPts val="0"/>
              </a:spcAft>
              <a:buClr>
                <a:srgbClr val="592F28"/>
              </a:buClr>
              <a:buSzPts val="2700"/>
              <a:buFont typeface="Raleway"/>
              <a:buNone/>
            </a:pPr>
            <a:r>
              <a:rPr lang="en" b="1">
                <a:solidFill>
                  <a:srgbClr val="592F28"/>
                </a:solidFill>
              </a:rPr>
              <a:t>Fermat’s Theorem</a:t>
            </a:r>
            <a:endParaRPr b="1">
              <a:solidFill>
                <a:srgbClr val="592F28"/>
              </a:solidFill>
            </a:endParaRPr>
          </a:p>
          <a:p>
            <a:pPr marL="0" lvl="0" indent="0" algn="ctr" rtl="0">
              <a:lnSpc>
                <a:spcPct val="90000"/>
              </a:lnSpc>
              <a:spcBef>
                <a:spcPts val="0"/>
              </a:spcBef>
              <a:spcAft>
                <a:spcPts val="0"/>
              </a:spcAft>
              <a:buClr>
                <a:srgbClr val="592F28"/>
              </a:buClr>
              <a:buSzPts val="2700"/>
              <a:buFont typeface="Raleway"/>
              <a:buNone/>
            </a:pPr>
            <a:r>
              <a:rPr lang="en" b="1">
                <a:solidFill>
                  <a:srgbClr val="592F28"/>
                </a:solidFill>
              </a:rPr>
              <a:t>Euler Function</a:t>
            </a:r>
            <a:endParaRPr b="1">
              <a:solidFill>
                <a:srgbClr val="592F28"/>
              </a:solidFill>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86DC704-6340-405A-90E7-ECE7B03617D2}"/>
                  </a:ext>
                </a:extLst>
              </p14:cNvPr>
              <p14:cNvContentPartPr/>
              <p14:nvPr/>
            </p14:nvContentPartPr>
            <p14:xfrm>
              <a:off x="1020600" y="469800"/>
              <a:ext cx="6781680" cy="1622160"/>
            </p14:xfrm>
          </p:contentPart>
        </mc:Choice>
        <mc:Fallback>
          <p:pic>
            <p:nvPicPr>
              <p:cNvPr id="2" name="Ink 1">
                <a:extLst>
                  <a:ext uri="{FF2B5EF4-FFF2-40B4-BE49-F238E27FC236}">
                    <a16:creationId xmlns:a16="http://schemas.microsoft.com/office/drawing/2014/main" id="{C86DC704-6340-405A-90E7-ECE7B03617D2}"/>
                  </a:ext>
                </a:extLst>
              </p:cNvPr>
              <p:cNvPicPr/>
              <p:nvPr/>
            </p:nvPicPr>
            <p:blipFill>
              <a:blip r:embed="rId4"/>
              <a:stretch>
                <a:fillRect/>
              </a:stretch>
            </p:blipFill>
            <p:spPr>
              <a:xfrm>
                <a:off x="1011240" y="460440"/>
                <a:ext cx="6800400" cy="16408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77"/>
          <p:cNvSpPr/>
          <p:nvPr/>
        </p:nvSpPr>
        <p:spPr>
          <a:xfrm>
            <a:off x="58475" y="143138"/>
            <a:ext cx="739500" cy="508200"/>
          </a:xfrm>
          <a:prstGeom prst="parallelogram">
            <a:avLst>
              <a:gd name="adj" fmla="val 0"/>
            </a:avLst>
          </a:prstGeom>
          <a:solidFill>
            <a:srgbClr val="0C343D"/>
          </a:soli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77"/>
          <p:cNvSpPr/>
          <p:nvPr/>
        </p:nvSpPr>
        <p:spPr>
          <a:xfrm>
            <a:off x="930200" y="339956"/>
            <a:ext cx="7689300" cy="508200"/>
          </a:xfrm>
          <a:prstGeom prst="parallelogram">
            <a:avLst>
              <a:gd name="adj" fmla="val 25000"/>
            </a:avLst>
          </a:prstGeom>
          <a:solidFill>
            <a:srgbClr val="0C343D"/>
          </a:soli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77"/>
          <p:cNvSpPr txBox="1"/>
          <p:nvPr/>
        </p:nvSpPr>
        <p:spPr>
          <a:xfrm>
            <a:off x="1030450" y="376900"/>
            <a:ext cx="7290300" cy="49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900">
                <a:solidFill>
                  <a:schemeClr val="lt1"/>
                </a:solidFill>
                <a:latin typeface="Bree Serif"/>
                <a:ea typeface="Bree Serif"/>
                <a:cs typeface="Bree Serif"/>
                <a:sym typeface="Bree Serif"/>
              </a:rPr>
              <a:t>FERMAT’S THEOREM</a:t>
            </a:r>
            <a:endParaRPr sz="1900">
              <a:solidFill>
                <a:schemeClr val="lt1"/>
              </a:solidFill>
              <a:latin typeface="Bree Serif"/>
              <a:ea typeface="Bree Serif"/>
              <a:cs typeface="Bree Serif"/>
              <a:sym typeface="Bree Serif"/>
            </a:endParaRPr>
          </a:p>
        </p:txBody>
      </p:sp>
      <p:sp>
        <p:nvSpPr>
          <p:cNvPr id="646" name="Google Shape;646;p77"/>
          <p:cNvSpPr/>
          <p:nvPr/>
        </p:nvSpPr>
        <p:spPr>
          <a:xfrm>
            <a:off x="593123" y="139857"/>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CECD5"/>
              </a:gs>
              <a:gs pos="100000">
                <a:srgbClr val="93BC81"/>
              </a:gs>
            </a:gsLst>
            <a:lin ang="5400012" scaled="0"/>
          </a:gradFill>
          <a:ln>
            <a:noFill/>
          </a:ln>
          <a:effectLst>
            <a:outerShdw blurRad="57150" dist="66675" dir="6300000" algn="bl" rotWithShape="0">
              <a:srgbClr val="000000">
                <a:alpha val="10000"/>
              </a:srgbClr>
            </a:outerShdw>
          </a:effectLst>
        </p:spPr>
      </p:sp>
      <p:sp>
        <p:nvSpPr>
          <p:cNvPr id="647" name="Google Shape;647;p77"/>
          <p:cNvSpPr txBox="1"/>
          <p:nvPr/>
        </p:nvSpPr>
        <p:spPr>
          <a:xfrm>
            <a:off x="173400" y="971875"/>
            <a:ext cx="5035800" cy="1215900"/>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1200"/>
              </a:spcBef>
              <a:spcAft>
                <a:spcPts val="0"/>
              </a:spcAft>
              <a:buClr>
                <a:schemeClr val="dk1"/>
              </a:buClr>
              <a:buSzPts val="1100"/>
              <a:buFont typeface="Arial"/>
              <a:buNone/>
            </a:pPr>
            <a:r>
              <a:rPr lang="en" sz="1900" b="1" u="sng">
                <a:solidFill>
                  <a:schemeClr val="dk1"/>
                </a:solidFill>
                <a:latin typeface="Proxima Nova"/>
                <a:ea typeface="Proxima Nova"/>
                <a:cs typeface="Proxima Nova"/>
                <a:sym typeface="Proxima Nova"/>
              </a:rPr>
              <a:t>Statement:</a:t>
            </a:r>
            <a:r>
              <a:rPr lang="en" sz="1900" b="1">
                <a:solidFill>
                  <a:schemeClr val="dk1"/>
                </a:solidFill>
                <a:latin typeface="Proxima Nova"/>
                <a:ea typeface="Proxima Nova"/>
                <a:cs typeface="Proxima Nova"/>
                <a:sym typeface="Proxima Nova"/>
              </a:rPr>
              <a:t> </a:t>
            </a:r>
            <a:r>
              <a:rPr lang="en" sz="1900">
                <a:solidFill>
                  <a:schemeClr val="dk1"/>
                </a:solidFill>
                <a:latin typeface="Proxima Nova"/>
                <a:ea typeface="Proxima Nova"/>
                <a:cs typeface="Proxima Nova"/>
                <a:sym typeface="Proxima Nova"/>
              </a:rPr>
              <a:t>Let p be prime number and A be a number not divisible by p. </a:t>
            </a:r>
            <a:endParaRPr sz="1900">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1200"/>
              </a:spcAft>
              <a:buClr>
                <a:schemeClr val="dk1"/>
              </a:buClr>
              <a:buSzPts val="1100"/>
              <a:buFont typeface="Arial"/>
              <a:buNone/>
            </a:pPr>
            <a:r>
              <a:rPr lang="en" sz="1900">
                <a:solidFill>
                  <a:schemeClr val="dk1"/>
                </a:solidFill>
                <a:latin typeface="Proxima Nova"/>
                <a:ea typeface="Proxima Nova"/>
                <a:cs typeface="Proxima Nova"/>
                <a:sym typeface="Proxima Nova"/>
              </a:rPr>
              <a:t>Then A</a:t>
            </a:r>
            <a:r>
              <a:rPr lang="en" sz="1900" baseline="30000">
                <a:solidFill>
                  <a:schemeClr val="dk1"/>
                </a:solidFill>
                <a:latin typeface="Proxima Nova"/>
                <a:ea typeface="Proxima Nova"/>
                <a:cs typeface="Proxima Nova"/>
                <a:sym typeface="Proxima Nova"/>
              </a:rPr>
              <a:t>p - 1</a:t>
            </a:r>
            <a:r>
              <a:rPr lang="en" sz="1900">
                <a:solidFill>
                  <a:schemeClr val="dk1"/>
                </a:solidFill>
                <a:latin typeface="Proxima Nova"/>
                <a:ea typeface="Proxima Nova"/>
                <a:cs typeface="Proxima Nova"/>
                <a:sym typeface="Proxima Nova"/>
              </a:rPr>
              <a:t> </a:t>
            </a:r>
            <a:r>
              <a:rPr lang="en" sz="1900" b="1">
                <a:solidFill>
                  <a:schemeClr val="dk1"/>
                </a:solidFill>
                <a:latin typeface="Proxima Nova"/>
                <a:ea typeface="Proxima Nova"/>
                <a:cs typeface="Proxima Nova"/>
                <a:sym typeface="Proxima Nova"/>
              </a:rPr>
              <a:t>≡ </a:t>
            </a:r>
            <a:r>
              <a:rPr lang="en" sz="1900">
                <a:solidFill>
                  <a:schemeClr val="dk1"/>
                </a:solidFill>
                <a:latin typeface="Proxima Nova"/>
                <a:ea typeface="Proxima Nova"/>
                <a:cs typeface="Proxima Nova"/>
                <a:sym typeface="Proxima Nova"/>
              </a:rPr>
              <a:t>1 (mod p).</a:t>
            </a:r>
            <a:endParaRPr sz="1900" b="1">
              <a:solidFill>
                <a:schemeClr val="dk1"/>
              </a:solidFill>
              <a:latin typeface="Proxima Nova"/>
              <a:ea typeface="Proxima Nova"/>
              <a:cs typeface="Proxima Nova"/>
              <a:sym typeface="Proxima Nov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1123754-4B56-43BF-A522-6CDE7FC1E8E1}"/>
                  </a:ext>
                </a:extLst>
              </p14:cNvPr>
              <p14:cNvContentPartPr/>
              <p14:nvPr/>
            </p14:nvContentPartPr>
            <p14:xfrm>
              <a:off x="284040" y="2880"/>
              <a:ext cx="8631720" cy="4938840"/>
            </p14:xfrm>
          </p:contentPart>
        </mc:Choice>
        <mc:Fallback>
          <p:pic>
            <p:nvPicPr>
              <p:cNvPr id="2" name="Ink 1">
                <a:extLst>
                  <a:ext uri="{FF2B5EF4-FFF2-40B4-BE49-F238E27FC236}">
                    <a16:creationId xmlns:a16="http://schemas.microsoft.com/office/drawing/2014/main" id="{F1123754-4B56-43BF-A522-6CDE7FC1E8E1}"/>
                  </a:ext>
                </a:extLst>
              </p:cNvPr>
              <p:cNvPicPr/>
              <p:nvPr/>
            </p:nvPicPr>
            <p:blipFill>
              <a:blip r:embed="rId4"/>
              <a:stretch>
                <a:fillRect/>
              </a:stretch>
            </p:blipFill>
            <p:spPr>
              <a:xfrm>
                <a:off x="274680" y="-6480"/>
                <a:ext cx="8650440" cy="495756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78"/>
          <p:cNvSpPr/>
          <p:nvPr/>
        </p:nvSpPr>
        <p:spPr>
          <a:xfrm>
            <a:off x="58475" y="143138"/>
            <a:ext cx="739500" cy="508200"/>
          </a:xfrm>
          <a:prstGeom prst="parallelogram">
            <a:avLst>
              <a:gd name="adj" fmla="val 0"/>
            </a:avLst>
          </a:prstGeom>
          <a:solidFill>
            <a:srgbClr val="0C343D"/>
          </a:soli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78"/>
          <p:cNvSpPr/>
          <p:nvPr/>
        </p:nvSpPr>
        <p:spPr>
          <a:xfrm>
            <a:off x="930200" y="339956"/>
            <a:ext cx="7689300" cy="508200"/>
          </a:xfrm>
          <a:prstGeom prst="parallelogram">
            <a:avLst>
              <a:gd name="adj" fmla="val 25000"/>
            </a:avLst>
          </a:prstGeom>
          <a:solidFill>
            <a:srgbClr val="0C343D"/>
          </a:soli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78"/>
          <p:cNvSpPr txBox="1"/>
          <p:nvPr/>
        </p:nvSpPr>
        <p:spPr>
          <a:xfrm>
            <a:off x="1030450" y="376900"/>
            <a:ext cx="7290300" cy="49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900">
                <a:solidFill>
                  <a:schemeClr val="lt1"/>
                </a:solidFill>
                <a:latin typeface="Bree Serif"/>
                <a:ea typeface="Bree Serif"/>
                <a:cs typeface="Bree Serif"/>
                <a:sym typeface="Bree Serif"/>
              </a:rPr>
              <a:t>FERMAT’S THEOREM</a:t>
            </a:r>
            <a:endParaRPr sz="1900">
              <a:solidFill>
                <a:schemeClr val="lt1"/>
              </a:solidFill>
              <a:latin typeface="Bree Serif"/>
              <a:ea typeface="Bree Serif"/>
              <a:cs typeface="Bree Serif"/>
              <a:sym typeface="Bree Serif"/>
            </a:endParaRPr>
          </a:p>
        </p:txBody>
      </p:sp>
      <p:sp>
        <p:nvSpPr>
          <p:cNvPr id="655" name="Google Shape;655;p78"/>
          <p:cNvSpPr/>
          <p:nvPr/>
        </p:nvSpPr>
        <p:spPr>
          <a:xfrm>
            <a:off x="593123" y="139857"/>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CECD5"/>
              </a:gs>
              <a:gs pos="100000">
                <a:srgbClr val="93BC81"/>
              </a:gs>
            </a:gsLst>
            <a:lin ang="5400012" scaled="0"/>
          </a:gradFill>
          <a:ln>
            <a:noFill/>
          </a:ln>
          <a:effectLst>
            <a:outerShdw blurRad="57150" dist="66675" dir="6300000" algn="bl" rotWithShape="0">
              <a:srgbClr val="000000">
                <a:alpha val="10000"/>
              </a:srgbClr>
            </a:outerShdw>
          </a:effectLst>
        </p:spPr>
      </p:sp>
      <p:sp>
        <p:nvSpPr>
          <p:cNvPr id="656" name="Google Shape;656;p78"/>
          <p:cNvSpPr txBox="1"/>
          <p:nvPr/>
        </p:nvSpPr>
        <p:spPr>
          <a:xfrm>
            <a:off x="145200" y="4749959"/>
            <a:ext cx="4461300" cy="431100"/>
          </a:xfrm>
          <a:prstGeom prst="rect">
            <a:avLst/>
          </a:prstGeom>
          <a:noFill/>
          <a:ln>
            <a:noFill/>
          </a:ln>
        </p:spPr>
        <p:txBody>
          <a:bodyPr spcFirstLastPara="1" wrap="square" lIns="114300" tIns="91425" rIns="91425" bIns="91425" anchor="t" anchorCtr="0">
            <a:spAutoFit/>
          </a:bodyPr>
          <a:lstStyle/>
          <a:p>
            <a:pPr marL="1371600" lvl="0" indent="-1371600" algn="just" rtl="0">
              <a:lnSpc>
                <a:spcPct val="100000"/>
              </a:lnSpc>
              <a:spcBef>
                <a:spcPts val="0"/>
              </a:spcBef>
              <a:spcAft>
                <a:spcPts val="0"/>
              </a:spcAft>
              <a:buNone/>
            </a:pPr>
            <a:r>
              <a:rPr lang="en" sz="1600">
                <a:solidFill>
                  <a:schemeClr val="dk1"/>
                </a:solidFill>
                <a:latin typeface="Proxima Nova"/>
                <a:ea typeface="Proxima Nova"/>
                <a:cs typeface="Proxima Nova"/>
                <a:sym typeface="Proxima Nova"/>
              </a:rPr>
              <a:t>A.2A.3A …. (p – 1)A ≡ 1  2  3 … (p – 1) (mod p); </a:t>
            </a:r>
            <a:endParaRPr sz="1600" b="1">
              <a:solidFill>
                <a:schemeClr val="dk1"/>
              </a:solidFill>
              <a:latin typeface="Proxima Nova"/>
              <a:ea typeface="Proxima Nova"/>
              <a:cs typeface="Proxima Nova"/>
              <a:sym typeface="Proxima Nova"/>
            </a:endParaRPr>
          </a:p>
        </p:txBody>
      </p:sp>
      <p:sp>
        <p:nvSpPr>
          <p:cNvPr id="657" name="Google Shape;657;p78"/>
          <p:cNvSpPr txBox="1"/>
          <p:nvPr/>
        </p:nvSpPr>
        <p:spPr>
          <a:xfrm>
            <a:off x="145200" y="866059"/>
            <a:ext cx="4608600" cy="6771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1600" b="1" u="sng">
                <a:solidFill>
                  <a:schemeClr val="dk1"/>
                </a:solidFill>
                <a:latin typeface="Proxima Nova"/>
                <a:ea typeface="Proxima Nova"/>
                <a:cs typeface="Proxima Nova"/>
                <a:sym typeface="Proxima Nova"/>
              </a:rPr>
              <a:t>Statement:</a:t>
            </a:r>
            <a:r>
              <a:rPr lang="en" sz="1600" b="1">
                <a:solidFill>
                  <a:schemeClr val="dk1"/>
                </a:solidFill>
                <a:latin typeface="Proxima Nova"/>
                <a:ea typeface="Proxima Nova"/>
                <a:cs typeface="Proxima Nova"/>
                <a:sym typeface="Proxima Nova"/>
              </a:rPr>
              <a:t> </a:t>
            </a:r>
            <a:r>
              <a:rPr lang="en" sz="1600">
                <a:solidFill>
                  <a:schemeClr val="dk1"/>
                </a:solidFill>
                <a:latin typeface="Proxima Nova"/>
                <a:ea typeface="Proxima Nova"/>
                <a:cs typeface="Proxima Nova"/>
                <a:sym typeface="Proxima Nova"/>
              </a:rPr>
              <a:t>Let p be prime number and A be a number not divisible by p. Then A</a:t>
            </a:r>
            <a:r>
              <a:rPr lang="en" sz="1600" baseline="30000">
                <a:solidFill>
                  <a:schemeClr val="dk1"/>
                </a:solidFill>
                <a:latin typeface="Proxima Nova"/>
                <a:ea typeface="Proxima Nova"/>
                <a:cs typeface="Proxima Nova"/>
                <a:sym typeface="Proxima Nova"/>
              </a:rPr>
              <a:t>p - 1</a:t>
            </a:r>
            <a:r>
              <a:rPr lang="en" sz="1600">
                <a:solidFill>
                  <a:schemeClr val="dk1"/>
                </a:solidFill>
                <a:latin typeface="Proxima Nova"/>
                <a:ea typeface="Proxima Nova"/>
                <a:cs typeface="Proxima Nova"/>
                <a:sym typeface="Proxima Nova"/>
              </a:rPr>
              <a:t> </a:t>
            </a:r>
            <a:r>
              <a:rPr lang="en" sz="1600" b="1">
                <a:solidFill>
                  <a:schemeClr val="dk1"/>
                </a:solidFill>
                <a:latin typeface="Proxima Nova"/>
                <a:ea typeface="Proxima Nova"/>
                <a:cs typeface="Proxima Nova"/>
                <a:sym typeface="Proxima Nova"/>
              </a:rPr>
              <a:t>≡ </a:t>
            </a:r>
            <a:r>
              <a:rPr lang="en" sz="1600">
                <a:solidFill>
                  <a:schemeClr val="dk1"/>
                </a:solidFill>
                <a:latin typeface="Proxima Nova"/>
                <a:ea typeface="Proxima Nova"/>
                <a:cs typeface="Proxima Nova"/>
                <a:sym typeface="Proxima Nova"/>
              </a:rPr>
              <a:t>1 (mod p).</a:t>
            </a:r>
            <a:endParaRPr sz="1600">
              <a:latin typeface="Proxima Nova"/>
              <a:ea typeface="Proxima Nova"/>
              <a:cs typeface="Proxima Nova"/>
              <a:sym typeface="Proxima Nova"/>
            </a:endParaRPr>
          </a:p>
        </p:txBody>
      </p:sp>
      <p:sp>
        <p:nvSpPr>
          <p:cNvPr id="658" name="Google Shape;658;p78"/>
          <p:cNvSpPr txBox="1"/>
          <p:nvPr/>
        </p:nvSpPr>
        <p:spPr>
          <a:xfrm>
            <a:off x="145200" y="1477259"/>
            <a:ext cx="4353900" cy="677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600" b="1" u="sng">
                <a:solidFill>
                  <a:schemeClr val="dk1"/>
                </a:solidFill>
                <a:latin typeface="Proxima Nova"/>
                <a:ea typeface="Proxima Nova"/>
                <a:cs typeface="Proxima Nova"/>
                <a:sym typeface="Proxima Nova"/>
              </a:rPr>
              <a:t>Proof:</a:t>
            </a:r>
            <a:r>
              <a:rPr lang="en" sz="1600" b="1">
                <a:solidFill>
                  <a:schemeClr val="dk1"/>
                </a:solidFill>
                <a:latin typeface="Proxima Nova"/>
                <a:ea typeface="Proxima Nova"/>
                <a:cs typeface="Proxima Nova"/>
                <a:sym typeface="Proxima Nova"/>
              </a:rPr>
              <a:t> </a:t>
            </a:r>
            <a:r>
              <a:rPr lang="en" sz="1600">
                <a:solidFill>
                  <a:schemeClr val="dk1"/>
                </a:solidFill>
                <a:latin typeface="Proxima Nova"/>
                <a:ea typeface="Proxima Nova"/>
                <a:cs typeface="Proxima Nova"/>
                <a:sym typeface="Proxima Nova"/>
              </a:rPr>
              <a:t>Consider the p – 1 numbers: A, 2A, 3A, …., (p – 1)A.</a:t>
            </a:r>
            <a:endParaRPr sz="1600">
              <a:latin typeface="Proxima Nova"/>
              <a:ea typeface="Proxima Nova"/>
              <a:cs typeface="Proxima Nova"/>
              <a:sym typeface="Proxima Nova"/>
            </a:endParaRPr>
          </a:p>
        </p:txBody>
      </p:sp>
      <p:sp>
        <p:nvSpPr>
          <p:cNvPr id="659" name="Google Shape;659;p78"/>
          <p:cNvSpPr txBox="1"/>
          <p:nvPr/>
        </p:nvSpPr>
        <p:spPr>
          <a:xfrm>
            <a:off x="145200" y="2057334"/>
            <a:ext cx="4353900" cy="923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600">
                <a:solidFill>
                  <a:schemeClr val="dk1"/>
                </a:solidFill>
                <a:latin typeface="Proxima Nova"/>
                <a:ea typeface="Proxima Nova"/>
                <a:cs typeface="Proxima Nova"/>
                <a:sym typeface="Proxima Nova"/>
              </a:rPr>
              <a:t>We can show that no two of these numbers have the same remainder when divided by p. Indeed, if kA </a:t>
            </a:r>
            <a:r>
              <a:rPr lang="en" sz="1600" b="1">
                <a:solidFill>
                  <a:schemeClr val="dk1"/>
                </a:solidFill>
                <a:latin typeface="Proxima Nova"/>
                <a:ea typeface="Proxima Nova"/>
                <a:cs typeface="Proxima Nova"/>
                <a:sym typeface="Proxima Nova"/>
              </a:rPr>
              <a:t>≡</a:t>
            </a:r>
            <a:r>
              <a:rPr lang="en" sz="1600">
                <a:solidFill>
                  <a:schemeClr val="dk1"/>
                </a:solidFill>
                <a:latin typeface="Proxima Nova"/>
                <a:ea typeface="Proxima Nova"/>
                <a:cs typeface="Proxima Nova"/>
                <a:sym typeface="Proxima Nova"/>
              </a:rPr>
              <a:t> nA (mod p), then</a:t>
            </a:r>
            <a:endParaRPr sz="1600">
              <a:latin typeface="Proxima Nova"/>
              <a:ea typeface="Proxima Nova"/>
              <a:cs typeface="Proxima Nova"/>
              <a:sym typeface="Proxima Nova"/>
            </a:endParaRPr>
          </a:p>
        </p:txBody>
      </p:sp>
      <p:sp>
        <p:nvSpPr>
          <p:cNvPr id="660" name="Google Shape;660;p78"/>
          <p:cNvSpPr txBox="1"/>
          <p:nvPr/>
        </p:nvSpPr>
        <p:spPr>
          <a:xfrm>
            <a:off x="145200" y="2829656"/>
            <a:ext cx="4269000" cy="677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600">
                <a:solidFill>
                  <a:schemeClr val="dk1"/>
                </a:solidFill>
                <a:latin typeface="Proxima Nova"/>
                <a:ea typeface="Proxima Nova"/>
                <a:cs typeface="Proxima Nova"/>
                <a:sym typeface="Proxima Nova"/>
              </a:rPr>
              <a:t>k </a:t>
            </a:r>
            <a:r>
              <a:rPr lang="en" sz="1600" b="1">
                <a:solidFill>
                  <a:schemeClr val="dk1"/>
                </a:solidFill>
                <a:latin typeface="Proxima Nova"/>
                <a:ea typeface="Proxima Nova"/>
                <a:cs typeface="Proxima Nova"/>
                <a:sym typeface="Proxima Nova"/>
              </a:rPr>
              <a:t>≡ </a:t>
            </a:r>
            <a:r>
              <a:rPr lang="en" sz="1600">
                <a:solidFill>
                  <a:schemeClr val="dk1"/>
                </a:solidFill>
                <a:latin typeface="Proxima Nova"/>
                <a:ea typeface="Proxima Nova"/>
                <a:cs typeface="Proxima Nova"/>
                <a:sym typeface="Proxima Nova"/>
              </a:rPr>
              <a:t>n (mod p). This is impossible if k and n are unequal and both are less than p.</a:t>
            </a:r>
            <a:endParaRPr sz="1600">
              <a:latin typeface="Proxima Nova"/>
              <a:ea typeface="Proxima Nova"/>
              <a:cs typeface="Proxima Nova"/>
              <a:sym typeface="Proxima Nova"/>
            </a:endParaRPr>
          </a:p>
        </p:txBody>
      </p:sp>
      <p:sp>
        <p:nvSpPr>
          <p:cNvPr id="661" name="Google Shape;661;p78"/>
          <p:cNvSpPr txBox="1"/>
          <p:nvPr/>
        </p:nvSpPr>
        <p:spPr>
          <a:xfrm>
            <a:off x="145200" y="3382203"/>
            <a:ext cx="4461300" cy="1169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600">
                <a:solidFill>
                  <a:schemeClr val="dk1"/>
                </a:solidFill>
                <a:latin typeface="Proxima Nova"/>
                <a:ea typeface="Proxima Nova"/>
                <a:cs typeface="Proxima Nova"/>
                <a:sym typeface="Proxima Nova"/>
              </a:rPr>
              <a:t>Therefore, among the remainders of these p – 1 numbers when divided by p each of the numbers 1 through p - 1 is represented  exactly once.</a:t>
            </a:r>
            <a:endParaRPr sz="1600">
              <a:solidFill>
                <a:schemeClr val="dk1"/>
              </a:solidFill>
              <a:latin typeface="Proxima Nova"/>
              <a:ea typeface="Proxima Nova"/>
              <a:cs typeface="Proxima Nova"/>
              <a:sym typeface="Proxima Nova"/>
            </a:endParaRPr>
          </a:p>
        </p:txBody>
      </p:sp>
      <p:sp>
        <p:nvSpPr>
          <p:cNvPr id="662" name="Google Shape;662;p78"/>
          <p:cNvSpPr txBox="1"/>
          <p:nvPr/>
        </p:nvSpPr>
        <p:spPr>
          <a:xfrm>
            <a:off x="145200" y="4410662"/>
            <a:ext cx="4306800" cy="431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600">
                <a:solidFill>
                  <a:schemeClr val="dk1"/>
                </a:solidFill>
                <a:latin typeface="Proxima Nova"/>
                <a:ea typeface="Proxima Nova"/>
                <a:cs typeface="Proxima Nova"/>
                <a:sym typeface="Proxima Nova"/>
              </a:rPr>
              <a:t>Multiplying them together, we have</a:t>
            </a:r>
            <a:endParaRPr sz="1600">
              <a:latin typeface="Proxima Nova"/>
              <a:ea typeface="Proxima Nova"/>
              <a:cs typeface="Proxima Nova"/>
              <a:sym typeface="Proxima Nov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AB98665-A1C5-4437-B418-1D2288A93865}"/>
                  </a:ext>
                </a:extLst>
              </p14:cNvPr>
              <p14:cNvContentPartPr/>
              <p14:nvPr/>
            </p14:nvContentPartPr>
            <p14:xfrm>
              <a:off x="2076840" y="959760"/>
              <a:ext cx="5998320" cy="1762200"/>
            </p14:xfrm>
          </p:contentPart>
        </mc:Choice>
        <mc:Fallback>
          <p:pic>
            <p:nvPicPr>
              <p:cNvPr id="2" name="Ink 1">
                <a:extLst>
                  <a:ext uri="{FF2B5EF4-FFF2-40B4-BE49-F238E27FC236}">
                    <a16:creationId xmlns:a16="http://schemas.microsoft.com/office/drawing/2014/main" id="{1AB98665-A1C5-4437-B418-1D2288A93865}"/>
                  </a:ext>
                </a:extLst>
              </p:cNvPr>
              <p:cNvPicPr/>
              <p:nvPr/>
            </p:nvPicPr>
            <p:blipFill>
              <a:blip r:embed="rId4"/>
              <a:stretch>
                <a:fillRect/>
              </a:stretch>
            </p:blipFill>
            <p:spPr>
              <a:xfrm>
                <a:off x="2067480" y="950400"/>
                <a:ext cx="6017040" cy="178092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79"/>
          <p:cNvSpPr/>
          <p:nvPr/>
        </p:nvSpPr>
        <p:spPr>
          <a:xfrm>
            <a:off x="58475" y="143138"/>
            <a:ext cx="739500" cy="508200"/>
          </a:xfrm>
          <a:prstGeom prst="parallelogram">
            <a:avLst>
              <a:gd name="adj" fmla="val 0"/>
            </a:avLst>
          </a:prstGeom>
          <a:solidFill>
            <a:srgbClr val="0C343D"/>
          </a:soli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79"/>
          <p:cNvSpPr/>
          <p:nvPr/>
        </p:nvSpPr>
        <p:spPr>
          <a:xfrm>
            <a:off x="930200" y="339956"/>
            <a:ext cx="7689300" cy="508200"/>
          </a:xfrm>
          <a:prstGeom prst="parallelogram">
            <a:avLst>
              <a:gd name="adj" fmla="val 25000"/>
            </a:avLst>
          </a:prstGeom>
          <a:solidFill>
            <a:srgbClr val="0C343D"/>
          </a:soli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79"/>
          <p:cNvSpPr txBox="1"/>
          <p:nvPr/>
        </p:nvSpPr>
        <p:spPr>
          <a:xfrm>
            <a:off x="1030450" y="376900"/>
            <a:ext cx="7290300" cy="49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900">
                <a:solidFill>
                  <a:schemeClr val="lt1"/>
                </a:solidFill>
                <a:latin typeface="Bree Serif"/>
                <a:ea typeface="Bree Serif"/>
                <a:cs typeface="Bree Serif"/>
                <a:sym typeface="Bree Serif"/>
              </a:rPr>
              <a:t>FERMAT’S THEOREM</a:t>
            </a:r>
            <a:endParaRPr sz="1900">
              <a:solidFill>
                <a:schemeClr val="lt1"/>
              </a:solidFill>
              <a:latin typeface="Bree Serif"/>
              <a:ea typeface="Bree Serif"/>
              <a:cs typeface="Bree Serif"/>
              <a:sym typeface="Bree Serif"/>
            </a:endParaRPr>
          </a:p>
        </p:txBody>
      </p:sp>
      <p:sp>
        <p:nvSpPr>
          <p:cNvPr id="670" name="Google Shape;670;p79"/>
          <p:cNvSpPr/>
          <p:nvPr/>
        </p:nvSpPr>
        <p:spPr>
          <a:xfrm>
            <a:off x="593123" y="139857"/>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CECD5"/>
              </a:gs>
              <a:gs pos="100000">
                <a:srgbClr val="93BC81"/>
              </a:gs>
            </a:gsLst>
            <a:lin ang="5400012" scaled="0"/>
          </a:gradFill>
          <a:ln>
            <a:noFill/>
          </a:ln>
          <a:effectLst>
            <a:outerShdw blurRad="57150" dist="66675" dir="6300000" algn="bl" rotWithShape="0">
              <a:srgbClr val="000000">
                <a:alpha val="10000"/>
              </a:srgbClr>
            </a:outerShdw>
          </a:effectLst>
        </p:spPr>
      </p:sp>
      <p:sp>
        <p:nvSpPr>
          <p:cNvPr id="671" name="Google Shape;671;p79"/>
          <p:cNvSpPr txBox="1"/>
          <p:nvPr/>
        </p:nvSpPr>
        <p:spPr>
          <a:xfrm>
            <a:off x="188075" y="3003075"/>
            <a:ext cx="4851900" cy="20550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800" b="1" u="sng">
                <a:solidFill>
                  <a:schemeClr val="dk1"/>
                </a:solidFill>
                <a:latin typeface="Proxima Nova"/>
                <a:ea typeface="Proxima Nova"/>
                <a:cs typeface="Proxima Nova"/>
                <a:sym typeface="Proxima Nova"/>
              </a:rPr>
              <a:t>Corollary:</a:t>
            </a:r>
            <a:r>
              <a:rPr lang="en" sz="1800" b="1">
                <a:solidFill>
                  <a:schemeClr val="dk1"/>
                </a:solidFill>
                <a:latin typeface="Proxima Nova"/>
                <a:ea typeface="Proxima Nova"/>
                <a:cs typeface="Proxima Nova"/>
                <a:sym typeface="Proxima Nova"/>
              </a:rPr>
              <a:t> </a:t>
            </a:r>
            <a:r>
              <a:rPr lang="en" sz="1800">
                <a:solidFill>
                  <a:schemeClr val="dk1"/>
                </a:solidFill>
                <a:latin typeface="Proxima Nova"/>
                <a:ea typeface="Proxima Nova"/>
                <a:cs typeface="Proxima Nova"/>
                <a:sym typeface="Proxima Nova"/>
              </a:rPr>
              <a:t>Let p be a prime number. Then for any integer A we have A</a:t>
            </a:r>
            <a:r>
              <a:rPr lang="en" sz="1800" baseline="30000">
                <a:solidFill>
                  <a:schemeClr val="dk1"/>
                </a:solidFill>
                <a:latin typeface="Proxima Nova"/>
                <a:ea typeface="Proxima Nova"/>
                <a:cs typeface="Proxima Nova"/>
                <a:sym typeface="Proxima Nova"/>
              </a:rPr>
              <a:t>p</a:t>
            </a:r>
            <a:r>
              <a:rPr lang="en" sz="1800">
                <a:solidFill>
                  <a:schemeClr val="dk1"/>
                </a:solidFill>
                <a:latin typeface="Proxima Nova"/>
                <a:ea typeface="Proxima Nova"/>
                <a:cs typeface="Proxima Nova"/>
                <a:sym typeface="Proxima Nova"/>
              </a:rPr>
              <a:t> ≡ A (mod p). Fermat’s little theorem is not just an unexpected and “neat” fact. It also provides a very powerful tool for solving many problems in arithmetic. Let’s see some of them !!!!</a:t>
            </a:r>
            <a:endParaRPr sz="1800" b="1">
              <a:solidFill>
                <a:schemeClr val="dk1"/>
              </a:solidFill>
              <a:latin typeface="Proxima Nova"/>
              <a:ea typeface="Proxima Nova"/>
              <a:cs typeface="Proxima Nova"/>
              <a:sym typeface="Proxima Nova"/>
            </a:endParaRPr>
          </a:p>
        </p:txBody>
      </p:sp>
      <p:sp>
        <p:nvSpPr>
          <p:cNvPr id="672" name="Google Shape;672;p79"/>
          <p:cNvSpPr txBox="1"/>
          <p:nvPr/>
        </p:nvSpPr>
        <p:spPr>
          <a:xfrm>
            <a:off x="103425" y="794985"/>
            <a:ext cx="5171700" cy="780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1200"/>
              </a:spcAft>
              <a:buNone/>
            </a:pPr>
            <a:r>
              <a:rPr lang="en" sz="1800" b="1" u="sng" dirty="0">
                <a:solidFill>
                  <a:schemeClr val="dk1"/>
                </a:solidFill>
                <a:latin typeface="Proxima Nova"/>
                <a:ea typeface="Proxima Nova"/>
                <a:cs typeface="Proxima Nova"/>
                <a:sym typeface="Proxima Nova"/>
              </a:rPr>
              <a:t>Statement:</a:t>
            </a:r>
            <a:r>
              <a:rPr lang="en" sz="1800" b="1" dirty="0">
                <a:solidFill>
                  <a:schemeClr val="dk1"/>
                </a:solidFill>
                <a:latin typeface="Proxima Nova"/>
                <a:ea typeface="Proxima Nova"/>
                <a:cs typeface="Proxima Nova"/>
                <a:sym typeface="Proxima Nova"/>
              </a:rPr>
              <a:t> </a:t>
            </a:r>
            <a:r>
              <a:rPr lang="en" sz="1800" dirty="0">
                <a:solidFill>
                  <a:schemeClr val="dk1"/>
                </a:solidFill>
                <a:latin typeface="Proxima Nova"/>
                <a:ea typeface="Proxima Nova"/>
                <a:cs typeface="Proxima Nova"/>
                <a:sym typeface="Proxima Nova"/>
              </a:rPr>
              <a:t>Let p be prime number and A be a number not divisible by p. Then A</a:t>
            </a:r>
            <a:r>
              <a:rPr lang="en" sz="1800" baseline="30000" dirty="0">
                <a:solidFill>
                  <a:schemeClr val="dk1"/>
                </a:solidFill>
                <a:latin typeface="Proxima Nova"/>
                <a:ea typeface="Proxima Nova"/>
                <a:cs typeface="Proxima Nova"/>
                <a:sym typeface="Proxima Nova"/>
              </a:rPr>
              <a:t>p - 1</a:t>
            </a:r>
            <a:r>
              <a:rPr lang="en" sz="1800" dirty="0">
                <a:solidFill>
                  <a:schemeClr val="dk1"/>
                </a:solidFill>
                <a:latin typeface="Proxima Nova"/>
                <a:ea typeface="Proxima Nova"/>
                <a:cs typeface="Proxima Nova"/>
                <a:sym typeface="Proxima Nova"/>
              </a:rPr>
              <a:t> </a:t>
            </a:r>
            <a:r>
              <a:rPr lang="en" sz="1800" b="1" dirty="0">
                <a:solidFill>
                  <a:schemeClr val="dk1"/>
                </a:solidFill>
                <a:latin typeface="Proxima Nova"/>
                <a:ea typeface="Proxima Nova"/>
                <a:cs typeface="Proxima Nova"/>
                <a:sym typeface="Proxima Nova"/>
              </a:rPr>
              <a:t>≡ </a:t>
            </a:r>
            <a:r>
              <a:rPr lang="en" sz="1800" dirty="0">
                <a:solidFill>
                  <a:schemeClr val="dk1"/>
                </a:solidFill>
                <a:latin typeface="Proxima Nova"/>
                <a:ea typeface="Proxima Nova"/>
                <a:cs typeface="Proxima Nova"/>
                <a:sym typeface="Proxima Nova"/>
              </a:rPr>
              <a:t>1 (mod p).</a:t>
            </a:r>
            <a:endParaRPr sz="1800" dirty="0">
              <a:latin typeface="Proxima Nova"/>
              <a:ea typeface="Proxima Nova"/>
              <a:cs typeface="Proxima Nova"/>
              <a:sym typeface="Proxima Nova"/>
            </a:endParaRPr>
          </a:p>
        </p:txBody>
      </p:sp>
      <p:sp>
        <p:nvSpPr>
          <p:cNvPr id="673" name="Google Shape;673;p79"/>
          <p:cNvSpPr txBox="1"/>
          <p:nvPr/>
        </p:nvSpPr>
        <p:spPr>
          <a:xfrm>
            <a:off x="188075" y="1542100"/>
            <a:ext cx="4983600" cy="14175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800" b="1" u="sng">
                <a:solidFill>
                  <a:schemeClr val="dk1"/>
                </a:solidFill>
                <a:latin typeface="Proxima Nova"/>
                <a:ea typeface="Proxima Nova"/>
                <a:cs typeface="Proxima Nova"/>
                <a:sym typeface="Proxima Nova"/>
              </a:rPr>
              <a:t>Proof:</a:t>
            </a:r>
            <a:r>
              <a:rPr lang="en" sz="1800" b="1">
                <a:solidFill>
                  <a:schemeClr val="dk1"/>
                </a:solidFill>
                <a:latin typeface="Proxima Nova"/>
                <a:ea typeface="Proxima Nova"/>
                <a:cs typeface="Proxima Nova"/>
                <a:sym typeface="Proxima Nova"/>
              </a:rPr>
              <a:t> </a:t>
            </a:r>
            <a:r>
              <a:rPr lang="en" sz="1800">
                <a:solidFill>
                  <a:schemeClr val="dk1"/>
                </a:solidFill>
                <a:latin typeface="Proxima Nova"/>
                <a:ea typeface="Proxima Nova"/>
                <a:cs typeface="Proxima Nova"/>
                <a:sym typeface="Proxima Nova"/>
              </a:rPr>
              <a:t>That is, (p – 1)! A</a:t>
            </a:r>
            <a:r>
              <a:rPr lang="en" sz="1800" baseline="30000">
                <a:solidFill>
                  <a:schemeClr val="dk1"/>
                </a:solidFill>
                <a:latin typeface="Proxima Nova"/>
                <a:ea typeface="Proxima Nova"/>
                <a:cs typeface="Proxima Nova"/>
                <a:sym typeface="Proxima Nova"/>
              </a:rPr>
              <a:t>p – 1</a:t>
            </a:r>
            <a:r>
              <a:rPr lang="en" sz="1800">
                <a:solidFill>
                  <a:schemeClr val="dk1"/>
                </a:solidFill>
                <a:latin typeface="Proxima Nova"/>
                <a:ea typeface="Proxima Nova"/>
                <a:cs typeface="Proxima Nova"/>
                <a:sym typeface="Proxima Nova"/>
              </a:rPr>
              <a:t> ≡ (p – 1)! (mod p). Now p is prime, which implies that (p – 1)! and p are relatively prime. </a:t>
            </a:r>
            <a:endParaRPr sz="1800">
              <a:solidFill>
                <a:schemeClr val="dk1"/>
              </a:solidFill>
              <a:latin typeface="Proxima Nova"/>
              <a:ea typeface="Proxima Nova"/>
              <a:cs typeface="Proxima Nova"/>
              <a:sym typeface="Proxima Nova"/>
            </a:endParaRPr>
          </a:p>
          <a:p>
            <a:pPr marL="0" lvl="0" indent="0" algn="just" rtl="0">
              <a:lnSpc>
                <a:spcPct val="115000"/>
              </a:lnSpc>
              <a:spcBef>
                <a:spcPts val="0"/>
              </a:spcBef>
              <a:spcAft>
                <a:spcPts val="0"/>
              </a:spcAft>
              <a:buNone/>
            </a:pPr>
            <a:r>
              <a:rPr lang="en" sz="1800">
                <a:solidFill>
                  <a:schemeClr val="dk1"/>
                </a:solidFill>
                <a:latin typeface="Proxima Nova"/>
                <a:ea typeface="Proxima Nova"/>
                <a:cs typeface="Proxima Nova"/>
                <a:sym typeface="Proxima Nova"/>
              </a:rPr>
              <a:t>We obtain A</a:t>
            </a:r>
            <a:r>
              <a:rPr lang="en" sz="1800" baseline="30000">
                <a:solidFill>
                  <a:schemeClr val="dk1"/>
                </a:solidFill>
                <a:latin typeface="Proxima Nova"/>
                <a:ea typeface="Proxima Nova"/>
                <a:cs typeface="Proxima Nova"/>
                <a:sym typeface="Proxima Nova"/>
              </a:rPr>
              <a:t>p - 1</a:t>
            </a:r>
            <a:r>
              <a:rPr lang="en" sz="1800">
                <a:solidFill>
                  <a:schemeClr val="dk1"/>
                </a:solidFill>
                <a:latin typeface="Proxima Nova"/>
                <a:ea typeface="Proxima Nova"/>
                <a:cs typeface="Proxima Nova"/>
                <a:sym typeface="Proxima Nova"/>
              </a:rPr>
              <a:t> </a:t>
            </a:r>
            <a:r>
              <a:rPr lang="en" sz="1800" b="1">
                <a:solidFill>
                  <a:schemeClr val="dk1"/>
                </a:solidFill>
                <a:latin typeface="Proxima Nova"/>
                <a:ea typeface="Proxima Nova"/>
                <a:cs typeface="Proxima Nova"/>
                <a:sym typeface="Proxima Nova"/>
              </a:rPr>
              <a:t>≡ </a:t>
            </a:r>
            <a:r>
              <a:rPr lang="en" sz="1800">
                <a:solidFill>
                  <a:schemeClr val="dk1"/>
                </a:solidFill>
                <a:latin typeface="Proxima Nova"/>
                <a:ea typeface="Proxima Nova"/>
                <a:cs typeface="Proxima Nova"/>
                <a:sym typeface="Proxima Nova"/>
              </a:rPr>
              <a:t>1 (mod p).</a:t>
            </a:r>
            <a:endParaRPr sz="1800">
              <a:latin typeface="Proxima Nova"/>
              <a:ea typeface="Proxima Nova"/>
              <a:cs typeface="Proxima Nova"/>
              <a:sym typeface="Proxima Nov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1D27777-1F65-4A71-B709-726A8334C95C}"/>
                  </a:ext>
                </a:extLst>
              </p14:cNvPr>
              <p14:cNvContentPartPr/>
              <p14:nvPr/>
            </p14:nvContentPartPr>
            <p14:xfrm>
              <a:off x="2081520" y="912960"/>
              <a:ext cx="5711760" cy="3549240"/>
            </p14:xfrm>
          </p:contentPart>
        </mc:Choice>
        <mc:Fallback>
          <p:pic>
            <p:nvPicPr>
              <p:cNvPr id="2" name="Ink 1">
                <a:extLst>
                  <a:ext uri="{FF2B5EF4-FFF2-40B4-BE49-F238E27FC236}">
                    <a16:creationId xmlns:a16="http://schemas.microsoft.com/office/drawing/2014/main" id="{31D27777-1F65-4A71-B709-726A8334C95C}"/>
                  </a:ext>
                </a:extLst>
              </p:cNvPr>
              <p:cNvPicPr/>
              <p:nvPr/>
            </p:nvPicPr>
            <p:blipFill>
              <a:blip r:embed="rId4"/>
              <a:stretch>
                <a:fillRect/>
              </a:stretch>
            </p:blipFill>
            <p:spPr>
              <a:xfrm>
                <a:off x="2072160" y="903600"/>
                <a:ext cx="5730480" cy="35679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0"/>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Find the remainder when 2</a:t>
            </a:r>
            <a:r>
              <a:rPr lang="en" sz="1900" baseline="30000">
                <a:solidFill>
                  <a:schemeClr val="dk1"/>
                </a:solidFill>
                <a:latin typeface="Bree Serif"/>
                <a:ea typeface="Bree Serif"/>
                <a:cs typeface="Bree Serif"/>
                <a:sym typeface="Bree Serif"/>
              </a:rPr>
              <a:t>72</a:t>
            </a:r>
            <a:r>
              <a:rPr lang="en" sz="1900">
                <a:solidFill>
                  <a:schemeClr val="dk1"/>
                </a:solidFill>
                <a:latin typeface="Bree Serif"/>
                <a:ea typeface="Bree Serif"/>
                <a:cs typeface="Bree Serif"/>
                <a:sym typeface="Bree Serif"/>
              </a:rPr>
              <a:t> is divided by 73.</a:t>
            </a:r>
            <a:endParaRPr sz="1700">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5AC821B-3C22-4C65-8120-5FD90B719382}"/>
                  </a:ext>
                </a:extLst>
              </p14:cNvPr>
              <p14:cNvContentPartPr/>
              <p14:nvPr/>
            </p14:nvContentPartPr>
            <p14:xfrm>
              <a:off x="893880" y="144000"/>
              <a:ext cx="4115160" cy="2460960"/>
            </p14:xfrm>
          </p:contentPart>
        </mc:Choice>
        <mc:Fallback>
          <p:pic>
            <p:nvPicPr>
              <p:cNvPr id="2" name="Ink 1">
                <a:extLst>
                  <a:ext uri="{FF2B5EF4-FFF2-40B4-BE49-F238E27FC236}">
                    <a16:creationId xmlns:a16="http://schemas.microsoft.com/office/drawing/2014/main" id="{45AC821B-3C22-4C65-8120-5FD90B719382}"/>
                  </a:ext>
                </a:extLst>
              </p:cNvPr>
              <p:cNvPicPr/>
              <p:nvPr/>
            </p:nvPicPr>
            <p:blipFill>
              <a:blip r:embed="rId4"/>
              <a:stretch>
                <a:fillRect/>
              </a:stretch>
            </p:blipFill>
            <p:spPr>
              <a:xfrm>
                <a:off x="884520" y="134640"/>
                <a:ext cx="4133880" cy="24796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1"/>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Find the remainder when 2</a:t>
            </a:r>
            <a:r>
              <a:rPr lang="en" sz="1900" baseline="30000">
                <a:solidFill>
                  <a:schemeClr val="dk1"/>
                </a:solidFill>
                <a:latin typeface="Bree Serif"/>
                <a:ea typeface="Bree Serif"/>
                <a:cs typeface="Bree Serif"/>
                <a:sym typeface="Bree Serif"/>
              </a:rPr>
              <a:t>72</a:t>
            </a:r>
            <a:r>
              <a:rPr lang="en" sz="1900">
                <a:solidFill>
                  <a:schemeClr val="dk1"/>
                </a:solidFill>
                <a:latin typeface="Bree Serif"/>
                <a:ea typeface="Bree Serif"/>
                <a:cs typeface="Bree Serif"/>
                <a:sym typeface="Bree Serif"/>
              </a:rPr>
              <a:t> is divided by 73.</a:t>
            </a:r>
            <a:endParaRPr sz="1700">
              <a:solidFill>
                <a:schemeClr val="dk1"/>
              </a:solidFill>
              <a:latin typeface="Bree Serif"/>
              <a:ea typeface="Bree Serif"/>
              <a:cs typeface="Bree Serif"/>
              <a:sym typeface="Bree Serif"/>
            </a:endParaRPr>
          </a:p>
        </p:txBody>
      </p:sp>
      <p:sp>
        <p:nvSpPr>
          <p:cNvPr id="684" name="Google Shape;684;p81"/>
          <p:cNvSpPr txBox="1"/>
          <p:nvPr/>
        </p:nvSpPr>
        <p:spPr>
          <a:xfrm>
            <a:off x="193125" y="1828650"/>
            <a:ext cx="2637300" cy="14862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900">
                <a:latin typeface="Proxima Nova"/>
                <a:ea typeface="Proxima Nova"/>
                <a:cs typeface="Proxima Nova"/>
                <a:sym typeface="Proxima Nova"/>
              </a:rPr>
              <a:t>Since 73 is prime,</a:t>
            </a:r>
            <a:endParaRPr sz="1900">
              <a:latin typeface="Proxima Nova"/>
              <a:ea typeface="Proxima Nova"/>
              <a:cs typeface="Proxima Nova"/>
              <a:sym typeface="Proxima Nova"/>
            </a:endParaRPr>
          </a:p>
          <a:p>
            <a:pPr marL="1371600" lvl="0" indent="-1371600" algn="just" rtl="0">
              <a:lnSpc>
                <a:spcPct val="115000"/>
              </a:lnSpc>
              <a:spcBef>
                <a:spcPts val="0"/>
              </a:spcBef>
              <a:spcAft>
                <a:spcPts val="0"/>
              </a:spcAft>
              <a:buNone/>
            </a:pPr>
            <a:r>
              <a:rPr lang="en" sz="1900">
                <a:latin typeface="Proxima Nova"/>
                <a:ea typeface="Proxima Nova"/>
                <a:cs typeface="Proxima Nova"/>
                <a:sym typeface="Proxima Nova"/>
              </a:rPr>
              <a:t>2</a:t>
            </a:r>
            <a:r>
              <a:rPr lang="en" sz="1900" baseline="30000">
                <a:latin typeface="Proxima Nova"/>
                <a:ea typeface="Proxima Nova"/>
                <a:cs typeface="Proxima Nova"/>
                <a:sym typeface="Proxima Nova"/>
              </a:rPr>
              <a:t>73 - 1</a:t>
            </a:r>
            <a:r>
              <a:rPr lang="en" sz="1900">
                <a:latin typeface="Proxima Nova"/>
                <a:ea typeface="Proxima Nova"/>
                <a:cs typeface="Proxima Nova"/>
                <a:sym typeface="Proxima Nova"/>
              </a:rPr>
              <a:t> </a:t>
            </a:r>
            <a:r>
              <a:rPr lang="en" sz="1900" b="1">
                <a:latin typeface="Proxima Nova"/>
                <a:ea typeface="Proxima Nova"/>
                <a:cs typeface="Proxima Nova"/>
                <a:sym typeface="Proxima Nova"/>
              </a:rPr>
              <a:t>≡ </a:t>
            </a:r>
            <a:r>
              <a:rPr lang="en" sz="1900">
                <a:latin typeface="Proxima Nova"/>
                <a:ea typeface="Proxima Nova"/>
                <a:cs typeface="Proxima Nova"/>
                <a:sym typeface="Proxima Nova"/>
              </a:rPr>
              <a:t>1 (mod 73)</a:t>
            </a:r>
            <a:endParaRPr sz="1900">
              <a:latin typeface="Proxima Nova"/>
              <a:ea typeface="Proxima Nova"/>
              <a:cs typeface="Proxima Nova"/>
              <a:sym typeface="Proxima Nova"/>
            </a:endParaRPr>
          </a:p>
          <a:p>
            <a:pPr marL="1371600" lvl="0" indent="-1371600" algn="just" rtl="0">
              <a:lnSpc>
                <a:spcPct val="115000"/>
              </a:lnSpc>
              <a:spcBef>
                <a:spcPts val="0"/>
              </a:spcBef>
              <a:spcAft>
                <a:spcPts val="0"/>
              </a:spcAft>
              <a:buNone/>
            </a:pPr>
            <a:r>
              <a:rPr lang="en" sz="1900">
                <a:latin typeface="Proxima Nova"/>
                <a:ea typeface="Proxima Nova"/>
                <a:cs typeface="Proxima Nova"/>
                <a:sym typeface="Proxima Nova"/>
              </a:rPr>
              <a:t>⇒ 2</a:t>
            </a:r>
            <a:r>
              <a:rPr lang="en" sz="1900" baseline="30000">
                <a:latin typeface="Proxima Nova"/>
                <a:ea typeface="Proxima Nova"/>
                <a:cs typeface="Proxima Nova"/>
                <a:sym typeface="Proxima Nova"/>
              </a:rPr>
              <a:t>72</a:t>
            </a:r>
            <a:r>
              <a:rPr lang="en" sz="1900">
                <a:latin typeface="Proxima Nova"/>
                <a:ea typeface="Proxima Nova"/>
                <a:cs typeface="Proxima Nova"/>
                <a:sym typeface="Proxima Nova"/>
              </a:rPr>
              <a:t> </a:t>
            </a:r>
            <a:r>
              <a:rPr lang="en" sz="1900" b="1">
                <a:latin typeface="Proxima Nova"/>
                <a:ea typeface="Proxima Nova"/>
                <a:cs typeface="Proxima Nova"/>
                <a:sym typeface="Proxima Nova"/>
              </a:rPr>
              <a:t>≡ </a:t>
            </a:r>
            <a:r>
              <a:rPr lang="en" sz="1900">
                <a:latin typeface="Proxima Nova"/>
                <a:ea typeface="Proxima Nova"/>
                <a:cs typeface="Proxima Nova"/>
                <a:sym typeface="Proxima Nova"/>
              </a:rPr>
              <a:t>1 (mod 73)</a:t>
            </a:r>
            <a:endParaRPr sz="1900">
              <a:latin typeface="Proxima Nova"/>
              <a:ea typeface="Proxima Nova"/>
              <a:cs typeface="Proxima Nova"/>
              <a:sym typeface="Proxima Nova"/>
            </a:endParaRPr>
          </a:p>
          <a:p>
            <a:pPr marL="1371600" lvl="0" indent="-1371600" algn="just" rtl="0">
              <a:lnSpc>
                <a:spcPct val="115000"/>
              </a:lnSpc>
              <a:spcBef>
                <a:spcPts val="0"/>
              </a:spcBef>
              <a:spcAft>
                <a:spcPts val="0"/>
              </a:spcAft>
              <a:buClr>
                <a:srgbClr val="000000"/>
              </a:buClr>
              <a:buSzPts val="1100"/>
              <a:buFont typeface="Arial"/>
              <a:buNone/>
            </a:pPr>
            <a:r>
              <a:rPr lang="en" sz="1900">
                <a:latin typeface="Proxima Nova"/>
                <a:ea typeface="Proxima Nova"/>
                <a:cs typeface="Proxima Nova"/>
                <a:sym typeface="Proxima Nova"/>
              </a:rPr>
              <a:t>∴ Remainder is 1.  </a:t>
            </a:r>
            <a:endParaRPr sz="1900">
              <a:latin typeface="Proxima Nova"/>
              <a:ea typeface="Proxima Nova"/>
              <a:cs typeface="Proxima Nova"/>
              <a:sym typeface="Proxima Nova"/>
            </a:endParaRPr>
          </a:p>
        </p:txBody>
      </p:sp>
      <p:sp>
        <p:nvSpPr>
          <p:cNvPr id="685" name="Google Shape;685;p81"/>
          <p:cNvSpPr txBox="1"/>
          <p:nvPr/>
        </p:nvSpPr>
        <p:spPr>
          <a:xfrm>
            <a:off x="143687" y="137315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82"/>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the remainder when 2</a:t>
            </a:r>
            <a:r>
              <a:rPr lang="en" sz="1800" baseline="30000">
                <a:solidFill>
                  <a:schemeClr val="dk1"/>
                </a:solidFill>
                <a:latin typeface="Bree Serif"/>
                <a:ea typeface="Bree Serif"/>
                <a:cs typeface="Bree Serif"/>
                <a:sym typeface="Bree Serif"/>
              </a:rPr>
              <a:t>106</a:t>
            </a:r>
            <a:r>
              <a:rPr lang="en" sz="1800">
                <a:solidFill>
                  <a:schemeClr val="dk1"/>
                </a:solidFill>
                <a:latin typeface="Bree Serif"/>
                <a:ea typeface="Bree Serif"/>
                <a:cs typeface="Bree Serif"/>
                <a:sym typeface="Bree Serif"/>
              </a:rPr>
              <a:t> is divided by 53. </a:t>
            </a:r>
            <a:endParaRPr sz="1800">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D853770-A66B-4679-8572-0EE49FA8F4F8}"/>
                  </a:ext>
                </a:extLst>
              </p14:cNvPr>
              <p14:cNvContentPartPr/>
              <p14:nvPr/>
            </p14:nvContentPartPr>
            <p14:xfrm>
              <a:off x="836640" y="414720"/>
              <a:ext cx="5093280" cy="3139560"/>
            </p14:xfrm>
          </p:contentPart>
        </mc:Choice>
        <mc:Fallback>
          <p:pic>
            <p:nvPicPr>
              <p:cNvPr id="2" name="Ink 1">
                <a:extLst>
                  <a:ext uri="{FF2B5EF4-FFF2-40B4-BE49-F238E27FC236}">
                    <a16:creationId xmlns:a16="http://schemas.microsoft.com/office/drawing/2014/main" id="{CD853770-A66B-4679-8572-0EE49FA8F4F8}"/>
                  </a:ext>
                </a:extLst>
              </p:cNvPr>
              <p:cNvPicPr/>
              <p:nvPr/>
            </p:nvPicPr>
            <p:blipFill>
              <a:blip r:embed="rId4"/>
              <a:stretch>
                <a:fillRect/>
              </a:stretch>
            </p:blipFill>
            <p:spPr>
              <a:xfrm>
                <a:off x="827280" y="405360"/>
                <a:ext cx="5112000" cy="315828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83"/>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the remainder when 2</a:t>
            </a:r>
            <a:r>
              <a:rPr lang="en" sz="1800" baseline="30000">
                <a:solidFill>
                  <a:schemeClr val="dk1"/>
                </a:solidFill>
                <a:latin typeface="Bree Serif"/>
                <a:ea typeface="Bree Serif"/>
                <a:cs typeface="Bree Serif"/>
                <a:sym typeface="Bree Serif"/>
              </a:rPr>
              <a:t>106</a:t>
            </a:r>
            <a:r>
              <a:rPr lang="en" sz="1800">
                <a:solidFill>
                  <a:schemeClr val="dk1"/>
                </a:solidFill>
                <a:latin typeface="Bree Serif"/>
                <a:ea typeface="Bree Serif"/>
                <a:cs typeface="Bree Serif"/>
                <a:sym typeface="Bree Serif"/>
              </a:rPr>
              <a:t> is divided by 53. </a:t>
            </a:r>
            <a:endParaRPr sz="1800">
              <a:solidFill>
                <a:schemeClr val="dk1"/>
              </a:solidFill>
              <a:latin typeface="Bree Serif"/>
              <a:ea typeface="Bree Serif"/>
              <a:cs typeface="Bree Serif"/>
              <a:sym typeface="Bree Serif"/>
            </a:endParaRPr>
          </a:p>
        </p:txBody>
      </p:sp>
      <p:sp>
        <p:nvSpPr>
          <p:cNvPr id="696" name="Google Shape;696;p83"/>
          <p:cNvSpPr txBox="1"/>
          <p:nvPr/>
        </p:nvSpPr>
        <p:spPr>
          <a:xfrm>
            <a:off x="155443" y="142325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697" name="Google Shape;697;p83"/>
          <p:cNvSpPr txBox="1"/>
          <p:nvPr/>
        </p:nvSpPr>
        <p:spPr>
          <a:xfrm>
            <a:off x="155443" y="18420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2</a:t>
            </a:r>
            <a:r>
              <a:rPr lang="en" sz="2000" baseline="30000">
                <a:latin typeface="Proxima Nova"/>
                <a:ea typeface="Proxima Nova"/>
                <a:cs typeface="Proxima Nova"/>
                <a:sym typeface="Proxima Nova"/>
              </a:rPr>
              <a:t>52</a:t>
            </a:r>
            <a:r>
              <a:rPr lang="en" sz="2000">
                <a:latin typeface="Proxima Nova"/>
                <a:ea typeface="Proxima Nova"/>
                <a:cs typeface="Proxima Nova"/>
                <a:sym typeface="Proxima Nova"/>
              </a:rPr>
              <a:t> ≡ 1 (mod 53)</a:t>
            </a:r>
            <a:endParaRPr sz="2000">
              <a:latin typeface="Proxima Nova"/>
              <a:ea typeface="Proxima Nova"/>
              <a:cs typeface="Proxima Nova"/>
              <a:sym typeface="Proxima Nova"/>
            </a:endParaRPr>
          </a:p>
        </p:txBody>
      </p:sp>
      <p:sp>
        <p:nvSpPr>
          <p:cNvPr id="698" name="Google Shape;698;p83"/>
          <p:cNvSpPr txBox="1"/>
          <p:nvPr/>
        </p:nvSpPr>
        <p:spPr>
          <a:xfrm>
            <a:off x="155443" y="22230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Square both sides</a:t>
            </a:r>
            <a:endParaRPr sz="2000">
              <a:latin typeface="Proxima Nova"/>
              <a:ea typeface="Proxima Nova"/>
              <a:cs typeface="Proxima Nova"/>
              <a:sym typeface="Proxima Nova"/>
            </a:endParaRPr>
          </a:p>
        </p:txBody>
      </p:sp>
      <p:sp>
        <p:nvSpPr>
          <p:cNvPr id="699" name="Google Shape;699;p83"/>
          <p:cNvSpPr txBox="1"/>
          <p:nvPr/>
        </p:nvSpPr>
        <p:spPr>
          <a:xfrm>
            <a:off x="155443" y="26040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2</a:t>
            </a:r>
            <a:r>
              <a:rPr lang="en" sz="2000" baseline="30000">
                <a:latin typeface="Proxima Nova"/>
                <a:ea typeface="Proxima Nova"/>
                <a:cs typeface="Proxima Nova"/>
                <a:sym typeface="Proxima Nova"/>
              </a:rPr>
              <a:t>104</a:t>
            </a:r>
            <a:r>
              <a:rPr lang="en" sz="2000">
                <a:latin typeface="Proxima Nova"/>
                <a:ea typeface="Proxima Nova"/>
                <a:cs typeface="Proxima Nova"/>
                <a:sym typeface="Proxima Nova"/>
              </a:rPr>
              <a:t> ≡ 1 (mod 53).....(1)</a:t>
            </a:r>
            <a:endParaRPr sz="2000">
              <a:latin typeface="Proxima Nova"/>
              <a:ea typeface="Proxima Nova"/>
              <a:cs typeface="Proxima Nova"/>
              <a:sym typeface="Proxima Nova"/>
            </a:endParaRPr>
          </a:p>
        </p:txBody>
      </p:sp>
      <p:sp>
        <p:nvSpPr>
          <p:cNvPr id="700" name="Google Shape;700;p83"/>
          <p:cNvSpPr txBox="1"/>
          <p:nvPr/>
        </p:nvSpPr>
        <p:spPr>
          <a:xfrm>
            <a:off x="155443" y="29850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2</a:t>
            </a:r>
            <a:r>
              <a:rPr lang="en" sz="2000" baseline="30000">
                <a:latin typeface="Proxima Nova"/>
                <a:ea typeface="Proxima Nova"/>
                <a:cs typeface="Proxima Nova"/>
                <a:sym typeface="Proxima Nova"/>
              </a:rPr>
              <a:t>2</a:t>
            </a:r>
            <a:r>
              <a:rPr lang="en" sz="2000">
                <a:latin typeface="Proxima Nova"/>
                <a:ea typeface="Proxima Nova"/>
                <a:cs typeface="Proxima Nova"/>
                <a:sym typeface="Proxima Nova"/>
              </a:rPr>
              <a:t> ≡ 4 (mod 53).....(2)</a:t>
            </a:r>
            <a:endParaRPr sz="2000">
              <a:latin typeface="Proxima Nova"/>
              <a:ea typeface="Proxima Nova"/>
              <a:cs typeface="Proxima Nova"/>
              <a:sym typeface="Proxima Nova"/>
            </a:endParaRPr>
          </a:p>
        </p:txBody>
      </p:sp>
      <p:sp>
        <p:nvSpPr>
          <p:cNvPr id="701" name="Google Shape;701;p83"/>
          <p:cNvSpPr txBox="1"/>
          <p:nvPr/>
        </p:nvSpPr>
        <p:spPr>
          <a:xfrm>
            <a:off x="155443" y="33660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Multiplying (1) and (2)</a:t>
            </a:r>
            <a:endParaRPr sz="2000">
              <a:latin typeface="Proxima Nova"/>
              <a:ea typeface="Proxima Nova"/>
              <a:cs typeface="Proxima Nova"/>
              <a:sym typeface="Proxima Nova"/>
            </a:endParaRPr>
          </a:p>
        </p:txBody>
      </p:sp>
      <p:sp>
        <p:nvSpPr>
          <p:cNvPr id="702" name="Google Shape;702;p83"/>
          <p:cNvSpPr txBox="1"/>
          <p:nvPr/>
        </p:nvSpPr>
        <p:spPr>
          <a:xfrm>
            <a:off x="155443" y="37470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 2</a:t>
            </a:r>
            <a:r>
              <a:rPr lang="en" sz="2000" baseline="30000">
                <a:latin typeface="Proxima Nova"/>
                <a:ea typeface="Proxima Nova"/>
                <a:cs typeface="Proxima Nova"/>
                <a:sym typeface="Proxima Nova"/>
              </a:rPr>
              <a:t>106</a:t>
            </a:r>
            <a:r>
              <a:rPr lang="en" sz="2000">
                <a:latin typeface="Proxima Nova"/>
                <a:ea typeface="Proxima Nova"/>
                <a:cs typeface="Proxima Nova"/>
                <a:sym typeface="Proxima Nova"/>
              </a:rPr>
              <a:t> ≡ 4 (mod 53)</a:t>
            </a:r>
            <a:endParaRPr sz="2000">
              <a:latin typeface="Proxima Nova"/>
              <a:ea typeface="Proxima Nova"/>
              <a:cs typeface="Proxima Nova"/>
              <a:sym typeface="Proxima Nova"/>
            </a:endParaRPr>
          </a:p>
        </p:txBody>
      </p:sp>
      <p:sp>
        <p:nvSpPr>
          <p:cNvPr id="703" name="Google Shape;703;p83"/>
          <p:cNvSpPr txBox="1"/>
          <p:nvPr/>
        </p:nvSpPr>
        <p:spPr>
          <a:xfrm>
            <a:off x="155443" y="40518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⇒Remainder = 4</a:t>
            </a:r>
            <a:endParaRPr sz="2000">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84"/>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the remainder when 5</a:t>
            </a:r>
            <a:r>
              <a:rPr lang="en" sz="1800" baseline="30000">
                <a:solidFill>
                  <a:schemeClr val="dk1"/>
                </a:solidFill>
                <a:latin typeface="Bree Serif"/>
                <a:ea typeface="Bree Serif"/>
                <a:cs typeface="Bree Serif"/>
                <a:sym typeface="Bree Serif"/>
              </a:rPr>
              <a:t>91</a:t>
            </a:r>
            <a:r>
              <a:rPr lang="en" sz="1800">
                <a:solidFill>
                  <a:schemeClr val="dk1"/>
                </a:solidFill>
                <a:latin typeface="Bree Serif"/>
                <a:ea typeface="Bree Serif"/>
                <a:cs typeface="Bree Serif"/>
                <a:sym typeface="Bree Serif"/>
              </a:rPr>
              <a:t> is divided by 31.</a:t>
            </a:r>
            <a:endParaRPr sz="1800">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DE19309-44D0-411D-BCC8-1CA2CBDB434C}"/>
                  </a:ext>
                </a:extLst>
              </p14:cNvPr>
              <p14:cNvContentPartPr/>
              <p14:nvPr/>
            </p14:nvContentPartPr>
            <p14:xfrm>
              <a:off x="870120" y="340560"/>
              <a:ext cx="5062680" cy="2773800"/>
            </p14:xfrm>
          </p:contentPart>
        </mc:Choice>
        <mc:Fallback>
          <p:pic>
            <p:nvPicPr>
              <p:cNvPr id="2" name="Ink 1">
                <a:extLst>
                  <a:ext uri="{FF2B5EF4-FFF2-40B4-BE49-F238E27FC236}">
                    <a16:creationId xmlns:a16="http://schemas.microsoft.com/office/drawing/2014/main" id="{BDE19309-44D0-411D-BCC8-1CA2CBDB434C}"/>
                  </a:ext>
                </a:extLst>
              </p:cNvPr>
              <p:cNvPicPr/>
              <p:nvPr/>
            </p:nvPicPr>
            <p:blipFill>
              <a:blip r:embed="rId4"/>
              <a:stretch>
                <a:fillRect/>
              </a:stretch>
            </p:blipFill>
            <p:spPr>
              <a:xfrm>
                <a:off x="860760" y="331200"/>
                <a:ext cx="5081400" cy="279252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85"/>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the remainder when 5</a:t>
            </a:r>
            <a:r>
              <a:rPr lang="en" sz="1800" baseline="30000">
                <a:solidFill>
                  <a:schemeClr val="dk1"/>
                </a:solidFill>
                <a:latin typeface="Bree Serif"/>
                <a:ea typeface="Bree Serif"/>
                <a:cs typeface="Bree Serif"/>
                <a:sym typeface="Bree Serif"/>
              </a:rPr>
              <a:t>91</a:t>
            </a:r>
            <a:r>
              <a:rPr lang="en" sz="1800">
                <a:solidFill>
                  <a:schemeClr val="dk1"/>
                </a:solidFill>
                <a:latin typeface="Bree Serif"/>
                <a:ea typeface="Bree Serif"/>
                <a:cs typeface="Bree Serif"/>
                <a:sym typeface="Bree Serif"/>
              </a:rPr>
              <a:t> is divided by 31.</a:t>
            </a:r>
            <a:endParaRPr sz="1800">
              <a:solidFill>
                <a:schemeClr val="dk1"/>
              </a:solidFill>
              <a:latin typeface="Bree Serif"/>
              <a:ea typeface="Bree Serif"/>
              <a:cs typeface="Bree Serif"/>
              <a:sym typeface="Bree Serif"/>
            </a:endParaRPr>
          </a:p>
        </p:txBody>
      </p:sp>
      <p:sp>
        <p:nvSpPr>
          <p:cNvPr id="714" name="Google Shape;714;p85"/>
          <p:cNvSpPr txBox="1"/>
          <p:nvPr/>
        </p:nvSpPr>
        <p:spPr>
          <a:xfrm>
            <a:off x="155443" y="142325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715" name="Google Shape;715;p85"/>
          <p:cNvSpPr txBox="1"/>
          <p:nvPr/>
        </p:nvSpPr>
        <p:spPr>
          <a:xfrm>
            <a:off x="155443" y="18420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5</a:t>
            </a:r>
            <a:r>
              <a:rPr lang="en" sz="2000" baseline="30000">
                <a:latin typeface="Proxima Nova"/>
                <a:ea typeface="Proxima Nova"/>
                <a:cs typeface="Proxima Nova"/>
                <a:sym typeface="Proxima Nova"/>
              </a:rPr>
              <a:t>30</a:t>
            </a:r>
            <a:r>
              <a:rPr lang="en" sz="2000">
                <a:latin typeface="Proxima Nova"/>
                <a:ea typeface="Proxima Nova"/>
                <a:cs typeface="Proxima Nova"/>
                <a:sym typeface="Proxima Nova"/>
              </a:rPr>
              <a:t> ≡ 1 (mod 31)</a:t>
            </a:r>
            <a:endParaRPr sz="2000">
              <a:latin typeface="Proxima Nova"/>
              <a:ea typeface="Proxima Nova"/>
              <a:cs typeface="Proxima Nova"/>
              <a:sym typeface="Proxima Nova"/>
            </a:endParaRPr>
          </a:p>
        </p:txBody>
      </p:sp>
      <p:sp>
        <p:nvSpPr>
          <p:cNvPr id="716" name="Google Shape;716;p85"/>
          <p:cNvSpPr txBox="1"/>
          <p:nvPr/>
        </p:nvSpPr>
        <p:spPr>
          <a:xfrm>
            <a:off x="155450" y="2223025"/>
            <a:ext cx="3984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Take cube on both sides</a:t>
            </a:r>
            <a:endParaRPr sz="2000">
              <a:latin typeface="Proxima Nova"/>
              <a:ea typeface="Proxima Nova"/>
              <a:cs typeface="Proxima Nova"/>
              <a:sym typeface="Proxima Nova"/>
            </a:endParaRPr>
          </a:p>
        </p:txBody>
      </p:sp>
      <p:sp>
        <p:nvSpPr>
          <p:cNvPr id="717" name="Google Shape;717;p85"/>
          <p:cNvSpPr txBox="1"/>
          <p:nvPr/>
        </p:nvSpPr>
        <p:spPr>
          <a:xfrm>
            <a:off x="155443" y="26802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5</a:t>
            </a:r>
            <a:r>
              <a:rPr lang="en" sz="2000" baseline="30000">
                <a:latin typeface="Proxima Nova"/>
                <a:ea typeface="Proxima Nova"/>
                <a:cs typeface="Proxima Nova"/>
                <a:sym typeface="Proxima Nova"/>
              </a:rPr>
              <a:t>90</a:t>
            </a:r>
            <a:r>
              <a:rPr lang="en" sz="2000">
                <a:latin typeface="Proxima Nova"/>
                <a:ea typeface="Proxima Nova"/>
                <a:cs typeface="Proxima Nova"/>
                <a:sym typeface="Proxima Nova"/>
              </a:rPr>
              <a:t> ≡ 1 (mod 31)</a:t>
            </a:r>
            <a:endParaRPr sz="2000">
              <a:latin typeface="Proxima Nova"/>
              <a:ea typeface="Proxima Nova"/>
              <a:cs typeface="Proxima Nova"/>
              <a:sym typeface="Proxima Nova"/>
            </a:endParaRPr>
          </a:p>
        </p:txBody>
      </p:sp>
      <p:sp>
        <p:nvSpPr>
          <p:cNvPr id="718" name="Google Shape;718;p85"/>
          <p:cNvSpPr txBox="1"/>
          <p:nvPr/>
        </p:nvSpPr>
        <p:spPr>
          <a:xfrm>
            <a:off x="155443" y="30612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Multiply with 5</a:t>
            </a:r>
            <a:endParaRPr sz="2000">
              <a:latin typeface="Proxima Nova"/>
              <a:ea typeface="Proxima Nova"/>
              <a:cs typeface="Proxima Nova"/>
              <a:sym typeface="Proxima Nova"/>
            </a:endParaRPr>
          </a:p>
        </p:txBody>
      </p:sp>
      <p:sp>
        <p:nvSpPr>
          <p:cNvPr id="719" name="Google Shape;719;p85"/>
          <p:cNvSpPr txBox="1"/>
          <p:nvPr/>
        </p:nvSpPr>
        <p:spPr>
          <a:xfrm>
            <a:off x="155443" y="34422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5</a:t>
            </a:r>
            <a:r>
              <a:rPr lang="en" sz="2000" baseline="30000">
                <a:latin typeface="Proxima Nova"/>
                <a:ea typeface="Proxima Nova"/>
                <a:cs typeface="Proxima Nova"/>
                <a:sym typeface="Proxima Nova"/>
              </a:rPr>
              <a:t>91</a:t>
            </a:r>
            <a:r>
              <a:rPr lang="en" sz="2000">
                <a:latin typeface="Proxima Nova"/>
                <a:ea typeface="Proxima Nova"/>
                <a:cs typeface="Proxima Nova"/>
                <a:sym typeface="Proxima Nova"/>
              </a:rPr>
              <a:t> ≡ 5 (mod 31)</a:t>
            </a:r>
            <a:endParaRPr sz="2000">
              <a:latin typeface="Proxima Nova"/>
              <a:ea typeface="Proxima Nova"/>
              <a:cs typeface="Proxima Nova"/>
              <a:sym typeface="Proxima Nova"/>
            </a:endParaRPr>
          </a:p>
        </p:txBody>
      </p:sp>
      <p:sp>
        <p:nvSpPr>
          <p:cNvPr id="720" name="Google Shape;720;p85"/>
          <p:cNvSpPr txBox="1"/>
          <p:nvPr/>
        </p:nvSpPr>
        <p:spPr>
          <a:xfrm>
            <a:off x="155443" y="3823237"/>
            <a:ext cx="251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Remainder = 5</a:t>
            </a:r>
            <a:endParaRPr sz="2000">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86"/>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The number 2</a:t>
            </a:r>
            <a:r>
              <a:rPr lang="en" sz="1800" baseline="30000">
                <a:solidFill>
                  <a:schemeClr val="dk1"/>
                </a:solidFill>
                <a:latin typeface="Bree Serif"/>
                <a:ea typeface="Bree Serif"/>
                <a:cs typeface="Bree Serif"/>
                <a:sym typeface="Bree Serif"/>
              </a:rPr>
              <a:t>1000</a:t>
            </a:r>
            <a:r>
              <a:rPr lang="en" sz="1800">
                <a:solidFill>
                  <a:schemeClr val="dk1"/>
                </a:solidFill>
                <a:latin typeface="Bree Serif"/>
                <a:ea typeface="Bree Serif"/>
                <a:cs typeface="Bree Serif"/>
                <a:sym typeface="Bree Serif"/>
              </a:rPr>
              <a:t> is divided by 13. What is the remainder?</a:t>
            </a:r>
            <a:endParaRPr sz="1800">
              <a:solidFill>
                <a:schemeClr val="dk1"/>
              </a:solidFill>
              <a:latin typeface="Bree Serif"/>
              <a:ea typeface="Bree Serif"/>
              <a:cs typeface="Bree Serif"/>
              <a:sym typeface="Bree Serif"/>
            </a:endParaRPr>
          </a:p>
        </p:txBody>
      </p:sp>
      <p:sp>
        <p:nvSpPr>
          <p:cNvPr id="727" name="Google Shape;727;p86"/>
          <p:cNvSpPr/>
          <p:nvPr/>
        </p:nvSpPr>
        <p:spPr>
          <a:xfrm>
            <a:off x="4738075" y="0"/>
            <a:ext cx="2340600" cy="328500"/>
          </a:xfrm>
          <a:prstGeom prst="roundRect">
            <a:avLst>
              <a:gd name="adj" fmla="val 16667"/>
            </a:avLst>
          </a:prstGeom>
          <a:gradFill>
            <a:gsLst>
              <a:gs pos="0">
                <a:srgbClr val="FFF6DB"/>
              </a:gs>
              <a:gs pos="100000">
                <a:srgbClr val="FAD25C"/>
              </a:gs>
            </a:gsLst>
            <a:lin ang="540001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t>1972 AHSME</a:t>
            </a:r>
            <a:endParaRPr b="1"/>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DCA1E46-6ADA-4428-BFD5-F201F4052C7D}"/>
                  </a:ext>
                </a:extLst>
              </p14:cNvPr>
              <p14:cNvContentPartPr/>
              <p14:nvPr/>
            </p14:nvContentPartPr>
            <p14:xfrm>
              <a:off x="402480" y="2880"/>
              <a:ext cx="8415720" cy="4685040"/>
            </p14:xfrm>
          </p:contentPart>
        </mc:Choice>
        <mc:Fallback>
          <p:pic>
            <p:nvPicPr>
              <p:cNvPr id="2" name="Ink 1">
                <a:extLst>
                  <a:ext uri="{FF2B5EF4-FFF2-40B4-BE49-F238E27FC236}">
                    <a16:creationId xmlns:a16="http://schemas.microsoft.com/office/drawing/2014/main" id="{3DCA1E46-6ADA-4428-BFD5-F201F4052C7D}"/>
                  </a:ext>
                </a:extLst>
              </p:cNvPr>
              <p:cNvPicPr/>
              <p:nvPr/>
            </p:nvPicPr>
            <p:blipFill>
              <a:blip r:embed="rId4"/>
              <a:stretch>
                <a:fillRect/>
              </a:stretch>
            </p:blipFill>
            <p:spPr>
              <a:xfrm>
                <a:off x="393120" y="-6480"/>
                <a:ext cx="8434440" cy="470376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87"/>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The number 2</a:t>
            </a:r>
            <a:r>
              <a:rPr lang="en" sz="1800" baseline="30000">
                <a:solidFill>
                  <a:schemeClr val="dk1"/>
                </a:solidFill>
                <a:latin typeface="Bree Serif"/>
                <a:ea typeface="Bree Serif"/>
                <a:cs typeface="Bree Serif"/>
                <a:sym typeface="Bree Serif"/>
              </a:rPr>
              <a:t>1000</a:t>
            </a:r>
            <a:r>
              <a:rPr lang="en" sz="1800">
                <a:solidFill>
                  <a:schemeClr val="dk1"/>
                </a:solidFill>
                <a:latin typeface="Bree Serif"/>
                <a:ea typeface="Bree Serif"/>
                <a:cs typeface="Bree Serif"/>
                <a:sym typeface="Bree Serif"/>
              </a:rPr>
              <a:t> is divided by 13. What is the remainder?</a:t>
            </a:r>
            <a:endParaRPr sz="1800">
              <a:solidFill>
                <a:schemeClr val="dk1"/>
              </a:solidFill>
              <a:latin typeface="Bree Serif"/>
              <a:ea typeface="Bree Serif"/>
              <a:cs typeface="Bree Serif"/>
              <a:sym typeface="Bree Serif"/>
            </a:endParaRPr>
          </a:p>
        </p:txBody>
      </p:sp>
      <p:sp>
        <p:nvSpPr>
          <p:cNvPr id="733" name="Google Shape;733;p87"/>
          <p:cNvSpPr txBox="1"/>
          <p:nvPr/>
        </p:nvSpPr>
        <p:spPr>
          <a:xfrm>
            <a:off x="60418" y="141580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734" name="Google Shape;734;p87"/>
          <p:cNvSpPr txBox="1"/>
          <p:nvPr/>
        </p:nvSpPr>
        <p:spPr>
          <a:xfrm>
            <a:off x="75225" y="1890025"/>
            <a:ext cx="3591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By Fermat’s Little Theorem</a:t>
            </a:r>
            <a:endParaRPr sz="2000">
              <a:latin typeface="Proxima Nova"/>
              <a:ea typeface="Proxima Nova"/>
              <a:cs typeface="Proxima Nova"/>
              <a:sym typeface="Proxima Nova"/>
            </a:endParaRPr>
          </a:p>
        </p:txBody>
      </p:sp>
      <p:sp>
        <p:nvSpPr>
          <p:cNvPr id="735" name="Google Shape;735;p87"/>
          <p:cNvSpPr txBox="1"/>
          <p:nvPr/>
        </p:nvSpPr>
        <p:spPr>
          <a:xfrm>
            <a:off x="15875" y="2288500"/>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2</a:t>
            </a:r>
            <a:r>
              <a:rPr lang="en" sz="2000" baseline="30000">
                <a:solidFill>
                  <a:schemeClr val="dk1"/>
                </a:solidFill>
                <a:latin typeface="Proxima Nova"/>
                <a:ea typeface="Proxima Nova"/>
                <a:cs typeface="Proxima Nova"/>
                <a:sym typeface="Proxima Nova"/>
              </a:rPr>
              <a:t>12</a:t>
            </a:r>
            <a:r>
              <a:rPr lang="en" sz="2000">
                <a:solidFill>
                  <a:schemeClr val="dk1"/>
                </a:solidFill>
                <a:latin typeface="Proxima Nova"/>
                <a:ea typeface="Proxima Nova"/>
                <a:cs typeface="Proxima Nova"/>
                <a:sym typeface="Proxima Nova"/>
              </a:rPr>
              <a:t> ≡ 1 mod 13.</a:t>
            </a:r>
            <a:endParaRPr/>
          </a:p>
        </p:txBody>
      </p:sp>
      <p:sp>
        <p:nvSpPr>
          <p:cNvPr id="736" name="Google Shape;736;p87"/>
          <p:cNvSpPr txBox="1"/>
          <p:nvPr/>
        </p:nvSpPr>
        <p:spPr>
          <a:xfrm>
            <a:off x="15875" y="2745700"/>
            <a:ext cx="51906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Thus, 2</a:t>
            </a:r>
            <a:r>
              <a:rPr lang="en" sz="2000" baseline="30000">
                <a:solidFill>
                  <a:schemeClr val="dk1"/>
                </a:solidFill>
                <a:latin typeface="Proxima Nova"/>
                <a:ea typeface="Proxima Nova"/>
                <a:cs typeface="Proxima Nova"/>
                <a:sym typeface="Proxima Nova"/>
              </a:rPr>
              <a:t>1000</a:t>
            </a:r>
            <a:r>
              <a:rPr lang="en" sz="2000">
                <a:solidFill>
                  <a:schemeClr val="dk1"/>
                </a:solidFill>
                <a:latin typeface="Proxima Nova"/>
                <a:ea typeface="Proxima Nova"/>
                <a:cs typeface="Proxima Nova"/>
                <a:sym typeface="Proxima Nova"/>
              </a:rPr>
              <a:t> ≡ 2</a:t>
            </a:r>
            <a:r>
              <a:rPr lang="en" sz="2000" baseline="30000">
                <a:solidFill>
                  <a:schemeClr val="dk1"/>
                </a:solidFill>
                <a:latin typeface="Proxima Nova"/>
                <a:ea typeface="Proxima Nova"/>
                <a:cs typeface="Proxima Nova"/>
                <a:sym typeface="Proxima Nova"/>
              </a:rPr>
              <a:t>400</a:t>
            </a:r>
            <a:r>
              <a:rPr lang="en" sz="2000">
                <a:solidFill>
                  <a:schemeClr val="dk1"/>
                </a:solidFill>
                <a:latin typeface="Proxima Nova"/>
                <a:ea typeface="Proxima Nova"/>
                <a:cs typeface="Proxima Nova"/>
                <a:sym typeface="Proxima Nova"/>
              </a:rPr>
              <a:t> ≡ 2</a:t>
            </a:r>
            <a:r>
              <a:rPr lang="en" sz="2000" baseline="30000">
                <a:solidFill>
                  <a:schemeClr val="dk1"/>
                </a:solidFill>
                <a:latin typeface="Proxima Nova"/>
                <a:ea typeface="Proxima Nova"/>
                <a:cs typeface="Proxima Nova"/>
                <a:sym typeface="Proxima Nova"/>
              </a:rPr>
              <a:t>40</a:t>
            </a:r>
            <a:r>
              <a:rPr lang="en" sz="2000">
                <a:solidFill>
                  <a:schemeClr val="dk1"/>
                </a:solidFill>
                <a:latin typeface="Proxima Nova"/>
                <a:ea typeface="Proxima Nova"/>
                <a:cs typeface="Proxima Nova"/>
                <a:sym typeface="Proxima Nova"/>
              </a:rPr>
              <a:t> ≡ 2</a:t>
            </a:r>
            <a:r>
              <a:rPr lang="en" sz="2000" baseline="30000">
                <a:solidFill>
                  <a:schemeClr val="dk1"/>
                </a:solidFill>
                <a:latin typeface="Proxima Nova"/>
                <a:ea typeface="Proxima Nova"/>
                <a:cs typeface="Proxima Nova"/>
                <a:sym typeface="Proxima Nova"/>
              </a:rPr>
              <a:t>4</a:t>
            </a:r>
            <a:r>
              <a:rPr lang="en" sz="2000">
                <a:solidFill>
                  <a:schemeClr val="dk1"/>
                </a:solidFill>
                <a:latin typeface="Proxima Nova"/>
                <a:ea typeface="Proxima Nova"/>
                <a:cs typeface="Proxima Nova"/>
                <a:sym typeface="Proxima Nova"/>
              </a:rPr>
              <a:t> ≡ 16 ≡ 3 mod 13.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88"/>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29</a:t>
            </a:r>
            <a:r>
              <a:rPr lang="en" sz="1800" baseline="30000">
                <a:solidFill>
                  <a:schemeClr val="dk1"/>
                </a:solidFill>
                <a:latin typeface="Bree Serif"/>
                <a:ea typeface="Bree Serif"/>
                <a:cs typeface="Bree Serif"/>
                <a:sym typeface="Bree Serif"/>
              </a:rPr>
              <a:t>25</a:t>
            </a:r>
            <a:r>
              <a:rPr lang="en" sz="1800">
                <a:solidFill>
                  <a:schemeClr val="dk1"/>
                </a:solidFill>
                <a:latin typeface="Bree Serif"/>
                <a:ea typeface="Bree Serif"/>
                <a:cs typeface="Bree Serif"/>
                <a:sym typeface="Bree Serif"/>
              </a:rPr>
              <a:t> mod 11. </a:t>
            </a:r>
            <a:endParaRPr sz="1800">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06E3834-97A0-42A1-BAB7-D41D48CD4EAE}"/>
                  </a:ext>
                </a:extLst>
              </p14:cNvPr>
              <p14:cNvContentPartPr/>
              <p14:nvPr/>
            </p14:nvContentPartPr>
            <p14:xfrm>
              <a:off x="606240" y="382680"/>
              <a:ext cx="7025760" cy="3837600"/>
            </p14:xfrm>
          </p:contentPart>
        </mc:Choice>
        <mc:Fallback>
          <p:pic>
            <p:nvPicPr>
              <p:cNvPr id="2" name="Ink 1">
                <a:extLst>
                  <a:ext uri="{FF2B5EF4-FFF2-40B4-BE49-F238E27FC236}">
                    <a16:creationId xmlns:a16="http://schemas.microsoft.com/office/drawing/2014/main" id="{006E3834-97A0-42A1-BAB7-D41D48CD4EAE}"/>
                  </a:ext>
                </a:extLst>
              </p:cNvPr>
              <p:cNvPicPr/>
              <p:nvPr/>
            </p:nvPicPr>
            <p:blipFill>
              <a:blip r:embed="rId4"/>
              <a:stretch>
                <a:fillRect/>
              </a:stretch>
            </p:blipFill>
            <p:spPr>
              <a:xfrm>
                <a:off x="596880" y="373320"/>
                <a:ext cx="7044480" cy="385632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89"/>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29</a:t>
            </a:r>
            <a:r>
              <a:rPr lang="en" sz="1800" baseline="30000">
                <a:solidFill>
                  <a:schemeClr val="dk1"/>
                </a:solidFill>
                <a:latin typeface="Bree Serif"/>
                <a:ea typeface="Bree Serif"/>
                <a:cs typeface="Bree Serif"/>
                <a:sym typeface="Bree Serif"/>
              </a:rPr>
              <a:t>25</a:t>
            </a:r>
            <a:r>
              <a:rPr lang="en" sz="1800">
                <a:solidFill>
                  <a:schemeClr val="dk1"/>
                </a:solidFill>
                <a:latin typeface="Bree Serif"/>
                <a:ea typeface="Bree Serif"/>
                <a:cs typeface="Bree Serif"/>
                <a:sym typeface="Bree Serif"/>
              </a:rPr>
              <a:t> mod 11. </a:t>
            </a:r>
            <a:endParaRPr sz="1800">
              <a:solidFill>
                <a:schemeClr val="dk1"/>
              </a:solidFill>
              <a:latin typeface="Bree Serif"/>
              <a:ea typeface="Bree Serif"/>
              <a:cs typeface="Bree Serif"/>
              <a:sym typeface="Bree Serif"/>
            </a:endParaRPr>
          </a:p>
        </p:txBody>
      </p:sp>
      <p:sp>
        <p:nvSpPr>
          <p:cNvPr id="747" name="Google Shape;747;p89"/>
          <p:cNvSpPr txBox="1"/>
          <p:nvPr/>
        </p:nvSpPr>
        <p:spPr>
          <a:xfrm>
            <a:off x="136618" y="133960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748" name="Google Shape;748;p89"/>
          <p:cNvSpPr txBox="1"/>
          <p:nvPr/>
        </p:nvSpPr>
        <p:spPr>
          <a:xfrm>
            <a:off x="63875" y="1786600"/>
            <a:ext cx="36861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By Fermat’s Little Theorem, </a:t>
            </a:r>
            <a:endParaRPr sz="2000">
              <a:latin typeface="Proxima Nova"/>
              <a:ea typeface="Proxima Nova"/>
              <a:cs typeface="Proxima Nova"/>
              <a:sym typeface="Proxima Nova"/>
            </a:endParaRPr>
          </a:p>
        </p:txBody>
      </p:sp>
      <p:sp>
        <p:nvSpPr>
          <p:cNvPr id="749" name="Google Shape;749;p89"/>
          <p:cNvSpPr txBox="1"/>
          <p:nvPr/>
        </p:nvSpPr>
        <p:spPr>
          <a:xfrm>
            <a:off x="63875" y="2243800"/>
            <a:ext cx="2913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29</a:t>
            </a:r>
            <a:r>
              <a:rPr lang="en" sz="2000" baseline="30000">
                <a:latin typeface="Proxima Nova"/>
                <a:ea typeface="Proxima Nova"/>
                <a:cs typeface="Proxima Nova"/>
                <a:sym typeface="Proxima Nova"/>
              </a:rPr>
              <a:t>10</a:t>
            </a:r>
            <a:r>
              <a:rPr lang="en" sz="2000">
                <a:latin typeface="Proxima Nova"/>
                <a:ea typeface="Proxima Nova"/>
                <a:cs typeface="Proxima Nova"/>
                <a:sym typeface="Proxima Nova"/>
              </a:rPr>
              <a:t> ≡ 7</a:t>
            </a:r>
            <a:r>
              <a:rPr lang="en" sz="2000" baseline="30000">
                <a:latin typeface="Proxima Nova"/>
                <a:ea typeface="Proxima Nova"/>
                <a:cs typeface="Proxima Nova"/>
                <a:sym typeface="Proxima Nova"/>
              </a:rPr>
              <a:t>10</a:t>
            </a:r>
            <a:r>
              <a:rPr lang="en" sz="2000">
                <a:latin typeface="Proxima Nova"/>
                <a:ea typeface="Proxima Nova"/>
                <a:cs typeface="Proxima Nova"/>
                <a:sym typeface="Proxima Nova"/>
              </a:rPr>
              <a:t> </a:t>
            </a:r>
            <a:r>
              <a:rPr lang="en" sz="2000">
                <a:solidFill>
                  <a:schemeClr val="dk1"/>
                </a:solidFill>
                <a:latin typeface="Proxima Nova"/>
                <a:ea typeface="Proxima Nova"/>
                <a:cs typeface="Proxima Nova"/>
                <a:sym typeface="Proxima Nova"/>
              </a:rPr>
              <a:t>≡ 1 </a:t>
            </a:r>
            <a:r>
              <a:rPr lang="en" sz="2000">
                <a:latin typeface="Proxima Nova"/>
                <a:ea typeface="Proxima Nova"/>
                <a:cs typeface="Proxima Nova"/>
                <a:sym typeface="Proxima Nova"/>
              </a:rPr>
              <a:t>mod 11. </a:t>
            </a:r>
            <a:endParaRPr sz="2000">
              <a:latin typeface="Proxima Nova"/>
              <a:ea typeface="Proxima Nova"/>
              <a:cs typeface="Proxima Nova"/>
              <a:sym typeface="Proxima Nova"/>
            </a:endParaRPr>
          </a:p>
        </p:txBody>
      </p:sp>
      <p:sp>
        <p:nvSpPr>
          <p:cNvPr id="750" name="Google Shape;750;p89"/>
          <p:cNvSpPr txBox="1"/>
          <p:nvPr/>
        </p:nvSpPr>
        <p:spPr>
          <a:xfrm>
            <a:off x="63875" y="2596197"/>
            <a:ext cx="4042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Thus, 29</a:t>
            </a:r>
            <a:r>
              <a:rPr lang="en" sz="2000" baseline="30000">
                <a:latin typeface="Proxima Nova"/>
                <a:ea typeface="Proxima Nova"/>
                <a:cs typeface="Proxima Nova"/>
                <a:sym typeface="Proxima Nova"/>
              </a:rPr>
              <a:t>25</a:t>
            </a:r>
            <a:r>
              <a:rPr lang="en" sz="2000">
                <a:latin typeface="Proxima Nova"/>
                <a:ea typeface="Proxima Nova"/>
                <a:cs typeface="Proxima Nova"/>
                <a:sym typeface="Proxima Nova"/>
              </a:rPr>
              <a:t> ≡ 7</a:t>
            </a:r>
            <a:r>
              <a:rPr lang="en" sz="2000" baseline="30000">
                <a:latin typeface="Proxima Nova"/>
                <a:ea typeface="Proxima Nova"/>
                <a:cs typeface="Proxima Nova"/>
                <a:sym typeface="Proxima Nova"/>
              </a:rPr>
              <a:t>5</a:t>
            </a:r>
            <a:r>
              <a:rPr lang="en" sz="2000">
                <a:latin typeface="Proxima Nova"/>
                <a:ea typeface="Proxima Nova"/>
                <a:cs typeface="Proxima Nova"/>
                <a:sym typeface="Proxima Nova"/>
              </a:rPr>
              <a:t> </a:t>
            </a:r>
            <a:r>
              <a:rPr lang="en" sz="2000">
                <a:solidFill>
                  <a:schemeClr val="dk1"/>
                </a:solidFill>
                <a:latin typeface="Proxima Nova"/>
                <a:ea typeface="Proxima Nova"/>
                <a:cs typeface="Proxima Nova"/>
                <a:sym typeface="Proxima Nova"/>
              </a:rPr>
              <a:t>≡ 7 (–4)</a:t>
            </a:r>
            <a:r>
              <a:rPr lang="en" sz="2000" baseline="30000">
                <a:solidFill>
                  <a:schemeClr val="dk1"/>
                </a:solidFill>
                <a:latin typeface="Proxima Nova"/>
                <a:ea typeface="Proxima Nova"/>
                <a:cs typeface="Proxima Nova"/>
                <a:sym typeface="Proxima Nova"/>
              </a:rPr>
              <a:t>4</a:t>
            </a:r>
            <a:r>
              <a:rPr lang="en" sz="2000">
                <a:solidFill>
                  <a:schemeClr val="dk1"/>
                </a:solidFill>
                <a:latin typeface="Proxima Nova"/>
                <a:ea typeface="Proxima Nova"/>
                <a:cs typeface="Proxima Nova"/>
                <a:sym typeface="Proxima Nova"/>
              </a:rPr>
              <a:t> </a:t>
            </a:r>
            <a:endParaRPr sz="2000">
              <a:latin typeface="Proxima Nova"/>
              <a:ea typeface="Proxima Nova"/>
              <a:cs typeface="Proxima Nova"/>
              <a:sym typeface="Proxima Nova"/>
            </a:endParaRPr>
          </a:p>
        </p:txBody>
      </p:sp>
      <p:sp>
        <p:nvSpPr>
          <p:cNvPr id="751" name="Google Shape;751;p89"/>
          <p:cNvSpPr txBox="1"/>
          <p:nvPr/>
        </p:nvSpPr>
        <p:spPr>
          <a:xfrm>
            <a:off x="140075" y="2900997"/>
            <a:ext cx="4042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 7</a:t>
            </a:r>
            <a:r>
              <a:rPr lang="en" sz="2000">
                <a:latin typeface="Proxima Nova"/>
                <a:ea typeface="Proxima Nova"/>
                <a:cs typeface="Proxima Nova"/>
                <a:sym typeface="Proxima Nova"/>
              </a:rPr>
              <a:t>.256 ≡ 7.3 </a:t>
            </a:r>
            <a:r>
              <a:rPr lang="en" sz="2000">
                <a:solidFill>
                  <a:schemeClr val="dk1"/>
                </a:solidFill>
                <a:latin typeface="Proxima Nova"/>
                <a:ea typeface="Proxima Nova"/>
                <a:cs typeface="Proxima Nova"/>
                <a:sym typeface="Proxima Nova"/>
              </a:rPr>
              <a:t>≡ 21  ≡ 10 mod 11.  </a:t>
            </a:r>
            <a:endParaRPr sz="2000">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90"/>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2</a:t>
            </a:r>
            <a:r>
              <a:rPr lang="en" sz="1800" baseline="30000">
                <a:solidFill>
                  <a:schemeClr val="dk1"/>
                </a:solidFill>
                <a:latin typeface="Bree Serif"/>
                <a:ea typeface="Bree Serif"/>
                <a:cs typeface="Bree Serif"/>
                <a:sym typeface="Bree Serif"/>
              </a:rPr>
              <a:t>20</a:t>
            </a:r>
            <a:r>
              <a:rPr lang="en" sz="1800">
                <a:solidFill>
                  <a:schemeClr val="dk1"/>
                </a:solidFill>
                <a:latin typeface="Bree Serif"/>
                <a:ea typeface="Bree Serif"/>
                <a:cs typeface="Bree Serif"/>
                <a:sym typeface="Bree Serif"/>
              </a:rPr>
              <a:t> + 3</a:t>
            </a:r>
            <a:r>
              <a:rPr lang="en" sz="1800" baseline="30000">
                <a:solidFill>
                  <a:schemeClr val="dk1"/>
                </a:solidFill>
                <a:latin typeface="Bree Serif"/>
                <a:ea typeface="Bree Serif"/>
                <a:cs typeface="Bree Serif"/>
                <a:sym typeface="Bree Serif"/>
              </a:rPr>
              <a:t>30</a:t>
            </a:r>
            <a:r>
              <a:rPr lang="en" sz="1800">
                <a:solidFill>
                  <a:schemeClr val="dk1"/>
                </a:solidFill>
                <a:latin typeface="Bree Serif"/>
                <a:ea typeface="Bree Serif"/>
                <a:cs typeface="Bree Serif"/>
                <a:sym typeface="Bree Serif"/>
              </a:rPr>
              <a:t> + 4</a:t>
            </a:r>
            <a:r>
              <a:rPr lang="en" sz="1800" baseline="30000">
                <a:solidFill>
                  <a:schemeClr val="dk1"/>
                </a:solidFill>
                <a:latin typeface="Bree Serif"/>
                <a:ea typeface="Bree Serif"/>
                <a:cs typeface="Bree Serif"/>
                <a:sym typeface="Bree Serif"/>
              </a:rPr>
              <a:t>40</a:t>
            </a:r>
            <a:r>
              <a:rPr lang="en" sz="1800">
                <a:solidFill>
                  <a:schemeClr val="dk1"/>
                </a:solidFill>
                <a:latin typeface="Bree Serif"/>
                <a:ea typeface="Bree Serif"/>
                <a:cs typeface="Bree Serif"/>
                <a:sym typeface="Bree Serif"/>
              </a:rPr>
              <a:t> + 5</a:t>
            </a:r>
            <a:r>
              <a:rPr lang="en" sz="1800" baseline="30000">
                <a:solidFill>
                  <a:schemeClr val="dk1"/>
                </a:solidFill>
                <a:latin typeface="Bree Serif"/>
                <a:ea typeface="Bree Serif"/>
                <a:cs typeface="Bree Serif"/>
                <a:sym typeface="Bree Serif"/>
              </a:rPr>
              <a:t>50</a:t>
            </a:r>
            <a:r>
              <a:rPr lang="en" sz="1800">
                <a:solidFill>
                  <a:schemeClr val="dk1"/>
                </a:solidFill>
                <a:latin typeface="Bree Serif"/>
                <a:ea typeface="Bree Serif"/>
                <a:cs typeface="Bree Serif"/>
                <a:sym typeface="Bree Serif"/>
              </a:rPr>
              <a:t> + 6</a:t>
            </a:r>
            <a:r>
              <a:rPr lang="en" sz="1800" baseline="30000">
                <a:solidFill>
                  <a:schemeClr val="dk1"/>
                </a:solidFill>
                <a:latin typeface="Bree Serif"/>
                <a:ea typeface="Bree Serif"/>
                <a:cs typeface="Bree Serif"/>
                <a:sym typeface="Bree Serif"/>
              </a:rPr>
              <a:t>60</a:t>
            </a:r>
            <a:r>
              <a:rPr lang="en" sz="1800">
                <a:solidFill>
                  <a:schemeClr val="dk1"/>
                </a:solidFill>
                <a:latin typeface="Bree Serif"/>
                <a:ea typeface="Bree Serif"/>
                <a:cs typeface="Bree Serif"/>
                <a:sym typeface="Bree Serif"/>
              </a:rPr>
              <a:t> mod 7. </a:t>
            </a:r>
            <a:endParaRPr sz="1800">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EAF878D-3B3D-4BD4-A66A-1A498736FF90}"/>
                  </a:ext>
                </a:extLst>
              </p14:cNvPr>
              <p14:cNvContentPartPr/>
              <p14:nvPr/>
            </p14:nvContentPartPr>
            <p14:xfrm>
              <a:off x="253080" y="102240"/>
              <a:ext cx="7814160" cy="4819680"/>
            </p14:xfrm>
          </p:contentPart>
        </mc:Choice>
        <mc:Fallback>
          <p:pic>
            <p:nvPicPr>
              <p:cNvPr id="2" name="Ink 1">
                <a:extLst>
                  <a:ext uri="{FF2B5EF4-FFF2-40B4-BE49-F238E27FC236}">
                    <a16:creationId xmlns:a16="http://schemas.microsoft.com/office/drawing/2014/main" id="{2EAF878D-3B3D-4BD4-A66A-1A498736FF90}"/>
                  </a:ext>
                </a:extLst>
              </p:cNvPr>
              <p:cNvPicPr/>
              <p:nvPr/>
            </p:nvPicPr>
            <p:blipFill>
              <a:blip r:embed="rId4"/>
              <a:stretch>
                <a:fillRect/>
              </a:stretch>
            </p:blipFill>
            <p:spPr>
              <a:xfrm>
                <a:off x="243720" y="92880"/>
                <a:ext cx="7832880" cy="48384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91"/>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Find 2</a:t>
            </a:r>
            <a:r>
              <a:rPr lang="en" sz="1800" baseline="30000">
                <a:solidFill>
                  <a:schemeClr val="dk1"/>
                </a:solidFill>
                <a:latin typeface="Bree Serif"/>
                <a:ea typeface="Bree Serif"/>
                <a:cs typeface="Bree Serif"/>
                <a:sym typeface="Bree Serif"/>
              </a:rPr>
              <a:t>20</a:t>
            </a:r>
            <a:r>
              <a:rPr lang="en" sz="1800">
                <a:solidFill>
                  <a:schemeClr val="dk1"/>
                </a:solidFill>
                <a:latin typeface="Bree Serif"/>
                <a:ea typeface="Bree Serif"/>
                <a:cs typeface="Bree Serif"/>
                <a:sym typeface="Bree Serif"/>
              </a:rPr>
              <a:t> + 3</a:t>
            </a:r>
            <a:r>
              <a:rPr lang="en" sz="1800" baseline="30000">
                <a:solidFill>
                  <a:schemeClr val="dk1"/>
                </a:solidFill>
                <a:latin typeface="Bree Serif"/>
                <a:ea typeface="Bree Serif"/>
                <a:cs typeface="Bree Serif"/>
                <a:sym typeface="Bree Serif"/>
              </a:rPr>
              <a:t>30</a:t>
            </a:r>
            <a:r>
              <a:rPr lang="en" sz="1800">
                <a:solidFill>
                  <a:schemeClr val="dk1"/>
                </a:solidFill>
                <a:latin typeface="Bree Serif"/>
                <a:ea typeface="Bree Serif"/>
                <a:cs typeface="Bree Serif"/>
                <a:sym typeface="Bree Serif"/>
              </a:rPr>
              <a:t> + 4</a:t>
            </a:r>
            <a:r>
              <a:rPr lang="en" sz="1800" baseline="30000">
                <a:solidFill>
                  <a:schemeClr val="dk1"/>
                </a:solidFill>
                <a:latin typeface="Bree Serif"/>
                <a:ea typeface="Bree Serif"/>
                <a:cs typeface="Bree Serif"/>
                <a:sym typeface="Bree Serif"/>
              </a:rPr>
              <a:t>40</a:t>
            </a:r>
            <a:r>
              <a:rPr lang="en" sz="1800">
                <a:solidFill>
                  <a:schemeClr val="dk1"/>
                </a:solidFill>
                <a:latin typeface="Bree Serif"/>
                <a:ea typeface="Bree Serif"/>
                <a:cs typeface="Bree Serif"/>
                <a:sym typeface="Bree Serif"/>
              </a:rPr>
              <a:t> + 5</a:t>
            </a:r>
            <a:r>
              <a:rPr lang="en" sz="1800" baseline="30000">
                <a:solidFill>
                  <a:schemeClr val="dk1"/>
                </a:solidFill>
                <a:latin typeface="Bree Serif"/>
                <a:ea typeface="Bree Serif"/>
                <a:cs typeface="Bree Serif"/>
                <a:sym typeface="Bree Serif"/>
              </a:rPr>
              <a:t>50</a:t>
            </a:r>
            <a:r>
              <a:rPr lang="en" sz="1800">
                <a:solidFill>
                  <a:schemeClr val="dk1"/>
                </a:solidFill>
                <a:latin typeface="Bree Serif"/>
                <a:ea typeface="Bree Serif"/>
                <a:cs typeface="Bree Serif"/>
                <a:sym typeface="Bree Serif"/>
              </a:rPr>
              <a:t> + 6</a:t>
            </a:r>
            <a:r>
              <a:rPr lang="en" sz="1800" baseline="30000">
                <a:solidFill>
                  <a:schemeClr val="dk1"/>
                </a:solidFill>
                <a:latin typeface="Bree Serif"/>
                <a:ea typeface="Bree Serif"/>
                <a:cs typeface="Bree Serif"/>
                <a:sym typeface="Bree Serif"/>
              </a:rPr>
              <a:t>60</a:t>
            </a:r>
            <a:r>
              <a:rPr lang="en" sz="1800">
                <a:solidFill>
                  <a:schemeClr val="dk1"/>
                </a:solidFill>
                <a:latin typeface="Bree Serif"/>
                <a:ea typeface="Bree Serif"/>
                <a:cs typeface="Bree Serif"/>
                <a:sym typeface="Bree Serif"/>
              </a:rPr>
              <a:t> mod 7. </a:t>
            </a:r>
            <a:endParaRPr sz="1800">
              <a:solidFill>
                <a:schemeClr val="dk1"/>
              </a:solidFill>
              <a:latin typeface="Bree Serif"/>
              <a:ea typeface="Bree Serif"/>
              <a:cs typeface="Bree Serif"/>
              <a:sym typeface="Bree Serif"/>
            </a:endParaRPr>
          </a:p>
        </p:txBody>
      </p:sp>
      <p:sp>
        <p:nvSpPr>
          <p:cNvPr id="762" name="Google Shape;762;p91"/>
          <p:cNvSpPr txBox="1"/>
          <p:nvPr/>
        </p:nvSpPr>
        <p:spPr>
          <a:xfrm>
            <a:off x="136618" y="141580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763" name="Google Shape;763;p91"/>
          <p:cNvSpPr txBox="1"/>
          <p:nvPr/>
        </p:nvSpPr>
        <p:spPr>
          <a:xfrm>
            <a:off x="63875" y="1862800"/>
            <a:ext cx="4607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By Fermat’s Little Theorem, </a:t>
            </a:r>
            <a:endParaRPr sz="2000">
              <a:latin typeface="Proxima Nova"/>
              <a:ea typeface="Proxima Nova"/>
              <a:cs typeface="Proxima Nova"/>
              <a:sym typeface="Proxima Nova"/>
            </a:endParaRPr>
          </a:p>
        </p:txBody>
      </p:sp>
      <p:sp>
        <p:nvSpPr>
          <p:cNvPr id="764" name="Google Shape;764;p91"/>
          <p:cNvSpPr txBox="1"/>
          <p:nvPr/>
        </p:nvSpPr>
        <p:spPr>
          <a:xfrm>
            <a:off x="63875" y="2243800"/>
            <a:ext cx="4607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2</a:t>
            </a:r>
            <a:r>
              <a:rPr lang="en" sz="2000" baseline="30000">
                <a:latin typeface="Proxima Nova"/>
                <a:ea typeface="Proxima Nova"/>
                <a:cs typeface="Proxima Nova"/>
                <a:sym typeface="Proxima Nova"/>
              </a:rPr>
              <a:t>6</a:t>
            </a:r>
            <a:r>
              <a:rPr lang="en" sz="2000">
                <a:latin typeface="Proxima Nova"/>
                <a:ea typeface="Proxima Nova"/>
                <a:cs typeface="Proxima Nova"/>
                <a:sym typeface="Proxima Nova"/>
              </a:rPr>
              <a:t> ≡  3</a:t>
            </a:r>
            <a:r>
              <a:rPr lang="en" sz="2000" baseline="30000">
                <a:latin typeface="Proxima Nova"/>
                <a:ea typeface="Proxima Nova"/>
                <a:cs typeface="Proxima Nova"/>
                <a:sym typeface="Proxima Nova"/>
              </a:rPr>
              <a:t>6</a:t>
            </a:r>
            <a:r>
              <a:rPr lang="en" sz="2000">
                <a:latin typeface="Proxima Nova"/>
                <a:ea typeface="Proxima Nova"/>
                <a:cs typeface="Proxima Nova"/>
                <a:sym typeface="Proxima Nova"/>
              </a:rPr>
              <a:t> </a:t>
            </a:r>
            <a:r>
              <a:rPr lang="en" sz="2000">
                <a:solidFill>
                  <a:schemeClr val="dk1"/>
                </a:solidFill>
                <a:latin typeface="Proxima Nova"/>
                <a:ea typeface="Proxima Nova"/>
                <a:cs typeface="Proxima Nova"/>
                <a:sym typeface="Proxima Nova"/>
              </a:rPr>
              <a:t>≡ 4</a:t>
            </a:r>
            <a:r>
              <a:rPr lang="en" sz="2000" baseline="30000">
                <a:solidFill>
                  <a:schemeClr val="dk1"/>
                </a:solidFill>
                <a:latin typeface="Proxima Nova"/>
                <a:ea typeface="Proxima Nova"/>
                <a:cs typeface="Proxima Nova"/>
                <a:sym typeface="Proxima Nova"/>
              </a:rPr>
              <a:t>6</a:t>
            </a:r>
            <a:r>
              <a:rPr lang="en" sz="2000">
                <a:solidFill>
                  <a:schemeClr val="dk1"/>
                </a:solidFill>
                <a:latin typeface="Proxima Nova"/>
                <a:ea typeface="Proxima Nova"/>
                <a:cs typeface="Proxima Nova"/>
                <a:sym typeface="Proxima Nova"/>
              </a:rPr>
              <a:t> ≡ 5</a:t>
            </a:r>
            <a:r>
              <a:rPr lang="en" sz="2000" baseline="30000">
                <a:solidFill>
                  <a:schemeClr val="dk1"/>
                </a:solidFill>
                <a:latin typeface="Proxima Nova"/>
                <a:ea typeface="Proxima Nova"/>
                <a:cs typeface="Proxima Nova"/>
                <a:sym typeface="Proxima Nova"/>
              </a:rPr>
              <a:t>6</a:t>
            </a:r>
            <a:r>
              <a:rPr lang="en" sz="2000">
                <a:solidFill>
                  <a:schemeClr val="dk1"/>
                </a:solidFill>
                <a:latin typeface="Proxima Nova"/>
                <a:ea typeface="Proxima Nova"/>
                <a:cs typeface="Proxima Nova"/>
                <a:sym typeface="Proxima Nova"/>
              </a:rPr>
              <a:t> ≡ 6</a:t>
            </a:r>
            <a:r>
              <a:rPr lang="en" sz="2000" baseline="30000">
                <a:solidFill>
                  <a:schemeClr val="dk1"/>
                </a:solidFill>
                <a:latin typeface="Proxima Nova"/>
                <a:ea typeface="Proxima Nova"/>
                <a:cs typeface="Proxima Nova"/>
                <a:sym typeface="Proxima Nova"/>
              </a:rPr>
              <a:t>6</a:t>
            </a:r>
            <a:r>
              <a:rPr lang="en" sz="2000">
                <a:solidFill>
                  <a:schemeClr val="dk1"/>
                </a:solidFill>
                <a:latin typeface="Proxima Nova"/>
                <a:ea typeface="Proxima Nova"/>
                <a:cs typeface="Proxima Nova"/>
                <a:sym typeface="Proxima Nova"/>
              </a:rPr>
              <a:t> ≡ 1 </a:t>
            </a:r>
            <a:r>
              <a:rPr lang="en" sz="2000">
                <a:latin typeface="Proxima Nova"/>
                <a:ea typeface="Proxima Nova"/>
                <a:cs typeface="Proxima Nova"/>
                <a:sym typeface="Proxima Nova"/>
              </a:rPr>
              <a:t>mod 7 </a:t>
            </a:r>
            <a:endParaRPr sz="2000">
              <a:latin typeface="Proxima Nova"/>
              <a:ea typeface="Proxima Nova"/>
              <a:cs typeface="Proxima Nova"/>
              <a:sym typeface="Proxima Nova"/>
            </a:endParaRPr>
          </a:p>
        </p:txBody>
      </p:sp>
      <p:sp>
        <p:nvSpPr>
          <p:cNvPr id="765" name="Google Shape;765;p91"/>
          <p:cNvSpPr txBox="1"/>
          <p:nvPr/>
        </p:nvSpPr>
        <p:spPr>
          <a:xfrm>
            <a:off x="63875" y="2624800"/>
            <a:ext cx="4607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Thus 2</a:t>
            </a:r>
            <a:r>
              <a:rPr lang="en" sz="2000" baseline="30000">
                <a:latin typeface="Proxima Nova"/>
                <a:ea typeface="Proxima Nova"/>
                <a:cs typeface="Proxima Nova"/>
                <a:sym typeface="Proxima Nova"/>
              </a:rPr>
              <a:t>20</a:t>
            </a:r>
            <a:r>
              <a:rPr lang="en" sz="2000">
                <a:latin typeface="Proxima Nova"/>
                <a:ea typeface="Proxima Nova"/>
                <a:cs typeface="Proxima Nova"/>
                <a:sym typeface="Proxima Nova"/>
              </a:rPr>
              <a:t>+ 3</a:t>
            </a:r>
            <a:r>
              <a:rPr lang="en" sz="2000" baseline="30000">
                <a:latin typeface="Proxima Nova"/>
                <a:ea typeface="Proxima Nova"/>
                <a:cs typeface="Proxima Nova"/>
                <a:sym typeface="Proxima Nova"/>
              </a:rPr>
              <a:t>30</a:t>
            </a:r>
            <a:r>
              <a:rPr lang="en" sz="2000">
                <a:solidFill>
                  <a:schemeClr val="dk1"/>
                </a:solidFill>
                <a:latin typeface="Proxima Nova"/>
                <a:ea typeface="Proxima Nova"/>
                <a:cs typeface="Proxima Nova"/>
                <a:sym typeface="Proxima Nova"/>
              </a:rPr>
              <a:t>+ 4</a:t>
            </a:r>
            <a:r>
              <a:rPr lang="en" sz="2000" baseline="30000">
                <a:solidFill>
                  <a:schemeClr val="dk1"/>
                </a:solidFill>
                <a:latin typeface="Proxima Nova"/>
                <a:ea typeface="Proxima Nova"/>
                <a:cs typeface="Proxima Nova"/>
                <a:sym typeface="Proxima Nova"/>
              </a:rPr>
              <a:t>40</a:t>
            </a:r>
            <a:r>
              <a:rPr lang="en" sz="2000">
                <a:solidFill>
                  <a:schemeClr val="dk1"/>
                </a:solidFill>
                <a:latin typeface="Proxima Nova"/>
                <a:ea typeface="Proxima Nova"/>
                <a:cs typeface="Proxima Nova"/>
                <a:sym typeface="Proxima Nova"/>
              </a:rPr>
              <a:t>+ 5</a:t>
            </a:r>
            <a:r>
              <a:rPr lang="en" sz="2000" baseline="30000">
                <a:solidFill>
                  <a:schemeClr val="dk1"/>
                </a:solidFill>
                <a:latin typeface="Proxima Nova"/>
                <a:ea typeface="Proxima Nova"/>
                <a:cs typeface="Proxima Nova"/>
                <a:sym typeface="Proxima Nova"/>
              </a:rPr>
              <a:t>50 </a:t>
            </a:r>
            <a:r>
              <a:rPr lang="en" sz="2000">
                <a:solidFill>
                  <a:schemeClr val="dk1"/>
                </a:solidFill>
                <a:latin typeface="Proxima Nova"/>
                <a:ea typeface="Proxima Nova"/>
                <a:cs typeface="Proxima Nova"/>
                <a:sym typeface="Proxima Nova"/>
              </a:rPr>
              <a:t>+ 6</a:t>
            </a:r>
            <a:r>
              <a:rPr lang="en" sz="2000" baseline="30000">
                <a:solidFill>
                  <a:schemeClr val="dk1"/>
                </a:solidFill>
                <a:latin typeface="Proxima Nova"/>
                <a:ea typeface="Proxima Nova"/>
                <a:cs typeface="Proxima Nova"/>
                <a:sym typeface="Proxima Nova"/>
              </a:rPr>
              <a:t>60</a:t>
            </a:r>
            <a:r>
              <a:rPr lang="en" sz="2000">
                <a:solidFill>
                  <a:schemeClr val="dk1"/>
                </a:solidFill>
                <a:latin typeface="Proxima Nova"/>
                <a:ea typeface="Proxima Nova"/>
                <a:cs typeface="Proxima Nova"/>
                <a:sym typeface="Proxima Nova"/>
              </a:rPr>
              <a:t> </a:t>
            </a:r>
            <a:endParaRPr sz="2000">
              <a:latin typeface="Proxima Nova"/>
              <a:ea typeface="Proxima Nova"/>
              <a:cs typeface="Proxima Nova"/>
              <a:sym typeface="Proxima Nova"/>
            </a:endParaRPr>
          </a:p>
        </p:txBody>
      </p:sp>
      <p:sp>
        <p:nvSpPr>
          <p:cNvPr id="766" name="Google Shape;766;p91"/>
          <p:cNvSpPr txBox="1"/>
          <p:nvPr/>
        </p:nvSpPr>
        <p:spPr>
          <a:xfrm>
            <a:off x="63875" y="2971800"/>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 2</a:t>
            </a:r>
            <a:r>
              <a:rPr lang="en" sz="2000" baseline="30000">
                <a:solidFill>
                  <a:schemeClr val="dk1"/>
                </a:solidFill>
                <a:latin typeface="Proxima Nova"/>
                <a:ea typeface="Proxima Nova"/>
                <a:cs typeface="Proxima Nova"/>
                <a:sym typeface="Proxima Nova"/>
              </a:rPr>
              <a:t>2</a:t>
            </a:r>
            <a:r>
              <a:rPr lang="en" sz="2000">
                <a:solidFill>
                  <a:schemeClr val="dk1"/>
                </a:solidFill>
                <a:latin typeface="Proxima Nova"/>
                <a:ea typeface="Proxima Nova"/>
                <a:cs typeface="Proxima Nova"/>
                <a:sym typeface="Proxima Nova"/>
              </a:rPr>
              <a:t> + 3</a:t>
            </a:r>
            <a:r>
              <a:rPr lang="en" sz="2000" baseline="30000">
                <a:solidFill>
                  <a:schemeClr val="dk1"/>
                </a:solidFill>
                <a:latin typeface="Proxima Nova"/>
                <a:ea typeface="Proxima Nova"/>
                <a:cs typeface="Proxima Nova"/>
                <a:sym typeface="Proxima Nova"/>
              </a:rPr>
              <a:t>0</a:t>
            </a:r>
            <a:r>
              <a:rPr lang="en" sz="2000">
                <a:solidFill>
                  <a:schemeClr val="dk1"/>
                </a:solidFill>
                <a:latin typeface="Proxima Nova"/>
                <a:ea typeface="Proxima Nova"/>
                <a:cs typeface="Proxima Nova"/>
                <a:sym typeface="Proxima Nova"/>
              </a:rPr>
              <a:t> + 4</a:t>
            </a:r>
            <a:r>
              <a:rPr lang="en" sz="2000" baseline="30000">
                <a:solidFill>
                  <a:schemeClr val="dk1"/>
                </a:solidFill>
                <a:latin typeface="Proxima Nova"/>
                <a:ea typeface="Proxima Nova"/>
                <a:cs typeface="Proxima Nova"/>
                <a:sym typeface="Proxima Nova"/>
              </a:rPr>
              <a:t>4</a:t>
            </a:r>
            <a:r>
              <a:rPr lang="en" sz="2000">
                <a:solidFill>
                  <a:schemeClr val="dk1"/>
                </a:solidFill>
                <a:latin typeface="Proxima Nova"/>
                <a:ea typeface="Proxima Nova"/>
                <a:cs typeface="Proxima Nova"/>
                <a:sym typeface="Proxima Nova"/>
              </a:rPr>
              <a:t> + 5</a:t>
            </a:r>
            <a:r>
              <a:rPr lang="en" sz="2000" baseline="30000">
                <a:solidFill>
                  <a:schemeClr val="dk1"/>
                </a:solidFill>
                <a:latin typeface="Proxima Nova"/>
                <a:ea typeface="Proxima Nova"/>
                <a:cs typeface="Proxima Nova"/>
                <a:sym typeface="Proxima Nova"/>
              </a:rPr>
              <a:t>2</a:t>
            </a:r>
            <a:r>
              <a:rPr lang="en" sz="2000">
                <a:solidFill>
                  <a:schemeClr val="dk1"/>
                </a:solidFill>
                <a:latin typeface="Proxima Nova"/>
                <a:ea typeface="Proxima Nova"/>
                <a:cs typeface="Proxima Nova"/>
                <a:sym typeface="Proxima Nova"/>
              </a:rPr>
              <a:t> + 6</a:t>
            </a:r>
            <a:r>
              <a:rPr lang="en" sz="2000" baseline="30000">
                <a:solidFill>
                  <a:schemeClr val="dk1"/>
                </a:solidFill>
                <a:latin typeface="Proxima Nova"/>
                <a:ea typeface="Proxima Nova"/>
                <a:cs typeface="Proxima Nova"/>
                <a:sym typeface="Proxima Nova"/>
              </a:rPr>
              <a:t>0</a:t>
            </a:r>
            <a:endParaRPr sz="2000">
              <a:solidFill>
                <a:schemeClr val="dk1"/>
              </a:solidFill>
              <a:latin typeface="Proxima Nova"/>
              <a:ea typeface="Proxima Nova"/>
              <a:cs typeface="Proxima Nova"/>
              <a:sym typeface="Proxima Nova"/>
            </a:endParaRPr>
          </a:p>
        </p:txBody>
      </p:sp>
      <p:sp>
        <p:nvSpPr>
          <p:cNvPr id="767" name="Google Shape;767;p91"/>
          <p:cNvSpPr txBox="1"/>
          <p:nvPr/>
        </p:nvSpPr>
        <p:spPr>
          <a:xfrm>
            <a:off x="63875" y="3234400"/>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 4 + 1 + 2</a:t>
            </a:r>
            <a:r>
              <a:rPr lang="en" sz="2000" baseline="30000">
                <a:solidFill>
                  <a:schemeClr val="dk1"/>
                </a:solidFill>
                <a:latin typeface="Proxima Nova"/>
                <a:ea typeface="Proxima Nova"/>
                <a:cs typeface="Proxima Nova"/>
                <a:sym typeface="Proxima Nova"/>
              </a:rPr>
              <a:t>8</a:t>
            </a:r>
            <a:r>
              <a:rPr lang="en" sz="2000">
                <a:solidFill>
                  <a:schemeClr val="dk1"/>
                </a:solidFill>
                <a:latin typeface="Proxima Nova"/>
                <a:ea typeface="Proxima Nova"/>
                <a:cs typeface="Proxima Nova"/>
                <a:sym typeface="Proxima Nova"/>
              </a:rPr>
              <a:t> + 25 + 1   </a:t>
            </a:r>
            <a:endParaRPr sz="2000">
              <a:solidFill>
                <a:schemeClr val="dk1"/>
              </a:solidFill>
              <a:latin typeface="Proxima Nova"/>
              <a:ea typeface="Proxima Nova"/>
              <a:cs typeface="Proxima Nova"/>
              <a:sym typeface="Proxima Nova"/>
            </a:endParaRPr>
          </a:p>
        </p:txBody>
      </p:sp>
      <p:sp>
        <p:nvSpPr>
          <p:cNvPr id="768" name="Google Shape;768;p91"/>
          <p:cNvSpPr txBox="1"/>
          <p:nvPr/>
        </p:nvSpPr>
        <p:spPr>
          <a:xfrm>
            <a:off x="63875" y="3539200"/>
            <a:ext cx="3855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 4 + 1 + 4 +4 + 1 ≡ 14 ≡ 0 mod 7.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92"/>
          <p:cNvSpPr/>
          <p:nvPr/>
        </p:nvSpPr>
        <p:spPr>
          <a:xfrm>
            <a:off x="58475" y="143138"/>
            <a:ext cx="739500" cy="508200"/>
          </a:xfrm>
          <a:prstGeom prst="parallelogram">
            <a:avLst>
              <a:gd name="adj" fmla="val 0"/>
            </a:avLst>
          </a:prstGeom>
          <a:solidFill>
            <a:srgbClr val="0C343D"/>
          </a:soli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92"/>
          <p:cNvSpPr/>
          <p:nvPr/>
        </p:nvSpPr>
        <p:spPr>
          <a:xfrm>
            <a:off x="930200" y="339956"/>
            <a:ext cx="7689300" cy="508200"/>
          </a:xfrm>
          <a:prstGeom prst="parallelogram">
            <a:avLst>
              <a:gd name="adj" fmla="val 25000"/>
            </a:avLst>
          </a:prstGeom>
          <a:solidFill>
            <a:srgbClr val="0C343D"/>
          </a:soli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92"/>
          <p:cNvSpPr txBox="1"/>
          <p:nvPr/>
        </p:nvSpPr>
        <p:spPr>
          <a:xfrm>
            <a:off x="1030450" y="376900"/>
            <a:ext cx="7290300" cy="49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900">
                <a:solidFill>
                  <a:schemeClr val="lt1"/>
                </a:solidFill>
                <a:latin typeface="Bree Serif"/>
                <a:ea typeface="Bree Serif"/>
                <a:cs typeface="Bree Serif"/>
                <a:sym typeface="Bree Serif"/>
              </a:rPr>
              <a:t>EULER’S FUNCTION</a:t>
            </a:r>
            <a:endParaRPr sz="800">
              <a:solidFill>
                <a:schemeClr val="lt1"/>
              </a:solidFill>
              <a:latin typeface="Bree Serif"/>
              <a:ea typeface="Bree Serif"/>
              <a:cs typeface="Bree Serif"/>
              <a:sym typeface="Bree Serif"/>
            </a:endParaRPr>
          </a:p>
        </p:txBody>
      </p:sp>
      <p:sp>
        <p:nvSpPr>
          <p:cNvPr id="776" name="Google Shape;776;p92"/>
          <p:cNvSpPr/>
          <p:nvPr/>
        </p:nvSpPr>
        <p:spPr>
          <a:xfrm>
            <a:off x="593123" y="139857"/>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CECD5"/>
              </a:gs>
              <a:gs pos="100000">
                <a:srgbClr val="93BC81"/>
              </a:gs>
            </a:gsLst>
            <a:lin ang="5400012" scaled="0"/>
          </a:gradFill>
          <a:ln>
            <a:noFill/>
          </a:ln>
          <a:effectLst>
            <a:outerShdw blurRad="57150" dist="66675" dir="6300000" algn="bl" rotWithShape="0">
              <a:srgbClr val="000000">
                <a:alpha val="10000"/>
              </a:srgbClr>
            </a:outerShdw>
          </a:effectLst>
        </p:spPr>
      </p:sp>
      <p:sp>
        <p:nvSpPr>
          <p:cNvPr id="777" name="Google Shape;777;p92"/>
          <p:cNvSpPr txBox="1"/>
          <p:nvPr/>
        </p:nvSpPr>
        <p:spPr>
          <a:xfrm>
            <a:off x="2514775" y="1293525"/>
            <a:ext cx="6425100" cy="31650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120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0"/>
              </a:spcAft>
              <a:buNone/>
            </a:pPr>
            <a:endParaRPr sz="2000" b="1" u="sng">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0"/>
              </a:spcAft>
              <a:buNone/>
            </a:pPr>
            <a:r>
              <a:rPr lang="en" sz="2000">
                <a:solidFill>
                  <a:schemeClr val="dk1"/>
                </a:solidFill>
                <a:latin typeface="Proxima Nova"/>
                <a:ea typeface="Proxima Nova"/>
                <a:cs typeface="Proxima Nova"/>
                <a:sym typeface="Proxima Nova"/>
              </a:rPr>
              <a:t>            </a:t>
            </a:r>
            <a:endParaRPr sz="2000">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120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0"/>
              </a:spcBef>
              <a:spcAft>
                <a:spcPts val="0"/>
              </a:spcAft>
              <a:buNone/>
            </a:pPr>
            <a:endParaRPr sz="2000">
              <a:solidFill>
                <a:schemeClr val="dk1"/>
              </a:solidFill>
              <a:latin typeface="Proxima Nova"/>
              <a:ea typeface="Proxima Nova"/>
              <a:cs typeface="Proxima Nova"/>
              <a:sym typeface="Proxima Nova"/>
            </a:endParaRPr>
          </a:p>
          <a:p>
            <a:pPr marL="0" lvl="0" indent="0" algn="just" rtl="0">
              <a:lnSpc>
                <a:spcPct val="100000"/>
              </a:lnSpc>
              <a:spcBef>
                <a:spcPts val="0"/>
              </a:spcBef>
              <a:spcAft>
                <a:spcPts val="0"/>
              </a:spcAft>
              <a:buNone/>
            </a:pPr>
            <a:endParaRPr sz="2000" b="1">
              <a:solidFill>
                <a:schemeClr val="dk1"/>
              </a:solidFill>
              <a:latin typeface="Proxima Nova"/>
              <a:ea typeface="Proxima Nova"/>
              <a:cs typeface="Proxima Nova"/>
              <a:sym typeface="Proxima Nova"/>
            </a:endParaRPr>
          </a:p>
        </p:txBody>
      </p:sp>
      <p:sp>
        <p:nvSpPr>
          <p:cNvPr id="778" name="Google Shape;778;p92"/>
          <p:cNvSpPr txBox="1"/>
          <p:nvPr/>
        </p:nvSpPr>
        <p:spPr>
          <a:xfrm>
            <a:off x="103450" y="912100"/>
            <a:ext cx="4468500" cy="11082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2000">
                <a:solidFill>
                  <a:schemeClr val="dk1"/>
                </a:solidFill>
                <a:latin typeface="Proxima Nova"/>
                <a:ea typeface="Proxima Nova"/>
                <a:cs typeface="Proxima Nova"/>
                <a:sym typeface="Proxima Nova"/>
              </a:rPr>
              <a:t>The number of integers ≤ n and coprime to n is called Euler’s function for n and is denoted by Φ(n).</a:t>
            </a:r>
            <a:endParaRPr sz="2000">
              <a:latin typeface="Proxima Nova"/>
              <a:ea typeface="Proxima Nova"/>
              <a:cs typeface="Proxima Nova"/>
              <a:sym typeface="Proxima Nova"/>
            </a:endParaRPr>
          </a:p>
        </p:txBody>
      </p:sp>
      <p:sp>
        <p:nvSpPr>
          <p:cNvPr id="779" name="Google Shape;779;p92"/>
          <p:cNvSpPr txBox="1"/>
          <p:nvPr/>
        </p:nvSpPr>
        <p:spPr>
          <a:xfrm>
            <a:off x="159850" y="1908825"/>
            <a:ext cx="3000000" cy="4926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1200"/>
              </a:spcAft>
              <a:buNone/>
            </a:pPr>
            <a:r>
              <a:rPr lang="en" sz="2000" b="1" u="sng">
                <a:solidFill>
                  <a:schemeClr val="dk1"/>
                </a:solidFill>
                <a:latin typeface="Proxima Nova"/>
                <a:ea typeface="Proxima Nova"/>
                <a:cs typeface="Proxima Nova"/>
                <a:sym typeface="Proxima Nova"/>
              </a:rPr>
              <a:t>Examples:</a:t>
            </a:r>
            <a:endParaRPr sz="2000">
              <a:latin typeface="Proxima Nova"/>
              <a:ea typeface="Proxima Nova"/>
              <a:cs typeface="Proxima Nova"/>
              <a:sym typeface="Proxima Nova"/>
            </a:endParaRPr>
          </a:p>
        </p:txBody>
      </p:sp>
      <p:sp>
        <p:nvSpPr>
          <p:cNvPr id="780" name="Google Shape;780;p92"/>
          <p:cNvSpPr txBox="1"/>
          <p:nvPr/>
        </p:nvSpPr>
        <p:spPr>
          <a:xfrm>
            <a:off x="206850" y="2401425"/>
            <a:ext cx="1354200" cy="1416000"/>
          </a:xfrm>
          <a:prstGeom prst="rect">
            <a:avLst/>
          </a:prstGeom>
          <a:noFill/>
          <a:ln>
            <a:noFill/>
          </a:ln>
        </p:spPr>
        <p:txBody>
          <a:bodyPr spcFirstLastPara="1" wrap="square" lIns="91425" tIns="91425" rIns="91425" bIns="91425" anchor="t" anchorCtr="0">
            <a:spAutoFit/>
          </a:bodyPr>
          <a:lstStyle/>
          <a:p>
            <a:pPr marL="0" lvl="0" indent="0" algn="just" rtl="0">
              <a:spcBef>
                <a:spcPts val="1200"/>
              </a:spcBef>
              <a:spcAft>
                <a:spcPts val="0"/>
              </a:spcAft>
              <a:buNone/>
            </a:pPr>
            <a:r>
              <a:rPr lang="en" sz="2000">
                <a:solidFill>
                  <a:schemeClr val="dk1"/>
                </a:solidFill>
                <a:latin typeface="Proxima Nova"/>
                <a:ea typeface="Proxima Nova"/>
                <a:cs typeface="Proxima Nova"/>
                <a:sym typeface="Proxima Nova"/>
              </a:rPr>
              <a:t>Φ(1) = 1</a:t>
            </a:r>
            <a:endParaRPr sz="2000">
              <a:solidFill>
                <a:schemeClr val="dk1"/>
              </a:solidFill>
              <a:latin typeface="Proxima Nova"/>
              <a:ea typeface="Proxima Nova"/>
              <a:cs typeface="Proxima Nova"/>
              <a:sym typeface="Proxima Nova"/>
            </a:endParaRPr>
          </a:p>
          <a:p>
            <a:pPr marL="0" lvl="0" indent="0" algn="just" rtl="0">
              <a:spcBef>
                <a:spcPts val="1200"/>
              </a:spcBef>
              <a:spcAft>
                <a:spcPts val="0"/>
              </a:spcAft>
              <a:buNone/>
            </a:pPr>
            <a:r>
              <a:rPr lang="en" sz="2000">
                <a:solidFill>
                  <a:schemeClr val="dk1"/>
                </a:solidFill>
                <a:latin typeface="Proxima Nova"/>
                <a:ea typeface="Proxima Nova"/>
                <a:cs typeface="Proxima Nova"/>
                <a:sym typeface="Proxima Nova"/>
              </a:rPr>
              <a:t>Φ(2) = 1</a:t>
            </a:r>
            <a:endParaRPr sz="2000">
              <a:solidFill>
                <a:schemeClr val="dk1"/>
              </a:solidFill>
              <a:latin typeface="Proxima Nova"/>
              <a:ea typeface="Proxima Nova"/>
              <a:cs typeface="Proxima Nova"/>
              <a:sym typeface="Proxima Nova"/>
            </a:endParaRPr>
          </a:p>
          <a:p>
            <a:pPr marL="0" lvl="0" indent="0" algn="just" rtl="0">
              <a:spcBef>
                <a:spcPts val="1200"/>
              </a:spcBef>
              <a:spcAft>
                <a:spcPts val="1200"/>
              </a:spcAft>
              <a:buNone/>
            </a:pPr>
            <a:r>
              <a:rPr lang="en" sz="2000">
                <a:solidFill>
                  <a:schemeClr val="dk1"/>
                </a:solidFill>
                <a:latin typeface="Proxima Nova"/>
                <a:ea typeface="Proxima Nova"/>
                <a:cs typeface="Proxima Nova"/>
                <a:sym typeface="Proxima Nova"/>
              </a:rPr>
              <a:t>Φ(8) = 4</a:t>
            </a:r>
            <a:endParaRPr sz="2000">
              <a:latin typeface="Proxima Nova"/>
              <a:ea typeface="Proxima Nova"/>
              <a:cs typeface="Proxima Nova"/>
              <a:sym typeface="Proxima Nov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F6E56CC-0DAB-4A68-8355-1D3B700F7F79}"/>
                  </a:ext>
                </a:extLst>
              </p14:cNvPr>
              <p14:cNvContentPartPr/>
              <p14:nvPr/>
            </p14:nvContentPartPr>
            <p14:xfrm>
              <a:off x="259200" y="41040"/>
              <a:ext cx="7518600" cy="4730040"/>
            </p14:xfrm>
          </p:contentPart>
        </mc:Choice>
        <mc:Fallback>
          <p:pic>
            <p:nvPicPr>
              <p:cNvPr id="2" name="Ink 1">
                <a:extLst>
                  <a:ext uri="{FF2B5EF4-FFF2-40B4-BE49-F238E27FC236}">
                    <a16:creationId xmlns:a16="http://schemas.microsoft.com/office/drawing/2014/main" id="{7F6E56CC-0DAB-4A68-8355-1D3B700F7F79}"/>
                  </a:ext>
                </a:extLst>
              </p:cNvPr>
              <p:cNvPicPr/>
              <p:nvPr/>
            </p:nvPicPr>
            <p:blipFill>
              <a:blip r:embed="rId4"/>
              <a:stretch>
                <a:fillRect/>
              </a:stretch>
            </p:blipFill>
            <p:spPr>
              <a:xfrm>
                <a:off x="249840" y="31680"/>
                <a:ext cx="7537320" cy="474876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93"/>
          <p:cNvSpPr/>
          <p:nvPr/>
        </p:nvSpPr>
        <p:spPr>
          <a:xfrm>
            <a:off x="60425" y="57050"/>
            <a:ext cx="5442600" cy="15978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00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Q. (a) Find φ (17)</a:t>
            </a:r>
            <a:endParaRPr sz="1900">
              <a:solidFill>
                <a:schemeClr val="dk1"/>
              </a:solidFill>
              <a:latin typeface="Bree Serif"/>
              <a:ea typeface="Bree Serif"/>
              <a:cs typeface="Bree Serif"/>
              <a:sym typeface="Bree Serif"/>
            </a:endParaRPr>
          </a:p>
          <a:p>
            <a:pPr marL="0" lvl="0" indent="0" algn="just" rtl="0">
              <a:lnSpc>
                <a:spcPct val="100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      (b) Find φ (81)</a:t>
            </a:r>
            <a:endParaRPr sz="1900">
              <a:solidFill>
                <a:schemeClr val="dk1"/>
              </a:solidFill>
              <a:latin typeface="Bree Serif"/>
              <a:ea typeface="Bree Serif"/>
              <a:cs typeface="Bree Serif"/>
              <a:sym typeface="Bree Serif"/>
            </a:endParaRPr>
          </a:p>
          <a:p>
            <a:pPr marL="0" lvl="0" indent="0" algn="just" rtl="0">
              <a:lnSpc>
                <a:spcPct val="100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      (c)  Find φ (100)	</a:t>
            </a:r>
            <a:endParaRPr sz="1900">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D804D9D-A74F-4907-8D2C-9438F0CB00A8}"/>
                  </a:ext>
                </a:extLst>
              </p14:cNvPr>
              <p14:cNvContentPartPr/>
              <p14:nvPr/>
            </p14:nvContentPartPr>
            <p14:xfrm>
              <a:off x="276120" y="2880"/>
              <a:ext cx="7120080" cy="4033800"/>
            </p14:xfrm>
          </p:contentPart>
        </mc:Choice>
        <mc:Fallback>
          <p:pic>
            <p:nvPicPr>
              <p:cNvPr id="2" name="Ink 1">
                <a:extLst>
                  <a:ext uri="{FF2B5EF4-FFF2-40B4-BE49-F238E27FC236}">
                    <a16:creationId xmlns:a16="http://schemas.microsoft.com/office/drawing/2014/main" id="{BD804D9D-A74F-4907-8D2C-9438F0CB00A8}"/>
                  </a:ext>
                </a:extLst>
              </p:cNvPr>
              <p:cNvPicPr/>
              <p:nvPr/>
            </p:nvPicPr>
            <p:blipFill>
              <a:blip r:embed="rId4"/>
              <a:stretch>
                <a:fillRect/>
              </a:stretch>
            </p:blipFill>
            <p:spPr>
              <a:xfrm>
                <a:off x="266760" y="-6480"/>
                <a:ext cx="7138800" cy="40525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83F71F3-8F92-4F02-A584-757DD456B39B}"/>
                  </a:ext>
                </a:extLst>
              </p14:cNvPr>
              <p14:cNvContentPartPr/>
              <p14:nvPr/>
            </p14:nvContentPartPr>
            <p14:xfrm>
              <a:off x="980280" y="11880"/>
              <a:ext cx="8136000" cy="4644360"/>
            </p14:xfrm>
          </p:contentPart>
        </mc:Choice>
        <mc:Fallback>
          <p:pic>
            <p:nvPicPr>
              <p:cNvPr id="3" name="Ink 2">
                <a:extLst>
                  <a:ext uri="{FF2B5EF4-FFF2-40B4-BE49-F238E27FC236}">
                    <a16:creationId xmlns:a16="http://schemas.microsoft.com/office/drawing/2014/main" id="{D83F71F3-8F92-4F02-A584-757DD456B39B}"/>
                  </a:ext>
                </a:extLst>
              </p:cNvPr>
              <p:cNvPicPr/>
              <p:nvPr/>
            </p:nvPicPr>
            <p:blipFill>
              <a:blip r:embed="rId6"/>
              <a:stretch>
                <a:fillRect/>
              </a:stretch>
            </p:blipFill>
            <p:spPr>
              <a:xfrm>
                <a:off x="970920" y="2520"/>
                <a:ext cx="8154720" cy="466308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94"/>
          <p:cNvSpPr txBox="1"/>
          <p:nvPr/>
        </p:nvSpPr>
        <p:spPr>
          <a:xfrm>
            <a:off x="64343" y="14505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791" name="Google Shape;791;p94"/>
          <p:cNvSpPr txBox="1"/>
          <p:nvPr/>
        </p:nvSpPr>
        <p:spPr>
          <a:xfrm>
            <a:off x="83650" y="1305700"/>
            <a:ext cx="5343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Ф (81) = 54: from the integers {1,...,81} we exclude the ones divisible by 3, of which there are 27. </a:t>
            </a:r>
            <a:endParaRPr sz="1800">
              <a:latin typeface="Proxima Nova"/>
              <a:ea typeface="Proxima Nova"/>
              <a:cs typeface="Proxima Nova"/>
              <a:sym typeface="Proxima Nova"/>
            </a:endParaRPr>
          </a:p>
        </p:txBody>
      </p:sp>
      <p:sp>
        <p:nvSpPr>
          <p:cNvPr id="792" name="Google Shape;792;p94"/>
          <p:cNvSpPr txBox="1"/>
          <p:nvPr/>
        </p:nvSpPr>
        <p:spPr>
          <a:xfrm>
            <a:off x="83650" y="619900"/>
            <a:ext cx="5343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Ф (17) = 16 because none of the integers in {1,..., 17) except 17 itself have any common divisor with 17. </a:t>
            </a:r>
            <a:endParaRPr sz="1800">
              <a:latin typeface="Proxima Nova"/>
              <a:ea typeface="Proxima Nova"/>
              <a:cs typeface="Proxima Nova"/>
              <a:sym typeface="Proxima Nova"/>
            </a:endParaRPr>
          </a:p>
        </p:txBody>
      </p:sp>
      <p:sp>
        <p:nvSpPr>
          <p:cNvPr id="793" name="Google Shape;793;p94"/>
          <p:cNvSpPr txBox="1"/>
          <p:nvPr/>
        </p:nvSpPr>
        <p:spPr>
          <a:xfrm>
            <a:off x="83650" y="1915300"/>
            <a:ext cx="5343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Ф(100) = 40. There are two ways to do this</a:t>
            </a:r>
            <a:endParaRPr sz="1800">
              <a:latin typeface="Proxima Nova"/>
              <a:ea typeface="Proxima Nova"/>
              <a:cs typeface="Proxima Nova"/>
              <a:sym typeface="Proxima Nova"/>
            </a:endParaRPr>
          </a:p>
        </p:txBody>
      </p:sp>
      <p:sp>
        <p:nvSpPr>
          <p:cNvPr id="794" name="Google Shape;794;p94"/>
          <p:cNvSpPr txBox="1"/>
          <p:nvPr/>
        </p:nvSpPr>
        <p:spPr>
          <a:xfrm>
            <a:off x="159850" y="2296300"/>
            <a:ext cx="53433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There are  50 numbers in {1,....100} divisible by 2, which we discard. There are also 20 numbers divisible by 5, which we discard. But 10 numbers were divisible by 10, so we counted them since twice so</a:t>
            </a:r>
            <a:endParaRPr sz="1800">
              <a:latin typeface="Proxima Nova"/>
              <a:ea typeface="Proxima Nova"/>
              <a:cs typeface="Proxima Nova"/>
              <a:sym typeface="Proxima Nova"/>
            </a:endParaRPr>
          </a:p>
          <a:p>
            <a:pPr marL="0" lvl="0" indent="0" algn="l" rtl="0">
              <a:spcBef>
                <a:spcPts val="0"/>
              </a:spcBef>
              <a:spcAft>
                <a:spcPts val="0"/>
              </a:spcAft>
              <a:buNone/>
            </a:pPr>
            <a:r>
              <a:rPr lang="en" sz="1800">
                <a:solidFill>
                  <a:schemeClr val="dk1"/>
                </a:solidFill>
                <a:latin typeface="Proxima Nova"/>
                <a:ea typeface="Proxima Nova"/>
                <a:cs typeface="Proxima Nova"/>
                <a:sym typeface="Proxima Nova"/>
              </a:rPr>
              <a:t>Ф</a:t>
            </a:r>
            <a:r>
              <a:rPr lang="en" sz="1800">
                <a:latin typeface="Proxima Nova"/>
                <a:ea typeface="Proxima Nova"/>
                <a:cs typeface="Proxima Nova"/>
                <a:sym typeface="Proxima Nova"/>
              </a:rPr>
              <a:t> (100) = 100 –50 – 20 + 10 = 40 </a:t>
            </a:r>
            <a:endParaRPr sz="1800">
              <a:latin typeface="Proxima Nova"/>
              <a:ea typeface="Proxima Nova"/>
              <a:cs typeface="Proxima Nova"/>
              <a:sym typeface="Proxima Nova"/>
            </a:endParaRPr>
          </a:p>
        </p:txBody>
      </p:sp>
      <p:sp>
        <p:nvSpPr>
          <p:cNvPr id="795" name="Google Shape;795;p94"/>
          <p:cNvSpPr txBox="1"/>
          <p:nvPr/>
        </p:nvSpPr>
        <p:spPr>
          <a:xfrm>
            <a:off x="159850" y="4048900"/>
            <a:ext cx="53433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Of the numbers in {1,...100}, ½ are not divisible by 2,  and ⅘ are not divisible by 5. So the number that aren’t divisible by both is ½. ⅘. 100 = 40. </a:t>
            </a:r>
            <a:endParaRPr sz="1800" baseline="30000">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95"/>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dirty="0">
                <a:solidFill>
                  <a:schemeClr val="dk1"/>
                </a:solidFill>
                <a:latin typeface="Bree Serif"/>
                <a:ea typeface="Bree Serif"/>
                <a:cs typeface="Bree Serif"/>
                <a:sym typeface="Bree Serif"/>
              </a:rPr>
              <a:t>Q. Prove that                                            , where p is prime </a:t>
            </a:r>
            <a:endParaRPr sz="1800" dirty="0">
              <a:solidFill>
                <a:schemeClr val="dk1"/>
              </a:solidFill>
              <a:latin typeface="Bree Serif"/>
              <a:ea typeface="Bree Serif"/>
              <a:cs typeface="Bree Serif"/>
              <a:sym typeface="Bree Serif"/>
            </a:endParaRPr>
          </a:p>
        </p:txBody>
      </p:sp>
      <p:pic>
        <p:nvPicPr>
          <p:cNvPr id="801" name="Google Shape;801;p95"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bfA6agjaacI&#10;% cacaWGWbWaaWbaaSqabeaacaWGRbaaaOGaaiykaiabg2da9iaadcha&#10;% daahaaWcbeqaaiaadUgaaaGcdaqadaqaaiaaigdacqGHsisldaWcaa&#10;% qaaiaaigdaaeaacaWGWbaaaaGaayjkaiaawMcaaaaa!4345!&#10;\Phi ({p^k}) = {p^k}\left( {1 - \frac{1}{p}} \right)\" title="MathEquation,#000000"/>
          <p:cNvPicPr preferRelativeResize="0"/>
          <p:nvPr/>
        </p:nvPicPr>
        <p:blipFill>
          <a:blip r:embed="rId3">
            <a:alphaModFix/>
          </a:blip>
          <a:stretch>
            <a:fillRect/>
          </a:stretch>
        </p:blipFill>
        <p:spPr>
          <a:xfrm>
            <a:off x="1517385" y="553034"/>
            <a:ext cx="2160026" cy="4779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C81B22F-39AB-4984-8F27-3DBED1EDCF95}"/>
                  </a:ext>
                </a:extLst>
              </p14:cNvPr>
              <p14:cNvContentPartPr/>
              <p14:nvPr/>
            </p14:nvContentPartPr>
            <p14:xfrm>
              <a:off x="443880" y="33120"/>
              <a:ext cx="8704080" cy="4956120"/>
            </p14:xfrm>
          </p:contentPart>
        </mc:Choice>
        <mc:Fallback>
          <p:pic>
            <p:nvPicPr>
              <p:cNvPr id="2" name="Ink 1">
                <a:extLst>
                  <a:ext uri="{FF2B5EF4-FFF2-40B4-BE49-F238E27FC236}">
                    <a16:creationId xmlns:a16="http://schemas.microsoft.com/office/drawing/2014/main" id="{1C81B22F-39AB-4984-8F27-3DBED1EDCF95}"/>
                  </a:ext>
                </a:extLst>
              </p:cNvPr>
              <p:cNvPicPr/>
              <p:nvPr/>
            </p:nvPicPr>
            <p:blipFill>
              <a:blip r:embed="rId5"/>
              <a:stretch>
                <a:fillRect/>
              </a:stretch>
            </p:blipFill>
            <p:spPr>
              <a:xfrm>
                <a:off x="434520" y="23760"/>
                <a:ext cx="8722800" cy="497484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E394F-6255-4CD8-B4EA-06E61A111BA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35B1632-B8D8-4BDC-9271-C2AE15685FCB}"/>
              </a:ext>
            </a:extLst>
          </p:cNvPr>
          <p:cNvSpPr>
            <a:spLocks noGrp="1"/>
          </p:cNvSpPr>
          <p:nvPr>
            <p:ph type="body" idx="1"/>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DD71461-B89B-4BA5-9C3B-1CD9CB453A16}"/>
                  </a:ext>
                </a:extLst>
              </p14:cNvPr>
              <p14:cNvContentPartPr/>
              <p14:nvPr/>
            </p14:nvContentPartPr>
            <p14:xfrm>
              <a:off x="513000" y="21960"/>
              <a:ext cx="8634960" cy="4620960"/>
            </p14:xfrm>
          </p:contentPart>
        </mc:Choice>
        <mc:Fallback>
          <p:pic>
            <p:nvPicPr>
              <p:cNvPr id="4" name="Ink 3">
                <a:extLst>
                  <a:ext uri="{FF2B5EF4-FFF2-40B4-BE49-F238E27FC236}">
                    <a16:creationId xmlns:a16="http://schemas.microsoft.com/office/drawing/2014/main" id="{FDD71461-B89B-4BA5-9C3B-1CD9CB453A16}"/>
                  </a:ext>
                </a:extLst>
              </p:cNvPr>
              <p:cNvPicPr/>
              <p:nvPr/>
            </p:nvPicPr>
            <p:blipFill>
              <a:blip r:embed="rId3"/>
              <a:stretch>
                <a:fillRect/>
              </a:stretch>
            </p:blipFill>
            <p:spPr>
              <a:xfrm>
                <a:off x="503640" y="12600"/>
                <a:ext cx="8653680" cy="4639680"/>
              </a:xfrm>
              <a:prstGeom prst="rect">
                <a:avLst/>
              </a:prstGeom>
            </p:spPr>
          </p:pic>
        </mc:Fallback>
      </mc:AlternateContent>
    </p:spTree>
    <p:extLst>
      <p:ext uri="{BB962C8B-B14F-4D97-AF65-F5344CB8AC3E}">
        <p14:creationId xmlns:p14="http://schemas.microsoft.com/office/powerpoint/2010/main" val="2893070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96"/>
          <p:cNvSpPr txBox="1"/>
          <p:nvPr/>
        </p:nvSpPr>
        <p:spPr>
          <a:xfrm>
            <a:off x="116050" y="1291300"/>
            <a:ext cx="7290300" cy="49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baseline="30000">
                <a:solidFill>
                  <a:schemeClr val="dk1"/>
                </a:solidFill>
                <a:latin typeface="Bree Serif"/>
                <a:ea typeface="Bree Serif"/>
                <a:cs typeface="Bree Serif"/>
                <a:sym typeface="Bree Serif"/>
              </a:rPr>
              <a:t> </a:t>
            </a:r>
            <a:r>
              <a:rPr lang="en" sz="1900">
                <a:solidFill>
                  <a:schemeClr val="dk1"/>
                </a:solidFill>
                <a:latin typeface="Bree Serif"/>
                <a:ea typeface="Bree Serif"/>
                <a:cs typeface="Bree Serif"/>
                <a:sym typeface="Bree Serif"/>
              </a:rPr>
              <a:t> If                                                  then </a:t>
            </a:r>
            <a:endParaRPr sz="1900">
              <a:solidFill>
                <a:schemeClr val="dk1"/>
              </a:solidFill>
              <a:latin typeface="Bree Serif"/>
              <a:ea typeface="Bree Serif"/>
              <a:cs typeface="Bree Serif"/>
              <a:sym typeface="Bree Serif"/>
            </a:endParaRPr>
          </a:p>
        </p:txBody>
      </p:sp>
      <p:pic>
        <p:nvPicPr>
          <p:cNvPr id="807" name="Google Shape;807;p96"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aykW7caWGUb&#10;% Gaeyypa0JaamiCamaaDaaaleaacaaIXaaabaGaeqySde2aaSbaaWqa&#10;% aiaaigdaaeqaaaaakiaac6cacaaMc8UaamiCamaaDaaaleaacaaIYa&#10;% aabaGaeqySde2aaSbaaWqaaiaaikdaaeqaaaaakiaaykW7caGGUaGa&#10;% aiOlaiaac6cacaGGUaGaaiOlaiaadchadaqhaaWcbaGaam4Aaaqaai&#10;% abeg7aHnaaBaaameaacaWGRbaabeaaaaaaaa!4EB5!&#10;\,n = p_1^{{\alpha _1}}.\,p_2^{{\alpha _2}}\,.....p_k^{{\alpha _k}}\" title="MathEquation,#000000"/>
          <p:cNvPicPr preferRelativeResize="0"/>
          <p:nvPr/>
        </p:nvPicPr>
        <p:blipFill>
          <a:blip r:embed="rId3">
            <a:alphaModFix/>
          </a:blip>
          <a:stretch>
            <a:fillRect/>
          </a:stretch>
        </p:blipFill>
        <p:spPr>
          <a:xfrm>
            <a:off x="521926" y="1372401"/>
            <a:ext cx="2257778" cy="330200"/>
          </a:xfrm>
          <a:prstGeom prst="rect">
            <a:avLst/>
          </a:prstGeom>
          <a:noFill/>
          <a:ln>
            <a:noFill/>
          </a:ln>
        </p:spPr>
      </p:pic>
      <p:sp>
        <p:nvSpPr>
          <p:cNvPr id="808" name="Google Shape;808;p96"/>
          <p:cNvSpPr/>
          <p:nvPr/>
        </p:nvSpPr>
        <p:spPr>
          <a:xfrm>
            <a:off x="58475" y="143138"/>
            <a:ext cx="739500" cy="508200"/>
          </a:xfrm>
          <a:prstGeom prst="parallelogram">
            <a:avLst>
              <a:gd name="adj" fmla="val 0"/>
            </a:avLst>
          </a:prstGeom>
          <a:solidFill>
            <a:srgbClr val="0C343D"/>
          </a:soli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96"/>
          <p:cNvSpPr/>
          <p:nvPr/>
        </p:nvSpPr>
        <p:spPr>
          <a:xfrm>
            <a:off x="930200" y="339956"/>
            <a:ext cx="7689300" cy="508200"/>
          </a:xfrm>
          <a:prstGeom prst="parallelogram">
            <a:avLst>
              <a:gd name="adj" fmla="val 25000"/>
            </a:avLst>
          </a:prstGeom>
          <a:solidFill>
            <a:srgbClr val="0C343D"/>
          </a:soli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96"/>
          <p:cNvSpPr txBox="1"/>
          <p:nvPr/>
        </p:nvSpPr>
        <p:spPr>
          <a:xfrm>
            <a:off x="1030450" y="376900"/>
            <a:ext cx="7290300" cy="49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900">
                <a:solidFill>
                  <a:schemeClr val="lt1"/>
                </a:solidFill>
                <a:latin typeface="Bree Serif"/>
                <a:ea typeface="Bree Serif"/>
                <a:cs typeface="Bree Serif"/>
                <a:sym typeface="Bree Serif"/>
              </a:rPr>
              <a:t>EULER’S FUNCTION</a:t>
            </a:r>
            <a:endParaRPr sz="800">
              <a:solidFill>
                <a:schemeClr val="lt1"/>
              </a:solidFill>
              <a:latin typeface="Bree Serif"/>
              <a:ea typeface="Bree Serif"/>
              <a:cs typeface="Bree Serif"/>
              <a:sym typeface="Bree Serif"/>
            </a:endParaRPr>
          </a:p>
        </p:txBody>
      </p:sp>
      <p:sp>
        <p:nvSpPr>
          <p:cNvPr id="811" name="Google Shape;811;p96"/>
          <p:cNvSpPr/>
          <p:nvPr/>
        </p:nvSpPr>
        <p:spPr>
          <a:xfrm>
            <a:off x="593123" y="139857"/>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CECD5"/>
              </a:gs>
              <a:gs pos="100000">
                <a:srgbClr val="93BC81"/>
              </a:gs>
            </a:gsLst>
            <a:lin ang="5400012" scaled="0"/>
          </a:gradFill>
          <a:ln>
            <a:noFill/>
          </a:ln>
          <a:effectLst>
            <a:outerShdw blurRad="57150" dist="66675" dir="6300000" algn="bl" rotWithShape="0">
              <a:srgbClr val="000000">
                <a:alpha val="10000"/>
              </a:srgbClr>
            </a:outerShdw>
          </a:effectLst>
        </p:spPr>
      </p:sp>
      <p:pic>
        <p:nvPicPr>
          <p:cNvPr id="812" name="Google Shape;812;p96" descr="&lt;math style=&quot;font-family:'Times New Roman'&quot; xmlns=&quot;http://www.w3.org/1998/Math/MathML&quot;&gt;&lt;mstyle mathsize=&quot;10px&quot;&gt;&lt;mrow&gt;&lt;mi mathvariant=&quot;normal&quot;&gt;&amp;#x3D5;&lt;/mi&gt;&lt;mfenced&gt;&lt;mi mathvariant=&quot;normal&quot;&gt;n&lt;/mi&gt;&lt;/mfenced&gt;&lt;mo&gt;=&lt;/mo&gt;&lt;mi mathvariant=&quot;normal&quot;&gt;n&lt;/mi&gt;&lt;mfenced&gt;&lt;mrow&gt;&lt;mn&gt;1&lt;/mn&gt;&lt;mo&gt;-&lt;/mo&gt;&lt;mfrac&gt;&lt;mn&gt;1&lt;/mn&gt;&lt;msub&gt;&lt;mi mathvariant=&quot;normal&quot;&gt;p&lt;/mi&gt;&lt;mn&gt;1&lt;/mn&gt;&lt;/msub&gt;&lt;/mfrac&gt;&lt;/mrow&gt;&lt;/mfenced&gt;&lt;mfenced&gt;&lt;mrow&gt;&lt;mn&gt;1&lt;/mn&gt;&lt;mo&gt;-&lt;/mo&gt;&lt;mfrac&gt;&lt;mn&gt;1&lt;/mn&gt;&lt;msub&gt;&lt;mi mathvariant=&quot;normal&quot;&gt;p&lt;/mi&gt;&lt;mn&gt;2&lt;/mn&gt;&lt;/msub&gt;&lt;/mfrac&gt;&lt;/mrow&gt;&lt;/mfenced&gt;&lt;mo&gt;.&lt;/mo&gt;&lt;mo&gt;.&lt;/mo&gt;&lt;mo&gt;.&lt;/mo&gt;&lt;mo&gt;.&lt;/mo&gt;&lt;mfenced&gt;&lt;mrow&gt;&lt;mn&gt;1&lt;/mn&gt;&lt;mo&gt;-&lt;/mo&gt;&lt;mfrac&gt;&lt;mn&gt;1&lt;/mn&gt;&lt;msub&gt;&lt;mi mathvariant=&quot;normal&quot;&gt;p&lt;/mi&gt;&lt;mi mathvariant=&quot;normal&quot;&gt;k&lt;/mi&gt;&lt;/msub&gt;&lt;/mfrac&gt;&lt;/mrow&gt;&lt;/mfenced&gt;&lt;/mrow&gt;&lt;/mstyle&gt;&lt;/math&gt;" title="begin mathsize 10px style straight ϕ open parentheses straight n close parentheses equals straight n open parentheses 1 minus 1 over straight p subscript 1 close parentheses open parentheses 1 minus 1 over straight p subscript 2 close parentheses.... open parentheses 1 minus 1 over straight p subscript straight k close parentheses end style"/>
          <p:cNvPicPr preferRelativeResize="0"/>
          <p:nvPr/>
        </p:nvPicPr>
        <p:blipFill>
          <a:blip r:embed="rId4">
            <a:alphaModFix/>
          </a:blip>
          <a:stretch>
            <a:fillRect/>
          </a:stretch>
        </p:blipFill>
        <p:spPr>
          <a:xfrm>
            <a:off x="247750" y="1860651"/>
            <a:ext cx="3664816" cy="71437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139CDA8-E886-4CEF-9A73-D953149A18AC}"/>
                  </a:ext>
                </a:extLst>
              </p14:cNvPr>
              <p14:cNvContentPartPr/>
              <p14:nvPr/>
            </p14:nvContentPartPr>
            <p14:xfrm>
              <a:off x="247320" y="645120"/>
              <a:ext cx="8777160" cy="4131720"/>
            </p14:xfrm>
          </p:contentPart>
        </mc:Choice>
        <mc:Fallback>
          <p:pic>
            <p:nvPicPr>
              <p:cNvPr id="2" name="Ink 1">
                <a:extLst>
                  <a:ext uri="{FF2B5EF4-FFF2-40B4-BE49-F238E27FC236}">
                    <a16:creationId xmlns:a16="http://schemas.microsoft.com/office/drawing/2014/main" id="{7139CDA8-E886-4CEF-9A73-D953149A18AC}"/>
                  </a:ext>
                </a:extLst>
              </p:cNvPr>
              <p:cNvPicPr/>
              <p:nvPr/>
            </p:nvPicPr>
            <p:blipFill>
              <a:blip r:embed="rId6"/>
              <a:stretch>
                <a:fillRect/>
              </a:stretch>
            </p:blipFill>
            <p:spPr>
              <a:xfrm>
                <a:off x="237960" y="635760"/>
                <a:ext cx="8795880" cy="415044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97"/>
          <p:cNvSpPr/>
          <p:nvPr/>
        </p:nvSpPr>
        <p:spPr>
          <a:xfrm>
            <a:off x="58475" y="143138"/>
            <a:ext cx="739500" cy="508200"/>
          </a:xfrm>
          <a:prstGeom prst="parallelogram">
            <a:avLst>
              <a:gd name="adj" fmla="val 0"/>
            </a:avLst>
          </a:prstGeom>
          <a:solidFill>
            <a:srgbClr val="0C343D"/>
          </a:soli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97"/>
          <p:cNvSpPr/>
          <p:nvPr/>
        </p:nvSpPr>
        <p:spPr>
          <a:xfrm>
            <a:off x="930200" y="339956"/>
            <a:ext cx="7689300" cy="508200"/>
          </a:xfrm>
          <a:prstGeom prst="parallelogram">
            <a:avLst>
              <a:gd name="adj" fmla="val 25000"/>
            </a:avLst>
          </a:prstGeom>
          <a:solidFill>
            <a:srgbClr val="0C343D"/>
          </a:soli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97"/>
          <p:cNvSpPr txBox="1"/>
          <p:nvPr/>
        </p:nvSpPr>
        <p:spPr>
          <a:xfrm>
            <a:off x="1030450" y="376900"/>
            <a:ext cx="7290300" cy="49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900">
                <a:solidFill>
                  <a:schemeClr val="lt1"/>
                </a:solidFill>
                <a:latin typeface="Bree Serif"/>
                <a:ea typeface="Bree Serif"/>
                <a:cs typeface="Bree Serif"/>
                <a:sym typeface="Bree Serif"/>
              </a:rPr>
              <a:t>Euler’s Theorem </a:t>
            </a:r>
            <a:endParaRPr sz="1900">
              <a:solidFill>
                <a:schemeClr val="lt1"/>
              </a:solidFill>
              <a:latin typeface="Bree Serif"/>
              <a:ea typeface="Bree Serif"/>
              <a:cs typeface="Bree Serif"/>
              <a:sym typeface="Bree Serif"/>
            </a:endParaRPr>
          </a:p>
        </p:txBody>
      </p:sp>
      <p:sp>
        <p:nvSpPr>
          <p:cNvPr id="820" name="Google Shape;820;p97"/>
          <p:cNvSpPr/>
          <p:nvPr/>
        </p:nvSpPr>
        <p:spPr>
          <a:xfrm>
            <a:off x="593123" y="139857"/>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CECD5"/>
              </a:gs>
              <a:gs pos="100000">
                <a:srgbClr val="93BC81"/>
              </a:gs>
            </a:gsLst>
            <a:lin ang="5400012" scaled="0"/>
          </a:gradFill>
          <a:ln>
            <a:noFill/>
          </a:ln>
          <a:effectLst>
            <a:outerShdw blurRad="57150" dist="66675" dir="6300000" algn="bl" rotWithShape="0">
              <a:srgbClr val="000000">
                <a:alpha val="10000"/>
              </a:srgbClr>
            </a:outerShdw>
          </a:effectLst>
        </p:spPr>
      </p:sp>
      <p:sp>
        <p:nvSpPr>
          <p:cNvPr id="821" name="Google Shape;821;p97"/>
          <p:cNvSpPr txBox="1"/>
          <p:nvPr/>
        </p:nvSpPr>
        <p:spPr>
          <a:xfrm>
            <a:off x="141050" y="1024950"/>
            <a:ext cx="377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If gcd (n, a) =1, then </a:t>
            </a:r>
            <a:endParaRPr sz="2000">
              <a:latin typeface="Proxima Nova"/>
              <a:ea typeface="Proxima Nova"/>
              <a:cs typeface="Proxima Nova"/>
              <a:sym typeface="Proxima Nova"/>
            </a:endParaRPr>
          </a:p>
        </p:txBody>
      </p:sp>
      <p:sp>
        <p:nvSpPr>
          <p:cNvPr id="822" name="Google Shape;822;p97"/>
          <p:cNvSpPr txBox="1"/>
          <p:nvPr/>
        </p:nvSpPr>
        <p:spPr>
          <a:xfrm>
            <a:off x="141050" y="1558350"/>
            <a:ext cx="3770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a</a:t>
            </a:r>
            <a:r>
              <a:rPr lang="en" sz="2000" baseline="30000">
                <a:latin typeface="Proxima Nova"/>
                <a:ea typeface="Proxima Nova"/>
                <a:cs typeface="Proxima Nova"/>
                <a:sym typeface="Proxima Nova"/>
              </a:rPr>
              <a:t>ф(n)</a:t>
            </a:r>
            <a:r>
              <a:rPr lang="en" sz="2000">
                <a:latin typeface="Proxima Nova"/>
                <a:ea typeface="Proxima Nova"/>
                <a:cs typeface="Proxima Nova"/>
                <a:sym typeface="Proxima Nova"/>
              </a:rPr>
              <a:t> ≡ 1 (mod n) </a:t>
            </a:r>
            <a:endParaRPr sz="2000">
              <a:latin typeface="Proxima Nova"/>
              <a:ea typeface="Proxima Nova"/>
              <a:cs typeface="Proxima Nova"/>
              <a:sym typeface="Proxima Nova"/>
            </a:endParaRPr>
          </a:p>
        </p:txBody>
      </p:sp>
      <p:sp>
        <p:nvSpPr>
          <p:cNvPr id="823" name="Google Shape;823;p97"/>
          <p:cNvSpPr txBox="1"/>
          <p:nvPr/>
        </p:nvSpPr>
        <p:spPr>
          <a:xfrm>
            <a:off x="217250" y="2015550"/>
            <a:ext cx="3770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If n = p, then we obtain Fermat’s little theorem. </a:t>
            </a:r>
            <a:endParaRPr sz="2000">
              <a:latin typeface="Proxima Nova"/>
              <a:ea typeface="Proxima Nova"/>
              <a:cs typeface="Proxima Nova"/>
              <a:sym typeface="Proxima Nov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FDDE1E4-BA68-47B4-89F7-9E709FF32155}"/>
                  </a:ext>
                </a:extLst>
              </p14:cNvPr>
              <p14:cNvContentPartPr/>
              <p14:nvPr/>
            </p14:nvContentPartPr>
            <p14:xfrm>
              <a:off x="157320" y="666000"/>
              <a:ext cx="8219160" cy="3520080"/>
            </p14:xfrm>
          </p:contentPart>
        </mc:Choice>
        <mc:Fallback>
          <p:pic>
            <p:nvPicPr>
              <p:cNvPr id="2" name="Ink 1">
                <a:extLst>
                  <a:ext uri="{FF2B5EF4-FFF2-40B4-BE49-F238E27FC236}">
                    <a16:creationId xmlns:a16="http://schemas.microsoft.com/office/drawing/2014/main" id="{CFDDE1E4-BA68-47B4-89F7-9E709FF32155}"/>
                  </a:ext>
                </a:extLst>
              </p:cNvPr>
              <p:cNvPicPr/>
              <p:nvPr/>
            </p:nvPicPr>
            <p:blipFill>
              <a:blip r:embed="rId4"/>
              <a:stretch>
                <a:fillRect/>
              </a:stretch>
            </p:blipFill>
            <p:spPr>
              <a:xfrm>
                <a:off x="147960" y="656640"/>
                <a:ext cx="8237880" cy="353880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98"/>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Q. Find the last digit of  7</a:t>
            </a:r>
            <a:r>
              <a:rPr lang="en" sz="1900" baseline="30000">
                <a:solidFill>
                  <a:schemeClr val="dk1"/>
                </a:solidFill>
                <a:latin typeface="Bree Serif"/>
                <a:ea typeface="Bree Serif"/>
                <a:cs typeface="Bree Serif"/>
                <a:sym typeface="Bree Serif"/>
              </a:rPr>
              <a:t>2013</a:t>
            </a:r>
            <a:r>
              <a:rPr lang="en" sz="1900">
                <a:solidFill>
                  <a:schemeClr val="dk1"/>
                </a:solidFill>
                <a:latin typeface="Bree Serif"/>
                <a:ea typeface="Bree Serif"/>
                <a:cs typeface="Bree Serif"/>
                <a:sym typeface="Bree Serif"/>
              </a:rPr>
              <a:t>.</a:t>
            </a:r>
            <a:endParaRPr sz="1900">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F0E1E78-E5FD-427D-A5C0-8E4BD2AD766C}"/>
                  </a:ext>
                </a:extLst>
              </p14:cNvPr>
              <p14:cNvContentPartPr/>
              <p14:nvPr/>
            </p14:nvContentPartPr>
            <p14:xfrm>
              <a:off x="330120" y="160200"/>
              <a:ext cx="7084080" cy="4959000"/>
            </p14:xfrm>
          </p:contentPart>
        </mc:Choice>
        <mc:Fallback>
          <p:pic>
            <p:nvPicPr>
              <p:cNvPr id="2" name="Ink 1">
                <a:extLst>
                  <a:ext uri="{FF2B5EF4-FFF2-40B4-BE49-F238E27FC236}">
                    <a16:creationId xmlns:a16="http://schemas.microsoft.com/office/drawing/2014/main" id="{CF0E1E78-E5FD-427D-A5C0-8E4BD2AD766C}"/>
                  </a:ext>
                </a:extLst>
              </p:cNvPr>
              <p:cNvPicPr/>
              <p:nvPr/>
            </p:nvPicPr>
            <p:blipFill>
              <a:blip r:embed="rId4"/>
              <a:stretch>
                <a:fillRect/>
              </a:stretch>
            </p:blipFill>
            <p:spPr>
              <a:xfrm>
                <a:off x="320760" y="150840"/>
                <a:ext cx="7102800" cy="497772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99"/>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Q. Find the last digit of  7</a:t>
            </a:r>
            <a:r>
              <a:rPr lang="en" sz="1900" baseline="30000">
                <a:solidFill>
                  <a:schemeClr val="dk1"/>
                </a:solidFill>
                <a:latin typeface="Bree Serif"/>
                <a:ea typeface="Bree Serif"/>
                <a:cs typeface="Bree Serif"/>
                <a:sym typeface="Bree Serif"/>
              </a:rPr>
              <a:t>2013</a:t>
            </a:r>
            <a:r>
              <a:rPr lang="en" sz="1900">
                <a:solidFill>
                  <a:schemeClr val="dk1"/>
                </a:solidFill>
                <a:latin typeface="Bree Serif"/>
                <a:ea typeface="Bree Serif"/>
                <a:cs typeface="Bree Serif"/>
                <a:sym typeface="Bree Serif"/>
              </a:rPr>
              <a:t>.</a:t>
            </a:r>
            <a:endParaRPr sz="1900">
              <a:solidFill>
                <a:schemeClr val="dk1"/>
              </a:solidFill>
              <a:latin typeface="Bree Serif"/>
              <a:ea typeface="Bree Serif"/>
              <a:cs typeface="Bree Serif"/>
              <a:sym typeface="Bree Serif"/>
            </a:endParaRPr>
          </a:p>
        </p:txBody>
      </p:sp>
      <p:sp>
        <p:nvSpPr>
          <p:cNvPr id="834" name="Google Shape;834;p99"/>
          <p:cNvSpPr txBox="1"/>
          <p:nvPr/>
        </p:nvSpPr>
        <p:spPr>
          <a:xfrm>
            <a:off x="176193" y="1400878"/>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835" name="Google Shape;835;p99"/>
          <p:cNvSpPr txBox="1"/>
          <p:nvPr/>
        </p:nvSpPr>
        <p:spPr>
          <a:xfrm>
            <a:off x="197475" y="1889050"/>
            <a:ext cx="5218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Since ф(10) = 4, to find 7</a:t>
            </a:r>
            <a:r>
              <a:rPr lang="en" sz="2000" baseline="30000">
                <a:latin typeface="Proxima Nova"/>
                <a:ea typeface="Proxima Nova"/>
                <a:cs typeface="Proxima Nova"/>
                <a:sym typeface="Proxima Nova"/>
              </a:rPr>
              <a:t>2013</a:t>
            </a:r>
            <a:r>
              <a:rPr lang="en" sz="2000">
                <a:latin typeface="Proxima Nova"/>
                <a:ea typeface="Proxima Nova"/>
                <a:cs typeface="Proxima Nova"/>
                <a:sym typeface="Proxima Nova"/>
              </a:rPr>
              <a:t> mod 10 we find</a:t>
            </a:r>
            <a:endParaRPr sz="2000">
              <a:latin typeface="Proxima Nova"/>
              <a:ea typeface="Proxima Nova"/>
              <a:cs typeface="Proxima Nova"/>
              <a:sym typeface="Proxima Nova"/>
            </a:endParaRPr>
          </a:p>
        </p:txBody>
      </p:sp>
      <p:sp>
        <p:nvSpPr>
          <p:cNvPr id="836" name="Google Shape;836;p99"/>
          <p:cNvSpPr txBox="1"/>
          <p:nvPr/>
        </p:nvSpPr>
        <p:spPr>
          <a:xfrm>
            <a:off x="197475" y="2215825"/>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2013 mod 4 = 1. </a:t>
            </a:r>
            <a:endParaRPr/>
          </a:p>
        </p:txBody>
      </p:sp>
      <p:sp>
        <p:nvSpPr>
          <p:cNvPr id="837" name="Google Shape;837;p99"/>
          <p:cNvSpPr txBox="1"/>
          <p:nvPr/>
        </p:nvSpPr>
        <p:spPr>
          <a:xfrm>
            <a:off x="197475" y="2533975"/>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Proxima Nova"/>
                <a:ea typeface="Proxima Nova"/>
                <a:cs typeface="Proxima Nova"/>
                <a:sym typeface="Proxima Nova"/>
              </a:rPr>
              <a:t>So 7</a:t>
            </a:r>
            <a:r>
              <a:rPr lang="en" sz="2000" baseline="30000">
                <a:solidFill>
                  <a:schemeClr val="dk1"/>
                </a:solidFill>
                <a:latin typeface="Proxima Nova"/>
                <a:ea typeface="Proxima Nova"/>
                <a:cs typeface="Proxima Nova"/>
                <a:sym typeface="Proxima Nova"/>
              </a:rPr>
              <a:t>2013</a:t>
            </a:r>
            <a:r>
              <a:rPr lang="en" sz="2000">
                <a:solidFill>
                  <a:schemeClr val="dk1"/>
                </a:solidFill>
                <a:latin typeface="Proxima Nova"/>
                <a:ea typeface="Proxima Nova"/>
                <a:cs typeface="Proxima Nova"/>
                <a:sym typeface="Proxima Nova"/>
              </a:rPr>
              <a:t> ≡ 7</a:t>
            </a:r>
            <a:r>
              <a:rPr lang="en" sz="2000" baseline="30000">
                <a:solidFill>
                  <a:schemeClr val="dk1"/>
                </a:solidFill>
                <a:latin typeface="Proxima Nova"/>
                <a:ea typeface="Proxima Nova"/>
                <a:cs typeface="Proxima Nova"/>
                <a:sym typeface="Proxima Nova"/>
              </a:rPr>
              <a:t>1</a:t>
            </a:r>
            <a:r>
              <a:rPr lang="en" sz="2000">
                <a:solidFill>
                  <a:schemeClr val="dk1"/>
                </a:solidFill>
                <a:latin typeface="Proxima Nova"/>
                <a:ea typeface="Proxima Nova"/>
                <a:cs typeface="Proxima Nova"/>
                <a:sym typeface="Proxima Nova"/>
              </a:rPr>
              <a:t> = 7 (mod 10). </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100"/>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Q. Find the remainder when 7</a:t>
            </a:r>
            <a:r>
              <a:rPr lang="en" sz="1900" baseline="30000">
                <a:solidFill>
                  <a:schemeClr val="dk1"/>
                </a:solidFill>
                <a:latin typeface="Bree Serif"/>
                <a:ea typeface="Bree Serif"/>
                <a:cs typeface="Bree Serif"/>
                <a:sym typeface="Bree Serif"/>
              </a:rPr>
              <a:t>120</a:t>
            </a:r>
            <a:r>
              <a:rPr lang="en" sz="1900">
                <a:solidFill>
                  <a:schemeClr val="dk1"/>
                </a:solidFill>
                <a:latin typeface="Bree Serif"/>
                <a:ea typeface="Bree Serif"/>
                <a:cs typeface="Bree Serif"/>
                <a:sym typeface="Bree Serif"/>
              </a:rPr>
              <a:t> is divided by 143.</a:t>
            </a:r>
            <a:endParaRPr sz="1900">
              <a:solidFill>
                <a:schemeClr val="dk1"/>
              </a:solidFill>
              <a:latin typeface="Bree Serif"/>
              <a:ea typeface="Bree Serif"/>
              <a:cs typeface="Bree Serif"/>
              <a:sym typeface="Bree Serif"/>
            </a:endParaRPr>
          </a:p>
        </p:txBody>
      </p:sp>
      <p:sp>
        <p:nvSpPr>
          <p:cNvPr id="843" name="Google Shape;843;p100"/>
          <p:cNvSpPr/>
          <p:nvPr/>
        </p:nvSpPr>
        <p:spPr>
          <a:xfrm>
            <a:off x="139453" y="1512404"/>
            <a:ext cx="461400" cy="463200"/>
          </a:xfrm>
          <a:prstGeom prst="roundRect">
            <a:avLst>
              <a:gd name="adj" fmla="val 50000"/>
            </a:avLst>
          </a:prstGeom>
          <a:solidFill>
            <a:srgbClr val="FF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A</a:t>
            </a:r>
            <a:endParaRPr sz="1800" b="1">
              <a:solidFill>
                <a:srgbClr val="00579B"/>
              </a:solidFill>
              <a:latin typeface="Merriweather"/>
              <a:ea typeface="Merriweather"/>
              <a:cs typeface="Merriweather"/>
              <a:sym typeface="Merriweather"/>
            </a:endParaRPr>
          </a:p>
        </p:txBody>
      </p:sp>
      <p:sp>
        <p:nvSpPr>
          <p:cNvPr id="844" name="Google Shape;844;p100"/>
          <p:cNvSpPr/>
          <p:nvPr/>
        </p:nvSpPr>
        <p:spPr>
          <a:xfrm>
            <a:off x="139453" y="2202638"/>
            <a:ext cx="461400" cy="463200"/>
          </a:xfrm>
          <a:prstGeom prst="roundRect">
            <a:avLst>
              <a:gd name="adj" fmla="val 50000"/>
            </a:avLst>
          </a:prstGeom>
          <a:solidFill>
            <a:srgbClr val="FF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B</a:t>
            </a:r>
            <a:endParaRPr sz="1800" b="1">
              <a:solidFill>
                <a:srgbClr val="00579B"/>
              </a:solidFill>
              <a:latin typeface="Merriweather"/>
              <a:ea typeface="Merriweather"/>
              <a:cs typeface="Merriweather"/>
              <a:sym typeface="Merriweather"/>
            </a:endParaRPr>
          </a:p>
        </p:txBody>
      </p:sp>
      <p:sp>
        <p:nvSpPr>
          <p:cNvPr id="845" name="Google Shape;845;p100"/>
          <p:cNvSpPr/>
          <p:nvPr/>
        </p:nvSpPr>
        <p:spPr>
          <a:xfrm>
            <a:off x="139453" y="2897274"/>
            <a:ext cx="461400" cy="463200"/>
          </a:xfrm>
          <a:prstGeom prst="roundRect">
            <a:avLst>
              <a:gd name="adj" fmla="val 50000"/>
            </a:avLst>
          </a:prstGeom>
          <a:solidFill>
            <a:srgbClr val="FF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C</a:t>
            </a:r>
            <a:endParaRPr sz="1800" b="1">
              <a:solidFill>
                <a:srgbClr val="00579B"/>
              </a:solidFill>
              <a:latin typeface="Merriweather"/>
              <a:ea typeface="Merriweather"/>
              <a:cs typeface="Merriweather"/>
              <a:sym typeface="Merriweather"/>
            </a:endParaRPr>
          </a:p>
        </p:txBody>
      </p:sp>
      <p:sp>
        <p:nvSpPr>
          <p:cNvPr id="846" name="Google Shape;846;p100"/>
          <p:cNvSpPr/>
          <p:nvPr/>
        </p:nvSpPr>
        <p:spPr>
          <a:xfrm>
            <a:off x="139453" y="3561703"/>
            <a:ext cx="461400" cy="463200"/>
          </a:xfrm>
          <a:prstGeom prst="roundRect">
            <a:avLst>
              <a:gd name="adj" fmla="val 50000"/>
            </a:avLst>
          </a:prstGeom>
          <a:solidFill>
            <a:srgbClr val="FF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D</a:t>
            </a:r>
            <a:endParaRPr sz="1800" b="1">
              <a:solidFill>
                <a:srgbClr val="00579B"/>
              </a:solidFill>
              <a:latin typeface="Merriweather"/>
              <a:ea typeface="Merriweather"/>
              <a:cs typeface="Merriweather"/>
              <a:sym typeface="Merriweather"/>
            </a:endParaRPr>
          </a:p>
        </p:txBody>
      </p:sp>
      <p:sp>
        <p:nvSpPr>
          <p:cNvPr id="847" name="Google Shape;847;p100"/>
          <p:cNvSpPr txBox="1"/>
          <p:nvPr/>
        </p:nvSpPr>
        <p:spPr>
          <a:xfrm>
            <a:off x="645693" y="2175175"/>
            <a:ext cx="3624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1</a:t>
            </a:r>
            <a:endParaRPr sz="2000">
              <a:latin typeface="Proxima Nova"/>
              <a:ea typeface="Proxima Nova"/>
              <a:cs typeface="Proxima Nova"/>
              <a:sym typeface="Proxima Nova"/>
            </a:endParaRPr>
          </a:p>
        </p:txBody>
      </p:sp>
      <p:sp>
        <p:nvSpPr>
          <p:cNvPr id="848" name="Google Shape;848;p100"/>
          <p:cNvSpPr txBox="1"/>
          <p:nvPr/>
        </p:nvSpPr>
        <p:spPr>
          <a:xfrm>
            <a:off x="645693" y="2884650"/>
            <a:ext cx="3393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5</a:t>
            </a:r>
            <a:endParaRPr sz="2000">
              <a:latin typeface="Proxima Nova"/>
              <a:ea typeface="Proxima Nova"/>
              <a:cs typeface="Proxima Nova"/>
              <a:sym typeface="Proxima Nova"/>
            </a:endParaRPr>
          </a:p>
        </p:txBody>
      </p:sp>
      <p:sp>
        <p:nvSpPr>
          <p:cNvPr id="849" name="Google Shape;849;p100"/>
          <p:cNvSpPr txBox="1"/>
          <p:nvPr/>
        </p:nvSpPr>
        <p:spPr>
          <a:xfrm>
            <a:off x="645693" y="3546775"/>
            <a:ext cx="3517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100"/>
              <a:buFont typeface="Arial"/>
              <a:buNone/>
            </a:pPr>
            <a:r>
              <a:rPr lang="en" sz="2000">
                <a:latin typeface="Proxima Nova"/>
                <a:ea typeface="Proxima Nova"/>
                <a:cs typeface="Proxima Nova"/>
                <a:sym typeface="Proxima Nova"/>
              </a:rPr>
              <a:t>6</a:t>
            </a:r>
            <a:endParaRPr sz="2000">
              <a:latin typeface="Proxima Nova"/>
              <a:ea typeface="Proxima Nova"/>
              <a:cs typeface="Proxima Nova"/>
              <a:sym typeface="Proxima Nova"/>
            </a:endParaRPr>
          </a:p>
        </p:txBody>
      </p:sp>
      <p:sp>
        <p:nvSpPr>
          <p:cNvPr id="850" name="Google Shape;850;p100"/>
          <p:cNvSpPr txBox="1"/>
          <p:nvPr/>
        </p:nvSpPr>
        <p:spPr>
          <a:xfrm>
            <a:off x="645693" y="1489375"/>
            <a:ext cx="2479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0</a:t>
            </a:r>
            <a:endParaRPr sz="2000">
              <a:latin typeface="Proxima Nova"/>
              <a:ea typeface="Proxima Nova"/>
              <a:cs typeface="Proxima Nova"/>
              <a:sym typeface="Proxima Nova"/>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A9B3734-2E52-4693-B978-D7FE2D842C08}"/>
                  </a:ext>
                </a:extLst>
              </p14:cNvPr>
              <p14:cNvContentPartPr/>
              <p14:nvPr/>
            </p14:nvContentPartPr>
            <p14:xfrm>
              <a:off x="65160" y="164520"/>
              <a:ext cx="8394840" cy="4234680"/>
            </p14:xfrm>
          </p:contentPart>
        </mc:Choice>
        <mc:Fallback>
          <p:pic>
            <p:nvPicPr>
              <p:cNvPr id="2" name="Ink 1">
                <a:extLst>
                  <a:ext uri="{FF2B5EF4-FFF2-40B4-BE49-F238E27FC236}">
                    <a16:creationId xmlns:a16="http://schemas.microsoft.com/office/drawing/2014/main" id="{4A9B3734-2E52-4693-B978-D7FE2D842C08}"/>
                  </a:ext>
                </a:extLst>
              </p:cNvPr>
              <p:cNvPicPr/>
              <p:nvPr/>
            </p:nvPicPr>
            <p:blipFill>
              <a:blip r:embed="rId4"/>
              <a:stretch>
                <a:fillRect/>
              </a:stretch>
            </p:blipFill>
            <p:spPr>
              <a:xfrm>
                <a:off x="55800" y="155160"/>
                <a:ext cx="8413560" cy="425340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01"/>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Q. Find the remainder when 7</a:t>
            </a:r>
            <a:r>
              <a:rPr lang="en" sz="1900" baseline="30000">
                <a:solidFill>
                  <a:schemeClr val="dk1"/>
                </a:solidFill>
                <a:latin typeface="Bree Serif"/>
                <a:ea typeface="Bree Serif"/>
                <a:cs typeface="Bree Serif"/>
                <a:sym typeface="Bree Serif"/>
              </a:rPr>
              <a:t>120</a:t>
            </a:r>
            <a:r>
              <a:rPr lang="en" sz="1900">
                <a:solidFill>
                  <a:schemeClr val="dk1"/>
                </a:solidFill>
                <a:latin typeface="Bree Serif"/>
                <a:ea typeface="Bree Serif"/>
                <a:cs typeface="Bree Serif"/>
                <a:sym typeface="Bree Serif"/>
              </a:rPr>
              <a:t> is divided by 143.</a:t>
            </a:r>
            <a:endParaRPr sz="1900">
              <a:solidFill>
                <a:schemeClr val="dk1"/>
              </a:solidFill>
              <a:latin typeface="Bree Serif"/>
              <a:ea typeface="Bree Serif"/>
              <a:cs typeface="Bree Serif"/>
              <a:sym typeface="Bree Serif"/>
            </a:endParaRPr>
          </a:p>
        </p:txBody>
      </p:sp>
      <p:sp>
        <p:nvSpPr>
          <p:cNvPr id="856" name="Google Shape;856;p101"/>
          <p:cNvSpPr/>
          <p:nvPr/>
        </p:nvSpPr>
        <p:spPr>
          <a:xfrm>
            <a:off x="139453" y="1512404"/>
            <a:ext cx="461400" cy="463200"/>
          </a:xfrm>
          <a:prstGeom prst="roundRect">
            <a:avLst>
              <a:gd name="adj" fmla="val 50000"/>
            </a:avLst>
          </a:prstGeom>
          <a:solidFill>
            <a:srgbClr val="FF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A</a:t>
            </a:r>
            <a:endParaRPr sz="1800" b="1">
              <a:solidFill>
                <a:srgbClr val="00579B"/>
              </a:solidFill>
              <a:latin typeface="Merriweather"/>
              <a:ea typeface="Merriweather"/>
              <a:cs typeface="Merriweather"/>
              <a:sym typeface="Merriweather"/>
            </a:endParaRPr>
          </a:p>
        </p:txBody>
      </p:sp>
      <p:sp>
        <p:nvSpPr>
          <p:cNvPr id="857" name="Google Shape;857;p101"/>
          <p:cNvSpPr/>
          <p:nvPr/>
        </p:nvSpPr>
        <p:spPr>
          <a:xfrm>
            <a:off x="139453" y="2202638"/>
            <a:ext cx="461400" cy="463200"/>
          </a:xfrm>
          <a:prstGeom prst="roundRect">
            <a:avLst>
              <a:gd name="adj" fmla="val 50000"/>
            </a:avLst>
          </a:prstGeom>
          <a:solidFill>
            <a:srgbClr val="00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B</a:t>
            </a:r>
            <a:endParaRPr sz="1800" b="1">
              <a:solidFill>
                <a:srgbClr val="00579B"/>
              </a:solidFill>
              <a:latin typeface="Merriweather"/>
              <a:ea typeface="Merriweather"/>
              <a:cs typeface="Merriweather"/>
              <a:sym typeface="Merriweather"/>
            </a:endParaRPr>
          </a:p>
        </p:txBody>
      </p:sp>
      <p:sp>
        <p:nvSpPr>
          <p:cNvPr id="858" name="Google Shape;858;p101"/>
          <p:cNvSpPr/>
          <p:nvPr/>
        </p:nvSpPr>
        <p:spPr>
          <a:xfrm>
            <a:off x="139453" y="2897274"/>
            <a:ext cx="461400" cy="463200"/>
          </a:xfrm>
          <a:prstGeom prst="roundRect">
            <a:avLst>
              <a:gd name="adj" fmla="val 50000"/>
            </a:avLst>
          </a:prstGeom>
          <a:solidFill>
            <a:srgbClr val="FF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C</a:t>
            </a:r>
            <a:endParaRPr sz="1800" b="1">
              <a:solidFill>
                <a:srgbClr val="00579B"/>
              </a:solidFill>
              <a:latin typeface="Merriweather"/>
              <a:ea typeface="Merriweather"/>
              <a:cs typeface="Merriweather"/>
              <a:sym typeface="Merriweather"/>
            </a:endParaRPr>
          </a:p>
        </p:txBody>
      </p:sp>
      <p:sp>
        <p:nvSpPr>
          <p:cNvPr id="859" name="Google Shape;859;p101"/>
          <p:cNvSpPr/>
          <p:nvPr/>
        </p:nvSpPr>
        <p:spPr>
          <a:xfrm>
            <a:off x="139453" y="3561703"/>
            <a:ext cx="461400" cy="463200"/>
          </a:xfrm>
          <a:prstGeom prst="roundRect">
            <a:avLst>
              <a:gd name="adj" fmla="val 50000"/>
            </a:avLst>
          </a:prstGeom>
          <a:solidFill>
            <a:srgbClr val="FFFF00"/>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00579B"/>
                </a:solidFill>
                <a:latin typeface="Merriweather"/>
                <a:ea typeface="Merriweather"/>
                <a:cs typeface="Merriweather"/>
                <a:sym typeface="Merriweather"/>
              </a:rPr>
              <a:t>D</a:t>
            </a:r>
            <a:endParaRPr sz="1800" b="1">
              <a:solidFill>
                <a:srgbClr val="00579B"/>
              </a:solidFill>
              <a:latin typeface="Merriweather"/>
              <a:ea typeface="Merriweather"/>
              <a:cs typeface="Merriweather"/>
              <a:sym typeface="Merriweather"/>
            </a:endParaRPr>
          </a:p>
        </p:txBody>
      </p:sp>
      <p:sp>
        <p:nvSpPr>
          <p:cNvPr id="860" name="Google Shape;860;p101"/>
          <p:cNvSpPr txBox="1"/>
          <p:nvPr/>
        </p:nvSpPr>
        <p:spPr>
          <a:xfrm>
            <a:off x="645693" y="2175175"/>
            <a:ext cx="3624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1</a:t>
            </a:r>
            <a:endParaRPr sz="2000">
              <a:latin typeface="Proxima Nova"/>
              <a:ea typeface="Proxima Nova"/>
              <a:cs typeface="Proxima Nova"/>
              <a:sym typeface="Proxima Nova"/>
            </a:endParaRPr>
          </a:p>
        </p:txBody>
      </p:sp>
      <p:sp>
        <p:nvSpPr>
          <p:cNvPr id="861" name="Google Shape;861;p101"/>
          <p:cNvSpPr txBox="1"/>
          <p:nvPr/>
        </p:nvSpPr>
        <p:spPr>
          <a:xfrm>
            <a:off x="645693" y="2884650"/>
            <a:ext cx="3393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5</a:t>
            </a:r>
            <a:endParaRPr sz="2000">
              <a:latin typeface="Proxima Nova"/>
              <a:ea typeface="Proxima Nova"/>
              <a:cs typeface="Proxima Nova"/>
              <a:sym typeface="Proxima Nova"/>
            </a:endParaRPr>
          </a:p>
        </p:txBody>
      </p:sp>
      <p:sp>
        <p:nvSpPr>
          <p:cNvPr id="862" name="Google Shape;862;p101"/>
          <p:cNvSpPr txBox="1"/>
          <p:nvPr/>
        </p:nvSpPr>
        <p:spPr>
          <a:xfrm>
            <a:off x="645693" y="3546775"/>
            <a:ext cx="3517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100"/>
              <a:buFont typeface="Arial"/>
              <a:buNone/>
            </a:pPr>
            <a:r>
              <a:rPr lang="en" sz="2000">
                <a:latin typeface="Proxima Nova"/>
                <a:ea typeface="Proxima Nova"/>
                <a:cs typeface="Proxima Nova"/>
                <a:sym typeface="Proxima Nova"/>
              </a:rPr>
              <a:t>6</a:t>
            </a:r>
            <a:endParaRPr sz="2000">
              <a:latin typeface="Proxima Nova"/>
              <a:ea typeface="Proxima Nova"/>
              <a:cs typeface="Proxima Nova"/>
              <a:sym typeface="Proxima Nova"/>
            </a:endParaRPr>
          </a:p>
        </p:txBody>
      </p:sp>
      <p:sp>
        <p:nvSpPr>
          <p:cNvPr id="863" name="Google Shape;863;p101"/>
          <p:cNvSpPr txBox="1"/>
          <p:nvPr/>
        </p:nvSpPr>
        <p:spPr>
          <a:xfrm>
            <a:off x="645693" y="1489375"/>
            <a:ext cx="2479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0</a:t>
            </a:r>
            <a:endParaRPr sz="2000">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02"/>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900">
                <a:solidFill>
                  <a:schemeClr val="dk1"/>
                </a:solidFill>
                <a:latin typeface="Bree Serif"/>
                <a:ea typeface="Bree Serif"/>
                <a:cs typeface="Bree Serif"/>
                <a:sym typeface="Bree Serif"/>
              </a:rPr>
              <a:t>Q. Find the remainder when 7</a:t>
            </a:r>
            <a:r>
              <a:rPr lang="en" sz="1900" baseline="30000">
                <a:solidFill>
                  <a:schemeClr val="dk1"/>
                </a:solidFill>
                <a:latin typeface="Bree Serif"/>
                <a:ea typeface="Bree Serif"/>
                <a:cs typeface="Bree Serif"/>
                <a:sym typeface="Bree Serif"/>
              </a:rPr>
              <a:t>120</a:t>
            </a:r>
            <a:r>
              <a:rPr lang="en" sz="1900">
                <a:solidFill>
                  <a:schemeClr val="dk1"/>
                </a:solidFill>
                <a:latin typeface="Bree Serif"/>
                <a:ea typeface="Bree Serif"/>
                <a:cs typeface="Bree Serif"/>
                <a:sym typeface="Bree Serif"/>
              </a:rPr>
              <a:t> is divided by 143.</a:t>
            </a:r>
            <a:endParaRPr sz="1900">
              <a:solidFill>
                <a:schemeClr val="dk1"/>
              </a:solidFill>
              <a:latin typeface="Bree Serif"/>
              <a:ea typeface="Bree Serif"/>
              <a:cs typeface="Bree Serif"/>
              <a:sym typeface="Bree Serif"/>
            </a:endParaRPr>
          </a:p>
        </p:txBody>
      </p:sp>
      <p:sp>
        <p:nvSpPr>
          <p:cNvPr id="869" name="Google Shape;869;p102"/>
          <p:cNvSpPr txBox="1"/>
          <p:nvPr/>
        </p:nvSpPr>
        <p:spPr>
          <a:xfrm>
            <a:off x="127218" y="1389528"/>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870" name="Google Shape;870;p102"/>
          <p:cNvSpPr txBox="1"/>
          <p:nvPr/>
        </p:nvSpPr>
        <p:spPr>
          <a:xfrm>
            <a:off x="119650" y="1859675"/>
            <a:ext cx="2870700" cy="19842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2000">
                <a:solidFill>
                  <a:schemeClr val="dk1"/>
                </a:solidFill>
                <a:latin typeface="Proxima Nova"/>
                <a:ea typeface="Proxima Nova"/>
                <a:cs typeface="Proxima Nova"/>
                <a:sym typeface="Proxima Nova"/>
              </a:rPr>
              <a:t>143 = 11 x 13,</a:t>
            </a:r>
            <a:endParaRPr sz="2000">
              <a:solidFill>
                <a:schemeClr val="dk1"/>
              </a:solidFill>
              <a:latin typeface="Proxima Nova"/>
              <a:ea typeface="Proxima Nova"/>
              <a:cs typeface="Proxima Nova"/>
              <a:sym typeface="Proxima Nova"/>
            </a:endParaRPr>
          </a:p>
          <a:p>
            <a:pPr marL="1371600" lvl="0" indent="-1371600" algn="just" rtl="0">
              <a:lnSpc>
                <a:spcPct val="150000"/>
              </a:lnSpc>
              <a:spcBef>
                <a:spcPts val="0"/>
              </a:spcBef>
              <a:spcAft>
                <a:spcPts val="0"/>
              </a:spcAft>
              <a:buClr>
                <a:schemeClr val="dk1"/>
              </a:buClr>
              <a:buSzPts val="1100"/>
              <a:buFont typeface="Arial"/>
              <a:buNone/>
            </a:pPr>
            <a:r>
              <a:rPr lang="en" sz="2000">
                <a:solidFill>
                  <a:schemeClr val="dk1"/>
                </a:solidFill>
                <a:latin typeface="Proxima Nova"/>
                <a:ea typeface="Proxima Nova"/>
                <a:cs typeface="Proxima Nova"/>
                <a:sym typeface="Proxima Nova"/>
              </a:rPr>
              <a:t>7</a:t>
            </a:r>
            <a:r>
              <a:rPr lang="en" sz="2000" baseline="30000">
                <a:solidFill>
                  <a:schemeClr val="dk1"/>
                </a:solidFill>
                <a:latin typeface="Proxima Nova"/>
                <a:ea typeface="Proxima Nova"/>
                <a:cs typeface="Proxima Nova"/>
                <a:sym typeface="Proxima Nova"/>
              </a:rPr>
              <a:t>120</a:t>
            </a:r>
            <a:r>
              <a:rPr lang="en" sz="2000">
                <a:solidFill>
                  <a:schemeClr val="dk1"/>
                </a:solidFill>
                <a:latin typeface="Proxima Nova"/>
                <a:ea typeface="Proxima Nova"/>
                <a:cs typeface="Proxima Nova"/>
                <a:sym typeface="Proxima Nova"/>
              </a:rPr>
              <a:t> </a:t>
            </a:r>
            <a:r>
              <a:rPr lang="en" sz="2000" b="1">
                <a:solidFill>
                  <a:schemeClr val="dk1"/>
                </a:solidFill>
                <a:latin typeface="Proxima Nova"/>
                <a:ea typeface="Proxima Nova"/>
                <a:cs typeface="Proxima Nova"/>
                <a:sym typeface="Proxima Nova"/>
              </a:rPr>
              <a:t>≡ </a:t>
            </a:r>
            <a:r>
              <a:rPr lang="en" sz="2000">
                <a:solidFill>
                  <a:schemeClr val="dk1"/>
                </a:solidFill>
                <a:latin typeface="Proxima Nova"/>
                <a:ea typeface="Proxima Nova"/>
                <a:cs typeface="Proxima Nova"/>
                <a:sym typeface="Proxima Nova"/>
              </a:rPr>
              <a:t>1 (mod 11)</a:t>
            </a:r>
            <a:endParaRPr sz="2000">
              <a:solidFill>
                <a:schemeClr val="dk1"/>
              </a:solidFill>
              <a:latin typeface="Proxima Nova"/>
              <a:ea typeface="Proxima Nova"/>
              <a:cs typeface="Proxima Nova"/>
              <a:sym typeface="Proxima Nova"/>
            </a:endParaRPr>
          </a:p>
          <a:p>
            <a:pPr marL="1371600" lvl="0" indent="-1371600" algn="just" rtl="0">
              <a:lnSpc>
                <a:spcPct val="150000"/>
              </a:lnSpc>
              <a:spcBef>
                <a:spcPts val="0"/>
              </a:spcBef>
              <a:spcAft>
                <a:spcPts val="0"/>
              </a:spcAft>
              <a:buClr>
                <a:schemeClr val="dk1"/>
              </a:buClr>
              <a:buSzPts val="1100"/>
              <a:buFont typeface="Arial"/>
              <a:buNone/>
            </a:pPr>
            <a:r>
              <a:rPr lang="en" sz="2000">
                <a:solidFill>
                  <a:schemeClr val="dk1"/>
                </a:solidFill>
                <a:latin typeface="Proxima Nova"/>
                <a:ea typeface="Proxima Nova"/>
                <a:cs typeface="Proxima Nova"/>
                <a:sym typeface="Proxima Nova"/>
              </a:rPr>
              <a:t>7</a:t>
            </a:r>
            <a:r>
              <a:rPr lang="en" sz="2000" baseline="30000">
                <a:solidFill>
                  <a:schemeClr val="dk1"/>
                </a:solidFill>
                <a:latin typeface="Proxima Nova"/>
                <a:ea typeface="Proxima Nova"/>
                <a:cs typeface="Proxima Nova"/>
                <a:sym typeface="Proxima Nova"/>
              </a:rPr>
              <a:t>120</a:t>
            </a:r>
            <a:r>
              <a:rPr lang="en" sz="2000">
                <a:solidFill>
                  <a:schemeClr val="dk1"/>
                </a:solidFill>
                <a:latin typeface="Proxima Nova"/>
                <a:ea typeface="Proxima Nova"/>
                <a:cs typeface="Proxima Nova"/>
                <a:sym typeface="Proxima Nova"/>
              </a:rPr>
              <a:t> </a:t>
            </a:r>
            <a:r>
              <a:rPr lang="en" sz="2000" b="1">
                <a:solidFill>
                  <a:schemeClr val="dk1"/>
                </a:solidFill>
                <a:latin typeface="Proxima Nova"/>
                <a:ea typeface="Proxima Nova"/>
                <a:cs typeface="Proxima Nova"/>
                <a:sym typeface="Proxima Nova"/>
              </a:rPr>
              <a:t>≡ </a:t>
            </a:r>
            <a:r>
              <a:rPr lang="en" sz="2000">
                <a:solidFill>
                  <a:schemeClr val="dk1"/>
                </a:solidFill>
                <a:latin typeface="Proxima Nova"/>
                <a:ea typeface="Proxima Nova"/>
                <a:cs typeface="Proxima Nova"/>
                <a:sym typeface="Proxima Nova"/>
              </a:rPr>
              <a:t>1 (mod 13)</a:t>
            </a:r>
            <a:endParaRPr sz="2000">
              <a:solidFill>
                <a:schemeClr val="dk1"/>
              </a:solidFill>
              <a:latin typeface="Proxima Nova"/>
              <a:ea typeface="Proxima Nova"/>
              <a:cs typeface="Proxima Nova"/>
              <a:sym typeface="Proxima Nova"/>
            </a:endParaRPr>
          </a:p>
          <a:p>
            <a:pPr marL="0" lvl="0" indent="0" algn="just" rtl="0">
              <a:lnSpc>
                <a:spcPct val="150000"/>
              </a:lnSpc>
              <a:spcBef>
                <a:spcPts val="0"/>
              </a:spcBef>
              <a:spcAft>
                <a:spcPts val="0"/>
              </a:spcAft>
              <a:buClr>
                <a:schemeClr val="dk1"/>
              </a:buClr>
              <a:buSzPts val="1100"/>
              <a:buFont typeface="Arial"/>
              <a:buNone/>
            </a:pPr>
            <a:r>
              <a:rPr lang="en" sz="2000">
                <a:solidFill>
                  <a:schemeClr val="dk1"/>
                </a:solidFill>
                <a:latin typeface="Proxima Nova"/>
                <a:ea typeface="Proxima Nova"/>
                <a:cs typeface="Proxima Nova"/>
                <a:sym typeface="Proxima Nova"/>
              </a:rPr>
              <a:t>∴  Remainder is 1.</a:t>
            </a:r>
            <a:endParaRPr sz="2000">
              <a:latin typeface="Proxima Nova"/>
              <a:ea typeface="Proxima Nova"/>
              <a:cs typeface="Proxima Nova"/>
              <a:sym typeface="Proxima Nov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103"/>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Determine the remainder of 19</a:t>
            </a:r>
            <a:r>
              <a:rPr lang="en" sz="1800" baseline="30000">
                <a:solidFill>
                  <a:schemeClr val="dk1"/>
                </a:solidFill>
                <a:latin typeface="Bree Serif"/>
                <a:ea typeface="Bree Serif"/>
                <a:cs typeface="Bree Serif"/>
                <a:sym typeface="Bree Serif"/>
              </a:rPr>
              <a:t>92</a:t>
            </a:r>
            <a:r>
              <a:rPr lang="en" sz="1800">
                <a:solidFill>
                  <a:schemeClr val="dk1"/>
                </a:solidFill>
                <a:latin typeface="Bree Serif"/>
                <a:ea typeface="Bree Serif"/>
                <a:cs typeface="Bree Serif"/>
                <a:sym typeface="Bree Serif"/>
              </a:rPr>
              <a:t> upon division by 92. </a:t>
            </a:r>
            <a:endParaRPr sz="1800">
              <a:solidFill>
                <a:schemeClr val="dk1"/>
              </a:solidFill>
              <a:latin typeface="Bree Serif"/>
              <a:ea typeface="Bree Serif"/>
              <a:cs typeface="Bree Serif"/>
              <a:sym typeface="Bree Serif"/>
            </a:endParaRPr>
          </a:p>
        </p:txBody>
      </p:sp>
      <p:sp>
        <p:nvSpPr>
          <p:cNvPr id="876" name="Google Shape;876;p103"/>
          <p:cNvSpPr/>
          <p:nvPr/>
        </p:nvSpPr>
        <p:spPr>
          <a:xfrm>
            <a:off x="4738075" y="0"/>
            <a:ext cx="2340600" cy="328500"/>
          </a:xfrm>
          <a:prstGeom prst="roundRect">
            <a:avLst>
              <a:gd name="adj" fmla="val 16667"/>
            </a:avLst>
          </a:prstGeom>
          <a:gradFill>
            <a:gsLst>
              <a:gs pos="0">
                <a:srgbClr val="FFF6DB"/>
              </a:gs>
              <a:gs pos="100000">
                <a:srgbClr val="FAD25C"/>
              </a:gs>
            </a:gsLst>
            <a:lin ang="540001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t>INMO 1992</a:t>
            </a:r>
            <a:endParaRPr b="1"/>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4F3974D-CDAD-4E79-8767-8C8B9719ED6D}"/>
                  </a:ext>
                </a:extLst>
              </p14:cNvPr>
              <p14:cNvContentPartPr/>
              <p14:nvPr/>
            </p14:nvContentPartPr>
            <p14:xfrm>
              <a:off x="463320" y="195480"/>
              <a:ext cx="8297280" cy="4759920"/>
            </p14:xfrm>
          </p:contentPart>
        </mc:Choice>
        <mc:Fallback>
          <p:pic>
            <p:nvPicPr>
              <p:cNvPr id="2" name="Ink 1">
                <a:extLst>
                  <a:ext uri="{FF2B5EF4-FFF2-40B4-BE49-F238E27FC236}">
                    <a16:creationId xmlns:a16="http://schemas.microsoft.com/office/drawing/2014/main" id="{34F3974D-CDAD-4E79-8767-8C8B9719ED6D}"/>
                  </a:ext>
                </a:extLst>
              </p:cNvPr>
              <p:cNvPicPr/>
              <p:nvPr/>
            </p:nvPicPr>
            <p:blipFill>
              <a:blip r:embed="rId4"/>
              <a:stretch>
                <a:fillRect/>
              </a:stretch>
            </p:blipFill>
            <p:spPr>
              <a:xfrm>
                <a:off x="453960" y="186120"/>
                <a:ext cx="8316000" cy="477864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104"/>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 Determine the remainder of 19</a:t>
            </a:r>
            <a:r>
              <a:rPr lang="en" sz="1800" baseline="30000">
                <a:solidFill>
                  <a:schemeClr val="dk1"/>
                </a:solidFill>
                <a:latin typeface="Bree Serif"/>
                <a:ea typeface="Bree Serif"/>
                <a:cs typeface="Bree Serif"/>
                <a:sym typeface="Bree Serif"/>
              </a:rPr>
              <a:t>92</a:t>
            </a:r>
            <a:r>
              <a:rPr lang="en" sz="1800">
                <a:solidFill>
                  <a:schemeClr val="dk1"/>
                </a:solidFill>
                <a:latin typeface="Bree Serif"/>
                <a:ea typeface="Bree Serif"/>
                <a:cs typeface="Bree Serif"/>
                <a:sym typeface="Bree Serif"/>
              </a:rPr>
              <a:t> upon division by 92. </a:t>
            </a:r>
            <a:endParaRPr sz="1800">
              <a:solidFill>
                <a:schemeClr val="dk1"/>
              </a:solidFill>
              <a:latin typeface="Bree Serif"/>
              <a:ea typeface="Bree Serif"/>
              <a:cs typeface="Bree Serif"/>
              <a:sym typeface="Bree Serif"/>
            </a:endParaRPr>
          </a:p>
        </p:txBody>
      </p:sp>
      <p:sp>
        <p:nvSpPr>
          <p:cNvPr id="882" name="Google Shape;882;p104"/>
          <p:cNvSpPr txBox="1"/>
          <p:nvPr/>
        </p:nvSpPr>
        <p:spPr>
          <a:xfrm>
            <a:off x="101918" y="1413503"/>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883" name="Google Shape;883;p104"/>
          <p:cNvSpPr txBox="1"/>
          <p:nvPr/>
        </p:nvSpPr>
        <p:spPr>
          <a:xfrm>
            <a:off x="178650" y="1880625"/>
            <a:ext cx="3009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We are asked to find </a:t>
            </a:r>
            <a:endParaRPr sz="2000">
              <a:latin typeface="Proxima Nova"/>
              <a:ea typeface="Proxima Nova"/>
              <a:cs typeface="Proxima Nova"/>
              <a:sym typeface="Proxima Nova"/>
            </a:endParaRPr>
          </a:p>
        </p:txBody>
      </p:sp>
      <p:sp>
        <p:nvSpPr>
          <p:cNvPr id="884" name="Google Shape;884;p104"/>
          <p:cNvSpPr txBox="1"/>
          <p:nvPr/>
        </p:nvSpPr>
        <p:spPr>
          <a:xfrm>
            <a:off x="178650" y="2261625"/>
            <a:ext cx="4903200" cy="1108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latin typeface="Proxima Nova"/>
                <a:ea typeface="Proxima Nova"/>
                <a:cs typeface="Proxima Nova"/>
                <a:sym typeface="Proxima Nova"/>
              </a:rPr>
              <a:t>19</a:t>
            </a:r>
            <a:r>
              <a:rPr lang="en" sz="2000" baseline="30000">
                <a:latin typeface="Proxima Nova"/>
                <a:ea typeface="Proxima Nova"/>
                <a:cs typeface="Proxima Nova"/>
                <a:sym typeface="Proxima Nova"/>
              </a:rPr>
              <a:t>92</a:t>
            </a:r>
            <a:r>
              <a:rPr lang="en" sz="2000">
                <a:latin typeface="Proxima Nova"/>
                <a:ea typeface="Proxima Nova"/>
                <a:cs typeface="Proxima Nova"/>
                <a:sym typeface="Proxima Nova"/>
              </a:rPr>
              <a:t>(mod 92) since 19 and 92 are relatively prime, we can use euler’s theorem extension of FLT</a:t>
            </a:r>
            <a:endParaRPr sz="2000">
              <a:latin typeface="Proxima Nova"/>
              <a:ea typeface="Proxima Nova"/>
              <a:cs typeface="Proxima Nova"/>
              <a:sym typeface="Proxima Nova"/>
            </a:endParaRPr>
          </a:p>
        </p:txBody>
      </p:sp>
      <p:sp>
        <p:nvSpPr>
          <p:cNvPr id="885" name="Google Shape;885;p104"/>
          <p:cNvSpPr txBox="1"/>
          <p:nvPr/>
        </p:nvSpPr>
        <p:spPr>
          <a:xfrm>
            <a:off x="178650" y="3319300"/>
            <a:ext cx="1278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note that </a:t>
            </a:r>
            <a:endParaRPr sz="2000">
              <a:latin typeface="Proxima Nova"/>
              <a:ea typeface="Proxima Nova"/>
              <a:cs typeface="Proxima Nova"/>
              <a:sym typeface="Proxima Nova"/>
            </a:endParaRPr>
          </a:p>
        </p:txBody>
      </p:sp>
      <p:pic>
        <p:nvPicPr>
          <p:cNvPr id="886" name="Google Shape;886;p104"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bew9aMjaacI&#10;% cacaaI5aGaaGOmaiaacMcacqGH9aqpcaaI5aGaaGOmamaabmaabaGa&#10;% aGymaiabgkHiTmaalaaabaGaaGymaaqaaiaaikdaaaaacaGLOaGaay&#10;% zkaaWaaeWaaeaacaaIXaGaeyOeI0YaaSaaaeaacaaIXaaabaGaaGOm&#10;% aiaaiodaaaaacaGLOaGaayzkaaGaeyypa0JaaGinaiaaikdacaaMc8&#10;% Uaam4Caiaad+gaaaa!4D8C!&#10;\phi (92) = 92\left( {1 - \frac{1}{2}} \right)\left( {1 - \frac{1}{{23}}} \right) = 42\,so\" title="MathEquation,#000000"/>
          <p:cNvPicPr preferRelativeResize="0"/>
          <p:nvPr/>
        </p:nvPicPr>
        <p:blipFill>
          <a:blip r:embed="rId3">
            <a:alphaModFix/>
          </a:blip>
          <a:stretch>
            <a:fillRect/>
          </a:stretch>
        </p:blipFill>
        <p:spPr>
          <a:xfrm>
            <a:off x="1381425" y="3422366"/>
            <a:ext cx="3780876" cy="345005"/>
          </a:xfrm>
          <a:prstGeom prst="rect">
            <a:avLst/>
          </a:prstGeom>
          <a:noFill/>
          <a:ln>
            <a:noFill/>
          </a:ln>
        </p:spPr>
      </p:pic>
      <p:sp>
        <p:nvSpPr>
          <p:cNvPr id="887" name="Google Shape;887;p104"/>
          <p:cNvSpPr txBox="1"/>
          <p:nvPr/>
        </p:nvSpPr>
        <p:spPr>
          <a:xfrm>
            <a:off x="178650" y="3700300"/>
            <a:ext cx="4803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(19</a:t>
            </a:r>
            <a:r>
              <a:rPr lang="en" sz="2000" baseline="30000">
                <a:latin typeface="Proxima Nova"/>
                <a:ea typeface="Proxima Nova"/>
                <a:cs typeface="Proxima Nova"/>
                <a:sym typeface="Proxima Nova"/>
              </a:rPr>
              <a:t>42</a:t>
            </a:r>
            <a:r>
              <a:rPr lang="en" sz="2000">
                <a:latin typeface="Proxima Nova"/>
                <a:ea typeface="Proxima Nova"/>
                <a:cs typeface="Proxima Nova"/>
                <a:sym typeface="Proxima Nova"/>
              </a:rPr>
              <a:t>)</a:t>
            </a:r>
            <a:r>
              <a:rPr lang="en" sz="2000" baseline="30000">
                <a:latin typeface="Proxima Nova"/>
                <a:ea typeface="Proxima Nova"/>
                <a:cs typeface="Proxima Nova"/>
                <a:sym typeface="Proxima Nova"/>
              </a:rPr>
              <a:t>2</a:t>
            </a:r>
            <a:r>
              <a:rPr lang="en" sz="2000">
                <a:latin typeface="Proxima Nova"/>
                <a:ea typeface="Proxima Nova"/>
                <a:cs typeface="Proxima Nova"/>
                <a:sym typeface="Proxima Nova"/>
              </a:rPr>
              <a:t>.19</a:t>
            </a:r>
            <a:r>
              <a:rPr lang="en" sz="2000" baseline="30000">
                <a:latin typeface="Proxima Nova"/>
                <a:ea typeface="Proxima Nova"/>
                <a:cs typeface="Proxima Nova"/>
                <a:sym typeface="Proxima Nova"/>
              </a:rPr>
              <a:t>4</a:t>
            </a:r>
            <a:r>
              <a:rPr lang="en" sz="2000">
                <a:latin typeface="Proxima Nova"/>
                <a:ea typeface="Proxima Nova"/>
                <a:cs typeface="Proxima Nova"/>
                <a:sym typeface="Proxima Nova"/>
              </a:rPr>
              <a:t> mod 92 ≡ 19</a:t>
            </a:r>
            <a:r>
              <a:rPr lang="en" sz="2000" baseline="30000">
                <a:latin typeface="Proxima Nova"/>
                <a:ea typeface="Proxima Nova"/>
                <a:cs typeface="Proxima Nova"/>
                <a:sym typeface="Proxima Nova"/>
              </a:rPr>
              <a:t>4</a:t>
            </a:r>
            <a:r>
              <a:rPr lang="en" sz="2000">
                <a:latin typeface="Proxima Nova"/>
                <a:ea typeface="Proxima Nova"/>
                <a:cs typeface="Proxima Nova"/>
                <a:sym typeface="Proxima Nova"/>
              </a:rPr>
              <a:t> mod 92 </a:t>
            </a:r>
            <a:endParaRPr sz="2000">
              <a:latin typeface="Proxima Nova"/>
              <a:ea typeface="Proxima Nova"/>
              <a:cs typeface="Proxima Nova"/>
              <a:sym typeface="Proxima Nova"/>
            </a:endParaRPr>
          </a:p>
        </p:txBody>
      </p:sp>
      <p:sp>
        <p:nvSpPr>
          <p:cNvPr id="888" name="Google Shape;888;p104"/>
          <p:cNvSpPr txBox="1"/>
          <p:nvPr/>
        </p:nvSpPr>
        <p:spPr>
          <a:xfrm>
            <a:off x="178650" y="4081300"/>
            <a:ext cx="4803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and from here, is simple , but </a:t>
            </a:r>
            <a:endParaRPr sz="2000">
              <a:latin typeface="Proxima Nova"/>
              <a:ea typeface="Proxima Nova"/>
              <a:cs typeface="Proxima Nova"/>
              <a:sym typeface="Proxima Nova"/>
            </a:endParaRPr>
          </a:p>
        </p:txBody>
      </p:sp>
      <p:sp>
        <p:nvSpPr>
          <p:cNvPr id="889" name="Google Shape;889;p104"/>
          <p:cNvSpPr txBox="1"/>
          <p:nvPr/>
        </p:nvSpPr>
        <p:spPr>
          <a:xfrm>
            <a:off x="178650" y="4462300"/>
            <a:ext cx="4276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roxima Nova"/>
                <a:ea typeface="Proxima Nova"/>
                <a:cs typeface="Proxima Nova"/>
                <a:sym typeface="Proxima Nova"/>
              </a:rPr>
              <a:t>≡ 19</a:t>
            </a:r>
            <a:r>
              <a:rPr lang="en" sz="2000" baseline="30000">
                <a:latin typeface="Proxima Nova"/>
                <a:ea typeface="Proxima Nova"/>
                <a:cs typeface="Proxima Nova"/>
                <a:sym typeface="Proxima Nova"/>
              </a:rPr>
              <a:t>4</a:t>
            </a:r>
            <a:r>
              <a:rPr lang="en" sz="2000">
                <a:latin typeface="Proxima Nova"/>
                <a:ea typeface="Proxima Nova"/>
                <a:cs typeface="Proxima Nova"/>
                <a:sym typeface="Proxima Nova"/>
              </a:rPr>
              <a:t> mod 92 </a:t>
            </a:r>
            <a:r>
              <a:rPr lang="en" sz="2000">
                <a:solidFill>
                  <a:schemeClr val="dk1"/>
                </a:solidFill>
                <a:latin typeface="Proxima Nova"/>
                <a:ea typeface="Proxima Nova"/>
                <a:cs typeface="Proxima Nova"/>
                <a:sym typeface="Proxima Nova"/>
              </a:rPr>
              <a:t>≡ (361)</a:t>
            </a:r>
            <a:r>
              <a:rPr lang="en" sz="2000" baseline="30000">
                <a:solidFill>
                  <a:schemeClr val="dk1"/>
                </a:solidFill>
                <a:latin typeface="Proxima Nova"/>
                <a:ea typeface="Proxima Nova"/>
                <a:cs typeface="Proxima Nova"/>
                <a:sym typeface="Proxima Nova"/>
              </a:rPr>
              <a:t>2</a:t>
            </a:r>
            <a:r>
              <a:rPr lang="en" sz="2000">
                <a:solidFill>
                  <a:schemeClr val="dk1"/>
                </a:solidFill>
                <a:latin typeface="Proxima Nova"/>
                <a:ea typeface="Proxima Nova"/>
                <a:cs typeface="Proxima Nova"/>
                <a:sym typeface="Proxima Nova"/>
              </a:rPr>
              <a:t> ≡ 85</a:t>
            </a:r>
            <a:r>
              <a:rPr lang="en" sz="2000" baseline="30000">
                <a:solidFill>
                  <a:schemeClr val="dk1"/>
                </a:solidFill>
                <a:latin typeface="Proxima Nova"/>
                <a:ea typeface="Proxima Nova"/>
                <a:cs typeface="Proxima Nova"/>
                <a:sym typeface="Proxima Nova"/>
              </a:rPr>
              <a:t>2</a:t>
            </a:r>
            <a:r>
              <a:rPr lang="en" sz="2000">
                <a:solidFill>
                  <a:schemeClr val="dk1"/>
                </a:solidFill>
                <a:latin typeface="Proxima Nova"/>
                <a:ea typeface="Proxima Nova"/>
                <a:cs typeface="Proxima Nova"/>
                <a:sym typeface="Proxima Nova"/>
              </a:rPr>
              <a:t> ≡ 7225 ≡</a:t>
            </a:r>
            <a:endParaRPr sz="2000">
              <a:latin typeface="Proxima Nova"/>
              <a:ea typeface="Proxima Nova"/>
              <a:cs typeface="Proxima Nova"/>
              <a:sym typeface="Proxima Nova"/>
            </a:endParaRPr>
          </a:p>
        </p:txBody>
      </p:sp>
      <p:pic>
        <p:nvPicPr>
          <p:cNvPr id="890" name="Google Shape;890;p104" descr="&lt;math style=&quot;font-family:'Times New Roman'&quot; xmlns=&quot;http://www.w3.org/1998/Math/MathML&quot;&gt;&lt;mstyle mathsize=&quot;10px&quot;&gt;&lt;menclose notation=&quot;box&quot;&gt;&lt;mn&gt;49&lt;/mn&gt;&lt;/menclose&gt;&lt;/mstyle&gt;&lt;/math&gt;" title="begin mathsize 10px style box enclose 49 end style"/>
          <p:cNvPicPr preferRelativeResize="0"/>
          <p:nvPr/>
        </p:nvPicPr>
        <p:blipFill>
          <a:blip r:embed="rId4">
            <a:alphaModFix/>
          </a:blip>
          <a:stretch>
            <a:fillRect/>
          </a:stretch>
        </p:blipFill>
        <p:spPr>
          <a:xfrm>
            <a:off x="4386500" y="4495166"/>
            <a:ext cx="370999" cy="41624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4"/>
        <p:cNvGrpSpPr/>
        <p:nvPr/>
      </p:nvGrpSpPr>
      <p:grpSpPr>
        <a:xfrm>
          <a:off x="0" y="0"/>
          <a:ext cx="0" cy="0"/>
          <a:chOff x="0" y="0"/>
          <a:chExt cx="0" cy="0"/>
        </a:xfrm>
      </p:grpSpPr>
      <p:pic>
        <p:nvPicPr>
          <p:cNvPr id="895" name="Google Shape;895;p105"/>
          <p:cNvPicPr preferRelativeResize="0"/>
          <p:nvPr/>
        </p:nvPicPr>
        <p:blipFill>
          <a:blip r:embed="rId3">
            <a:alphaModFix/>
          </a:blip>
          <a:stretch>
            <a:fillRect/>
          </a:stretch>
        </p:blipFill>
        <p:spPr>
          <a:xfrm>
            <a:off x="152400" y="-381000"/>
            <a:ext cx="6050493" cy="4838700"/>
          </a:xfrm>
          <a:prstGeom prst="rect">
            <a:avLst/>
          </a:prstGeom>
          <a:noFill/>
          <a:ln>
            <a:noFill/>
          </a:ln>
        </p:spPr>
      </p:pic>
      <p:sp>
        <p:nvSpPr>
          <p:cNvPr id="896" name="Google Shape;896;p105"/>
          <p:cNvSpPr txBox="1"/>
          <p:nvPr/>
        </p:nvSpPr>
        <p:spPr>
          <a:xfrm>
            <a:off x="2916775" y="4262725"/>
            <a:ext cx="33045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200" b="1">
                <a:solidFill>
                  <a:srgbClr val="134F5C"/>
                </a:solidFill>
                <a:latin typeface="Proxima Nova"/>
                <a:ea typeface="Proxima Nova"/>
                <a:cs typeface="Proxima Nova"/>
                <a:sym typeface="Proxima Nova"/>
              </a:rPr>
              <a:t>SAWAAL</a:t>
            </a:r>
            <a:endParaRPr sz="5200" b="1">
              <a:solidFill>
                <a:srgbClr val="134F5C"/>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106"/>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Q.Find the remainder when           is divided by 19.   </a:t>
            </a:r>
            <a:endParaRPr sz="1800">
              <a:solidFill>
                <a:schemeClr val="dk1"/>
              </a:solidFill>
              <a:latin typeface="Bree Serif"/>
              <a:ea typeface="Bree Serif"/>
              <a:cs typeface="Bree Serif"/>
              <a:sym typeface="Bree Serif"/>
            </a:endParaRPr>
          </a:p>
        </p:txBody>
      </p:sp>
      <p:pic>
        <p:nvPicPr>
          <p:cNvPr id="902" name="Google Shape;902;p106"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aiodadaahaa&#10;% WcbeqaaiaaiwdadaahaaadbeqaaiaaigdacaaIXaWaaWbaaeqabaGa&#10;% aG4naiaaigdaaaaaaaaaaaa!3B2E!&#10;{3^{{5^{{{11}^{7!}}}}}}\" title="MathEquation,#000000"/>
          <p:cNvPicPr preferRelativeResize="0"/>
          <p:nvPr/>
        </p:nvPicPr>
        <p:blipFill>
          <a:blip r:embed="rId3">
            <a:alphaModFix/>
          </a:blip>
          <a:stretch>
            <a:fillRect/>
          </a:stretch>
        </p:blipFill>
        <p:spPr>
          <a:xfrm>
            <a:off x="3010060" y="430774"/>
            <a:ext cx="642812" cy="457200"/>
          </a:xfrm>
          <a:prstGeom prst="rect">
            <a:avLst/>
          </a:prstGeom>
          <a:noFill/>
          <a:ln>
            <a:noFill/>
          </a:ln>
        </p:spPr>
      </p:pic>
      <p:sp>
        <p:nvSpPr>
          <p:cNvPr id="903" name="Google Shape;903;p106"/>
          <p:cNvSpPr txBox="1"/>
          <p:nvPr/>
        </p:nvSpPr>
        <p:spPr>
          <a:xfrm>
            <a:off x="29475" y="4368525"/>
            <a:ext cx="69252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800">
                <a:solidFill>
                  <a:srgbClr val="E13949"/>
                </a:solidFill>
                <a:latin typeface="Proxima Nova"/>
                <a:ea typeface="Proxima Nova"/>
                <a:cs typeface="Proxima Nova"/>
                <a:sym typeface="Proxima Nova"/>
              </a:rPr>
              <a:t>Note:</a:t>
            </a:r>
            <a:r>
              <a:rPr lang="en" sz="3800">
                <a:solidFill>
                  <a:srgbClr val="FFFFFF"/>
                </a:solidFill>
                <a:latin typeface="Proxima Nova"/>
                <a:ea typeface="Proxima Nova"/>
                <a:cs typeface="Proxima Nova"/>
                <a:sym typeface="Proxima Nova"/>
              </a:rPr>
              <a:t> </a:t>
            </a:r>
            <a:r>
              <a:rPr lang="en" sz="3800">
                <a:solidFill>
                  <a:srgbClr val="000000"/>
                </a:solidFill>
                <a:latin typeface="Proxima Nova"/>
                <a:ea typeface="Proxima Nova"/>
                <a:cs typeface="Proxima Nova"/>
                <a:sym typeface="Proxima Nova"/>
              </a:rPr>
              <a:t>Solution at the End</a:t>
            </a:r>
            <a:endParaRPr sz="3800">
              <a:solidFill>
                <a:srgbClr val="000000"/>
              </a:solidFill>
              <a:latin typeface="Proxima Nova"/>
              <a:ea typeface="Proxima Nova"/>
              <a:cs typeface="Proxima Nova"/>
              <a:sym typeface="Proxima Nova"/>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6D0775C-2771-484D-A1CF-8093996C7371}"/>
                  </a:ext>
                </a:extLst>
              </p14:cNvPr>
              <p14:cNvContentPartPr/>
              <p14:nvPr/>
            </p14:nvContentPartPr>
            <p14:xfrm>
              <a:off x="1701000" y="1114200"/>
              <a:ext cx="7174080" cy="1456200"/>
            </p14:xfrm>
          </p:contentPart>
        </mc:Choice>
        <mc:Fallback>
          <p:pic>
            <p:nvPicPr>
              <p:cNvPr id="2" name="Ink 1">
                <a:extLst>
                  <a:ext uri="{FF2B5EF4-FFF2-40B4-BE49-F238E27FC236}">
                    <a16:creationId xmlns:a16="http://schemas.microsoft.com/office/drawing/2014/main" id="{06D0775C-2771-484D-A1CF-8093996C7371}"/>
                  </a:ext>
                </a:extLst>
              </p:cNvPr>
              <p:cNvPicPr/>
              <p:nvPr/>
            </p:nvPicPr>
            <p:blipFill>
              <a:blip r:embed="rId5"/>
              <a:stretch>
                <a:fillRect/>
              </a:stretch>
            </p:blipFill>
            <p:spPr>
              <a:xfrm>
                <a:off x="1691640" y="1104840"/>
                <a:ext cx="7192800" cy="147492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0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9" name="Google Shape;909;p10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910" name="Google Shape;910;p10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108"/>
          <p:cNvSpPr/>
          <p:nvPr/>
        </p:nvSpPr>
        <p:spPr>
          <a:xfrm>
            <a:off x="10400" y="4936325"/>
            <a:ext cx="353400" cy="197400"/>
          </a:xfrm>
          <a:prstGeom prst="rect">
            <a:avLst/>
          </a:prstGeom>
          <a:solidFill>
            <a:srgbClr val="98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08"/>
          <p:cNvSpPr/>
          <p:nvPr/>
        </p:nvSpPr>
        <p:spPr>
          <a:xfrm>
            <a:off x="8790725" y="-9750"/>
            <a:ext cx="353400" cy="197400"/>
          </a:xfrm>
          <a:prstGeom prst="rect">
            <a:avLst/>
          </a:prstGeom>
          <a:solidFill>
            <a:srgbClr val="98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7" name="Google Shape;917;p108"/>
          <p:cNvPicPr preferRelativeResize="0"/>
          <p:nvPr/>
        </p:nvPicPr>
        <p:blipFill>
          <a:blip r:embed="rId3">
            <a:alphaModFix/>
          </a:blip>
          <a:stretch>
            <a:fillRect/>
          </a:stretch>
        </p:blipFill>
        <p:spPr>
          <a:xfrm>
            <a:off x="-76200" y="-77625"/>
            <a:ext cx="9343123" cy="5321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0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3" name="Google Shape;923;p10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924" name="Google Shape;924;p109"/>
          <p:cNvPicPr preferRelativeResize="0"/>
          <p:nvPr/>
        </p:nvPicPr>
        <p:blipFill>
          <a:blip r:embed="rId3">
            <a:alphaModFix/>
          </a:blip>
          <a:stretch>
            <a:fillRect/>
          </a:stretch>
        </p:blipFill>
        <p:spPr>
          <a:xfrm>
            <a:off x="0" y="0"/>
            <a:ext cx="9144000" cy="5143500"/>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7F7FDAC-8A2E-4D7D-8557-8B1F3607A14A}"/>
                  </a:ext>
                </a:extLst>
              </p14:cNvPr>
              <p14:cNvContentPartPr/>
              <p14:nvPr/>
            </p14:nvContentPartPr>
            <p14:xfrm>
              <a:off x="603720" y="726480"/>
              <a:ext cx="7915680" cy="4032360"/>
            </p14:xfrm>
          </p:contentPart>
        </mc:Choice>
        <mc:Fallback>
          <p:pic>
            <p:nvPicPr>
              <p:cNvPr id="2" name="Ink 1">
                <a:extLst>
                  <a:ext uri="{FF2B5EF4-FFF2-40B4-BE49-F238E27FC236}">
                    <a16:creationId xmlns:a16="http://schemas.microsoft.com/office/drawing/2014/main" id="{17F7FDAC-8A2E-4D7D-8557-8B1F3607A14A}"/>
                  </a:ext>
                </a:extLst>
              </p:cNvPr>
              <p:cNvPicPr/>
              <p:nvPr/>
            </p:nvPicPr>
            <p:blipFill>
              <a:blip r:embed="rId5"/>
              <a:stretch>
                <a:fillRect/>
              </a:stretch>
            </p:blipFill>
            <p:spPr>
              <a:xfrm>
                <a:off x="594360" y="717120"/>
                <a:ext cx="7934400" cy="405108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1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0" name="Google Shape;930;p11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931" name="Google Shape;931;p11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7" name="Google Shape;937;p11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938" name="Google Shape;938;p11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D966"/>
        </a:solidFill>
        <a:effectLst/>
      </p:bgPr>
    </p:bg>
    <p:spTree>
      <p:nvGrpSpPr>
        <p:cNvPr id="1" name="Shape 942"/>
        <p:cNvGrpSpPr/>
        <p:nvPr/>
      </p:nvGrpSpPr>
      <p:grpSpPr>
        <a:xfrm>
          <a:off x="0" y="0"/>
          <a:ext cx="0" cy="0"/>
          <a:chOff x="0" y="0"/>
          <a:chExt cx="0" cy="0"/>
        </a:xfrm>
      </p:grpSpPr>
      <p:pic>
        <p:nvPicPr>
          <p:cNvPr id="943" name="Google Shape;943;p112"/>
          <p:cNvPicPr preferRelativeResize="0"/>
          <p:nvPr/>
        </p:nvPicPr>
        <p:blipFill rotWithShape="1">
          <a:blip r:embed="rId3">
            <a:alphaModFix/>
          </a:blip>
          <a:srcRect/>
          <a:stretch/>
        </p:blipFill>
        <p:spPr>
          <a:xfrm>
            <a:off x="52275" y="0"/>
            <a:ext cx="1107432" cy="519563"/>
          </a:xfrm>
          <a:prstGeom prst="rect">
            <a:avLst/>
          </a:prstGeom>
          <a:noFill/>
          <a:ln>
            <a:noFill/>
          </a:ln>
        </p:spPr>
      </p:pic>
      <p:pic>
        <p:nvPicPr>
          <p:cNvPr id="944" name="Google Shape;944;p112"/>
          <p:cNvPicPr preferRelativeResize="0"/>
          <p:nvPr/>
        </p:nvPicPr>
        <p:blipFill rotWithShape="1">
          <a:blip r:embed="rId4">
            <a:alphaModFix amt="71000"/>
          </a:blip>
          <a:srcRect l="10081" r="2779"/>
          <a:stretch/>
        </p:blipFill>
        <p:spPr>
          <a:xfrm>
            <a:off x="31789" y="2355562"/>
            <a:ext cx="9144001" cy="2802506"/>
          </a:xfrm>
          <a:prstGeom prst="rect">
            <a:avLst/>
          </a:prstGeom>
          <a:noFill/>
          <a:ln>
            <a:noFill/>
          </a:ln>
          <a:effectLst>
            <a:outerShdw blurRad="214313" dist="171450" dir="8820000" algn="bl" rotWithShape="0">
              <a:srgbClr val="000000">
                <a:alpha val="74000"/>
              </a:srgbClr>
            </a:outerShdw>
          </a:effectLst>
        </p:spPr>
      </p:pic>
      <p:sp>
        <p:nvSpPr>
          <p:cNvPr id="945" name="Google Shape;945;p112"/>
          <p:cNvSpPr txBox="1"/>
          <p:nvPr/>
        </p:nvSpPr>
        <p:spPr>
          <a:xfrm>
            <a:off x="3055400" y="449079"/>
            <a:ext cx="2725500" cy="280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600">
                <a:solidFill>
                  <a:srgbClr val="A61C00"/>
                </a:solidFill>
                <a:latin typeface="Zilla Slab"/>
                <a:ea typeface="Zilla Slab"/>
                <a:cs typeface="Zilla Slab"/>
                <a:sym typeface="Zilla Slab"/>
              </a:rPr>
              <a:t>Let’s Bring</a:t>
            </a:r>
            <a:endParaRPr sz="3600">
              <a:solidFill>
                <a:srgbClr val="A61C00"/>
              </a:solidFill>
              <a:latin typeface="Zilla Slab"/>
              <a:ea typeface="Zilla Slab"/>
              <a:cs typeface="Zilla Slab"/>
              <a:sym typeface="Zilla Slab"/>
            </a:endParaRPr>
          </a:p>
          <a:p>
            <a:pPr marL="0" lvl="0" indent="0" algn="ctr" rtl="0">
              <a:spcBef>
                <a:spcPts val="0"/>
              </a:spcBef>
              <a:spcAft>
                <a:spcPts val="0"/>
              </a:spcAft>
              <a:buNone/>
            </a:pPr>
            <a:r>
              <a:rPr lang="en" sz="5200" b="1">
                <a:solidFill>
                  <a:srgbClr val="A61C00"/>
                </a:solidFill>
                <a:latin typeface="Zilla Slab"/>
                <a:ea typeface="Zilla Slab"/>
                <a:cs typeface="Zilla Slab"/>
                <a:sym typeface="Zilla Slab"/>
              </a:rPr>
              <a:t>GOLD</a:t>
            </a:r>
            <a:r>
              <a:rPr lang="en" sz="4000">
                <a:solidFill>
                  <a:srgbClr val="A61C00"/>
                </a:solidFill>
                <a:latin typeface="Zilla Slab"/>
                <a:ea typeface="Zilla Slab"/>
                <a:cs typeface="Zilla Slab"/>
                <a:sym typeface="Zilla Slab"/>
              </a:rPr>
              <a:t> </a:t>
            </a:r>
            <a:endParaRPr sz="4000">
              <a:solidFill>
                <a:srgbClr val="A61C00"/>
              </a:solidFill>
              <a:latin typeface="Zilla Slab"/>
              <a:ea typeface="Zilla Slab"/>
              <a:cs typeface="Zilla Slab"/>
              <a:sym typeface="Zilla Slab"/>
            </a:endParaRPr>
          </a:p>
          <a:p>
            <a:pPr marL="0" lvl="0" indent="0" algn="ctr" rtl="0">
              <a:spcBef>
                <a:spcPts val="0"/>
              </a:spcBef>
              <a:spcAft>
                <a:spcPts val="0"/>
              </a:spcAft>
              <a:buNone/>
            </a:pPr>
            <a:r>
              <a:rPr lang="en" sz="3600">
                <a:solidFill>
                  <a:srgbClr val="A61C00"/>
                </a:solidFill>
                <a:latin typeface="Zilla Slab"/>
                <a:ea typeface="Zilla Slab"/>
                <a:cs typeface="Zilla Slab"/>
                <a:sym typeface="Zilla Slab"/>
              </a:rPr>
              <a:t>For</a:t>
            </a:r>
            <a:endParaRPr sz="3600">
              <a:solidFill>
                <a:srgbClr val="A61C00"/>
              </a:solidFill>
              <a:latin typeface="Zilla Slab"/>
              <a:ea typeface="Zilla Slab"/>
              <a:cs typeface="Zilla Slab"/>
              <a:sym typeface="Zilla Slab"/>
            </a:endParaRPr>
          </a:p>
          <a:p>
            <a:pPr marL="0" lvl="0" indent="0" algn="ctr" rtl="0">
              <a:spcBef>
                <a:spcPts val="0"/>
              </a:spcBef>
              <a:spcAft>
                <a:spcPts val="0"/>
              </a:spcAft>
              <a:buNone/>
            </a:pPr>
            <a:r>
              <a:rPr lang="en" sz="5600" b="1">
                <a:solidFill>
                  <a:srgbClr val="A61C00"/>
                </a:solidFill>
                <a:latin typeface="Zilla Slab"/>
                <a:ea typeface="Zilla Slab"/>
                <a:cs typeface="Zilla Slab"/>
                <a:sym typeface="Zilla Slab"/>
              </a:rPr>
              <a:t>INDIA</a:t>
            </a:r>
            <a:endParaRPr sz="5600" b="1">
              <a:solidFill>
                <a:srgbClr val="A61C00"/>
              </a:solidFill>
              <a:latin typeface="Zilla Slab"/>
              <a:ea typeface="Zilla Slab"/>
              <a:cs typeface="Zilla Slab"/>
              <a:sym typeface="Zilla Slab"/>
            </a:endParaRPr>
          </a:p>
        </p:txBody>
      </p:sp>
      <p:pic>
        <p:nvPicPr>
          <p:cNvPr id="946" name="Google Shape;946;p112"/>
          <p:cNvPicPr preferRelativeResize="0"/>
          <p:nvPr/>
        </p:nvPicPr>
        <p:blipFill rotWithShape="1">
          <a:blip r:embed="rId5">
            <a:alphaModFix/>
          </a:blip>
          <a:srcRect r="66134"/>
          <a:stretch/>
        </p:blipFill>
        <p:spPr>
          <a:xfrm>
            <a:off x="6280415" y="471926"/>
            <a:ext cx="1998345" cy="1962174"/>
          </a:xfrm>
          <a:prstGeom prst="rect">
            <a:avLst/>
          </a:prstGeom>
          <a:noFill/>
          <a:ln>
            <a:noFill/>
          </a:ln>
        </p:spPr>
      </p:pic>
      <p:pic>
        <p:nvPicPr>
          <p:cNvPr id="947" name="Google Shape;947;p112"/>
          <p:cNvPicPr preferRelativeResize="0"/>
          <p:nvPr/>
        </p:nvPicPr>
        <p:blipFill rotWithShape="1">
          <a:blip r:embed="rId6">
            <a:alphaModFix/>
          </a:blip>
          <a:srcRect/>
          <a:stretch/>
        </p:blipFill>
        <p:spPr>
          <a:xfrm>
            <a:off x="7381700" y="2857702"/>
            <a:ext cx="1665125" cy="215244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113"/>
          <p:cNvSpPr/>
          <p:nvPr/>
        </p:nvSpPr>
        <p:spPr>
          <a:xfrm>
            <a:off x="60425" y="57050"/>
            <a:ext cx="5442600" cy="1269000"/>
          </a:xfrm>
          <a:prstGeom prst="round1Rect">
            <a:avLst>
              <a:gd name="adj" fmla="val 16667"/>
            </a:avLst>
          </a:prstGeom>
          <a:noFill/>
          <a:ln w="38100" cap="flat" cmpd="sng">
            <a:solidFill>
              <a:srgbClr val="0097A7"/>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1000"/>
              </a:spcBef>
              <a:spcAft>
                <a:spcPts val="0"/>
              </a:spcAft>
              <a:buClr>
                <a:srgbClr val="000000"/>
              </a:buClr>
              <a:buSzPts val="1100"/>
              <a:buFont typeface="Arial"/>
              <a:buNone/>
            </a:pPr>
            <a:r>
              <a:rPr lang="en" sz="1800">
                <a:solidFill>
                  <a:schemeClr val="dk1"/>
                </a:solidFill>
                <a:latin typeface="Bree Serif"/>
                <a:ea typeface="Bree Serif"/>
                <a:cs typeface="Bree Serif"/>
                <a:sym typeface="Bree Serif"/>
              </a:rPr>
              <a:t>Q.Find the remainder when           is divided by 19.   </a:t>
            </a:r>
            <a:endParaRPr sz="1800">
              <a:solidFill>
                <a:schemeClr val="dk1"/>
              </a:solidFill>
              <a:latin typeface="Bree Serif"/>
              <a:ea typeface="Bree Serif"/>
              <a:cs typeface="Bree Serif"/>
              <a:sym typeface="Bree Serif"/>
            </a:endParaRPr>
          </a:p>
        </p:txBody>
      </p:sp>
      <p:pic>
        <p:nvPicPr>
          <p:cNvPr id="953" name="Google Shape;953;p113"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aiodadaahaa&#10;% WcbeqaaiaaiwdadaahaaadbeqaaiaaigdacaaIXaWaaWbaaeqabaGa&#10;% aG4naiaaigdaaaaaaaaaaaa!3B2E!&#10;{3^{{5^{{{11}^{7!}}}}}}\" title="MathEquation,#000000"/>
          <p:cNvPicPr preferRelativeResize="0"/>
          <p:nvPr/>
        </p:nvPicPr>
        <p:blipFill>
          <a:blip r:embed="rId3">
            <a:alphaModFix/>
          </a:blip>
          <a:stretch>
            <a:fillRect/>
          </a:stretch>
        </p:blipFill>
        <p:spPr>
          <a:xfrm>
            <a:off x="3010060" y="430774"/>
            <a:ext cx="642812" cy="457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114"/>
          <p:cNvSpPr txBox="1"/>
          <p:nvPr/>
        </p:nvSpPr>
        <p:spPr>
          <a:xfrm>
            <a:off x="203418" y="170328"/>
            <a:ext cx="1278000" cy="50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000" b="1" u="sng">
                <a:solidFill>
                  <a:srgbClr val="000000"/>
                </a:solidFill>
                <a:latin typeface="Poppins"/>
                <a:ea typeface="Poppins"/>
                <a:cs typeface="Poppins"/>
                <a:sym typeface="Poppins"/>
              </a:rPr>
              <a:t>Solution</a:t>
            </a:r>
            <a:endParaRPr/>
          </a:p>
        </p:txBody>
      </p:sp>
      <p:sp>
        <p:nvSpPr>
          <p:cNvPr id="959" name="Google Shape;959;p114"/>
          <p:cNvSpPr txBox="1"/>
          <p:nvPr/>
        </p:nvSpPr>
        <p:spPr>
          <a:xfrm>
            <a:off x="279625" y="6050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By Fermat’s little theorem we have 3</a:t>
            </a:r>
            <a:r>
              <a:rPr lang="en" sz="1800" baseline="30000">
                <a:latin typeface="Proxima Nova"/>
                <a:ea typeface="Proxima Nova"/>
                <a:cs typeface="Proxima Nova"/>
                <a:sym typeface="Proxima Nova"/>
              </a:rPr>
              <a:t>18</a:t>
            </a:r>
            <a:r>
              <a:rPr lang="en" sz="1800">
                <a:latin typeface="Proxima Nova"/>
                <a:ea typeface="Proxima Nova"/>
                <a:cs typeface="Proxima Nova"/>
                <a:sym typeface="Proxima Nova"/>
              </a:rPr>
              <a:t> ≡ 1 ( mod 19). </a:t>
            </a:r>
            <a:endParaRPr sz="1800">
              <a:latin typeface="Proxima Nova"/>
              <a:ea typeface="Proxima Nova"/>
              <a:cs typeface="Proxima Nova"/>
              <a:sym typeface="Proxima Nova"/>
            </a:endParaRPr>
          </a:p>
        </p:txBody>
      </p:sp>
      <p:sp>
        <p:nvSpPr>
          <p:cNvPr id="960" name="Google Shape;960;p114"/>
          <p:cNvSpPr txBox="1"/>
          <p:nvPr/>
        </p:nvSpPr>
        <p:spPr>
          <a:xfrm>
            <a:off x="279625" y="9860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This hints that we will want to find         in modulo 18.</a:t>
            </a:r>
            <a:endParaRPr sz="1800">
              <a:latin typeface="Proxima Nova"/>
              <a:ea typeface="Proxima Nova"/>
              <a:cs typeface="Proxima Nova"/>
              <a:sym typeface="Proxima Nova"/>
            </a:endParaRPr>
          </a:p>
        </p:txBody>
      </p:sp>
      <p:pic>
        <p:nvPicPr>
          <p:cNvPr id="961" name="Google Shape;961;p114"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aiwdadaahaa&#10;% WcbeqaaiaaigdacaaIXaWaaWbaaWqabeaacaaI3aGaaGymaaaaaaaa&#10;% aa!3A4F!&#10;{5^{{{11}^{7!}}}}\" title="MathEquation,#000000"/>
          <p:cNvPicPr preferRelativeResize="0"/>
          <p:nvPr/>
        </p:nvPicPr>
        <p:blipFill>
          <a:blip r:embed="rId3">
            <a:alphaModFix/>
          </a:blip>
          <a:stretch>
            <a:fillRect/>
          </a:stretch>
        </p:blipFill>
        <p:spPr>
          <a:xfrm>
            <a:off x="3776470" y="997249"/>
            <a:ext cx="496058" cy="342900"/>
          </a:xfrm>
          <a:prstGeom prst="rect">
            <a:avLst/>
          </a:prstGeom>
          <a:noFill/>
          <a:ln>
            <a:noFill/>
          </a:ln>
        </p:spPr>
      </p:pic>
      <p:sp>
        <p:nvSpPr>
          <p:cNvPr id="962" name="Google Shape;962;p114"/>
          <p:cNvSpPr txBox="1"/>
          <p:nvPr/>
        </p:nvSpPr>
        <p:spPr>
          <a:xfrm>
            <a:off x="279625" y="13670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Now note that ф(18) = 6.</a:t>
            </a:r>
            <a:endParaRPr sz="1800">
              <a:latin typeface="Proxima Nova"/>
              <a:ea typeface="Proxima Nova"/>
              <a:cs typeface="Proxima Nova"/>
              <a:sym typeface="Proxima Nova"/>
            </a:endParaRPr>
          </a:p>
        </p:txBody>
      </p:sp>
      <p:sp>
        <p:nvSpPr>
          <p:cNvPr id="963" name="Google Shape;963;p114"/>
          <p:cNvSpPr txBox="1"/>
          <p:nvPr/>
        </p:nvSpPr>
        <p:spPr>
          <a:xfrm>
            <a:off x="279625" y="16718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So by Euler’s theorem we have, 5</a:t>
            </a:r>
            <a:r>
              <a:rPr lang="en" sz="1800" baseline="30000">
                <a:latin typeface="Proxima Nova"/>
                <a:ea typeface="Proxima Nova"/>
                <a:cs typeface="Proxima Nova"/>
                <a:sym typeface="Proxima Nova"/>
              </a:rPr>
              <a:t>6</a:t>
            </a:r>
            <a:r>
              <a:rPr lang="en" sz="1800">
                <a:latin typeface="Proxima Nova"/>
                <a:ea typeface="Proxima Nova"/>
                <a:cs typeface="Proxima Nova"/>
                <a:sym typeface="Proxima Nova"/>
              </a:rPr>
              <a:t> </a:t>
            </a:r>
            <a:r>
              <a:rPr lang="en" sz="1800">
                <a:solidFill>
                  <a:schemeClr val="dk1"/>
                </a:solidFill>
                <a:latin typeface="Proxima Nova"/>
                <a:ea typeface="Proxima Nova"/>
                <a:cs typeface="Proxima Nova"/>
                <a:sym typeface="Proxima Nova"/>
              </a:rPr>
              <a:t>≡ 1 (mod 18)</a:t>
            </a:r>
            <a:endParaRPr sz="1800">
              <a:latin typeface="Proxima Nova"/>
              <a:ea typeface="Proxima Nova"/>
              <a:cs typeface="Proxima Nova"/>
              <a:sym typeface="Proxima Nova"/>
            </a:endParaRPr>
          </a:p>
        </p:txBody>
      </p:sp>
      <p:sp>
        <p:nvSpPr>
          <p:cNvPr id="964" name="Google Shape;964;p114"/>
          <p:cNvSpPr txBox="1"/>
          <p:nvPr/>
        </p:nvSpPr>
        <p:spPr>
          <a:xfrm>
            <a:off x="279625" y="19766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This hints that we will want to evaluate 11</a:t>
            </a:r>
            <a:r>
              <a:rPr lang="en" sz="1800" baseline="30000">
                <a:latin typeface="Proxima Nova"/>
                <a:ea typeface="Proxima Nova"/>
                <a:cs typeface="Proxima Nova"/>
                <a:sym typeface="Proxima Nova"/>
              </a:rPr>
              <a:t>7!</a:t>
            </a:r>
            <a:r>
              <a:rPr lang="en" sz="1800">
                <a:latin typeface="Proxima Nova"/>
                <a:ea typeface="Proxima Nova"/>
                <a:cs typeface="Proxima Nova"/>
                <a:sym typeface="Proxima Nova"/>
              </a:rPr>
              <a:t> </a:t>
            </a:r>
            <a:endParaRPr sz="1800">
              <a:latin typeface="Proxima Nova"/>
              <a:ea typeface="Proxima Nova"/>
              <a:cs typeface="Proxima Nova"/>
              <a:sym typeface="Proxima Nova"/>
            </a:endParaRPr>
          </a:p>
        </p:txBody>
      </p:sp>
      <p:sp>
        <p:nvSpPr>
          <p:cNvPr id="965" name="Google Shape;965;p114"/>
          <p:cNvSpPr txBox="1"/>
          <p:nvPr/>
        </p:nvSpPr>
        <p:spPr>
          <a:xfrm>
            <a:off x="279625" y="23576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In modulo 6, this is easy because  </a:t>
            </a:r>
            <a:endParaRPr sz="1800">
              <a:latin typeface="Proxima Nova"/>
              <a:ea typeface="Proxima Nova"/>
              <a:cs typeface="Proxima Nova"/>
              <a:sym typeface="Proxima Nova"/>
            </a:endParaRPr>
          </a:p>
        </p:txBody>
      </p:sp>
      <p:sp>
        <p:nvSpPr>
          <p:cNvPr id="966" name="Google Shape;966;p114"/>
          <p:cNvSpPr txBox="1"/>
          <p:nvPr/>
        </p:nvSpPr>
        <p:spPr>
          <a:xfrm>
            <a:off x="279625" y="27386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11</a:t>
            </a:r>
            <a:r>
              <a:rPr lang="en" sz="1800" baseline="30000">
                <a:latin typeface="Proxima Nova"/>
                <a:ea typeface="Proxima Nova"/>
                <a:cs typeface="Proxima Nova"/>
                <a:sym typeface="Proxima Nova"/>
              </a:rPr>
              <a:t>7!</a:t>
            </a:r>
            <a:r>
              <a:rPr lang="en" sz="1800">
                <a:latin typeface="Proxima Nova"/>
                <a:ea typeface="Proxima Nova"/>
                <a:cs typeface="Proxima Nova"/>
                <a:sym typeface="Proxima Nova"/>
              </a:rPr>
              <a:t> </a:t>
            </a:r>
            <a:r>
              <a:rPr lang="en" sz="1800">
                <a:solidFill>
                  <a:schemeClr val="dk1"/>
                </a:solidFill>
                <a:latin typeface="Proxima Nova"/>
                <a:ea typeface="Proxima Nova"/>
                <a:cs typeface="Proxima Nova"/>
                <a:sym typeface="Proxima Nova"/>
              </a:rPr>
              <a:t>≡  (–1)</a:t>
            </a:r>
            <a:r>
              <a:rPr lang="en" sz="1800" baseline="30000">
                <a:solidFill>
                  <a:schemeClr val="dk1"/>
                </a:solidFill>
                <a:latin typeface="Proxima Nova"/>
                <a:ea typeface="Proxima Nova"/>
                <a:cs typeface="Proxima Nova"/>
                <a:sym typeface="Proxima Nova"/>
              </a:rPr>
              <a:t>7!</a:t>
            </a:r>
            <a:r>
              <a:rPr lang="en" sz="1800">
                <a:solidFill>
                  <a:schemeClr val="dk1"/>
                </a:solidFill>
                <a:latin typeface="Proxima Nova"/>
                <a:ea typeface="Proxima Nova"/>
                <a:cs typeface="Proxima Nova"/>
                <a:sym typeface="Proxima Nova"/>
              </a:rPr>
              <a:t> ≡  1 (mod 6)</a:t>
            </a:r>
            <a:endParaRPr sz="1800">
              <a:latin typeface="Proxima Nova"/>
              <a:ea typeface="Proxima Nova"/>
              <a:cs typeface="Proxima Nova"/>
              <a:sym typeface="Proxima Nova"/>
            </a:endParaRPr>
          </a:p>
        </p:txBody>
      </p:sp>
      <p:sp>
        <p:nvSpPr>
          <p:cNvPr id="967" name="Google Shape;967;p114"/>
          <p:cNvSpPr txBox="1"/>
          <p:nvPr/>
        </p:nvSpPr>
        <p:spPr>
          <a:xfrm>
            <a:off x="279625" y="3119600"/>
            <a:ext cx="53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So there exist a such that 11</a:t>
            </a:r>
            <a:r>
              <a:rPr lang="en" sz="1800" baseline="30000">
                <a:latin typeface="Proxima Nova"/>
                <a:ea typeface="Proxima Nova"/>
                <a:cs typeface="Proxima Nova"/>
                <a:sym typeface="Proxima Nova"/>
              </a:rPr>
              <a:t>7!</a:t>
            </a:r>
            <a:r>
              <a:rPr lang="en" sz="1800">
                <a:latin typeface="Proxima Nova"/>
                <a:ea typeface="Proxima Nova"/>
                <a:cs typeface="Proxima Nova"/>
                <a:sym typeface="Proxima Nova"/>
              </a:rPr>
              <a:t> = 6a +1 , hence</a:t>
            </a:r>
            <a:endParaRPr sz="1800">
              <a:latin typeface="Proxima Nova"/>
              <a:ea typeface="Proxima Nova"/>
              <a:cs typeface="Proxima Nova"/>
              <a:sym typeface="Proxima Nova"/>
            </a:endParaRPr>
          </a:p>
        </p:txBody>
      </p:sp>
      <p:sp>
        <p:nvSpPr>
          <p:cNvPr id="968" name="Google Shape;968;p114"/>
          <p:cNvSpPr txBox="1"/>
          <p:nvPr/>
        </p:nvSpPr>
        <p:spPr>
          <a:xfrm>
            <a:off x="750300" y="3500600"/>
            <a:ext cx="4852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Proxima Nova"/>
                <a:ea typeface="Proxima Nova"/>
                <a:cs typeface="Proxima Nova"/>
                <a:sym typeface="Proxima Nova"/>
              </a:rPr>
              <a:t>≡ 5</a:t>
            </a:r>
            <a:r>
              <a:rPr lang="en" sz="1800" baseline="30000">
                <a:solidFill>
                  <a:schemeClr val="dk1"/>
                </a:solidFill>
                <a:latin typeface="Proxima Nova"/>
                <a:ea typeface="Proxima Nova"/>
                <a:cs typeface="Proxima Nova"/>
                <a:sym typeface="Proxima Nova"/>
              </a:rPr>
              <a:t>6a</a:t>
            </a:r>
            <a:r>
              <a:rPr lang="en" sz="1800">
                <a:solidFill>
                  <a:schemeClr val="dk1"/>
                </a:solidFill>
                <a:latin typeface="Proxima Nova"/>
                <a:ea typeface="Proxima Nova"/>
                <a:cs typeface="Proxima Nova"/>
                <a:sym typeface="Proxima Nova"/>
              </a:rPr>
              <a:t>.5 ≡ 5 ( mod 18). </a:t>
            </a:r>
            <a:endParaRPr sz="1800">
              <a:latin typeface="Proxima Nova"/>
              <a:ea typeface="Proxima Nova"/>
              <a:cs typeface="Proxima Nova"/>
              <a:sym typeface="Proxima Nova"/>
            </a:endParaRPr>
          </a:p>
        </p:txBody>
      </p:sp>
      <p:pic>
        <p:nvPicPr>
          <p:cNvPr id="969" name="Google Shape;969;p114"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aiwdadaahaa&#10;% WcbeqaaiaaigdacaaIXaWaaWbaaWqabeaacaaI3aGaaGymaaaaaaaa&#10;% aa!3A4F!&#10;{5^{{{11}^{7!}}}}\" title="MathEquation,#000000"/>
          <p:cNvPicPr preferRelativeResize="0"/>
          <p:nvPr/>
        </p:nvPicPr>
        <p:blipFill>
          <a:blip r:embed="rId3">
            <a:alphaModFix/>
          </a:blip>
          <a:stretch>
            <a:fillRect/>
          </a:stretch>
        </p:blipFill>
        <p:spPr>
          <a:xfrm>
            <a:off x="341492" y="3543696"/>
            <a:ext cx="543226" cy="375505"/>
          </a:xfrm>
          <a:prstGeom prst="rect">
            <a:avLst/>
          </a:prstGeom>
          <a:noFill/>
          <a:ln>
            <a:noFill/>
          </a:ln>
        </p:spPr>
      </p:pic>
      <p:sp>
        <p:nvSpPr>
          <p:cNvPr id="970" name="Google Shape;970;p114"/>
          <p:cNvSpPr txBox="1"/>
          <p:nvPr/>
        </p:nvSpPr>
        <p:spPr>
          <a:xfrm>
            <a:off x="279625" y="3957800"/>
            <a:ext cx="5803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Proxima Nova"/>
                <a:ea typeface="Proxima Nova"/>
                <a:cs typeface="Proxima Nova"/>
                <a:sym typeface="Proxima Nova"/>
              </a:rPr>
              <a:t>This means that there exists b such that          = 18b + 5, </a:t>
            </a:r>
            <a:endParaRPr sz="1800">
              <a:latin typeface="Proxima Nova"/>
              <a:ea typeface="Proxima Nova"/>
              <a:cs typeface="Proxima Nova"/>
              <a:sym typeface="Proxima Nova"/>
            </a:endParaRPr>
          </a:p>
        </p:txBody>
      </p:sp>
      <p:pic>
        <p:nvPicPr>
          <p:cNvPr id="971" name="Google Shape;971;p114"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aiwdadaahaa&#10;% WcbeqaaiaaigdacaaIXaWaaWbaaWqabeaacaaI3aGaaGymaaaaaaaa&#10;% aa!3A4F!&#10;{5^{{{11}^{n}}}}\" title="MathEquation,#000000"/>
          <p:cNvPicPr preferRelativeResize="0"/>
          <p:nvPr/>
        </p:nvPicPr>
        <p:blipFill>
          <a:blip r:embed="rId4">
            <a:alphaModFix/>
          </a:blip>
          <a:stretch>
            <a:fillRect/>
          </a:stretch>
        </p:blipFill>
        <p:spPr>
          <a:xfrm>
            <a:off x="4412552" y="3981106"/>
            <a:ext cx="597200" cy="375500"/>
          </a:xfrm>
          <a:prstGeom prst="rect">
            <a:avLst/>
          </a:prstGeom>
          <a:noFill/>
          <a:ln>
            <a:noFill/>
          </a:ln>
        </p:spPr>
      </p:pic>
      <p:sp>
        <p:nvSpPr>
          <p:cNvPr id="972" name="Google Shape;972;p114"/>
          <p:cNvSpPr txBox="1"/>
          <p:nvPr/>
        </p:nvSpPr>
        <p:spPr>
          <a:xfrm>
            <a:off x="279625" y="4400694"/>
            <a:ext cx="479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Proxima Nova"/>
                <a:ea typeface="Proxima Nova"/>
                <a:cs typeface="Proxima Nova"/>
                <a:sym typeface="Proxima Nova"/>
              </a:rPr>
              <a:t>so </a:t>
            </a:r>
            <a:endParaRPr/>
          </a:p>
        </p:txBody>
      </p:sp>
      <p:pic>
        <p:nvPicPr>
          <p:cNvPr id="973" name="Google Shape;973;p114" descr="% MathType!MTEF!2!1!+-&#10;% feaagKart1ev2aaatCvAUfeBSjuyZL2yd9gzLbvyNv2CaerbuLwBLn&#10;% hiov2DGi1BTfMBaeXatLxBI9gBaerbd9wDYLwzYbItLDharqqtubsr&#10;% 4rNCHbGeaGqiVCI8-feu0dXdh9vqqj-hEeeu0xXdbba9frFj0-OqFf&#10;% ea0dXdd9vqaq-JfrVkFHe9pgea0dXdar-Jb9hs0dXdbPYxe9vr0-vr&#10;% 0-vqpWqaaeaabaGaaiaacaqabeaadaqaaqaaaOqaaiaaiodadaahaa&#10;% WcbeqaaiaaiwdadaahaaadbeqaaiaaigdacaaIXaWaaWbaaeqabaGa&#10;% aG4naiaacgcaaaaaaaaaaaa!3B18!&#10;{3^{{5^{{{11}^{7!}}}}}}\" title="MathEquation,#000000"/>
          <p:cNvPicPr preferRelativeResize="0"/>
          <p:nvPr/>
        </p:nvPicPr>
        <p:blipFill>
          <a:blip r:embed="rId5">
            <a:alphaModFix/>
          </a:blip>
          <a:stretch>
            <a:fillRect/>
          </a:stretch>
        </p:blipFill>
        <p:spPr>
          <a:xfrm>
            <a:off x="655368" y="4394279"/>
            <a:ext cx="543226" cy="386389"/>
          </a:xfrm>
          <a:prstGeom prst="rect">
            <a:avLst/>
          </a:prstGeom>
          <a:noFill/>
          <a:ln>
            <a:noFill/>
          </a:ln>
        </p:spPr>
      </p:pic>
      <p:sp>
        <p:nvSpPr>
          <p:cNvPr id="974" name="Google Shape;974;p114"/>
          <p:cNvSpPr txBox="1"/>
          <p:nvPr/>
        </p:nvSpPr>
        <p:spPr>
          <a:xfrm>
            <a:off x="1055100" y="4396200"/>
            <a:ext cx="3795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Proxima Nova"/>
                <a:ea typeface="Proxima Nova"/>
                <a:cs typeface="Proxima Nova"/>
                <a:sym typeface="Proxima Nova"/>
              </a:rPr>
              <a:t>≡ 31</a:t>
            </a:r>
            <a:r>
              <a:rPr lang="en" sz="1800" baseline="30000">
                <a:solidFill>
                  <a:schemeClr val="dk1"/>
                </a:solidFill>
                <a:latin typeface="Proxima Nova"/>
                <a:ea typeface="Proxima Nova"/>
                <a:cs typeface="Proxima Nova"/>
                <a:sym typeface="Proxima Nova"/>
              </a:rPr>
              <a:t>8b</a:t>
            </a:r>
            <a:r>
              <a:rPr lang="en" sz="1800">
                <a:solidFill>
                  <a:schemeClr val="dk1"/>
                </a:solidFill>
                <a:latin typeface="Proxima Nova"/>
                <a:ea typeface="Proxima Nova"/>
                <a:cs typeface="Proxima Nova"/>
                <a:sym typeface="Proxima Nova"/>
              </a:rPr>
              <a:t>. 3</a:t>
            </a:r>
            <a:r>
              <a:rPr lang="en" sz="1800" baseline="30000">
                <a:solidFill>
                  <a:schemeClr val="dk1"/>
                </a:solidFill>
                <a:latin typeface="Proxima Nova"/>
                <a:ea typeface="Proxima Nova"/>
                <a:cs typeface="Proxima Nova"/>
                <a:sym typeface="Proxima Nova"/>
              </a:rPr>
              <a:t>5</a:t>
            </a:r>
            <a:r>
              <a:rPr lang="en" sz="1800">
                <a:solidFill>
                  <a:schemeClr val="dk1"/>
                </a:solidFill>
                <a:latin typeface="Proxima Nova"/>
                <a:ea typeface="Proxima Nova"/>
                <a:cs typeface="Proxima Nova"/>
                <a:sym typeface="Proxima Nova"/>
              </a:rPr>
              <a:t> ≡ 3</a:t>
            </a:r>
            <a:r>
              <a:rPr lang="en" sz="1800" baseline="30000">
                <a:solidFill>
                  <a:schemeClr val="dk1"/>
                </a:solidFill>
                <a:latin typeface="Proxima Nova"/>
                <a:ea typeface="Proxima Nova"/>
                <a:cs typeface="Proxima Nova"/>
                <a:sym typeface="Proxima Nova"/>
              </a:rPr>
              <a:t>5</a:t>
            </a:r>
            <a:r>
              <a:rPr lang="en" sz="1800">
                <a:solidFill>
                  <a:schemeClr val="dk1"/>
                </a:solidFill>
                <a:latin typeface="Proxima Nova"/>
                <a:ea typeface="Proxima Nova"/>
                <a:cs typeface="Proxima Nova"/>
                <a:sym typeface="Proxima Nova"/>
              </a:rPr>
              <a:t> ≡ 15 ( mod 19). </a:t>
            </a:r>
            <a:endParaRPr sz="1800">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Yellow">
      <a:dk1>
        <a:srgbClr val="000000"/>
      </a:dk1>
      <a:lt1>
        <a:srgbClr val="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TotalTime>
  <Words>1425</Words>
  <Application>Microsoft Office PowerPoint</Application>
  <PresentationFormat>On-screen Show (16:9)</PresentationFormat>
  <Paragraphs>167</Paragraphs>
  <Slides>46</Slides>
  <Notes>45</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46</vt:i4>
      </vt:variant>
    </vt:vector>
  </HeadingPairs>
  <TitlesOfParts>
    <vt:vector size="62" baseType="lpstr">
      <vt:lpstr>Poppins</vt:lpstr>
      <vt:lpstr>Proxima Nova Semibold</vt:lpstr>
      <vt:lpstr>Proxima Nova</vt:lpstr>
      <vt:lpstr>Zilla Slab</vt:lpstr>
      <vt:lpstr>Arial</vt:lpstr>
      <vt:lpstr>Montserrat</vt:lpstr>
      <vt:lpstr>Cambria Math</vt:lpstr>
      <vt:lpstr>Merriweather</vt:lpstr>
      <vt:lpstr>Bree Serif</vt:lpstr>
      <vt:lpstr>Roboto</vt:lpstr>
      <vt:lpstr>Raleway</vt:lpstr>
      <vt:lpstr>Simple Light</vt:lpstr>
      <vt:lpstr>Simple Light</vt:lpstr>
      <vt:lpstr>Simple Light</vt:lpstr>
      <vt:lpstr>Office Theme</vt:lpstr>
      <vt:lpstr>Simple Light</vt:lpstr>
      <vt:lpstr>PowerPoint Presentation</vt:lpstr>
      <vt:lpstr>PowerPoint Presentation</vt:lpstr>
      <vt:lpstr>PowerPoint Presentation</vt:lpstr>
      <vt:lpstr>PowerPoint Presentation</vt:lpstr>
      <vt:lpstr>PowerPoint Presentation</vt:lpstr>
      <vt:lpstr>PowerPoint Presentation</vt:lpstr>
      <vt:lpstr>Fermat’s Theorem Euler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Abhay Mahajan</cp:lastModifiedBy>
  <cp:revision>2</cp:revision>
  <dcterms:modified xsi:type="dcterms:W3CDTF">2021-05-08T11:55:56Z</dcterms:modified>
</cp:coreProperties>
</file>